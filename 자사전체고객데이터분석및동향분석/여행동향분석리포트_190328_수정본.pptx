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handoutMasterIdLst>
    <p:handoutMasterId r:id="rId12"/>
  </p:handoutMasterIdLst>
  <p:sldIdLst>
    <p:sldId id="272" r:id="rId2"/>
    <p:sldId id="268" r:id="rId3"/>
    <p:sldId id="262" r:id="rId4"/>
    <p:sldId id="266" r:id="rId5"/>
    <p:sldId id="263" r:id="rId6"/>
    <p:sldId id="264" r:id="rId7"/>
    <p:sldId id="269" r:id="rId8"/>
    <p:sldId id="271" r:id="rId9"/>
    <p:sldId id="270" r:id="rId10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C3E6"/>
    <a:srgbClr val="8497B0"/>
    <a:srgbClr val="FFD966"/>
    <a:srgbClr val="E49282"/>
    <a:srgbClr val="A9D18E"/>
    <a:srgbClr val="76ABDC"/>
    <a:srgbClr val="BFBFBF"/>
    <a:srgbClr val="B7014F"/>
    <a:srgbClr val="009C7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0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2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291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VGL_P17041\Desktop\&#50668;&#49849;&#51008;&#50629;&#47924;\&#53685;&#44228;&#49688;&#52824;%20&#50629;&#47924;\&#49345;&#47924;&#45784;&#50836;&#52397;&#49324;&#54637;\&#44256;&#44061;%20&#51221;&#48372;%20&#53685;&#44228;\2019&#45380;%20&#44256;&#44061;&#44592;&#52488;&#53685;&#44228;&#53244;&#47532;\&#44256;&#44061;%20&#53685;&#44228;_2019&#45380;_&#51221;&#47532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0026099278707325E-2"/>
          <c:y val="7.1763981262254972E-2"/>
          <c:w val="0.94748162271615188"/>
          <c:h val="0.7470435243152499"/>
        </c:manualLayout>
      </c:layout>
      <c:lineChart>
        <c:grouping val="standard"/>
        <c:varyColors val="0"/>
        <c:ser>
          <c:idx val="0"/>
          <c:order val="0"/>
          <c:tx>
            <c:strRef>
              <c:f>Sheet4!$J$48</c:f>
              <c:strCache>
                <c:ptCount val="1"/>
                <c:pt idx="0">
                  <c:v>2017</c:v>
                </c:pt>
              </c:strCache>
            </c:strRef>
          </c:tx>
          <c:spPr>
            <a:ln w="34925" cap="rnd">
              <a:solidFill>
                <a:schemeClr val="bg1">
                  <a:lumMod val="75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Sheet4!$I$49:$I$60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Sheet4!$J$49:$J$60</c:f>
              <c:numCache>
                <c:formatCode>_(* #,##0_);_(* \(#,##0\);_(* "-"_);_(@_)</c:formatCode>
                <c:ptCount val="12"/>
                <c:pt idx="0">
                  <c:v>2343048</c:v>
                </c:pt>
                <c:pt idx="1">
                  <c:v>2231269</c:v>
                </c:pt>
                <c:pt idx="2">
                  <c:v>1940542</c:v>
                </c:pt>
                <c:pt idx="3">
                  <c:v>2003943</c:v>
                </c:pt>
                <c:pt idx="4">
                  <c:v>2003834</c:v>
                </c:pt>
                <c:pt idx="5">
                  <c:v>2098126</c:v>
                </c:pt>
                <c:pt idx="6">
                  <c:v>2389447</c:v>
                </c:pt>
                <c:pt idx="7">
                  <c:v>2385301</c:v>
                </c:pt>
                <c:pt idx="8">
                  <c:v>2236500</c:v>
                </c:pt>
                <c:pt idx="9">
                  <c:v>2231748</c:v>
                </c:pt>
                <c:pt idx="10">
                  <c:v>2227747</c:v>
                </c:pt>
                <c:pt idx="11">
                  <c:v>2404942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Sheet4!$K$48</c:f>
              <c:strCache>
                <c:ptCount val="1"/>
                <c:pt idx="0">
                  <c:v>2018</c:v>
                </c:pt>
              </c:strCache>
            </c:strRef>
          </c:tx>
          <c:spPr>
            <a:ln w="349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Sheet4!$I$49:$I$60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Sheet4!$K$49:$K$60</c:f>
              <c:numCache>
                <c:formatCode>_(* #,##0_);_(* \(#,##0\);_(* "-"_);_(@_)</c:formatCode>
                <c:ptCount val="12"/>
                <c:pt idx="0">
                  <c:v>2866780</c:v>
                </c:pt>
                <c:pt idx="1">
                  <c:v>2311009</c:v>
                </c:pt>
                <c:pt idx="2">
                  <c:v>2252565</c:v>
                </c:pt>
                <c:pt idx="3">
                  <c:v>2230200</c:v>
                </c:pt>
                <c:pt idx="4">
                  <c:v>2331565</c:v>
                </c:pt>
                <c:pt idx="5">
                  <c:v>2323986</c:v>
                </c:pt>
                <c:pt idx="6">
                  <c:v>2495297</c:v>
                </c:pt>
                <c:pt idx="7">
                  <c:v>2519860</c:v>
                </c:pt>
                <c:pt idx="8">
                  <c:v>2225756</c:v>
                </c:pt>
                <c:pt idx="9">
                  <c:v>2347876</c:v>
                </c:pt>
                <c:pt idx="10">
                  <c:v>2295810</c:v>
                </c:pt>
                <c:pt idx="11">
                  <c:v>2495279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51952752"/>
        <c:axId val="351954992"/>
      </c:lineChart>
      <c:catAx>
        <c:axId val="351952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51954992"/>
        <c:crosses val="autoZero"/>
        <c:auto val="1"/>
        <c:lblAlgn val="ctr"/>
        <c:lblOffset val="100"/>
        <c:noMultiLvlLbl val="0"/>
      </c:catAx>
      <c:valAx>
        <c:axId val="351954992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crossAx val="351952752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75640644548801428"/>
          <c:y val="4.9906018465483695E-3"/>
          <c:w val="0.1316780935640765"/>
          <c:h val="0.22018648361115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Sheet4!$M$48</c:f>
              <c:strCache>
                <c:ptCount val="1"/>
                <c:pt idx="0">
                  <c:v>2017</c:v>
                </c:pt>
              </c:strCache>
            </c:strRef>
          </c:tx>
          <c:spPr>
            <a:ln w="34925" cap="rnd">
              <a:solidFill>
                <a:schemeClr val="bg1">
                  <a:lumMod val="75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Sheet4!$L$49:$L$60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Sheet4!$M$49:$M$60</c:f>
              <c:numCache>
                <c:formatCode>_(* #,##0_);_(* \(#,##0\);_(* "-"_);_(@_)</c:formatCode>
                <c:ptCount val="12"/>
                <c:pt idx="0">
                  <c:v>44557</c:v>
                </c:pt>
                <c:pt idx="1">
                  <c:v>44109</c:v>
                </c:pt>
                <c:pt idx="2">
                  <c:v>48355</c:v>
                </c:pt>
                <c:pt idx="3">
                  <c:v>49579</c:v>
                </c:pt>
                <c:pt idx="4">
                  <c:v>39616</c:v>
                </c:pt>
                <c:pt idx="5">
                  <c:v>39965</c:v>
                </c:pt>
                <c:pt idx="6">
                  <c:v>41631</c:v>
                </c:pt>
                <c:pt idx="7">
                  <c:v>42900</c:v>
                </c:pt>
                <c:pt idx="8">
                  <c:v>40263</c:v>
                </c:pt>
                <c:pt idx="9">
                  <c:v>44075</c:v>
                </c:pt>
                <c:pt idx="10">
                  <c:v>37016</c:v>
                </c:pt>
                <c:pt idx="11">
                  <c:v>39601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Sheet4!$N$48</c:f>
              <c:strCache>
                <c:ptCount val="1"/>
                <c:pt idx="0">
                  <c:v>2018</c:v>
                </c:pt>
              </c:strCache>
            </c:strRef>
          </c:tx>
          <c:spPr>
            <a:ln w="34925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Sheet4!$L$49:$L$60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Sheet4!$N$49:$N$60</c:f>
              <c:numCache>
                <c:formatCode>_(* #,##0_);_(* \(#,##0\);_(* "-"_);_(@_)</c:formatCode>
                <c:ptCount val="12"/>
                <c:pt idx="0">
                  <c:v>55158</c:v>
                </c:pt>
                <c:pt idx="1">
                  <c:v>43295</c:v>
                </c:pt>
                <c:pt idx="2">
                  <c:v>45502</c:v>
                </c:pt>
                <c:pt idx="3">
                  <c:v>47244</c:v>
                </c:pt>
                <c:pt idx="4">
                  <c:v>47490</c:v>
                </c:pt>
                <c:pt idx="5">
                  <c:v>44178</c:v>
                </c:pt>
                <c:pt idx="6">
                  <c:v>40385</c:v>
                </c:pt>
                <c:pt idx="7">
                  <c:v>42863</c:v>
                </c:pt>
                <c:pt idx="8">
                  <c:v>39453</c:v>
                </c:pt>
                <c:pt idx="9">
                  <c:v>44364</c:v>
                </c:pt>
                <c:pt idx="10">
                  <c:v>38100</c:v>
                </c:pt>
                <c:pt idx="11">
                  <c:v>37485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94675760"/>
        <c:axId val="525627008"/>
      </c:lineChart>
      <c:catAx>
        <c:axId val="494675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5627008"/>
        <c:crosses val="autoZero"/>
        <c:auto val="1"/>
        <c:lblAlgn val="ctr"/>
        <c:lblOffset val="100"/>
        <c:noMultiLvlLbl val="0"/>
      </c:catAx>
      <c:valAx>
        <c:axId val="525627008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crossAx val="494675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1498614144439079"/>
          <c:y val="5.2024801790165913E-3"/>
          <c:w val="0.11308492776864704"/>
          <c:h val="0.249712057577997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rgbClr val="F4B18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Sheet1!$A$2:$A$3</c:f>
              <c:strCache>
                <c:ptCount val="2"/>
                <c:pt idx="0">
                  <c:v>여성</c:v>
                </c:pt>
                <c:pt idx="1">
                  <c:v>남성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6.3</c:v>
                </c:pt>
                <c:pt idx="1">
                  <c:v>3.7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Sheet3!$O$52</c:f>
              <c:strCache>
                <c:ptCount val="1"/>
                <c:pt idx="0">
                  <c:v>2017년</c:v>
                </c:pt>
              </c:strCache>
            </c:strRef>
          </c:tx>
          <c:dPt>
            <c:idx val="0"/>
            <c:bubble3D val="0"/>
            <c:spPr>
              <a:solidFill>
                <a:srgbClr val="F4B18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Sheet3!$N$53:$N$54</c:f>
              <c:strCache>
                <c:ptCount val="2"/>
                <c:pt idx="0">
                  <c:v>여성</c:v>
                </c:pt>
                <c:pt idx="1">
                  <c:v>남성</c:v>
                </c:pt>
              </c:strCache>
            </c:strRef>
          </c:cat>
          <c:val>
            <c:numRef>
              <c:f>Sheet3!$O$53:$O$54</c:f>
              <c:numCache>
                <c:formatCode>0%</c:formatCode>
                <c:ptCount val="2"/>
                <c:pt idx="0">
                  <c:v>0.50132767586244575</c:v>
                </c:pt>
                <c:pt idx="1">
                  <c:v>0.49867232413755425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BFBDC-FC13-45E4-870D-9BE1F9DD28E2}" type="datetimeFigureOut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 smtClean="0"/>
              <a:t>IT</a:t>
            </a:r>
            <a:r>
              <a:rPr lang="ko-KR" altLang="en-US" smtClean="0"/>
              <a:t>미래전략본부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84616D-5347-4AE6-A074-0337272477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44303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A23173-AD62-4D7E-BA83-6049423B8351}" type="datetimeFigureOut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 smtClean="0"/>
              <a:t>IT</a:t>
            </a:r>
            <a:r>
              <a:rPr lang="ko-KR" altLang="en-US" smtClean="0"/>
              <a:t>미래전략본부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4096B-62B0-423C-95E0-CC5A01AFE9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93654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36525" y="1346200"/>
            <a:ext cx="6465888" cy="363855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E615B-3410-43A0-B6DB-1161CA1060FC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IT</a:t>
            </a:r>
            <a:r>
              <a:rPr lang="ko-KR" altLang="en-US" smtClean="0"/>
              <a:t>미래전략본부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216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A4096B-62B0-423C-95E0-CC5A01AFE927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IT</a:t>
            </a:r>
            <a:r>
              <a:rPr lang="ko-KR" altLang="en-US" smtClean="0"/>
              <a:t>미래전략본부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70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CE95-FC45-4135-B0EC-DC3AA4225EFC}" type="datetime1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IT</a:t>
            </a:r>
            <a:r>
              <a:rPr lang="ko-KR" altLang="en-US" smtClean="0"/>
              <a:t>미래전략본부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AE76D-1B84-4120-8A9A-ECCE5C38DC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561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709F4-BA24-4001-8A61-2251CD96B6B0}" type="datetime1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867900" y="6356350"/>
            <a:ext cx="2120900" cy="365125"/>
          </a:xfrm>
        </p:spPr>
        <p:txBody>
          <a:bodyPr/>
          <a:lstStyle/>
          <a:p>
            <a:r>
              <a:rPr lang="en-US" altLang="ko-KR" smtClean="0"/>
              <a:t>IT</a:t>
            </a:r>
            <a:r>
              <a:rPr lang="ko-KR" altLang="en-US" smtClean="0"/>
              <a:t>미래전략본부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46750" y="6356349"/>
            <a:ext cx="698500" cy="365125"/>
          </a:xfrm>
        </p:spPr>
        <p:txBody>
          <a:bodyPr/>
          <a:lstStyle/>
          <a:p>
            <a:fld id="{535AE76D-1B84-4120-8A9A-ECCE5C38DCCA}" type="slidenum">
              <a:rPr lang="ko-KR" altLang="en-US" smtClean="0"/>
              <a:pPr/>
              <a:t>‹#›</a:t>
            </a:fld>
            <a:r>
              <a:rPr lang="en-US" altLang="ko-KR" dirty="0" smtClean="0"/>
              <a:t>/10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9500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34150"/>
            <a:ext cx="2743200" cy="365125"/>
          </a:xfrm>
        </p:spPr>
        <p:txBody>
          <a:bodyPr/>
          <a:lstStyle/>
          <a:p>
            <a:fld id="{9E996BEE-A2B0-479A-856D-2293B1F64C9D}" type="datetime1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82100" y="6508750"/>
            <a:ext cx="2184400" cy="365125"/>
          </a:xfrm>
        </p:spPr>
        <p:txBody>
          <a:bodyPr/>
          <a:lstStyle/>
          <a:p>
            <a:r>
              <a:rPr lang="en-US" altLang="ko-KR" smtClean="0"/>
              <a:t>IT</a:t>
            </a:r>
            <a:r>
              <a:rPr lang="ko-KR" altLang="en-US" smtClean="0"/>
              <a:t>미래전략본부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02325" y="6546850"/>
            <a:ext cx="666750" cy="365125"/>
          </a:xfrm>
        </p:spPr>
        <p:txBody>
          <a:bodyPr/>
          <a:lstStyle/>
          <a:p>
            <a:fld id="{535AE76D-1B84-4120-8A9A-ECCE5C38DC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0341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FCCC5-7D65-44B6-8800-44E26862ACB2}" type="datetime1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IT</a:t>
            </a:r>
            <a:r>
              <a:rPr lang="ko-KR" altLang="en-US" smtClean="0"/>
              <a:t>미래전략본부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AE76D-1B84-4120-8A9A-ECCE5C38DC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285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8D078-9B1A-495F-982A-9FE98C3698EE}" type="datetime1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IT</a:t>
            </a:r>
            <a:r>
              <a:rPr lang="ko-KR" altLang="en-US" smtClean="0"/>
              <a:t>미래전략본부</a:t>
            </a:r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AE76D-1B84-4120-8A9A-ECCE5C38DC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577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E970-9DC2-4E65-A47C-C7020D20C518}" type="datetime1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IT</a:t>
            </a:r>
            <a:r>
              <a:rPr lang="ko-KR" altLang="en-US" smtClean="0"/>
              <a:t>미래전략본부</a:t>
            </a: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AE76D-1B84-4120-8A9A-ECCE5C38DC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3023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365AB-FB95-4BF6-B10C-63F33DAC3F15}" type="datetime1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IT</a:t>
            </a:r>
            <a:r>
              <a:rPr lang="ko-KR" altLang="en-US" smtClean="0"/>
              <a:t>미래전략본부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AE76D-1B84-4120-8A9A-ECCE5C38DC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73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537CC-109C-4CAB-BCCE-CE670E09A107}" type="datetime1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IT</a:t>
            </a:r>
            <a:r>
              <a:rPr lang="ko-KR" altLang="en-US" smtClean="0"/>
              <a:t>미래전략본부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AE76D-1B84-4120-8A9A-ECCE5C38DC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002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065E8-381E-4A28-A915-BFA7163C0D42}" type="datetime1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IT</a:t>
            </a:r>
            <a:r>
              <a:rPr lang="ko-KR" altLang="en-US" smtClean="0"/>
              <a:t>미래전략본부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AE76D-1B84-4120-8A9A-ECCE5C38DC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700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495B-A4B6-4A44-BBB0-C59B5F914F6C}" type="datetime1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IT</a:t>
            </a:r>
            <a:r>
              <a:rPr lang="ko-KR" altLang="en-US" smtClean="0"/>
              <a:t>미래전략본부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AE76D-1B84-4120-8A9A-ECCE5C38DC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952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C047A-14E5-4681-BA4E-6BD167AB630D}" type="datetime1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IT</a:t>
            </a:r>
            <a:r>
              <a:rPr lang="ko-KR" altLang="en-US" smtClean="0"/>
              <a:t>미래전략본부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AE76D-1B84-4120-8A9A-ECCE5C38DC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711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75429"/>
            <a:ext cx="27432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fld id="{437C9F87-57B0-4FAE-B2BC-001B9CD5FBBC}" type="datetime1">
              <a:rPr lang="ko-KR" altLang="en-US" smtClean="0"/>
              <a:t>2019-08-06</a:t>
            </a:fld>
            <a:endParaRPr lang="ko-KR" alt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664353"/>
            <a:ext cx="2743200" cy="1825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굴림" panose="020B0600000101010101" pitchFamily="50" charset="-127"/>
                <a:cs typeface="Tahoma" panose="020B0604030504040204" pitchFamily="34" charset="0"/>
              </a:defRPr>
            </a:lvl1pPr>
          </a:lstStyle>
          <a:p>
            <a:fld id="{B0197802-7672-4A71-82A0-78001C8EF422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>
                <a:ea typeface="Tahoma" panose="020B0604030504040204" pitchFamily="34" charset="0"/>
              </a:rPr>
              <a:t>/ 20</a:t>
            </a:r>
            <a:endParaRPr lang="ko-KR" altLang="en-US" dirty="0"/>
          </a:p>
        </p:txBody>
      </p:sp>
      <p:sp>
        <p:nvSpPr>
          <p:cNvPr id="9" name="바닥글 개체 틀 1"/>
          <p:cNvSpPr>
            <a:spLocks noGrp="1"/>
          </p:cNvSpPr>
          <p:nvPr>
            <p:ph type="ftr" sz="quarter" idx="3"/>
          </p:nvPr>
        </p:nvSpPr>
        <p:spPr>
          <a:xfrm>
            <a:off x="9871244" y="6667418"/>
            <a:ext cx="2320757" cy="1954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accent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Tahoma" panose="020B0604030504040204" pitchFamily="34" charset="0"/>
              </a:defRPr>
            </a:lvl1pPr>
          </a:lstStyle>
          <a:p>
            <a:r>
              <a:rPr lang="en-US" altLang="ko-KR" smtClean="0"/>
              <a:t>IT</a:t>
            </a:r>
            <a:r>
              <a:rPr lang="ko-KR" altLang="en-US" smtClean="0"/>
              <a:t>미래전략본부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48948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483E7-7300-41A4-A60C-9C01EF6C35A6}" type="datetime1">
              <a:rPr lang="ko-KR" altLang="en-US" smtClean="0"/>
              <a:t>2019-08-06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69400" y="6483350"/>
            <a:ext cx="218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smtClean="0"/>
              <a:t>IT</a:t>
            </a:r>
            <a:r>
              <a:rPr lang="ko-KR" altLang="en-US" smtClean="0"/>
              <a:t>미래전략본부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02325" y="6496050"/>
            <a:ext cx="666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AE76D-1B84-4120-8A9A-ECCE5C38DCCA}" type="slidenum">
              <a:rPr lang="ko-KR" altLang="en-US" smtClean="0"/>
              <a:pPr/>
              <a:t>‹#›</a:t>
            </a:fld>
            <a:r>
              <a:rPr lang="en-US" altLang="ko-KR" smtClean="0"/>
              <a:t>/10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980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516388" y="4817940"/>
            <a:ext cx="31592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2019.03</a:t>
            </a:r>
          </a:p>
          <a:p>
            <a:pPr algn="ctr"/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endParaRPr lang="en-US" altLang="ko-KR" sz="1200" dirty="0">
              <a:solidFill>
                <a:schemeClr val="accent3">
                  <a:lumMod val="75000"/>
                </a:schemeClr>
              </a:solidFill>
              <a:latin typeface="나눔고딕" pitchFamily="50" charset="-127"/>
              <a:ea typeface="나눔고딕" pitchFamily="50" charset="-127"/>
              <a:cs typeface="Arial" panose="020B0604020202020204" pitchFamily="34" charset="0"/>
            </a:endParaRPr>
          </a:p>
          <a:p>
            <a:pPr algn="ctr"/>
            <a:r>
              <a:rPr lang="en-US" altLang="ko-KR" sz="1200" dirty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IT</a:t>
            </a:r>
            <a:r>
              <a:rPr lang="ko-KR" altLang="en-US" sz="1200" dirty="0">
                <a:solidFill>
                  <a:schemeClr val="accent3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미래전략부문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1759" y="2917616"/>
            <a:ext cx="67685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 smtClean="0">
                <a:solidFill>
                  <a:schemeClr val="accent1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여행 동향 분석 리포트</a:t>
            </a:r>
            <a:endParaRPr lang="en-US" altLang="ko-KR" sz="3000" b="1" dirty="0" smtClean="0">
              <a:solidFill>
                <a:schemeClr val="accent1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0045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/>
        </p:nvCxnSpPr>
        <p:spPr>
          <a:xfrm>
            <a:off x="0" y="750139"/>
            <a:ext cx="12192000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230842" y="193086"/>
            <a:ext cx="2867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2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여행 산업 규모</a:t>
            </a:r>
            <a:endParaRPr lang="ko-KR" altLang="en-US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9233" y="1239667"/>
            <a:ext cx="3528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■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내국인 및 자사 총 출국자수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933619" y="2258348"/>
            <a:ext cx="4692426" cy="2686282"/>
            <a:chOff x="933619" y="2373943"/>
            <a:chExt cx="4692426" cy="2686282"/>
          </a:xfrm>
        </p:grpSpPr>
        <p:sp>
          <p:nvSpPr>
            <p:cNvPr id="463" name="모서리가 둥근 직사각형 462"/>
            <p:cNvSpPr/>
            <p:nvPr/>
          </p:nvSpPr>
          <p:spPr bwMode="auto">
            <a:xfrm>
              <a:off x="1395008" y="2373944"/>
              <a:ext cx="1225899" cy="31901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6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2017</a:t>
              </a:r>
              <a:r>
                <a:rPr lang="ko-KR" altLang="en-US" sz="16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년</a:t>
              </a:r>
              <a:endParaRPr lang="en-US" altLang="ko-KR" sz="16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2" name="그룹 1"/>
            <p:cNvGrpSpPr/>
            <p:nvPr/>
          </p:nvGrpSpPr>
          <p:grpSpPr>
            <a:xfrm>
              <a:off x="1165953" y="3068609"/>
              <a:ext cx="662861" cy="1618400"/>
              <a:chOff x="7459100" y="3443656"/>
              <a:chExt cx="153981" cy="419798"/>
            </a:xfrm>
            <a:solidFill>
              <a:schemeClr val="bg1">
                <a:lumMod val="75000"/>
              </a:schemeClr>
            </a:solidFill>
            <a:effectLst>
              <a:reflection blurRad="6350" stA="52000" endA="300" endPos="35000" dir="5400000" sy="-100000" algn="bl" rotWithShape="0"/>
            </a:effectLst>
          </p:grpSpPr>
          <p:sp>
            <p:nvSpPr>
              <p:cNvPr id="129" name="Freeform 108"/>
              <p:cNvSpPr>
                <a:spLocks/>
              </p:cNvSpPr>
              <p:nvPr/>
            </p:nvSpPr>
            <p:spPr bwMode="auto">
              <a:xfrm>
                <a:off x="7459100" y="3546626"/>
                <a:ext cx="153981" cy="316828"/>
              </a:xfrm>
              <a:custGeom>
                <a:avLst/>
                <a:gdLst>
                  <a:gd name="T0" fmla="*/ 62 w 198"/>
                  <a:gd name="T1" fmla="*/ 0 h 360"/>
                  <a:gd name="T2" fmla="*/ 80 w 198"/>
                  <a:gd name="T3" fmla="*/ 6 h 360"/>
                  <a:gd name="T4" fmla="*/ 100 w 198"/>
                  <a:gd name="T5" fmla="*/ 9 h 360"/>
                  <a:gd name="T6" fmla="*/ 118 w 198"/>
                  <a:gd name="T7" fmla="*/ 6 h 360"/>
                  <a:gd name="T8" fmla="*/ 136 w 198"/>
                  <a:gd name="T9" fmla="*/ 0 h 360"/>
                  <a:gd name="T10" fmla="*/ 138 w 198"/>
                  <a:gd name="T11" fmla="*/ 1 h 360"/>
                  <a:gd name="T12" fmla="*/ 140 w 198"/>
                  <a:gd name="T13" fmla="*/ 3 h 360"/>
                  <a:gd name="T14" fmla="*/ 191 w 198"/>
                  <a:gd name="T15" fmla="*/ 30 h 360"/>
                  <a:gd name="T16" fmla="*/ 193 w 198"/>
                  <a:gd name="T17" fmla="*/ 31 h 360"/>
                  <a:gd name="T18" fmla="*/ 195 w 198"/>
                  <a:gd name="T19" fmla="*/ 33 h 360"/>
                  <a:gd name="T20" fmla="*/ 198 w 198"/>
                  <a:gd name="T21" fmla="*/ 34 h 360"/>
                  <a:gd name="T22" fmla="*/ 198 w 198"/>
                  <a:gd name="T23" fmla="*/ 34 h 360"/>
                  <a:gd name="T24" fmla="*/ 198 w 198"/>
                  <a:gd name="T25" fmla="*/ 37 h 360"/>
                  <a:gd name="T26" fmla="*/ 198 w 198"/>
                  <a:gd name="T27" fmla="*/ 39 h 360"/>
                  <a:gd name="T28" fmla="*/ 198 w 198"/>
                  <a:gd name="T29" fmla="*/ 42 h 360"/>
                  <a:gd name="T30" fmla="*/ 182 w 198"/>
                  <a:gd name="T31" fmla="*/ 188 h 360"/>
                  <a:gd name="T32" fmla="*/ 182 w 198"/>
                  <a:gd name="T33" fmla="*/ 191 h 360"/>
                  <a:gd name="T34" fmla="*/ 182 w 198"/>
                  <a:gd name="T35" fmla="*/ 194 h 360"/>
                  <a:gd name="T36" fmla="*/ 181 w 198"/>
                  <a:gd name="T37" fmla="*/ 196 h 360"/>
                  <a:gd name="T38" fmla="*/ 181 w 198"/>
                  <a:gd name="T39" fmla="*/ 198 h 360"/>
                  <a:gd name="T40" fmla="*/ 180 w 198"/>
                  <a:gd name="T41" fmla="*/ 198 h 360"/>
                  <a:gd name="T42" fmla="*/ 176 w 198"/>
                  <a:gd name="T43" fmla="*/ 198 h 360"/>
                  <a:gd name="T44" fmla="*/ 173 w 198"/>
                  <a:gd name="T45" fmla="*/ 198 h 360"/>
                  <a:gd name="T46" fmla="*/ 156 w 198"/>
                  <a:gd name="T47" fmla="*/ 198 h 360"/>
                  <a:gd name="T48" fmla="*/ 152 w 198"/>
                  <a:gd name="T49" fmla="*/ 199 h 360"/>
                  <a:gd name="T50" fmla="*/ 149 w 198"/>
                  <a:gd name="T51" fmla="*/ 202 h 360"/>
                  <a:gd name="T52" fmla="*/ 149 w 198"/>
                  <a:gd name="T53" fmla="*/ 204 h 360"/>
                  <a:gd name="T54" fmla="*/ 149 w 198"/>
                  <a:gd name="T55" fmla="*/ 353 h 360"/>
                  <a:gd name="T56" fmla="*/ 148 w 198"/>
                  <a:gd name="T57" fmla="*/ 356 h 360"/>
                  <a:gd name="T58" fmla="*/ 145 w 198"/>
                  <a:gd name="T59" fmla="*/ 359 h 360"/>
                  <a:gd name="T60" fmla="*/ 142 w 198"/>
                  <a:gd name="T61" fmla="*/ 360 h 360"/>
                  <a:gd name="T62" fmla="*/ 56 w 198"/>
                  <a:gd name="T63" fmla="*/ 360 h 360"/>
                  <a:gd name="T64" fmla="*/ 53 w 198"/>
                  <a:gd name="T65" fmla="*/ 359 h 360"/>
                  <a:gd name="T66" fmla="*/ 50 w 198"/>
                  <a:gd name="T67" fmla="*/ 356 h 360"/>
                  <a:gd name="T68" fmla="*/ 49 w 198"/>
                  <a:gd name="T69" fmla="*/ 353 h 360"/>
                  <a:gd name="T70" fmla="*/ 49 w 198"/>
                  <a:gd name="T71" fmla="*/ 204 h 360"/>
                  <a:gd name="T72" fmla="*/ 49 w 198"/>
                  <a:gd name="T73" fmla="*/ 202 h 360"/>
                  <a:gd name="T74" fmla="*/ 46 w 198"/>
                  <a:gd name="T75" fmla="*/ 199 h 360"/>
                  <a:gd name="T76" fmla="*/ 42 w 198"/>
                  <a:gd name="T77" fmla="*/ 198 h 360"/>
                  <a:gd name="T78" fmla="*/ 25 w 198"/>
                  <a:gd name="T79" fmla="*/ 198 h 360"/>
                  <a:gd name="T80" fmla="*/ 22 w 198"/>
                  <a:gd name="T81" fmla="*/ 198 h 360"/>
                  <a:gd name="T82" fmla="*/ 20 w 198"/>
                  <a:gd name="T83" fmla="*/ 198 h 360"/>
                  <a:gd name="T84" fmla="*/ 17 w 198"/>
                  <a:gd name="T85" fmla="*/ 196 h 360"/>
                  <a:gd name="T86" fmla="*/ 17 w 198"/>
                  <a:gd name="T87" fmla="*/ 196 h 360"/>
                  <a:gd name="T88" fmla="*/ 16 w 198"/>
                  <a:gd name="T89" fmla="*/ 195 h 360"/>
                  <a:gd name="T90" fmla="*/ 16 w 198"/>
                  <a:gd name="T91" fmla="*/ 192 h 360"/>
                  <a:gd name="T92" fmla="*/ 16 w 198"/>
                  <a:gd name="T93" fmla="*/ 188 h 360"/>
                  <a:gd name="T94" fmla="*/ 0 w 198"/>
                  <a:gd name="T95" fmla="*/ 42 h 360"/>
                  <a:gd name="T96" fmla="*/ 0 w 198"/>
                  <a:gd name="T97" fmla="*/ 39 h 360"/>
                  <a:gd name="T98" fmla="*/ 0 w 198"/>
                  <a:gd name="T99" fmla="*/ 37 h 360"/>
                  <a:gd name="T100" fmla="*/ 0 w 198"/>
                  <a:gd name="T101" fmla="*/ 35 h 360"/>
                  <a:gd name="T102" fmla="*/ 0 w 198"/>
                  <a:gd name="T103" fmla="*/ 34 h 360"/>
                  <a:gd name="T104" fmla="*/ 1 w 198"/>
                  <a:gd name="T105" fmla="*/ 33 h 360"/>
                  <a:gd name="T106" fmla="*/ 3 w 198"/>
                  <a:gd name="T107" fmla="*/ 31 h 360"/>
                  <a:gd name="T108" fmla="*/ 5 w 198"/>
                  <a:gd name="T109" fmla="*/ 31 h 360"/>
                  <a:gd name="T110" fmla="*/ 7 w 198"/>
                  <a:gd name="T111" fmla="*/ 30 h 360"/>
                  <a:gd name="T112" fmla="*/ 58 w 198"/>
                  <a:gd name="T113" fmla="*/ 3 h 360"/>
                  <a:gd name="T114" fmla="*/ 60 w 198"/>
                  <a:gd name="T115" fmla="*/ 1 h 360"/>
                  <a:gd name="T116" fmla="*/ 62 w 198"/>
                  <a:gd name="T117" fmla="*/ 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98" h="360">
                    <a:moveTo>
                      <a:pt x="62" y="0"/>
                    </a:moveTo>
                    <a:lnTo>
                      <a:pt x="80" y="6"/>
                    </a:lnTo>
                    <a:lnTo>
                      <a:pt x="100" y="9"/>
                    </a:lnTo>
                    <a:lnTo>
                      <a:pt x="118" y="6"/>
                    </a:lnTo>
                    <a:lnTo>
                      <a:pt x="136" y="0"/>
                    </a:lnTo>
                    <a:lnTo>
                      <a:pt x="138" y="1"/>
                    </a:lnTo>
                    <a:lnTo>
                      <a:pt x="140" y="3"/>
                    </a:lnTo>
                    <a:lnTo>
                      <a:pt x="191" y="30"/>
                    </a:lnTo>
                    <a:lnTo>
                      <a:pt x="193" y="31"/>
                    </a:lnTo>
                    <a:lnTo>
                      <a:pt x="195" y="33"/>
                    </a:lnTo>
                    <a:lnTo>
                      <a:pt x="198" y="34"/>
                    </a:lnTo>
                    <a:lnTo>
                      <a:pt x="198" y="34"/>
                    </a:lnTo>
                    <a:lnTo>
                      <a:pt x="198" y="37"/>
                    </a:lnTo>
                    <a:lnTo>
                      <a:pt x="198" y="39"/>
                    </a:lnTo>
                    <a:lnTo>
                      <a:pt x="198" y="42"/>
                    </a:lnTo>
                    <a:lnTo>
                      <a:pt x="182" y="188"/>
                    </a:lnTo>
                    <a:lnTo>
                      <a:pt x="182" y="191"/>
                    </a:lnTo>
                    <a:lnTo>
                      <a:pt x="182" y="194"/>
                    </a:lnTo>
                    <a:lnTo>
                      <a:pt x="181" y="196"/>
                    </a:lnTo>
                    <a:lnTo>
                      <a:pt x="181" y="198"/>
                    </a:lnTo>
                    <a:lnTo>
                      <a:pt x="180" y="198"/>
                    </a:lnTo>
                    <a:lnTo>
                      <a:pt x="176" y="198"/>
                    </a:lnTo>
                    <a:lnTo>
                      <a:pt x="173" y="198"/>
                    </a:lnTo>
                    <a:lnTo>
                      <a:pt x="156" y="198"/>
                    </a:lnTo>
                    <a:lnTo>
                      <a:pt x="152" y="199"/>
                    </a:lnTo>
                    <a:lnTo>
                      <a:pt x="149" y="202"/>
                    </a:lnTo>
                    <a:lnTo>
                      <a:pt x="149" y="204"/>
                    </a:lnTo>
                    <a:lnTo>
                      <a:pt x="149" y="353"/>
                    </a:lnTo>
                    <a:lnTo>
                      <a:pt x="148" y="356"/>
                    </a:lnTo>
                    <a:lnTo>
                      <a:pt x="145" y="359"/>
                    </a:lnTo>
                    <a:lnTo>
                      <a:pt x="142" y="360"/>
                    </a:lnTo>
                    <a:lnTo>
                      <a:pt x="56" y="360"/>
                    </a:lnTo>
                    <a:lnTo>
                      <a:pt x="53" y="359"/>
                    </a:lnTo>
                    <a:lnTo>
                      <a:pt x="50" y="356"/>
                    </a:lnTo>
                    <a:lnTo>
                      <a:pt x="49" y="353"/>
                    </a:lnTo>
                    <a:lnTo>
                      <a:pt x="49" y="204"/>
                    </a:lnTo>
                    <a:lnTo>
                      <a:pt x="49" y="202"/>
                    </a:lnTo>
                    <a:lnTo>
                      <a:pt x="46" y="199"/>
                    </a:lnTo>
                    <a:lnTo>
                      <a:pt x="42" y="198"/>
                    </a:lnTo>
                    <a:lnTo>
                      <a:pt x="25" y="198"/>
                    </a:lnTo>
                    <a:lnTo>
                      <a:pt x="22" y="198"/>
                    </a:lnTo>
                    <a:lnTo>
                      <a:pt x="20" y="198"/>
                    </a:lnTo>
                    <a:lnTo>
                      <a:pt x="17" y="196"/>
                    </a:lnTo>
                    <a:lnTo>
                      <a:pt x="17" y="196"/>
                    </a:lnTo>
                    <a:lnTo>
                      <a:pt x="16" y="195"/>
                    </a:lnTo>
                    <a:lnTo>
                      <a:pt x="16" y="192"/>
                    </a:lnTo>
                    <a:lnTo>
                      <a:pt x="16" y="188"/>
                    </a:lnTo>
                    <a:lnTo>
                      <a:pt x="0" y="42"/>
                    </a:lnTo>
                    <a:lnTo>
                      <a:pt x="0" y="39"/>
                    </a:lnTo>
                    <a:lnTo>
                      <a:pt x="0" y="37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1" y="33"/>
                    </a:lnTo>
                    <a:lnTo>
                      <a:pt x="3" y="31"/>
                    </a:lnTo>
                    <a:lnTo>
                      <a:pt x="5" y="31"/>
                    </a:lnTo>
                    <a:lnTo>
                      <a:pt x="7" y="30"/>
                    </a:lnTo>
                    <a:lnTo>
                      <a:pt x="58" y="3"/>
                    </a:lnTo>
                    <a:lnTo>
                      <a:pt x="60" y="1"/>
                    </a:lnTo>
                    <a:lnTo>
                      <a:pt x="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35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0" name="Freeform 109"/>
              <p:cNvSpPr>
                <a:spLocks/>
              </p:cNvSpPr>
              <p:nvPr/>
            </p:nvSpPr>
            <p:spPr bwMode="auto">
              <a:xfrm>
                <a:off x="7494873" y="3443656"/>
                <a:ext cx="82434" cy="92409"/>
              </a:xfrm>
              <a:custGeom>
                <a:avLst/>
                <a:gdLst>
                  <a:gd name="T0" fmla="*/ 54 w 106"/>
                  <a:gd name="T1" fmla="*/ 0 h 105"/>
                  <a:gd name="T2" fmla="*/ 69 w 106"/>
                  <a:gd name="T3" fmla="*/ 3 h 105"/>
                  <a:gd name="T4" fmla="*/ 84 w 106"/>
                  <a:gd name="T5" fmla="*/ 11 h 105"/>
                  <a:gd name="T6" fmla="*/ 96 w 106"/>
                  <a:gd name="T7" fmla="*/ 21 h 105"/>
                  <a:gd name="T8" fmla="*/ 102 w 106"/>
                  <a:gd name="T9" fmla="*/ 36 h 105"/>
                  <a:gd name="T10" fmla="*/ 106 w 106"/>
                  <a:gd name="T11" fmla="*/ 53 h 105"/>
                  <a:gd name="T12" fmla="*/ 102 w 106"/>
                  <a:gd name="T13" fmla="*/ 68 h 105"/>
                  <a:gd name="T14" fmla="*/ 96 w 106"/>
                  <a:gd name="T15" fmla="*/ 83 h 105"/>
                  <a:gd name="T16" fmla="*/ 84 w 106"/>
                  <a:gd name="T17" fmla="*/ 95 h 105"/>
                  <a:gd name="T18" fmla="*/ 69 w 106"/>
                  <a:gd name="T19" fmla="*/ 103 h 105"/>
                  <a:gd name="T20" fmla="*/ 54 w 106"/>
                  <a:gd name="T21" fmla="*/ 105 h 105"/>
                  <a:gd name="T22" fmla="*/ 37 w 106"/>
                  <a:gd name="T23" fmla="*/ 103 h 105"/>
                  <a:gd name="T24" fmla="*/ 22 w 106"/>
                  <a:gd name="T25" fmla="*/ 95 h 105"/>
                  <a:gd name="T26" fmla="*/ 10 w 106"/>
                  <a:gd name="T27" fmla="*/ 83 h 105"/>
                  <a:gd name="T28" fmla="*/ 4 w 106"/>
                  <a:gd name="T29" fmla="*/ 68 h 105"/>
                  <a:gd name="T30" fmla="*/ 0 w 106"/>
                  <a:gd name="T31" fmla="*/ 53 h 105"/>
                  <a:gd name="T32" fmla="*/ 4 w 106"/>
                  <a:gd name="T33" fmla="*/ 36 h 105"/>
                  <a:gd name="T34" fmla="*/ 10 w 106"/>
                  <a:gd name="T35" fmla="*/ 21 h 105"/>
                  <a:gd name="T36" fmla="*/ 22 w 106"/>
                  <a:gd name="T37" fmla="*/ 11 h 105"/>
                  <a:gd name="T38" fmla="*/ 37 w 106"/>
                  <a:gd name="T39" fmla="*/ 3 h 105"/>
                  <a:gd name="T40" fmla="*/ 54 w 106"/>
                  <a:gd name="T41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6" h="105">
                    <a:moveTo>
                      <a:pt x="54" y="0"/>
                    </a:moveTo>
                    <a:lnTo>
                      <a:pt x="69" y="3"/>
                    </a:lnTo>
                    <a:lnTo>
                      <a:pt x="84" y="11"/>
                    </a:lnTo>
                    <a:lnTo>
                      <a:pt x="96" y="21"/>
                    </a:lnTo>
                    <a:lnTo>
                      <a:pt x="102" y="36"/>
                    </a:lnTo>
                    <a:lnTo>
                      <a:pt x="106" y="53"/>
                    </a:lnTo>
                    <a:lnTo>
                      <a:pt x="102" y="68"/>
                    </a:lnTo>
                    <a:lnTo>
                      <a:pt x="96" y="83"/>
                    </a:lnTo>
                    <a:lnTo>
                      <a:pt x="84" y="95"/>
                    </a:lnTo>
                    <a:lnTo>
                      <a:pt x="69" y="103"/>
                    </a:lnTo>
                    <a:lnTo>
                      <a:pt x="54" y="105"/>
                    </a:lnTo>
                    <a:lnTo>
                      <a:pt x="37" y="103"/>
                    </a:lnTo>
                    <a:lnTo>
                      <a:pt x="22" y="95"/>
                    </a:lnTo>
                    <a:lnTo>
                      <a:pt x="10" y="83"/>
                    </a:lnTo>
                    <a:lnTo>
                      <a:pt x="4" y="68"/>
                    </a:lnTo>
                    <a:lnTo>
                      <a:pt x="0" y="53"/>
                    </a:lnTo>
                    <a:lnTo>
                      <a:pt x="4" y="36"/>
                    </a:lnTo>
                    <a:lnTo>
                      <a:pt x="10" y="21"/>
                    </a:lnTo>
                    <a:lnTo>
                      <a:pt x="22" y="11"/>
                    </a:lnTo>
                    <a:lnTo>
                      <a:pt x="37" y="3"/>
                    </a:lnTo>
                    <a:lnTo>
                      <a:pt x="5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35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40" name="그룹 139"/>
            <p:cNvGrpSpPr/>
            <p:nvPr/>
          </p:nvGrpSpPr>
          <p:grpSpPr>
            <a:xfrm>
              <a:off x="2147400" y="3036998"/>
              <a:ext cx="662861" cy="1618400"/>
              <a:chOff x="7459100" y="3443656"/>
              <a:chExt cx="153981" cy="419798"/>
            </a:xfrm>
            <a:solidFill>
              <a:schemeClr val="accent1">
                <a:lumMod val="60000"/>
                <a:lumOff val="40000"/>
              </a:schemeClr>
            </a:solidFill>
            <a:effectLst>
              <a:reflection blurRad="6350" stA="52000" endA="300" endPos="35000" dir="5400000" sy="-100000" algn="bl" rotWithShape="0"/>
            </a:effectLst>
          </p:grpSpPr>
          <p:sp>
            <p:nvSpPr>
              <p:cNvPr id="141" name="Freeform 108"/>
              <p:cNvSpPr>
                <a:spLocks/>
              </p:cNvSpPr>
              <p:nvPr/>
            </p:nvSpPr>
            <p:spPr bwMode="auto">
              <a:xfrm>
                <a:off x="7459100" y="3546626"/>
                <a:ext cx="153981" cy="316828"/>
              </a:xfrm>
              <a:custGeom>
                <a:avLst/>
                <a:gdLst>
                  <a:gd name="T0" fmla="*/ 62 w 198"/>
                  <a:gd name="T1" fmla="*/ 0 h 360"/>
                  <a:gd name="T2" fmla="*/ 80 w 198"/>
                  <a:gd name="T3" fmla="*/ 6 h 360"/>
                  <a:gd name="T4" fmla="*/ 100 w 198"/>
                  <a:gd name="T5" fmla="*/ 9 h 360"/>
                  <a:gd name="T6" fmla="*/ 118 w 198"/>
                  <a:gd name="T7" fmla="*/ 6 h 360"/>
                  <a:gd name="T8" fmla="*/ 136 w 198"/>
                  <a:gd name="T9" fmla="*/ 0 h 360"/>
                  <a:gd name="T10" fmla="*/ 138 w 198"/>
                  <a:gd name="T11" fmla="*/ 1 h 360"/>
                  <a:gd name="T12" fmla="*/ 140 w 198"/>
                  <a:gd name="T13" fmla="*/ 3 h 360"/>
                  <a:gd name="T14" fmla="*/ 191 w 198"/>
                  <a:gd name="T15" fmla="*/ 30 h 360"/>
                  <a:gd name="T16" fmla="*/ 193 w 198"/>
                  <a:gd name="T17" fmla="*/ 31 h 360"/>
                  <a:gd name="T18" fmla="*/ 195 w 198"/>
                  <a:gd name="T19" fmla="*/ 33 h 360"/>
                  <a:gd name="T20" fmla="*/ 198 w 198"/>
                  <a:gd name="T21" fmla="*/ 34 h 360"/>
                  <a:gd name="T22" fmla="*/ 198 w 198"/>
                  <a:gd name="T23" fmla="*/ 34 h 360"/>
                  <a:gd name="T24" fmla="*/ 198 w 198"/>
                  <a:gd name="T25" fmla="*/ 37 h 360"/>
                  <a:gd name="T26" fmla="*/ 198 w 198"/>
                  <a:gd name="T27" fmla="*/ 39 h 360"/>
                  <a:gd name="T28" fmla="*/ 198 w 198"/>
                  <a:gd name="T29" fmla="*/ 42 h 360"/>
                  <a:gd name="T30" fmla="*/ 182 w 198"/>
                  <a:gd name="T31" fmla="*/ 188 h 360"/>
                  <a:gd name="T32" fmla="*/ 182 w 198"/>
                  <a:gd name="T33" fmla="*/ 191 h 360"/>
                  <a:gd name="T34" fmla="*/ 182 w 198"/>
                  <a:gd name="T35" fmla="*/ 194 h 360"/>
                  <a:gd name="T36" fmla="*/ 181 w 198"/>
                  <a:gd name="T37" fmla="*/ 196 h 360"/>
                  <a:gd name="T38" fmla="*/ 181 w 198"/>
                  <a:gd name="T39" fmla="*/ 198 h 360"/>
                  <a:gd name="T40" fmla="*/ 180 w 198"/>
                  <a:gd name="T41" fmla="*/ 198 h 360"/>
                  <a:gd name="T42" fmla="*/ 176 w 198"/>
                  <a:gd name="T43" fmla="*/ 198 h 360"/>
                  <a:gd name="T44" fmla="*/ 173 w 198"/>
                  <a:gd name="T45" fmla="*/ 198 h 360"/>
                  <a:gd name="T46" fmla="*/ 156 w 198"/>
                  <a:gd name="T47" fmla="*/ 198 h 360"/>
                  <a:gd name="T48" fmla="*/ 152 w 198"/>
                  <a:gd name="T49" fmla="*/ 199 h 360"/>
                  <a:gd name="T50" fmla="*/ 149 w 198"/>
                  <a:gd name="T51" fmla="*/ 202 h 360"/>
                  <a:gd name="T52" fmla="*/ 149 w 198"/>
                  <a:gd name="T53" fmla="*/ 204 h 360"/>
                  <a:gd name="T54" fmla="*/ 149 w 198"/>
                  <a:gd name="T55" fmla="*/ 353 h 360"/>
                  <a:gd name="T56" fmla="*/ 148 w 198"/>
                  <a:gd name="T57" fmla="*/ 356 h 360"/>
                  <a:gd name="T58" fmla="*/ 145 w 198"/>
                  <a:gd name="T59" fmla="*/ 359 h 360"/>
                  <a:gd name="T60" fmla="*/ 142 w 198"/>
                  <a:gd name="T61" fmla="*/ 360 h 360"/>
                  <a:gd name="T62" fmla="*/ 56 w 198"/>
                  <a:gd name="T63" fmla="*/ 360 h 360"/>
                  <a:gd name="T64" fmla="*/ 53 w 198"/>
                  <a:gd name="T65" fmla="*/ 359 h 360"/>
                  <a:gd name="T66" fmla="*/ 50 w 198"/>
                  <a:gd name="T67" fmla="*/ 356 h 360"/>
                  <a:gd name="T68" fmla="*/ 49 w 198"/>
                  <a:gd name="T69" fmla="*/ 353 h 360"/>
                  <a:gd name="T70" fmla="*/ 49 w 198"/>
                  <a:gd name="T71" fmla="*/ 204 h 360"/>
                  <a:gd name="T72" fmla="*/ 49 w 198"/>
                  <a:gd name="T73" fmla="*/ 202 h 360"/>
                  <a:gd name="T74" fmla="*/ 46 w 198"/>
                  <a:gd name="T75" fmla="*/ 199 h 360"/>
                  <a:gd name="T76" fmla="*/ 42 w 198"/>
                  <a:gd name="T77" fmla="*/ 198 h 360"/>
                  <a:gd name="T78" fmla="*/ 25 w 198"/>
                  <a:gd name="T79" fmla="*/ 198 h 360"/>
                  <a:gd name="T80" fmla="*/ 22 w 198"/>
                  <a:gd name="T81" fmla="*/ 198 h 360"/>
                  <a:gd name="T82" fmla="*/ 20 w 198"/>
                  <a:gd name="T83" fmla="*/ 198 h 360"/>
                  <a:gd name="T84" fmla="*/ 17 w 198"/>
                  <a:gd name="T85" fmla="*/ 196 h 360"/>
                  <a:gd name="T86" fmla="*/ 17 w 198"/>
                  <a:gd name="T87" fmla="*/ 196 h 360"/>
                  <a:gd name="T88" fmla="*/ 16 w 198"/>
                  <a:gd name="T89" fmla="*/ 195 h 360"/>
                  <a:gd name="T90" fmla="*/ 16 w 198"/>
                  <a:gd name="T91" fmla="*/ 192 h 360"/>
                  <a:gd name="T92" fmla="*/ 16 w 198"/>
                  <a:gd name="T93" fmla="*/ 188 h 360"/>
                  <a:gd name="T94" fmla="*/ 0 w 198"/>
                  <a:gd name="T95" fmla="*/ 42 h 360"/>
                  <a:gd name="T96" fmla="*/ 0 w 198"/>
                  <a:gd name="T97" fmla="*/ 39 h 360"/>
                  <a:gd name="T98" fmla="*/ 0 w 198"/>
                  <a:gd name="T99" fmla="*/ 37 h 360"/>
                  <a:gd name="T100" fmla="*/ 0 w 198"/>
                  <a:gd name="T101" fmla="*/ 35 h 360"/>
                  <a:gd name="T102" fmla="*/ 0 w 198"/>
                  <a:gd name="T103" fmla="*/ 34 h 360"/>
                  <a:gd name="T104" fmla="*/ 1 w 198"/>
                  <a:gd name="T105" fmla="*/ 33 h 360"/>
                  <a:gd name="T106" fmla="*/ 3 w 198"/>
                  <a:gd name="T107" fmla="*/ 31 h 360"/>
                  <a:gd name="T108" fmla="*/ 5 w 198"/>
                  <a:gd name="T109" fmla="*/ 31 h 360"/>
                  <a:gd name="T110" fmla="*/ 7 w 198"/>
                  <a:gd name="T111" fmla="*/ 30 h 360"/>
                  <a:gd name="T112" fmla="*/ 58 w 198"/>
                  <a:gd name="T113" fmla="*/ 3 h 360"/>
                  <a:gd name="T114" fmla="*/ 60 w 198"/>
                  <a:gd name="T115" fmla="*/ 1 h 360"/>
                  <a:gd name="T116" fmla="*/ 62 w 198"/>
                  <a:gd name="T117" fmla="*/ 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98" h="360">
                    <a:moveTo>
                      <a:pt x="62" y="0"/>
                    </a:moveTo>
                    <a:lnTo>
                      <a:pt x="80" y="6"/>
                    </a:lnTo>
                    <a:lnTo>
                      <a:pt x="100" y="9"/>
                    </a:lnTo>
                    <a:lnTo>
                      <a:pt x="118" y="6"/>
                    </a:lnTo>
                    <a:lnTo>
                      <a:pt x="136" y="0"/>
                    </a:lnTo>
                    <a:lnTo>
                      <a:pt x="138" y="1"/>
                    </a:lnTo>
                    <a:lnTo>
                      <a:pt x="140" y="3"/>
                    </a:lnTo>
                    <a:lnTo>
                      <a:pt x="191" y="30"/>
                    </a:lnTo>
                    <a:lnTo>
                      <a:pt x="193" y="31"/>
                    </a:lnTo>
                    <a:lnTo>
                      <a:pt x="195" y="33"/>
                    </a:lnTo>
                    <a:lnTo>
                      <a:pt x="198" y="34"/>
                    </a:lnTo>
                    <a:lnTo>
                      <a:pt x="198" y="34"/>
                    </a:lnTo>
                    <a:lnTo>
                      <a:pt x="198" y="37"/>
                    </a:lnTo>
                    <a:lnTo>
                      <a:pt x="198" y="39"/>
                    </a:lnTo>
                    <a:lnTo>
                      <a:pt x="198" y="42"/>
                    </a:lnTo>
                    <a:lnTo>
                      <a:pt x="182" y="188"/>
                    </a:lnTo>
                    <a:lnTo>
                      <a:pt x="182" y="191"/>
                    </a:lnTo>
                    <a:lnTo>
                      <a:pt x="182" y="194"/>
                    </a:lnTo>
                    <a:lnTo>
                      <a:pt x="181" y="196"/>
                    </a:lnTo>
                    <a:lnTo>
                      <a:pt x="181" y="198"/>
                    </a:lnTo>
                    <a:lnTo>
                      <a:pt x="180" y="198"/>
                    </a:lnTo>
                    <a:lnTo>
                      <a:pt x="176" y="198"/>
                    </a:lnTo>
                    <a:lnTo>
                      <a:pt x="173" y="198"/>
                    </a:lnTo>
                    <a:lnTo>
                      <a:pt x="156" y="198"/>
                    </a:lnTo>
                    <a:lnTo>
                      <a:pt x="152" y="199"/>
                    </a:lnTo>
                    <a:lnTo>
                      <a:pt x="149" y="202"/>
                    </a:lnTo>
                    <a:lnTo>
                      <a:pt x="149" y="204"/>
                    </a:lnTo>
                    <a:lnTo>
                      <a:pt x="149" y="353"/>
                    </a:lnTo>
                    <a:lnTo>
                      <a:pt x="148" y="356"/>
                    </a:lnTo>
                    <a:lnTo>
                      <a:pt x="145" y="359"/>
                    </a:lnTo>
                    <a:lnTo>
                      <a:pt x="142" y="360"/>
                    </a:lnTo>
                    <a:lnTo>
                      <a:pt x="56" y="360"/>
                    </a:lnTo>
                    <a:lnTo>
                      <a:pt x="53" y="359"/>
                    </a:lnTo>
                    <a:lnTo>
                      <a:pt x="50" y="356"/>
                    </a:lnTo>
                    <a:lnTo>
                      <a:pt x="49" y="353"/>
                    </a:lnTo>
                    <a:lnTo>
                      <a:pt x="49" y="204"/>
                    </a:lnTo>
                    <a:lnTo>
                      <a:pt x="49" y="202"/>
                    </a:lnTo>
                    <a:lnTo>
                      <a:pt x="46" y="199"/>
                    </a:lnTo>
                    <a:lnTo>
                      <a:pt x="42" y="198"/>
                    </a:lnTo>
                    <a:lnTo>
                      <a:pt x="25" y="198"/>
                    </a:lnTo>
                    <a:lnTo>
                      <a:pt x="22" y="198"/>
                    </a:lnTo>
                    <a:lnTo>
                      <a:pt x="20" y="198"/>
                    </a:lnTo>
                    <a:lnTo>
                      <a:pt x="17" y="196"/>
                    </a:lnTo>
                    <a:lnTo>
                      <a:pt x="17" y="196"/>
                    </a:lnTo>
                    <a:lnTo>
                      <a:pt x="16" y="195"/>
                    </a:lnTo>
                    <a:lnTo>
                      <a:pt x="16" y="192"/>
                    </a:lnTo>
                    <a:lnTo>
                      <a:pt x="16" y="188"/>
                    </a:lnTo>
                    <a:lnTo>
                      <a:pt x="0" y="42"/>
                    </a:lnTo>
                    <a:lnTo>
                      <a:pt x="0" y="39"/>
                    </a:lnTo>
                    <a:lnTo>
                      <a:pt x="0" y="37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1" y="33"/>
                    </a:lnTo>
                    <a:lnTo>
                      <a:pt x="3" y="31"/>
                    </a:lnTo>
                    <a:lnTo>
                      <a:pt x="5" y="31"/>
                    </a:lnTo>
                    <a:lnTo>
                      <a:pt x="7" y="30"/>
                    </a:lnTo>
                    <a:lnTo>
                      <a:pt x="58" y="3"/>
                    </a:lnTo>
                    <a:lnTo>
                      <a:pt x="60" y="1"/>
                    </a:lnTo>
                    <a:lnTo>
                      <a:pt x="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35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2" name="Freeform 109"/>
              <p:cNvSpPr>
                <a:spLocks/>
              </p:cNvSpPr>
              <p:nvPr/>
            </p:nvSpPr>
            <p:spPr bwMode="auto">
              <a:xfrm>
                <a:off x="7494873" y="3443656"/>
                <a:ext cx="82434" cy="92409"/>
              </a:xfrm>
              <a:custGeom>
                <a:avLst/>
                <a:gdLst>
                  <a:gd name="T0" fmla="*/ 54 w 106"/>
                  <a:gd name="T1" fmla="*/ 0 h 105"/>
                  <a:gd name="T2" fmla="*/ 69 w 106"/>
                  <a:gd name="T3" fmla="*/ 3 h 105"/>
                  <a:gd name="T4" fmla="*/ 84 w 106"/>
                  <a:gd name="T5" fmla="*/ 11 h 105"/>
                  <a:gd name="T6" fmla="*/ 96 w 106"/>
                  <a:gd name="T7" fmla="*/ 21 h 105"/>
                  <a:gd name="T8" fmla="*/ 102 w 106"/>
                  <a:gd name="T9" fmla="*/ 36 h 105"/>
                  <a:gd name="T10" fmla="*/ 106 w 106"/>
                  <a:gd name="T11" fmla="*/ 53 h 105"/>
                  <a:gd name="T12" fmla="*/ 102 w 106"/>
                  <a:gd name="T13" fmla="*/ 68 h 105"/>
                  <a:gd name="T14" fmla="*/ 96 w 106"/>
                  <a:gd name="T15" fmla="*/ 83 h 105"/>
                  <a:gd name="T16" fmla="*/ 84 w 106"/>
                  <a:gd name="T17" fmla="*/ 95 h 105"/>
                  <a:gd name="T18" fmla="*/ 69 w 106"/>
                  <a:gd name="T19" fmla="*/ 103 h 105"/>
                  <a:gd name="T20" fmla="*/ 54 w 106"/>
                  <a:gd name="T21" fmla="*/ 105 h 105"/>
                  <a:gd name="T22" fmla="*/ 37 w 106"/>
                  <a:gd name="T23" fmla="*/ 103 h 105"/>
                  <a:gd name="T24" fmla="*/ 22 w 106"/>
                  <a:gd name="T25" fmla="*/ 95 h 105"/>
                  <a:gd name="T26" fmla="*/ 10 w 106"/>
                  <a:gd name="T27" fmla="*/ 83 h 105"/>
                  <a:gd name="T28" fmla="*/ 4 w 106"/>
                  <a:gd name="T29" fmla="*/ 68 h 105"/>
                  <a:gd name="T30" fmla="*/ 0 w 106"/>
                  <a:gd name="T31" fmla="*/ 53 h 105"/>
                  <a:gd name="T32" fmla="*/ 4 w 106"/>
                  <a:gd name="T33" fmla="*/ 36 h 105"/>
                  <a:gd name="T34" fmla="*/ 10 w 106"/>
                  <a:gd name="T35" fmla="*/ 21 h 105"/>
                  <a:gd name="T36" fmla="*/ 22 w 106"/>
                  <a:gd name="T37" fmla="*/ 11 h 105"/>
                  <a:gd name="T38" fmla="*/ 37 w 106"/>
                  <a:gd name="T39" fmla="*/ 3 h 105"/>
                  <a:gd name="T40" fmla="*/ 54 w 106"/>
                  <a:gd name="T41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6" h="105">
                    <a:moveTo>
                      <a:pt x="54" y="0"/>
                    </a:moveTo>
                    <a:lnTo>
                      <a:pt x="69" y="3"/>
                    </a:lnTo>
                    <a:lnTo>
                      <a:pt x="84" y="11"/>
                    </a:lnTo>
                    <a:lnTo>
                      <a:pt x="96" y="21"/>
                    </a:lnTo>
                    <a:lnTo>
                      <a:pt x="102" y="36"/>
                    </a:lnTo>
                    <a:lnTo>
                      <a:pt x="106" y="53"/>
                    </a:lnTo>
                    <a:lnTo>
                      <a:pt x="102" y="68"/>
                    </a:lnTo>
                    <a:lnTo>
                      <a:pt x="96" y="83"/>
                    </a:lnTo>
                    <a:lnTo>
                      <a:pt x="84" y="95"/>
                    </a:lnTo>
                    <a:lnTo>
                      <a:pt x="69" y="103"/>
                    </a:lnTo>
                    <a:lnTo>
                      <a:pt x="54" y="105"/>
                    </a:lnTo>
                    <a:lnTo>
                      <a:pt x="37" y="103"/>
                    </a:lnTo>
                    <a:lnTo>
                      <a:pt x="22" y="95"/>
                    </a:lnTo>
                    <a:lnTo>
                      <a:pt x="10" y="83"/>
                    </a:lnTo>
                    <a:lnTo>
                      <a:pt x="4" y="68"/>
                    </a:lnTo>
                    <a:lnTo>
                      <a:pt x="0" y="53"/>
                    </a:lnTo>
                    <a:lnTo>
                      <a:pt x="4" y="36"/>
                    </a:lnTo>
                    <a:lnTo>
                      <a:pt x="10" y="21"/>
                    </a:lnTo>
                    <a:lnTo>
                      <a:pt x="22" y="11"/>
                    </a:lnTo>
                    <a:lnTo>
                      <a:pt x="37" y="3"/>
                    </a:lnTo>
                    <a:lnTo>
                      <a:pt x="5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35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43" name="그룹 142"/>
            <p:cNvGrpSpPr/>
            <p:nvPr/>
          </p:nvGrpSpPr>
          <p:grpSpPr>
            <a:xfrm>
              <a:off x="4097056" y="3433966"/>
              <a:ext cx="528323" cy="1221431"/>
              <a:chOff x="7459100" y="3443656"/>
              <a:chExt cx="153981" cy="419798"/>
            </a:xfrm>
            <a:solidFill>
              <a:schemeClr val="bg2">
                <a:lumMod val="75000"/>
              </a:schemeClr>
            </a:solidFill>
            <a:effectLst>
              <a:reflection blurRad="6350" stA="52000" endA="300" endPos="35000" dir="5400000" sy="-100000" algn="bl" rotWithShape="0"/>
            </a:effectLst>
          </p:grpSpPr>
          <p:sp>
            <p:nvSpPr>
              <p:cNvPr id="144" name="Freeform 108"/>
              <p:cNvSpPr>
                <a:spLocks/>
              </p:cNvSpPr>
              <p:nvPr/>
            </p:nvSpPr>
            <p:spPr bwMode="auto">
              <a:xfrm>
                <a:off x="7459100" y="3546626"/>
                <a:ext cx="153981" cy="316828"/>
              </a:xfrm>
              <a:custGeom>
                <a:avLst/>
                <a:gdLst>
                  <a:gd name="T0" fmla="*/ 62 w 198"/>
                  <a:gd name="T1" fmla="*/ 0 h 360"/>
                  <a:gd name="T2" fmla="*/ 80 w 198"/>
                  <a:gd name="T3" fmla="*/ 6 h 360"/>
                  <a:gd name="T4" fmla="*/ 100 w 198"/>
                  <a:gd name="T5" fmla="*/ 9 h 360"/>
                  <a:gd name="T6" fmla="*/ 118 w 198"/>
                  <a:gd name="T7" fmla="*/ 6 h 360"/>
                  <a:gd name="T8" fmla="*/ 136 w 198"/>
                  <a:gd name="T9" fmla="*/ 0 h 360"/>
                  <a:gd name="T10" fmla="*/ 138 w 198"/>
                  <a:gd name="T11" fmla="*/ 1 h 360"/>
                  <a:gd name="T12" fmla="*/ 140 w 198"/>
                  <a:gd name="T13" fmla="*/ 3 h 360"/>
                  <a:gd name="T14" fmla="*/ 191 w 198"/>
                  <a:gd name="T15" fmla="*/ 30 h 360"/>
                  <a:gd name="T16" fmla="*/ 193 w 198"/>
                  <a:gd name="T17" fmla="*/ 31 h 360"/>
                  <a:gd name="T18" fmla="*/ 195 w 198"/>
                  <a:gd name="T19" fmla="*/ 33 h 360"/>
                  <a:gd name="T20" fmla="*/ 198 w 198"/>
                  <a:gd name="T21" fmla="*/ 34 h 360"/>
                  <a:gd name="T22" fmla="*/ 198 w 198"/>
                  <a:gd name="T23" fmla="*/ 34 h 360"/>
                  <a:gd name="T24" fmla="*/ 198 w 198"/>
                  <a:gd name="T25" fmla="*/ 37 h 360"/>
                  <a:gd name="T26" fmla="*/ 198 w 198"/>
                  <a:gd name="T27" fmla="*/ 39 h 360"/>
                  <a:gd name="T28" fmla="*/ 198 w 198"/>
                  <a:gd name="T29" fmla="*/ 42 h 360"/>
                  <a:gd name="T30" fmla="*/ 182 w 198"/>
                  <a:gd name="T31" fmla="*/ 188 h 360"/>
                  <a:gd name="T32" fmla="*/ 182 w 198"/>
                  <a:gd name="T33" fmla="*/ 191 h 360"/>
                  <a:gd name="T34" fmla="*/ 182 w 198"/>
                  <a:gd name="T35" fmla="*/ 194 h 360"/>
                  <a:gd name="T36" fmla="*/ 181 w 198"/>
                  <a:gd name="T37" fmla="*/ 196 h 360"/>
                  <a:gd name="T38" fmla="*/ 181 w 198"/>
                  <a:gd name="T39" fmla="*/ 198 h 360"/>
                  <a:gd name="T40" fmla="*/ 180 w 198"/>
                  <a:gd name="T41" fmla="*/ 198 h 360"/>
                  <a:gd name="T42" fmla="*/ 176 w 198"/>
                  <a:gd name="T43" fmla="*/ 198 h 360"/>
                  <a:gd name="T44" fmla="*/ 173 w 198"/>
                  <a:gd name="T45" fmla="*/ 198 h 360"/>
                  <a:gd name="T46" fmla="*/ 156 w 198"/>
                  <a:gd name="T47" fmla="*/ 198 h 360"/>
                  <a:gd name="T48" fmla="*/ 152 w 198"/>
                  <a:gd name="T49" fmla="*/ 199 h 360"/>
                  <a:gd name="T50" fmla="*/ 149 w 198"/>
                  <a:gd name="T51" fmla="*/ 202 h 360"/>
                  <a:gd name="T52" fmla="*/ 149 w 198"/>
                  <a:gd name="T53" fmla="*/ 204 h 360"/>
                  <a:gd name="T54" fmla="*/ 149 w 198"/>
                  <a:gd name="T55" fmla="*/ 353 h 360"/>
                  <a:gd name="T56" fmla="*/ 148 w 198"/>
                  <a:gd name="T57" fmla="*/ 356 h 360"/>
                  <a:gd name="T58" fmla="*/ 145 w 198"/>
                  <a:gd name="T59" fmla="*/ 359 h 360"/>
                  <a:gd name="T60" fmla="*/ 142 w 198"/>
                  <a:gd name="T61" fmla="*/ 360 h 360"/>
                  <a:gd name="T62" fmla="*/ 56 w 198"/>
                  <a:gd name="T63" fmla="*/ 360 h 360"/>
                  <a:gd name="T64" fmla="*/ 53 w 198"/>
                  <a:gd name="T65" fmla="*/ 359 h 360"/>
                  <a:gd name="T66" fmla="*/ 50 w 198"/>
                  <a:gd name="T67" fmla="*/ 356 h 360"/>
                  <a:gd name="T68" fmla="*/ 49 w 198"/>
                  <a:gd name="T69" fmla="*/ 353 h 360"/>
                  <a:gd name="T70" fmla="*/ 49 w 198"/>
                  <a:gd name="T71" fmla="*/ 204 h 360"/>
                  <a:gd name="T72" fmla="*/ 49 w 198"/>
                  <a:gd name="T73" fmla="*/ 202 h 360"/>
                  <a:gd name="T74" fmla="*/ 46 w 198"/>
                  <a:gd name="T75" fmla="*/ 199 h 360"/>
                  <a:gd name="T76" fmla="*/ 42 w 198"/>
                  <a:gd name="T77" fmla="*/ 198 h 360"/>
                  <a:gd name="T78" fmla="*/ 25 w 198"/>
                  <a:gd name="T79" fmla="*/ 198 h 360"/>
                  <a:gd name="T80" fmla="*/ 22 w 198"/>
                  <a:gd name="T81" fmla="*/ 198 h 360"/>
                  <a:gd name="T82" fmla="*/ 20 w 198"/>
                  <a:gd name="T83" fmla="*/ 198 h 360"/>
                  <a:gd name="T84" fmla="*/ 17 w 198"/>
                  <a:gd name="T85" fmla="*/ 196 h 360"/>
                  <a:gd name="T86" fmla="*/ 17 w 198"/>
                  <a:gd name="T87" fmla="*/ 196 h 360"/>
                  <a:gd name="T88" fmla="*/ 16 w 198"/>
                  <a:gd name="T89" fmla="*/ 195 h 360"/>
                  <a:gd name="T90" fmla="*/ 16 w 198"/>
                  <a:gd name="T91" fmla="*/ 192 h 360"/>
                  <a:gd name="T92" fmla="*/ 16 w 198"/>
                  <a:gd name="T93" fmla="*/ 188 h 360"/>
                  <a:gd name="T94" fmla="*/ 0 w 198"/>
                  <a:gd name="T95" fmla="*/ 42 h 360"/>
                  <a:gd name="T96" fmla="*/ 0 w 198"/>
                  <a:gd name="T97" fmla="*/ 39 h 360"/>
                  <a:gd name="T98" fmla="*/ 0 w 198"/>
                  <a:gd name="T99" fmla="*/ 37 h 360"/>
                  <a:gd name="T100" fmla="*/ 0 w 198"/>
                  <a:gd name="T101" fmla="*/ 35 h 360"/>
                  <a:gd name="T102" fmla="*/ 0 w 198"/>
                  <a:gd name="T103" fmla="*/ 34 h 360"/>
                  <a:gd name="T104" fmla="*/ 1 w 198"/>
                  <a:gd name="T105" fmla="*/ 33 h 360"/>
                  <a:gd name="T106" fmla="*/ 3 w 198"/>
                  <a:gd name="T107" fmla="*/ 31 h 360"/>
                  <a:gd name="T108" fmla="*/ 5 w 198"/>
                  <a:gd name="T109" fmla="*/ 31 h 360"/>
                  <a:gd name="T110" fmla="*/ 7 w 198"/>
                  <a:gd name="T111" fmla="*/ 30 h 360"/>
                  <a:gd name="T112" fmla="*/ 58 w 198"/>
                  <a:gd name="T113" fmla="*/ 3 h 360"/>
                  <a:gd name="T114" fmla="*/ 60 w 198"/>
                  <a:gd name="T115" fmla="*/ 1 h 360"/>
                  <a:gd name="T116" fmla="*/ 62 w 198"/>
                  <a:gd name="T117" fmla="*/ 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98" h="360">
                    <a:moveTo>
                      <a:pt x="62" y="0"/>
                    </a:moveTo>
                    <a:lnTo>
                      <a:pt x="80" y="6"/>
                    </a:lnTo>
                    <a:lnTo>
                      <a:pt x="100" y="9"/>
                    </a:lnTo>
                    <a:lnTo>
                      <a:pt x="118" y="6"/>
                    </a:lnTo>
                    <a:lnTo>
                      <a:pt x="136" y="0"/>
                    </a:lnTo>
                    <a:lnTo>
                      <a:pt x="138" y="1"/>
                    </a:lnTo>
                    <a:lnTo>
                      <a:pt x="140" y="3"/>
                    </a:lnTo>
                    <a:lnTo>
                      <a:pt x="191" y="30"/>
                    </a:lnTo>
                    <a:lnTo>
                      <a:pt x="193" y="31"/>
                    </a:lnTo>
                    <a:lnTo>
                      <a:pt x="195" y="33"/>
                    </a:lnTo>
                    <a:lnTo>
                      <a:pt x="198" y="34"/>
                    </a:lnTo>
                    <a:lnTo>
                      <a:pt x="198" y="34"/>
                    </a:lnTo>
                    <a:lnTo>
                      <a:pt x="198" y="37"/>
                    </a:lnTo>
                    <a:lnTo>
                      <a:pt x="198" y="39"/>
                    </a:lnTo>
                    <a:lnTo>
                      <a:pt x="198" y="42"/>
                    </a:lnTo>
                    <a:lnTo>
                      <a:pt x="182" y="188"/>
                    </a:lnTo>
                    <a:lnTo>
                      <a:pt x="182" y="191"/>
                    </a:lnTo>
                    <a:lnTo>
                      <a:pt x="182" y="194"/>
                    </a:lnTo>
                    <a:lnTo>
                      <a:pt x="181" y="196"/>
                    </a:lnTo>
                    <a:lnTo>
                      <a:pt x="181" y="198"/>
                    </a:lnTo>
                    <a:lnTo>
                      <a:pt x="180" y="198"/>
                    </a:lnTo>
                    <a:lnTo>
                      <a:pt x="176" y="198"/>
                    </a:lnTo>
                    <a:lnTo>
                      <a:pt x="173" y="198"/>
                    </a:lnTo>
                    <a:lnTo>
                      <a:pt x="156" y="198"/>
                    </a:lnTo>
                    <a:lnTo>
                      <a:pt x="152" y="199"/>
                    </a:lnTo>
                    <a:lnTo>
                      <a:pt x="149" y="202"/>
                    </a:lnTo>
                    <a:lnTo>
                      <a:pt x="149" y="204"/>
                    </a:lnTo>
                    <a:lnTo>
                      <a:pt x="149" y="353"/>
                    </a:lnTo>
                    <a:lnTo>
                      <a:pt x="148" y="356"/>
                    </a:lnTo>
                    <a:lnTo>
                      <a:pt x="145" y="359"/>
                    </a:lnTo>
                    <a:lnTo>
                      <a:pt x="142" y="360"/>
                    </a:lnTo>
                    <a:lnTo>
                      <a:pt x="56" y="360"/>
                    </a:lnTo>
                    <a:lnTo>
                      <a:pt x="53" y="359"/>
                    </a:lnTo>
                    <a:lnTo>
                      <a:pt x="50" y="356"/>
                    </a:lnTo>
                    <a:lnTo>
                      <a:pt x="49" y="353"/>
                    </a:lnTo>
                    <a:lnTo>
                      <a:pt x="49" y="204"/>
                    </a:lnTo>
                    <a:lnTo>
                      <a:pt x="49" y="202"/>
                    </a:lnTo>
                    <a:lnTo>
                      <a:pt x="46" y="199"/>
                    </a:lnTo>
                    <a:lnTo>
                      <a:pt x="42" y="198"/>
                    </a:lnTo>
                    <a:lnTo>
                      <a:pt x="25" y="198"/>
                    </a:lnTo>
                    <a:lnTo>
                      <a:pt x="22" y="198"/>
                    </a:lnTo>
                    <a:lnTo>
                      <a:pt x="20" y="198"/>
                    </a:lnTo>
                    <a:lnTo>
                      <a:pt x="17" y="196"/>
                    </a:lnTo>
                    <a:lnTo>
                      <a:pt x="17" y="196"/>
                    </a:lnTo>
                    <a:lnTo>
                      <a:pt x="16" y="195"/>
                    </a:lnTo>
                    <a:lnTo>
                      <a:pt x="16" y="192"/>
                    </a:lnTo>
                    <a:lnTo>
                      <a:pt x="16" y="188"/>
                    </a:lnTo>
                    <a:lnTo>
                      <a:pt x="0" y="42"/>
                    </a:lnTo>
                    <a:lnTo>
                      <a:pt x="0" y="39"/>
                    </a:lnTo>
                    <a:lnTo>
                      <a:pt x="0" y="37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1" y="33"/>
                    </a:lnTo>
                    <a:lnTo>
                      <a:pt x="3" y="31"/>
                    </a:lnTo>
                    <a:lnTo>
                      <a:pt x="5" y="31"/>
                    </a:lnTo>
                    <a:lnTo>
                      <a:pt x="7" y="30"/>
                    </a:lnTo>
                    <a:lnTo>
                      <a:pt x="58" y="3"/>
                    </a:lnTo>
                    <a:lnTo>
                      <a:pt x="60" y="1"/>
                    </a:lnTo>
                    <a:lnTo>
                      <a:pt x="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35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5" name="Freeform 109"/>
              <p:cNvSpPr>
                <a:spLocks/>
              </p:cNvSpPr>
              <p:nvPr/>
            </p:nvSpPr>
            <p:spPr bwMode="auto">
              <a:xfrm>
                <a:off x="7494873" y="3443656"/>
                <a:ext cx="82434" cy="92409"/>
              </a:xfrm>
              <a:custGeom>
                <a:avLst/>
                <a:gdLst>
                  <a:gd name="T0" fmla="*/ 54 w 106"/>
                  <a:gd name="T1" fmla="*/ 0 h 105"/>
                  <a:gd name="T2" fmla="*/ 69 w 106"/>
                  <a:gd name="T3" fmla="*/ 3 h 105"/>
                  <a:gd name="T4" fmla="*/ 84 w 106"/>
                  <a:gd name="T5" fmla="*/ 11 h 105"/>
                  <a:gd name="T6" fmla="*/ 96 w 106"/>
                  <a:gd name="T7" fmla="*/ 21 h 105"/>
                  <a:gd name="T8" fmla="*/ 102 w 106"/>
                  <a:gd name="T9" fmla="*/ 36 h 105"/>
                  <a:gd name="T10" fmla="*/ 106 w 106"/>
                  <a:gd name="T11" fmla="*/ 53 h 105"/>
                  <a:gd name="T12" fmla="*/ 102 w 106"/>
                  <a:gd name="T13" fmla="*/ 68 h 105"/>
                  <a:gd name="T14" fmla="*/ 96 w 106"/>
                  <a:gd name="T15" fmla="*/ 83 h 105"/>
                  <a:gd name="T16" fmla="*/ 84 w 106"/>
                  <a:gd name="T17" fmla="*/ 95 h 105"/>
                  <a:gd name="T18" fmla="*/ 69 w 106"/>
                  <a:gd name="T19" fmla="*/ 103 h 105"/>
                  <a:gd name="T20" fmla="*/ 54 w 106"/>
                  <a:gd name="T21" fmla="*/ 105 h 105"/>
                  <a:gd name="T22" fmla="*/ 37 w 106"/>
                  <a:gd name="T23" fmla="*/ 103 h 105"/>
                  <a:gd name="T24" fmla="*/ 22 w 106"/>
                  <a:gd name="T25" fmla="*/ 95 h 105"/>
                  <a:gd name="T26" fmla="*/ 10 w 106"/>
                  <a:gd name="T27" fmla="*/ 83 h 105"/>
                  <a:gd name="T28" fmla="*/ 4 w 106"/>
                  <a:gd name="T29" fmla="*/ 68 h 105"/>
                  <a:gd name="T30" fmla="*/ 0 w 106"/>
                  <a:gd name="T31" fmla="*/ 53 h 105"/>
                  <a:gd name="T32" fmla="*/ 4 w 106"/>
                  <a:gd name="T33" fmla="*/ 36 h 105"/>
                  <a:gd name="T34" fmla="*/ 10 w 106"/>
                  <a:gd name="T35" fmla="*/ 21 h 105"/>
                  <a:gd name="T36" fmla="*/ 22 w 106"/>
                  <a:gd name="T37" fmla="*/ 11 h 105"/>
                  <a:gd name="T38" fmla="*/ 37 w 106"/>
                  <a:gd name="T39" fmla="*/ 3 h 105"/>
                  <a:gd name="T40" fmla="*/ 54 w 106"/>
                  <a:gd name="T41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6" h="105">
                    <a:moveTo>
                      <a:pt x="54" y="0"/>
                    </a:moveTo>
                    <a:lnTo>
                      <a:pt x="69" y="3"/>
                    </a:lnTo>
                    <a:lnTo>
                      <a:pt x="84" y="11"/>
                    </a:lnTo>
                    <a:lnTo>
                      <a:pt x="96" y="21"/>
                    </a:lnTo>
                    <a:lnTo>
                      <a:pt x="102" y="36"/>
                    </a:lnTo>
                    <a:lnTo>
                      <a:pt x="106" y="53"/>
                    </a:lnTo>
                    <a:lnTo>
                      <a:pt x="102" y="68"/>
                    </a:lnTo>
                    <a:lnTo>
                      <a:pt x="96" y="83"/>
                    </a:lnTo>
                    <a:lnTo>
                      <a:pt x="84" y="95"/>
                    </a:lnTo>
                    <a:lnTo>
                      <a:pt x="69" y="103"/>
                    </a:lnTo>
                    <a:lnTo>
                      <a:pt x="54" y="105"/>
                    </a:lnTo>
                    <a:lnTo>
                      <a:pt x="37" y="103"/>
                    </a:lnTo>
                    <a:lnTo>
                      <a:pt x="22" y="95"/>
                    </a:lnTo>
                    <a:lnTo>
                      <a:pt x="10" y="83"/>
                    </a:lnTo>
                    <a:lnTo>
                      <a:pt x="4" y="68"/>
                    </a:lnTo>
                    <a:lnTo>
                      <a:pt x="0" y="53"/>
                    </a:lnTo>
                    <a:lnTo>
                      <a:pt x="4" y="36"/>
                    </a:lnTo>
                    <a:lnTo>
                      <a:pt x="10" y="21"/>
                    </a:lnTo>
                    <a:lnTo>
                      <a:pt x="22" y="11"/>
                    </a:lnTo>
                    <a:lnTo>
                      <a:pt x="37" y="3"/>
                    </a:lnTo>
                    <a:lnTo>
                      <a:pt x="5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35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grpSp>
          <p:nvGrpSpPr>
            <p:cNvPr id="146" name="그룹 145"/>
            <p:cNvGrpSpPr/>
            <p:nvPr/>
          </p:nvGrpSpPr>
          <p:grpSpPr>
            <a:xfrm>
              <a:off x="4915183" y="3784004"/>
              <a:ext cx="382959" cy="871394"/>
              <a:chOff x="7459100" y="3443656"/>
              <a:chExt cx="153981" cy="419798"/>
            </a:xfrm>
            <a:solidFill>
              <a:schemeClr val="accent1">
                <a:lumMod val="60000"/>
                <a:lumOff val="40000"/>
              </a:schemeClr>
            </a:solidFill>
            <a:effectLst>
              <a:reflection blurRad="6350" stA="52000" endA="300" endPos="35000" dir="5400000" sy="-100000" algn="bl" rotWithShape="0"/>
            </a:effectLst>
          </p:grpSpPr>
          <p:sp>
            <p:nvSpPr>
              <p:cNvPr id="147" name="Freeform 108"/>
              <p:cNvSpPr>
                <a:spLocks/>
              </p:cNvSpPr>
              <p:nvPr/>
            </p:nvSpPr>
            <p:spPr bwMode="auto">
              <a:xfrm>
                <a:off x="7459100" y="3546626"/>
                <a:ext cx="153981" cy="316828"/>
              </a:xfrm>
              <a:custGeom>
                <a:avLst/>
                <a:gdLst>
                  <a:gd name="T0" fmla="*/ 62 w 198"/>
                  <a:gd name="T1" fmla="*/ 0 h 360"/>
                  <a:gd name="T2" fmla="*/ 80 w 198"/>
                  <a:gd name="T3" fmla="*/ 6 h 360"/>
                  <a:gd name="T4" fmla="*/ 100 w 198"/>
                  <a:gd name="T5" fmla="*/ 9 h 360"/>
                  <a:gd name="T6" fmla="*/ 118 w 198"/>
                  <a:gd name="T7" fmla="*/ 6 h 360"/>
                  <a:gd name="T8" fmla="*/ 136 w 198"/>
                  <a:gd name="T9" fmla="*/ 0 h 360"/>
                  <a:gd name="T10" fmla="*/ 138 w 198"/>
                  <a:gd name="T11" fmla="*/ 1 h 360"/>
                  <a:gd name="T12" fmla="*/ 140 w 198"/>
                  <a:gd name="T13" fmla="*/ 3 h 360"/>
                  <a:gd name="T14" fmla="*/ 191 w 198"/>
                  <a:gd name="T15" fmla="*/ 30 h 360"/>
                  <a:gd name="T16" fmla="*/ 193 w 198"/>
                  <a:gd name="T17" fmla="*/ 31 h 360"/>
                  <a:gd name="T18" fmla="*/ 195 w 198"/>
                  <a:gd name="T19" fmla="*/ 33 h 360"/>
                  <a:gd name="T20" fmla="*/ 198 w 198"/>
                  <a:gd name="T21" fmla="*/ 34 h 360"/>
                  <a:gd name="T22" fmla="*/ 198 w 198"/>
                  <a:gd name="T23" fmla="*/ 34 h 360"/>
                  <a:gd name="T24" fmla="*/ 198 w 198"/>
                  <a:gd name="T25" fmla="*/ 37 h 360"/>
                  <a:gd name="T26" fmla="*/ 198 w 198"/>
                  <a:gd name="T27" fmla="*/ 39 h 360"/>
                  <a:gd name="T28" fmla="*/ 198 w 198"/>
                  <a:gd name="T29" fmla="*/ 42 h 360"/>
                  <a:gd name="T30" fmla="*/ 182 w 198"/>
                  <a:gd name="T31" fmla="*/ 188 h 360"/>
                  <a:gd name="T32" fmla="*/ 182 w 198"/>
                  <a:gd name="T33" fmla="*/ 191 h 360"/>
                  <a:gd name="T34" fmla="*/ 182 w 198"/>
                  <a:gd name="T35" fmla="*/ 194 h 360"/>
                  <a:gd name="T36" fmla="*/ 181 w 198"/>
                  <a:gd name="T37" fmla="*/ 196 h 360"/>
                  <a:gd name="T38" fmla="*/ 181 w 198"/>
                  <a:gd name="T39" fmla="*/ 198 h 360"/>
                  <a:gd name="T40" fmla="*/ 180 w 198"/>
                  <a:gd name="T41" fmla="*/ 198 h 360"/>
                  <a:gd name="T42" fmla="*/ 176 w 198"/>
                  <a:gd name="T43" fmla="*/ 198 h 360"/>
                  <a:gd name="T44" fmla="*/ 173 w 198"/>
                  <a:gd name="T45" fmla="*/ 198 h 360"/>
                  <a:gd name="T46" fmla="*/ 156 w 198"/>
                  <a:gd name="T47" fmla="*/ 198 h 360"/>
                  <a:gd name="T48" fmla="*/ 152 w 198"/>
                  <a:gd name="T49" fmla="*/ 199 h 360"/>
                  <a:gd name="T50" fmla="*/ 149 w 198"/>
                  <a:gd name="T51" fmla="*/ 202 h 360"/>
                  <a:gd name="T52" fmla="*/ 149 w 198"/>
                  <a:gd name="T53" fmla="*/ 204 h 360"/>
                  <a:gd name="T54" fmla="*/ 149 w 198"/>
                  <a:gd name="T55" fmla="*/ 353 h 360"/>
                  <a:gd name="T56" fmla="*/ 148 w 198"/>
                  <a:gd name="T57" fmla="*/ 356 h 360"/>
                  <a:gd name="T58" fmla="*/ 145 w 198"/>
                  <a:gd name="T59" fmla="*/ 359 h 360"/>
                  <a:gd name="T60" fmla="*/ 142 w 198"/>
                  <a:gd name="T61" fmla="*/ 360 h 360"/>
                  <a:gd name="T62" fmla="*/ 56 w 198"/>
                  <a:gd name="T63" fmla="*/ 360 h 360"/>
                  <a:gd name="T64" fmla="*/ 53 w 198"/>
                  <a:gd name="T65" fmla="*/ 359 h 360"/>
                  <a:gd name="T66" fmla="*/ 50 w 198"/>
                  <a:gd name="T67" fmla="*/ 356 h 360"/>
                  <a:gd name="T68" fmla="*/ 49 w 198"/>
                  <a:gd name="T69" fmla="*/ 353 h 360"/>
                  <a:gd name="T70" fmla="*/ 49 w 198"/>
                  <a:gd name="T71" fmla="*/ 204 h 360"/>
                  <a:gd name="T72" fmla="*/ 49 w 198"/>
                  <a:gd name="T73" fmla="*/ 202 h 360"/>
                  <a:gd name="T74" fmla="*/ 46 w 198"/>
                  <a:gd name="T75" fmla="*/ 199 h 360"/>
                  <a:gd name="T76" fmla="*/ 42 w 198"/>
                  <a:gd name="T77" fmla="*/ 198 h 360"/>
                  <a:gd name="T78" fmla="*/ 25 w 198"/>
                  <a:gd name="T79" fmla="*/ 198 h 360"/>
                  <a:gd name="T80" fmla="*/ 22 w 198"/>
                  <a:gd name="T81" fmla="*/ 198 h 360"/>
                  <a:gd name="T82" fmla="*/ 20 w 198"/>
                  <a:gd name="T83" fmla="*/ 198 h 360"/>
                  <a:gd name="T84" fmla="*/ 17 w 198"/>
                  <a:gd name="T85" fmla="*/ 196 h 360"/>
                  <a:gd name="T86" fmla="*/ 17 w 198"/>
                  <a:gd name="T87" fmla="*/ 196 h 360"/>
                  <a:gd name="T88" fmla="*/ 16 w 198"/>
                  <a:gd name="T89" fmla="*/ 195 h 360"/>
                  <a:gd name="T90" fmla="*/ 16 w 198"/>
                  <a:gd name="T91" fmla="*/ 192 h 360"/>
                  <a:gd name="T92" fmla="*/ 16 w 198"/>
                  <a:gd name="T93" fmla="*/ 188 h 360"/>
                  <a:gd name="T94" fmla="*/ 0 w 198"/>
                  <a:gd name="T95" fmla="*/ 42 h 360"/>
                  <a:gd name="T96" fmla="*/ 0 w 198"/>
                  <a:gd name="T97" fmla="*/ 39 h 360"/>
                  <a:gd name="T98" fmla="*/ 0 w 198"/>
                  <a:gd name="T99" fmla="*/ 37 h 360"/>
                  <a:gd name="T100" fmla="*/ 0 w 198"/>
                  <a:gd name="T101" fmla="*/ 35 h 360"/>
                  <a:gd name="T102" fmla="*/ 0 w 198"/>
                  <a:gd name="T103" fmla="*/ 34 h 360"/>
                  <a:gd name="T104" fmla="*/ 1 w 198"/>
                  <a:gd name="T105" fmla="*/ 33 h 360"/>
                  <a:gd name="T106" fmla="*/ 3 w 198"/>
                  <a:gd name="T107" fmla="*/ 31 h 360"/>
                  <a:gd name="T108" fmla="*/ 5 w 198"/>
                  <a:gd name="T109" fmla="*/ 31 h 360"/>
                  <a:gd name="T110" fmla="*/ 7 w 198"/>
                  <a:gd name="T111" fmla="*/ 30 h 360"/>
                  <a:gd name="T112" fmla="*/ 58 w 198"/>
                  <a:gd name="T113" fmla="*/ 3 h 360"/>
                  <a:gd name="T114" fmla="*/ 60 w 198"/>
                  <a:gd name="T115" fmla="*/ 1 h 360"/>
                  <a:gd name="T116" fmla="*/ 62 w 198"/>
                  <a:gd name="T117" fmla="*/ 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98" h="360">
                    <a:moveTo>
                      <a:pt x="62" y="0"/>
                    </a:moveTo>
                    <a:lnTo>
                      <a:pt x="80" y="6"/>
                    </a:lnTo>
                    <a:lnTo>
                      <a:pt x="100" y="9"/>
                    </a:lnTo>
                    <a:lnTo>
                      <a:pt x="118" y="6"/>
                    </a:lnTo>
                    <a:lnTo>
                      <a:pt x="136" y="0"/>
                    </a:lnTo>
                    <a:lnTo>
                      <a:pt x="138" y="1"/>
                    </a:lnTo>
                    <a:lnTo>
                      <a:pt x="140" y="3"/>
                    </a:lnTo>
                    <a:lnTo>
                      <a:pt x="191" y="30"/>
                    </a:lnTo>
                    <a:lnTo>
                      <a:pt x="193" y="31"/>
                    </a:lnTo>
                    <a:lnTo>
                      <a:pt x="195" y="33"/>
                    </a:lnTo>
                    <a:lnTo>
                      <a:pt x="198" y="34"/>
                    </a:lnTo>
                    <a:lnTo>
                      <a:pt x="198" y="34"/>
                    </a:lnTo>
                    <a:lnTo>
                      <a:pt x="198" y="37"/>
                    </a:lnTo>
                    <a:lnTo>
                      <a:pt x="198" y="39"/>
                    </a:lnTo>
                    <a:lnTo>
                      <a:pt x="198" y="42"/>
                    </a:lnTo>
                    <a:lnTo>
                      <a:pt x="182" y="188"/>
                    </a:lnTo>
                    <a:lnTo>
                      <a:pt x="182" y="191"/>
                    </a:lnTo>
                    <a:lnTo>
                      <a:pt x="182" y="194"/>
                    </a:lnTo>
                    <a:lnTo>
                      <a:pt x="181" y="196"/>
                    </a:lnTo>
                    <a:lnTo>
                      <a:pt x="181" y="198"/>
                    </a:lnTo>
                    <a:lnTo>
                      <a:pt x="180" y="198"/>
                    </a:lnTo>
                    <a:lnTo>
                      <a:pt x="176" y="198"/>
                    </a:lnTo>
                    <a:lnTo>
                      <a:pt x="173" y="198"/>
                    </a:lnTo>
                    <a:lnTo>
                      <a:pt x="156" y="198"/>
                    </a:lnTo>
                    <a:lnTo>
                      <a:pt x="152" y="199"/>
                    </a:lnTo>
                    <a:lnTo>
                      <a:pt x="149" y="202"/>
                    </a:lnTo>
                    <a:lnTo>
                      <a:pt x="149" y="204"/>
                    </a:lnTo>
                    <a:lnTo>
                      <a:pt x="149" y="353"/>
                    </a:lnTo>
                    <a:lnTo>
                      <a:pt x="148" y="356"/>
                    </a:lnTo>
                    <a:lnTo>
                      <a:pt x="145" y="359"/>
                    </a:lnTo>
                    <a:lnTo>
                      <a:pt x="142" y="360"/>
                    </a:lnTo>
                    <a:lnTo>
                      <a:pt x="56" y="360"/>
                    </a:lnTo>
                    <a:lnTo>
                      <a:pt x="53" y="359"/>
                    </a:lnTo>
                    <a:lnTo>
                      <a:pt x="50" y="356"/>
                    </a:lnTo>
                    <a:lnTo>
                      <a:pt x="49" y="353"/>
                    </a:lnTo>
                    <a:lnTo>
                      <a:pt x="49" y="204"/>
                    </a:lnTo>
                    <a:lnTo>
                      <a:pt x="49" y="202"/>
                    </a:lnTo>
                    <a:lnTo>
                      <a:pt x="46" y="199"/>
                    </a:lnTo>
                    <a:lnTo>
                      <a:pt x="42" y="198"/>
                    </a:lnTo>
                    <a:lnTo>
                      <a:pt x="25" y="198"/>
                    </a:lnTo>
                    <a:lnTo>
                      <a:pt x="22" y="198"/>
                    </a:lnTo>
                    <a:lnTo>
                      <a:pt x="20" y="198"/>
                    </a:lnTo>
                    <a:lnTo>
                      <a:pt x="17" y="196"/>
                    </a:lnTo>
                    <a:lnTo>
                      <a:pt x="17" y="196"/>
                    </a:lnTo>
                    <a:lnTo>
                      <a:pt x="16" y="195"/>
                    </a:lnTo>
                    <a:lnTo>
                      <a:pt x="16" y="192"/>
                    </a:lnTo>
                    <a:lnTo>
                      <a:pt x="16" y="188"/>
                    </a:lnTo>
                    <a:lnTo>
                      <a:pt x="0" y="42"/>
                    </a:lnTo>
                    <a:lnTo>
                      <a:pt x="0" y="39"/>
                    </a:lnTo>
                    <a:lnTo>
                      <a:pt x="0" y="37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1" y="33"/>
                    </a:lnTo>
                    <a:lnTo>
                      <a:pt x="3" y="31"/>
                    </a:lnTo>
                    <a:lnTo>
                      <a:pt x="5" y="31"/>
                    </a:lnTo>
                    <a:lnTo>
                      <a:pt x="7" y="30"/>
                    </a:lnTo>
                    <a:lnTo>
                      <a:pt x="58" y="3"/>
                    </a:lnTo>
                    <a:lnTo>
                      <a:pt x="60" y="1"/>
                    </a:lnTo>
                    <a:lnTo>
                      <a:pt x="6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35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8" name="Freeform 109"/>
              <p:cNvSpPr>
                <a:spLocks/>
              </p:cNvSpPr>
              <p:nvPr/>
            </p:nvSpPr>
            <p:spPr bwMode="auto">
              <a:xfrm>
                <a:off x="7494873" y="3443656"/>
                <a:ext cx="82434" cy="92409"/>
              </a:xfrm>
              <a:custGeom>
                <a:avLst/>
                <a:gdLst>
                  <a:gd name="T0" fmla="*/ 54 w 106"/>
                  <a:gd name="T1" fmla="*/ 0 h 105"/>
                  <a:gd name="T2" fmla="*/ 69 w 106"/>
                  <a:gd name="T3" fmla="*/ 3 h 105"/>
                  <a:gd name="T4" fmla="*/ 84 w 106"/>
                  <a:gd name="T5" fmla="*/ 11 h 105"/>
                  <a:gd name="T6" fmla="*/ 96 w 106"/>
                  <a:gd name="T7" fmla="*/ 21 h 105"/>
                  <a:gd name="T8" fmla="*/ 102 w 106"/>
                  <a:gd name="T9" fmla="*/ 36 h 105"/>
                  <a:gd name="T10" fmla="*/ 106 w 106"/>
                  <a:gd name="T11" fmla="*/ 53 h 105"/>
                  <a:gd name="T12" fmla="*/ 102 w 106"/>
                  <a:gd name="T13" fmla="*/ 68 h 105"/>
                  <a:gd name="T14" fmla="*/ 96 w 106"/>
                  <a:gd name="T15" fmla="*/ 83 h 105"/>
                  <a:gd name="T16" fmla="*/ 84 w 106"/>
                  <a:gd name="T17" fmla="*/ 95 h 105"/>
                  <a:gd name="T18" fmla="*/ 69 w 106"/>
                  <a:gd name="T19" fmla="*/ 103 h 105"/>
                  <a:gd name="T20" fmla="*/ 54 w 106"/>
                  <a:gd name="T21" fmla="*/ 105 h 105"/>
                  <a:gd name="T22" fmla="*/ 37 w 106"/>
                  <a:gd name="T23" fmla="*/ 103 h 105"/>
                  <a:gd name="T24" fmla="*/ 22 w 106"/>
                  <a:gd name="T25" fmla="*/ 95 h 105"/>
                  <a:gd name="T26" fmla="*/ 10 w 106"/>
                  <a:gd name="T27" fmla="*/ 83 h 105"/>
                  <a:gd name="T28" fmla="*/ 4 w 106"/>
                  <a:gd name="T29" fmla="*/ 68 h 105"/>
                  <a:gd name="T30" fmla="*/ 0 w 106"/>
                  <a:gd name="T31" fmla="*/ 53 h 105"/>
                  <a:gd name="T32" fmla="*/ 4 w 106"/>
                  <a:gd name="T33" fmla="*/ 36 h 105"/>
                  <a:gd name="T34" fmla="*/ 10 w 106"/>
                  <a:gd name="T35" fmla="*/ 21 h 105"/>
                  <a:gd name="T36" fmla="*/ 22 w 106"/>
                  <a:gd name="T37" fmla="*/ 11 h 105"/>
                  <a:gd name="T38" fmla="*/ 37 w 106"/>
                  <a:gd name="T39" fmla="*/ 3 h 105"/>
                  <a:gd name="T40" fmla="*/ 54 w 106"/>
                  <a:gd name="T41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6" h="105">
                    <a:moveTo>
                      <a:pt x="54" y="0"/>
                    </a:moveTo>
                    <a:lnTo>
                      <a:pt x="69" y="3"/>
                    </a:lnTo>
                    <a:lnTo>
                      <a:pt x="84" y="11"/>
                    </a:lnTo>
                    <a:lnTo>
                      <a:pt x="96" y="21"/>
                    </a:lnTo>
                    <a:lnTo>
                      <a:pt x="102" y="36"/>
                    </a:lnTo>
                    <a:lnTo>
                      <a:pt x="106" y="53"/>
                    </a:lnTo>
                    <a:lnTo>
                      <a:pt x="102" y="68"/>
                    </a:lnTo>
                    <a:lnTo>
                      <a:pt x="96" y="83"/>
                    </a:lnTo>
                    <a:lnTo>
                      <a:pt x="84" y="95"/>
                    </a:lnTo>
                    <a:lnTo>
                      <a:pt x="69" y="103"/>
                    </a:lnTo>
                    <a:lnTo>
                      <a:pt x="54" y="105"/>
                    </a:lnTo>
                    <a:lnTo>
                      <a:pt x="37" y="103"/>
                    </a:lnTo>
                    <a:lnTo>
                      <a:pt x="22" y="95"/>
                    </a:lnTo>
                    <a:lnTo>
                      <a:pt x="10" y="83"/>
                    </a:lnTo>
                    <a:lnTo>
                      <a:pt x="4" y="68"/>
                    </a:lnTo>
                    <a:lnTo>
                      <a:pt x="0" y="53"/>
                    </a:lnTo>
                    <a:lnTo>
                      <a:pt x="4" y="36"/>
                    </a:lnTo>
                    <a:lnTo>
                      <a:pt x="10" y="21"/>
                    </a:lnTo>
                    <a:lnTo>
                      <a:pt x="22" y="11"/>
                    </a:lnTo>
                    <a:lnTo>
                      <a:pt x="37" y="3"/>
                    </a:lnTo>
                    <a:lnTo>
                      <a:pt x="5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35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22744" name="직사각형 22743"/>
            <p:cNvSpPr/>
            <p:nvPr/>
          </p:nvSpPr>
          <p:spPr>
            <a:xfrm>
              <a:off x="933619" y="3534287"/>
              <a:ext cx="1038763" cy="5773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18</a:t>
              </a:r>
              <a:r>
                <a:rPr lang="en-US" altLang="ko-KR" sz="14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%</a:t>
              </a:r>
              <a:endParaRPr lang="ko-KR" altLang="en-US" sz="14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9" name="직사각형 148"/>
            <p:cNvSpPr/>
            <p:nvPr/>
          </p:nvSpPr>
          <p:spPr>
            <a:xfrm>
              <a:off x="1959449" y="3555867"/>
              <a:ext cx="1038763" cy="5773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18</a:t>
              </a:r>
              <a:r>
                <a:rPr lang="en-US" altLang="ko-KR" sz="14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%</a:t>
              </a:r>
              <a:endParaRPr lang="ko-KR" altLang="en-US" sz="14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0" name="직사각형 149"/>
            <p:cNvSpPr/>
            <p:nvPr/>
          </p:nvSpPr>
          <p:spPr>
            <a:xfrm>
              <a:off x="3841836" y="3704287"/>
              <a:ext cx="1038763" cy="5773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r>
                <a:rPr lang="en-US" altLang="ko-KR" sz="14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%</a:t>
              </a:r>
              <a:endParaRPr lang="ko-KR" altLang="en-US" sz="14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1" name="직사각형 150"/>
            <p:cNvSpPr/>
            <p:nvPr/>
          </p:nvSpPr>
          <p:spPr>
            <a:xfrm>
              <a:off x="4587282" y="3889259"/>
              <a:ext cx="1038763" cy="5773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400" b="1" dirty="0" smtClean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r>
                <a:rPr lang="en-US" altLang="ko-KR" sz="1400" b="1" dirty="0" smtClean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%</a:t>
              </a:r>
              <a:endParaRPr lang="ko-KR" altLang="en-US" sz="14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2" name="모서리가 둥근 직사각형 151"/>
            <p:cNvSpPr/>
            <p:nvPr/>
          </p:nvSpPr>
          <p:spPr bwMode="auto">
            <a:xfrm>
              <a:off x="4102546" y="2373943"/>
              <a:ext cx="1225899" cy="31901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6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2018</a:t>
              </a:r>
              <a:r>
                <a:rPr lang="ko-KR" altLang="en-US" sz="16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년</a:t>
              </a:r>
              <a:endParaRPr lang="en-US" altLang="ko-KR" sz="16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3" name="직사각형 152"/>
            <p:cNvSpPr/>
            <p:nvPr/>
          </p:nvSpPr>
          <p:spPr bwMode="auto">
            <a:xfrm>
              <a:off x="986038" y="4714249"/>
              <a:ext cx="933925" cy="292733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내국인</a:t>
              </a:r>
              <a:endPara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4" name="직사각형 153"/>
            <p:cNvSpPr/>
            <p:nvPr/>
          </p:nvSpPr>
          <p:spPr bwMode="auto">
            <a:xfrm>
              <a:off x="2011868" y="4733578"/>
              <a:ext cx="933925" cy="292733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자사</a:t>
              </a:r>
              <a:endPara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5" name="직사각형 154"/>
            <p:cNvSpPr/>
            <p:nvPr/>
          </p:nvSpPr>
          <p:spPr bwMode="auto">
            <a:xfrm>
              <a:off x="3894255" y="4753695"/>
              <a:ext cx="933925" cy="292733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내국인</a:t>
              </a:r>
              <a:endPara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6" name="직사각형 155"/>
            <p:cNvSpPr/>
            <p:nvPr/>
          </p:nvSpPr>
          <p:spPr bwMode="auto">
            <a:xfrm>
              <a:off x="4639701" y="4767492"/>
              <a:ext cx="933925" cy="292733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9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자사</a:t>
              </a:r>
              <a:endPara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57" name="직사각형 156"/>
          <p:cNvSpPr/>
          <p:nvPr/>
        </p:nvSpPr>
        <p:spPr>
          <a:xfrm>
            <a:off x="711809" y="5354885"/>
            <a:ext cx="5176901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ko-KR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2018</a:t>
            </a:r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년 내국인 출국자수 대비 </a:t>
            </a:r>
            <a:endParaRPr lang="en-US" altLang="ko-KR" sz="16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성장세 급격한 둔화</a:t>
            </a:r>
            <a:endParaRPr lang="en-US" altLang="ko-KR" sz="1600" b="1" dirty="0" smtClean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6288903" y="1239667"/>
            <a:ext cx="3528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■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자사 월별 출국자수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6631837" y="5354885"/>
            <a:ext cx="44743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2017</a:t>
            </a:r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년은 전년대비 평균 </a:t>
            </a:r>
            <a:r>
              <a:rPr lang="en-US" altLang="ko-KR" sz="16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39% </a:t>
            </a:r>
            <a:r>
              <a:rPr lang="ko-KR" altLang="en-US" sz="16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증가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하였으나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2018</a:t>
            </a:r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년의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경우</a:t>
            </a:r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전년대비 평균 </a:t>
            </a:r>
            <a:r>
              <a:rPr lang="en-US" altLang="ko-KR" sz="1600" b="1" dirty="0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en-US" altLang="ko-KR" sz="16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en-US" altLang="ko-KR" sz="1600" b="1" dirty="0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%</a:t>
            </a:r>
            <a:r>
              <a:rPr lang="ko-KR" altLang="en-US" sz="1600" b="1" dirty="0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감소</a:t>
            </a:r>
            <a:endParaRPr lang="en-US" altLang="ko-KR" sz="1600" b="1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43167" y="4917895"/>
            <a:ext cx="577850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ctr">
              <a:defRPr sz="9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sz="1200" dirty="0"/>
              <a:t>3</a:t>
            </a:r>
            <a:r>
              <a:rPr lang="ko-KR" altLang="en-US" sz="1200" dirty="0"/>
              <a:t>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0544" y="4917895"/>
            <a:ext cx="577850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algn="ctr">
              <a:defRPr sz="9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sz="1200" dirty="0"/>
              <a:t>4</a:t>
            </a:r>
            <a:r>
              <a:rPr lang="ko-KR" altLang="en-US" sz="1200" dirty="0"/>
              <a:t>월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7164919" y="2086348"/>
            <a:ext cx="4286697" cy="3030283"/>
            <a:chOff x="7164919" y="2118444"/>
            <a:chExt cx="4286697" cy="3030283"/>
          </a:xfrm>
        </p:grpSpPr>
        <p:cxnSp>
          <p:nvCxnSpPr>
            <p:cNvPr id="4" name="직선 연결선 3"/>
            <p:cNvCxnSpPr/>
            <p:nvPr/>
          </p:nvCxnSpPr>
          <p:spPr>
            <a:xfrm>
              <a:off x="7164919" y="4398542"/>
              <a:ext cx="3439391" cy="323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직사각형 5"/>
            <p:cNvSpPr/>
            <p:nvPr/>
          </p:nvSpPr>
          <p:spPr>
            <a:xfrm>
              <a:off x="7479725" y="3649392"/>
              <a:ext cx="321733" cy="756000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9" name="직사각형 158"/>
            <p:cNvSpPr/>
            <p:nvPr/>
          </p:nvSpPr>
          <p:spPr>
            <a:xfrm>
              <a:off x="7801458" y="4395306"/>
              <a:ext cx="321733" cy="72000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직사각형 159"/>
            <p:cNvSpPr/>
            <p:nvPr/>
          </p:nvSpPr>
          <p:spPr>
            <a:xfrm>
              <a:off x="8514424" y="2389392"/>
              <a:ext cx="321733" cy="2016000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8832092" y="4395306"/>
              <a:ext cx="321733" cy="216000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직사각형 161"/>
            <p:cNvSpPr/>
            <p:nvPr/>
          </p:nvSpPr>
          <p:spPr>
            <a:xfrm>
              <a:off x="9870855" y="4395306"/>
              <a:ext cx="321733" cy="180000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9549122" y="3014231"/>
              <a:ext cx="321733" cy="1404000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7488191" y="4917895"/>
              <a:ext cx="577850" cy="230832"/>
            </a:xfrm>
            <a:prstGeom prst="rect">
              <a:avLst/>
            </a:prstGeom>
            <a:noFill/>
            <a:ln>
              <a:noFill/>
            </a:ln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algn="ctr">
                <a:defRPr sz="900" b="1"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r>
                <a:rPr lang="en-US" altLang="ko-KR" sz="1200" dirty="0"/>
                <a:t>2</a:t>
              </a:r>
              <a:r>
                <a:rPr lang="ko-KR" altLang="en-US" sz="1200" dirty="0"/>
                <a:t>월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374489" y="3372179"/>
              <a:ext cx="5389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21%</a:t>
              </a:r>
              <a:endPara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405825" y="2118444"/>
              <a:ext cx="5389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56%</a:t>
              </a:r>
              <a:endPara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437162" y="2737232"/>
              <a:ext cx="5389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39%</a:t>
              </a:r>
              <a:endPara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692859" y="4480905"/>
              <a:ext cx="5020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-2%</a:t>
              </a:r>
              <a:endParaRPr lang="ko-KR" altLang="en-US" sz="12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741927" y="4612793"/>
              <a:ext cx="5020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-6%</a:t>
              </a:r>
              <a:endParaRPr lang="ko-KR" altLang="en-US" sz="12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780691" y="4578222"/>
              <a:ext cx="5020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 smtClean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-5%</a:t>
              </a:r>
              <a:endParaRPr lang="ko-KR" altLang="en-US" sz="12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10609853" y="3240988"/>
              <a:ext cx="72000" cy="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681853" y="3123100"/>
              <a:ext cx="7697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2017</a:t>
              </a:r>
              <a:r>
                <a:rPr lang="ko-KR" altLang="en-US" sz="1400" dirty="0" smtClean="0"/>
                <a:t>년 </a:t>
              </a:r>
              <a:endParaRPr lang="ko-KR" altLang="en-US" sz="1400" dirty="0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10609853" y="3622120"/>
              <a:ext cx="72000" cy="72000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0681853" y="3504232"/>
              <a:ext cx="7697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2018</a:t>
              </a:r>
              <a:r>
                <a:rPr lang="ko-KR" altLang="en-US" sz="1400" dirty="0" smtClean="0"/>
                <a:t>년 </a:t>
              </a:r>
              <a:endParaRPr lang="ko-KR" altLang="en-US" sz="1400" dirty="0"/>
            </a:p>
          </p:txBody>
        </p:sp>
      </p:grpSp>
      <p:sp>
        <p:nvSpPr>
          <p:cNvPr id="5" name="직사각형 4"/>
          <p:cNvSpPr/>
          <p:nvPr/>
        </p:nvSpPr>
        <p:spPr>
          <a:xfrm>
            <a:off x="3927459" y="4963854"/>
            <a:ext cx="15760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출처 </a:t>
            </a:r>
            <a:r>
              <a:rPr lang="en-US" altLang="ko-KR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한국관광공사</a:t>
            </a:r>
            <a:r>
              <a:rPr lang="en-US" altLang="ko-KR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사내</a:t>
            </a:r>
            <a:r>
              <a:rPr lang="en-US" altLang="ko-KR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D.B)</a:t>
            </a:r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800" b="1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0148394" y="5126542"/>
            <a:ext cx="939680" cy="2554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출처 </a:t>
            </a:r>
            <a:r>
              <a:rPr lang="en-US" altLang="ko-KR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사내</a:t>
            </a:r>
            <a:r>
              <a:rPr lang="en-US" altLang="ko-KR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D.B)</a:t>
            </a:r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800" b="1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10"/>
          </p:nvPr>
        </p:nvSpPr>
        <p:spPr>
          <a:xfrm>
            <a:off x="23408" y="6513139"/>
            <a:ext cx="2743200" cy="365125"/>
          </a:xfrm>
        </p:spPr>
        <p:txBody>
          <a:bodyPr/>
          <a:lstStyle/>
          <a:p>
            <a:fld id="{D55EC939-8A95-483A-AC57-B624D23D5C67}" type="datetime1">
              <a:rPr lang="ko-KR" altLang="en-US" sz="900" smtClean="0"/>
              <a:t>2019-08-06</a:t>
            </a:fld>
            <a:endParaRPr lang="ko-KR" altLang="en-US" sz="900" dirty="0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1"/>
          </p:nvPr>
        </p:nvSpPr>
        <p:spPr>
          <a:xfrm>
            <a:off x="10071100" y="6481390"/>
            <a:ext cx="2120900" cy="365125"/>
          </a:xfrm>
        </p:spPr>
        <p:txBody>
          <a:bodyPr/>
          <a:lstStyle/>
          <a:p>
            <a:r>
              <a:rPr lang="en-US" altLang="ko-KR" sz="900" dirty="0" smtClean="0"/>
              <a:t>IT</a:t>
            </a:r>
            <a:r>
              <a:rPr lang="ko-KR" altLang="en-US" sz="900" dirty="0" smtClean="0"/>
              <a:t>미래전략본부</a:t>
            </a:r>
            <a:endParaRPr lang="ko-KR" altLang="en-US" sz="900" dirty="0"/>
          </a:p>
        </p:txBody>
      </p:sp>
      <p:sp>
        <p:nvSpPr>
          <p:cNvPr id="17" name="슬라이드 번호 개체 틀 16"/>
          <p:cNvSpPr>
            <a:spLocks noGrp="1"/>
          </p:cNvSpPr>
          <p:nvPr>
            <p:ph type="sldNum" sz="quarter" idx="12"/>
          </p:nvPr>
        </p:nvSpPr>
        <p:spPr>
          <a:xfrm>
            <a:off x="5753100" y="6508749"/>
            <a:ext cx="698500" cy="365125"/>
          </a:xfrm>
        </p:spPr>
        <p:txBody>
          <a:bodyPr/>
          <a:lstStyle/>
          <a:p>
            <a:fld id="{535AE76D-1B84-4120-8A9A-ECCE5C38DCCA}" type="slidenum">
              <a:rPr lang="ko-KR" altLang="en-US" sz="900" smtClean="0"/>
              <a:t>2</a:t>
            </a:fld>
            <a:r>
              <a:rPr lang="en-US" altLang="ko-KR" sz="900" dirty="0"/>
              <a:t> </a:t>
            </a:r>
            <a:r>
              <a:rPr lang="en-US" altLang="ko-KR" sz="900" dirty="0" smtClean="0"/>
              <a:t>/ 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83832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모서리가 둥근 직사각형 109"/>
          <p:cNvSpPr/>
          <p:nvPr/>
        </p:nvSpPr>
        <p:spPr bwMode="auto">
          <a:xfrm>
            <a:off x="1887112" y="4595672"/>
            <a:ext cx="1524496" cy="26325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</a:rPr>
              <a:t>내국인 월별 총 출국자수</a:t>
            </a:r>
          </a:p>
        </p:txBody>
      </p:sp>
      <p:graphicFrame>
        <p:nvGraphicFramePr>
          <p:cNvPr id="111" name="차트 1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8018866"/>
              </p:ext>
            </p:extLst>
          </p:nvPr>
        </p:nvGraphicFramePr>
        <p:xfrm>
          <a:off x="423534" y="4777524"/>
          <a:ext cx="4652619" cy="1946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2" name="차트 1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1705695"/>
              </p:ext>
            </p:extLst>
          </p:nvPr>
        </p:nvGraphicFramePr>
        <p:xfrm>
          <a:off x="445796" y="2001755"/>
          <a:ext cx="5417592" cy="17164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3" name="모서리가 둥근 직사각형 112"/>
          <p:cNvSpPr/>
          <p:nvPr/>
        </p:nvSpPr>
        <p:spPr bwMode="auto">
          <a:xfrm>
            <a:off x="1887112" y="1667091"/>
            <a:ext cx="1524496" cy="26325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</a:rPr>
              <a:t>자사 월별 총 출국자수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06" y="1037440"/>
            <a:ext cx="3528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■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내국인 및 자사 월별 출국자수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880624" y="3066084"/>
            <a:ext cx="5957673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altLang="ko-KR" sz="14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월별 출국자 수 변동폭은 지난해와 비교해 감소</a:t>
            </a:r>
            <a:endParaRPr lang="en-US" altLang="ko-KR" sz="14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2018</a:t>
            </a:r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월 제외</a:t>
            </a:r>
            <a:r>
              <a:rPr lang="en-US" altLang="ko-KR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예년과 달리 출국자 수가 매월 비슷한 수준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r">
              <a:lnSpc>
                <a:spcPct val="150000"/>
              </a:lnSpc>
            </a:pPr>
            <a:endParaRPr lang="en-US" altLang="ko-KR" sz="800" b="1" dirty="0" smtClean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출처 </a:t>
            </a:r>
            <a:r>
              <a:rPr lang="en-US" altLang="ko-KR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여행신문 기사</a:t>
            </a: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800" b="1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742513" y="1930350"/>
            <a:ext cx="6233898" cy="2665322"/>
          </a:xfrm>
          <a:prstGeom prst="roundRect">
            <a:avLst>
              <a:gd name="adj" fmla="val 671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5952274" y="5011331"/>
            <a:ext cx="5814376" cy="981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여행시장은 해를 거듭할 수록 </a:t>
            </a:r>
            <a:r>
              <a:rPr lang="ko-KR" altLang="en-US" sz="1600" b="1" dirty="0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여행이 일상화</a:t>
            </a:r>
            <a:endParaRPr lang="en-US" altLang="ko-KR" sz="1600" b="1" dirty="0" smtClean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endParaRPr lang="en-US" altLang="ko-KR" sz="1600" b="1" dirty="0" smtClean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성수기와 비수기의 경계가 없어지고 있는 추세</a:t>
            </a:r>
            <a:endParaRPr lang="ko-KR" altLang="en-US" sz="16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0" y="750139"/>
            <a:ext cx="12192000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0842" y="193086"/>
            <a:ext cx="2867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2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여행 산업 규모</a:t>
            </a:r>
            <a:endParaRPr lang="ko-KR" altLang="en-US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642" y="2396783"/>
            <a:ext cx="4955636" cy="866228"/>
          </a:xfrm>
          <a:prstGeom prst="rect">
            <a:avLst/>
          </a:prstGeom>
        </p:spPr>
      </p:pic>
      <p:sp>
        <p:nvSpPr>
          <p:cNvPr id="26" name="날짜 개체 틀 8"/>
          <p:cNvSpPr>
            <a:spLocks noGrp="1"/>
          </p:cNvSpPr>
          <p:nvPr>
            <p:ph type="dt" sz="half" idx="10"/>
          </p:nvPr>
        </p:nvSpPr>
        <p:spPr>
          <a:xfrm>
            <a:off x="23408" y="6513139"/>
            <a:ext cx="2743200" cy="365125"/>
          </a:xfrm>
        </p:spPr>
        <p:txBody>
          <a:bodyPr/>
          <a:lstStyle/>
          <a:p>
            <a:fld id="{D55EC939-8A95-483A-AC57-B624D23D5C67}" type="datetime1">
              <a:rPr lang="ko-KR" altLang="en-US" sz="900" smtClean="0"/>
              <a:t>2019-08-06</a:t>
            </a:fld>
            <a:endParaRPr lang="ko-KR" altLang="en-US" sz="900" dirty="0"/>
          </a:p>
        </p:txBody>
      </p:sp>
      <p:sp>
        <p:nvSpPr>
          <p:cNvPr id="27" name="바닥글 개체 틀 13"/>
          <p:cNvSpPr>
            <a:spLocks noGrp="1"/>
          </p:cNvSpPr>
          <p:nvPr>
            <p:ph type="ftr" sz="quarter" idx="11"/>
          </p:nvPr>
        </p:nvSpPr>
        <p:spPr>
          <a:xfrm>
            <a:off x="10071100" y="6481390"/>
            <a:ext cx="2120900" cy="365125"/>
          </a:xfrm>
        </p:spPr>
        <p:txBody>
          <a:bodyPr/>
          <a:lstStyle/>
          <a:p>
            <a:r>
              <a:rPr lang="en-US" altLang="ko-KR" sz="900" dirty="0" smtClean="0"/>
              <a:t>IT</a:t>
            </a:r>
            <a:r>
              <a:rPr lang="ko-KR" altLang="en-US" sz="900" dirty="0" smtClean="0"/>
              <a:t>미래전략본부</a:t>
            </a:r>
            <a:endParaRPr lang="ko-KR" altLang="en-US" sz="900" dirty="0"/>
          </a:p>
        </p:txBody>
      </p:sp>
      <p:sp>
        <p:nvSpPr>
          <p:cNvPr id="28" name="슬라이드 번호 개체 틀 16"/>
          <p:cNvSpPr>
            <a:spLocks noGrp="1"/>
          </p:cNvSpPr>
          <p:nvPr>
            <p:ph type="sldNum" sz="quarter" idx="12"/>
          </p:nvPr>
        </p:nvSpPr>
        <p:spPr>
          <a:xfrm>
            <a:off x="5753100" y="6508749"/>
            <a:ext cx="698500" cy="365125"/>
          </a:xfrm>
        </p:spPr>
        <p:txBody>
          <a:bodyPr/>
          <a:lstStyle/>
          <a:p>
            <a:r>
              <a:rPr lang="en-US" altLang="ko-KR" sz="900" dirty="0"/>
              <a:t>3</a:t>
            </a:r>
            <a:r>
              <a:rPr lang="en-US" altLang="ko-KR" sz="900" dirty="0" smtClean="0"/>
              <a:t> / 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858066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차트 13"/>
          <p:cNvGraphicFramePr/>
          <p:nvPr>
            <p:extLst>
              <p:ext uri="{D42A27DB-BD31-4B8C-83A1-F6EECF244321}">
                <p14:modId xmlns:p14="http://schemas.microsoft.com/office/powerpoint/2010/main" val="281023847"/>
              </p:ext>
            </p:extLst>
          </p:nvPr>
        </p:nvGraphicFramePr>
        <p:xfrm>
          <a:off x="2605921" y="2212809"/>
          <a:ext cx="3633141" cy="2422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직사각형 39"/>
          <p:cNvSpPr/>
          <p:nvPr/>
        </p:nvSpPr>
        <p:spPr>
          <a:xfrm>
            <a:off x="4123378" y="3254550"/>
            <a:ext cx="6174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자사</a:t>
            </a:r>
            <a:endParaRPr lang="en-US" altLang="ko-KR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317887" y="2680529"/>
            <a:ext cx="746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남성</a:t>
            </a:r>
            <a:endParaRPr lang="en-US" altLang="ko-KR" sz="14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37%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812055" y="3656315"/>
            <a:ext cx="713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여성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63%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35943" y="1034431"/>
            <a:ext cx="35280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■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내국인 및 자사 성별 출국자수 비중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61144" y="1034431"/>
            <a:ext cx="38734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■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내국인 및 자사 연령별 출국자수 비중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09" name="직선 연결선 108"/>
          <p:cNvCxnSpPr/>
          <p:nvPr/>
        </p:nvCxnSpPr>
        <p:spPr>
          <a:xfrm>
            <a:off x="0" y="750139"/>
            <a:ext cx="12192000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230842" y="193086"/>
            <a:ext cx="2867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여행 산업 </a:t>
            </a:r>
            <a:r>
              <a:rPr lang="ko-KR" altLang="en-US" sz="2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규모</a:t>
            </a:r>
            <a:endParaRPr lang="ko-KR" altLang="en-US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6574882" y="1822844"/>
            <a:ext cx="5142596" cy="4190163"/>
            <a:chOff x="6454841" y="1822844"/>
            <a:chExt cx="5142596" cy="4190163"/>
          </a:xfrm>
        </p:grpSpPr>
        <p:grpSp>
          <p:nvGrpSpPr>
            <p:cNvPr id="19" name="그룹 18"/>
            <p:cNvGrpSpPr/>
            <p:nvPr/>
          </p:nvGrpSpPr>
          <p:grpSpPr>
            <a:xfrm>
              <a:off x="6696873" y="2379768"/>
              <a:ext cx="4710236" cy="1335540"/>
              <a:chOff x="6465901" y="4352512"/>
              <a:chExt cx="4941208" cy="1335540"/>
            </a:xfrm>
          </p:grpSpPr>
          <p:sp>
            <p:nvSpPr>
              <p:cNvPr id="133" name="직사각형 132"/>
              <p:cNvSpPr/>
              <p:nvPr/>
            </p:nvSpPr>
            <p:spPr>
              <a:xfrm>
                <a:off x="6465901" y="5354071"/>
                <a:ext cx="1462446" cy="3332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30</a:t>
                </a:r>
                <a:r>
                  <a:rPr lang="ko-KR" altLang="en-US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대</a:t>
                </a:r>
                <a:r>
                  <a:rPr lang="en-US" altLang="ko-KR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,  40</a:t>
                </a:r>
                <a:r>
                  <a:rPr lang="ko-KR" altLang="en-US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대</a:t>
                </a:r>
                <a:endParaRPr lang="ko-KR" altLang="en-US" sz="14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4" name="직사각형 133"/>
              <p:cNvSpPr/>
              <p:nvPr/>
            </p:nvSpPr>
            <p:spPr>
              <a:xfrm>
                <a:off x="8144080" y="5354807"/>
                <a:ext cx="737777" cy="3332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대</a:t>
                </a:r>
                <a:endParaRPr lang="ko-KR" altLang="en-US" sz="14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5" name="직사각형 134"/>
              <p:cNvSpPr/>
              <p:nvPr/>
            </p:nvSpPr>
            <p:spPr>
              <a:xfrm>
                <a:off x="9270598" y="5344546"/>
                <a:ext cx="737777" cy="3332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50</a:t>
                </a:r>
                <a:r>
                  <a:rPr lang="ko-KR" altLang="en-US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대</a:t>
                </a:r>
                <a:endParaRPr lang="ko-KR" altLang="en-US" sz="14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6" name="직사각형 135"/>
              <p:cNvSpPr/>
              <p:nvPr/>
            </p:nvSpPr>
            <p:spPr>
              <a:xfrm>
                <a:off x="10198702" y="5344546"/>
                <a:ext cx="1208407" cy="3332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60</a:t>
                </a:r>
                <a:r>
                  <a:rPr lang="ko-KR" altLang="en-US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대 이상</a:t>
                </a:r>
                <a:endParaRPr lang="ko-KR" altLang="en-US" sz="14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37" name="직사각형 136"/>
              <p:cNvSpPr/>
              <p:nvPr/>
            </p:nvSpPr>
            <p:spPr>
              <a:xfrm>
                <a:off x="7784095" y="4540756"/>
                <a:ext cx="516479" cy="52351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3000" dirty="0" smtClean="0">
                    <a:solidFill>
                      <a:schemeClr val="accent6">
                        <a:lumMod val="75000"/>
                      </a:schemeClr>
                    </a:solidFill>
                    <a:latin typeface="나눔고딕 ExtraBold" panose="020D0904000000000000" pitchFamily="50" charset="-127"/>
                    <a:ea typeface="나눔고딕 ExtraBold" panose="020D0904000000000000" pitchFamily="50" charset="-127"/>
                  </a:rPr>
                  <a:t>&gt;</a:t>
                </a:r>
                <a:endParaRPr lang="ko-KR" altLang="en-US" sz="3000" dirty="0">
                  <a:solidFill>
                    <a:schemeClr val="accent6">
                      <a:lumMod val="7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8851930" y="4540756"/>
                <a:ext cx="516479" cy="52351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3000" dirty="0" smtClean="0">
                    <a:solidFill>
                      <a:schemeClr val="accent6">
                        <a:lumMod val="75000"/>
                      </a:schemeClr>
                    </a:solidFill>
                    <a:latin typeface="나눔고딕 ExtraBold" panose="020D0904000000000000" pitchFamily="50" charset="-127"/>
                    <a:ea typeface="나눔고딕 ExtraBold" panose="020D0904000000000000" pitchFamily="50" charset="-127"/>
                  </a:rPr>
                  <a:t>&gt;</a:t>
                </a:r>
                <a:endParaRPr lang="ko-KR" altLang="en-US" sz="3000" dirty="0">
                  <a:solidFill>
                    <a:schemeClr val="accent6">
                      <a:lumMod val="7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10009710" y="4540756"/>
                <a:ext cx="516479" cy="52351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3000" dirty="0" smtClean="0">
                    <a:solidFill>
                      <a:schemeClr val="accent6">
                        <a:lumMod val="75000"/>
                      </a:schemeClr>
                    </a:solidFill>
                    <a:latin typeface="나눔고딕 ExtraBold" panose="020D0904000000000000" pitchFamily="50" charset="-127"/>
                    <a:ea typeface="나눔고딕 ExtraBold" panose="020D0904000000000000" pitchFamily="50" charset="-127"/>
                  </a:rPr>
                  <a:t>&gt;</a:t>
                </a:r>
                <a:endParaRPr lang="ko-KR" altLang="en-US" sz="3000" dirty="0">
                  <a:solidFill>
                    <a:schemeClr val="accent6">
                      <a:lumMod val="7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endParaRPr>
              </a:p>
            </p:txBody>
          </p:sp>
          <p:sp>
            <p:nvSpPr>
              <p:cNvPr id="58" name="Rectangle 36"/>
              <p:cNvSpPr>
                <a:spLocks noChangeArrowheads="1"/>
              </p:cNvSpPr>
              <p:nvPr/>
            </p:nvSpPr>
            <p:spPr bwMode="auto">
              <a:xfrm>
                <a:off x="9817100" y="4801718"/>
                <a:ext cx="1588" cy="1588"/>
              </a:xfrm>
              <a:prstGeom prst="rect">
                <a:avLst/>
              </a:prstGeom>
              <a:solidFill>
                <a:srgbClr val="CED9D7"/>
              </a:solidFill>
              <a:ln w="0">
                <a:solidFill>
                  <a:srgbClr val="CED9D7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312" name="Freeform 57"/>
              <p:cNvSpPr>
                <a:spLocks noEditPoints="1"/>
              </p:cNvSpPr>
              <p:nvPr/>
            </p:nvSpPr>
            <p:spPr bwMode="auto">
              <a:xfrm>
                <a:off x="8345908" y="4352512"/>
                <a:ext cx="465441" cy="900000"/>
              </a:xfrm>
              <a:custGeom>
                <a:avLst/>
                <a:gdLst>
                  <a:gd name="T0" fmla="*/ 97 w 554"/>
                  <a:gd name="T1" fmla="*/ 1350 h 1483"/>
                  <a:gd name="T2" fmla="*/ 272 w 554"/>
                  <a:gd name="T3" fmla="*/ 924 h 1483"/>
                  <a:gd name="T4" fmla="*/ 307 w 554"/>
                  <a:gd name="T5" fmla="*/ 885 h 1483"/>
                  <a:gd name="T6" fmla="*/ 328 w 554"/>
                  <a:gd name="T7" fmla="*/ 806 h 1483"/>
                  <a:gd name="T8" fmla="*/ 288 w 554"/>
                  <a:gd name="T9" fmla="*/ 10 h 1483"/>
                  <a:gd name="T10" fmla="*/ 337 w 554"/>
                  <a:gd name="T11" fmla="*/ 47 h 1483"/>
                  <a:gd name="T12" fmla="*/ 388 w 554"/>
                  <a:gd name="T13" fmla="*/ 156 h 1483"/>
                  <a:gd name="T14" fmla="*/ 349 w 554"/>
                  <a:gd name="T15" fmla="*/ 196 h 1483"/>
                  <a:gd name="T16" fmla="*/ 333 w 554"/>
                  <a:gd name="T17" fmla="*/ 238 h 1483"/>
                  <a:gd name="T18" fmla="*/ 309 w 554"/>
                  <a:gd name="T19" fmla="*/ 266 h 1483"/>
                  <a:gd name="T20" fmla="*/ 277 w 554"/>
                  <a:gd name="T21" fmla="*/ 298 h 1483"/>
                  <a:gd name="T22" fmla="*/ 265 w 554"/>
                  <a:gd name="T23" fmla="*/ 342 h 1483"/>
                  <a:gd name="T24" fmla="*/ 291 w 554"/>
                  <a:gd name="T25" fmla="*/ 447 h 1483"/>
                  <a:gd name="T26" fmla="*/ 319 w 554"/>
                  <a:gd name="T27" fmla="*/ 491 h 1483"/>
                  <a:gd name="T28" fmla="*/ 423 w 554"/>
                  <a:gd name="T29" fmla="*/ 568 h 1483"/>
                  <a:gd name="T30" fmla="*/ 449 w 554"/>
                  <a:gd name="T31" fmla="*/ 589 h 1483"/>
                  <a:gd name="T32" fmla="*/ 554 w 554"/>
                  <a:gd name="T33" fmla="*/ 624 h 1483"/>
                  <a:gd name="T34" fmla="*/ 544 w 554"/>
                  <a:gd name="T35" fmla="*/ 652 h 1483"/>
                  <a:gd name="T36" fmla="*/ 521 w 554"/>
                  <a:gd name="T37" fmla="*/ 671 h 1483"/>
                  <a:gd name="T38" fmla="*/ 456 w 554"/>
                  <a:gd name="T39" fmla="*/ 659 h 1483"/>
                  <a:gd name="T40" fmla="*/ 393 w 554"/>
                  <a:gd name="T41" fmla="*/ 638 h 1483"/>
                  <a:gd name="T42" fmla="*/ 284 w 554"/>
                  <a:gd name="T43" fmla="*/ 591 h 1483"/>
                  <a:gd name="T44" fmla="*/ 272 w 554"/>
                  <a:gd name="T45" fmla="*/ 615 h 1483"/>
                  <a:gd name="T46" fmla="*/ 302 w 554"/>
                  <a:gd name="T47" fmla="*/ 657 h 1483"/>
                  <a:gd name="T48" fmla="*/ 456 w 554"/>
                  <a:gd name="T49" fmla="*/ 701 h 1483"/>
                  <a:gd name="T50" fmla="*/ 489 w 554"/>
                  <a:gd name="T51" fmla="*/ 792 h 1483"/>
                  <a:gd name="T52" fmla="*/ 370 w 554"/>
                  <a:gd name="T53" fmla="*/ 982 h 1483"/>
                  <a:gd name="T54" fmla="*/ 340 w 554"/>
                  <a:gd name="T55" fmla="*/ 996 h 1483"/>
                  <a:gd name="T56" fmla="*/ 340 w 554"/>
                  <a:gd name="T57" fmla="*/ 1036 h 1483"/>
                  <a:gd name="T58" fmla="*/ 351 w 554"/>
                  <a:gd name="T59" fmla="*/ 1071 h 1483"/>
                  <a:gd name="T60" fmla="*/ 361 w 554"/>
                  <a:gd name="T61" fmla="*/ 1110 h 1483"/>
                  <a:gd name="T62" fmla="*/ 365 w 554"/>
                  <a:gd name="T63" fmla="*/ 1159 h 1483"/>
                  <a:gd name="T64" fmla="*/ 274 w 554"/>
                  <a:gd name="T65" fmla="*/ 1110 h 1483"/>
                  <a:gd name="T66" fmla="*/ 237 w 554"/>
                  <a:gd name="T67" fmla="*/ 1073 h 1483"/>
                  <a:gd name="T68" fmla="*/ 223 w 554"/>
                  <a:gd name="T69" fmla="*/ 1131 h 1483"/>
                  <a:gd name="T70" fmla="*/ 225 w 554"/>
                  <a:gd name="T71" fmla="*/ 1362 h 1483"/>
                  <a:gd name="T72" fmla="*/ 256 w 554"/>
                  <a:gd name="T73" fmla="*/ 1385 h 1483"/>
                  <a:gd name="T74" fmla="*/ 298 w 554"/>
                  <a:gd name="T75" fmla="*/ 1411 h 1483"/>
                  <a:gd name="T76" fmla="*/ 326 w 554"/>
                  <a:gd name="T77" fmla="*/ 1446 h 1483"/>
                  <a:gd name="T78" fmla="*/ 260 w 554"/>
                  <a:gd name="T79" fmla="*/ 1481 h 1483"/>
                  <a:gd name="T80" fmla="*/ 191 w 554"/>
                  <a:gd name="T81" fmla="*/ 1476 h 1483"/>
                  <a:gd name="T82" fmla="*/ 151 w 554"/>
                  <a:gd name="T83" fmla="*/ 1462 h 1483"/>
                  <a:gd name="T84" fmla="*/ 111 w 554"/>
                  <a:gd name="T85" fmla="*/ 1464 h 1483"/>
                  <a:gd name="T86" fmla="*/ 79 w 554"/>
                  <a:gd name="T87" fmla="*/ 1427 h 1483"/>
                  <a:gd name="T88" fmla="*/ 88 w 554"/>
                  <a:gd name="T89" fmla="*/ 1350 h 1483"/>
                  <a:gd name="T90" fmla="*/ 97 w 554"/>
                  <a:gd name="T91" fmla="*/ 1299 h 1483"/>
                  <a:gd name="T92" fmla="*/ 102 w 554"/>
                  <a:gd name="T93" fmla="*/ 1076 h 1483"/>
                  <a:gd name="T94" fmla="*/ 107 w 554"/>
                  <a:gd name="T95" fmla="*/ 996 h 1483"/>
                  <a:gd name="T96" fmla="*/ 76 w 554"/>
                  <a:gd name="T97" fmla="*/ 850 h 1483"/>
                  <a:gd name="T98" fmla="*/ 56 w 554"/>
                  <a:gd name="T99" fmla="*/ 810 h 1483"/>
                  <a:gd name="T100" fmla="*/ 14 w 554"/>
                  <a:gd name="T101" fmla="*/ 813 h 1483"/>
                  <a:gd name="T102" fmla="*/ 4 w 554"/>
                  <a:gd name="T103" fmla="*/ 789 h 1483"/>
                  <a:gd name="T104" fmla="*/ 11 w 554"/>
                  <a:gd name="T105" fmla="*/ 759 h 1483"/>
                  <a:gd name="T106" fmla="*/ 39 w 554"/>
                  <a:gd name="T107" fmla="*/ 682 h 1483"/>
                  <a:gd name="T108" fmla="*/ 23 w 554"/>
                  <a:gd name="T109" fmla="*/ 631 h 1483"/>
                  <a:gd name="T110" fmla="*/ 21 w 554"/>
                  <a:gd name="T111" fmla="*/ 561 h 1483"/>
                  <a:gd name="T112" fmla="*/ 60 w 554"/>
                  <a:gd name="T113" fmla="*/ 340 h 1483"/>
                  <a:gd name="T114" fmla="*/ 146 w 554"/>
                  <a:gd name="T115" fmla="*/ 233 h 1483"/>
                  <a:gd name="T116" fmla="*/ 163 w 554"/>
                  <a:gd name="T117" fmla="*/ 147 h 1483"/>
                  <a:gd name="T118" fmla="*/ 205 w 554"/>
                  <a:gd name="T119" fmla="*/ 35 h 1483"/>
                  <a:gd name="T120" fmla="*/ 242 w 554"/>
                  <a:gd name="T121" fmla="*/ 17 h 1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54" h="1483">
                    <a:moveTo>
                      <a:pt x="90" y="1350"/>
                    </a:moveTo>
                    <a:lnTo>
                      <a:pt x="90" y="1350"/>
                    </a:lnTo>
                    <a:lnTo>
                      <a:pt x="93" y="1357"/>
                    </a:lnTo>
                    <a:lnTo>
                      <a:pt x="93" y="1355"/>
                    </a:lnTo>
                    <a:lnTo>
                      <a:pt x="90" y="1350"/>
                    </a:lnTo>
                    <a:close/>
                    <a:moveTo>
                      <a:pt x="97" y="1348"/>
                    </a:moveTo>
                    <a:lnTo>
                      <a:pt x="97" y="1348"/>
                    </a:lnTo>
                    <a:lnTo>
                      <a:pt x="97" y="1350"/>
                    </a:lnTo>
                    <a:lnTo>
                      <a:pt x="97" y="1350"/>
                    </a:lnTo>
                    <a:lnTo>
                      <a:pt x="97" y="1348"/>
                    </a:lnTo>
                    <a:close/>
                    <a:moveTo>
                      <a:pt x="270" y="803"/>
                    </a:moveTo>
                    <a:lnTo>
                      <a:pt x="260" y="875"/>
                    </a:lnTo>
                    <a:lnTo>
                      <a:pt x="256" y="950"/>
                    </a:lnTo>
                    <a:lnTo>
                      <a:pt x="260" y="943"/>
                    </a:lnTo>
                    <a:lnTo>
                      <a:pt x="267" y="938"/>
                    </a:lnTo>
                    <a:lnTo>
                      <a:pt x="267" y="934"/>
                    </a:lnTo>
                    <a:lnTo>
                      <a:pt x="270" y="929"/>
                    </a:lnTo>
                    <a:lnTo>
                      <a:pt x="272" y="924"/>
                    </a:lnTo>
                    <a:lnTo>
                      <a:pt x="274" y="922"/>
                    </a:lnTo>
                    <a:lnTo>
                      <a:pt x="277" y="920"/>
                    </a:lnTo>
                    <a:lnTo>
                      <a:pt x="281" y="915"/>
                    </a:lnTo>
                    <a:lnTo>
                      <a:pt x="284" y="913"/>
                    </a:lnTo>
                    <a:lnTo>
                      <a:pt x="286" y="910"/>
                    </a:lnTo>
                    <a:lnTo>
                      <a:pt x="288" y="908"/>
                    </a:lnTo>
                    <a:lnTo>
                      <a:pt x="295" y="896"/>
                    </a:lnTo>
                    <a:lnTo>
                      <a:pt x="305" y="887"/>
                    </a:lnTo>
                    <a:lnTo>
                      <a:pt x="307" y="885"/>
                    </a:lnTo>
                    <a:lnTo>
                      <a:pt x="309" y="882"/>
                    </a:lnTo>
                    <a:lnTo>
                      <a:pt x="312" y="875"/>
                    </a:lnTo>
                    <a:lnTo>
                      <a:pt x="316" y="868"/>
                    </a:lnTo>
                    <a:lnTo>
                      <a:pt x="344" y="817"/>
                    </a:lnTo>
                    <a:lnTo>
                      <a:pt x="347" y="813"/>
                    </a:lnTo>
                    <a:lnTo>
                      <a:pt x="347" y="808"/>
                    </a:lnTo>
                    <a:lnTo>
                      <a:pt x="340" y="806"/>
                    </a:lnTo>
                    <a:lnTo>
                      <a:pt x="335" y="806"/>
                    </a:lnTo>
                    <a:lnTo>
                      <a:pt x="328" y="806"/>
                    </a:lnTo>
                    <a:lnTo>
                      <a:pt x="302" y="808"/>
                    </a:lnTo>
                    <a:lnTo>
                      <a:pt x="277" y="806"/>
                    </a:lnTo>
                    <a:lnTo>
                      <a:pt x="270" y="803"/>
                    </a:lnTo>
                    <a:close/>
                    <a:moveTo>
                      <a:pt x="263" y="0"/>
                    </a:moveTo>
                    <a:lnTo>
                      <a:pt x="270" y="3"/>
                    </a:lnTo>
                    <a:lnTo>
                      <a:pt x="279" y="5"/>
                    </a:lnTo>
                    <a:lnTo>
                      <a:pt x="281" y="5"/>
                    </a:lnTo>
                    <a:lnTo>
                      <a:pt x="286" y="7"/>
                    </a:lnTo>
                    <a:lnTo>
                      <a:pt x="288" y="10"/>
                    </a:lnTo>
                    <a:lnTo>
                      <a:pt x="293" y="12"/>
                    </a:lnTo>
                    <a:lnTo>
                      <a:pt x="298" y="12"/>
                    </a:lnTo>
                    <a:lnTo>
                      <a:pt x="302" y="14"/>
                    </a:lnTo>
                    <a:lnTo>
                      <a:pt x="307" y="19"/>
                    </a:lnTo>
                    <a:lnTo>
                      <a:pt x="314" y="24"/>
                    </a:lnTo>
                    <a:lnTo>
                      <a:pt x="321" y="28"/>
                    </a:lnTo>
                    <a:lnTo>
                      <a:pt x="321" y="31"/>
                    </a:lnTo>
                    <a:lnTo>
                      <a:pt x="330" y="37"/>
                    </a:lnTo>
                    <a:lnTo>
                      <a:pt x="337" y="47"/>
                    </a:lnTo>
                    <a:lnTo>
                      <a:pt x="347" y="54"/>
                    </a:lnTo>
                    <a:lnTo>
                      <a:pt x="356" y="65"/>
                    </a:lnTo>
                    <a:lnTo>
                      <a:pt x="370" y="77"/>
                    </a:lnTo>
                    <a:lnTo>
                      <a:pt x="379" y="91"/>
                    </a:lnTo>
                    <a:lnTo>
                      <a:pt x="381" y="98"/>
                    </a:lnTo>
                    <a:lnTo>
                      <a:pt x="388" y="114"/>
                    </a:lnTo>
                    <a:lnTo>
                      <a:pt x="393" y="124"/>
                    </a:lnTo>
                    <a:lnTo>
                      <a:pt x="393" y="126"/>
                    </a:lnTo>
                    <a:lnTo>
                      <a:pt x="388" y="156"/>
                    </a:lnTo>
                    <a:lnTo>
                      <a:pt x="381" y="161"/>
                    </a:lnTo>
                    <a:lnTo>
                      <a:pt x="379" y="161"/>
                    </a:lnTo>
                    <a:lnTo>
                      <a:pt x="379" y="159"/>
                    </a:lnTo>
                    <a:lnTo>
                      <a:pt x="379" y="156"/>
                    </a:lnTo>
                    <a:lnTo>
                      <a:pt x="377" y="152"/>
                    </a:lnTo>
                    <a:lnTo>
                      <a:pt x="372" y="154"/>
                    </a:lnTo>
                    <a:lnTo>
                      <a:pt x="358" y="182"/>
                    </a:lnTo>
                    <a:lnTo>
                      <a:pt x="354" y="191"/>
                    </a:lnTo>
                    <a:lnTo>
                      <a:pt x="349" y="196"/>
                    </a:lnTo>
                    <a:lnTo>
                      <a:pt x="344" y="200"/>
                    </a:lnTo>
                    <a:lnTo>
                      <a:pt x="344" y="207"/>
                    </a:lnTo>
                    <a:lnTo>
                      <a:pt x="342" y="214"/>
                    </a:lnTo>
                    <a:lnTo>
                      <a:pt x="344" y="221"/>
                    </a:lnTo>
                    <a:lnTo>
                      <a:pt x="344" y="231"/>
                    </a:lnTo>
                    <a:lnTo>
                      <a:pt x="344" y="235"/>
                    </a:lnTo>
                    <a:lnTo>
                      <a:pt x="344" y="238"/>
                    </a:lnTo>
                    <a:lnTo>
                      <a:pt x="340" y="238"/>
                    </a:lnTo>
                    <a:lnTo>
                      <a:pt x="333" y="238"/>
                    </a:lnTo>
                    <a:lnTo>
                      <a:pt x="328" y="240"/>
                    </a:lnTo>
                    <a:lnTo>
                      <a:pt x="323" y="242"/>
                    </a:lnTo>
                    <a:lnTo>
                      <a:pt x="321" y="245"/>
                    </a:lnTo>
                    <a:lnTo>
                      <a:pt x="316" y="252"/>
                    </a:lnTo>
                    <a:lnTo>
                      <a:pt x="316" y="254"/>
                    </a:lnTo>
                    <a:lnTo>
                      <a:pt x="314" y="259"/>
                    </a:lnTo>
                    <a:lnTo>
                      <a:pt x="312" y="261"/>
                    </a:lnTo>
                    <a:lnTo>
                      <a:pt x="309" y="263"/>
                    </a:lnTo>
                    <a:lnTo>
                      <a:pt x="309" y="266"/>
                    </a:lnTo>
                    <a:lnTo>
                      <a:pt x="307" y="275"/>
                    </a:lnTo>
                    <a:lnTo>
                      <a:pt x="300" y="280"/>
                    </a:lnTo>
                    <a:lnTo>
                      <a:pt x="295" y="284"/>
                    </a:lnTo>
                    <a:lnTo>
                      <a:pt x="288" y="287"/>
                    </a:lnTo>
                    <a:lnTo>
                      <a:pt x="281" y="287"/>
                    </a:lnTo>
                    <a:lnTo>
                      <a:pt x="277" y="287"/>
                    </a:lnTo>
                    <a:lnTo>
                      <a:pt x="274" y="287"/>
                    </a:lnTo>
                    <a:lnTo>
                      <a:pt x="277" y="291"/>
                    </a:lnTo>
                    <a:lnTo>
                      <a:pt x="277" y="298"/>
                    </a:lnTo>
                    <a:lnTo>
                      <a:pt x="277" y="303"/>
                    </a:lnTo>
                    <a:lnTo>
                      <a:pt x="279" y="307"/>
                    </a:lnTo>
                    <a:lnTo>
                      <a:pt x="284" y="312"/>
                    </a:lnTo>
                    <a:lnTo>
                      <a:pt x="286" y="314"/>
                    </a:lnTo>
                    <a:lnTo>
                      <a:pt x="284" y="319"/>
                    </a:lnTo>
                    <a:lnTo>
                      <a:pt x="281" y="321"/>
                    </a:lnTo>
                    <a:lnTo>
                      <a:pt x="274" y="324"/>
                    </a:lnTo>
                    <a:lnTo>
                      <a:pt x="267" y="340"/>
                    </a:lnTo>
                    <a:lnTo>
                      <a:pt x="265" y="342"/>
                    </a:lnTo>
                    <a:lnTo>
                      <a:pt x="263" y="366"/>
                    </a:lnTo>
                    <a:lnTo>
                      <a:pt x="265" y="389"/>
                    </a:lnTo>
                    <a:lnTo>
                      <a:pt x="265" y="391"/>
                    </a:lnTo>
                    <a:lnTo>
                      <a:pt x="267" y="396"/>
                    </a:lnTo>
                    <a:lnTo>
                      <a:pt x="272" y="408"/>
                    </a:lnTo>
                    <a:lnTo>
                      <a:pt x="279" y="417"/>
                    </a:lnTo>
                    <a:lnTo>
                      <a:pt x="284" y="429"/>
                    </a:lnTo>
                    <a:lnTo>
                      <a:pt x="288" y="440"/>
                    </a:lnTo>
                    <a:lnTo>
                      <a:pt x="291" y="447"/>
                    </a:lnTo>
                    <a:lnTo>
                      <a:pt x="293" y="452"/>
                    </a:lnTo>
                    <a:lnTo>
                      <a:pt x="295" y="461"/>
                    </a:lnTo>
                    <a:lnTo>
                      <a:pt x="298" y="468"/>
                    </a:lnTo>
                    <a:lnTo>
                      <a:pt x="300" y="475"/>
                    </a:lnTo>
                    <a:lnTo>
                      <a:pt x="305" y="480"/>
                    </a:lnTo>
                    <a:lnTo>
                      <a:pt x="309" y="487"/>
                    </a:lnTo>
                    <a:lnTo>
                      <a:pt x="312" y="489"/>
                    </a:lnTo>
                    <a:lnTo>
                      <a:pt x="316" y="489"/>
                    </a:lnTo>
                    <a:lnTo>
                      <a:pt x="319" y="491"/>
                    </a:lnTo>
                    <a:lnTo>
                      <a:pt x="330" y="494"/>
                    </a:lnTo>
                    <a:lnTo>
                      <a:pt x="342" y="501"/>
                    </a:lnTo>
                    <a:lnTo>
                      <a:pt x="349" y="505"/>
                    </a:lnTo>
                    <a:lnTo>
                      <a:pt x="354" y="510"/>
                    </a:lnTo>
                    <a:lnTo>
                      <a:pt x="374" y="536"/>
                    </a:lnTo>
                    <a:lnTo>
                      <a:pt x="377" y="538"/>
                    </a:lnTo>
                    <a:lnTo>
                      <a:pt x="400" y="552"/>
                    </a:lnTo>
                    <a:lnTo>
                      <a:pt x="412" y="561"/>
                    </a:lnTo>
                    <a:lnTo>
                      <a:pt x="423" y="568"/>
                    </a:lnTo>
                    <a:lnTo>
                      <a:pt x="426" y="570"/>
                    </a:lnTo>
                    <a:lnTo>
                      <a:pt x="430" y="573"/>
                    </a:lnTo>
                    <a:lnTo>
                      <a:pt x="433" y="575"/>
                    </a:lnTo>
                    <a:lnTo>
                      <a:pt x="435" y="575"/>
                    </a:lnTo>
                    <a:lnTo>
                      <a:pt x="437" y="577"/>
                    </a:lnTo>
                    <a:lnTo>
                      <a:pt x="440" y="580"/>
                    </a:lnTo>
                    <a:lnTo>
                      <a:pt x="442" y="584"/>
                    </a:lnTo>
                    <a:lnTo>
                      <a:pt x="444" y="587"/>
                    </a:lnTo>
                    <a:lnTo>
                      <a:pt x="449" y="589"/>
                    </a:lnTo>
                    <a:lnTo>
                      <a:pt x="500" y="596"/>
                    </a:lnTo>
                    <a:lnTo>
                      <a:pt x="507" y="596"/>
                    </a:lnTo>
                    <a:lnTo>
                      <a:pt x="514" y="596"/>
                    </a:lnTo>
                    <a:lnTo>
                      <a:pt x="519" y="598"/>
                    </a:lnTo>
                    <a:lnTo>
                      <a:pt x="526" y="601"/>
                    </a:lnTo>
                    <a:lnTo>
                      <a:pt x="535" y="603"/>
                    </a:lnTo>
                    <a:lnTo>
                      <a:pt x="542" y="610"/>
                    </a:lnTo>
                    <a:lnTo>
                      <a:pt x="549" y="617"/>
                    </a:lnTo>
                    <a:lnTo>
                      <a:pt x="554" y="624"/>
                    </a:lnTo>
                    <a:lnTo>
                      <a:pt x="554" y="629"/>
                    </a:lnTo>
                    <a:lnTo>
                      <a:pt x="554" y="631"/>
                    </a:lnTo>
                    <a:lnTo>
                      <a:pt x="551" y="633"/>
                    </a:lnTo>
                    <a:lnTo>
                      <a:pt x="549" y="636"/>
                    </a:lnTo>
                    <a:lnTo>
                      <a:pt x="547" y="638"/>
                    </a:lnTo>
                    <a:lnTo>
                      <a:pt x="547" y="643"/>
                    </a:lnTo>
                    <a:lnTo>
                      <a:pt x="547" y="645"/>
                    </a:lnTo>
                    <a:lnTo>
                      <a:pt x="547" y="650"/>
                    </a:lnTo>
                    <a:lnTo>
                      <a:pt x="544" y="652"/>
                    </a:lnTo>
                    <a:lnTo>
                      <a:pt x="542" y="652"/>
                    </a:lnTo>
                    <a:lnTo>
                      <a:pt x="537" y="654"/>
                    </a:lnTo>
                    <a:lnTo>
                      <a:pt x="537" y="659"/>
                    </a:lnTo>
                    <a:lnTo>
                      <a:pt x="535" y="661"/>
                    </a:lnTo>
                    <a:lnTo>
                      <a:pt x="533" y="664"/>
                    </a:lnTo>
                    <a:lnTo>
                      <a:pt x="530" y="666"/>
                    </a:lnTo>
                    <a:lnTo>
                      <a:pt x="528" y="666"/>
                    </a:lnTo>
                    <a:lnTo>
                      <a:pt x="523" y="666"/>
                    </a:lnTo>
                    <a:lnTo>
                      <a:pt x="521" y="671"/>
                    </a:lnTo>
                    <a:lnTo>
                      <a:pt x="516" y="673"/>
                    </a:lnTo>
                    <a:lnTo>
                      <a:pt x="512" y="675"/>
                    </a:lnTo>
                    <a:lnTo>
                      <a:pt x="507" y="673"/>
                    </a:lnTo>
                    <a:lnTo>
                      <a:pt x="503" y="671"/>
                    </a:lnTo>
                    <a:lnTo>
                      <a:pt x="500" y="671"/>
                    </a:lnTo>
                    <a:lnTo>
                      <a:pt x="477" y="666"/>
                    </a:lnTo>
                    <a:lnTo>
                      <a:pt x="472" y="664"/>
                    </a:lnTo>
                    <a:lnTo>
                      <a:pt x="465" y="661"/>
                    </a:lnTo>
                    <a:lnTo>
                      <a:pt x="456" y="659"/>
                    </a:lnTo>
                    <a:lnTo>
                      <a:pt x="447" y="657"/>
                    </a:lnTo>
                    <a:lnTo>
                      <a:pt x="435" y="654"/>
                    </a:lnTo>
                    <a:lnTo>
                      <a:pt x="428" y="652"/>
                    </a:lnTo>
                    <a:lnTo>
                      <a:pt x="421" y="652"/>
                    </a:lnTo>
                    <a:lnTo>
                      <a:pt x="416" y="652"/>
                    </a:lnTo>
                    <a:lnTo>
                      <a:pt x="412" y="650"/>
                    </a:lnTo>
                    <a:lnTo>
                      <a:pt x="405" y="645"/>
                    </a:lnTo>
                    <a:lnTo>
                      <a:pt x="398" y="640"/>
                    </a:lnTo>
                    <a:lnTo>
                      <a:pt x="393" y="638"/>
                    </a:lnTo>
                    <a:lnTo>
                      <a:pt x="384" y="631"/>
                    </a:lnTo>
                    <a:lnTo>
                      <a:pt x="384" y="631"/>
                    </a:lnTo>
                    <a:lnTo>
                      <a:pt x="374" y="626"/>
                    </a:lnTo>
                    <a:lnTo>
                      <a:pt x="365" y="624"/>
                    </a:lnTo>
                    <a:lnTo>
                      <a:pt x="356" y="619"/>
                    </a:lnTo>
                    <a:lnTo>
                      <a:pt x="347" y="617"/>
                    </a:lnTo>
                    <a:lnTo>
                      <a:pt x="316" y="608"/>
                    </a:lnTo>
                    <a:lnTo>
                      <a:pt x="286" y="594"/>
                    </a:lnTo>
                    <a:lnTo>
                      <a:pt x="284" y="591"/>
                    </a:lnTo>
                    <a:lnTo>
                      <a:pt x="284" y="591"/>
                    </a:lnTo>
                    <a:lnTo>
                      <a:pt x="281" y="591"/>
                    </a:lnTo>
                    <a:lnTo>
                      <a:pt x="284" y="596"/>
                    </a:lnTo>
                    <a:lnTo>
                      <a:pt x="281" y="601"/>
                    </a:lnTo>
                    <a:lnTo>
                      <a:pt x="279" y="605"/>
                    </a:lnTo>
                    <a:lnTo>
                      <a:pt x="279" y="608"/>
                    </a:lnTo>
                    <a:lnTo>
                      <a:pt x="277" y="610"/>
                    </a:lnTo>
                    <a:lnTo>
                      <a:pt x="274" y="612"/>
                    </a:lnTo>
                    <a:lnTo>
                      <a:pt x="272" y="615"/>
                    </a:lnTo>
                    <a:lnTo>
                      <a:pt x="267" y="615"/>
                    </a:lnTo>
                    <a:lnTo>
                      <a:pt x="265" y="617"/>
                    </a:lnTo>
                    <a:lnTo>
                      <a:pt x="263" y="619"/>
                    </a:lnTo>
                    <a:lnTo>
                      <a:pt x="274" y="652"/>
                    </a:lnTo>
                    <a:lnTo>
                      <a:pt x="286" y="657"/>
                    </a:lnTo>
                    <a:lnTo>
                      <a:pt x="288" y="657"/>
                    </a:lnTo>
                    <a:lnTo>
                      <a:pt x="291" y="657"/>
                    </a:lnTo>
                    <a:lnTo>
                      <a:pt x="295" y="654"/>
                    </a:lnTo>
                    <a:lnTo>
                      <a:pt x="302" y="657"/>
                    </a:lnTo>
                    <a:lnTo>
                      <a:pt x="309" y="661"/>
                    </a:lnTo>
                    <a:lnTo>
                      <a:pt x="319" y="664"/>
                    </a:lnTo>
                    <a:lnTo>
                      <a:pt x="328" y="664"/>
                    </a:lnTo>
                    <a:lnTo>
                      <a:pt x="330" y="666"/>
                    </a:lnTo>
                    <a:lnTo>
                      <a:pt x="337" y="668"/>
                    </a:lnTo>
                    <a:lnTo>
                      <a:pt x="344" y="671"/>
                    </a:lnTo>
                    <a:lnTo>
                      <a:pt x="351" y="671"/>
                    </a:lnTo>
                    <a:lnTo>
                      <a:pt x="407" y="685"/>
                    </a:lnTo>
                    <a:lnTo>
                      <a:pt x="456" y="701"/>
                    </a:lnTo>
                    <a:lnTo>
                      <a:pt x="465" y="705"/>
                    </a:lnTo>
                    <a:lnTo>
                      <a:pt x="475" y="710"/>
                    </a:lnTo>
                    <a:lnTo>
                      <a:pt x="482" y="715"/>
                    </a:lnTo>
                    <a:lnTo>
                      <a:pt x="486" y="722"/>
                    </a:lnTo>
                    <a:lnTo>
                      <a:pt x="489" y="729"/>
                    </a:lnTo>
                    <a:lnTo>
                      <a:pt x="496" y="752"/>
                    </a:lnTo>
                    <a:lnTo>
                      <a:pt x="496" y="773"/>
                    </a:lnTo>
                    <a:lnTo>
                      <a:pt x="493" y="782"/>
                    </a:lnTo>
                    <a:lnTo>
                      <a:pt x="489" y="792"/>
                    </a:lnTo>
                    <a:lnTo>
                      <a:pt x="486" y="799"/>
                    </a:lnTo>
                    <a:lnTo>
                      <a:pt x="456" y="854"/>
                    </a:lnTo>
                    <a:lnTo>
                      <a:pt x="433" y="894"/>
                    </a:lnTo>
                    <a:lnTo>
                      <a:pt x="405" y="931"/>
                    </a:lnTo>
                    <a:lnTo>
                      <a:pt x="391" y="948"/>
                    </a:lnTo>
                    <a:lnTo>
                      <a:pt x="379" y="966"/>
                    </a:lnTo>
                    <a:lnTo>
                      <a:pt x="374" y="971"/>
                    </a:lnTo>
                    <a:lnTo>
                      <a:pt x="372" y="978"/>
                    </a:lnTo>
                    <a:lnTo>
                      <a:pt x="370" y="982"/>
                    </a:lnTo>
                    <a:lnTo>
                      <a:pt x="365" y="985"/>
                    </a:lnTo>
                    <a:lnTo>
                      <a:pt x="361" y="985"/>
                    </a:lnTo>
                    <a:lnTo>
                      <a:pt x="337" y="989"/>
                    </a:lnTo>
                    <a:lnTo>
                      <a:pt x="335" y="989"/>
                    </a:lnTo>
                    <a:lnTo>
                      <a:pt x="333" y="989"/>
                    </a:lnTo>
                    <a:lnTo>
                      <a:pt x="330" y="992"/>
                    </a:lnTo>
                    <a:lnTo>
                      <a:pt x="335" y="994"/>
                    </a:lnTo>
                    <a:lnTo>
                      <a:pt x="337" y="996"/>
                    </a:lnTo>
                    <a:lnTo>
                      <a:pt x="340" y="996"/>
                    </a:lnTo>
                    <a:lnTo>
                      <a:pt x="342" y="1001"/>
                    </a:lnTo>
                    <a:lnTo>
                      <a:pt x="342" y="1003"/>
                    </a:lnTo>
                    <a:lnTo>
                      <a:pt x="340" y="1008"/>
                    </a:lnTo>
                    <a:lnTo>
                      <a:pt x="335" y="1010"/>
                    </a:lnTo>
                    <a:lnTo>
                      <a:pt x="333" y="1015"/>
                    </a:lnTo>
                    <a:lnTo>
                      <a:pt x="337" y="1020"/>
                    </a:lnTo>
                    <a:lnTo>
                      <a:pt x="337" y="1027"/>
                    </a:lnTo>
                    <a:lnTo>
                      <a:pt x="340" y="1031"/>
                    </a:lnTo>
                    <a:lnTo>
                      <a:pt x="340" y="1036"/>
                    </a:lnTo>
                    <a:lnTo>
                      <a:pt x="337" y="1041"/>
                    </a:lnTo>
                    <a:lnTo>
                      <a:pt x="337" y="1043"/>
                    </a:lnTo>
                    <a:lnTo>
                      <a:pt x="335" y="1045"/>
                    </a:lnTo>
                    <a:lnTo>
                      <a:pt x="335" y="1048"/>
                    </a:lnTo>
                    <a:lnTo>
                      <a:pt x="337" y="1052"/>
                    </a:lnTo>
                    <a:lnTo>
                      <a:pt x="342" y="1057"/>
                    </a:lnTo>
                    <a:lnTo>
                      <a:pt x="347" y="1062"/>
                    </a:lnTo>
                    <a:lnTo>
                      <a:pt x="349" y="1066"/>
                    </a:lnTo>
                    <a:lnTo>
                      <a:pt x="351" y="1071"/>
                    </a:lnTo>
                    <a:lnTo>
                      <a:pt x="349" y="1078"/>
                    </a:lnTo>
                    <a:lnTo>
                      <a:pt x="347" y="1083"/>
                    </a:lnTo>
                    <a:lnTo>
                      <a:pt x="347" y="1085"/>
                    </a:lnTo>
                    <a:lnTo>
                      <a:pt x="347" y="1090"/>
                    </a:lnTo>
                    <a:lnTo>
                      <a:pt x="349" y="1092"/>
                    </a:lnTo>
                    <a:lnTo>
                      <a:pt x="351" y="1096"/>
                    </a:lnTo>
                    <a:lnTo>
                      <a:pt x="354" y="1101"/>
                    </a:lnTo>
                    <a:lnTo>
                      <a:pt x="356" y="1106"/>
                    </a:lnTo>
                    <a:lnTo>
                      <a:pt x="361" y="1110"/>
                    </a:lnTo>
                    <a:lnTo>
                      <a:pt x="367" y="1117"/>
                    </a:lnTo>
                    <a:lnTo>
                      <a:pt x="372" y="1124"/>
                    </a:lnTo>
                    <a:lnTo>
                      <a:pt x="377" y="1131"/>
                    </a:lnTo>
                    <a:lnTo>
                      <a:pt x="379" y="1136"/>
                    </a:lnTo>
                    <a:lnTo>
                      <a:pt x="379" y="1143"/>
                    </a:lnTo>
                    <a:lnTo>
                      <a:pt x="379" y="1150"/>
                    </a:lnTo>
                    <a:lnTo>
                      <a:pt x="374" y="1155"/>
                    </a:lnTo>
                    <a:lnTo>
                      <a:pt x="370" y="1157"/>
                    </a:lnTo>
                    <a:lnTo>
                      <a:pt x="365" y="1159"/>
                    </a:lnTo>
                    <a:lnTo>
                      <a:pt x="358" y="1157"/>
                    </a:lnTo>
                    <a:lnTo>
                      <a:pt x="351" y="1157"/>
                    </a:lnTo>
                    <a:lnTo>
                      <a:pt x="340" y="1150"/>
                    </a:lnTo>
                    <a:lnTo>
                      <a:pt x="328" y="1145"/>
                    </a:lnTo>
                    <a:lnTo>
                      <a:pt x="321" y="1143"/>
                    </a:lnTo>
                    <a:lnTo>
                      <a:pt x="300" y="1131"/>
                    </a:lnTo>
                    <a:lnTo>
                      <a:pt x="281" y="1117"/>
                    </a:lnTo>
                    <a:lnTo>
                      <a:pt x="277" y="1113"/>
                    </a:lnTo>
                    <a:lnTo>
                      <a:pt x="274" y="1110"/>
                    </a:lnTo>
                    <a:lnTo>
                      <a:pt x="256" y="1094"/>
                    </a:lnTo>
                    <a:lnTo>
                      <a:pt x="258" y="1092"/>
                    </a:lnTo>
                    <a:lnTo>
                      <a:pt x="258" y="1087"/>
                    </a:lnTo>
                    <a:lnTo>
                      <a:pt x="256" y="1085"/>
                    </a:lnTo>
                    <a:lnTo>
                      <a:pt x="246" y="1076"/>
                    </a:lnTo>
                    <a:lnTo>
                      <a:pt x="244" y="1076"/>
                    </a:lnTo>
                    <a:lnTo>
                      <a:pt x="244" y="1073"/>
                    </a:lnTo>
                    <a:lnTo>
                      <a:pt x="242" y="1076"/>
                    </a:lnTo>
                    <a:lnTo>
                      <a:pt x="237" y="1073"/>
                    </a:lnTo>
                    <a:lnTo>
                      <a:pt x="235" y="1073"/>
                    </a:lnTo>
                    <a:lnTo>
                      <a:pt x="232" y="1071"/>
                    </a:lnTo>
                    <a:lnTo>
                      <a:pt x="230" y="1076"/>
                    </a:lnTo>
                    <a:lnTo>
                      <a:pt x="228" y="1080"/>
                    </a:lnTo>
                    <a:lnTo>
                      <a:pt x="225" y="1087"/>
                    </a:lnTo>
                    <a:lnTo>
                      <a:pt x="223" y="1096"/>
                    </a:lnTo>
                    <a:lnTo>
                      <a:pt x="223" y="1106"/>
                    </a:lnTo>
                    <a:lnTo>
                      <a:pt x="223" y="1117"/>
                    </a:lnTo>
                    <a:lnTo>
                      <a:pt x="223" y="1131"/>
                    </a:lnTo>
                    <a:lnTo>
                      <a:pt x="223" y="1190"/>
                    </a:lnTo>
                    <a:lnTo>
                      <a:pt x="225" y="1231"/>
                    </a:lnTo>
                    <a:lnTo>
                      <a:pt x="225" y="1269"/>
                    </a:lnTo>
                    <a:lnTo>
                      <a:pt x="225" y="1308"/>
                    </a:lnTo>
                    <a:lnTo>
                      <a:pt x="223" y="1348"/>
                    </a:lnTo>
                    <a:lnTo>
                      <a:pt x="223" y="1350"/>
                    </a:lnTo>
                    <a:lnTo>
                      <a:pt x="223" y="1353"/>
                    </a:lnTo>
                    <a:lnTo>
                      <a:pt x="225" y="1357"/>
                    </a:lnTo>
                    <a:lnTo>
                      <a:pt x="225" y="1362"/>
                    </a:lnTo>
                    <a:lnTo>
                      <a:pt x="223" y="1366"/>
                    </a:lnTo>
                    <a:lnTo>
                      <a:pt x="223" y="1369"/>
                    </a:lnTo>
                    <a:lnTo>
                      <a:pt x="223" y="1371"/>
                    </a:lnTo>
                    <a:lnTo>
                      <a:pt x="225" y="1371"/>
                    </a:lnTo>
                    <a:lnTo>
                      <a:pt x="232" y="1371"/>
                    </a:lnTo>
                    <a:lnTo>
                      <a:pt x="239" y="1373"/>
                    </a:lnTo>
                    <a:lnTo>
                      <a:pt x="244" y="1376"/>
                    </a:lnTo>
                    <a:lnTo>
                      <a:pt x="251" y="1380"/>
                    </a:lnTo>
                    <a:lnTo>
                      <a:pt x="256" y="1385"/>
                    </a:lnTo>
                    <a:lnTo>
                      <a:pt x="256" y="1390"/>
                    </a:lnTo>
                    <a:lnTo>
                      <a:pt x="256" y="1390"/>
                    </a:lnTo>
                    <a:lnTo>
                      <a:pt x="265" y="1394"/>
                    </a:lnTo>
                    <a:lnTo>
                      <a:pt x="267" y="1394"/>
                    </a:lnTo>
                    <a:lnTo>
                      <a:pt x="270" y="1397"/>
                    </a:lnTo>
                    <a:lnTo>
                      <a:pt x="274" y="1399"/>
                    </a:lnTo>
                    <a:lnTo>
                      <a:pt x="279" y="1401"/>
                    </a:lnTo>
                    <a:lnTo>
                      <a:pt x="284" y="1404"/>
                    </a:lnTo>
                    <a:lnTo>
                      <a:pt x="298" y="1411"/>
                    </a:lnTo>
                    <a:lnTo>
                      <a:pt x="312" y="1418"/>
                    </a:lnTo>
                    <a:lnTo>
                      <a:pt x="316" y="1422"/>
                    </a:lnTo>
                    <a:lnTo>
                      <a:pt x="319" y="1425"/>
                    </a:lnTo>
                    <a:lnTo>
                      <a:pt x="321" y="1427"/>
                    </a:lnTo>
                    <a:lnTo>
                      <a:pt x="323" y="1427"/>
                    </a:lnTo>
                    <a:lnTo>
                      <a:pt x="323" y="1429"/>
                    </a:lnTo>
                    <a:lnTo>
                      <a:pt x="326" y="1436"/>
                    </a:lnTo>
                    <a:lnTo>
                      <a:pt x="326" y="1441"/>
                    </a:lnTo>
                    <a:lnTo>
                      <a:pt x="326" y="1446"/>
                    </a:lnTo>
                    <a:lnTo>
                      <a:pt x="321" y="1455"/>
                    </a:lnTo>
                    <a:lnTo>
                      <a:pt x="314" y="1462"/>
                    </a:lnTo>
                    <a:lnTo>
                      <a:pt x="307" y="1467"/>
                    </a:lnTo>
                    <a:lnTo>
                      <a:pt x="300" y="1471"/>
                    </a:lnTo>
                    <a:lnTo>
                      <a:pt x="279" y="1478"/>
                    </a:lnTo>
                    <a:lnTo>
                      <a:pt x="274" y="1478"/>
                    </a:lnTo>
                    <a:lnTo>
                      <a:pt x="267" y="1478"/>
                    </a:lnTo>
                    <a:lnTo>
                      <a:pt x="265" y="1478"/>
                    </a:lnTo>
                    <a:lnTo>
                      <a:pt x="260" y="1481"/>
                    </a:lnTo>
                    <a:lnTo>
                      <a:pt x="253" y="1483"/>
                    </a:lnTo>
                    <a:lnTo>
                      <a:pt x="244" y="1483"/>
                    </a:lnTo>
                    <a:lnTo>
                      <a:pt x="237" y="1481"/>
                    </a:lnTo>
                    <a:lnTo>
                      <a:pt x="232" y="1481"/>
                    </a:lnTo>
                    <a:lnTo>
                      <a:pt x="221" y="1481"/>
                    </a:lnTo>
                    <a:lnTo>
                      <a:pt x="209" y="1478"/>
                    </a:lnTo>
                    <a:lnTo>
                      <a:pt x="205" y="1478"/>
                    </a:lnTo>
                    <a:lnTo>
                      <a:pt x="198" y="1478"/>
                    </a:lnTo>
                    <a:lnTo>
                      <a:pt x="191" y="1476"/>
                    </a:lnTo>
                    <a:lnTo>
                      <a:pt x="186" y="1471"/>
                    </a:lnTo>
                    <a:lnTo>
                      <a:pt x="184" y="1469"/>
                    </a:lnTo>
                    <a:lnTo>
                      <a:pt x="181" y="1467"/>
                    </a:lnTo>
                    <a:lnTo>
                      <a:pt x="179" y="1462"/>
                    </a:lnTo>
                    <a:lnTo>
                      <a:pt x="174" y="1460"/>
                    </a:lnTo>
                    <a:lnTo>
                      <a:pt x="167" y="1460"/>
                    </a:lnTo>
                    <a:lnTo>
                      <a:pt x="160" y="1460"/>
                    </a:lnTo>
                    <a:lnTo>
                      <a:pt x="153" y="1462"/>
                    </a:lnTo>
                    <a:lnTo>
                      <a:pt x="151" y="1462"/>
                    </a:lnTo>
                    <a:lnTo>
                      <a:pt x="149" y="1464"/>
                    </a:lnTo>
                    <a:lnTo>
                      <a:pt x="146" y="1467"/>
                    </a:lnTo>
                    <a:lnTo>
                      <a:pt x="142" y="1469"/>
                    </a:lnTo>
                    <a:lnTo>
                      <a:pt x="137" y="1469"/>
                    </a:lnTo>
                    <a:lnTo>
                      <a:pt x="132" y="1469"/>
                    </a:lnTo>
                    <a:lnTo>
                      <a:pt x="125" y="1469"/>
                    </a:lnTo>
                    <a:lnTo>
                      <a:pt x="123" y="1469"/>
                    </a:lnTo>
                    <a:lnTo>
                      <a:pt x="118" y="1467"/>
                    </a:lnTo>
                    <a:lnTo>
                      <a:pt x="111" y="1464"/>
                    </a:lnTo>
                    <a:lnTo>
                      <a:pt x="104" y="1464"/>
                    </a:lnTo>
                    <a:lnTo>
                      <a:pt x="102" y="1464"/>
                    </a:lnTo>
                    <a:lnTo>
                      <a:pt x="100" y="1462"/>
                    </a:lnTo>
                    <a:lnTo>
                      <a:pt x="93" y="1457"/>
                    </a:lnTo>
                    <a:lnTo>
                      <a:pt x="86" y="1450"/>
                    </a:lnTo>
                    <a:lnTo>
                      <a:pt x="81" y="1448"/>
                    </a:lnTo>
                    <a:lnTo>
                      <a:pt x="81" y="1441"/>
                    </a:lnTo>
                    <a:lnTo>
                      <a:pt x="79" y="1436"/>
                    </a:lnTo>
                    <a:lnTo>
                      <a:pt x="79" y="1427"/>
                    </a:lnTo>
                    <a:lnTo>
                      <a:pt x="79" y="1418"/>
                    </a:lnTo>
                    <a:lnTo>
                      <a:pt x="81" y="1408"/>
                    </a:lnTo>
                    <a:lnTo>
                      <a:pt x="83" y="1404"/>
                    </a:lnTo>
                    <a:lnTo>
                      <a:pt x="83" y="1397"/>
                    </a:lnTo>
                    <a:lnTo>
                      <a:pt x="83" y="1385"/>
                    </a:lnTo>
                    <a:lnTo>
                      <a:pt x="88" y="1373"/>
                    </a:lnTo>
                    <a:lnTo>
                      <a:pt x="88" y="1366"/>
                    </a:lnTo>
                    <a:lnTo>
                      <a:pt x="88" y="1359"/>
                    </a:lnTo>
                    <a:lnTo>
                      <a:pt x="88" y="1350"/>
                    </a:lnTo>
                    <a:lnTo>
                      <a:pt x="88" y="1341"/>
                    </a:lnTo>
                    <a:lnTo>
                      <a:pt x="88" y="1336"/>
                    </a:lnTo>
                    <a:lnTo>
                      <a:pt x="90" y="1336"/>
                    </a:lnTo>
                    <a:lnTo>
                      <a:pt x="93" y="1334"/>
                    </a:lnTo>
                    <a:lnTo>
                      <a:pt x="97" y="1334"/>
                    </a:lnTo>
                    <a:lnTo>
                      <a:pt x="97" y="1334"/>
                    </a:lnTo>
                    <a:lnTo>
                      <a:pt x="100" y="1327"/>
                    </a:lnTo>
                    <a:lnTo>
                      <a:pt x="100" y="1306"/>
                    </a:lnTo>
                    <a:lnTo>
                      <a:pt x="97" y="1299"/>
                    </a:lnTo>
                    <a:lnTo>
                      <a:pt x="95" y="1283"/>
                    </a:lnTo>
                    <a:lnTo>
                      <a:pt x="93" y="1269"/>
                    </a:lnTo>
                    <a:lnTo>
                      <a:pt x="90" y="1248"/>
                    </a:lnTo>
                    <a:lnTo>
                      <a:pt x="93" y="1227"/>
                    </a:lnTo>
                    <a:lnTo>
                      <a:pt x="95" y="1211"/>
                    </a:lnTo>
                    <a:lnTo>
                      <a:pt x="95" y="1194"/>
                    </a:lnTo>
                    <a:lnTo>
                      <a:pt x="95" y="1145"/>
                    </a:lnTo>
                    <a:lnTo>
                      <a:pt x="100" y="1103"/>
                    </a:lnTo>
                    <a:lnTo>
                      <a:pt x="102" y="1076"/>
                    </a:lnTo>
                    <a:lnTo>
                      <a:pt x="107" y="1062"/>
                    </a:lnTo>
                    <a:lnTo>
                      <a:pt x="111" y="1048"/>
                    </a:lnTo>
                    <a:lnTo>
                      <a:pt x="114" y="1043"/>
                    </a:lnTo>
                    <a:lnTo>
                      <a:pt x="114" y="1038"/>
                    </a:lnTo>
                    <a:lnTo>
                      <a:pt x="111" y="1024"/>
                    </a:lnTo>
                    <a:lnTo>
                      <a:pt x="109" y="1010"/>
                    </a:lnTo>
                    <a:lnTo>
                      <a:pt x="109" y="1008"/>
                    </a:lnTo>
                    <a:lnTo>
                      <a:pt x="109" y="1003"/>
                    </a:lnTo>
                    <a:lnTo>
                      <a:pt x="107" y="996"/>
                    </a:lnTo>
                    <a:lnTo>
                      <a:pt x="107" y="989"/>
                    </a:lnTo>
                    <a:lnTo>
                      <a:pt x="107" y="985"/>
                    </a:lnTo>
                    <a:lnTo>
                      <a:pt x="107" y="982"/>
                    </a:lnTo>
                    <a:lnTo>
                      <a:pt x="97" y="950"/>
                    </a:lnTo>
                    <a:lnTo>
                      <a:pt x="90" y="917"/>
                    </a:lnTo>
                    <a:lnTo>
                      <a:pt x="83" y="873"/>
                    </a:lnTo>
                    <a:lnTo>
                      <a:pt x="79" y="854"/>
                    </a:lnTo>
                    <a:lnTo>
                      <a:pt x="79" y="852"/>
                    </a:lnTo>
                    <a:lnTo>
                      <a:pt x="76" y="850"/>
                    </a:lnTo>
                    <a:lnTo>
                      <a:pt x="74" y="845"/>
                    </a:lnTo>
                    <a:lnTo>
                      <a:pt x="72" y="840"/>
                    </a:lnTo>
                    <a:lnTo>
                      <a:pt x="72" y="836"/>
                    </a:lnTo>
                    <a:lnTo>
                      <a:pt x="70" y="833"/>
                    </a:lnTo>
                    <a:lnTo>
                      <a:pt x="65" y="831"/>
                    </a:lnTo>
                    <a:lnTo>
                      <a:pt x="63" y="827"/>
                    </a:lnTo>
                    <a:lnTo>
                      <a:pt x="60" y="822"/>
                    </a:lnTo>
                    <a:lnTo>
                      <a:pt x="58" y="815"/>
                    </a:lnTo>
                    <a:lnTo>
                      <a:pt x="56" y="810"/>
                    </a:lnTo>
                    <a:lnTo>
                      <a:pt x="53" y="806"/>
                    </a:lnTo>
                    <a:lnTo>
                      <a:pt x="51" y="799"/>
                    </a:lnTo>
                    <a:lnTo>
                      <a:pt x="42" y="806"/>
                    </a:lnTo>
                    <a:lnTo>
                      <a:pt x="32" y="810"/>
                    </a:lnTo>
                    <a:lnTo>
                      <a:pt x="25" y="815"/>
                    </a:lnTo>
                    <a:lnTo>
                      <a:pt x="21" y="817"/>
                    </a:lnTo>
                    <a:lnTo>
                      <a:pt x="18" y="817"/>
                    </a:lnTo>
                    <a:lnTo>
                      <a:pt x="16" y="815"/>
                    </a:lnTo>
                    <a:lnTo>
                      <a:pt x="14" y="813"/>
                    </a:lnTo>
                    <a:lnTo>
                      <a:pt x="11" y="810"/>
                    </a:lnTo>
                    <a:lnTo>
                      <a:pt x="9" y="808"/>
                    </a:lnTo>
                    <a:lnTo>
                      <a:pt x="4" y="806"/>
                    </a:lnTo>
                    <a:lnTo>
                      <a:pt x="0" y="806"/>
                    </a:lnTo>
                    <a:lnTo>
                      <a:pt x="0" y="803"/>
                    </a:lnTo>
                    <a:lnTo>
                      <a:pt x="0" y="801"/>
                    </a:lnTo>
                    <a:lnTo>
                      <a:pt x="0" y="799"/>
                    </a:lnTo>
                    <a:lnTo>
                      <a:pt x="2" y="794"/>
                    </a:lnTo>
                    <a:lnTo>
                      <a:pt x="4" y="789"/>
                    </a:lnTo>
                    <a:lnTo>
                      <a:pt x="7" y="782"/>
                    </a:lnTo>
                    <a:lnTo>
                      <a:pt x="7" y="780"/>
                    </a:lnTo>
                    <a:lnTo>
                      <a:pt x="9" y="775"/>
                    </a:lnTo>
                    <a:lnTo>
                      <a:pt x="9" y="768"/>
                    </a:lnTo>
                    <a:lnTo>
                      <a:pt x="9" y="768"/>
                    </a:lnTo>
                    <a:lnTo>
                      <a:pt x="9" y="768"/>
                    </a:lnTo>
                    <a:lnTo>
                      <a:pt x="9" y="764"/>
                    </a:lnTo>
                    <a:lnTo>
                      <a:pt x="9" y="761"/>
                    </a:lnTo>
                    <a:lnTo>
                      <a:pt x="11" y="759"/>
                    </a:lnTo>
                    <a:lnTo>
                      <a:pt x="16" y="757"/>
                    </a:lnTo>
                    <a:lnTo>
                      <a:pt x="21" y="754"/>
                    </a:lnTo>
                    <a:lnTo>
                      <a:pt x="28" y="750"/>
                    </a:lnTo>
                    <a:lnTo>
                      <a:pt x="32" y="745"/>
                    </a:lnTo>
                    <a:lnTo>
                      <a:pt x="35" y="740"/>
                    </a:lnTo>
                    <a:lnTo>
                      <a:pt x="35" y="736"/>
                    </a:lnTo>
                    <a:lnTo>
                      <a:pt x="35" y="712"/>
                    </a:lnTo>
                    <a:lnTo>
                      <a:pt x="39" y="687"/>
                    </a:lnTo>
                    <a:lnTo>
                      <a:pt x="39" y="682"/>
                    </a:lnTo>
                    <a:lnTo>
                      <a:pt x="39" y="675"/>
                    </a:lnTo>
                    <a:lnTo>
                      <a:pt x="42" y="657"/>
                    </a:lnTo>
                    <a:lnTo>
                      <a:pt x="42" y="654"/>
                    </a:lnTo>
                    <a:lnTo>
                      <a:pt x="37" y="652"/>
                    </a:lnTo>
                    <a:lnTo>
                      <a:pt x="30" y="650"/>
                    </a:lnTo>
                    <a:lnTo>
                      <a:pt x="25" y="645"/>
                    </a:lnTo>
                    <a:lnTo>
                      <a:pt x="23" y="640"/>
                    </a:lnTo>
                    <a:lnTo>
                      <a:pt x="23" y="636"/>
                    </a:lnTo>
                    <a:lnTo>
                      <a:pt x="23" y="631"/>
                    </a:lnTo>
                    <a:lnTo>
                      <a:pt x="23" y="624"/>
                    </a:lnTo>
                    <a:lnTo>
                      <a:pt x="21" y="622"/>
                    </a:lnTo>
                    <a:lnTo>
                      <a:pt x="16" y="617"/>
                    </a:lnTo>
                    <a:lnTo>
                      <a:pt x="14" y="610"/>
                    </a:lnTo>
                    <a:lnTo>
                      <a:pt x="11" y="603"/>
                    </a:lnTo>
                    <a:lnTo>
                      <a:pt x="9" y="591"/>
                    </a:lnTo>
                    <a:lnTo>
                      <a:pt x="9" y="582"/>
                    </a:lnTo>
                    <a:lnTo>
                      <a:pt x="14" y="573"/>
                    </a:lnTo>
                    <a:lnTo>
                      <a:pt x="21" y="561"/>
                    </a:lnTo>
                    <a:lnTo>
                      <a:pt x="25" y="552"/>
                    </a:lnTo>
                    <a:lnTo>
                      <a:pt x="30" y="540"/>
                    </a:lnTo>
                    <a:lnTo>
                      <a:pt x="35" y="529"/>
                    </a:lnTo>
                    <a:lnTo>
                      <a:pt x="35" y="522"/>
                    </a:lnTo>
                    <a:lnTo>
                      <a:pt x="37" y="515"/>
                    </a:lnTo>
                    <a:lnTo>
                      <a:pt x="42" y="440"/>
                    </a:lnTo>
                    <a:lnTo>
                      <a:pt x="49" y="387"/>
                    </a:lnTo>
                    <a:lnTo>
                      <a:pt x="56" y="347"/>
                    </a:lnTo>
                    <a:lnTo>
                      <a:pt x="60" y="340"/>
                    </a:lnTo>
                    <a:lnTo>
                      <a:pt x="63" y="333"/>
                    </a:lnTo>
                    <a:lnTo>
                      <a:pt x="90" y="291"/>
                    </a:lnTo>
                    <a:lnTo>
                      <a:pt x="100" y="277"/>
                    </a:lnTo>
                    <a:lnTo>
                      <a:pt x="109" y="268"/>
                    </a:lnTo>
                    <a:lnTo>
                      <a:pt x="121" y="256"/>
                    </a:lnTo>
                    <a:lnTo>
                      <a:pt x="130" y="247"/>
                    </a:lnTo>
                    <a:lnTo>
                      <a:pt x="137" y="240"/>
                    </a:lnTo>
                    <a:lnTo>
                      <a:pt x="144" y="238"/>
                    </a:lnTo>
                    <a:lnTo>
                      <a:pt x="146" y="233"/>
                    </a:lnTo>
                    <a:lnTo>
                      <a:pt x="149" y="231"/>
                    </a:lnTo>
                    <a:lnTo>
                      <a:pt x="149" y="224"/>
                    </a:lnTo>
                    <a:lnTo>
                      <a:pt x="151" y="219"/>
                    </a:lnTo>
                    <a:lnTo>
                      <a:pt x="160" y="200"/>
                    </a:lnTo>
                    <a:lnTo>
                      <a:pt x="165" y="193"/>
                    </a:lnTo>
                    <a:lnTo>
                      <a:pt x="167" y="193"/>
                    </a:lnTo>
                    <a:lnTo>
                      <a:pt x="167" y="193"/>
                    </a:lnTo>
                    <a:lnTo>
                      <a:pt x="163" y="170"/>
                    </a:lnTo>
                    <a:lnTo>
                      <a:pt x="163" y="147"/>
                    </a:lnTo>
                    <a:lnTo>
                      <a:pt x="163" y="138"/>
                    </a:lnTo>
                    <a:lnTo>
                      <a:pt x="165" y="126"/>
                    </a:lnTo>
                    <a:lnTo>
                      <a:pt x="170" y="98"/>
                    </a:lnTo>
                    <a:lnTo>
                      <a:pt x="172" y="91"/>
                    </a:lnTo>
                    <a:lnTo>
                      <a:pt x="174" y="84"/>
                    </a:lnTo>
                    <a:lnTo>
                      <a:pt x="186" y="58"/>
                    </a:lnTo>
                    <a:lnTo>
                      <a:pt x="193" y="49"/>
                    </a:lnTo>
                    <a:lnTo>
                      <a:pt x="198" y="42"/>
                    </a:lnTo>
                    <a:lnTo>
                      <a:pt x="205" y="35"/>
                    </a:lnTo>
                    <a:lnTo>
                      <a:pt x="207" y="31"/>
                    </a:lnTo>
                    <a:lnTo>
                      <a:pt x="209" y="28"/>
                    </a:lnTo>
                    <a:lnTo>
                      <a:pt x="221" y="21"/>
                    </a:lnTo>
                    <a:lnTo>
                      <a:pt x="223" y="21"/>
                    </a:lnTo>
                    <a:lnTo>
                      <a:pt x="223" y="19"/>
                    </a:lnTo>
                    <a:lnTo>
                      <a:pt x="225" y="17"/>
                    </a:lnTo>
                    <a:lnTo>
                      <a:pt x="230" y="17"/>
                    </a:lnTo>
                    <a:lnTo>
                      <a:pt x="237" y="17"/>
                    </a:lnTo>
                    <a:lnTo>
                      <a:pt x="242" y="17"/>
                    </a:lnTo>
                    <a:lnTo>
                      <a:pt x="246" y="12"/>
                    </a:lnTo>
                    <a:lnTo>
                      <a:pt x="251" y="10"/>
                    </a:lnTo>
                    <a:lnTo>
                      <a:pt x="256" y="5"/>
                    </a:lnTo>
                    <a:lnTo>
                      <a:pt x="263" y="0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  <a:alpha val="7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313" name="Freeform 58"/>
              <p:cNvSpPr>
                <a:spLocks noEditPoints="1"/>
              </p:cNvSpPr>
              <p:nvPr/>
            </p:nvSpPr>
            <p:spPr bwMode="auto">
              <a:xfrm>
                <a:off x="6648898" y="4352512"/>
                <a:ext cx="482733" cy="900000"/>
              </a:xfrm>
              <a:custGeom>
                <a:avLst/>
                <a:gdLst>
                  <a:gd name="T0" fmla="*/ 466 w 719"/>
                  <a:gd name="T1" fmla="*/ 589 h 1904"/>
                  <a:gd name="T2" fmla="*/ 401 w 719"/>
                  <a:gd name="T3" fmla="*/ 5 h 1904"/>
                  <a:gd name="T4" fmla="*/ 454 w 719"/>
                  <a:gd name="T5" fmla="*/ 21 h 1904"/>
                  <a:gd name="T6" fmla="*/ 505 w 719"/>
                  <a:gd name="T7" fmla="*/ 37 h 1904"/>
                  <a:gd name="T8" fmla="*/ 524 w 719"/>
                  <a:gd name="T9" fmla="*/ 114 h 1904"/>
                  <a:gd name="T10" fmla="*/ 547 w 719"/>
                  <a:gd name="T11" fmla="*/ 175 h 1904"/>
                  <a:gd name="T12" fmla="*/ 540 w 719"/>
                  <a:gd name="T13" fmla="*/ 216 h 1904"/>
                  <a:gd name="T14" fmla="*/ 505 w 719"/>
                  <a:gd name="T15" fmla="*/ 265 h 1904"/>
                  <a:gd name="T16" fmla="*/ 428 w 719"/>
                  <a:gd name="T17" fmla="*/ 312 h 1904"/>
                  <a:gd name="T18" fmla="*/ 438 w 719"/>
                  <a:gd name="T19" fmla="*/ 384 h 1904"/>
                  <a:gd name="T20" fmla="*/ 447 w 719"/>
                  <a:gd name="T21" fmla="*/ 438 h 1904"/>
                  <a:gd name="T22" fmla="*/ 466 w 719"/>
                  <a:gd name="T23" fmla="*/ 559 h 1904"/>
                  <a:gd name="T24" fmla="*/ 461 w 719"/>
                  <a:gd name="T25" fmla="*/ 589 h 1904"/>
                  <a:gd name="T26" fmla="*/ 452 w 719"/>
                  <a:gd name="T27" fmla="*/ 719 h 1904"/>
                  <a:gd name="T28" fmla="*/ 570 w 719"/>
                  <a:gd name="T29" fmla="*/ 789 h 1904"/>
                  <a:gd name="T30" fmla="*/ 705 w 719"/>
                  <a:gd name="T31" fmla="*/ 843 h 1904"/>
                  <a:gd name="T32" fmla="*/ 717 w 719"/>
                  <a:gd name="T33" fmla="*/ 898 h 1904"/>
                  <a:gd name="T34" fmla="*/ 692 w 719"/>
                  <a:gd name="T35" fmla="*/ 891 h 1904"/>
                  <a:gd name="T36" fmla="*/ 682 w 719"/>
                  <a:gd name="T37" fmla="*/ 905 h 1904"/>
                  <a:gd name="T38" fmla="*/ 671 w 719"/>
                  <a:gd name="T39" fmla="*/ 910 h 1904"/>
                  <a:gd name="T40" fmla="*/ 636 w 719"/>
                  <a:gd name="T41" fmla="*/ 891 h 1904"/>
                  <a:gd name="T42" fmla="*/ 505 w 719"/>
                  <a:gd name="T43" fmla="*/ 831 h 1904"/>
                  <a:gd name="T44" fmla="*/ 445 w 719"/>
                  <a:gd name="T45" fmla="*/ 856 h 1904"/>
                  <a:gd name="T46" fmla="*/ 468 w 719"/>
                  <a:gd name="T47" fmla="*/ 922 h 1904"/>
                  <a:gd name="T48" fmla="*/ 524 w 719"/>
                  <a:gd name="T49" fmla="*/ 987 h 1904"/>
                  <a:gd name="T50" fmla="*/ 573 w 719"/>
                  <a:gd name="T51" fmla="*/ 1045 h 1904"/>
                  <a:gd name="T52" fmla="*/ 675 w 719"/>
                  <a:gd name="T53" fmla="*/ 1282 h 1904"/>
                  <a:gd name="T54" fmla="*/ 559 w 719"/>
                  <a:gd name="T55" fmla="*/ 1389 h 1904"/>
                  <a:gd name="T56" fmla="*/ 440 w 719"/>
                  <a:gd name="T57" fmla="*/ 1501 h 1904"/>
                  <a:gd name="T58" fmla="*/ 384 w 719"/>
                  <a:gd name="T59" fmla="*/ 1538 h 1904"/>
                  <a:gd name="T60" fmla="*/ 359 w 719"/>
                  <a:gd name="T61" fmla="*/ 1650 h 1904"/>
                  <a:gd name="T62" fmla="*/ 354 w 719"/>
                  <a:gd name="T63" fmla="*/ 1699 h 1904"/>
                  <a:gd name="T64" fmla="*/ 391 w 719"/>
                  <a:gd name="T65" fmla="*/ 1762 h 1904"/>
                  <a:gd name="T66" fmla="*/ 435 w 719"/>
                  <a:gd name="T67" fmla="*/ 1811 h 1904"/>
                  <a:gd name="T68" fmla="*/ 519 w 719"/>
                  <a:gd name="T69" fmla="*/ 1832 h 1904"/>
                  <a:gd name="T70" fmla="*/ 484 w 719"/>
                  <a:gd name="T71" fmla="*/ 1888 h 1904"/>
                  <a:gd name="T72" fmla="*/ 380 w 719"/>
                  <a:gd name="T73" fmla="*/ 1899 h 1904"/>
                  <a:gd name="T74" fmla="*/ 331 w 719"/>
                  <a:gd name="T75" fmla="*/ 1902 h 1904"/>
                  <a:gd name="T76" fmla="*/ 282 w 719"/>
                  <a:gd name="T77" fmla="*/ 1897 h 1904"/>
                  <a:gd name="T78" fmla="*/ 233 w 719"/>
                  <a:gd name="T79" fmla="*/ 1890 h 1904"/>
                  <a:gd name="T80" fmla="*/ 217 w 719"/>
                  <a:gd name="T81" fmla="*/ 1822 h 1904"/>
                  <a:gd name="T82" fmla="*/ 240 w 719"/>
                  <a:gd name="T83" fmla="*/ 1774 h 1904"/>
                  <a:gd name="T84" fmla="*/ 205 w 719"/>
                  <a:gd name="T85" fmla="*/ 1708 h 1904"/>
                  <a:gd name="T86" fmla="*/ 144 w 719"/>
                  <a:gd name="T87" fmla="*/ 1625 h 1904"/>
                  <a:gd name="T88" fmla="*/ 221 w 719"/>
                  <a:gd name="T89" fmla="*/ 1562 h 1904"/>
                  <a:gd name="T90" fmla="*/ 275 w 719"/>
                  <a:gd name="T91" fmla="*/ 1424 h 1904"/>
                  <a:gd name="T92" fmla="*/ 286 w 719"/>
                  <a:gd name="T93" fmla="*/ 1352 h 1904"/>
                  <a:gd name="T94" fmla="*/ 286 w 719"/>
                  <a:gd name="T95" fmla="*/ 1236 h 1904"/>
                  <a:gd name="T96" fmla="*/ 256 w 719"/>
                  <a:gd name="T97" fmla="*/ 1159 h 1904"/>
                  <a:gd name="T98" fmla="*/ 200 w 719"/>
                  <a:gd name="T99" fmla="*/ 1026 h 1904"/>
                  <a:gd name="T100" fmla="*/ 151 w 719"/>
                  <a:gd name="T101" fmla="*/ 905 h 1904"/>
                  <a:gd name="T102" fmla="*/ 165 w 719"/>
                  <a:gd name="T103" fmla="*/ 796 h 1904"/>
                  <a:gd name="T104" fmla="*/ 16 w 719"/>
                  <a:gd name="T105" fmla="*/ 728 h 1904"/>
                  <a:gd name="T106" fmla="*/ 7 w 719"/>
                  <a:gd name="T107" fmla="*/ 531 h 1904"/>
                  <a:gd name="T108" fmla="*/ 68 w 719"/>
                  <a:gd name="T109" fmla="*/ 393 h 1904"/>
                  <a:gd name="T110" fmla="*/ 110 w 719"/>
                  <a:gd name="T111" fmla="*/ 365 h 1904"/>
                  <a:gd name="T112" fmla="*/ 170 w 719"/>
                  <a:gd name="T113" fmla="*/ 323 h 1904"/>
                  <a:gd name="T114" fmla="*/ 268 w 719"/>
                  <a:gd name="T115" fmla="*/ 228 h 1904"/>
                  <a:gd name="T116" fmla="*/ 298 w 719"/>
                  <a:gd name="T117" fmla="*/ 70 h 1904"/>
                  <a:gd name="T118" fmla="*/ 368 w 719"/>
                  <a:gd name="T119" fmla="*/ 19 h 19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19" h="1904">
                    <a:moveTo>
                      <a:pt x="470" y="1248"/>
                    </a:moveTo>
                    <a:lnTo>
                      <a:pt x="470" y="1248"/>
                    </a:lnTo>
                    <a:lnTo>
                      <a:pt x="470" y="1250"/>
                    </a:lnTo>
                    <a:lnTo>
                      <a:pt x="473" y="1250"/>
                    </a:lnTo>
                    <a:lnTo>
                      <a:pt x="473" y="1248"/>
                    </a:lnTo>
                    <a:lnTo>
                      <a:pt x="473" y="1248"/>
                    </a:lnTo>
                    <a:lnTo>
                      <a:pt x="470" y="1248"/>
                    </a:lnTo>
                    <a:close/>
                    <a:moveTo>
                      <a:pt x="468" y="589"/>
                    </a:moveTo>
                    <a:lnTo>
                      <a:pt x="468" y="589"/>
                    </a:lnTo>
                    <a:lnTo>
                      <a:pt x="466" y="589"/>
                    </a:lnTo>
                    <a:lnTo>
                      <a:pt x="468" y="589"/>
                    </a:lnTo>
                    <a:close/>
                    <a:moveTo>
                      <a:pt x="401" y="5"/>
                    </a:moveTo>
                    <a:lnTo>
                      <a:pt x="401" y="5"/>
                    </a:lnTo>
                    <a:lnTo>
                      <a:pt x="398" y="5"/>
                    </a:lnTo>
                    <a:lnTo>
                      <a:pt x="398" y="7"/>
                    </a:lnTo>
                    <a:lnTo>
                      <a:pt x="401" y="7"/>
                    </a:lnTo>
                    <a:lnTo>
                      <a:pt x="401" y="7"/>
                    </a:lnTo>
                    <a:lnTo>
                      <a:pt x="403" y="7"/>
                    </a:lnTo>
                    <a:lnTo>
                      <a:pt x="401" y="5"/>
                    </a:lnTo>
                    <a:lnTo>
                      <a:pt x="401" y="5"/>
                    </a:lnTo>
                    <a:close/>
                    <a:moveTo>
                      <a:pt x="396" y="0"/>
                    </a:moveTo>
                    <a:lnTo>
                      <a:pt x="417" y="2"/>
                    </a:lnTo>
                    <a:lnTo>
                      <a:pt x="421" y="2"/>
                    </a:lnTo>
                    <a:lnTo>
                      <a:pt x="426" y="7"/>
                    </a:lnTo>
                    <a:lnTo>
                      <a:pt x="428" y="9"/>
                    </a:lnTo>
                    <a:lnTo>
                      <a:pt x="433" y="14"/>
                    </a:lnTo>
                    <a:lnTo>
                      <a:pt x="435" y="16"/>
                    </a:lnTo>
                    <a:lnTo>
                      <a:pt x="440" y="19"/>
                    </a:lnTo>
                    <a:lnTo>
                      <a:pt x="447" y="19"/>
                    </a:lnTo>
                    <a:lnTo>
                      <a:pt x="454" y="21"/>
                    </a:lnTo>
                    <a:lnTo>
                      <a:pt x="456" y="21"/>
                    </a:lnTo>
                    <a:lnTo>
                      <a:pt x="459" y="21"/>
                    </a:lnTo>
                    <a:lnTo>
                      <a:pt x="466" y="21"/>
                    </a:lnTo>
                    <a:lnTo>
                      <a:pt x="470" y="23"/>
                    </a:lnTo>
                    <a:lnTo>
                      <a:pt x="475" y="28"/>
                    </a:lnTo>
                    <a:lnTo>
                      <a:pt x="477" y="30"/>
                    </a:lnTo>
                    <a:lnTo>
                      <a:pt x="482" y="30"/>
                    </a:lnTo>
                    <a:lnTo>
                      <a:pt x="501" y="33"/>
                    </a:lnTo>
                    <a:lnTo>
                      <a:pt x="503" y="35"/>
                    </a:lnTo>
                    <a:lnTo>
                      <a:pt x="505" y="37"/>
                    </a:lnTo>
                    <a:lnTo>
                      <a:pt x="505" y="40"/>
                    </a:lnTo>
                    <a:lnTo>
                      <a:pt x="508" y="42"/>
                    </a:lnTo>
                    <a:lnTo>
                      <a:pt x="522" y="56"/>
                    </a:lnTo>
                    <a:lnTo>
                      <a:pt x="524" y="70"/>
                    </a:lnTo>
                    <a:lnTo>
                      <a:pt x="524" y="86"/>
                    </a:lnTo>
                    <a:lnTo>
                      <a:pt x="522" y="91"/>
                    </a:lnTo>
                    <a:lnTo>
                      <a:pt x="522" y="95"/>
                    </a:lnTo>
                    <a:lnTo>
                      <a:pt x="524" y="100"/>
                    </a:lnTo>
                    <a:lnTo>
                      <a:pt x="524" y="107"/>
                    </a:lnTo>
                    <a:lnTo>
                      <a:pt x="524" y="114"/>
                    </a:lnTo>
                    <a:lnTo>
                      <a:pt x="522" y="121"/>
                    </a:lnTo>
                    <a:lnTo>
                      <a:pt x="522" y="126"/>
                    </a:lnTo>
                    <a:lnTo>
                      <a:pt x="522" y="130"/>
                    </a:lnTo>
                    <a:lnTo>
                      <a:pt x="522" y="135"/>
                    </a:lnTo>
                    <a:lnTo>
                      <a:pt x="524" y="137"/>
                    </a:lnTo>
                    <a:lnTo>
                      <a:pt x="526" y="142"/>
                    </a:lnTo>
                    <a:lnTo>
                      <a:pt x="531" y="149"/>
                    </a:lnTo>
                    <a:lnTo>
                      <a:pt x="543" y="163"/>
                    </a:lnTo>
                    <a:lnTo>
                      <a:pt x="547" y="170"/>
                    </a:lnTo>
                    <a:lnTo>
                      <a:pt x="547" y="175"/>
                    </a:lnTo>
                    <a:lnTo>
                      <a:pt x="545" y="179"/>
                    </a:lnTo>
                    <a:lnTo>
                      <a:pt x="540" y="182"/>
                    </a:lnTo>
                    <a:lnTo>
                      <a:pt x="538" y="184"/>
                    </a:lnTo>
                    <a:lnTo>
                      <a:pt x="538" y="184"/>
                    </a:lnTo>
                    <a:lnTo>
                      <a:pt x="540" y="191"/>
                    </a:lnTo>
                    <a:lnTo>
                      <a:pt x="543" y="198"/>
                    </a:lnTo>
                    <a:lnTo>
                      <a:pt x="540" y="202"/>
                    </a:lnTo>
                    <a:lnTo>
                      <a:pt x="538" y="205"/>
                    </a:lnTo>
                    <a:lnTo>
                      <a:pt x="538" y="209"/>
                    </a:lnTo>
                    <a:lnTo>
                      <a:pt x="540" y="216"/>
                    </a:lnTo>
                    <a:lnTo>
                      <a:pt x="538" y="221"/>
                    </a:lnTo>
                    <a:lnTo>
                      <a:pt x="536" y="226"/>
                    </a:lnTo>
                    <a:lnTo>
                      <a:pt x="531" y="228"/>
                    </a:lnTo>
                    <a:lnTo>
                      <a:pt x="533" y="235"/>
                    </a:lnTo>
                    <a:lnTo>
                      <a:pt x="533" y="244"/>
                    </a:lnTo>
                    <a:lnTo>
                      <a:pt x="533" y="251"/>
                    </a:lnTo>
                    <a:lnTo>
                      <a:pt x="529" y="256"/>
                    </a:lnTo>
                    <a:lnTo>
                      <a:pt x="524" y="261"/>
                    </a:lnTo>
                    <a:lnTo>
                      <a:pt x="515" y="263"/>
                    </a:lnTo>
                    <a:lnTo>
                      <a:pt x="505" y="265"/>
                    </a:lnTo>
                    <a:lnTo>
                      <a:pt x="496" y="265"/>
                    </a:lnTo>
                    <a:lnTo>
                      <a:pt x="484" y="268"/>
                    </a:lnTo>
                    <a:lnTo>
                      <a:pt x="477" y="270"/>
                    </a:lnTo>
                    <a:lnTo>
                      <a:pt x="473" y="272"/>
                    </a:lnTo>
                    <a:lnTo>
                      <a:pt x="466" y="275"/>
                    </a:lnTo>
                    <a:lnTo>
                      <a:pt x="440" y="293"/>
                    </a:lnTo>
                    <a:lnTo>
                      <a:pt x="438" y="298"/>
                    </a:lnTo>
                    <a:lnTo>
                      <a:pt x="433" y="303"/>
                    </a:lnTo>
                    <a:lnTo>
                      <a:pt x="431" y="307"/>
                    </a:lnTo>
                    <a:lnTo>
                      <a:pt x="428" y="312"/>
                    </a:lnTo>
                    <a:lnTo>
                      <a:pt x="428" y="317"/>
                    </a:lnTo>
                    <a:lnTo>
                      <a:pt x="426" y="321"/>
                    </a:lnTo>
                    <a:lnTo>
                      <a:pt x="424" y="326"/>
                    </a:lnTo>
                    <a:lnTo>
                      <a:pt x="421" y="333"/>
                    </a:lnTo>
                    <a:lnTo>
                      <a:pt x="421" y="342"/>
                    </a:lnTo>
                    <a:lnTo>
                      <a:pt x="421" y="351"/>
                    </a:lnTo>
                    <a:lnTo>
                      <a:pt x="428" y="377"/>
                    </a:lnTo>
                    <a:lnTo>
                      <a:pt x="435" y="377"/>
                    </a:lnTo>
                    <a:lnTo>
                      <a:pt x="438" y="379"/>
                    </a:lnTo>
                    <a:lnTo>
                      <a:pt x="438" y="384"/>
                    </a:lnTo>
                    <a:lnTo>
                      <a:pt x="435" y="386"/>
                    </a:lnTo>
                    <a:lnTo>
                      <a:pt x="433" y="391"/>
                    </a:lnTo>
                    <a:lnTo>
                      <a:pt x="435" y="398"/>
                    </a:lnTo>
                    <a:lnTo>
                      <a:pt x="442" y="419"/>
                    </a:lnTo>
                    <a:lnTo>
                      <a:pt x="445" y="424"/>
                    </a:lnTo>
                    <a:lnTo>
                      <a:pt x="445" y="426"/>
                    </a:lnTo>
                    <a:lnTo>
                      <a:pt x="442" y="431"/>
                    </a:lnTo>
                    <a:lnTo>
                      <a:pt x="442" y="433"/>
                    </a:lnTo>
                    <a:lnTo>
                      <a:pt x="445" y="435"/>
                    </a:lnTo>
                    <a:lnTo>
                      <a:pt x="447" y="438"/>
                    </a:lnTo>
                    <a:lnTo>
                      <a:pt x="447" y="438"/>
                    </a:lnTo>
                    <a:lnTo>
                      <a:pt x="445" y="445"/>
                    </a:lnTo>
                    <a:lnTo>
                      <a:pt x="447" y="452"/>
                    </a:lnTo>
                    <a:lnTo>
                      <a:pt x="447" y="458"/>
                    </a:lnTo>
                    <a:lnTo>
                      <a:pt x="456" y="510"/>
                    </a:lnTo>
                    <a:lnTo>
                      <a:pt x="459" y="521"/>
                    </a:lnTo>
                    <a:lnTo>
                      <a:pt x="459" y="533"/>
                    </a:lnTo>
                    <a:lnTo>
                      <a:pt x="461" y="545"/>
                    </a:lnTo>
                    <a:lnTo>
                      <a:pt x="463" y="556"/>
                    </a:lnTo>
                    <a:lnTo>
                      <a:pt x="466" y="559"/>
                    </a:lnTo>
                    <a:lnTo>
                      <a:pt x="468" y="563"/>
                    </a:lnTo>
                    <a:lnTo>
                      <a:pt x="463" y="561"/>
                    </a:lnTo>
                    <a:lnTo>
                      <a:pt x="461" y="559"/>
                    </a:lnTo>
                    <a:lnTo>
                      <a:pt x="459" y="566"/>
                    </a:lnTo>
                    <a:lnTo>
                      <a:pt x="456" y="573"/>
                    </a:lnTo>
                    <a:lnTo>
                      <a:pt x="456" y="580"/>
                    </a:lnTo>
                    <a:lnTo>
                      <a:pt x="456" y="586"/>
                    </a:lnTo>
                    <a:lnTo>
                      <a:pt x="461" y="586"/>
                    </a:lnTo>
                    <a:lnTo>
                      <a:pt x="466" y="589"/>
                    </a:lnTo>
                    <a:lnTo>
                      <a:pt x="461" y="589"/>
                    </a:lnTo>
                    <a:lnTo>
                      <a:pt x="459" y="591"/>
                    </a:lnTo>
                    <a:lnTo>
                      <a:pt x="456" y="593"/>
                    </a:lnTo>
                    <a:lnTo>
                      <a:pt x="456" y="598"/>
                    </a:lnTo>
                    <a:lnTo>
                      <a:pt x="454" y="633"/>
                    </a:lnTo>
                    <a:lnTo>
                      <a:pt x="449" y="666"/>
                    </a:lnTo>
                    <a:lnTo>
                      <a:pt x="445" y="689"/>
                    </a:lnTo>
                    <a:lnTo>
                      <a:pt x="445" y="696"/>
                    </a:lnTo>
                    <a:lnTo>
                      <a:pt x="445" y="703"/>
                    </a:lnTo>
                    <a:lnTo>
                      <a:pt x="447" y="710"/>
                    </a:lnTo>
                    <a:lnTo>
                      <a:pt x="452" y="719"/>
                    </a:lnTo>
                    <a:lnTo>
                      <a:pt x="459" y="726"/>
                    </a:lnTo>
                    <a:lnTo>
                      <a:pt x="463" y="731"/>
                    </a:lnTo>
                    <a:lnTo>
                      <a:pt x="484" y="745"/>
                    </a:lnTo>
                    <a:lnTo>
                      <a:pt x="505" y="756"/>
                    </a:lnTo>
                    <a:lnTo>
                      <a:pt x="522" y="763"/>
                    </a:lnTo>
                    <a:lnTo>
                      <a:pt x="538" y="773"/>
                    </a:lnTo>
                    <a:lnTo>
                      <a:pt x="547" y="777"/>
                    </a:lnTo>
                    <a:lnTo>
                      <a:pt x="552" y="780"/>
                    </a:lnTo>
                    <a:lnTo>
                      <a:pt x="556" y="782"/>
                    </a:lnTo>
                    <a:lnTo>
                      <a:pt x="570" y="789"/>
                    </a:lnTo>
                    <a:lnTo>
                      <a:pt x="582" y="796"/>
                    </a:lnTo>
                    <a:lnTo>
                      <a:pt x="589" y="798"/>
                    </a:lnTo>
                    <a:lnTo>
                      <a:pt x="596" y="798"/>
                    </a:lnTo>
                    <a:lnTo>
                      <a:pt x="640" y="803"/>
                    </a:lnTo>
                    <a:lnTo>
                      <a:pt x="640" y="803"/>
                    </a:lnTo>
                    <a:lnTo>
                      <a:pt x="652" y="808"/>
                    </a:lnTo>
                    <a:lnTo>
                      <a:pt x="664" y="812"/>
                    </a:lnTo>
                    <a:lnTo>
                      <a:pt x="673" y="817"/>
                    </a:lnTo>
                    <a:lnTo>
                      <a:pt x="689" y="829"/>
                    </a:lnTo>
                    <a:lnTo>
                      <a:pt x="705" y="843"/>
                    </a:lnTo>
                    <a:lnTo>
                      <a:pt x="708" y="847"/>
                    </a:lnTo>
                    <a:lnTo>
                      <a:pt x="712" y="852"/>
                    </a:lnTo>
                    <a:lnTo>
                      <a:pt x="715" y="859"/>
                    </a:lnTo>
                    <a:lnTo>
                      <a:pt x="717" y="866"/>
                    </a:lnTo>
                    <a:lnTo>
                      <a:pt x="719" y="873"/>
                    </a:lnTo>
                    <a:lnTo>
                      <a:pt x="717" y="882"/>
                    </a:lnTo>
                    <a:lnTo>
                      <a:pt x="717" y="887"/>
                    </a:lnTo>
                    <a:lnTo>
                      <a:pt x="717" y="894"/>
                    </a:lnTo>
                    <a:lnTo>
                      <a:pt x="717" y="896"/>
                    </a:lnTo>
                    <a:lnTo>
                      <a:pt x="717" y="898"/>
                    </a:lnTo>
                    <a:lnTo>
                      <a:pt x="715" y="901"/>
                    </a:lnTo>
                    <a:lnTo>
                      <a:pt x="710" y="903"/>
                    </a:lnTo>
                    <a:lnTo>
                      <a:pt x="705" y="898"/>
                    </a:lnTo>
                    <a:lnTo>
                      <a:pt x="701" y="894"/>
                    </a:lnTo>
                    <a:lnTo>
                      <a:pt x="698" y="889"/>
                    </a:lnTo>
                    <a:lnTo>
                      <a:pt x="696" y="889"/>
                    </a:lnTo>
                    <a:lnTo>
                      <a:pt x="694" y="887"/>
                    </a:lnTo>
                    <a:lnTo>
                      <a:pt x="692" y="887"/>
                    </a:lnTo>
                    <a:lnTo>
                      <a:pt x="692" y="889"/>
                    </a:lnTo>
                    <a:lnTo>
                      <a:pt x="692" y="891"/>
                    </a:lnTo>
                    <a:lnTo>
                      <a:pt x="694" y="894"/>
                    </a:lnTo>
                    <a:lnTo>
                      <a:pt x="696" y="901"/>
                    </a:lnTo>
                    <a:lnTo>
                      <a:pt x="701" y="908"/>
                    </a:lnTo>
                    <a:lnTo>
                      <a:pt x="703" y="910"/>
                    </a:lnTo>
                    <a:lnTo>
                      <a:pt x="701" y="915"/>
                    </a:lnTo>
                    <a:lnTo>
                      <a:pt x="701" y="915"/>
                    </a:lnTo>
                    <a:lnTo>
                      <a:pt x="696" y="917"/>
                    </a:lnTo>
                    <a:lnTo>
                      <a:pt x="694" y="915"/>
                    </a:lnTo>
                    <a:lnTo>
                      <a:pt x="692" y="912"/>
                    </a:lnTo>
                    <a:lnTo>
                      <a:pt x="682" y="905"/>
                    </a:lnTo>
                    <a:lnTo>
                      <a:pt x="675" y="898"/>
                    </a:lnTo>
                    <a:lnTo>
                      <a:pt x="657" y="880"/>
                    </a:lnTo>
                    <a:lnTo>
                      <a:pt x="657" y="880"/>
                    </a:lnTo>
                    <a:lnTo>
                      <a:pt x="654" y="880"/>
                    </a:lnTo>
                    <a:lnTo>
                      <a:pt x="652" y="880"/>
                    </a:lnTo>
                    <a:lnTo>
                      <a:pt x="652" y="882"/>
                    </a:lnTo>
                    <a:lnTo>
                      <a:pt x="652" y="884"/>
                    </a:lnTo>
                    <a:lnTo>
                      <a:pt x="654" y="887"/>
                    </a:lnTo>
                    <a:lnTo>
                      <a:pt x="657" y="891"/>
                    </a:lnTo>
                    <a:lnTo>
                      <a:pt x="671" y="910"/>
                    </a:lnTo>
                    <a:lnTo>
                      <a:pt x="673" y="912"/>
                    </a:lnTo>
                    <a:lnTo>
                      <a:pt x="673" y="915"/>
                    </a:lnTo>
                    <a:lnTo>
                      <a:pt x="673" y="917"/>
                    </a:lnTo>
                    <a:lnTo>
                      <a:pt x="671" y="919"/>
                    </a:lnTo>
                    <a:lnTo>
                      <a:pt x="666" y="919"/>
                    </a:lnTo>
                    <a:lnTo>
                      <a:pt x="664" y="919"/>
                    </a:lnTo>
                    <a:lnTo>
                      <a:pt x="657" y="915"/>
                    </a:lnTo>
                    <a:lnTo>
                      <a:pt x="652" y="908"/>
                    </a:lnTo>
                    <a:lnTo>
                      <a:pt x="643" y="901"/>
                    </a:lnTo>
                    <a:lnTo>
                      <a:pt x="636" y="891"/>
                    </a:lnTo>
                    <a:lnTo>
                      <a:pt x="631" y="889"/>
                    </a:lnTo>
                    <a:lnTo>
                      <a:pt x="626" y="887"/>
                    </a:lnTo>
                    <a:lnTo>
                      <a:pt x="615" y="882"/>
                    </a:lnTo>
                    <a:lnTo>
                      <a:pt x="587" y="870"/>
                    </a:lnTo>
                    <a:lnTo>
                      <a:pt x="563" y="852"/>
                    </a:lnTo>
                    <a:lnTo>
                      <a:pt x="552" y="845"/>
                    </a:lnTo>
                    <a:lnTo>
                      <a:pt x="543" y="840"/>
                    </a:lnTo>
                    <a:lnTo>
                      <a:pt x="531" y="838"/>
                    </a:lnTo>
                    <a:lnTo>
                      <a:pt x="519" y="833"/>
                    </a:lnTo>
                    <a:lnTo>
                      <a:pt x="505" y="831"/>
                    </a:lnTo>
                    <a:lnTo>
                      <a:pt x="452" y="810"/>
                    </a:lnTo>
                    <a:lnTo>
                      <a:pt x="449" y="810"/>
                    </a:lnTo>
                    <a:lnTo>
                      <a:pt x="447" y="812"/>
                    </a:lnTo>
                    <a:lnTo>
                      <a:pt x="445" y="815"/>
                    </a:lnTo>
                    <a:lnTo>
                      <a:pt x="442" y="819"/>
                    </a:lnTo>
                    <a:lnTo>
                      <a:pt x="442" y="826"/>
                    </a:lnTo>
                    <a:lnTo>
                      <a:pt x="442" y="831"/>
                    </a:lnTo>
                    <a:lnTo>
                      <a:pt x="445" y="838"/>
                    </a:lnTo>
                    <a:lnTo>
                      <a:pt x="445" y="847"/>
                    </a:lnTo>
                    <a:lnTo>
                      <a:pt x="445" y="856"/>
                    </a:lnTo>
                    <a:lnTo>
                      <a:pt x="440" y="870"/>
                    </a:lnTo>
                    <a:lnTo>
                      <a:pt x="440" y="875"/>
                    </a:lnTo>
                    <a:lnTo>
                      <a:pt x="442" y="880"/>
                    </a:lnTo>
                    <a:lnTo>
                      <a:pt x="445" y="889"/>
                    </a:lnTo>
                    <a:lnTo>
                      <a:pt x="447" y="896"/>
                    </a:lnTo>
                    <a:lnTo>
                      <a:pt x="449" y="903"/>
                    </a:lnTo>
                    <a:lnTo>
                      <a:pt x="449" y="908"/>
                    </a:lnTo>
                    <a:lnTo>
                      <a:pt x="454" y="912"/>
                    </a:lnTo>
                    <a:lnTo>
                      <a:pt x="456" y="915"/>
                    </a:lnTo>
                    <a:lnTo>
                      <a:pt x="468" y="922"/>
                    </a:lnTo>
                    <a:lnTo>
                      <a:pt x="477" y="929"/>
                    </a:lnTo>
                    <a:lnTo>
                      <a:pt x="484" y="940"/>
                    </a:lnTo>
                    <a:lnTo>
                      <a:pt x="489" y="945"/>
                    </a:lnTo>
                    <a:lnTo>
                      <a:pt x="491" y="947"/>
                    </a:lnTo>
                    <a:lnTo>
                      <a:pt x="498" y="954"/>
                    </a:lnTo>
                    <a:lnTo>
                      <a:pt x="505" y="964"/>
                    </a:lnTo>
                    <a:lnTo>
                      <a:pt x="510" y="971"/>
                    </a:lnTo>
                    <a:lnTo>
                      <a:pt x="512" y="975"/>
                    </a:lnTo>
                    <a:lnTo>
                      <a:pt x="515" y="980"/>
                    </a:lnTo>
                    <a:lnTo>
                      <a:pt x="524" y="987"/>
                    </a:lnTo>
                    <a:lnTo>
                      <a:pt x="531" y="994"/>
                    </a:lnTo>
                    <a:lnTo>
                      <a:pt x="543" y="1015"/>
                    </a:lnTo>
                    <a:lnTo>
                      <a:pt x="545" y="1017"/>
                    </a:lnTo>
                    <a:lnTo>
                      <a:pt x="549" y="1019"/>
                    </a:lnTo>
                    <a:lnTo>
                      <a:pt x="556" y="1022"/>
                    </a:lnTo>
                    <a:lnTo>
                      <a:pt x="561" y="1026"/>
                    </a:lnTo>
                    <a:lnTo>
                      <a:pt x="563" y="1029"/>
                    </a:lnTo>
                    <a:lnTo>
                      <a:pt x="566" y="1033"/>
                    </a:lnTo>
                    <a:lnTo>
                      <a:pt x="570" y="1038"/>
                    </a:lnTo>
                    <a:lnTo>
                      <a:pt x="573" y="1045"/>
                    </a:lnTo>
                    <a:lnTo>
                      <a:pt x="577" y="1054"/>
                    </a:lnTo>
                    <a:lnTo>
                      <a:pt x="584" y="1064"/>
                    </a:lnTo>
                    <a:lnTo>
                      <a:pt x="605" y="1101"/>
                    </a:lnTo>
                    <a:lnTo>
                      <a:pt x="631" y="1145"/>
                    </a:lnTo>
                    <a:lnTo>
                      <a:pt x="657" y="1185"/>
                    </a:lnTo>
                    <a:lnTo>
                      <a:pt x="678" y="1229"/>
                    </a:lnTo>
                    <a:lnTo>
                      <a:pt x="682" y="1238"/>
                    </a:lnTo>
                    <a:lnTo>
                      <a:pt x="682" y="1248"/>
                    </a:lnTo>
                    <a:lnTo>
                      <a:pt x="682" y="1259"/>
                    </a:lnTo>
                    <a:lnTo>
                      <a:pt x="675" y="1282"/>
                    </a:lnTo>
                    <a:lnTo>
                      <a:pt x="666" y="1306"/>
                    </a:lnTo>
                    <a:lnTo>
                      <a:pt x="647" y="1350"/>
                    </a:lnTo>
                    <a:lnTo>
                      <a:pt x="624" y="1396"/>
                    </a:lnTo>
                    <a:lnTo>
                      <a:pt x="624" y="1396"/>
                    </a:lnTo>
                    <a:lnTo>
                      <a:pt x="622" y="1399"/>
                    </a:lnTo>
                    <a:lnTo>
                      <a:pt x="615" y="1396"/>
                    </a:lnTo>
                    <a:lnTo>
                      <a:pt x="575" y="1385"/>
                    </a:lnTo>
                    <a:lnTo>
                      <a:pt x="568" y="1385"/>
                    </a:lnTo>
                    <a:lnTo>
                      <a:pt x="563" y="1385"/>
                    </a:lnTo>
                    <a:lnTo>
                      <a:pt x="559" y="1389"/>
                    </a:lnTo>
                    <a:lnTo>
                      <a:pt x="536" y="1413"/>
                    </a:lnTo>
                    <a:lnTo>
                      <a:pt x="512" y="1431"/>
                    </a:lnTo>
                    <a:lnTo>
                      <a:pt x="466" y="1466"/>
                    </a:lnTo>
                    <a:lnTo>
                      <a:pt x="459" y="1471"/>
                    </a:lnTo>
                    <a:lnTo>
                      <a:pt x="456" y="1476"/>
                    </a:lnTo>
                    <a:lnTo>
                      <a:pt x="452" y="1480"/>
                    </a:lnTo>
                    <a:lnTo>
                      <a:pt x="452" y="1485"/>
                    </a:lnTo>
                    <a:lnTo>
                      <a:pt x="449" y="1492"/>
                    </a:lnTo>
                    <a:lnTo>
                      <a:pt x="449" y="1501"/>
                    </a:lnTo>
                    <a:lnTo>
                      <a:pt x="440" y="1501"/>
                    </a:lnTo>
                    <a:lnTo>
                      <a:pt x="431" y="1499"/>
                    </a:lnTo>
                    <a:lnTo>
                      <a:pt x="426" y="1499"/>
                    </a:lnTo>
                    <a:lnTo>
                      <a:pt x="424" y="1499"/>
                    </a:lnTo>
                    <a:lnTo>
                      <a:pt x="419" y="1504"/>
                    </a:lnTo>
                    <a:lnTo>
                      <a:pt x="419" y="1506"/>
                    </a:lnTo>
                    <a:lnTo>
                      <a:pt x="417" y="1506"/>
                    </a:lnTo>
                    <a:lnTo>
                      <a:pt x="405" y="1515"/>
                    </a:lnTo>
                    <a:lnTo>
                      <a:pt x="396" y="1524"/>
                    </a:lnTo>
                    <a:lnTo>
                      <a:pt x="387" y="1534"/>
                    </a:lnTo>
                    <a:lnTo>
                      <a:pt x="384" y="1538"/>
                    </a:lnTo>
                    <a:lnTo>
                      <a:pt x="382" y="1545"/>
                    </a:lnTo>
                    <a:lnTo>
                      <a:pt x="368" y="1590"/>
                    </a:lnTo>
                    <a:lnTo>
                      <a:pt x="366" y="1594"/>
                    </a:lnTo>
                    <a:lnTo>
                      <a:pt x="366" y="1599"/>
                    </a:lnTo>
                    <a:lnTo>
                      <a:pt x="363" y="1613"/>
                    </a:lnTo>
                    <a:lnTo>
                      <a:pt x="359" y="1627"/>
                    </a:lnTo>
                    <a:lnTo>
                      <a:pt x="356" y="1639"/>
                    </a:lnTo>
                    <a:lnTo>
                      <a:pt x="356" y="1643"/>
                    </a:lnTo>
                    <a:lnTo>
                      <a:pt x="359" y="1646"/>
                    </a:lnTo>
                    <a:lnTo>
                      <a:pt x="359" y="1650"/>
                    </a:lnTo>
                    <a:lnTo>
                      <a:pt x="359" y="1655"/>
                    </a:lnTo>
                    <a:lnTo>
                      <a:pt x="359" y="1657"/>
                    </a:lnTo>
                    <a:lnTo>
                      <a:pt x="359" y="1659"/>
                    </a:lnTo>
                    <a:lnTo>
                      <a:pt x="356" y="1662"/>
                    </a:lnTo>
                    <a:lnTo>
                      <a:pt x="352" y="1664"/>
                    </a:lnTo>
                    <a:lnTo>
                      <a:pt x="352" y="1671"/>
                    </a:lnTo>
                    <a:lnTo>
                      <a:pt x="349" y="1678"/>
                    </a:lnTo>
                    <a:lnTo>
                      <a:pt x="352" y="1685"/>
                    </a:lnTo>
                    <a:lnTo>
                      <a:pt x="354" y="1694"/>
                    </a:lnTo>
                    <a:lnTo>
                      <a:pt x="354" y="1699"/>
                    </a:lnTo>
                    <a:lnTo>
                      <a:pt x="356" y="1706"/>
                    </a:lnTo>
                    <a:lnTo>
                      <a:pt x="361" y="1711"/>
                    </a:lnTo>
                    <a:lnTo>
                      <a:pt x="361" y="1713"/>
                    </a:lnTo>
                    <a:lnTo>
                      <a:pt x="363" y="1722"/>
                    </a:lnTo>
                    <a:lnTo>
                      <a:pt x="368" y="1729"/>
                    </a:lnTo>
                    <a:lnTo>
                      <a:pt x="373" y="1736"/>
                    </a:lnTo>
                    <a:lnTo>
                      <a:pt x="377" y="1746"/>
                    </a:lnTo>
                    <a:lnTo>
                      <a:pt x="382" y="1753"/>
                    </a:lnTo>
                    <a:lnTo>
                      <a:pt x="387" y="1757"/>
                    </a:lnTo>
                    <a:lnTo>
                      <a:pt x="391" y="1762"/>
                    </a:lnTo>
                    <a:lnTo>
                      <a:pt x="407" y="1771"/>
                    </a:lnTo>
                    <a:lnTo>
                      <a:pt x="421" y="1780"/>
                    </a:lnTo>
                    <a:lnTo>
                      <a:pt x="426" y="1785"/>
                    </a:lnTo>
                    <a:lnTo>
                      <a:pt x="428" y="1790"/>
                    </a:lnTo>
                    <a:lnTo>
                      <a:pt x="428" y="1794"/>
                    </a:lnTo>
                    <a:lnTo>
                      <a:pt x="428" y="1799"/>
                    </a:lnTo>
                    <a:lnTo>
                      <a:pt x="426" y="1804"/>
                    </a:lnTo>
                    <a:lnTo>
                      <a:pt x="426" y="1808"/>
                    </a:lnTo>
                    <a:lnTo>
                      <a:pt x="431" y="1811"/>
                    </a:lnTo>
                    <a:lnTo>
                      <a:pt x="435" y="1811"/>
                    </a:lnTo>
                    <a:lnTo>
                      <a:pt x="440" y="1811"/>
                    </a:lnTo>
                    <a:lnTo>
                      <a:pt x="445" y="1813"/>
                    </a:lnTo>
                    <a:lnTo>
                      <a:pt x="452" y="1818"/>
                    </a:lnTo>
                    <a:lnTo>
                      <a:pt x="459" y="1818"/>
                    </a:lnTo>
                    <a:lnTo>
                      <a:pt x="475" y="1818"/>
                    </a:lnTo>
                    <a:lnTo>
                      <a:pt x="491" y="1818"/>
                    </a:lnTo>
                    <a:lnTo>
                      <a:pt x="498" y="1818"/>
                    </a:lnTo>
                    <a:lnTo>
                      <a:pt x="508" y="1820"/>
                    </a:lnTo>
                    <a:lnTo>
                      <a:pt x="515" y="1827"/>
                    </a:lnTo>
                    <a:lnTo>
                      <a:pt x="519" y="1832"/>
                    </a:lnTo>
                    <a:lnTo>
                      <a:pt x="522" y="1841"/>
                    </a:lnTo>
                    <a:lnTo>
                      <a:pt x="522" y="1846"/>
                    </a:lnTo>
                    <a:lnTo>
                      <a:pt x="524" y="1853"/>
                    </a:lnTo>
                    <a:lnTo>
                      <a:pt x="522" y="1860"/>
                    </a:lnTo>
                    <a:lnTo>
                      <a:pt x="519" y="1867"/>
                    </a:lnTo>
                    <a:lnTo>
                      <a:pt x="512" y="1876"/>
                    </a:lnTo>
                    <a:lnTo>
                      <a:pt x="508" y="1881"/>
                    </a:lnTo>
                    <a:lnTo>
                      <a:pt x="503" y="1883"/>
                    </a:lnTo>
                    <a:lnTo>
                      <a:pt x="496" y="1885"/>
                    </a:lnTo>
                    <a:lnTo>
                      <a:pt x="484" y="1888"/>
                    </a:lnTo>
                    <a:lnTo>
                      <a:pt x="473" y="1890"/>
                    </a:lnTo>
                    <a:lnTo>
                      <a:pt x="470" y="1892"/>
                    </a:lnTo>
                    <a:lnTo>
                      <a:pt x="466" y="1892"/>
                    </a:lnTo>
                    <a:lnTo>
                      <a:pt x="442" y="1892"/>
                    </a:lnTo>
                    <a:lnTo>
                      <a:pt x="421" y="1897"/>
                    </a:lnTo>
                    <a:lnTo>
                      <a:pt x="414" y="1897"/>
                    </a:lnTo>
                    <a:lnTo>
                      <a:pt x="407" y="1897"/>
                    </a:lnTo>
                    <a:lnTo>
                      <a:pt x="394" y="1902"/>
                    </a:lnTo>
                    <a:lnTo>
                      <a:pt x="387" y="1902"/>
                    </a:lnTo>
                    <a:lnTo>
                      <a:pt x="380" y="1899"/>
                    </a:lnTo>
                    <a:lnTo>
                      <a:pt x="366" y="1895"/>
                    </a:lnTo>
                    <a:lnTo>
                      <a:pt x="359" y="1892"/>
                    </a:lnTo>
                    <a:lnTo>
                      <a:pt x="354" y="1892"/>
                    </a:lnTo>
                    <a:lnTo>
                      <a:pt x="349" y="1895"/>
                    </a:lnTo>
                    <a:lnTo>
                      <a:pt x="345" y="1895"/>
                    </a:lnTo>
                    <a:lnTo>
                      <a:pt x="340" y="1897"/>
                    </a:lnTo>
                    <a:lnTo>
                      <a:pt x="338" y="1902"/>
                    </a:lnTo>
                    <a:lnTo>
                      <a:pt x="335" y="1902"/>
                    </a:lnTo>
                    <a:lnTo>
                      <a:pt x="333" y="1902"/>
                    </a:lnTo>
                    <a:lnTo>
                      <a:pt x="331" y="1902"/>
                    </a:lnTo>
                    <a:lnTo>
                      <a:pt x="326" y="1902"/>
                    </a:lnTo>
                    <a:lnTo>
                      <a:pt x="321" y="1899"/>
                    </a:lnTo>
                    <a:lnTo>
                      <a:pt x="314" y="1899"/>
                    </a:lnTo>
                    <a:lnTo>
                      <a:pt x="305" y="1902"/>
                    </a:lnTo>
                    <a:lnTo>
                      <a:pt x="300" y="1904"/>
                    </a:lnTo>
                    <a:lnTo>
                      <a:pt x="293" y="1904"/>
                    </a:lnTo>
                    <a:lnTo>
                      <a:pt x="289" y="1902"/>
                    </a:lnTo>
                    <a:lnTo>
                      <a:pt x="286" y="1902"/>
                    </a:lnTo>
                    <a:lnTo>
                      <a:pt x="284" y="1899"/>
                    </a:lnTo>
                    <a:lnTo>
                      <a:pt x="282" y="1897"/>
                    </a:lnTo>
                    <a:lnTo>
                      <a:pt x="277" y="1895"/>
                    </a:lnTo>
                    <a:lnTo>
                      <a:pt x="268" y="1895"/>
                    </a:lnTo>
                    <a:lnTo>
                      <a:pt x="265" y="1895"/>
                    </a:lnTo>
                    <a:lnTo>
                      <a:pt x="263" y="1895"/>
                    </a:lnTo>
                    <a:lnTo>
                      <a:pt x="258" y="1895"/>
                    </a:lnTo>
                    <a:lnTo>
                      <a:pt x="254" y="1895"/>
                    </a:lnTo>
                    <a:lnTo>
                      <a:pt x="252" y="1895"/>
                    </a:lnTo>
                    <a:lnTo>
                      <a:pt x="249" y="1895"/>
                    </a:lnTo>
                    <a:lnTo>
                      <a:pt x="240" y="1892"/>
                    </a:lnTo>
                    <a:lnTo>
                      <a:pt x="233" y="1890"/>
                    </a:lnTo>
                    <a:lnTo>
                      <a:pt x="226" y="1885"/>
                    </a:lnTo>
                    <a:lnTo>
                      <a:pt x="221" y="1881"/>
                    </a:lnTo>
                    <a:lnTo>
                      <a:pt x="219" y="1874"/>
                    </a:lnTo>
                    <a:lnTo>
                      <a:pt x="214" y="1867"/>
                    </a:lnTo>
                    <a:lnTo>
                      <a:pt x="212" y="1857"/>
                    </a:lnTo>
                    <a:lnTo>
                      <a:pt x="212" y="1848"/>
                    </a:lnTo>
                    <a:lnTo>
                      <a:pt x="212" y="1841"/>
                    </a:lnTo>
                    <a:lnTo>
                      <a:pt x="212" y="1839"/>
                    </a:lnTo>
                    <a:lnTo>
                      <a:pt x="214" y="1829"/>
                    </a:lnTo>
                    <a:lnTo>
                      <a:pt x="217" y="1822"/>
                    </a:lnTo>
                    <a:lnTo>
                      <a:pt x="219" y="1813"/>
                    </a:lnTo>
                    <a:lnTo>
                      <a:pt x="221" y="1804"/>
                    </a:lnTo>
                    <a:lnTo>
                      <a:pt x="224" y="1801"/>
                    </a:lnTo>
                    <a:lnTo>
                      <a:pt x="224" y="1799"/>
                    </a:lnTo>
                    <a:lnTo>
                      <a:pt x="224" y="1797"/>
                    </a:lnTo>
                    <a:lnTo>
                      <a:pt x="224" y="1794"/>
                    </a:lnTo>
                    <a:lnTo>
                      <a:pt x="228" y="1787"/>
                    </a:lnTo>
                    <a:lnTo>
                      <a:pt x="231" y="1783"/>
                    </a:lnTo>
                    <a:lnTo>
                      <a:pt x="235" y="1778"/>
                    </a:lnTo>
                    <a:lnTo>
                      <a:pt x="240" y="1774"/>
                    </a:lnTo>
                    <a:lnTo>
                      <a:pt x="245" y="1771"/>
                    </a:lnTo>
                    <a:lnTo>
                      <a:pt x="245" y="1767"/>
                    </a:lnTo>
                    <a:lnTo>
                      <a:pt x="249" y="1753"/>
                    </a:lnTo>
                    <a:lnTo>
                      <a:pt x="249" y="1746"/>
                    </a:lnTo>
                    <a:lnTo>
                      <a:pt x="249" y="1741"/>
                    </a:lnTo>
                    <a:lnTo>
                      <a:pt x="240" y="1734"/>
                    </a:lnTo>
                    <a:lnTo>
                      <a:pt x="233" y="1725"/>
                    </a:lnTo>
                    <a:lnTo>
                      <a:pt x="224" y="1718"/>
                    </a:lnTo>
                    <a:lnTo>
                      <a:pt x="214" y="1713"/>
                    </a:lnTo>
                    <a:lnTo>
                      <a:pt x="205" y="1708"/>
                    </a:lnTo>
                    <a:lnTo>
                      <a:pt x="196" y="1704"/>
                    </a:lnTo>
                    <a:lnTo>
                      <a:pt x="186" y="1697"/>
                    </a:lnTo>
                    <a:lnTo>
                      <a:pt x="177" y="1692"/>
                    </a:lnTo>
                    <a:lnTo>
                      <a:pt x="165" y="1683"/>
                    </a:lnTo>
                    <a:lnTo>
                      <a:pt x="154" y="1671"/>
                    </a:lnTo>
                    <a:lnTo>
                      <a:pt x="144" y="1659"/>
                    </a:lnTo>
                    <a:lnTo>
                      <a:pt x="140" y="1652"/>
                    </a:lnTo>
                    <a:lnTo>
                      <a:pt x="140" y="1643"/>
                    </a:lnTo>
                    <a:lnTo>
                      <a:pt x="140" y="1636"/>
                    </a:lnTo>
                    <a:lnTo>
                      <a:pt x="144" y="1625"/>
                    </a:lnTo>
                    <a:lnTo>
                      <a:pt x="149" y="1613"/>
                    </a:lnTo>
                    <a:lnTo>
                      <a:pt x="151" y="1608"/>
                    </a:lnTo>
                    <a:lnTo>
                      <a:pt x="154" y="1606"/>
                    </a:lnTo>
                    <a:lnTo>
                      <a:pt x="165" y="1599"/>
                    </a:lnTo>
                    <a:lnTo>
                      <a:pt x="175" y="1587"/>
                    </a:lnTo>
                    <a:lnTo>
                      <a:pt x="184" y="1578"/>
                    </a:lnTo>
                    <a:lnTo>
                      <a:pt x="193" y="1571"/>
                    </a:lnTo>
                    <a:lnTo>
                      <a:pt x="205" y="1566"/>
                    </a:lnTo>
                    <a:lnTo>
                      <a:pt x="214" y="1564"/>
                    </a:lnTo>
                    <a:lnTo>
                      <a:pt x="221" y="1562"/>
                    </a:lnTo>
                    <a:lnTo>
                      <a:pt x="228" y="1557"/>
                    </a:lnTo>
                    <a:lnTo>
                      <a:pt x="261" y="1527"/>
                    </a:lnTo>
                    <a:lnTo>
                      <a:pt x="265" y="1520"/>
                    </a:lnTo>
                    <a:lnTo>
                      <a:pt x="270" y="1513"/>
                    </a:lnTo>
                    <a:lnTo>
                      <a:pt x="270" y="1504"/>
                    </a:lnTo>
                    <a:lnTo>
                      <a:pt x="272" y="1476"/>
                    </a:lnTo>
                    <a:lnTo>
                      <a:pt x="272" y="1464"/>
                    </a:lnTo>
                    <a:lnTo>
                      <a:pt x="270" y="1450"/>
                    </a:lnTo>
                    <a:lnTo>
                      <a:pt x="272" y="1436"/>
                    </a:lnTo>
                    <a:lnTo>
                      <a:pt x="275" y="1424"/>
                    </a:lnTo>
                    <a:lnTo>
                      <a:pt x="279" y="1415"/>
                    </a:lnTo>
                    <a:lnTo>
                      <a:pt x="289" y="1401"/>
                    </a:lnTo>
                    <a:lnTo>
                      <a:pt x="289" y="1399"/>
                    </a:lnTo>
                    <a:lnTo>
                      <a:pt x="289" y="1399"/>
                    </a:lnTo>
                    <a:lnTo>
                      <a:pt x="291" y="1389"/>
                    </a:lnTo>
                    <a:lnTo>
                      <a:pt x="291" y="1382"/>
                    </a:lnTo>
                    <a:lnTo>
                      <a:pt x="291" y="1376"/>
                    </a:lnTo>
                    <a:lnTo>
                      <a:pt x="289" y="1369"/>
                    </a:lnTo>
                    <a:lnTo>
                      <a:pt x="289" y="1359"/>
                    </a:lnTo>
                    <a:lnTo>
                      <a:pt x="286" y="1352"/>
                    </a:lnTo>
                    <a:lnTo>
                      <a:pt x="286" y="1343"/>
                    </a:lnTo>
                    <a:lnTo>
                      <a:pt x="282" y="1331"/>
                    </a:lnTo>
                    <a:lnTo>
                      <a:pt x="279" y="1320"/>
                    </a:lnTo>
                    <a:lnTo>
                      <a:pt x="277" y="1313"/>
                    </a:lnTo>
                    <a:lnTo>
                      <a:pt x="277" y="1308"/>
                    </a:lnTo>
                    <a:lnTo>
                      <a:pt x="277" y="1257"/>
                    </a:lnTo>
                    <a:lnTo>
                      <a:pt x="279" y="1250"/>
                    </a:lnTo>
                    <a:lnTo>
                      <a:pt x="282" y="1243"/>
                    </a:lnTo>
                    <a:lnTo>
                      <a:pt x="286" y="1241"/>
                    </a:lnTo>
                    <a:lnTo>
                      <a:pt x="286" y="1236"/>
                    </a:lnTo>
                    <a:lnTo>
                      <a:pt x="284" y="1234"/>
                    </a:lnTo>
                    <a:lnTo>
                      <a:pt x="282" y="1231"/>
                    </a:lnTo>
                    <a:lnTo>
                      <a:pt x="272" y="1222"/>
                    </a:lnTo>
                    <a:lnTo>
                      <a:pt x="268" y="1210"/>
                    </a:lnTo>
                    <a:lnTo>
                      <a:pt x="263" y="1199"/>
                    </a:lnTo>
                    <a:lnTo>
                      <a:pt x="261" y="1187"/>
                    </a:lnTo>
                    <a:lnTo>
                      <a:pt x="258" y="1175"/>
                    </a:lnTo>
                    <a:lnTo>
                      <a:pt x="256" y="1164"/>
                    </a:lnTo>
                    <a:lnTo>
                      <a:pt x="256" y="1161"/>
                    </a:lnTo>
                    <a:lnTo>
                      <a:pt x="256" y="1159"/>
                    </a:lnTo>
                    <a:lnTo>
                      <a:pt x="245" y="1126"/>
                    </a:lnTo>
                    <a:lnTo>
                      <a:pt x="245" y="1124"/>
                    </a:lnTo>
                    <a:lnTo>
                      <a:pt x="245" y="1119"/>
                    </a:lnTo>
                    <a:lnTo>
                      <a:pt x="238" y="1108"/>
                    </a:lnTo>
                    <a:lnTo>
                      <a:pt x="235" y="1096"/>
                    </a:lnTo>
                    <a:lnTo>
                      <a:pt x="231" y="1085"/>
                    </a:lnTo>
                    <a:lnTo>
                      <a:pt x="228" y="1078"/>
                    </a:lnTo>
                    <a:lnTo>
                      <a:pt x="224" y="1071"/>
                    </a:lnTo>
                    <a:lnTo>
                      <a:pt x="210" y="1052"/>
                    </a:lnTo>
                    <a:lnTo>
                      <a:pt x="200" y="1026"/>
                    </a:lnTo>
                    <a:lnTo>
                      <a:pt x="198" y="1019"/>
                    </a:lnTo>
                    <a:lnTo>
                      <a:pt x="193" y="1010"/>
                    </a:lnTo>
                    <a:lnTo>
                      <a:pt x="184" y="994"/>
                    </a:lnTo>
                    <a:lnTo>
                      <a:pt x="175" y="980"/>
                    </a:lnTo>
                    <a:lnTo>
                      <a:pt x="165" y="957"/>
                    </a:lnTo>
                    <a:lnTo>
                      <a:pt x="161" y="933"/>
                    </a:lnTo>
                    <a:lnTo>
                      <a:pt x="158" y="910"/>
                    </a:lnTo>
                    <a:lnTo>
                      <a:pt x="156" y="908"/>
                    </a:lnTo>
                    <a:lnTo>
                      <a:pt x="156" y="905"/>
                    </a:lnTo>
                    <a:lnTo>
                      <a:pt x="151" y="905"/>
                    </a:lnTo>
                    <a:lnTo>
                      <a:pt x="142" y="903"/>
                    </a:lnTo>
                    <a:lnTo>
                      <a:pt x="130" y="898"/>
                    </a:lnTo>
                    <a:lnTo>
                      <a:pt x="121" y="894"/>
                    </a:lnTo>
                    <a:lnTo>
                      <a:pt x="119" y="894"/>
                    </a:lnTo>
                    <a:lnTo>
                      <a:pt x="114" y="891"/>
                    </a:lnTo>
                    <a:lnTo>
                      <a:pt x="121" y="880"/>
                    </a:lnTo>
                    <a:lnTo>
                      <a:pt x="126" y="866"/>
                    </a:lnTo>
                    <a:lnTo>
                      <a:pt x="154" y="822"/>
                    </a:lnTo>
                    <a:lnTo>
                      <a:pt x="161" y="810"/>
                    </a:lnTo>
                    <a:lnTo>
                      <a:pt x="165" y="796"/>
                    </a:lnTo>
                    <a:lnTo>
                      <a:pt x="163" y="796"/>
                    </a:lnTo>
                    <a:lnTo>
                      <a:pt x="161" y="796"/>
                    </a:lnTo>
                    <a:lnTo>
                      <a:pt x="112" y="796"/>
                    </a:lnTo>
                    <a:lnTo>
                      <a:pt x="84" y="791"/>
                    </a:lnTo>
                    <a:lnTo>
                      <a:pt x="58" y="777"/>
                    </a:lnTo>
                    <a:lnTo>
                      <a:pt x="51" y="770"/>
                    </a:lnTo>
                    <a:lnTo>
                      <a:pt x="44" y="766"/>
                    </a:lnTo>
                    <a:lnTo>
                      <a:pt x="40" y="756"/>
                    </a:lnTo>
                    <a:lnTo>
                      <a:pt x="35" y="754"/>
                    </a:lnTo>
                    <a:lnTo>
                      <a:pt x="16" y="728"/>
                    </a:lnTo>
                    <a:lnTo>
                      <a:pt x="7" y="698"/>
                    </a:lnTo>
                    <a:lnTo>
                      <a:pt x="2" y="666"/>
                    </a:lnTo>
                    <a:lnTo>
                      <a:pt x="0" y="633"/>
                    </a:lnTo>
                    <a:lnTo>
                      <a:pt x="0" y="631"/>
                    </a:lnTo>
                    <a:lnTo>
                      <a:pt x="0" y="586"/>
                    </a:lnTo>
                    <a:lnTo>
                      <a:pt x="0" y="582"/>
                    </a:lnTo>
                    <a:lnTo>
                      <a:pt x="0" y="575"/>
                    </a:lnTo>
                    <a:lnTo>
                      <a:pt x="2" y="554"/>
                    </a:lnTo>
                    <a:lnTo>
                      <a:pt x="5" y="542"/>
                    </a:lnTo>
                    <a:lnTo>
                      <a:pt x="7" y="531"/>
                    </a:lnTo>
                    <a:lnTo>
                      <a:pt x="14" y="505"/>
                    </a:lnTo>
                    <a:lnTo>
                      <a:pt x="23" y="482"/>
                    </a:lnTo>
                    <a:lnTo>
                      <a:pt x="40" y="438"/>
                    </a:lnTo>
                    <a:lnTo>
                      <a:pt x="44" y="426"/>
                    </a:lnTo>
                    <a:lnTo>
                      <a:pt x="44" y="414"/>
                    </a:lnTo>
                    <a:lnTo>
                      <a:pt x="47" y="407"/>
                    </a:lnTo>
                    <a:lnTo>
                      <a:pt x="51" y="400"/>
                    </a:lnTo>
                    <a:lnTo>
                      <a:pt x="58" y="398"/>
                    </a:lnTo>
                    <a:lnTo>
                      <a:pt x="63" y="396"/>
                    </a:lnTo>
                    <a:lnTo>
                      <a:pt x="68" y="393"/>
                    </a:lnTo>
                    <a:lnTo>
                      <a:pt x="72" y="389"/>
                    </a:lnTo>
                    <a:lnTo>
                      <a:pt x="75" y="389"/>
                    </a:lnTo>
                    <a:lnTo>
                      <a:pt x="82" y="384"/>
                    </a:lnTo>
                    <a:lnTo>
                      <a:pt x="86" y="379"/>
                    </a:lnTo>
                    <a:lnTo>
                      <a:pt x="91" y="375"/>
                    </a:lnTo>
                    <a:lnTo>
                      <a:pt x="96" y="372"/>
                    </a:lnTo>
                    <a:lnTo>
                      <a:pt x="98" y="370"/>
                    </a:lnTo>
                    <a:lnTo>
                      <a:pt x="103" y="370"/>
                    </a:lnTo>
                    <a:lnTo>
                      <a:pt x="107" y="368"/>
                    </a:lnTo>
                    <a:lnTo>
                      <a:pt x="110" y="365"/>
                    </a:lnTo>
                    <a:lnTo>
                      <a:pt x="112" y="361"/>
                    </a:lnTo>
                    <a:lnTo>
                      <a:pt x="114" y="356"/>
                    </a:lnTo>
                    <a:lnTo>
                      <a:pt x="119" y="354"/>
                    </a:lnTo>
                    <a:lnTo>
                      <a:pt x="123" y="351"/>
                    </a:lnTo>
                    <a:lnTo>
                      <a:pt x="128" y="349"/>
                    </a:lnTo>
                    <a:lnTo>
                      <a:pt x="133" y="347"/>
                    </a:lnTo>
                    <a:lnTo>
                      <a:pt x="142" y="342"/>
                    </a:lnTo>
                    <a:lnTo>
                      <a:pt x="149" y="337"/>
                    </a:lnTo>
                    <a:lnTo>
                      <a:pt x="161" y="330"/>
                    </a:lnTo>
                    <a:lnTo>
                      <a:pt x="170" y="323"/>
                    </a:lnTo>
                    <a:lnTo>
                      <a:pt x="179" y="314"/>
                    </a:lnTo>
                    <a:lnTo>
                      <a:pt x="189" y="303"/>
                    </a:lnTo>
                    <a:lnTo>
                      <a:pt x="198" y="293"/>
                    </a:lnTo>
                    <a:lnTo>
                      <a:pt x="203" y="289"/>
                    </a:lnTo>
                    <a:lnTo>
                      <a:pt x="210" y="286"/>
                    </a:lnTo>
                    <a:lnTo>
                      <a:pt x="214" y="284"/>
                    </a:lnTo>
                    <a:lnTo>
                      <a:pt x="219" y="279"/>
                    </a:lnTo>
                    <a:lnTo>
                      <a:pt x="233" y="263"/>
                    </a:lnTo>
                    <a:lnTo>
                      <a:pt x="252" y="244"/>
                    </a:lnTo>
                    <a:lnTo>
                      <a:pt x="268" y="228"/>
                    </a:lnTo>
                    <a:lnTo>
                      <a:pt x="272" y="226"/>
                    </a:lnTo>
                    <a:lnTo>
                      <a:pt x="272" y="221"/>
                    </a:lnTo>
                    <a:lnTo>
                      <a:pt x="272" y="219"/>
                    </a:lnTo>
                    <a:lnTo>
                      <a:pt x="268" y="195"/>
                    </a:lnTo>
                    <a:lnTo>
                      <a:pt x="270" y="175"/>
                    </a:lnTo>
                    <a:lnTo>
                      <a:pt x="277" y="140"/>
                    </a:lnTo>
                    <a:lnTo>
                      <a:pt x="289" y="109"/>
                    </a:lnTo>
                    <a:lnTo>
                      <a:pt x="291" y="98"/>
                    </a:lnTo>
                    <a:lnTo>
                      <a:pt x="293" y="86"/>
                    </a:lnTo>
                    <a:lnTo>
                      <a:pt x="298" y="70"/>
                    </a:lnTo>
                    <a:lnTo>
                      <a:pt x="307" y="56"/>
                    </a:lnTo>
                    <a:lnTo>
                      <a:pt x="321" y="44"/>
                    </a:lnTo>
                    <a:lnTo>
                      <a:pt x="326" y="40"/>
                    </a:lnTo>
                    <a:lnTo>
                      <a:pt x="331" y="35"/>
                    </a:lnTo>
                    <a:lnTo>
                      <a:pt x="335" y="33"/>
                    </a:lnTo>
                    <a:lnTo>
                      <a:pt x="340" y="30"/>
                    </a:lnTo>
                    <a:lnTo>
                      <a:pt x="345" y="28"/>
                    </a:lnTo>
                    <a:lnTo>
                      <a:pt x="352" y="26"/>
                    </a:lnTo>
                    <a:lnTo>
                      <a:pt x="361" y="23"/>
                    </a:lnTo>
                    <a:lnTo>
                      <a:pt x="368" y="19"/>
                    </a:lnTo>
                    <a:lnTo>
                      <a:pt x="373" y="19"/>
                    </a:lnTo>
                    <a:lnTo>
                      <a:pt x="377" y="16"/>
                    </a:lnTo>
                    <a:lnTo>
                      <a:pt x="382" y="14"/>
                    </a:lnTo>
                    <a:lnTo>
                      <a:pt x="387" y="9"/>
                    </a:lnTo>
                    <a:lnTo>
                      <a:pt x="389" y="5"/>
                    </a:lnTo>
                    <a:lnTo>
                      <a:pt x="391" y="2"/>
                    </a:lnTo>
                    <a:lnTo>
                      <a:pt x="394" y="0"/>
                    </a:lnTo>
                    <a:lnTo>
                      <a:pt x="396" y="0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314" name="Freeform 59"/>
              <p:cNvSpPr>
                <a:spLocks noEditPoints="1"/>
              </p:cNvSpPr>
              <p:nvPr/>
            </p:nvSpPr>
            <p:spPr bwMode="auto">
              <a:xfrm>
                <a:off x="7196015" y="4352512"/>
                <a:ext cx="525469" cy="900000"/>
              </a:xfrm>
              <a:custGeom>
                <a:avLst/>
                <a:gdLst>
                  <a:gd name="T0" fmla="*/ 584 w 990"/>
                  <a:gd name="T1" fmla="*/ 1473 h 2127"/>
                  <a:gd name="T2" fmla="*/ 589 w 990"/>
                  <a:gd name="T3" fmla="*/ 1496 h 2127"/>
                  <a:gd name="T4" fmla="*/ 591 w 990"/>
                  <a:gd name="T5" fmla="*/ 1443 h 2127"/>
                  <a:gd name="T6" fmla="*/ 389 w 990"/>
                  <a:gd name="T7" fmla="*/ 1228 h 2127"/>
                  <a:gd name="T8" fmla="*/ 366 w 990"/>
                  <a:gd name="T9" fmla="*/ 1189 h 2127"/>
                  <a:gd name="T10" fmla="*/ 331 w 990"/>
                  <a:gd name="T11" fmla="*/ 1168 h 2127"/>
                  <a:gd name="T12" fmla="*/ 924 w 990"/>
                  <a:gd name="T13" fmla="*/ 991 h 2127"/>
                  <a:gd name="T14" fmla="*/ 771 w 990"/>
                  <a:gd name="T15" fmla="*/ 188 h 2127"/>
                  <a:gd name="T16" fmla="*/ 696 w 990"/>
                  <a:gd name="T17" fmla="*/ 13 h 2127"/>
                  <a:gd name="T18" fmla="*/ 787 w 990"/>
                  <a:gd name="T19" fmla="*/ 74 h 2127"/>
                  <a:gd name="T20" fmla="*/ 813 w 990"/>
                  <a:gd name="T21" fmla="*/ 125 h 2127"/>
                  <a:gd name="T22" fmla="*/ 810 w 990"/>
                  <a:gd name="T23" fmla="*/ 132 h 2127"/>
                  <a:gd name="T24" fmla="*/ 778 w 990"/>
                  <a:gd name="T25" fmla="*/ 197 h 2127"/>
                  <a:gd name="T26" fmla="*/ 766 w 990"/>
                  <a:gd name="T27" fmla="*/ 242 h 2127"/>
                  <a:gd name="T28" fmla="*/ 740 w 990"/>
                  <a:gd name="T29" fmla="*/ 288 h 2127"/>
                  <a:gd name="T30" fmla="*/ 708 w 990"/>
                  <a:gd name="T31" fmla="*/ 328 h 2127"/>
                  <a:gd name="T32" fmla="*/ 689 w 990"/>
                  <a:gd name="T33" fmla="*/ 388 h 2127"/>
                  <a:gd name="T34" fmla="*/ 673 w 990"/>
                  <a:gd name="T35" fmla="*/ 481 h 2127"/>
                  <a:gd name="T36" fmla="*/ 694 w 990"/>
                  <a:gd name="T37" fmla="*/ 735 h 2127"/>
                  <a:gd name="T38" fmla="*/ 754 w 990"/>
                  <a:gd name="T39" fmla="*/ 796 h 2127"/>
                  <a:gd name="T40" fmla="*/ 813 w 990"/>
                  <a:gd name="T41" fmla="*/ 809 h 2127"/>
                  <a:gd name="T42" fmla="*/ 882 w 990"/>
                  <a:gd name="T43" fmla="*/ 877 h 2127"/>
                  <a:gd name="T44" fmla="*/ 976 w 990"/>
                  <a:gd name="T45" fmla="*/ 926 h 2127"/>
                  <a:gd name="T46" fmla="*/ 985 w 990"/>
                  <a:gd name="T47" fmla="*/ 982 h 2127"/>
                  <a:gd name="T48" fmla="*/ 945 w 990"/>
                  <a:gd name="T49" fmla="*/ 1026 h 2127"/>
                  <a:gd name="T50" fmla="*/ 908 w 990"/>
                  <a:gd name="T51" fmla="*/ 1017 h 2127"/>
                  <a:gd name="T52" fmla="*/ 838 w 990"/>
                  <a:gd name="T53" fmla="*/ 958 h 2127"/>
                  <a:gd name="T54" fmla="*/ 771 w 990"/>
                  <a:gd name="T55" fmla="*/ 931 h 2127"/>
                  <a:gd name="T56" fmla="*/ 699 w 990"/>
                  <a:gd name="T57" fmla="*/ 926 h 2127"/>
                  <a:gd name="T58" fmla="*/ 647 w 990"/>
                  <a:gd name="T59" fmla="*/ 1063 h 2127"/>
                  <a:gd name="T60" fmla="*/ 671 w 990"/>
                  <a:gd name="T61" fmla="*/ 1107 h 2127"/>
                  <a:gd name="T62" fmla="*/ 726 w 990"/>
                  <a:gd name="T63" fmla="*/ 1207 h 2127"/>
                  <a:gd name="T64" fmla="*/ 827 w 990"/>
                  <a:gd name="T65" fmla="*/ 1424 h 2127"/>
                  <a:gd name="T66" fmla="*/ 694 w 990"/>
                  <a:gd name="T67" fmla="*/ 1731 h 2127"/>
                  <a:gd name="T68" fmla="*/ 545 w 990"/>
                  <a:gd name="T69" fmla="*/ 1859 h 2127"/>
                  <a:gd name="T70" fmla="*/ 547 w 990"/>
                  <a:gd name="T71" fmla="*/ 1966 h 2127"/>
                  <a:gd name="T72" fmla="*/ 580 w 990"/>
                  <a:gd name="T73" fmla="*/ 1990 h 2127"/>
                  <a:gd name="T74" fmla="*/ 647 w 990"/>
                  <a:gd name="T75" fmla="*/ 2045 h 2127"/>
                  <a:gd name="T76" fmla="*/ 615 w 990"/>
                  <a:gd name="T77" fmla="*/ 2069 h 2127"/>
                  <a:gd name="T78" fmla="*/ 526 w 990"/>
                  <a:gd name="T79" fmla="*/ 2118 h 2127"/>
                  <a:gd name="T80" fmla="*/ 454 w 990"/>
                  <a:gd name="T81" fmla="*/ 2083 h 2127"/>
                  <a:gd name="T82" fmla="*/ 382 w 990"/>
                  <a:gd name="T83" fmla="*/ 2071 h 2127"/>
                  <a:gd name="T84" fmla="*/ 328 w 990"/>
                  <a:gd name="T85" fmla="*/ 2062 h 2127"/>
                  <a:gd name="T86" fmla="*/ 319 w 990"/>
                  <a:gd name="T87" fmla="*/ 1964 h 2127"/>
                  <a:gd name="T88" fmla="*/ 317 w 990"/>
                  <a:gd name="T89" fmla="*/ 1913 h 2127"/>
                  <a:gd name="T90" fmla="*/ 326 w 990"/>
                  <a:gd name="T91" fmla="*/ 1875 h 2127"/>
                  <a:gd name="T92" fmla="*/ 333 w 990"/>
                  <a:gd name="T93" fmla="*/ 1745 h 2127"/>
                  <a:gd name="T94" fmla="*/ 349 w 990"/>
                  <a:gd name="T95" fmla="*/ 1547 h 2127"/>
                  <a:gd name="T96" fmla="*/ 293 w 990"/>
                  <a:gd name="T97" fmla="*/ 1545 h 2127"/>
                  <a:gd name="T98" fmla="*/ 9 w 990"/>
                  <a:gd name="T99" fmla="*/ 1359 h 2127"/>
                  <a:gd name="T100" fmla="*/ 172 w 990"/>
                  <a:gd name="T101" fmla="*/ 1100 h 2127"/>
                  <a:gd name="T102" fmla="*/ 217 w 990"/>
                  <a:gd name="T103" fmla="*/ 1107 h 2127"/>
                  <a:gd name="T104" fmla="*/ 326 w 990"/>
                  <a:gd name="T105" fmla="*/ 1128 h 2127"/>
                  <a:gd name="T106" fmla="*/ 342 w 990"/>
                  <a:gd name="T107" fmla="*/ 1063 h 2127"/>
                  <a:gd name="T108" fmla="*/ 333 w 990"/>
                  <a:gd name="T109" fmla="*/ 975 h 2127"/>
                  <a:gd name="T110" fmla="*/ 300 w 990"/>
                  <a:gd name="T111" fmla="*/ 828 h 2127"/>
                  <a:gd name="T112" fmla="*/ 370 w 990"/>
                  <a:gd name="T113" fmla="*/ 405 h 2127"/>
                  <a:gd name="T114" fmla="*/ 510 w 990"/>
                  <a:gd name="T115" fmla="*/ 249 h 2127"/>
                  <a:gd name="T116" fmla="*/ 496 w 990"/>
                  <a:gd name="T117" fmla="*/ 169 h 2127"/>
                  <a:gd name="T118" fmla="*/ 526 w 990"/>
                  <a:gd name="T119" fmla="*/ 93 h 2127"/>
                  <a:gd name="T120" fmla="*/ 584 w 990"/>
                  <a:gd name="T121" fmla="*/ 30 h 2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90" h="2127">
                    <a:moveTo>
                      <a:pt x="545" y="1971"/>
                    </a:moveTo>
                    <a:lnTo>
                      <a:pt x="543" y="1971"/>
                    </a:lnTo>
                    <a:lnTo>
                      <a:pt x="545" y="1976"/>
                    </a:lnTo>
                    <a:lnTo>
                      <a:pt x="547" y="1978"/>
                    </a:lnTo>
                    <a:lnTo>
                      <a:pt x="550" y="1976"/>
                    </a:lnTo>
                    <a:lnTo>
                      <a:pt x="550" y="1973"/>
                    </a:lnTo>
                    <a:lnTo>
                      <a:pt x="547" y="1971"/>
                    </a:lnTo>
                    <a:lnTo>
                      <a:pt x="545" y="1971"/>
                    </a:lnTo>
                    <a:close/>
                    <a:moveTo>
                      <a:pt x="591" y="1443"/>
                    </a:moveTo>
                    <a:lnTo>
                      <a:pt x="589" y="1450"/>
                    </a:lnTo>
                    <a:lnTo>
                      <a:pt x="584" y="1473"/>
                    </a:lnTo>
                    <a:lnTo>
                      <a:pt x="580" y="1494"/>
                    </a:lnTo>
                    <a:lnTo>
                      <a:pt x="571" y="1536"/>
                    </a:lnTo>
                    <a:lnTo>
                      <a:pt x="568" y="1540"/>
                    </a:lnTo>
                    <a:lnTo>
                      <a:pt x="568" y="1543"/>
                    </a:lnTo>
                    <a:lnTo>
                      <a:pt x="571" y="1543"/>
                    </a:lnTo>
                    <a:lnTo>
                      <a:pt x="573" y="1540"/>
                    </a:lnTo>
                    <a:lnTo>
                      <a:pt x="577" y="1533"/>
                    </a:lnTo>
                    <a:lnTo>
                      <a:pt x="582" y="1526"/>
                    </a:lnTo>
                    <a:lnTo>
                      <a:pt x="584" y="1519"/>
                    </a:lnTo>
                    <a:lnTo>
                      <a:pt x="587" y="1501"/>
                    </a:lnTo>
                    <a:lnTo>
                      <a:pt x="589" y="1496"/>
                    </a:lnTo>
                    <a:lnTo>
                      <a:pt x="589" y="1491"/>
                    </a:lnTo>
                    <a:lnTo>
                      <a:pt x="594" y="1487"/>
                    </a:lnTo>
                    <a:lnTo>
                      <a:pt x="601" y="1480"/>
                    </a:lnTo>
                    <a:lnTo>
                      <a:pt x="605" y="1475"/>
                    </a:lnTo>
                    <a:lnTo>
                      <a:pt x="612" y="1471"/>
                    </a:lnTo>
                    <a:lnTo>
                      <a:pt x="619" y="1468"/>
                    </a:lnTo>
                    <a:lnTo>
                      <a:pt x="622" y="1468"/>
                    </a:lnTo>
                    <a:lnTo>
                      <a:pt x="615" y="1457"/>
                    </a:lnTo>
                    <a:lnTo>
                      <a:pt x="605" y="1447"/>
                    </a:lnTo>
                    <a:lnTo>
                      <a:pt x="598" y="1445"/>
                    </a:lnTo>
                    <a:lnTo>
                      <a:pt x="591" y="1443"/>
                    </a:lnTo>
                    <a:close/>
                    <a:moveTo>
                      <a:pt x="312" y="1154"/>
                    </a:moveTo>
                    <a:lnTo>
                      <a:pt x="310" y="1154"/>
                    </a:lnTo>
                    <a:lnTo>
                      <a:pt x="303" y="1156"/>
                    </a:lnTo>
                    <a:lnTo>
                      <a:pt x="293" y="1159"/>
                    </a:lnTo>
                    <a:lnTo>
                      <a:pt x="284" y="1159"/>
                    </a:lnTo>
                    <a:lnTo>
                      <a:pt x="280" y="1159"/>
                    </a:lnTo>
                    <a:lnTo>
                      <a:pt x="296" y="1168"/>
                    </a:lnTo>
                    <a:lnTo>
                      <a:pt x="312" y="1180"/>
                    </a:lnTo>
                    <a:lnTo>
                      <a:pt x="382" y="1226"/>
                    </a:lnTo>
                    <a:lnTo>
                      <a:pt x="387" y="1228"/>
                    </a:lnTo>
                    <a:lnTo>
                      <a:pt x="389" y="1228"/>
                    </a:lnTo>
                    <a:lnTo>
                      <a:pt x="389" y="1228"/>
                    </a:lnTo>
                    <a:lnTo>
                      <a:pt x="389" y="1214"/>
                    </a:lnTo>
                    <a:lnTo>
                      <a:pt x="391" y="1201"/>
                    </a:lnTo>
                    <a:lnTo>
                      <a:pt x="394" y="1198"/>
                    </a:lnTo>
                    <a:lnTo>
                      <a:pt x="391" y="1196"/>
                    </a:lnTo>
                    <a:lnTo>
                      <a:pt x="389" y="1194"/>
                    </a:lnTo>
                    <a:lnTo>
                      <a:pt x="387" y="1194"/>
                    </a:lnTo>
                    <a:lnTo>
                      <a:pt x="380" y="1196"/>
                    </a:lnTo>
                    <a:lnTo>
                      <a:pt x="375" y="1196"/>
                    </a:lnTo>
                    <a:lnTo>
                      <a:pt x="370" y="1194"/>
                    </a:lnTo>
                    <a:lnTo>
                      <a:pt x="366" y="1189"/>
                    </a:lnTo>
                    <a:lnTo>
                      <a:pt x="363" y="1187"/>
                    </a:lnTo>
                    <a:lnTo>
                      <a:pt x="361" y="1187"/>
                    </a:lnTo>
                    <a:lnTo>
                      <a:pt x="356" y="1184"/>
                    </a:lnTo>
                    <a:lnTo>
                      <a:pt x="352" y="1182"/>
                    </a:lnTo>
                    <a:lnTo>
                      <a:pt x="349" y="1180"/>
                    </a:lnTo>
                    <a:lnTo>
                      <a:pt x="347" y="1175"/>
                    </a:lnTo>
                    <a:lnTo>
                      <a:pt x="347" y="1173"/>
                    </a:lnTo>
                    <a:lnTo>
                      <a:pt x="340" y="1173"/>
                    </a:lnTo>
                    <a:lnTo>
                      <a:pt x="335" y="1173"/>
                    </a:lnTo>
                    <a:lnTo>
                      <a:pt x="331" y="1168"/>
                    </a:lnTo>
                    <a:lnTo>
                      <a:pt x="331" y="1168"/>
                    </a:lnTo>
                    <a:lnTo>
                      <a:pt x="328" y="1168"/>
                    </a:lnTo>
                    <a:lnTo>
                      <a:pt x="324" y="1166"/>
                    </a:lnTo>
                    <a:lnTo>
                      <a:pt x="321" y="1163"/>
                    </a:lnTo>
                    <a:lnTo>
                      <a:pt x="319" y="1161"/>
                    </a:lnTo>
                    <a:lnTo>
                      <a:pt x="317" y="1156"/>
                    </a:lnTo>
                    <a:lnTo>
                      <a:pt x="314" y="1154"/>
                    </a:lnTo>
                    <a:lnTo>
                      <a:pt x="312" y="1154"/>
                    </a:lnTo>
                    <a:close/>
                    <a:moveTo>
                      <a:pt x="927" y="984"/>
                    </a:moveTo>
                    <a:lnTo>
                      <a:pt x="924" y="986"/>
                    </a:lnTo>
                    <a:lnTo>
                      <a:pt x="924" y="989"/>
                    </a:lnTo>
                    <a:lnTo>
                      <a:pt x="924" y="991"/>
                    </a:lnTo>
                    <a:lnTo>
                      <a:pt x="936" y="1012"/>
                    </a:lnTo>
                    <a:lnTo>
                      <a:pt x="938" y="1010"/>
                    </a:lnTo>
                    <a:lnTo>
                      <a:pt x="941" y="1007"/>
                    </a:lnTo>
                    <a:lnTo>
                      <a:pt x="938" y="1003"/>
                    </a:lnTo>
                    <a:lnTo>
                      <a:pt x="929" y="986"/>
                    </a:lnTo>
                    <a:lnTo>
                      <a:pt x="927" y="984"/>
                    </a:lnTo>
                    <a:close/>
                    <a:moveTo>
                      <a:pt x="775" y="179"/>
                    </a:moveTo>
                    <a:lnTo>
                      <a:pt x="773" y="181"/>
                    </a:lnTo>
                    <a:lnTo>
                      <a:pt x="771" y="183"/>
                    </a:lnTo>
                    <a:lnTo>
                      <a:pt x="768" y="188"/>
                    </a:lnTo>
                    <a:lnTo>
                      <a:pt x="771" y="188"/>
                    </a:lnTo>
                    <a:lnTo>
                      <a:pt x="773" y="190"/>
                    </a:lnTo>
                    <a:lnTo>
                      <a:pt x="775" y="188"/>
                    </a:lnTo>
                    <a:lnTo>
                      <a:pt x="778" y="188"/>
                    </a:lnTo>
                    <a:lnTo>
                      <a:pt x="778" y="183"/>
                    </a:lnTo>
                    <a:lnTo>
                      <a:pt x="775" y="179"/>
                    </a:lnTo>
                    <a:close/>
                    <a:moveTo>
                      <a:pt x="654" y="0"/>
                    </a:moveTo>
                    <a:lnTo>
                      <a:pt x="668" y="2"/>
                    </a:lnTo>
                    <a:lnTo>
                      <a:pt x="675" y="2"/>
                    </a:lnTo>
                    <a:lnTo>
                      <a:pt x="682" y="4"/>
                    </a:lnTo>
                    <a:lnTo>
                      <a:pt x="689" y="9"/>
                    </a:lnTo>
                    <a:lnTo>
                      <a:pt x="696" y="13"/>
                    </a:lnTo>
                    <a:lnTo>
                      <a:pt x="703" y="18"/>
                    </a:lnTo>
                    <a:lnTo>
                      <a:pt x="713" y="23"/>
                    </a:lnTo>
                    <a:lnTo>
                      <a:pt x="722" y="27"/>
                    </a:lnTo>
                    <a:lnTo>
                      <a:pt x="729" y="32"/>
                    </a:lnTo>
                    <a:lnTo>
                      <a:pt x="736" y="34"/>
                    </a:lnTo>
                    <a:lnTo>
                      <a:pt x="745" y="37"/>
                    </a:lnTo>
                    <a:lnTo>
                      <a:pt x="752" y="41"/>
                    </a:lnTo>
                    <a:lnTo>
                      <a:pt x="757" y="46"/>
                    </a:lnTo>
                    <a:lnTo>
                      <a:pt x="764" y="51"/>
                    </a:lnTo>
                    <a:lnTo>
                      <a:pt x="775" y="62"/>
                    </a:lnTo>
                    <a:lnTo>
                      <a:pt x="787" y="74"/>
                    </a:lnTo>
                    <a:lnTo>
                      <a:pt x="792" y="79"/>
                    </a:lnTo>
                    <a:lnTo>
                      <a:pt x="794" y="83"/>
                    </a:lnTo>
                    <a:lnTo>
                      <a:pt x="796" y="88"/>
                    </a:lnTo>
                    <a:lnTo>
                      <a:pt x="799" y="93"/>
                    </a:lnTo>
                    <a:lnTo>
                      <a:pt x="801" y="97"/>
                    </a:lnTo>
                    <a:lnTo>
                      <a:pt x="803" y="102"/>
                    </a:lnTo>
                    <a:lnTo>
                      <a:pt x="806" y="107"/>
                    </a:lnTo>
                    <a:lnTo>
                      <a:pt x="808" y="114"/>
                    </a:lnTo>
                    <a:lnTo>
                      <a:pt x="808" y="116"/>
                    </a:lnTo>
                    <a:lnTo>
                      <a:pt x="810" y="118"/>
                    </a:lnTo>
                    <a:lnTo>
                      <a:pt x="813" y="125"/>
                    </a:lnTo>
                    <a:lnTo>
                      <a:pt x="810" y="132"/>
                    </a:lnTo>
                    <a:lnTo>
                      <a:pt x="810" y="132"/>
                    </a:lnTo>
                    <a:lnTo>
                      <a:pt x="810" y="128"/>
                    </a:lnTo>
                    <a:lnTo>
                      <a:pt x="810" y="125"/>
                    </a:lnTo>
                    <a:lnTo>
                      <a:pt x="808" y="123"/>
                    </a:lnTo>
                    <a:lnTo>
                      <a:pt x="808" y="128"/>
                    </a:lnTo>
                    <a:lnTo>
                      <a:pt x="808" y="130"/>
                    </a:lnTo>
                    <a:lnTo>
                      <a:pt x="808" y="132"/>
                    </a:lnTo>
                    <a:lnTo>
                      <a:pt x="810" y="132"/>
                    </a:lnTo>
                    <a:lnTo>
                      <a:pt x="810" y="132"/>
                    </a:lnTo>
                    <a:lnTo>
                      <a:pt x="810" y="132"/>
                    </a:lnTo>
                    <a:lnTo>
                      <a:pt x="810" y="132"/>
                    </a:lnTo>
                    <a:lnTo>
                      <a:pt x="810" y="130"/>
                    </a:lnTo>
                    <a:lnTo>
                      <a:pt x="808" y="146"/>
                    </a:lnTo>
                    <a:lnTo>
                      <a:pt x="803" y="155"/>
                    </a:lnTo>
                    <a:lnTo>
                      <a:pt x="799" y="167"/>
                    </a:lnTo>
                    <a:lnTo>
                      <a:pt x="796" y="174"/>
                    </a:lnTo>
                    <a:lnTo>
                      <a:pt x="796" y="179"/>
                    </a:lnTo>
                    <a:lnTo>
                      <a:pt x="796" y="186"/>
                    </a:lnTo>
                    <a:lnTo>
                      <a:pt x="792" y="190"/>
                    </a:lnTo>
                    <a:lnTo>
                      <a:pt x="787" y="195"/>
                    </a:lnTo>
                    <a:lnTo>
                      <a:pt x="778" y="197"/>
                    </a:lnTo>
                    <a:lnTo>
                      <a:pt x="773" y="197"/>
                    </a:lnTo>
                    <a:lnTo>
                      <a:pt x="771" y="200"/>
                    </a:lnTo>
                    <a:lnTo>
                      <a:pt x="771" y="202"/>
                    </a:lnTo>
                    <a:lnTo>
                      <a:pt x="773" y="207"/>
                    </a:lnTo>
                    <a:lnTo>
                      <a:pt x="780" y="223"/>
                    </a:lnTo>
                    <a:lnTo>
                      <a:pt x="780" y="230"/>
                    </a:lnTo>
                    <a:lnTo>
                      <a:pt x="780" y="235"/>
                    </a:lnTo>
                    <a:lnTo>
                      <a:pt x="780" y="237"/>
                    </a:lnTo>
                    <a:lnTo>
                      <a:pt x="775" y="242"/>
                    </a:lnTo>
                    <a:lnTo>
                      <a:pt x="771" y="242"/>
                    </a:lnTo>
                    <a:lnTo>
                      <a:pt x="766" y="242"/>
                    </a:lnTo>
                    <a:lnTo>
                      <a:pt x="764" y="244"/>
                    </a:lnTo>
                    <a:lnTo>
                      <a:pt x="761" y="246"/>
                    </a:lnTo>
                    <a:lnTo>
                      <a:pt x="761" y="249"/>
                    </a:lnTo>
                    <a:lnTo>
                      <a:pt x="759" y="258"/>
                    </a:lnTo>
                    <a:lnTo>
                      <a:pt x="754" y="265"/>
                    </a:lnTo>
                    <a:lnTo>
                      <a:pt x="750" y="270"/>
                    </a:lnTo>
                    <a:lnTo>
                      <a:pt x="747" y="272"/>
                    </a:lnTo>
                    <a:lnTo>
                      <a:pt x="747" y="274"/>
                    </a:lnTo>
                    <a:lnTo>
                      <a:pt x="745" y="279"/>
                    </a:lnTo>
                    <a:lnTo>
                      <a:pt x="745" y="286"/>
                    </a:lnTo>
                    <a:lnTo>
                      <a:pt x="740" y="288"/>
                    </a:lnTo>
                    <a:lnTo>
                      <a:pt x="738" y="293"/>
                    </a:lnTo>
                    <a:lnTo>
                      <a:pt x="738" y="297"/>
                    </a:lnTo>
                    <a:lnTo>
                      <a:pt x="738" y="302"/>
                    </a:lnTo>
                    <a:lnTo>
                      <a:pt x="736" y="309"/>
                    </a:lnTo>
                    <a:lnTo>
                      <a:pt x="733" y="316"/>
                    </a:lnTo>
                    <a:lnTo>
                      <a:pt x="731" y="321"/>
                    </a:lnTo>
                    <a:lnTo>
                      <a:pt x="726" y="323"/>
                    </a:lnTo>
                    <a:lnTo>
                      <a:pt x="722" y="325"/>
                    </a:lnTo>
                    <a:lnTo>
                      <a:pt x="715" y="328"/>
                    </a:lnTo>
                    <a:lnTo>
                      <a:pt x="710" y="328"/>
                    </a:lnTo>
                    <a:lnTo>
                      <a:pt x="708" y="328"/>
                    </a:lnTo>
                    <a:lnTo>
                      <a:pt x="706" y="330"/>
                    </a:lnTo>
                    <a:lnTo>
                      <a:pt x="706" y="332"/>
                    </a:lnTo>
                    <a:lnTo>
                      <a:pt x="706" y="337"/>
                    </a:lnTo>
                    <a:lnTo>
                      <a:pt x="703" y="339"/>
                    </a:lnTo>
                    <a:lnTo>
                      <a:pt x="692" y="356"/>
                    </a:lnTo>
                    <a:lnTo>
                      <a:pt x="694" y="360"/>
                    </a:lnTo>
                    <a:lnTo>
                      <a:pt x="699" y="370"/>
                    </a:lnTo>
                    <a:lnTo>
                      <a:pt x="701" y="374"/>
                    </a:lnTo>
                    <a:lnTo>
                      <a:pt x="699" y="377"/>
                    </a:lnTo>
                    <a:lnTo>
                      <a:pt x="699" y="379"/>
                    </a:lnTo>
                    <a:lnTo>
                      <a:pt x="689" y="388"/>
                    </a:lnTo>
                    <a:lnTo>
                      <a:pt x="682" y="393"/>
                    </a:lnTo>
                    <a:lnTo>
                      <a:pt x="680" y="395"/>
                    </a:lnTo>
                    <a:lnTo>
                      <a:pt x="673" y="398"/>
                    </a:lnTo>
                    <a:lnTo>
                      <a:pt x="668" y="402"/>
                    </a:lnTo>
                    <a:lnTo>
                      <a:pt x="664" y="409"/>
                    </a:lnTo>
                    <a:lnTo>
                      <a:pt x="664" y="414"/>
                    </a:lnTo>
                    <a:lnTo>
                      <a:pt x="661" y="423"/>
                    </a:lnTo>
                    <a:lnTo>
                      <a:pt x="661" y="428"/>
                    </a:lnTo>
                    <a:lnTo>
                      <a:pt x="664" y="451"/>
                    </a:lnTo>
                    <a:lnTo>
                      <a:pt x="671" y="474"/>
                    </a:lnTo>
                    <a:lnTo>
                      <a:pt x="673" y="481"/>
                    </a:lnTo>
                    <a:lnTo>
                      <a:pt x="675" y="488"/>
                    </a:lnTo>
                    <a:lnTo>
                      <a:pt x="675" y="495"/>
                    </a:lnTo>
                    <a:lnTo>
                      <a:pt x="687" y="551"/>
                    </a:lnTo>
                    <a:lnTo>
                      <a:pt x="694" y="595"/>
                    </a:lnTo>
                    <a:lnTo>
                      <a:pt x="701" y="661"/>
                    </a:lnTo>
                    <a:lnTo>
                      <a:pt x="701" y="665"/>
                    </a:lnTo>
                    <a:lnTo>
                      <a:pt x="701" y="670"/>
                    </a:lnTo>
                    <a:lnTo>
                      <a:pt x="699" y="688"/>
                    </a:lnTo>
                    <a:lnTo>
                      <a:pt x="694" y="723"/>
                    </a:lnTo>
                    <a:lnTo>
                      <a:pt x="694" y="728"/>
                    </a:lnTo>
                    <a:lnTo>
                      <a:pt x="694" y="735"/>
                    </a:lnTo>
                    <a:lnTo>
                      <a:pt x="706" y="761"/>
                    </a:lnTo>
                    <a:lnTo>
                      <a:pt x="708" y="765"/>
                    </a:lnTo>
                    <a:lnTo>
                      <a:pt x="713" y="770"/>
                    </a:lnTo>
                    <a:lnTo>
                      <a:pt x="717" y="772"/>
                    </a:lnTo>
                    <a:lnTo>
                      <a:pt x="722" y="775"/>
                    </a:lnTo>
                    <a:lnTo>
                      <a:pt x="729" y="775"/>
                    </a:lnTo>
                    <a:lnTo>
                      <a:pt x="736" y="779"/>
                    </a:lnTo>
                    <a:lnTo>
                      <a:pt x="740" y="784"/>
                    </a:lnTo>
                    <a:lnTo>
                      <a:pt x="750" y="793"/>
                    </a:lnTo>
                    <a:lnTo>
                      <a:pt x="752" y="796"/>
                    </a:lnTo>
                    <a:lnTo>
                      <a:pt x="754" y="796"/>
                    </a:lnTo>
                    <a:lnTo>
                      <a:pt x="761" y="793"/>
                    </a:lnTo>
                    <a:lnTo>
                      <a:pt x="766" y="789"/>
                    </a:lnTo>
                    <a:lnTo>
                      <a:pt x="771" y="784"/>
                    </a:lnTo>
                    <a:lnTo>
                      <a:pt x="775" y="784"/>
                    </a:lnTo>
                    <a:lnTo>
                      <a:pt x="778" y="782"/>
                    </a:lnTo>
                    <a:lnTo>
                      <a:pt x="782" y="784"/>
                    </a:lnTo>
                    <a:lnTo>
                      <a:pt x="789" y="786"/>
                    </a:lnTo>
                    <a:lnTo>
                      <a:pt x="794" y="791"/>
                    </a:lnTo>
                    <a:lnTo>
                      <a:pt x="799" y="796"/>
                    </a:lnTo>
                    <a:lnTo>
                      <a:pt x="806" y="803"/>
                    </a:lnTo>
                    <a:lnTo>
                      <a:pt x="813" y="809"/>
                    </a:lnTo>
                    <a:lnTo>
                      <a:pt x="817" y="816"/>
                    </a:lnTo>
                    <a:lnTo>
                      <a:pt x="820" y="826"/>
                    </a:lnTo>
                    <a:lnTo>
                      <a:pt x="822" y="833"/>
                    </a:lnTo>
                    <a:lnTo>
                      <a:pt x="829" y="840"/>
                    </a:lnTo>
                    <a:lnTo>
                      <a:pt x="834" y="844"/>
                    </a:lnTo>
                    <a:lnTo>
                      <a:pt x="871" y="868"/>
                    </a:lnTo>
                    <a:lnTo>
                      <a:pt x="873" y="870"/>
                    </a:lnTo>
                    <a:lnTo>
                      <a:pt x="873" y="870"/>
                    </a:lnTo>
                    <a:lnTo>
                      <a:pt x="875" y="875"/>
                    </a:lnTo>
                    <a:lnTo>
                      <a:pt x="880" y="875"/>
                    </a:lnTo>
                    <a:lnTo>
                      <a:pt x="882" y="877"/>
                    </a:lnTo>
                    <a:lnTo>
                      <a:pt x="899" y="877"/>
                    </a:lnTo>
                    <a:lnTo>
                      <a:pt x="908" y="879"/>
                    </a:lnTo>
                    <a:lnTo>
                      <a:pt x="917" y="882"/>
                    </a:lnTo>
                    <a:lnTo>
                      <a:pt x="927" y="886"/>
                    </a:lnTo>
                    <a:lnTo>
                      <a:pt x="936" y="891"/>
                    </a:lnTo>
                    <a:lnTo>
                      <a:pt x="945" y="898"/>
                    </a:lnTo>
                    <a:lnTo>
                      <a:pt x="955" y="903"/>
                    </a:lnTo>
                    <a:lnTo>
                      <a:pt x="962" y="907"/>
                    </a:lnTo>
                    <a:lnTo>
                      <a:pt x="966" y="917"/>
                    </a:lnTo>
                    <a:lnTo>
                      <a:pt x="971" y="921"/>
                    </a:lnTo>
                    <a:lnTo>
                      <a:pt x="976" y="926"/>
                    </a:lnTo>
                    <a:lnTo>
                      <a:pt x="983" y="938"/>
                    </a:lnTo>
                    <a:lnTo>
                      <a:pt x="987" y="949"/>
                    </a:lnTo>
                    <a:lnTo>
                      <a:pt x="990" y="954"/>
                    </a:lnTo>
                    <a:lnTo>
                      <a:pt x="990" y="958"/>
                    </a:lnTo>
                    <a:lnTo>
                      <a:pt x="987" y="961"/>
                    </a:lnTo>
                    <a:lnTo>
                      <a:pt x="985" y="965"/>
                    </a:lnTo>
                    <a:lnTo>
                      <a:pt x="983" y="968"/>
                    </a:lnTo>
                    <a:lnTo>
                      <a:pt x="980" y="968"/>
                    </a:lnTo>
                    <a:lnTo>
                      <a:pt x="980" y="970"/>
                    </a:lnTo>
                    <a:lnTo>
                      <a:pt x="983" y="975"/>
                    </a:lnTo>
                    <a:lnTo>
                      <a:pt x="985" y="982"/>
                    </a:lnTo>
                    <a:lnTo>
                      <a:pt x="983" y="986"/>
                    </a:lnTo>
                    <a:lnTo>
                      <a:pt x="971" y="1005"/>
                    </a:lnTo>
                    <a:lnTo>
                      <a:pt x="969" y="1007"/>
                    </a:lnTo>
                    <a:lnTo>
                      <a:pt x="966" y="1010"/>
                    </a:lnTo>
                    <a:lnTo>
                      <a:pt x="964" y="1010"/>
                    </a:lnTo>
                    <a:lnTo>
                      <a:pt x="962" y="1012"/>
                    </a:lnTo>
                    <a:lnTo>
                      <a:pt x="962" y="1012"/>
                    </a:lnTo>
                    <a:lnTo>
                      <a:pt x="959" y="1014"/>
                    </a:lnTo>
                    <a:lnTo>
                      <a:pt x="957" y="1021"/>
                    </a:lnTo>
                    <a:lnTo>
                      <a:pt x="952" y="1024"/>
                    </a:lnTo>
                    <a:lnTo>
                      <a:pt x="945" y="1026"/>
                    </a:lnTo>
                    <a:lnTo>
                      <a:pt x="941" y="1026"/>
                    </a:lnTo>
                    <a:lnTo>
                      <a:pt x="936" y="1026"/>
                    </a:lnTo>
                    <a:lnTo>
                      <a:pt x="934" y="1024"/>
                    </a:lnTo>
                    <a:lnTo>
                      <a:pt x="931" y="1019"/>
                    </a:lnTo>
                    <a:lnTo>
                      <a:pt x="927" y="1024"/>
                    </a:lnTo>
                    <a:lnTo>
                      <a:pt x="922" y="1026"/>
                    </a:lnTo>
                    <a:lnTo>
                      <a:pt x="917" y="1026"/>
                    </a:lnTo>
                    <a:lnTo>
                      <a:pt x="913" y="1026"/>
                    </a:lnTo>
                    <a:lnTo>
                      <a:pt x="908" y="1024"/>
                    </a:lnTo>
                    <a:lnTo>
                      <a:pt x="906" y="1021"/>
                    </a:lnTo>
                    <a:lnTo>
                      <a:pt x="908" y="1017"/>
                    </a:lnTo>
                    <a:lnTo>
                      <a:pt x="908" y="1012"/>
                    </a:lnTo>
                    <a:lnTo>
                      <a:pt x="908" y="1010"/>
                    </a:lnTo>
                    <a:lnTo>
                      <a:pt x="906" y="1005"/>
                    </a:lnTo>
                    <a:lnTo>
                      <a:pt x="906" y="1003"/>
                    </a:lnTo>
                    <a:lnTo>
                      <a:pt x="903" y="998"/>
                    </a:lnTo>
                    <a:lnTo>
                      <a:pt x="899" y="996"/>
                    </a:lnTo>
                    <a:lnTo>
                      <a:pt x="894" y="993"/>
                    </a:lnTo>
                    <a:lnTo>
                      <a:pt x="889" y="991"/>
                    </a:lnTo>
                    <a:lnTo>
                      <a:pt x="848" y="968"/>
                    </a:lnTo>
                    <a:lnTo>
                      <a:pt x="841" y="961"/>
                    </a:lnTo>
                    <a:lnTo>
                      <a:pt x="838" y="958"/>
                    </a:lnTo>
                    <a:lnTo>
                      <a:pt x="836" y="958"/>
                    </a:lnTo>
                    <a:lnTo>
                      <a:pt x="831" y="958"/>
                    </a:lnTo>
                    <a:lnTo>
                      <a:pt x="827" y="956"/>
                    </a:lnTo>
                    <a:lnTo>
                      <a:pt x="824" y="956"/>
                    </a:lnTo>
                    <a:lnTo>
                      <a:pt x="817" y="949"/>
                    </a:lnTo>
                    <a:lnTo>
                      <a:pt x="810" y="944"/>
                    </a:lnTo>
                    <a:lnTo>
                      <a:pt x="803" y="942"/>
                    </a:lnTo>
                    <a:lnTo>
                      <a:pt x="792" y="938"/>
                    </a:lnTo>
                    <a:lnTo>
                      <a:pt x="780" y="931"/>
                    </a:lnTo>
                    <a:lnTo>
                      <a:pt x="775" y="931"/>
                    </a:lnTo>
                    <a:lnTo>
                      <a:pt x="771" y="931"/>
                    </a:lnTo>
                    <a:lnTo>
                      <a:pt x="766" y="931"/>
                    </a:lnTo>
                    <a:lnTo>
                      <a:pt x="759" y="935"/>
                    </a:lnTo>
                    <a:lnTo>
                      <a:pt x="750" y="935"/>
                    </a:lnTo>
                    <a:lnTo>
                      <a:pt x="740" y="935"/>
                    </a:lnTo>
                    <a:lnTo>
                      <a:pt x="731" y="933"/>
                    </a:lnTo>
                    <a:lnTo>
                      <a:pt x="719" y="926"/>
                    </a:lnTo>
                    <a:lnTo>
                      <a:pt x="708" y="921"/>
                    </a:lnTo>
                    <a:lnTo>
                      <a:pt x="706" y="919"/>
                    </a:lnTo>
                    <a:lnTo>
                      <a:pt x="703" y="919"/>
                    </a:lnTo>
                    <a:lnTo>
                      <a:pt x="701" y="921"/>
                    </a:lnTo>
                    <a:lnTo>
                      <a:pt x="699" y="926"/>
                    </a:lnTo>
                    <a:lnTo>
                      <a:pt x="687" y="956"/>
                    </a:lnTo>
                    <a:lnTo>
                      <a:pt x="680" y="965"/>
                    </a:lnTo>
                    <a:lnTo>
                      <a:pt x="673" y="975"/>
                    </a:lnTo>
                    <a:lnTo>
                      <a:pt x="668" y="984"/>
                    </a:lnTo>
                    <a:lnTo>
                      <a:pt x="664" y="993"/>
                    </a:lnTo>
                    <a:lnTo>
                      <a:pt x="654" y="1012"/>
                    </a:lnTo>
                    <a:lnTo>
                      <a:pt x="647" y="1033"/>
                    </a:lnTo>
                    <a:lnTo>
                      <a:pt x="645" y="1045"/>
                    </a:lnTo>
                    <a:lnTo>
                      <a:pt x="647" y="1056"/>
                    </a:lnTo>
                    <a:lnTo>
                      <a:pt x="647" y="1059"/>
                    </a:lnTo>
                    <a:lnTo>
                      <a:pt x="647" y="1063"/>
                    </a:lnTo>
                    <a:lnTo>
                      <a:pt x="643" y="1068"/>
                    </a:lnTo>
                    <a:lnTo>
                      <a:pt x="645" y="1070"/>
                    </a:lnTo>
                    <a:lnTo>
                      <a:pt x="645" y="1073"/>
                    </a:lnTo>
                    <a:lnTo>
                      <a:pt x="647" y="1077"/>
                    </a:lnTo>
                    <a:lnTo>
                      <a:pt x="650" y="1079"/>
                    </a:lnTo>
                    <a:lnTo>
                      <a:pt x="652" y="1079"/>
                    </a:lnTo>
                    <a:lnTo>
                      <a:pt x="654" y="1082"/>
                    </a:lnTo>
                    <a:lnTo>
                      <a:pt x="661" y="1086"/>
                    </a:lnTo>
                    <a:lnTo>
                      <a:pt x="666" y="1091"/>
                    </a:lnTo>
                    <a:lnTo>
                      <a:pt x="671" y="1098"/>
                    </a:lnTo>
                    <a:lnTo>
                      <a:pt x="671" y="1107"/>
                    </a:lnTo>
                    <a:lnTo>
                      <a:pt x="673" y="1112"/>
                    </a:lnTo>
                    <a:lnTo>
                      <a:pt x="675" y="1117"/>
                    </a:lnTo>
                    <a:lnTo>
                      <a:pt x="680" y="1121"/>
                    </a:lnTo>
                    <a:lnTo>
                      <a:pt x="682" y="1126"/>
                    </a:lnTo>
                    <a:lnTo>
                      <a:pt x="689" y="1138"/>
                    </a:lnTo>
                    <a:lnTo>
                      <a:pt x="694" y="1149"/>
                    </a:lnTo>
                    <a:lnTo>
                      <a:pt x="696" y="1154"/>
                    </a:lnTo>
                    <a:lnTo>
                      <a:pt x="701" y="1161"/>
                    </a:lnTo>
                    <a:lnTo>
                      <a:pt x="701" y="1163"/>
                    </a:lnTo>
                    <a:lnTo>
                      <a:pt x="713" y="1184"/>
                    </a:lnTo>
                    <a:lnTo>
                      <a:pt x="726" y="1207"/>
                    </a:lnTo>
                    <a:lnTo>
                      <a:pt x="729" y="1212"/>
                    </a:lnTo>
                    <a:lnTo>
                      <a:pt x="729" y="1219"/>
                    </a:lnTo>
                    <a:lnTo>
                      <a:pt x="731" y="1221"/>
                    </a:lnTo>
                    <a:lnTo>
                      <a:pt x="733" y="1226"/>
                    </a:lnTo>
                    <a:lnTo>
                      <a:pt x="738" y="1231"/>
                    </a:lnTo>
                    <a:lnTo>
                      <a:pt x="740" y="1235"/>
                    </a:lnTo>
                    <a:lnTo>
                      <a:pt x="750" y="1256"/>
                    </a:lnTo>
                    <a:lnTo>
                      <a:pt x="778" y="1312"/>
                    </a:lnTo>
                    <a:lnTo>
                      <a:pt x="806" y="1368"/>
                    </a:lnTo>
                    <a:lnTo>
                      <a:pt x="817" y="1394"/>
                    </a:lnTo>
                    <a:lnTo>
                      <a:pt x="827" y="1424"/>
                    </a:lnTo>
                    <a:lnTo>
                      <a:pt x="829" y="1436"/>
                    </a:lnTo>
                    <a:lnTo>
                      <a:pt x="834" y="1447"/>
                    </a:lnTo>
                    <a:lnTo>
                      <a:pt x="834" y="1454"/>
                    </a:lnTo>
                    <a:lnTo>
                      <a:pt x="834" y="1459"/>
                    </a:lnTo>
                    <a:lnTo>
                      <a:pt x="831" y="1471"/>
                    </a:lnTo>
                    <a:lnTo>
                      <a:pt x="829" y="1482"/>
                    </a:lnTo>
                    <a:lnTo>
                      <a:pt x="803" y="1543"/>
                    </a:lnTo>
                    <a:lnTo>
                      <a:pt x="773" y="1603"/>
                    </a:lnTo>
                    <a:lnTo>
                      <a:pt x="743" y="1657"/>
                    </a:lnTo>
                    <a:lnTo>
                      <a:pt x="701" y="1722"/>
                    </a:lnTo>
                    <a:lnTo>
                      <a:pt x="694" y="1731"/>
                    </a:lnTo>
                    <a:lnTo>
                      <a:pt x="689" y="1740"/>
                    </a:lnTo>
                    <a:lnTo>
                      <a:pt x="680" y="1754"/>
                    </a:lnTo>
                    <a:lnTo>
                      <a:pt x="668" y="1766"/>
                    </a:lnTo>
                    <a:lnTo>
                      <a:pt x="657" y="1775"/>
                    </a:lnTo>
                    <a:lnTo>
                      <a:pt x="591" y="1822"/>
                    </a:lnTo>
                    <a:lnTo>
                      <a:pt x="584" y="1827"/>
                    </a:lnTo>
                    <a:lnTo>
                      <a:pt x="568" y="1838"/>
                    </a:lnTo>
                    <a:lnTo>
                      <a:pt x="552" y="1850"/>
                    </a:lnTo>
                    <a:lnTo>
                      <a:pt x="550" y="1852"/>
                    </a:lnTo>
                    <a:lnTo>
                      <a:pt x="547" y="1855"/>
                    </a:lnTo>
                    <a:lnTo>
                      <a:pt x="545" y="1859"/>
                    </a:lnTo>
                    <a:lnTo>
                      <a:pt x="545" y="1880"/>
                    </a:lnTo>
                    <a:lnTo>
                      <a:pt x="543" y="1887"/>
                    </a:lnTo>
                    <a:lnTo>
                      <a:pt x="540" y="1892"/>
                    </a:lnTo>
                    <a:lnTo>
                      <a:pt x="538" y="1896"/>
                    </a:lnTo>
                    <a:lnTo>
                      <a:pt x="536" y="1901"/>
                    </a:lnTo>
                    <a:lnTo>
                      <a:pt x="536" y="1922"/>
                    </a:lnTo>
                    <a:lnTo>
                      <a:pt x="536" y="1941"/>
                    </a:lnTo>
                    <a:lnTo>
                      <a:pt x="540" y="1959"/>
                    </a:lnTo>
                    <a:lnTo>
                      <a:pt x="540" y="1964"/>
                    </a:lnTo>
                    <a:lnTo>
                      <a:pt x="545" y="1964"/>
                    </a:lnTo>
                    <a:lnTo>
                      <a:pt x="547" y="1966"/>
                    </a:lnTo>
                    <a:lnTo>
                      <a:pt x="552" y="1969"/>
                    </a:lnTo>
                    <a:lnTo>
                      <a:pt x="552" y="1973"/>
                    </a:lnTo>
                    <a:lnTo>
                      <a:pt x="552" y="1978"/>
                    </a:lnTo>
                    <a:lnTo>
                      <a:pt x="552" y="1980"/>
                    </a:lnTo>
                    <a:lnTo>
                      <a:pt x="554" y="1983"/>
                    </a:lnTo>
                    <a:lnTo>
                      <a:pt x="559" y="1983"/>
                    </a:lnTo>
                    <a:lnTo>
                      <a:pt x="561" y="1983"/>
                    </a:lnTo>
                    <a:lnTo>
                      <a:pt x="566" y="1983"/>
                    </a:lnTo>
                    <a:lnTo>
                      <a:pt x="571" y="1985"/>
                    </a:lnTo>
                    <a:lnTo>
                      <a:pt x="575" y="1987"/>
                    </a:lnTo>
                    <a:lnTo>
                      <a:pt x="580" y="1990"/>
                    </a:lnTo>
                    <a:lnTo>
                      <a:pt x="601" y="1992"/>
                    </a:lnTo>
                    <a:lnTo>
                      <a:pt x="624" y="1992"/>
                    </a:lnTo>
                    <a:lnTo>
                      <a:pt x="631" y="1992"/>
                    </a:lnTo>
                    <a:lnTo>
                      <a:pt x="636" y="1994"/>
                    </a:lnTo>
                    <a:lnTo>
                      <a:pt x="640" y="1997"/>
                    </a:lnTo>
                    <a:lnTo>
                      <a:pt x="645" y="2001"/>
                    </a:lnTo>
                    <a:lnTo>
                      <a:pt x="647" y="2008"/>
                    </a:lnTo>
                    <a:lnTo>
                      <a:pt x="652" y="2017"/>
                    </a:lnTo>
                    <a:lnTo>
                      <a:pt x="652" y="2029"/>
                    </a:lnTo>
                    <a:lnTo>
                      <a:pt x="652" y="2038"/>
                    </a:lnTo>
                    <a:lnTo>
                      <a:pt x="647" y="2045"/>
                    </a:lnTo>
                    <a:lnTo>
                      <a:pt x="643" y="2050"/>
                    </a:lnTo>
                    <a:lnTo>
                      <a:pt x="638" y="2055"/>
                    </a:lnTo>
                    <a:lnTo>
                      <a:pt x="636" y="2057"/>
                    </a:lnTo>
                    <a:lnTo>
                      <a:pt x="633" y="2057"/>
                    </a:lnTo>
                    <a:lnTo>
                      <a:pt x="629" y="2059"/>
                    </a:lnTo>
                    <a:lnTo>
                      <a:pt x="626" y="2059"/>
                    </a:lnTo>
                    <a:lnTo>
                      <a:pt x="622" y="2062"/>
                    </a:lnTo>
                    <a:lnTo>
                      <a:pt x="619" y="2064"/>
                    </a:lnTo>
                    <a:lnTo>
                      <a:pt x="617" y="2064"/>
                    </a:lnTo>
                    <a:lnTo>
                      <a:pt x="615" y="2066"/>
                    </a:lnTo>
                    <a:lnTo>
                      <a:pt x="615" y="2069"/>
                    </a:lnTo>
                    <a:lnTo>
                      <a:pt x="615" y="2078"/>
                    </a:lnTo>
                    <a:lnTo>
                      <a:pt x="615" y="2085"/>
                    </a:lnTo>
                    <a:lnTo>
                      <a:pt x="612" y="2092"/>
                    </a:lnTo>
                    <a:lnTo>
                      <a:pt x="610" y="2099"/>
                    </a:lnTo>
                    <a:lnTo>
                      <a:pt x="608" y="2101"/>
                    </a:lnTo>
                    <a:lnTo>
                      <a:pt x="596" y="2113"/>
                    </a:lnTo>
                    <a:lnTo>
                      <a:pt x="582" y="2122"/>
                    </a:lnTo>
                    <a:lnTo>
                      <a:pt x="566" y="2127"/>
                    </a:lnTo>
                    <a:lnTo>
                      <a:pt x="545" y="2125"/>
                    </a:lnTo>
                    <a:lnTo>
                      <a:pt x="536" y="2122"/>
                    </a:lnTo>
                    <a:lnTo>
                      <a:pt x="526" y="2118"/>
                    </a:lnTo>
                    <a:lnTo>
                      <a:pt x="519" y="2118"/>
                    </a:lnTo>
                    <a:lnTo>
                      <a:pt x="517" y="2115"/>
                    </a:lnTo>
                    <a:lnTo>
                      <a:pt x="515" y="2115"/>
                    </a:lnTo>
                    <a:lnTo>
                      <a:pt x="503" y="2108"/>
                    </a:lnTo>
                    <a:lnTo>
                      <a:pt x="491" y="2104"/>
                    </a:lnTo>
                    <a:lnTo>
                      <a:pt x="484" y="2101"/>
                    </a:lnTo>
                    <a:lnTo>
                      <a:pt x="482" y="2099"/>
                    </a:lnTo>
                    <a:lnTo>
                      <a:pt x="477" y="2097"/>
                    </a:lnTo>
                    <a:lnTo>
                      <a:pt x="470" y="2092"/>
                    </a:lnTo>
                    <a:lnTo>
                      <a:pt x="461" y="2087"/>
                    </a:lnTo>
                    <a:lnTo>
                      <a:pt x="454" y="2083"/>
                    </a:lnTo>
                    <a:lnTo>
                      <a:pt x="447" y="2078"/>
                    </a:lnTo>
                    <a:lnTo>
                      <a:pt x="445" y="2076"/>
                    </a:lnTo>
                    <a:lnTo>
                      <a:pt x="442" y="2073"/>
                    </a:lnTo>
                    <a:lnTo>
                      <a:pt x="435" y="2066"/>
                    </a:lnTo>
                    <a:lnTo>
                      <a:pt x="431" y="2064"/>
                    </a:lnTo>
                    <a:lnTo>
                      <a:pt x="426" y="2064"/>
                    </a:lnTo>
                    <a:lnTo>
                      <a:pt x="391" y="2071"/>
                    </a:lnTo>
                    <a:lnTo>
                      <a:pt x="391" y="2071"/>
                    </a:lnTo>
                    <a:lnTo>
                      <a:pt x="389" y="2071"/>
                    </a:lnTo>
                    <a:lnTo>
                      <a:pt x="384" y="2071"/>
                    </a:lnTo>
                    <a:lnTo>
                      <a:pt x="382" y="2071"/>
                    </a:lnTo>
                    <a:lnTo>
                      <a:pt x="377" y="2073"/>
                    </a:lnTo>
                    <a:lnTo>
                      <a:pt x="370" y="2073"/>
                    </a:lnTo>
                    <a:lnTo>
                      <a:pt x="363" y="2073"/>
                    </a:lnTo>
                    <a:lnTo>
                      <a:pt x="359" y="2073"/>
                    </a:lnTo>
                    <a:lnTo>
                      <a:pt x="354" y="2071"/>
                    </a:lnTo>
                    <a:lnTo>
                      <a:pt x="349" y="2071"/>
                    </a:lnTo>
                    <a:lnTo>
                      <a:pt x="345" y="2071"/>
                    </a:lnTo>
                    <a:lnTo>
                      <a:pt x="340" y="2071"/>
                    </a:lnTo>
                    <a:lnTo>
                      <a:pt x="335" y="2069"/>
                    </a:lnTo>
                    <a:lnTo>
                      <a:pt x="331" y="2066"/>
                    </a:lnTo>
                    <a:lnTo>
                      <a:pt x="328" y="2062"/>
                    </a:lnTo>
                    <a:lnTo>
                      <a:pt x="324" y="2059"/>
                    </a:lnTo>
                    <a:lnTo>
                      <a:pt x="321" y="2055"/>
                    </a:lnTo>
                    <a:lnTo>
                      <a:pt x="319" y="2050"/>
                    </a:lnTo>
                    <a:lnTo>
                      <a:pt x="314" y="2034"/>
                    </a:lnTo>
                    <a:lnTo>
                      <a:pt x="312" y="2015"/>
                    </a:lnTo>
                    <a:lnTo>
                      <a:pt x="312" y="2010"/>
                    </a:lnTo>
                    <a:lnTo>
                      <a:pt x="312" y="2006"/>
                    </a:lnTo>
                    <a:lnTo>
                      <a:pt x="314" y="1997"/>
                    </a:lnTo>
                    <a:lnTo>
                      <a:pt x="314" y="1990"/>
                    </a:lnTo>
                    <a:lnTo>
                      <a:pt x="317" y="1969"/>
                    </a:lnTo>
                    <a:lnTo>
                      <a:pt x="319" y="1964"/>
                    </a:lnTo>
                    <a:lnTo>
                      <a:pt x="321" y="1959"/>
                    </a:lnTo>
                    <a:lnTo>
                      <a:pt x="326" y="1955"/>
                    </a:lnTo>
                    <a:lnTo>
                      <a:pt x="328" y="1948"/>
                    </a:lnTo>
                    <a:lnTo>
                      <a:pt x="328" y="1941"/>
                    </a:lnTo>
                    <a:lnTo>
                      <a:pt x="326" y="1931"/>
                    </a:lnTo>
                    <a:lnTo>
                      <a:pt x="326" y="1929"/>
                    </a:lnTo>
                    <a:lnTo>
                      <a:pt x="324" y="1929"/>
                    </a:lnTo>
                    <a:lnTo>
                      <a:pt x="321" y="1924"/>
                    </a:lnTo>
                    <a:lnTo>
                      <a:pt x="319" y="1922"/>
                    </a:lnTo>
                    <a:lnTo>
                      <a:pt x="319" y="1917"/>
                    </a:lnTo>
                    <a:lnTo>
                      <a:pt x="317" y="1913"/>
                    </a:lnTo>
                    <a:lnTo>
                      <a:pt x="317" y="1906"/>
                    </a:lnTo>
                    <a:lnTo>
                      <a:pt x="317" y="1901"/>
                    </a:lnTo>
                    <a:lnTo>
                      <a:pt x="317" y="1899"/>
                    </a:lnTo>
                    <a:lnTo>
                      <a:pt x="314" y="1896"/>
                    </a:lnTo>
                    <a:lnTo>
                      <a:pt x="314" y="1892"/>
                    </a:lnTo>
                    <a:lnTo>
                      <a:pt x="317" y="1889"/>
                    </a:lnTo>
                    <a:lnTo>
                      <a:pt x="317" y="1889"/>
                    </a:lnTo>
                    <a:lnTo>
                      <a:pt x="319" y="1885"/>
                    </a:lnTo>
                    <a:lnTo>
                      <a:pt x="321" y="1882"/>
                    </a:lnTo>
                    <a:lnTo>
                      <a:pt x="321" y="1878"/>
                    </a:lnTo>
                    <a:lnTo>
                      <a:pt x="326" y="1875"/>
                    </a:lnTo>
                    <a:lnTo>
                      <a:pt x="326" y="1869"/>
                    </a:lnTo>
                    <a:lnTo>
                      <a:pt x="324" y="1862"/>
                    </a:lnTo>
                    <a:lnTo>
                      <a:pt x="321" y="1850"/>
                    </a:lnTo>
                    <a:lnTo>
                      <a:pt x="321" y="1838"/>
                    </a:lnTo>
                    <a:lnTo>
                      <a:pt x="321" y="1829"/>
                    </a:lnTo>
                    <a:lnTo>
                      <a:pt x="317" y="1785"/>
                    </a:lnTo>
                    <a:lnTo>
                      <a:pt x="317" y="1775"/>
                    </a:lnTo>
                    <a:lnTo>
                      <a:pt x="317" y="1768"/>
                    </a:lnTo>
                    <a:lnTo>
                      <a:pt x="321" y="1759"/>
                    </a:lnTo>
                    <a:lnTo>
                      <a:pt x="326" y="1752"/>
                    </a:lnTo>
                    <a:lnTo>
                      <a:pt x="333" y="1745"/>
                    </a:lnTo>
                    <a:lnTo>
                      <a:pt x="342" y="1738"/>
                    </a:lnTo>
                    <a:lnTo>
                      <a:pt x="345" y="1736"/>
                    </a:lnTo>
                    <a:lnTo>
                      <a:pt x="345" y="1731"/>
                    </a:lnTo>
                    <a:lnTo>
                      <a:pt x="342" y="1673"/>
                    </a:lnTo>
                    <a:lnTo>
                      <a:pt x="345" y="1592"/>
                    </a:lnTo>
                    <a:lnTo>
                      <a:pt x="347" y="1568"/>
                    </a:lnTo>
                    <a:lnTo>
                      <a:pt x="349" y="1559"/>
                    </a:lnTo>
                    <a:lnTo>
                      <a:pt x="352" y="1552"/>
                    </a:lnTo>
                    <a:lnTo>
                      <a:pt x="352" y="1547"/>
                    </a:lnTo>
                    <a:lnTo>
                      <a:pt x="352" y="1545"/>
                    </a:lnTo>
                    <a:lnTo>
                      <a:pt x="349" y="1547"/>
                    </a:lnTo>
                    <a:lnTo>
                      <a:pt x="342" y="1552"/>
                    </a:lnTo>
                    <a:lnTo>
                      <a:pt x="338" y="1557"/>
                    </a:lnTo>
                    <a:lnTo>
                      <a:pt x="331" y="1557"/>
                    </a:lnTo>
                    <a:lnTo>
                      <a:pt x="324" y="1554"/>
                    </a:lnTo>
                    <a:lnTo>
                      <a:pt x="319" y="1552"/>
                    </a:lnTo>
                    <a:lnTo>
                      <a:pt x="312" y="1552"/>
                    </a:lnTo>
                    <a:lnTo>
                      <a:pt x="310" y="1550"/>
                    </a:lnTo>
                    <a:lnTo>
                      <a:pt x="307" y="1550"/>
                    </a:lnTo>
                    <a:lnTo>
                      <a:pt x="303" y="1545"/>
                    </a:lnTo>
                    <a:lnTo>
                      <a:pt x="298" y="1545"/>
                    </a:lnTo>
                    <a:lnTo>
                      <a:pt x="293" y="1545"/>
                    </a:lnTo>
                    <a:lnTo>
                      <a:pt x="282" y="1543"/>
                    </a:lnTo>
                    <a:lnTo>
                      <a:pt x="270" y="1536"/>
                    </a:lnTo>
                    <a:lnTo>
                      <a:pt x="163" y="1468"/>
                    </a:lnTo>
                    <a:lnTo>
                      <a:pt x="79" y="1415"/>
                    </a:lnTo>
                    <a:lnTo>
                      <a:pt x="37" y="1387"/>
                    </a:lnTo>
                    <a:lnTo>
                      <a:pt x="33" y="1382"/>
                    </a:lnTo>
                    <a:lnTo>
                      <a:pt x="30" y="1377"/>
                    </a:lnTo>
                    <a:lnTo>
                      <a:pt x="28" y="1373"/>
                    </a:lnTo>
                    <a:lnTo>
                      <a:pt x="26" y="1368"/>
                    </a:lnTo>
                    <a:lnTo>
                      <a:pt x="21" y="1366"/>
                    </a:lnTo>
                    <a:lnTo>
                      <a:pt x="9" y="1359"/>
                    </a:lnTo>
                    <a:lnTo>
                      <a:pt x="5" y="1354"/>
                    </a:lnTo>
                    <a:lnTo>
                      <a:pt x="0" y="1347"/>
                    </a:lnTo>
                    <a:lnTo>
                      <a:pt x="2" y="1342"/>
                    </a:lnTo>
                    <a:lnTo>
                      <a:pt x="5" y="1336"/>
                    </a:lnTo>
                    <a:lnTo>
                      <a:pt x="14" y="1319"/>
                    </a:lnTo>
                    <a:lnTo>
                      <a:pt x="26" y="1305"/>
                    </a:lnTo>
                    <a:lnTo>
                      <a:pt x="98" y="1207"/>
                    </a:lnTo>
                    <a:lnTo>
                      <a:pt x="103" y="1201"/>
                    </a:lnTo>
                    <a:lnTo>
                      <a:pt x="107" y="1194"/>
                    </a:lnTo>
                    <a:lnTo>
                      <a:pt x="128" y="1163"/>
                    </a:lnTo>
                    <a:lnTo>
                      <a:pt x="172" y="1100"/>
                    </a:lnTo>
                    <a:lnTo>
                      <a:pt x="177" y="1098"/>
                    </a:lnTo>
                    <a:lnTo>
                      <a:pt x="179" y="1096"/>
                    </a:lnTo>
                    <a:lnTo>
                      <a:pt x="186" y="1096"/>
                    </a:lnTo>
                    <a:lnTo>
                      <a:pt x="193" y="1100"/>
                    </a:lnTo>
                    <a:lnTo>
                      <a:pt x="203" y="1105"/>
                    </a:lnTo>
                    <a:lnTo>
                      <a:pt x="205" y="1105"/>
                    </a:lnTo>
                    <a:lnTo>
                      <a:pt x="210" y="1107"/>
                    </a:lnTo>
                    <a:lnTo>
                      <a:pt x="212" y="1107"/>
                    </a:lnTo>
                    <a:lnTo>
                      <a:pt x="214" y="1107"/>
                    </a:lnTo>
                    <a:lnTo>
                      <a:pt x="217" y="1107"/>
                    </a:lnTo>
                    <a:lnTo>
                      <a:pt x="217" y="1107"/>
                    </a:lnTo>
                    <a:lnTo>
                      <a:pt x="273" y="1147"/>
                    </a:lnTo>
                    <a:lnTo>
                      <a:pt x="277" y="1149"/>
                    </a:lnTo>
                    <a:lnTo>
                      <a:pt x="284" y="1152"/>
                    </a:lnTo>
                    <a:lnTo>
                      <a:pt x="293" y="1152"/>
                    </a:lnTo>
                    <a:lnTo>
                      <a:pt x="300" y="1149"/>
                    </a:lnTo>
                    <a:lnTo>
                      <a:pt x="307" y="1147"/>
                    </a:lnTo>
                    <a:lnTo>
                      <a:pt x="314" y="1145"/>
                    </a:lnTo>
                    <a:lnTo>
                      <a:pt x="317" y="1142"/>
                    </a:lnTo>
                    <a:lnTo>
                      <a:pt x="319" y="1138"/>
                    </a:lnTo>
                    <a:lnTo>
                      <a:pt x="321" y="1135"/>
                    </a:lnTo>
                    <a:lnTo>
                      <a:pt x="326" y="1128"/>
                    </a:lnTo>
                    <a:lnTo>
                      <a:pt x="326" y="1126"/>
                    </a:lnTo>
                    <a:lnTo>
                      <a:pt x="328" y="1121"/>
                    </a:lnTo>
                    <a:lnTo>
                      <a:pt x="328" y="1112"/>
                    </a:lnTo>
                    <a:lnTo>
                      <a:pt x="333" y="1103"/>
                    </a:lnTo>
                    <a:lnTo>
                      <a:pt x="338" y="1084"/>
                    </a:lnTo>
                    <a:lnTo>
                      <a:pt x="338" y="1084"/>
                    </a:lnTo>
                    <a:lnTo>
                      <a:pt x="338" y="1082"/>
                    </a:lnTo>
                    <a:lnTo>
                      <a:pt x="335" y="1077"/>
                    </a:lnTo>
                    <a:lnTo>
                      <a:pt x="338" y="1075"/>
                    </a:lnTo>
                    <a:lnTo>
                      <a:pt x="338" y="1073"/>
                    </a:lnTo>
                    <a:lnTo>
                      <a:pt x="342" y="1063"/>
                    </a:lnTo>
                    <a:lnTo>
                      <a:pt x="342" y="1052"/>
                    </a:lnTo>
                    <a:lnTo>
                      <a:pt x="345" y="1042"/>
                    </a:lnTo>
                    <a:lnTo>
                      <a:pt x="345" y="1040"/>
                    </a:lnTo>
                    <a:lnTo>
                      <a:pt x="342" y="1035"/>
                    </a:lnTo>
                    <a:lnTo>
                      <a:pt x="340" y="1033"/>
                    </a:lnTo>
                    <a:lnTo>
                      <a:pt x="340" y="1028"/>
                    </a:lnTo>
                    <a:lnTo>
                      <a:pt x="335" y="1017"/>
                    </a:lnTo>
                    <a:lnTo>
                      <a:pt x="333" y="1003"/>
                    </a:lnTo>
                    <a:lnTo>
                      <a:pt x="331" y="991"/>
                    </a:lnTo>
                    <a:lnTo>
                      <a:pt x="333" y="982"/>
                    </a:lnTo>
                    <a:lnTo>
                      <a:pt x="333" y="975"/>
                    </a:lnTo>
                    <a:lnTo>
                      <a:pt x="333" y="968"/>
                    </a:lnTo>
                    <a:lnTo>
                      <a:pt x="326" y="938"/>
                    </a:lnTo>
                    <a:lnTo>
                      <a:pt x="324" y="931"/>
                    </a:lnTo>
                    <a:lnTo>
                      <a:pt x="324" y="924"/>
                    </a:lnTo>
                    <a:lnTo>
                      <a:pt x="321" y="919"/>
                    </a:lnTo>
                    <a:lnTo>
                      <a:pt x="317" y="914"/>
                    </a:lnTo>
                    <a:lnTo>
                      <a:pt x="312" y="910"/>
                    </a:lnTo>
                    <a:lnTo>
                      <a:pt x="310" y="903"/>
                    </a:lnTo>
                    <a:lnTo>
                      <a:pt x="307" y="896"/>
                    </a:lnTo>
                    <a:lnTo>
                      <a:pt x="303" y="863"/>
                    </a:lnTo>
                    <a:lnTo>
                      <a:pt x="300" y="828"/>
                    </a:lnTo>
                    <a:lnTo>
                      <a:pt x="296" y="761"/>
                    </a:lnTo>
                    <a:lnTo>
                      <a:pt x="296" y="712"/>
                    </a:lnTo>
                    <a:lnTo>
                      <a:pt x="312" y="616"/>
                    </a:lnTo>
                    <a:lnTo>
                      <a:pt x="321" y="579"/>
                    </a:lnTo>
                    <a:lnTo>
                      <a:pt x="338" y="526"/>
                    </a:lnTo>
                    <a:lnTo>
                      <a:pt x="342" y="509"/>
                    </a:lnTo>
                    <a:lnTo>
                      <a:pt x="345" y="493"/>
                    </a:lnTo>
                    <a:lnTo>
                      <a:pt x="352" y="463"/>
                    </a:lnTo>
                    <a:lnTo>
                      <a:pt x="359" y="435"/>
                    </a:lnTo>
                    <a:lnTo>
                      <a:pt x="366" y="418"/>
                    </a:lnTo>
                    <a:lnTo>
                      <a:pt x="370" y="405"/>
                    </a:lnTo>
                    <a:lnTo>
                      <a:pt x="377" y="381"/>
                    </a:lnTo>
                    <a:lnTo>
                      <a:pt x="389" y="363"/>
                    </a:lnTo>
                    <a:lnTo>
                      <a:pt x="412" y="325"/>
                    </a:lnTo>
                    <a:lnTo>
                      <a:pt x="442" y="290"/>
                    </a:lnTo>
                    <a:lnTo>
                      <a:pt x="449" y="286"/>
                    </a:lnTo>
                    <a:lnTo>
                      <a:pt x="454" y="281"/>
                    </a:lnTo>
                    <a:lnTo>
                      <a:pt x="489" y="260"/>
                    </a:lnTo>
                    <a:lnTo>
                      <a:pt x="498" y="256"/>
                    </a:lnTo>
                    <a:lnTo>
                      <a:pt x="505" y="251"/>
                    </a:lnTo>
                    <a:lnTo>
                      <a:pt x="508" y="251"/>
                    </a:lnTo>
                    <a:lnTo>
                      <a:pt x="510" y="249"/>
                    </a:lnTo>
                    <a:lnTo>
                      <a:pt x="510" y="244"/>
                    </a:lnTo>
                    <a:lnTo>
                      <a:pt x="510" y="237"/>
                    </a:lnTo>
                    <a:lnTo>
                      <a:pt x="512" y="232"/>
                    </a:lnTo>
                    <a:lnTo>
                      <a:pt x="512" y="228"/>
                    </a:lnTo>
                    <a:lnTo>
                      <a:pt x="510" y="223"/>
                    </a:lnTo>
                    <a:lnTo>
                      <a:pt x="508" y="221"/>
                    </a:lnTo>
                    <a:lnTo>
                      <a:pt x="501" y="214"/>
                    </a:lnTo>
                    <a:lnTo>
                      <a:pt x="496" y="207"/>
                    </a:lnTo>
                    <a:lnTo>
                      <a:pt x="494" y="200"/>
                    </a:lnTo>
                    <a:lnTo>
                      <a:pt x="494" y="190"/>
                    </a:lnTo>
                    <a:lnTo>
                      <a:pt x="496" y="169"/>
                    </a:lnTo>
                    <a:lnTo>
                      <a:pt x="503" y="151"/>
                    </a:lnTo>
                    <a:lnTo>
                      <a:pt x="512" y="132"/>
                    </a:lnTo>
                    <a:lnTo>
                      <a:pt x="515" y="128"/>
                    </a:lnTo>
                    <a:lnTo>
                      <a:pt x="515" y="121"/>
                    </a:lnTo>
                    <a:lnTo>
                      <a:pt x="517" y="114"/>
                    </a:lnTo>
                    <a:lnTo>
                      <a:pt x="522" y="109"/>
                    </a:lnTo>
                    <a:lnTo>
                      <a:pt x="522" y="107"/>
                    </a:lnTo>
                    <a:lnTo>
                      <a:pt x="522" y="104"/>
                    </a:lnTo>
                    <a:lnTo>
                      <a:pt x="522" y="100"/>
                    </a:lnTo>
                    <a:lnTo>
                      <a:pt x="524" y="97"/>
                    </a:lnTo>
                    <a:lnTo>
                      <a:pt x="526" y="93"/>
                    </a:lnTo>
                    <a:lnTo>
                      <a:pt x="531" y="83"/>
                    </a:lnTo>
                    <a:lnTo>
                      <a:pt x="536" y="74"/>
                    </a:lnTo>
                    <a:lnTo>
                      <a:pt x="543" y="67"/>
                    </a:lnTo>
                    <a:lnTo>
                      <a:pt x="550" y="60"/>
                    </a:lnTo>
                    <a:lnTo>
                      <a:pt x="559" y="53"/>
                    </a:lnTo>
                    <a:lnTo>
                      <a:pt x="568" y="44"/>
                    </a:lnTo>
                    <a:lnTo>
                      <a:pt x="571" y="41"/>
                    </a:lnTo>
                    <a:lnTo>
                      <a:pt x="573" y="39"/>
                    </a:lnTo>
                    <a:lnTo>
                      <a:pt x="577" y="34"/>
                    </a:lnTo>
                    <a:lnTo>
                      <a:pt x="580" y="32"/>
                    </a:lnTo>
                    <a:lnTo>
                      <a:pt x="584" y="30"/>
                    </a:lnTo>
                    <a:lnTo>
                      <a:pt x="615" y="11"/>
                    </a:lnTo>
                    <a:lnTo>
                      <a:pt x="622" y="7"/>
                    </a:lnTo>
                    <a:lnTo>
                      <a:pt x="631" y="4"/>
                    </a:lnTo>
                    <a:lnTo>
                      <a:pt x="638" y="2"/>
                    </a:lnTo>
                    <a:lnTo>
                      <a:pt x="654" y="0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315" name="Freeform 60"/>
              <p:cNvSpPr>
                <a:spLocks noEditPoints="1"/>
              </p:cNvSpPr>
              <p:nvPr/>
            </p:nvSpPr>
            <p:spPr bwMode="auto">
              <a:xfrm>
                <a:off x="9433600" y="4352512"/>
                <a:ext cx="456341" cy="900000"/>
              </a:xfrm>
              <a:custGeom>
                <a:avLst/>
                <a:gdLst>
                  <a:gd name="T0" fmla="*/ 545 w 789"/>
                  <a:gd name="T1" fmla="*/ 1319 h 2176"/>
                  <a:gd name="T2" fmla="*/ 614 w 789"/>
                  <a:gd name="T3" fmla="*/ 1324 h 2176"/>
                  <a:gd name="T4" fmla="*/ 449 w 789"/>
                  <a:gd name="T5" fmla="*/ 14 h 2176"/>
                  <a:gd name="T6" fmla="*/ 512 w 789"/>
                  <a:gd name="T7" fmla="*/ 67 h 2176"/>
                  <a:gd name="T8" fmla="*/ 528 w 789"/>
                  <a:gd name="T9" fmla="*/ 177 h 2176"/>
                  <a:gd name="T10" fmla="*/ 524 w 789"/>
                  <a:gd name="T11" fmla="*/ 221 h 2176"/>
                  <a:gd name="T12" fmla="*/ 512 w 789"/>
                  <a:gd name="T13" fmla="*/ 246 h 2176"/>
                  <a:gd name="T14" fmla="*/ 493 w 789"/>
                  <a:gd name="T15" fmla="*/ 291 h 2176"/>
                  <a:gd name="T16" fmla="*/ 440 w 789"/>
                  <a:gd name="T17" fmla="*/ 309 h 2176"/>
                  <a:gd name="T18" fmla="*/ 440 w 789"/>
                  <a:gd name="T19" fmla="*/ 358 h 2176"/>
                  <a:gd name="T20" fmla="*/ 475 w 789"/>
                  <a:gd name="T21" fmla="*/ 500 h 2176"/>
                  <a:gd name="T22" fmla="*/ 517 w 789"/>
                  <a:gd name="T23" fmla="*/ 726 h 2176"/>
                  <a:gd name="T24" fmla="*/ 521 w 789"/>
                  <a:gd name="T25" fmla="*/ 826 h 2176"/>
                  <a:gd name="T26" fmla="*/ 517 w 789"/>
                  <a:gd name="T27" fmla="*/ 882 h 2176"/>
                  <a:gd name="T28" fmla="*/ 498 w 789"/>
                  <a:gd name="T29" fmla="*/ 1017 h 2176"/>
                  <a:gd name="T30" fmla="*/ 563 w 789"/>
                  <a:gd name="T31" fmla="*/ 1170 h 2176"/>
                  <a:gd name="T32" fmla="*/ 610 w 789"/>
                  <a:gd name="T33" fmla="*/ 1312 h 2176"/>
                  <a:gd name="T34" fmla="*/ 724 w 789"/>
                  <a:gd name="T35" fmla="*/ 1322 h 2176"/>
                  <a:gd name="T36" fmla="*/ 775 w 789"/>
                  <a:gd name="T37" fmla="*/ 1331 h 2176"/>
                  <a:gd name="T38" fmla="*/ 787 w 789"/>
                  <a:gd name="T39" fmla="*/ 1696 h 2176"/>
                  <a:gd name="T40" fmla="*/ 724 w 789"/>
                  <a:gd name="T41" fmla="*/ 1724 h 2176"/>
                  <a:gd name="T42" fmla="*/ 591 w 789"/>
                  <a:gd name="T43" fmla="*/ 1766 h 2176"/>
                  <a:gd name="T44" fmla="*/ 591 w 789"/>
                  <a:gd name="T45" fmla="*/ 1959 h 2176"/>
                  <a:gd name="T46" fmla="*/ 724 w 789"/>
                  <a:gd name="T47" fmla="*/ 1997 h 2176"/>
                  <a:gd name="T48" fmla="*/ 742 w 789"/>
                  <a:gd name="T49" fmla="*/ 2043 h 2176"/>
                  <a:gd name="T50" fmla="*/ 677 w 789"/>
                  <a:gd name="T51" fmla="*/ 2078 h 2176"/>
                  <a:gd name="T52" fmla="*/ 603 w 789"/>
                  <a:gd name="T53" fmla="*/ 2078 h 2176"/>
                  <a:gd name="T54" fmla="*/ 535 w 789"/>
                  <a:gd name="T55" fmla="*/ 2069 h 2176"/>
                  <a:gd name="T56" fmla="*/ 449 w 789"/>
                  <a:gd name="T57" fmla="*/ 2083 h 2176"/>
                  <a:gd name="T58" fmla="*/ 393 w 789"/>
                  <a:gd name="T59" fmla="*/ 2055 h 2176"/>
                  <a:gd name="T60" fmla="*/ 396 w 789"/>
                  <a:gd name="T61" fmla="*/ 2006 h 2176"/>
                  <a:gd name="T62" fmla="*/ 407 w 789"/>
                  <a:gd name="T63" fmla="*/ 1927 h 2176"/>
                  <a:gd name="T64" fmla="*/ 430 w 789"/>
                  <a:gd name="T65" fmla="*/ 1796 h 2176"/>
                  <a:gd name="T66" fmla="*/ 351 w 789"/>
                  <a:gd name="T67" fmla="*/ 1738 h 2176"/>
                  <a:gd name="T68" fmla="*/ 293 w 789"/>
                  <a:gd name="T69" fmla="*/ 1810 h 2176"/>
                  <a:gd name="T70" fmla="*/ 235 w 789"/>
                  <a:gd name="T71" fmla="*/ 1955 h 2176"/>
                  <a:gd name="T72" fmla="*/ 263 w 789"/>
                  <a:gd name="T73" fmla="*/ 2055 h 2176"/>
                  <a:gd name="T74" fmla="*/ 356 w 789"/>
                  <a:gd name="T75" fmla="*/ 2087 h 2176"/>
                  <a:gd name="T76" fmla="*/ 372 w 789"/>
                  <a:gd name="T77" fmla="*/ 2134 h 2176"/>
                  <a:gd name="T78" fmla="*/ 295 w 789"/>
                  <a:gd name="T79" fmla="*/ 2171 h 2176"/>
                  <a:gd name="T80" fmla="*/ 230 w 789"/>
                  <a:gd name="T81" fmla="*/ 2174 h 2176"/>
                  <a:gd name="T82" fmla="*/ 112 w 789"/>
                  <a:gd name="T83" fmla="*/ 2148 h 2176"/>
                  <a:gd name="T84" fmla="*/ 30 w 789"/>
                  <a:gd name="T85" fmla="*/ 2141 h 2176"/>
                  <a:gd name="T86" fmla="*/ 7 w 789"/>
                  <a:gd name="T87" fmla="*/ 2092 h 2176"/>
                  <a:gd name="T88" fmla="*/ 25 w 789"/>
                  <a:gd name="T89" fmla="*/ 1997 h 2176"/>
                  <a:gd name="T90" fmla="*/ 49 w 789"/>
                  <a:gd name="T91" fmla="*/ 1913 h 2176"/>
                  <a:gd name="T92" fmla="*/ 95 w 789"/>
                  <a:gd name="T93" fmla="*/ 1729 h 2176"/>
                  <a:gd name="T94" fmla="*/ 158 w 789"/>
                  <a:gd name="T95" fmla="*/ 1503 h 2176"/>
                  <a:gd name="T96" fmla="*/ 172 w 789"/>
                  <a:gd name="T97" fmla="*/ 1375 h 2176"/>
                  <a:gd name="T98" fmla="*/ 170 w 789"/>
                  <a:gd name="T99" fmla="*/ 1259 h 2176"/>
                  <a:gd name="T100" fmla="*/ 132 w 789"/>
                  <a:gd name="T101" fmla="*/ 1115 h 2176"/>
                  <a:gd name="T102" fmla="*/ 144 w 789"/>
                  <a:gd name="T103" fmla="*/ 875 h 2176"/>
                  <a:gd name="T104" fmla="*/ 119 w 789"/>
                  <a:gd name="T105" fmla="*/ 835 h 2176"/>
                  <a:gd name="T106" fmla="*/ 91 w 789"/>
                  <a:gd name="T107" fmla="*/ 679 h 2176"/>
                  <a:gd name="T108" fmla="*/ 128 w 789"/>
                  <a:gd name="T109" fmla="*/ 430 h 2176"/>
                  <a:gd name="T110" fmla="*/ 240 w 789"/>
                  <a:gd name="T111" fmla="*/ 274 h 2176"/>
                  <a:gd name="T112" fmla="*/ 267 w 789"/>
                  <a:gd name="T113" fmla="*/ 230 h 2176"/>
                  <a:gd name="T114" fmla="*/ 279 w 789"/>
                  <a:gd name="T115" fmla="*/ 181 h 2176"/>
                  <a:gd name="T116" fmla="*/ 295 w 789"/>
                  <a:gd name="T117" fmla="*/ 67 h 2176"/>
                  <a:gd name="T118" fmla="*/ 340 w 789"/>
                  <a:gd name="T119" fmla="*/ 18 h 2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89" h="2176">
                    <a:moveTo>
                      <a:pt x="79" y="2046"/>
                    </a:moveTo>
                    <a:lnTo>
                      <a:pt x="79" y="2046"/>
                    </a:lnTo>
                    <a:lnTo>
                      <a:pt x="79" y="2046"/>
                    </a:lnTo>
                    <a:lnTo>
                      <a:pt x="79" y="2046"/>
                    </a:lnTo>
                    <a:close/>
                    <a:moveTo>
                      <a:pt x="558" y="1287"/>
                    </a:moveTo>
                    <a:lnTo>
                      <a:pt x="549" y="1294"/>
                    </a:lnTo>
                    <a:lnTo>
                      <a:pt x="540" y="1301"/>
                    </a:lnTo>
                    <a:lnTo>
                      <a:pt x="542" y="1310"/>
                    </a:lnTo>
                    <a:lnTo>
                      <a:pt x="545" y="1319"/>
                    </a:lnTo>
                    <a:lnTo>
                      <a:pt x="549" y="1329"/>
                    </a:lnTo>
                    <a:lnTo>
                      <a:pt x="558" y="1329"/>
                    </a:lnTo>
                    <a:lnTo>
                      <a:pt x="600" y="1329"/>
                    </a:lnTo>
                    <a:lnTo>
                      <a:pt x="610" y="1329"/>
                    </a:lnTo>
                    <a:lnTo>
                      <a:pt x="619" y="1331"/>
                    </a:lnTo>
                    <a:lnTo>
                      <a:pt x="624" y="1331"/>
                    </a:lnTo>
                    <a:lnTo>
                      <a:pt x="624" y="1329"/>
                    </a:lnTo>
                    <a:lnTo>
                      <a:pt x="621" y="1329"/>
                    </a:lnTo>
                    <a:lnTo>
                      <a:pt x="614" y="1324"/>
                    </a:lnTo>
                    <a:lnTo>
                      <a:pt x="607" y="1322"/>
                    </a:lnTo>
                    <a:lnTo>
                      <a:pt x="600" y="1317"/>
                    </a:lnTo>
                    <a:lnTo>
                      <a:pt x="568" y="1291"/>
                    </a:lnTo>
                    <a:lnTo>
                      <a:pt x="563" y="1289"/>
                    </a:lnTo>
                    <a:lnTo>
                      <a:pt x="558" y="1287"/>
                    </a:lnTo>
                    <a:close/>
                    <a:moveTo>
                      <a:pt x="405" y="0"/>
                    </a:moveTo>
                    <a:lnTo>
                      <a:pt x="412" y="0"/>
                    </a:lnTo>
                    <a:lnTo>
                      <a:pt x="419" y="2"/>
                    </a:lnTo>
                    <a:lnTo>
                      <a:pt x="449" y="14"/>
                    </a:lnTo>
                    <a:lnTo>
                      <a:pt x="454" y="16"/>
                    </a:lnTo>
                    <a:lnTo>
                      <a:pt x="458" y="18"/>
                    </a:lnTo>
                    <a:lnTo>
                      <a:pt x="468" y="25"/>
                    </a:lnTo>
                    <a:lnTo>
                      <a:pt x="477" y="32"/>
                    </a:lnTo>
                    <a:lnTo>
                      <a:pt x="486" y="39"/>
                    </a:lnTo>
                    <a:lnTo>
                      <a:pt x="493" y="44"/>
                    </a:lnTo>
                    <a:lnTo>
                      <a:pt x="498" y="51"/>
                    </a:lnTo>
                    <a:lnTo>
                      <a:pt x="505" y="60"/>
                    </a:lnTo>
                    <a:lnTo>
                      <a:pt x="512" y="67"/>
                    </a:lnTo>
                    <a:lnTo>
                      <a:pt x="517" y="79"/>
                    </a:lnTo>
                    <a:lnTo>
                      <a:pt x="524" y="104"/>
                    </a:lnTo>
                    <a:lnTo>
                      <a:pt x="526" y="135"/>
                    </a:lnTo>
                    <a:lnTo>
                      <a:pt x="524" y="142"/>
                    </a:lnTo>
                    <a:lnTo>
                      <a:pt x="521" y="149"/>
                    </a:lnTo>
                    <a:lnTo>
                      <a:pt x="521" y="156"/>
                    </a:lnTo>
                    <a:lnTo>
                      <a:pt x="521" y="163"/>
                    </a:lnTo>
                    <a:lnTo>
                      <a:pt x="524" y="165"/>
                    </a:lnTo>
                    <a:lnTo>
                      <a:pt x="528" y="177"/>
                    </a:lnTo>
                    <a:lnTo>
                      <a:pt x="533" y="188"/>
                    </a:lnTo>
                    <a:lnTo>
                      <a:pt x="540" y="200"/>
                    </a:lnTo>
                    <a:lnTo>
                      <a:pt x="540" y="202"/>
                    </a:lnTo>
                    <a:lnTo>
                      <a:pt x="542" y="207"/>
                    </a:lnTo>
                    <a:lnTo>
                      <a:pt x="540" y="211"/>
                    </a:lnTo>
                    <a:lnTo>
                      <a:pt x="538" y="216"/>
                    </a:lnTo>
                    <a:lnTo>
                      <a:pt x="533" y="218"/>
                    </a:lnTo>
                    <a:lnTo>
                      <a:pt x="528" y="221"/>
                    </a:lnTo>
                    <a:lnTo>
                      <a:pt x="524" y="221"/>
                    </a:lnTo>
                    <a:lnTo>
                      <a:pt x="521" y="221"/>
                    </a:lnTo>
                    <a:lnTo>
                      <a:pt x="517" y="221"/>
                    </a:lnTo>
                    <a:lnTo>
                      <a:pt x="517" y="225"/>
                    </a:lnTo>
                    <a:lnTo>
                      <a:pt x="517" y="232"/>
                    </a:lnTo>
                    <a:lnTo>
                      <a:pt x="517" y="235"/>
                    </a:lnTo>
                    <a:lnTo>
                      <a:pt x="514" y="239"/>
                    </a:lnTo>
                    <a:lnTo>
                      <a:pt x="512" y="242"/>
                    </a:lnTo>
                    <a:lnTo>
                      <a:pt x="512" y="244"/>
                    </a:lnTo>
                    <a:lnTo>
                      <a:pt x="512" y="246"/>
                    </a:lnTo>
                    <a:lnTo>
                      <a:pt x="510" y="251"/>
                    </a:lnTo>
                    <a:lnTo>
                      <a:pt x="510" y="253"/>
                    </a:lnTo>
                    <a:lnTo>
                      <a:pt x="505" y="258"/>
                    </a:lnTo>
                    <a:lnTo>
                      <a:pt x="503" y="260"/>
                    </a:lnTo>
                    <a:lnTo>
                      <a:pt x="500" y="263"/>
                    </a:lnTo>
                    <a:lnTo>
                      <a:pt x="503" y="267"/>
                    </a:lnTo>
                    <a:lnTo>
                      <a:pt x="500" y="274"/>
                    </a:lnTo>
                    <a:lnTo>
                      <a:pt x="498" y="284"/>
                    </a:lnTo>
                    <a:lnTo>
                      <a:pt x="493" y="291"/>
                    </a:lnTo>
                    <a:lnTo>
                      <a:pt x="486" y="295"/>
                    </a:lnTo>
                    <a:lnTo>
                      <a:pt x="477" y="298"/>
                    </a:lnTo>
                    <a:lnTo>
                      <a:pt x="472" y="300"/>
                    </a:lnTo>
                    <a:lnTo>
                      <a:pt x="470" y="302"/>
                    </a:lnTo>
                    <a:lnTo>
                      <a:pt x="463" y="305"/>
                    </a:lnTo>
                    <a:lnTo>
                      <a:pt x="458" y="307"/>
                    </a:lnTo>
                    <a:lnTo>
                      <a:pt x="451" y="307"/>
                    </a:lnTo>
                    <a:lnTo>
                      <a:pt x="442" y="307"/>
                    </a:lnTo>
                    <a:lnTo>
                      <a:pt x="440" y="309"/>
                    </a:lnTo>
                    <a:lnTo>
                      <a:pt x="437" y="309"/>
                    </a:lnTo>
                    <a:lnTo>
                      <a:pt x="433" y="316"/>
                    </a:lnTo>
                    <a:lnTo>
                      <a:pt x="430" y="323"/>
                    </a:lnTo>
                    <a:lnTo>
                      <a:pt x="433" y="330"/>
                    </a:lnTo>
                    <a:lnTo>
                      <a:pt x="437" y="337"/>
                    </a:lnTo>
                    <a:lnTo>
                      <a:pt x="437" y="344"/>
                    </a:lnTo>
                    <a:lnTo>
                      <a:pt x="437" y="349"/>
                    </a:lnTo>
                    <a:lnTo>
                      <a:pt x="437" y="356"/>
                    </a:lnTo>
                    <a:lnTo>
                      <a:pt x="440" y="358"/>
                    </a:lnTo>
                    <a:lnTo>
                      <a:pt x="444" y="360"/>
                    </a:lnTo>
                    <a:lnTo>
                      <a:pt x="447" y="365"/>
                    </a:lnTo>
                    <a:lnTo>
                      <a:pt x="449" y="370"/>
                    </a:lnTo>
                    <a:lnTo>
                      <a:pt x="451" y="412"/>
                    </a:lnTo>
                    <a:lnTo>
                      <a:pt x="454" y="419"/>
                    </a:lnTo>
                    <a:lnTo>
                      <a:pt x="456" y="426"/>
                    </a:lnTo>
                    <a:lnTo>
                      <a:pt x="461" y="435"/>
                    </a:lnTo>
                    <a:lnTo>
                      <a:pt x="465" y="447"/>
                    </a:lnTo>
                    <a:lnTo>
                      <a:pt x="475" y="500"/>
                    </a:lnTo>
                    <a:lnTo>
                      <a:pt x="475" y="509"/>
                    </a:lnTo>
                    <a:lnTo>
                      <a:pt x="477" y="519"/>
                    </a:lnTo>
                    <a:lnTo>
                      <a:pt x="482" y="556"/>
                    </a:lnTo>
                    <a:lnTo>
                      <a:pt x="489" y="595"/>
                    </a:lnTo>
                    <a:lnTo>
                      <a:pt x="500" y="647"/>
                    </a:lnTo>
                    <a:lnTo>
                      <a:pt x="503" y="656"/>
                    </a:lnTo>
                    <a:lnTo>
                      <a:pt x="505" y="668"/>
                    </a:lnTo>
                    <a:lnTo>
                      <a:pt x="510" y="682"/>
                    </a:lnTo>
                    <a:lnTo>
                      <a:pt x="517" y="726"/>
                    </a:lnTo>
                    <a:lnTo>
                      <a:pt x="519" y="740"/>
                    </a:lnTo>
                    <a:lnTo>
                      <a:pt x="524" y="770"/>
                    </a:lnTo>
                    <a:lnTo>
                      <a:pt x="524" y="798"/>
                    </a:lnTo>
                    <a:lnTo>
                      <a:pt x="521" y="803"/>
                    </a:lnTo>
                    <a:lnTo>
                      <a:pt x="524" y="807"/>
                    </a:lnTo>
                    <a:lnTo>
                      <a:pt x="524" y="812"/>
                    </a:lnTo>
                    <a:lnTo>
                      <a:pt x="526" y="817"/>
                    </a:lnTo>
                    <a:lnTo>
                      <a:pt x="524" y="819"/>
                    </a:lnTo>
                    <a:lnTo>
                      <a:pt x="521" y="826"/>
                    </a:lnTo>
                    <a:lnTo>
                      <a:pt x="521" y="831"/>
                    </a:lnTo>
                    <a:lnTo>
                      <a:pt x="521" y="838"/>
                    </a:lnTo>
                    <a:lnTo>
                      <a:pt x="521" y="842"/>
                    </a:lnTo>
                    <a:lnTo>
                      <a:pt x="521" y="854"/>
                    </a:lnTo>
                    <a:lnTo>
                      <a:pt x="519" y="865"/>
                    </a:lnTo>
                    <a:lnTo>
                      <a:pt x="517" y="870"/>
                    </a:lnTo>
                    <a:lnTo>
                      <a:pt x="517" y="875"/>
                    </a:lnTo>
                    <a:lnTo>
                      <a:pt x="519" y="877"/>
                    </a:lnTo>
                    <a:lnTo>
                      <a:pt x="517" y="882"/>
                    </a:lnTo>
                    <a:lnTo>
                      <a:pt x="512" y="903"/>
                    </a:lnTo>
                    <a:lnTo>
                      <a:pt x="507" y="917"/>
                    </a:lnTo>
                    <a:lnTo>
                      <a:pt x="498" y="961"/>
                    </a:lnTo>
                    <a:lnTo>
                      <a:pt x="491" y="1000"/>
                    </a:lnTo>
                    <a:lnTo>
                      <a:pt x="491" y="1003"/>
                    </a:lnTo>
                    <a:lnTo>
                      <a:pt x="491" y="1005"/>
                    </a:lnTo>
                    <a:lnTo>
                      <a:pt x="496" y="1010"/>
                    </a:lnTo>
                    <a:lnTo>
                      <a:pt x="496" y="1012"/>
                    </a:lnTo>
                    <a:lnTo>
                      <a:pt x="498" y="1017"/>
                    </a:lnTo>
                    <a:lnTo>
                      <a:pt x="524" y="1082"/>
                    </a:lnTo>
                    <a:lnTo>
                      <a:pt x="526" y="1094"/>
                    </a:lnTo>
                    <a:lnTo>
                      <a:pt x="533" y="1103"/>
                    </a:lnTo>
                    <a:lnTo>
                      <a:pt x="540" y="1117"/>
                    </a:lnTo>
                    <a:lnTo>
                      <a:pt x="547" y="1133"/>
                    </a:lnTo>
                    <a:lnTo>
                      <a:pt x="549" y="1142"/>
                    </a:lnTo>
                    <a:lnTo>
                      <a:pt x="554" y="1149"/>
                    </a:lnTo>
                    <a:lnTo>
                      <a:pt x="558" y="1161"/>
                    </a:lnTo>
                    <a:lnTo>
                      <a:pt x="563" y="1170"/>
                    </a:lnTo>
                    <a:lnTo>
                      <a:pt x="563" y="1182"/>
                    </a:lnTo>
                    <a:lnTo>
                      <a:pt x="563" y="1187"/>
                    </a:lnTo>
                    <a:lnTo>
                      <a:pt x="565" y="1226"/>
                    </a:lnTo>
                    <a:lnTo>
                      <a:pt x="565" y="1266"/>
                    </a:lnTo>
                    <a:lnTo>
                      <a:pt x="563" y="1275"/>
                    </a:lnTo>
                    <a:lnTo>
                      <a:pt x="572" y="1282"/>
                    </a:lnTo>
                    <a:lnTo>
                      <a:pt x="589" y="1294"/>
                    </a:lnTo>
                    <a:lnTo>
                      <a:pt x="605" y="1308"/>
                    </a:lnTo>
                    <a:lnTo>
                      <a:pt x="610" y="1312"/>
                    </a:lnTo>
                    <a:lnTo>
                      <a:pt x="617" y="1317"/>
                    </a:lnTo>
                    <a:lnTo>
                      <a:pt x="624" y="1322"/>
                    </a:lnTo>
                    <a:lnTo>
                      <a:pt x="631" y="1322"/>
                    </a:lnTo>
                    <a:lnTo>
                      <a:pt x="640" y="1324"/>
                    </a:lnTo>
                    <a:lnTo>
                      <a:pt x="649" y="1322"/>
                    </a:lnTo>
                    <a:lnTo>
                      <a:pt x="682" y="1322"/>
                    </a:lnTo>
                    <a:lnTo>
                      <a:pt x="719" y="1322"/>
                    </a:lnTo>
                    <a:lnTo>
                      <a:pt x="719" y="1322"/>
                    </a:lnTo>
                    <a:lnTo>
                      <a:pt x="724" y="1322"/>
                    </a:lnTo>
                    <a:lnTo>
                      <a:pt x="728" y="1324"/>
                    </a:lnTo>
                    <a:lnTo>
                      <a:pt x="731" y="1326"/>
                    </a:lnTo>
                    <a:lnTo>
                      <a:pt x="733" y="1326"/>
                    </a:lnTo>
                    <a:lnTo>
                      <a:pt x="735" y="1326"/>
                    </a:lnTo>
                    <a:lnTo>
                      <a:pt x="738" y="1326"/>
                    </a:lnTo>
                    <a:lnTo>
                      <a:pt x="742" y="1326"/>
                    </a:lnTo>
                    <a:lnTo>
                      <a:pt x="756" y="1326"/>
                    </a:lnTo>
                    <a:lnTo>
                      <a:pt x="766" y="1329"/>
                    </a:lnTo>
                    <a:lnTo>
                      <a:pt x="775" y="1331"/>
                    </a:lnTo>
                    <a:lnTo>
                      <a:pt x="775" y="1336"/>
                    </a:lnTo>
                    <a:lnTo>
                      <a:pt x="777" y="1352"/>
                    </a:lnTo>
                    <a:lnTo>
                      <a:pt x="775" y="1371"/>
                    </a:lnTo>
                    <a:lnTo>
                      <a:pt x="775" y="1378"/>
                    </a:lnTo>
                    <a:lnTo>
                      <a:pt x="780" y="1450"/>
                    </a:lnTo>
                    <a:lnTo>
                      <a:pt x="784" y="1550"/>
                    </a:lnTo>
                    <a:lnTo>
                      <a:pt x="787" y="1652"/>
                    </a:lnTo>
                    <a:lnTo>
                      <a:pt x="789" y="1678"/>
                    </a:lnTo>
                    <a:lnTo>
                      <a:pt x="787" y="1696"/>
                    </a:lnTo>
                    <a:lnTo>
                      <a:pt x="784" y="1701"/>
                    </a:lnTo>
                    <a:lnTo>
                      <a:pt x="780" y="1706"/>
                    </a:lnTo>
                    <a:lnTo>
                      <a:pt x="775" y="1710"/>
                    </a:lnTo>
                    <a:lnTo>
                      <a:pt x="768" y="1710"/>
                    </a:lnTo>
                    <a:lnTo>
                      <a:pt x="761" y="1710"/>
                    </a:lnTo>
                    <a:lnTo>
                      <a:pt x="749" y="1713"/>
                    </a:lnTo>
                    <a:lnTo>
                      <a:pt x="740" y="1715"/>
                    </a:lnTo>
                    <a:lnTo>
                      <a:pt x="731" y="1722"/>
                    </a:lnTo>
                    <a:lnTo>
                      <a:pt x="724" y="1724"/>
                    </a:lnTo>
                    <a:lnTo>
                      <a:pt x="717" y="1727"/>
                    </a:lnTo>
                    <a:lnTo>
                      <a:pt x="710" y="1727"/>
                    </a:lnTo>
                    <a:lnTo>
                      <a:pt x="654" y="1731"/>
                    </a:lnTo>
                    <a:lnTo>
                      <a:pt x="600" y="1734"/>
                    </a:lnTo>
                    <a:lnTo>
                      <a:pt x="593" y="1734"/>
                    </a:lnTo>
                    <a:lnTo>
                      <a:pt x="591" y="1738"/>
                    </a:lnTo>
                    <a:lnTo>
                      <a:pt x="591" y="1741"/>
                    </a:lnTo>
                    <a:lnTo>
                      <a:pt x="591" y="1743"/>
                    </a:lnTo>
                    <a:lnTo>
                      <a:pt x="591" y="1766"/>
                    </a:lnTo>
                    <a:lnTo>
                      <a:pt x="589" y="1822"/>
                    </a:lnTo>
                    <a:lnTo>
                      <a:pt x="586" y="1857"/>
                    </a:lnTo>
                    <a:lnTo>
                      <a:pt x="586" y="1878"/>
                    </a:lnTo>
                    <a:lnTo>
                      <a:pt x="589" y="1901"/>
                    </a:lnTo>
                    <a:lnTo>
                      <a:pt x="589" y="1913"/>
                    </a:lnTo>
                    <a:lnTo>
                      <a:pt x="589" y="1924"/>
                    </a:lnTo>
                    <a:lnTo>
                      <a:pt x="589" y="1952"/>
                    </a:lnTo>
                    <a:lnTo>
                      <a:pt x="589" y="1957"/>
                    </a:lnTo>
                    <a:lnTo>
                      <a:pt x="591" y="1959"/>
                    </a:lnTo>
                    <a:lnTo>
                      <a:pt x="593" y="1962"/>
                    </a:lnTo>
                    <a:lnTo>
                      <a:pt x="614" y="1978"/>
                    </a:lnTo>
                    <a:lnTo>
                      <a:pt x="640" y="1990"/>
                    </a:lnTo>
                    <a:lnTo>
                      <a:pt x="649" y="1992"/>
                    </a:lnTo>
                    <a:lnTo>
                      <a:pt x="661" y="1992"/>
                    </a:lnTo>
                    <a:lnTo>
                      <a:pt x="670" y="1992"/>
                    </a:lnTo>
                    <a:lnTo>
                      <a:pt x="705" y="1992"/>
                    </a:lnTo>
                    <a:lnTo>
                      <a:pt x="719" y="1994"/>
                    </a:lnTo>
                    <a:lnTo>
                      <a:pt x="724" y="1997"/>
                    </a:lnTo>
                    <a:lnTo>
                      <a:pt x="728" y="1999"/>
                    </a:lnTo>
                    <a:lnTo>
                      <a:pt x="731" y="2004"/>
                    </a:lnTo>
                    <a:lnTo>
                      <a:pt x="735" y="2008"/>
                    </a:lnTo>
                    <a:lnTo>
                      <a:pt x="738" y="2013"/>
                    </a:lnTo>
                    <a:lnTo>
                      <a:pt x="740" y="2018"/>
                    </a:lnTo>
                    <a:lnTo>
                      <a:pt x="745" y="2020"/>
                    </a:lnTo>
                    <a:lnTo>
                      <a:pt x="745" y="2022"/>
                    </a:lnTo>
                    <a:lnTo>
                      <a:pt x="745" y="2034"/>
                    </a:lnTo>
                    <a:lnTo>
                      <a:pt x="742" y="2043"/>
                    </a:lnTo>
                    <a:lnTo>
                      <a:pt x="738" y="2052"/>
                    </a:lnTo>
                    <a:lnTo>
                      <a:pt x="731" y="2059"/>
                    </a:lnTo>
                    <a:lnTo>
                      <a:pt x="724" y="2066"/>
                    </a:lnTo>
                    <a:lnTo>
                      <a:pt x="714" y="2069"/>
                    </a:lnTo>
                    <a:lnTo>
                      <a:pt x="703" y="2071"/>
                    </a:lnTo>
                    <a:lnTo>
                      <a:pt x="698" y="2071"/>
                    </a:lnTo>
                    <a:lnTo>
                      <a:pt x="694" y="2073"/>
                    </a:lnTo>
                    <a:lnTo>
                      <a:pt x="687" y="2076"/>
                    </a:lnTo>
                    <a:lnTo>
                      <a:pt x="677" y="2078"/>
                    </a:lnTo>
                    <a:lnTo>
                      <a:pt x="670" y="2078"/>
                    </a:lnTo>
                    <a:lnTo>
                      <a:pt x="666" y="2078"/>
                    </a:lnTo>
                    <a:lnTo>
                      <a:pt x="661" y="2078"/>
                    </a:lnTo>
                    <a:lnTo>
                      <a:pt x="654" y="2080"/>
                    </a:lnTo>
                    <a:lnTo>
                      <a:pt x="645" y="2080"/>
                    </a:lnTo>
                    <a:lnTo>
                      <a:pt x="635" y="2080"/>
                    </a:lnTo>
                    <a:lnTo>
                      <a:pt x="621" y="2080"/>
                    </a:lnTo>
                    <a:lnTo>
                      <a:pt x="612" y="2078"/>
                    </a:lnTo>
                    <a:lnTo>
                      <a:pt x="603" y="2078"/>
                    </a:lnTo>
                    <a:lnTo>
                      <a:pt x="596" y="2078"/>
                    </a:lnTo>
                    <a:lnTo>
                      <a:pt x="591" y="2076"/>
                    </a:lnTo>
                    <a:lnTo>
                      <a:pt x="575" y="2076"/>
                    </a:lnTo>
                    <a:lnTo>
                      <a:pt x="558" y="2073"/>
                    </a:lnTo>
                    <a:lnTo>
                      <a:pt x="554" y="2073"/>
                    </a:lnTo>
                    <a:lnTo>
                      <a:pt x="549" y="2071"/>
                    </a:lnTo>
                    <a:lnTo>
                      <a:pt x="545" y="2069"/>
                    </a:lnTo>
                    <a:lnTo>
                      <a:pt x="540" y="2069"/>
                    </a:lnTo>
                    <a:lnTo>
                      <a:pt x="535" y="2069"/>
                    </a:lnTo>
                    <a:lnTo>
                      <a:pt x="521" y="2073"/>
                    </a:lnTo>
                    <a:lnTo>
                      <a:pt x="510" y="2078"/>
                    </a:lnTo>
                    <a:lnTo>
                      <a:pt x="498" y="2080"/>
                    </a:lnTo>
                    <a:lnTo>
                      <a:pt x="486" y="2080"/>
                    </a:lnTo>
                    <a:lnTo>
                      <a:pt x="477" y="2080"/>
                    </a:lnTo>
                    <a:lnTo>
                      <a:pt x="468" y="2083"/>
                    </a:lnTo>
                    <a:lnTo>
                      <a:pt x="461" y="2083"/>
                    </a:lnTo>
                    <a:lnTo>
                      <a:pt x="454" y="2083"/>
                    </a:lnTo>
                    <a:lnTo>
                      <a:pt x="449" y="2083"/>
                    </a:lnTo>
                    <a:lnTo>
                      <a:pt x="444" y="2083"/>
                    </a:lnTo>
                    <a:lnTo>
                      <a:pt x="440" y="2083"/>
                    </a:lnTo>
                    <a:lnTo>
                      <a:pt x="430" y="2083"/>
                    </a:lnTo>
                    <a:lnTo>
                      <a:pt x="423" y="2080"/>
                    </a:lnTo>
                    <a:lnTo>
                      <a:pt x="416" y="2076"/>
                    </a:lnTo>
                    <a:lnTo>
                      <a:pt x="409" y="2073"/>
                    </a:lnTo>
                    <a:lnTo>
                      <a:pt x="403" y="2069"/>
                    </a:lnTo>
                    <a:lnTo>
                      <a:pt x="398" y="2062"/>
                    </a:lnTo>
                    <a:lnTo>
                      <a:pt x="393" y="2055"/>
                    </a:lnTo>
                    <a:lnTo>
                      <a:pt x="391" y="2052"/>
                    </a:lnTo>
                    <a:lnTo>
                      <a:pt x="391" y="2048"/>
                    </a:lnTo>
                    <a:lnTo>
                      <a:pt x="391" y="2043"/>
                    </a:lnTo>
                    <a:lnTo>
                      <a:pt x="393" y="2041"/>
                    </a:lnTo>
                    <a:lnTo>
                      <a:pt x="393" y="2041"/>
                    </a:lnTo>
                    <a:lnTo>
                      <a:pt x="393" y="2032"/>
                    </a:lnTo>
                    <a:lnTo>
                      <a:pt x="393" y="2025"/>
                    </a:lnTo>
                    <a:lnTo>
                      <a:pt x="396" y="2018"/>
                    </a:lnTo>
                    <a:lnTo>
                      <a:pt x="396" y="2006"/>
                    </a:lnTo>
                    <a:lnTo>
                      <a:pt x="400" y="1992"/>
                    </a:lnTo>
                    <a:lnTo>
                      <a:pt x="405" y="1980"/>
                    </a:lnTo>
                    <a:lnTo>
                      <a:pt x="407" y="1966"/>
                    </a:lnTo>
                    <a:lnTo>
                      <a:pt x="409" y="1964"/>
                    </a:lnTo>
                    <a:lnTo>
                      <a:pt x="407" y="1959"/>
                    </a:lnTo>
                    <a:lnTo>
                      <a:pt x="405" y="1957"/>
                    </a:lnTo>
                    <a:lnTo>
                      <a:pt x="405" y="1952"/>
                    </a:lnTo>
                    <a:lnTo>
                      <a:pt x="407" y="1931"/>
                    </a:lnTo>
                    <a:lnTo>
                      <a:pt x="407" y="1927"/>
                    </a:lnTo>
                    <a:lnTo>
                      <a:pt x="405" y="1924"/>
                    </a:lnTo>
                    <a:lnTo>
                      <a:pt x="403" y="1915"/>
                    </a:lnTo>
                    <a:lnTo>
                      <a:pt x="403" y="1904"/>
                    </a:lnTo>
                    <a:lnTo>
                      <a:pt x="403" y="1894"/>
                    </a:lnTo>
                    <a:lnTo>
                      <a:pt x="407" y="1873"/>
                    </a:lnTo>
                    <a:lnTo>
                      <a:pt x="416" y="1852"/>
                    </a:lnTo>
                    <a:lnTo>
                      <a:pt x="419" y="1843"/>
                    </a:lnTo>
                    <a:lnTo>
                      <a:pt x="430" y="1803"/>
                    </a:lnTo>
                    <a:lnTo>
                      <a:pt x="430" y="1796"/>
                    </a:lnTo>
                    <a:lnTo>
                      <a:pt x="430" y="1792"/>
                    </a:lnTo>
                    <a:lnTo>
                      <a:pt x="426" y="1778"/>
                    </a:lnTo>
                    <a:lnTo>
                      <a:pt x="421" y="1762"/>
                    </a:lnTo>
                    <a:lnTo>
                      <a:pt x="416" y="1752"/>
                    </a:lnTo>
                    <a:lnTo>
                      <a:pt x="412" y="1741"/>
                    </a:lnTo>
                    <a:lnTo>
                      <a:pt x="407" y="1741"/>
                    </a:lnTo>
                    <a:lnTo>
                      <a:pt x="405" y="1741"/>
                    </a:lnTo>
                    <a:lnTo>
                      <a:pt x="356" y="1741"/>
                    </a:lnTo>
                    <a:lnTo>
                      <a:pt x="351" y="1738"/>
                    </a:lnTo>
                    <a:lnTo>
                      <a:pt x="344" y="1738"/>
                    </a:lnTo>
                    <a:lnTo>
                      <a:pt x="337" y="1734"/>
                    </a:lnTo>
                    <a:lnTo>
                      <a:pt x="330" y="1729"/>
                    </a:lnTo>
                    <a:lnTo>
                      <a:pt x="328" y="1731"/>
                    </a:lnTo>
                    <a:lnTo>
                      <a:pt x="326" y="1731"/>
                    </a:lnTo>
                    <a:lnTo>
                      <a:pt x="326" y="1734"/>
                    </a:lnTo>
                    <a:lnTo>
                      <a:pt x="316" y="1757"/>
                    </a:lnTo>
                    <a:lnTo>
                      <a:pt x="305" y="1785"/>
                    </a:lnTo>
                    <a:lnTo>
                      <a:pt x="293" y="1810"/>
                    </a:lnTo>
                    <a:lnTo>
                      <a:pt x="272" y="1857"/>
                    </a:lnTo>
                    <a:lnTo>
                      <a:pt x="270" y="1864"/>
                    </a:lnTo>
                    <a:lnTo>
                      <a:pt x="267" y="1871"/>
                    </a:lnTo>
                    <a:lnTo>
                      <a:pt x="254" y="1904"/>
                    </a:lnTo>
                    <a:lnTo>
                      <a:pt x="244" y="1934"/>
                    </a:lnTo>
                    <a:lnTo>
                      <a:pt x="242" y="1938"/>
                    </a:lnTo>
                    <a:lnTo>
                      <a:pt x="240" y="1943"/>
                    </a:lnTo>
                    <a:lnTo>
                      <a:pt x="237" y="1948"/>
                    </a:lnTo>
                    <a:lnTo>
                      <a:pt x="235" y="1955"/>
                    </a:lnTo>
                    <a:lnTo>
                      <a:pt x="230" y="1969"/>
                    </a:lnTo>
                    <a:lnTo>
                      <a:pt x="228" y="1985"/>
                    </a:lnTo>
                    <a:lnTo>
                      <a:pt x="226" y="2006"/>
                    </a:lnTo>
                    <a:lnTo>
                      <a:pt x="226" y="2027"/>
                    </a:lnTo>
                    <a:lnTo>
                      <a:pt x="228" y="2034"/>
                    </a:lnTo>
                    <a:lnTo>
                      <a:pt x="233" y="2039"/>
                    </a:lnTo>
                    <a:lnTo>
                      <a:pt x="240" y="2043"/>
                    </a:lnTo>
                    <a:lnTo>
                      <a:pt x="251" y="2050"/>
                    </a:lnTo>
                    <a:lnTo>
                      <a:pt x="263" y="2055"/>
                    </a:lnTo>
                    <a:lnTo>
                      <a:pt x="272" y="2057"/>
                    </a:lnTo>
                    <a:lnTo>
                      <a:pt x="281" y="2062"/>
                    </a:lnTo>
                    <a:lnTo>
                      <a:pt x="291" y="2069"/>
                    </a:lnTo>
                    <a:lnTo>
                      <a:pt x="302" y="2071"/>
                    </a:lnTo>
                    <a:lnTo>
                      <a:pt x="312" y="2076"/>
                    </a:lnTo>
                    <a:lnTo>
                      <a:pt x="330" y="2078"/>
                    </a:lnTo>
                    <a:lnTo>
                      <a:pt x="347" y="2083"/>
                    </a:lnTo>
                    <a:lnTo>
                      <a:pt x="351" y="2083"/>
                    </a:lnTo>
                    <a:lnTo>
                      <a:pt x="356" y="2087"/>
                    </a:lnTo>
                    <a:lnTo>
                      <a:pt x="361" y="2092"/>
                    </a:lnTo>
                    <a:lnTo>
                      <a:pt x="363" y="2099"/>
                    </a:lnTo>
                    <a:lnTo>
                      <a:pt x="365" y="2104"/>
                    </a:lnTo>
                    <a:lnTo>
                      <a:pt x="370" y="2108"/>
                    </a:lnTo>
                    <a:lnTo>
                      <a:pt x="372" y="2111"/>
                    </a:lnTo>
                    <a:lnTo>
                      <a:pt x="375" y="2115"/>
                    </a:lnTo>
                    <a:lnTo>
                      <a:pt x="375" y="2118"/>
                    </a:lnTo>
                    <a:lnTo>
                      <a:pt x="375" y="2127"/>
                    </a:lnTo>
                    <a:lnTo>
                      <a:pt x="372" y="2134"/>
                    </a:lnTo>
                    <a:lnTo>
                      <a:pt x="368" y="2141"/>
                    </a:lnTo>
                    <a:lnTo>
                      <a:pt x="349" y="2157"/>
                    </a:lnTo>
                    <a:lnTo>
                      <a:pt x="326" y="2164"/>
                    </a:lnTo>
                    <a:lnTo>
                      <a:pt x="323" y="2167"/>
                    </a:lnTo>
                    <a:lnTo>
                      <a:pt x="321" y="2167"/>
                    </a:lnTo>
                    <a:lnTo>
                      <a:pt x="314" y="2169"/>
                    </a:lnTo>
                    <a:lnTo>
                      <a:pt x="307" y="2171"/>
                    </a:lnTo>
                    <a:lnTo>
                      <a:pt x="298" y="2171"/>
                    </a:lnTo>
                    <a:lnTo>
                      <a:pt x="295" y="2171"/>
                    </a:lnTo>
                    <a:lnTo>
                      <a:pt x="293" y="2171"/>
                    </a:lnTo>
                    <a:lnTo>
                      <a:pt x="288" y="2171"/>
                    </a:lnTo>
                    <a:lnTo>
                      <a:pt x="284" y="2171"/>
                    </a:lnTo>
                    <a:lnTo>
                      <a:pt x="279" y="2174"/>
                    </a:lnTo>
                    <a:lnTo>
                      <a:pt x="267" y="2174"/>
                    </a:lnTo>
                    <a:lnTo>
                      <a:pt x="256" y="2176"/>
                    </a:lnTo>
                    <a:lnTo>
                      <a:pt x="244" y="2176"/>
                    </a:lnTo>
                    <a:lnTo>
                      <a:pt x="237" y="2174"/>
                    </a:lnTo>
                    <a:lnTo>
                      <a:pt x="230" y="2174"/>
                    </a:lnTo>
                    <a:lnTo>
                      <a:pt x="223" y="2174"/>
                    </a:lnTo>
                    <a:lnTo>
                      <a:pt x="209" y="2174"/>
                    </a:lnTo>
                    <a:lnTo>
                      <a:pt x="195" y="2171"/>
                    </a:lnTo>
                    <a:lnTo>
                      <a:pt x="188" y="2171"/>
                    </a:lnTo>
                    <a:lnTo>
                      <a:pt x="177" y="2169"/>
                    </a:lnTo>
                    <a:lnTo>
                      <a:pt x="170" y="2164"/>
                    </a:lnTo>
                    <a:lnTo>
                      <a:pt x="146" y="2155"/>
                    </a:lnTo>
                    <a:lnTo>
                      <a:pt x="123" y="2148"/>
                    </a:lnTo>
                    <a:lnTo>
                      <a:pt x="112" y="2148"/>
                    </a:lnTo>
                    <a:lnTo>
                      <a:pt x="102" y="2148"/>
                    </a:lnTo>
                    <a:lnTo>
                      <a:pt x="91" y="2150"/>
                    </a:lnTo>
                    <a:lnTo>
                      <a:pt x="84" y="2153"/>
                    </a:lnTo>
                    <a:lnTo>
                      <a:pt x="74" y="2150"/>
                    </a:lnTo>
                    <a:lnTo>
                      <a:pt x="65" y="2148"/>
                    </a:lnTo>
                    <a:lnTo>
                      <a:pt x="58" y="2146"/>
                    </a:lnTo>
                    <a:lnTo>
                      <a:pt x="53" y="2146"/>
                    </a:lnTo>
                    <a:lnTo>
                      <a:pt x="42" y="2143"/>
                    </a:lnTo>
                    <a:lnTo>
                      <a:pt x="30" y="2141"/>
                    </a:lnTo>
                    <a:lnTo>
                      <a:pt x="21" y="2136"/>
                    </a:lnTo>
                    <a:lnTo>
                      <a:pt x="14" y="2134"/>
                    </a:lnTo>
                    <a:lnTo>
                      <a:pt x="9" y="2129"/>
                    </a:lnTo>
                    <a:lnTo>
                      <a:pt x="4" y="2122"/>
                    </a:lnTo>
                    <a:lnTo>
                      <a:pt x="2" y="2115"/>
                    </a:lnTo>
                    <a:lnTo>
                      <a:pt x="0" y="2111"/>
                    </a:lnTo>
                    <a:lnTo>
                      <a:pt x="2" y="2104"/>
                    </a:lnTo>
                    <a:lnTo>
                      <a:pt x="4" y="2097"/>
                    </a:lnTo>
                    <a:lnTo>
                      <a:pt x="7" y="2092"/>
                    </a:lnTo>
                    <a:lnTo>
                      <a:pt x="9" y="2066"/>
                    </a:lnTo>
                    <a:lnTo>
                      <a:pt x="11" y="2057"/>
                    </a:lnTo>
                    <a:lnTo>
                      <a:pt x="16" y="2048"/>
                    </a:lnTo>
                    <a:lnTo>
                      <a:pt x="16" y="2043"/>
                    </a:lnTo>
                    <a:lnTo>
                      <a:pt x="25" y="2015"/>
                    </a:lnTo>
                    <a:lnTo>
                      <a:pt x="28" y="2008"/>
                    </a:lnTo>
                    <a:lnTo>
                      <a:pt x="28" y="2004"/>
                    </a:lnTo>
                    <a:lnTo>
                      <a:pt x="25" y="1999"/>
                    </a:lnTo>
                    <a:lnTo>
                      <a:pt x="25" y="1997"/>
                    </a:lnTo>
                    <a:lnTo>
                      <a:pt x="28" y="1987"/>
                    </a:lnTo>
                    <a:lnTo>
                      <a:pt x="30" y="1978"/>
                    </a:lnTo>
                    <a:lnTo>
                      <a:pt x="32" y="1971"/>
                    </a:lnTo>
                    <a:lnTo>
                      <a:pt x="37" y="1964"/>
                    </a:lnTo>
                    <a:lnTo>
                      <a:pt x="37" y="1957"/>
                    </a:lnTo>
                    <a:lnTo>
                      <a:pt x="37" y="1950"/>
                    </a:lnTo>
                    <a:lnTo>
                      <a:pt x="39" y="1941"/>
                    </a:lnTo>
                    <a:lnTo>
                      <a:pt x="44" y="1927"/>
                    </a:lnTo>
                    <a:lnTo>
                      <a:pt x="49" y="1913"/>
                    </a:lnTo>
                    <a:lnTo>
                      <a:pt x="51" y="1904"/>
                    </a:lnTo>
                    <a:lnTo>
                      <a:pt x="63" y="1845"/>
                    </a:lnTo>
                    <a:lnTo>
                      <a:pt x="67" y="1829"/>
                    </a:lnTo>
                    <a:lnTo>
                      <a:pt x="74" y="1815"/>
                    </a:lnTo>
                    <a:lnTo>
                      <a:pt x="77" y="1806"/>
                    </a:lnTo>
                    <a:lnTo>
                      <a:pt x="79" y="1799"/>
                    </a:lnTo>
                    <a:lnTo>
                      <a:pt x="91" y="1752"/>
                    </a:lnTo>
                    <a:lnTo>
                      <a:pt x="93" y="1741"/>
                    </a:lnTo>
                    <a:lnTo>
                      <a:pt x="95" y="1729"/>
                    </a:lnTo>
                    <a:lnTo>
                      <a:pt x="98" y="1717"/>
                    </a:lnTo>
                    <a:lnTo>
                      <a:pt x="98" y="1710"/>
                    </a:lnTo>
                    <a:lnTo>
                      <a:pt x="100" y="1687"/>
                    </a:lnTo>
                    <a:lnTo>
                      <a:pt x="107" y="1664"/>
                    </a:lnTo>
                    <a:lnTo>
                      <a:pt x="125" y="1587"/>
                    </a:lnTo>
                    <a:lnTo>
                      <a:pt x="142" y="1533"/>
                    </a:lnTo>
                    <a:lnTo>
                      <a:pt x="144" y="1522"/>
                    </a:lnTo>
                    <a:lnTo>
                      <a:pt x="151" y="1513"/>
                    </a:lnTo>
                    <a:lnTo>
                      <a:pt x="158" y="1503"/>
                    </a:lnTo>
                    <a:lnTo>
                      <a:pt x="165" y="1492"/>
                    </a:lnTo>
                    <a:lnTo>
                      <a:pt x="167" y="1487"/>
                    </a:lnTo>
                    <a:lnTo>
                      <a:pt x="167" y="1482"/>
                    </a:lnTo>
                    <a:lnTo>
                      <a:pt x="163" y="1464"/>
                    </a:lnTo>
                    <a:lnTo>
                      <a:pt x="163" y="1443"/>
                    </a:lnTo>
                    <a:lnTo>
                      <a:pt x="163" y="1426"/>
                    </a:lnTo>
                    <a:lnTo>
                      <a:pt x="167" y="1412"/>
                    </a:lnTo>
                    <a:lnTo>
                      <a:pt x="170" y="1394"/>
                    </a:lnTo>
                    <a:lnTo>
                      <a:pt x="172" y="1375"/>
                    </a:lnTo>
                    <a:lnTo>
                      <a:pt x="172" y="1371"/>
                    </a:lnTo>
                    <a:lnTo>
                      <a:pt x="170" y="1366"/>
                    </a:lnTo>
                    <a:lnTo>
                      <a:pt x="165" y="1345"/>
                    </a:lnTo>
                    <a:lnTo>
                      <a:pt x="163" y="1319"/>
                    </a:lnTo>
                    <a:lnTo>
                      <a:pt x="165" y="1312"/>
                    </a:lnTo>
                    <a:lnTo>
                      <a:pt x="165" y="1305"/>
                    </a:lnTo>
                    <a:lnTo>
                      <a:pt x="165" y="1291"/>
                    </a:lnTo>
                    <a:lnTo>
                      <a:pt x="167" y="1277"/>
                    </a:lnTo>
                    <a:lnTo>
                      <a:pt x="170" y="1259"/>
                    </a:lnTo>
                    <a:lnTo>
                      <a:pt x="174" y="1240"/>
                    </a:lnTo>
                    <a:lnTo>
                      <a:pt x="174" y="1236"/>
                    </a:lnTo>
                    <a:lnTo>
                      <a:pt x="172" y="1231"/>
                    </a:lnTo>
                    <a:lnTo>
                      <a:pt x="160" y="1210"/>
                    </a:lnTo>
                    <a:lnTo>
                      <a:pt x="151" y="1187"/>
                    </a:lnTo>
                    <a:lnTo>
                      <a:pt x="144" y="1163"/>
                    </a:lnTo>
                    <a:lnTo>
                      <a:pt x="137" y="1133"/>
                    </a:lnTo>
                    <a:lnTo>
                      <a:pt x="135" y="1124"/>
                    </a:lnTo>
                    <a:lnTo>
                      <a:pt x="132" y="1115"/>
                    </a:lnTo>
                    <a:lnTo>
                      <a:pt x="121" y="1091"/>
                    </a:lnTo>
                    <a:lnTo>
                      <a:pt x="116" y="1066"/>
                    </a:lnTo>
                    <a:lnTo>
                      <a:pt x="112" y="1021"/>
                    </a:lnTo>
                    <a:lnTo>
                      <a:pt x="109" y="973"/>
                    </a:lnTo>
                    <a:lnTo>
                      <a:pt x="112" y="952"/>
                    </a:lnTo>
                    <a:lnTo>
                      <a:pt x="119" y="931"/>
                    </a:lnTo>
                    <a:lnTo>
                      <a:pt x="132" y="900"/>
                    </a:lnTo>
                    <a:lnTo>
                      <a:pt x="142" y="882"/>
                    </a:lnTo>
                    <a:lnTo>
                      <a:pt x="144" y="875"/>
                    </a:lnTo>
                    <a:lnTo>
                      <a:pt x="146" y="865"/>
                    </a:lnTo>
                    <a:lnTo>
                      <a:pt x="149" y="856"/>
                    </a:lnTo>
                    <a:lnTo>
                      <a:pt x="146" y="854"/>
                    </a:lnTo>
                    <a:lnTo>
                      <a:pt x="142" y="854"/>
                    </a:lnTo>
                    <a:lnTo>
                      <a:pt x="137" y="854"/>
                    </a:lnTo>
                    <a:lnTo>
                      <a:pt x="132" y="849"/>
                    </a:lnTo>
                    <a:lnTo>
                      <a:pt x="130" y="847"/>
                    </a:lnTo>
                    <a:lnTo>
                      <a:pt x="123" y="840"/>
                    </a:lnTo>
                    <a:lnTo>
                      <a:pt x="119" y="835"/>
                    </a:lnTo>
                    <a:lnTo>
                      <a:pt x="112" y="831"/>
                    </a:lnTo>
                    <a:lnTo>
                      <a:pt x="107" y="826"/>
                    </a:lnTo>
                    <a:lnTo>
                      <a:pt x="105" y="819"/>
                    </a:lnTo>
                    <a:lnTo>
                      <a:pt x="102" y="814"/>
                    </a:lnTo>
                    <a:lnTo>
                      <a:pt x="100" y="800"/>
                    </a:lnTo>
                    <a:lnTo>
                      <a:pt x="98" y="786"/>
                    </a:lnTo>
                    <a:lnTo>
                      <a:pt x="93" y="737"/>
                    </a:lnTo>
                    <a:lnTo>
                      <a:pt x="91" y="686"/>
                    </a:lnTo>
                    <a:lnTo>
                      <a:pt x="91" y="679"/>
                    </a:lnTo>
                    <a:lnTo>
                      <a:pt x="91" y="675"/>
                    </a:lnTo>
                    <a:lnTo>
                      <a:pt x="100" y="602"/>
                    </a:lnTo>
                    <a:lnTo>
                      <a:pt x="109" y="535"/>
                    </a:lnTo>
                    <a:lnTo>
                      <a:pt x="114" y="505"/>
                    </a:lnTo>
                    <a:lnTo>
                      <a:pt x="123" y="477"/>
                    </a:lnTo>
                    <a:lnTo>
                      <a:pt x="125" y="467"/>
                    </a:lnTo>
                    <a:lnTo>
                      <a:pt x="128" y="460"/>
                    </a:lnTo>
                    <a:lnTo>
                      <a:pt x="128" y="451"/>
                    </a:lnTo>
                    <a:lnTo>
                      <a:pt x="128" y="430"/>
                    </a:lnTo>
                    <a:lnTo>
                      <a:pt x="137" y="409"/>
                    </a:lnTo>
                    <a:lnTo>
                      <a:pt x="172" y="335"/>
                    </a:lnTo>
                    <a:lnTo>
                      <a:pt x="177" y="323"/>
                    </a:lnTo>
                    <a:lnTo>
                      <a:pt x="184" y="316"/>
                    </a:lnTo>
                    <a:lnTo>
                      <a:pt x="191" y="307"/>
                    </a:lnTo>
                    <a:lnTo>
                      <a:pt x="195" y="300"/>
                    </a:lnTo>
                    <a:lnTo>
                      <a:pt x="202" y="295"/>
                    </a:lnTo>
                    <a:lnTo>
                      <a:pt x="207" y="293"/>
                    </a:lnTo>
                    <a:lnTo>
                      <a:pt x="240" y="274"/>
                    </a:lnTo>
                    <a:lnTo>
                      <a:pt x="249" y="267"/>
                    </a:lnTo>
                    <a:lnTo>
                      <a:pt x="256" y="263"/>
                    </a:lnTo>
                    <a:lnTo>
                      <a:pt x="261" y="258"/>
                    </a:lnTo>
                    <a:lnTo>
                      <a:pt x="267" y="256"/>
                    </a:lnTo>
                    <a:lnTo>
                      <a:pt x="270" y="246"/>
                    </a:lnTo>
                    <a:lnTo>
                      <a:pt x="270" y="244"/>
                    </a:lnTo>
                    <a:lnTo>
                      <a:pt x="267" y="239"/>
                    </a:lnTo>
                    <a:lnTo>
                      <a:pt x="267" y="235"/>
                    </a:lnTo>
                    <a:lnTo>
                      <a:pt x="267" y="230"/>
                    </a:lnTo>
                    <a:lnTo>
                      <a:pt x="270" y="225"/>
                    </a:lnTo>
                    <a:lnTo>
                      <a:pt x="272" y="218"/>
                    </a:lnTo>
                    <a:lnTo>
                      <a:pt x="277" y="211"/>
                    </a:lnTo>
                    <a:lnTo>
                      <a:pt x="281" y="207"/>
                    </a:lnTo>
                    <a:lnTo>
                      <a:pt x="284" y="202"/>
                    </a:lnTo>
                    <a:lnTo>
                      <a:pt x="281" y="197"/>
                    </a:lnTo>
                    <a:lnTo>
                      <a:pt x="279" y="193"/>
                    </a:lnTo>
                    <a:lnTo>
                      <a:pt x="279" y="186"/>
                    </a:lnTo>
                    <a:lnTo>
                      <a:pt x="279" y="181"/>
                    </a:lnTo>
                    <a:lnTo>
                      <a:pt x="281" y="170"/>
                    </a:lnTo>
                    <a:lnTo>
                      <a:pt x="281" y="158"/>
                    </a:lnTo>
                    <a:lnTo>
                      <a:pt x="281" y="146"/>
                    </a:lnTo>
                    <a:lnTo>
                      <a:pt x="281" y="128"/>
                    </a:lnTo>
                    <a:lnTo>
                      <a:pt x="281" y="109"/>
                    </a:lnTo>
                    <a:lnTo>
                      <a:pt x="284" y="97"/>
                    </a:lnTo>
                    <a:lnTo>
                      <a:pt x="288" y="86"/>
                    </a:lnTo>
                    <a:lnTo>
                      <a:pt x="293" y="76"/>
                    </a:lnTo>
                    <a:lnTo>
                      <a:pt x="295" y="67"/>
                    </a:lnTo>
                    <a:lnTo>
                      <a:pt x="302" y="58"/>
                    </a:lnTo>
                    <a:lnTo>
                      <a:pt x="305" y="56"/>
                    </a:lnTo>
                    <a:lnTo>
                      <a:pt x="305" y="53"/>
                    </a:lnTo>
                    <a:lnTo>
                      <a:pt x="307" y="49"/>
                    </a:lnTo>
                    <a:lnTo>
                      <a:pt x="312" y="44"/>
                    </a:lnTo>
                    <a:lnTo>
                      <a:pt x="319" y="37"/>
                    </a:lnTo>
                    <a:lnTo>
                      <a:pt x="326" y="30"/>
                    </a:lnTo>
                    <a:lnTo>
                      <a:pt x="335" y="23"/>
                    </a:lnTo>
                    <a:lnTo>
                      <a:pt x="340" y="18"/>
                    </a:lnTo>
                    <a:lnTo>
                      <a:pt x="370" y="2"/>
                    </a:lnTo>
                    <a:lnTo>
                      <a:pt x="405" y="0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  <a:alpha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316" name="Freeform 61"/>
              <p:cNvSpPr>
                <a:spLocks noEditPoints="1"/>
              </p:cNvSpPr>
              <p:nvPr/>
            </p:nvSpPr>
            <p:spPr bwMode="auto">
              <a:xfrm>
                <a:off x="10615084" y="4352512"/>
                <a:ext cx="476278" cy="900000"/>
              </a:xfrm>
              <a:custGeom>
                <a:avLst/>
                <a:gdLst>
                  <a:gd name="T0" fmla="*/ 226 w 815"/>
                  <a:gd name="T1" fmla="*/ 1885 h 2169"/>
                  <a:gd name="T2" fmla="*/ 179 w 815"/>
                  <a:gd name="T3" fmla="*/ 1943 h 2169"/>
                  <a:gd name="T4" fmla="*/ 245 w 815"/>
                  <a:gd name="T5" fmla="*/ 2011 h 2169"/>
                  <a:gd name="T6" fmla="*/ 342 w 815"/>
                  <a:gd name="T7" fmla="*/ 2045 h 2169"/>
                  <a:gd name="T8" fmla="*/ 333 w 815"/>
                  <a:gd name="T9" fmla="*/ 1976 h 2169"/>
                  <a:gd name="T10" fmla="*/ 352 w 815"/>
                  <a:gd name="T11" fmla="*/ 1873 h 2169"/>
                  <a:gd name="T12" fmla="*/ 319 w 815"/>
                  <a:gd name="T13" fmla="*/ 1827 h 2169"/>
                  <a:gd name="T14" fmla="*/ 529 w 815"/>
                  <a:gd name="T15" fmla="*/ 2 h 2169"/>
                  <a:gd name="T16" fmla="*/ 610 w 815"/>
                  <a:gd name="T17" fmla="*/ 25 h 2169"/>
                  <a:gd name="T18" fmla="*/ 671 w 815"/>
                  <a:gd name="T19" fmla="*/ 123 h 2169"/>
                  <a:gd name="T20" fmla="*/ 710 w 815"/>
                  <a:gd name="T21" fmla="*/ 263 h 2169"/>
                  <a:gd name="T22" fmla="*/ 610 w 815"/>
                  <a:gd name="T23" fmla="*/ 279 h 2169"/>
                  <a:gd name="T24" fmla="*/ 568 w 815"/>
                  <a:gd name="T25" fmla="*/ 305 h 2169"/>
                  <a:gd name="T26" fmla="*/ 540 w 815"/>
                  <a:gd name="T27" fmla="*/ 323 h 2169"/>
                  <a:gd name="T28" fmla="*/ 491 w 815"/>
                  <a:gd name="T29" fmla="*/ 367 h 2169"/>
                  <a:gd name="T30" fmla="*/ 473 w 815"/>
                  <a:gd name="T31" fmla="*/ 621 h 2169"/>
                  <a:gd name="T32" fmla="*/ 484 w 815"/>
                  <a:gd name="T33" fmla="*/ 733 h 2169"/>
                  <a:gd name="T34" fmla="*/ 494 w 815"/>
                  <a:gd name="T35" fmla="*/ 805 h 2169"/>
                  <a:gd name="T36" fmla="*/ 568 w 815"/>
                  <a:gd name="T37" fmla="*/ 896 h 2169"/>
                  <a:gd name="T38" fmla="*/ 652 w 815"/>
                  <a:gd name="T39" fmla="*/ 966 h 2169"/>
                  <a:gd name="T40" fmla="*/ 689 w 815"/>
                  <a:gd name="T41" fmla="*/ 1068 h 2169"/>
                  <a:gd name="T42" fmla="*/ 778 w 815"/>
                  <a:gd name="T43" fmla="*/ 1948 h 2169"/>
                  <a:gd name="T44" fmla="*/ 813 w 815"/>
                  <a:gd name="T45" fmla="*/ 2146 h 2169"/>
                  <a:gd name="T46" fmla="*/ 771 w 815"/>
                  <a:gd name="T47" fmla="*/ 2162 h 2169"/>
                  <a:gd name="T48" fmla="*/ 768 w 815"/>
                  <a:gd name="T49" fmla="*/ 2085 h 2169"/>
                  <a:gd name="T50" fmla="*/ 682 w 815"/>
                  <a:gd name="T51" fmla="*/ 1310 h 2169"/>
                  <a:gd name="T52" fmla="*/ 633 w 815"/>
                  <a:gd name="T53" fmla="*/ 1108 h 2169"/>
                  <a:gd name="T54" fmla="*/ 612 w 815"/>
                  <a:gd name="T55" fmla="*/ 1073 h 2169"/>
                  <a:gd name="T56" fmla="*/ 559 w 815"/>
                  <a:gd name="T57" fmla="*/ 1066 h 2169"/>
                  <a:gd name="T58" fmla="*/ 529 w 815"/>
                  <a:gd name="T59" fmla="*/ 1126 h 2169"/>
                  <a:gd name="T60" fmla="*/ 545 w 815"/>
                  <a:gd name="T61" fmla="*/ 1026 h 2169"/>
                  <a:gd name="T62" fmla="*/ 512 w 815"/>
                  <a:gd name="T63" fmla="*/ 963 h 2169"/>
                  <a:gd name="T64" fmla="*/ 452 w 815"/>
                  <a:gd name="T65" fmla="*/ 1003 h 2169"/>
                  <a:gd name="T66" fmla="*/ 410 w 815"/>
                  <a:gd name="T67" fmla="*/ 1161 h 2169"/>
                  <a:gd name="T68" fmla="*/ 480 w 815"/>
                  <a:gd name="T69" fmla="*/ 1478 h 2169"/>
                  <a:gd name="T70" fmla="*/ 484 w 815"/>
                  <a:gd name="T71" fmla="*/ 1671 h 2169"/>
                  <a:gd name="T72" fmla="*/ 463 w 815"/>
                  <a:gd name="T73" fmla="*/ 1841 h 2169"/>
                  <a:gd name="T74" fmla="*/ 475 w 815"/>
                  <a:gd name="T75" fmla="*/ 1880 h 2169"/>
                  <a:gd name="T76" fmla="*/ 559 w 815"/>
                  <a:gd name="T77" fmla="*/ 1950 h 2169"/>
                  <a:gd name="T78" fmla="*/ 666 w 815"/>
                  <a:gd name="T79" fmla="*/ 1971 h 2169"/>
                  <a:gd name="T80" fmla="*/ 652 w 815"/>
                  <a:gd name="T81" fmla="*/ 2025 h 2169"/>
                  <a:gd name="T82" fmla="*/ 552 w 815"/>
                  <a:gd name="T83" fmla="*/ 2050 h 2169"/>
                  <a:gd name="T84" fmla="*/ 482 w 815"/>
                  <a:gd name="T85" fmla="*/ 2057 h 2169"/>
                  <a:gd name="T86" fmla="*/ 417 w 815"/>
                  <a:gd name="T87" fmla="*/ 2059 h 2169"/>
                  <a:gd name="T88" fmla="*/ 377 w 815"/>
                  <a:gd name="T89" fmla="*/ 2078 h 2169"/>
                  <a:gd name="T90" fmla="*/ 333 w 815"/>
                  <a:gd name="T91" fmla="*/ 2129 h 2169"/>
                  <a:gd name="T92" fmla="*/ 233 w 815"/>
                  <a:gd name="T93" fmla="*/ 2136 h 2169"/>
                  <a:gd name="T94" fmla="*/ 79 w 815"/>
                  <a:gd name="T95" fmla="*/ 2108 h 2169"/>
                  <a:gd name="T96" fmla="*/ 2 w 815"/>
                  <a:gd name="T97" fmla="*/ 2078 h 2169"/>
                  <a:gd name="T98" fmla="*/ 19 w 815"/>
                  <a:gd name="T99" fmla="*/ 1997 h 2169"/>
                  <a:gd name="T100" fmla="*/ 54 w 815"/>
                  <a:gd name="T101" fmla="*/ 1917 h 2169"/>
                  <a:gd name="T102" fmla="*/ 70 w 815"/>
                  <a:gd name="T103" fmla="*/ 1824 h 2169"/>
                  <a:gd name="T104" fmla="*/ 105 w 815"/>
                  <a:gd name="T105" fmla="*/ 1638 h 2169"/>
                  <a:gd name="T106" fmla="*/ 151 w 815"/>
                  <a:gd name="T107" fmla="*/ 1401 h 2169"/>
                  <a:gd name="T108" fmla="*/ 61 w 815"/>
                  <a:gd name="T109" fmla="*/ 1026 h 2169"/>
                  <a:gd name="T110" fmla="*/ 79 w 815"/>
                  <a:gd name="T111" fmla="*/ 812 h 2169"/>
                  <a:gd name="T112" fmla="*/ 82 w 815"/>
                  <a:gd name="T113" fmla="*/ 742 h 2169"/>
                  <a:gd name="T114" fmla="*/ 84 w 815"/>
                  <a:gd name="T115" fmla="*/ 570 h 2169"/>
                  <a:gd name="T116" fmla="*/ 205 w 815"/>
                  <a:gd name="T117" fmla="*/ 288 h 2169"/>
                  <a:gd name="T118" fmla="*/ 335 w 815"/>
                  <a:gd name="T119" fmla="*/ 186 h 2169"/>
                  <a:gd name="T120" fmla="*/ 391 w 815"/>
                  <a:gd name="T121" fmla="*/ 163 h 2169"/>
                  <a:gd name="T122" fmla="*/ 431 w 815"/>
                  <a:gd name="T123" fmla="*/ 100 h 2169"/>
                  <a:gd name="T124" fmla="*/ 470 w 815"/>
                  <a:gd name="T125" fmla="*/ 18 h 2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815" h="2169">
                    <a:moveTo>
                      <a:pt x="296" y="1743"/>
                    </a:moveTo>
                    <a:lnTo>
                      <a:pt x="293" y="1745"/>
                    </a:lnTo>
                    <a:lnTo>
                      <a:pt x="291" y="1748"/>
                    </a:lnTo>
                    <a:lnTo>
                      <a:pt x="280" y="1780"/>
                    </a:lnTo>
                    <a:lnTo>
                      <a:pt x="263" y="1822"/>
                    </a:lnTo>
                    <a:lnTo>
                      <a:pt x="252" y="1857"/>
                    </a:lnTo>
                    <a:lnTo>
                      <a:pt x="247" y="1866"/>
                    </a:lnTo>
                    <a:lnTo>
                      <a:pt x="240" y="1873"/>
                    </a:lnTo>
                    <a:lnTo>
                      <a:pt x="233" y="1880"/>
                    </a:lnTo>
                    <a:lnTo>
                      <a:pt x="226" y="1885"/>
                    </a:lnTo>
                    <a:lnTo>
                      <a:pt x="217" y="1894"/>
                    </a:lnTo>
                    <a:lnTo>
                      <a:pt x="210" y="1904"/>
                    </a:lnTo>
                    <a:lnTo>
                      <a:pt x="203" y="1913"/>
                    </a:lnTo>
                    <a:lnTo>
                      <a:pt x="200" y="1913"/>
                    </a:lnTo>
                    <a:lnTo>
                      <a:pt x="200" y="1915"/>
                    </a:lnTo>
                    <a:lnTo>
                      <a:pt x="198" y="1922"/>
                    </a:lnTo>
                    <a:lnTo>
                      <a:pt x="196" y="1924"/>
                    </a:lnTo>
                    <a:lnTo>
                      <a:pt x="193" y="1929"/>
                    </a:lnTo>
                    <a:lnTo>
                      <a:pt x="184" y="1936"/>
                    </a:lnTo>
                    <a:lnTo>
                      <a:pt x="179" y="1943"/>
                    </a:lnTo>
                    <a:lnTo>
                      <a:pt x="179" y="1948"/>
                    </a:lnTo>
                    <a:lnTo>
                      <a:pt x="182" y="1950"/>
                    </a:lnTo>
                    <a:lnTo>
                      <a:pt x="184" y="1955"/>
                    </a:lnTo>
                    <a:lnTo>
                      <a:pt x="186" y="1959"/>
                    </a:lnTo>
                    <a:lnTo>
                      <a:pt x="189" y="1964"/>
                    </a:lnTo>
                    <a:lnTo>
                      <a:pt x="198" y="1971"/>
                    </a:lnTo>
                    <a:lnTo>
                      <a:pt x="205" y="1978"/>
                    </a:lnTo>
                    <a:lnTo>
                      <a:pt x="207" y="1983"/>
                    </a:lnTo>
                    <a:lnTo>
                      <a:pt x="212" y="1987"/>
                    </a:lnTo>
                    <a:lnTo>
                      <a:pt x="245" y="2011"/>
                    </a:lnTo>
                    <a:lnTo>
                      <a:pt x="252" y="2015"/>
                    </a:lnTo>
                    <a:lnTo>
                      <a:pt x="259" y="2018"/>
                    </a:lnTo>
                    <a:lnTo>
                      <a:pt x="273" y="2022"/>
                    </a:lnTo>
                    <a:lnTo>
                      <a:pt x="286" y="2032"/>
                    </a:lnTo>
                    <a:lnTo>
                      <a:pt x="296" y="2036"/>
                    </a:lnTo>
                    <a:lnTo>
                      <a:pt x="307" y="2039"/>
                    </a:lnTo>
                    <a:lnTo>
                      <a:pt x="324" y="2043"/>
                    </a:lnTo>
                    <a:lnTo>
                      <a:pt x="340" y="2045"/>
                    </a:lnTo>
                    <a:lnTo>
                      <a:pt x="340" y="2045"/>
                    </a:lnTo>
                    <a:lnTo>
                      <a:pt x="342" y="2045"/>
                    </a:lnTo>
                    <a:lnTo>
                      <a:pt x="342" y="2043"/>
                    </a:lnTo>
                    <a:lnTo>
                      <a:pt x="338" y="2039"/>
                    </a:lnTo>
                    <a:lnTo>
                      <a:pt x="331" y="2034"/>
                    </a:lnTo>
                    <a:lnTo>
                      <a:pt x="326" y="2027"/>
                    </a:lnTo>
                    <a:lnTo>
                      <a:pt x="326" y="2025"/>
                    </a:lnTo>
                    <a:lnTo>
                      <a:pt x="328" y="2011"/>
                    </a:lnTo>
                    <a:lnTo>
                      <a:pt x="331" y="1994"/>
                    </a:lnTo>
                    <a:lnTo>
                      <a:pt x="331" y="1987"/>
                    </a:lnTo>
                    <a:lnTo>
                      <a:pt x="331" y="1983"/>
                    </a:lnTo>
                    <a:lnTo>
                      <a:pt x="333" y="1976"/>
                    </a:lnTo>
                    <a:lnTo>
                      <a:pt x="338" y="1964"/>
                    </a:lnTo>
                    <a:lnTo>
                      <a:pt x="340" y="1952"/>
                    </a:lnTo>
                    <a:lnTo>
                      <a:pt x="349" y="1913"/>
                    </a:lnTo>
                    <a:lnTo>
                      <a:pt x="352" y="1906"/>
                    </a:lnTo>
                    <a:lnTo>
                      <a:pt x="352" y="1899"/>
                    </a:lnTo>
                    <a:lnTo>
                      <a:pt x="356" y="1894"/>
                    </a:lnTo>
                    <a:lnTo>
                      <a:pt x="359" y="1890"/>
                    </a:lnTo>
                    <a:lnTo>
                      <a:pt x="359" y="1873"/>
                    </a:lnTo>
                    <a:lnTo>
                      <a:pt x="354" y="1871"/>
                    </a:lnTo>
                    <a:lnTo>
                      <a:pt x="352" y="1873"/>
                    </a:lnTo>
                    <a:lnTo>
                      <a:pt x="347" y="1873"/>
                    </a:lnTo>
                    <a:lnTo>
                      <a:pt x="342" y="1873"/>
                    </a:lnTo>
                    <a:lnTo>
                      <a:pt x="338" y="1871"/>
                    </a:lnTo>
                    <a:lnTo>
                      <a:pt x="333" y="1869"/>
                    </a:lnTo>
                    <a:lnTo>
                      <a:pt x="333" y="1864"/>
                    </a:lnTo>
                    <a:lnTo>
                      <a:pt x="335" y="1862"/>
                    </a:lnTo>
                    <a:lnTo>
                      <a:pt x="335" y="1855"/>
                    </a:lnTo>
                    <a:lnTo>
                      <a:pt x="333" y="1850"/>
                    </a:lnTo>
                    <a:lnTo>
                      <a:pt x="326" y="1838"/>
                    </a:lnTo>
                    <a:lnTo>
                      <a:pt x="319" y="1827"/>
                    </a:lnTo>
                    <a:lnTo>
                      <a:pt x="314" y="1815"/>
                    </a:lnTo>
                    <a:lnTo>
                      <a:pt x="312" y="1803"/>
                    </a:lnTo>
                    <a:lnTo>
                      <a:pt x="312" y="1792"/>
                    </a:lnTo>
                    <a:lnTo>
                      <a:pt x="307" y="1769"/>
                    </a:lnTo>
                    <a:lnTo>
                      <a:pt x="298" y="1745"/>
                    </a:lnTo>
                    <a:lnTo>
                      <a:pt x="298" y="1745"/>
                    </a:lnTo>
                    <a:lnTo>
                      <a:pt x="296" y="1743"/>
                    </a:lnTo>
                    <a:lnTo>
                      <a:pt x="296" y="1743"/>
                    </a:lnTo>
                    <a:close/>
                    <a:moveTo>
                      <a:pt x="508" y="0"/>
                    </a:moveTo>
                    <a:lnTo>
                      <a:pt x="529" y="2"/>
                    </a:lnTo>
                    <a:lnTo>
                      <a:pt x="543" y="4"/>
                    </a:lnTo>
                    <a:lnTo>
                      <a:pt x="554" y="2"/>
                    </a:lnTo>
                    <a:lnTo>
                      <a:pt x="564" y="2"/>
                    </a:lnTo>
                    <a:lnTo>
                      <a:pt x="573" y="2"/>
                    </a:lnTo>
                    <a:lnTo>
                      <a:pt x="580" y="7"/>
                    </a:lnTo>
                    <a:lnTo>
                      <a:pt x="587" y="11"/>
                    </a:lnTo>
                    <a:lnTo>
                      <a:pt x="594" y="21"/>
                    </a:lnTo>
                    <a:lnTo>
                      <a:pt x="598" y="23"/>
                    </a:lnTo>
                    <a:lnTo>
                      <a:pt x="603" y="25"/>
                    </a:lnTo>
                    <a:lnTo>
                      <a:pt x="610" y="25"/>
                    </a:lnTo>
                    <a:lnTo>
                      <a:pt x="617" y="30"/>
                    </a:lnTo>
                    <a:lnTo>
                      <a:pt x="624" y="35"/>
                    </a:lnTo>
                    <a:lnTo>
                      <a:pt x="629" y="39"/>
                    </a:lnTo>
                    <a:lnTo>
                      <a:pt x="633" y="46"/>
                    </a:lnTo>
                    <a:lnTo>
                      <a:pt x="643" y="58"/>
                    </a:lnTo>
                    <a:lnTo>
                      <a:pt x="652" y="67"/>
                    </a:lnTo>
                    <a:lnTo>
                      <a:pt x="654" y="72"/>
                    </a:lnTo>
                    <a:lnTo>
                      <a:pt x="654" y="74"/>
                    </a:lnTo>
                    <a:lnTo>
                      <a:pt x="657" y="79"/>
                    </a:lnTo>
                    <a:lnTo>
                      <a:pt x="671" y="123"/>
                    </a:lnTo>
                    <a:lnTo>
                      <a:pt x="675" y="144"/>
                    </a:lnTo>
                    <a:lnTo>
                      <a:pt x="675" y="165"/>
                    </a:lnTo>
                    <a:lnTo>
                      <a:pt x="673" y="181"/>
                    </a:lnTo>
                    <a:lnTo>
                      <a:pt x="673" y="188"/>
                    </a:lnTo>
                    <a:lnTo>
                      <a:pt x="678" y="193"/>
                    </a:lnTo>
                    <a:lnTo>
                      <a:pt x="685" y="209"/>
                    </a:lnTo>
                    <a:lnTo>
                      <a:pt x="706" y="242"/>
                    </a:lnTo>
                    <a:lnTo>
                      <a:pt x="708" y="249"/>
                    </a:lnTo>
                    <a:lnTo>
                      <a:pt x="710" y="256"/>
                    </a:lnTo>
                    <a:lnTo>
                      <a:pt x="710" y="263"/>
                    </a:lnTo>
                    <a:lnTo>
                      <a:pt x="706" y="270"/>
                    </a:lnTo>
                    <a:lnTo>
                      <a:pt x="699" y="277"/>
                    </a:lnTo>
                    <a:lnTo>
                      <a:pt x="689" y="279"/>
                    </a:lnTo>
                    <a:lnTo>
                      <a:pt x="666" y="284"/>
                    </a:lnTo>
                    <a:lnTo>
                      <a:pt x="643" y="277"/>
                    </a:lnTo>
                    <a:lnTo>
                      <a:pt x="633" y="272"/>
                    </a:lnTo>
                    <a:lnTo>
                      <a:pt x="624" y="267"/>
                    </a:lnTo>
                    <a:lnTo>
                      <a:pt x="617" y="265"/>
                    </a:lnTo>
                    <a:lnTo>
                      <a:pt x="615" y="267"/>
                    </a:lnTo>
                    <a:lnTo>
                      <a:pt x="610" y="279"/>
                    </a:lnTo>
                    <a:lnTo>
                      <a:pt x="608" y="295"/>
                    </a:lnTo>
                    <a:lnTo>
                      <a:pt x="605" y="302"/>
                    </a:lnTo>
                    <a:lnTo>
                      <a:pt x="601" y="307"/>
                    </a:lnTo>
                    <a:lnTo>
                      <a:pt x="596" y="309"/>
                    </a:lnTo>
                    <a:lnTo>
                      <a:pt x="589" y="309"/>
                    </a:lnTo>
                    <a:lnTo>
                      <a:pt x="582" y="305"/>
                    </a:lnTo>
                    <a:lnTo>
                      <a:pt x="575" y="300"/>
                    </a:lnTo>
                    <a:lnTo>
                      <a:pt x="573" y="300"/>
                    </a:lnTo>
                    <a:lnTo>
                      <a:pt x="571" y="302"/>
                    </a:lnTo>
                    <a:lnTo>
                      <a:pt x="568" y="305"/>
                    </a:lnTo>
                    <a:lnTo>
                      <a:pt x="566" y="307"/>
                    </a:lnTo>
                    <a:lnTo>
                      <a:pt x="564" y="312"/>
                    </a:lnTo>
                    <a:lnTo>
                      <a:pt x="561" y="314"/>
                    </a:lnTo>
                    <a:lnTo>
                      <a:pt x="559" y="316"/>
                    </a:lnTo>
                    <a:lnTo>
                      <a:pt x="557" y="319"/>
                    </a:lnTo>
                    <a:lnTo>
                      <a:pt x="557" y="319"/>
                    </a:lnTo>
                    <a:lnTo>
                      <a:pt x="552" y="323"/>
                    </a:lnTo>
                    <a:lnTo>
                      <a:pt x="547" y="323"/>
                    </a:lnTo>
                    <a:lnTo>
                      <a:pt x="543" y="323"/>
                    </a:lnTo>
                    <a:lnTo>
                      <a:pt x="540" y="323"/>
                    </a:lnTo>
                    <a:lnTo>
                      <a:pt x="538" y="323"/>
                    </a:lnTo>
                    <a:lnTo>
                      <a:pt x="533" y="328"/>
                    </a:lnTo>
                    <a:lnTo>
                      <a:pt x="524" y="337"/>
                    </a:lnTo>
                    <a:lnTo>
                      <a:pt x="519" y="342"/>
                    </a:lnTo>
                    <a:lnTo>
                      <a:pt x="510" y="344"/>
                    </a:lnTo>
                    <a:lnTo>
                      <a:pt x="503" y="346"/>
                    </a:lnTo>
                    <a:lnTo>
                      <a:pt x="494" y="346"/>
                    </a:lnTo>
                    <a:lnTo>
                      <a:pt x="487" y="358"/>
                    </a:lnTo>
                    <a:lnTo>
                      <a:pt x="489" y="363"/>
                    </a:lnTo>
                    <a:lnTo>
                      <a:pt x="491" y="367"/>
                    </a:lnTo>
                    <a:lnTo>
                      <a:pt x="491" y="374"/>
                    </a:lnTo>
                    <a:lnTo>
                      <a:pt x="480" y="414"/>
                    </a:lnTo>
                    <a:lnTo>
                      <a:pt x="477" y="419"/>
                    </a:lnTo>
                    <a:lnTo>
                      <a:pt x="477" y="423"/>
                    </a:lnTo>
                    <a:lnTo>
                      <a:pt x="470" y="479"/>
                    </a:lnTo>
                    <a:lnTo>
                      <a:pt x="470" y="488"/>
                    </a:lnTo>
                    <a:lnTo>
                      <a:pt x="468" y="542"/>
                    </a:lnTo>
                    <a:lnTo>
                      <a:pt x="468" y="556"/>
                    </a:lnTo>
                    <a:lnTo>
                      <a:pt x="473" y="609"/>
                    </a:lnTo>
                    <a:lnTo>
                      <a:pt x="473" y="621"/>
                    </a:lnTo>
                    <a:lnTo>
                      <a:pt x="470" y="633"/>
                    </a:lnTo>
                    <a:lnTo>
                      <a:pt x="470" y="644"/>
                    </a:lnTo>
                    <a:lnTo>
                      <a:pt x="477" y="649"/>
                    </a:lnTo>
                    <a:lnTo>
                      <a:pt x="482" y="654"/>
                    </a:lnTo>
                    <a:lnTo>
                      <a:pt x="484" y="661"/>
                    </a:lnTo>
                    <a:lnTo>
                      <a:pt x="487" y="665"/>
                    </a:lnTo>
                    <a:lnTo>
                      <a:pt x="487" y="675"/>
                    </a:lnTo>
                    <a:lnTo>
                      <a:pt x="484" y="684"/>
                    </a:lnTo>
                    <a:lnTo>
                      <a:pt x="482" y="721"/>
                    </a:lnTo>
                    <a:lnTo>
                      <a:pt x="484" y="733"/>
                    </a:lnTo>
                    <a:lnTo>
                      <a:pt x="482" y="742"/>
                    </a:lnTo>
                    <a:lnTo>
                      <a:pt x="480" y="754"/>
                    </a:lnTo>
                    <a:lnTo>
                      <a:pt x="477" y="758"/>
                    </a:lnTo>
                    <a:lnTo>
                      <a:pt x="475" y="763"/>
                    </a:lnTo>
                    <a:lnTo>
                      <a:pt x="477" y="770"/>
                    </a:lnTo>
                    <a:lnTo>
                      <a:pt x="480" y="777"/>
                    </a:lnTo>
                    <a:lnTo>
                      <a:pt x="480" y="784"/>
                    </a:lnTo>
                    <a:lnTo>
                      <a:pt x="482" y="798"/>
                    </a:lnTo>
                    <a:lnTo>
                      <a:pt x="487" y="800"/>
                    </a:lnTo>
                    <a:lnTo>
                      <a:pt x="494" y="805"/>
                    </a:lnTo>
                    <a:lnTo>
                      <a:pt x="501" y="810"/>
                    </a:lnTo>
                    <a:lnTo>
                      <a:pt x="505" y="817"/>
                    </a:lnTo>
                    <a:lnTo>
                      <a:pt x="510" y="824"/>
                    </a:lnTo>
                    <a:lnTo>
                      <a:pt x="512" y="833"/>
                    </a:lnTo>
                    <a:lnTo>
                      <a:pt x="512" y="835"/>
                    </a:lnTo>
                    <a:lnTo>
                      <a:pt x="515" y="838"/>
                    </a:lnTo>
                    <a:lnTo>
                      <a:pt x="559" y="882"/>
                    </a:lnTo>
                    <a:lnTo>
                      <a:pt x="561" y="884"/>
                    </a:lnTo>
                    <a:lnTo>
                      <a:pt x="566" y="889"/>
                    </a:lnTo>
                    <a:lnTo>
                      <a:pt x="568" y="896"/>
                    </a:lnTo>
                    <a:lnTo>
                      <a:pt x="568" y="903"/>
                    </a:lnTo>
                    <a:lnTo>
                      <a:pt x="573" y="905"/>
                    </a:lnTo>
                    <a:lnTo>
                      <a:pt x="575" y="910"/>
                    </a:lnTo>
                    <a:lnTo>
                      <a:pt x="594" y="924"/>
                    </a:lnTo>
                    <a:lnTo>
                      <a:pt x="608" y="935"/>
                    </a:lnTo>
                    <a:lnTo>
                      <a:pt x="615" y="942"/>
                    </a:lnTo>
                    <a:lnTo>
                      <a:pt x="624" y="947"/>
                    </a:lnTo>
                    <a:lnTo>
                      <a:pt x="631" y="952"/>
                    </a:lnTo>
                    <a:lnTo>
                      <a:pt x="643" y="959"/>
                    </a:lnTo>
                    <a:lnTo>
                      <a:pt x="652" y="966"/>
                    </a:lnTo>
                    <a:lnTo>
                      <a:pt x="661" y="975"/>
                    </a:lnTo>
                    <a:lnTo>
                      <a:pt x="668" y="984"/>
                    </a:lnTo>
                    <a:lnTo>
                      <a:pt x="673" y="989"/>
                    </a:lnTo>
                    <a:lnTo>
                      <a:pt x="678" y="996"/>
                    </a:lnTo>
                    <a:lnTo>
                      <a:pt x="680" y="1003"/>
                    </a:lnTo>
                    <a:lnTo>
                      <a:pt x="685" y="1012"/>
                    </a:lnTo>
                    <a:lnTo>
                      <a:pt x="685" y="1021"/>
                    </a:lnTo>
                    <a:lnTo>
                      <a:pt x="687" y="1028"/>
                    </a:lnTo>
                    <a:lnTo>
                      <a:pt x="689" y="1047"/>
                    </a:lnTo>
                    <a:lnTo>
                      <a:pt x="689" y="1068"/>
                    </a:lnTo>
                    <a:lnTo>
                      <a:pt x="687" y="1075"/>
                    </a:lnTo>
                    <a:lnTo>
                      <a:pt x="694" y="1121"/>
                    </a:lnTo>
                    <a:lnTo>
                      <a:pt x="696" y="1168"/>
                    </a:lnTo>
                    <a:lnTo>
                      <a:pt x="706" y="1273"/>
                    </a:lnTo>
                    <a:lnTo>
                      <a:pt x="717" y="1410"/>
                    </a:lnTo>
                    <a:lnTo>
                      <a:pt x="731" y="1526"/>
                    </a:lnTo>
                    <a:lnTo>
                      <a:pt x="747" y="1668"/>
                    </a:lnTo>
                    <a:lnTo>
                      <a:pt x="761" y="1799"/>
                    </a:lnTo>
                    <a:lnTo>
                      <a:pt x="773" y="1899"/>
                    </a:lnTo>
                    <a:lnTo>
                      <a:pt x="778" y="1948"/>
                    </a:lnTo>
                    <a:lnTo>
                      <a:pt x="787" y="2015"/>
                    </a:lnTo>
                    <a:lnTo>
                      <a:pt x="796" y="2073"/>
                    </a:lnTo>
                    <a:lnTo>
                      <a:pt x="796" y="2083"/>
                    </a:lnTo>
                    <a:lnTo>
                      <a:pt x="796" y="2087"/>
                    </a:lnTo>
                    <a:lnTo>
                      <a:pt x="799" y="2090"/>
                    </a:lnTo>
                    <a:lnTo>
                      <a:pt x="803" y="2097"/>
                    </a:lnTo>
                    <a:lnTo>
                      <a:pt x="803" y="2101"/>
                    </a:lnTo>
                    <a:lnTo>
                      <a:pt x="810" y="2132"/>
                    </a:lnTo>
                    <a:lnTo>
                      <a:pt x="810" y="2139"/>
                    </a:lnTo>
                    <a:lnTo>
                      <a:pt x="813" y="2146"/>
                    </a:lnTo>
                    <a:lnTo>
                      <a:pt x="815" y="2150"/>
                    </a:lnTo>
                    <a:lnTo>
                      <a:pt x="815" y="2153"/>
                    </a:lnTo>
                    <a:lnTo>
                      <a:pt x="813" y="2157"/>
                    </a:lnTo>
                    <a:lnTo>
                      <a:pt x="810" y="2162"/>
                    </a:lnTo>
                    <a:lnTo>
                      <a:pt x="806" y="2164"/>
                    </a:lnTo>
                    <a:lnTo>
                      <a:pt x="799" y="2169"/>
                    </a:lnTo>
                    <a:lnTo>
                      <a:pt x="789" y="2169"/>
                    </a:lnTo>
                    <a:lnTo>
                      <a:pt x="782" y="2167"/>
                    </a:lnTo>
                    <a:lnTo>
                      <a:pt x="775" y="2164"/>
                    </a:lnTo>
                    <a:lnTo>
                      <a:pt x="771" y="2162"/>
                    </a:lnTo>
                    <a:lnTo>
                      <a:pt x="768" y="2160"/>
                    </a:lnTo>
                    <a:lnTo>
                      <a:pt x="768" y="2155"/>
                    </a:lnTo>
                    <a:lnTo>
                      <a:pt x="768" y="2150"/>
                    </a:lnTo>
                    <a:lnTo>
                      <a:pt x="768" y="2146"/>
                    </a:lnTo>
                    <a:lnTo>
                      <a:pt x="768" y="2136"/>
                    </a:lnTo>
                    <a:lnTo>
                      <a:pt x="768" y="2127"/>
                    </a:lnTo>
                    <a:lnTo>
                      <a:pt x="768" y="2111"/>
                    </a:lnTo>
                    <a:lnTo>
                      <a:pt x="766" y="2094"/>
                    </a:lnTo>
                    <a:lnTo>
                      <a:pt x="768" y="2090"/>
                    </a:lnTo>
                    <a:lnTo>
                      <a:pt x="768" y="2085"/>
                    </a:lnTo>
                    <a:lnTo>
                      <a:pt x="768" y="2078"/>
                    </a:lnTo>
                    <a:lnTo>
                      <a:pt x="757" y="1990"/>
                    </a:lnTo>
                    <a:lnTo>
                      <a:pt x="754" y="1950"/>
                    </a:lnTo>
                    <a:lnTo>
                      <a:pt x="743" y="1859"/>
                    </a:lnTo>
                    <a:lnTo>
                      <a:pt x="731" y="1764"/>
                    </a:lnTo>
                    <a:lnTo>
                      <a:pt x="722" y="1682"/>
                    </a:lnTo>
                    <a:lnTo>
                      <a:pt x="708" y="1557"/>
                    </a:lnTo>
                    <a:lnTo>
                      <a:pt x="699" y="1478"/>
                    </a:lnTo>
                    <a:lnTo>
                      <a:pt x="692" y="1412"/>
                    </a:lnTo>
                    <a:lnTo>
                      <a:pt x="682" y="1310"/>
                    </a:lnTo>
                    <a:lnTo>
                      <a:pt x="673" y="1229"/>
                    </a:lnTo>
                    <a:lnTo>
                      <a:pt x="664" y="1124"/>
                    </a:lnTo>
                    <a:lnTo>
                      <a:pt x="661" y="1108"/>
                    </a:lnTo>
                    <a:lnTo>
                      <a:pt x="661" y="1103"/>
                    </a:lnTo>
                    <a:lnTo>
                      <a:pt x="657" y="1101"/>
                    </a:lnTo>
                    <a:lnTo>
                      <a:pt x="654" y="1101"/>
                    </a:lnTo>
                    <a:lnTo>
                      <a:pt x="650" y="1103"/>
                    </a:lnTo>
                    <a:lnTo>
                      <a:pt x="640" y="1108"/>
                    </a:lnTo>
                    <a:lnTo>
                      <a:pt x="638" y="1108"/>
                    </a:lnTo>
                    <a:lnTo>
                      <a:pt x="633" y="1108"/>
                    </a:lnTo>
                    <a:lnTo>
                      <a:pt x="631" y="1103"/>
                    </a:lnTo>
                    <a:lnTo>
                      <a:pt x="631" y="1098"/>
                    </a:lnTo>
                    <a:lnTo>
                      <a:pt x="633" y="1094"/>
                    </a:lnTo>
                    <a:lnTo>
                      <a:pt x="633" y="1089"/>
                    </a:lnTo>
                    <a:lnTo>
                      <a:pt x="636" y="1087"/>
                    </a:lnTo>
                    <a:lnTo>
                      <a:pt x="629" y="1084"/>
                    </a:lnTo>
                    <a:lnTo>
                      <a:pt x="624" y="1082"/>
                    </a:lnTo>
                    <a:lnTo>
                      <a:pt x="617" y="1077"/>
                    </a:lnTo>
                    <a:lnTo>
                      <a:pt x="615" y="1075"/>
                    </a:lnTo>
                    <a:lnTo>
                      <a:pt x="612" y="1073"/>
                    </a:lnTo>
                    <a:lnTo>
                      <a:pt x="610" y="1070"/>
                    </a:lnTo>
                    <a:lnTo>
                      <a:pt x="603" y="1075"/>
                    </a:lnTo>
                    <a:lnTo>
                      <a:pt x="598" y="1075"/>
                    </a:lnTo>
                    <a:lnTo>
                      <a:pt x="591" y="1075"/>
                    </a:lnTo>
                    <a:lnTo>
                      <a:pt x="587" y="1073"/>
                    </a:lnTo>
                    <a:lnTo>
                      <a:pt x="582" y="1068"/>
                    </a:lnTo>
                    <a:lnTo>
                      <a:pt x="577" y="1070"/>
                    </a:lnTo>
                    <a:lnTo>
                      <a:pt x="571" y="1070"/>
                    </a:lnTo>
                    <a:lnTo>
                      <a:pt x="566" y="1070"/>
                    </a:lnTo>
                    <a:lnTo>
                      <a:pt x="559" y="1066"/>
                    </a:lnTo>
                    <a:lnTo>
                      <a:pt x="554" y="1061"/>
                    </a:lnTo>
                    <a:lnTo>
                      <a:pt x="554" y="1059"/>
                    </a:lnTo>
                    <a:lnTo>
                      <a:pt x="552" y="1061"/>
                    </a:lnTo>
                    <a:lnTo>
                      <a:pt x="550" y="1063"/>
                    </a:lnTo>
                    <a:lnTo>
                      <a:pt x="547" y="1084"/>
                    </a:lnTo>
                    <a:lnTo>
                      <a:pt x="543" y="1110"/>
                    </a:lnTo>
                    <a:lnTo>
                      <a:pt x="540" y="1119"/>
                    </a:lnTo>
                    <a:lnTo>
                      <a:pt x="538" y="1124"/>
                    </a:lnTo>
                    <a:lnTo>
                      <a:pt x="533" y="1126"/>
                    </a:lnTo>
                    <a:lnTo>
                      <a:pt x="529" y="1126"/>
                    </a:lnTo>
                    <a:lnTo>
                      <a:pt x="524" y="1124"/>
                    </a:lnTo>
                    <a:lnTo>
                      <a:pt x="519" y="1121"/>
                    </a:lnTo>
                    <a:lnTo>
                      <a:pt x="517" y="1117"/>
                    </a:lnTo>
                    <a:lnTo>
                      <a:pt x="515" y="1112"/>
                    </a:lnTo>
                    <a:lnTo>
                      <a:pt x="515" y="1108"/>
                    </a:lnTo>
                    <a:lnTo>
                      <a:pt x="517" y="1080"/>
                    </a:lnTo>
                    <a:lnTo>
                      <a:pt x="524" y="1056"/>
                    </a:lnTo>
                    <a:lnTo>
                      <a:pt x="531" y="1045"/>
                    </a:lnTo>
                    <a:lnTo>
                      <a:pt x="536" y="1035"/>
                    </a:lnTo>
                    <a:lnTo>
                      <a:pt x="545" y="1026"/>
                    </a:lnTo>
                    <a:lnTo>
                      <a:pt x="547" y="1021"/>
                    </a:lnTo>
                    <a:lnTo>
                      <a:pt x="540" y="1010"/>
                    </a:lnTo>
                    <a:lnTo>
                      <a:pt x="533" y="996"/>
                    </a:lnTo>
                    <a:lnTo>
                      <a:pt x="533" y="993"/>
                    </a:lnTo>
                    <a:lnTo>
                      <a:pt x="531" y="993"/>
                    </a:lnTo>
                    <a:lnTo>
                      <a:pt x="526" y="989"/>
                    </a:lnTo>
                    <a:lnTo>
                      <a:pt x="524" y="984"/>
                    </a:lnTo>
                    <a:lnTo>
                      <a:pt x="522" y="977"/>
                    </a:lnTo>
                    <a:lnTo>
                      <a:pt x="517" y="970"/>
                    </a:lnTo>
                    <a:lnTo>
                      <a:pt x="512" y="963"/>
                    </a:lnTo>
                    <a:lnTo>
                      <a:pt x="505" y="959"/>
                    </a:lnTo>
                    <a:lnTo>
                      <a:pt x="487" y="954"/>
                    </a:lnTo>
                    <a:lnTo>
                      <a:pt x="468" y="949"/>
                    </a:lnTo>
                    <a:lnTo>
                      <a:pt x="456" y="942"/>
                    </a:lnTo>
                    <a:lnTo>
                      <a:pt x="454" y="945"/>
                    </a:lnTo>
                    <a:lnTo>
                      <a:pt x="454" y="945"/>
                    </a:lnTo>
                    <a:lnTo>
                      <a:pt x="454" y="947"/>
                    </a:lnTo>
                    <a:lnTo>
                      <a:pt x="454" y="966"/>
                    </a:lnTo>
                    <a:lnTo>
                      <a:pt x="454" y="984"/>
                    </a:lnTo>
                    <a:lnTo>
                      <a:pt x="452" y="1003"/>
                    </a:lnTo>
                    <a:lnTo>
                      <a:pt x="447" y="1019"/>
                    </a:lnTo>
                    <a:lnTo>
                      <a:pt x="445" y="1035"/>
                    </a:lnTo>
                    <a:lnTo>
                      <a:pt x="435" y="1066"/>
                    </a:lnTo>
                    <a:lnTo>
                      <a:pt x="422" y="1105"/>
                    </a:lnTo>
                    <a:lnTo>
                      <a:pt x="415" y="1121"/>
                    </a:lnTo>
                    <a:lnTo>
                      <a:pt x="412" y="1124"/>
                    </a:lnTo>
                    <a:lnTo>
                      <a:pt x="412" y="1128"/>
                    </a:lnTo>
                    <a:lnTo>
                      <a:pt x="412" y="1152"/>
                    </a:lnTo>
                    <a:lnTo>
                      <a:pt x="412" y="1156"/>
                    </a:lnTo>
                    <a:lnTo>
                      <a:pt x="410" y="1161"/>
                    </a:lnTo>
                    <a:lnTo>
                      <a:pt x="422" y="1198"/>
                    </a:lnTo>
                    <a:lnTo>
                      <a:pt x="433" y="1243"/>
                    </a:lnTo>
                    <a:lnTo>
                      <a:pt x="449" y="1308"/>
                    </a:lnTo>
                    <a:lnTo>
                      <a:pt x="463" y="1345"/>
                    </a:lnTo>
                    <a:lnTo>
                      <a:pt x="470" y="1361"/>
                    </a:lnTo>
                    <a:lnTo>
                      <a:pt x="475" y="1378"/>
                    </a:lnTo>
                    <a:lnTo>
                      <a:pt x="477" y="1391"/>
                    </a:lnTo>
                    <a:lnTo>
                      <a:pt x="480" y="1408"/>
                    </a:lnTo>
                    <a:lnTo>
                      <a:pt x="480" y="1443"/>
                    </a:lnTo>
                    <a:lnTo>
                      <a:pt x="480" y="1478"/>
                    </a:lnTo>
                    <a:lnTo>
                      <a:pt x="480" y="1513"/>
                    </a:lnTo>
                    <a:lnTo>
                      <a:pt x="480" y="1531"/>
                    </a:lnTo>
                    <a:lnTo>
                      <a:pt x="477" y="1552"/>
                    </a:lnTo>
                    <a:lnTo>
                      <a:pt x="468" y="1589"/>
                    </a:lnTo>
                    <a:lnTo>
                      <a:pt x="466" y="1596"/>
                    </a:lnTo>
                    <a:lnTo>
                      <a:pt x="466" y="1606"/>
                    </a:lnTo>
                    <a:lnTo>
                      <a:pt x="468" y="1613"/>
                    </a:lnTo>
                    <a:lnTo>
                      <a:pt x="470" y="1620"/>
                    </a:lnTo>
                    <a:lnTo>
                      <a:pt x="473" y="1627"/>
                    </a:lnTo>
                    <a:lnTo>
                      <a:pt x="484" y="1671"/>
                    </a:lnTo>
                    <a:lnTo>
                      <a:pt x="489" y="1699"/>
                    </a:lnTo>
                    <a:lnTo>
                      <a:pt x="496" y="1731"/>
                    </a:lnTo>
                    <a:lnTo>
                      <a:pt x="496" y="1757"/>
                    </a:lnTo>
                    <a:lnTo>
                      <a:pt x="494" y="1782"/>
                    </a:lnTo>
                    <a:lnTo>
                      <a:pt x="482" y="1827"/>
                    </a:lnTo>
                    <a:lnTo>
                      <a:pt x="482" y="1831"/>
                    </a:lnTo>
                    <a:lnTo>
                      <a:pt x="480" y="1836"/>
                    </a:lnTo>
                    <a:lnTo>
                      <a:pt x="475" y="1841"/>
                    </a:lnTo>
                    <a:lnTo>
                      <a:pt x="468" y="1841"/>
                    </a:lnTo>
                    <a:lnTo>
                      <a:pt x="463" y="1841"/>
                    </a:lnTo>
                    <a:lnTo>
                      <a:pt x="461" y="1843"/>
                    </a:lnTo>
                    <a:lnTo>
                      <a:pt x="459" y="1845"/>
                    </a:lnTo>
                    <a:lnTo>
                      <a:pt x="459" y="1848"/>
                    </a:lnTo>
                    <a:lnTo>
                      <a:pt x="461" y="1855"/>
                    </a:lnTo>
                    <a:lnTo>
                      <a:pt x="463" y="1857"/>
                    </a:lnTo>
                    <a:lnTo>
                      <a:pt x="466" y="1862"/>
                    </a:lnTo>
                    <a:lnTo>
                      <a:pt x="466" y="1864"/>
                    </a:lnTo>
                    <a:lnTo>
                      <a:pt x="466" y="1869"/>
                    </a:lnTo>
                    <a:lnTo>
                      <a:pt x="470" y="1876"/>
                    </a:lnTo>
                    <a:lnTo>
                      <a:pt x="475" y="1880"/>
                    </a:lnTo>
                    <a:lnTo>
                      <a:pt x="480" y="1890"/>
                    </a:lnTo>
                    <a:lnTo>
                      <a:pt x="484" y="1899"/>
                    </a:lnTo>
                    <a:lnTo>
                      <a:pt x="489" y="1906"/>
                    </a:lnTo>
                    <a:lnTo>
                      <a:pt x="496" y="1911"/>
                    </a:lnTo>
                    <a:lnTo>
                      <a:pt x="503" y="1915"/>
                    </a:lnTo>
                    <a:lnTo>
                      <a:pt x="505" y="1915"/>
                    </a:lnTo>
                    <a:lnTo>
                      <a:pt x="508" y="1917"/>
                    </a:lnTo>
                    <a:lnTo>
                      <a:pt x="536" y="1938"/>
                    </a:lnTo>
                    <a:lnTo>
                      <a:pt x="547" y="1945"/>
                    </a:lnTo>
                    <a:lnTo>
                      <a:pt x="559" y="1950"/>
                    </a:lnTo>
                    <a:lnTo>
                      <a:pt x="573" y="1952"/>
                    </a:lnTo>
                    <a:lnTo>
                      <a:pt x="582" y="1955"/>
                    </a:lnTo>
                    <a:lnTo>
                      <a:pt x="591" y="1955"/>
                    </a:lnTo>
                    <a:lnTo>
                      <a:pt x="636" y="1952"/>
                    </a:lnTo>
                    <a:lnTo>
                      <a:pt x="640" y="1952"/>
                    </a:lnTo>
                    <a:lnTo>
                      <a:pt x="647" y="1952"/>
                    </a:lnTo>
                    <a:lnTo>
                      <a:pt x="652" y="1955"/>
                    </a:lnTo>
                    <a:lnTo>
                      <a:pt x="657" y="1959"/>
                    </a:lnTo>
                    <a:lnTo>
                      <a:pt x="661" y="1964"/>
                    </a:lnTo>
                    <a:lnTo>
                      <a:pt x="666" y="1971"/>
                    </a:lnTo>
                    <a:lnTo>
                      <a:pt x="671" y="1976"/>
                    </a:lnTo>
                    <a:lnTo>
                      <a:pt x="673" y="1980"/>
                    </a:lnTo>
                    <a:lnTo>
                      <a:pt x="675" y="1985"/>
                    </a:lnTo>
                    <a:lnTo>
                      <a:pt x="675" y="1990"/>
                    </a:lnTo>
                    <a:lnTo>
                      <a:pt x="673" y="1999"/>
                    </a:lnTo>
                    <a:lnTo>
                      <a:pt x="671" y="2008"/>
                    </a:lnTo>
                    <a:lnTo>
                      <a:pt x="666" y="2015"/>
                    </a:lnTo>
                    <a:lnTo>
                      <a:pt x="659" y="2022"/>
                    </a:lnTo>
                    <a:lnTo>
                      <a:pt x="654" y="2022"/>
                    </a:lnTo>
                    <a:lnTo>
                      <a:pt x="652" y="2025"/>
                    </a:lnTo>
                    <a:lnTo>
                      <a:pt x="638" y="2032"/>
                    </a:lnTo>
                    <a:lnTo>
                      <a:pt x="624" y="2039"/>
                    </a:lnTo>
                    <a:lnTo>
                      <a:pt x="622" y="2041"/>
                    </a:lnTo>
                    <a:lnTo>
                      <a:pt x="617" y="2041"/>
                    </a:lnTo>
                    <a:lnTo>
                      <a:pt x="608" y="2043"/>
                    </a:lnTo>
                    <a:lnTo>
                      <a:pt x="598" y="2045"/>
                    </a:lnTo>
                    <a:lnTo>
                      <a:pt x="582" y="2048"/>
                    </a:lnTo>
                    <a:lnTo>
                      <a:pt x="571" y="2048"/>
                    </a:lnTo>
                    <a:lnTo>
                      <a:pt x="557" y="2050"/>
                    </a:lnTo>
                    <a:lnTo>
                      <a:pt x="552" y="2050"/>
                    </a:lnTo>
                    <a:lnTo>
                      <a:pt x="545" y="2052"/>
                    </a:lnTo>
                    <a:lnTo>
                      <a:pt x="540" y="2055"/>
                    </a:lnTo>
                    <a:lnTo>
                      <a:pt x="536" y="2059"/>
                    </a:lnTo>
                    <a:lnTo>
                      <a:pt x="526" y="2059"/>
                    </a:lnTo>
                    <a:lnTo>
                      <a:pt x="519" y="2059"/>
                    </a:lnTo>
                    <a:lnTo>
                      <a:pt x="512" y="2059"/>
                    </a:lnTo>
                    <a:lnTo>
                      <a:pt x="508" y="2059"/>
                    </a:lnTo>
                    <a:lnTo>
                      <a:pt x="496" y="2062"/>
                    </a:lnTo>
                    <a:lnTo>
                      <a:pt x="487" y="2062"/>
                    </a:lnTo>
                    <a:lnTo>
                      <a:pt x="482" y="2057"/>
                    </a:lnTo>
                    <a:lnTo>
                      <a:pt x="480" y="2052"/>
                    </a:lnTo>
                    <a:lnTo>
                      <a:pt x="477" y="2048"/>
                    </a:lnTo>
                    <a:lnTo>
                      <a:pt x="473" y="2043"/>
                    </a:lnTo>
                    <a:lnTo>
                      <a:pt x="468" y="2045"/>
                    </a:lnTo>
                    <a:lnTo>
                      <a:pt x="454" y="2050"/>
                    </a:lnTo>
                    <a:lnTo>
                      <a:pt x="445" y="2055"/>
                    </a:lnTo>
                    <a:lnTo>
                      <a:pt x="435" y="2055"/>
                    </a:lnTo>
                    <a:lnTo>
                      <a:pt x="428" y="2055"/>
                    </a:lnTo>
                    <a:lnTo>
                      <a:pt x="422" y="2057"/>
                    </a:lnTo>
                    <a:lnTo>
                      <a:pt x="417" y="2059"/>
                    </a:lnTo>
                    <a:lnTo>
                      <a:pt x="412" y="2059"/>
                    </a:lnTo>
                    <a:lnTo>
                      <a:pt x="387" y="2062"/>
                    </a:lnTo>
                    <a:lnTo>
                      <a:pt x="377" y="2059"/>
                    </a:lnTo>
                    <a:lnTo>
                      <a:pt x="375" y="2059"/>
                    </a:lnTo>
                    <a:lnTo>
                      <a:pt x="373" y="2059"/>
                    </a:lnTo>
                    <a:lnTo>
                      <a:pt x="370" y="2062"/>
                    </a:lnTo>
                    <a:lnTo>
                      <a:pt x="370" y="2066"/>
                    </a:lnTo>
                    <a:lnTo>
                      <a:pt x="370" y="2071"/>
                    </a:lnTo>
                    <a:lnTo>
                      <a:pt x="373" y="2073"/>
                    </a:lnTo>
                    <a:lnTo>
                      <a:pt x="377" y="2078"/>
                    </a:lnTo>
                    <a:lnTo>
                      <a:pt x="380" y="2080"/>
                    </a:lnTo>
                    <a:lnTo>
                      <a:pt x="380" y="2085"/>
                    </a:lnTo>
                    <a:lnTo>
                      <a:pt x="380" y="2094"/>
                    </a:lnTo>
                    <a:lnTo>
                      <a:pt x="377" y="2104"/>
                    </a:lnTo>
                    <a:lnTo>
                      <a:pt x="370" y="2111"/>
                    </a:lnTo>
                    <a:lnTo>
                      <a:pt x="363" y="2118"/>
                    </a:lnTo>
                    <a:lnTo>
                      <a:pt x="356" y="2122"/>
                    </a:lnTo>
                    <a:lnTo>
                      <a:pt x="347" y="2127"/>
                    </a:lnTo>
                    <a:lnTo>
                      <a:pt x="338" y="2129"/>
                    </a:lnTo>
                    <a:lnTo>
                      <a:pt x="333" y="2129"/>
                    </a:lnTo>
                    <a:lnTo>
                      <a:pt x="319" y="2134"/>
                    </a:lnTo>
                    <a:lnTo>
                      <a:pt x="303" y="2134"/>
                    </a:lnTo>
                    <a:lnTo>
                      <a:pt x="298" y="2134"/>
                    </a:lnTo>
                    <a:lnTo>
                      <a:pt x="291" y="2136"/>
                    </a:lnTo>
                    <a:lnTo>
                      <a:pt x="273" y="2136"/>
                    </a:lnTo>
                    <a:lnTo>
                      <a:pt x="254" y="2136"/>
                    </a:lnTo>
                    <a:lnTo>
                      <a:pt x="249" y="2134"/>
                    </a:lnTo>
                    <a:lnTo>
                      <a:pt x="242" y="2134"/>
                    </a:lnTo>
                    <a:lnTo>
                      <a:pt x="238" y="2136"/>
                    </a:lnTo>
                    <a:lnTo>
                      <a:pt x="233" y="2136"/>
                    </a:lnTo>
                    <a:lnTo>
                      <a:pt x="210" y="2132"/>
                    </a:lnTo>
                    <a:lnTo>
                      <a:pt x="200" y="2129"/>
                    </a:lnTo>
                    <a:lnTo>
                      <a:pt x="189" y="2129"/>
                    </a:lnTo>
                    <a:lnTo>
                      <a:pt x="179" y="2125"/>
                    </a:lnTo>
                    <a:lnTo>
                      <a:pt x="138" y="2108"/>
                    </a:lnTo>
                    <a:lnTo>
                      <a:pt x="117" y="2108"/>
                    </a:lnTo>
                    <a:lnTo>
                      <a:pt x="96" y="2111"/>
                    </a:lnTo>
                    <a:lnTo>
                      <a:pt x="91" y="2111"/>
                    </a:lnTo>
                    <a:lnTo>
                      <a:pt x="89" y="2111"/>
                    </a:lnTo>
                    <a:lnTo>
                      <a:pt x="79" y="2108"/>
                    </a:lnTo>
                    <a:lnTo>
                      <a:pt x="68" y="2106"/>
                    </a:lnTo>
                    <a:lnTo>
                      <a:pt x="63" y="2104"/>
                    </a:lnTo>
                    <a:lnTo>
                      <a:pt x="56" y="2104"/>
                    </a:lnTo>
                    <a:lnTo>
                      <a:pt x="44" y="2101"/>
                    </a:lnTo>
                    <a:lnTo>
                      <a:pt x="35" y="2099"/>
                    </a:lnTo>
                    <a:lnTo>
                      <a:pt x="28" y="2097"/>
                    </a:lnTo>
                    <a:lnTo>
                      <a:pt x="23" y="2094"/>
                    </a:lnTo>
                    <a:lnTo>
                      <a:pt x="14" y="2092"/>
                    </a:lnTo>
                    <a:lnTo>
                      <a:pt x="7" y="2085"/>
                    </a:lnTo>
                    <a:lnTo>
                      <a:pt x="2" y="2078"/>
                    </a:lnTo>
                    <a:lnTo>
                      <a:pt x="0" y="2071"/>
                    </a:lnTo>
                    <a:lnTo>
                      <a:pt x="0" y="2066"/>
                    </a:lnTo>
                    <a:lnTo>
                      <a:pt x="0" y="2062"/>
                    </a:lnTo>
                    <a:lnTo>
                      <a:pt x="5" y="2055"/>
                    </a:lnTo>
                    <a:lnTo>
                      <a:pt x="5" y="2048"/>
                    </a:lnTo>
                    <a:lnTo>
                      <a:pt x="7" y="2039"/>
                    </a:lnTo>
                    <a:lnTo>
                      <a:pt x="7" y="2029"/>
                    </a:lnTo>
                    <a:lnTo>
                      <a:pt x="12" y="2018"/>
                    </a:lnTo>
                    <a:lnTo>
                      <a:pt x="16" y="2004"/>
                    </a:lnTo>
                    <a:lnTo>
                      <a:pt x="19" y="1997"/>
                    </a:lnTo>
                    <a:lnTo>
                      <a:pt x="21" y="1987"/>
                    </a:lnTo>
                    <a:lnTo>
                      <a:pt x="35" y="1943"/>
                    </a:lnTo>
                    <a:lnTo>
                      <a:pt x="37" y="1938"/>
                    </a:lnTo>
                    <a:lnTo>
                      <a:pt x="40" y="1931"/>
                    </a:lnTo>
                    <a:lnTo>
                      <a:pt x="44" y="1927"/>
                    </a:lnTo>
                    <a:lnTo>
                      <a:pt x="51" y="1922"/>
                    </a:lnTo>
                    <a:lnTo>
                      <a:pt x="54" y="1922"/>
                    </a:lnTo>
                    <a:lnTo>
                      <a:pt x="54" y="1922"/>
                    </a:lnTo>
                    <a:lnTo>
                      <a:pt x="56" y="1922"/>
                    </a:lnTo>
                    <a:lnTo>
                      <a:pt x="54" y="1917"/>
                    </a:lnTo>
                    <a:lnTo>
                      <a:pt x="51" y="1913"/>
                    </a:lnTo>
                    <a:lnTo>
                      <a:pt x="49" y="1911"/>
                    </a:lnTo>
                    <a:lnTo>
                      <a:pt x="47" y="1901"/>
                    </a:lnTo>
                    <a:lnTo>
                      <a:pt x="49" y="1894"/>
                    </a:lnTo>
                    <a:lnTo>
                      <a:pt x="54" y="1883"/>
                    </a:lnTo>
                    <a:lnTo>
                      <a:pt x="58" y="1876"/>
                    </a:lnTo>
                    <a:lnTo>
                      <a:pt x="61" y="1869"/>
                    </a:lnTo>
                    <a:lnTo>
                      <a:pt x="70" y="1831"/>
                    </a:lnTo>
                    <a:lnTo>
                      <a:pt x="70" y="1827"/>
                    </a:lnTo>
                    <a:lnTo>
                      <a:pt x="70" y="1824"/>
                    </a:lnTo>
                    <a:lnTo>
                      <a:pt x="72" y="1801"/>
                    </a:lnTo>
                    <a:lnTo>
                      <a:pt x="79" y="1778"/>
                    </a:lnTo>
                    <a:lnTo>
                      <a:pt x="86" y="1766"/>
                    </a:lnTo>
                    <a:lnTo>
                      <a:pt x="91" y="1755"/>
                    </a:lnTo>
                    <a:lnTo>
                      <a:pt x="93" y="1750"/>
                    </a:lnTo>
                    <a:lnTo>
                      <a:pt x="93" y="1745"/>
                    </a:lnTo>
                    <a:lnTo>
                      <a:pt x="98" y="1713"/>
                    </a:lnTo>
                    <a:lnTo>
                      <a:pt x="100" y="1682"/>
                    </a:lnTo>
                    <a:lnTo>
                      <a:pt x="105" y="1643"/>
                    </a:lnTo>
                    <a:lnTo>
                      <a:pt x="105" y="1638"/>
                    </a:lnTo>
                    <a:lnTo>
                      <a:pt x="105" y="1631"/>
                    </a:lnTo>
                    <a:lnTo>
                      <a:pt x="105" y="1589"/>
                    </a:lnTo>
                    <a:lnTo>
                      <a:pt x="105" y="1573"/>
                    </a:lnTo>
                    <a:lnTo>
                      <a:pt x="110" y="1559"/>
                    </a:lnTo>
                    <a:lnTo>
                      <a:pt x="124" y="1513"/>
                    </a:lnTo>
                    <a:lnTo>
                      <a:pt x="133" y="1482"/>
                    </a:lnTo>
                    <a:lnTo>
                      <a:pt x="151" y="1426"/>
                    </a:lnTo>
                    <a:lnTo>
                      <a:pt x="154" y="1417"/>
                    </a:lnTo>
                    <a:lnTo>
                      <a:pt x="154" y="1410"/>
                    </a:lnTo>
                    <a:lnTo>
                      <a:pt x="151" y="1401"/>
                    </a:lnTo>
                    <a:lnTo>
                      <a:pt x="135" y="1331"/>
                    </a:lnTo>
                    <a:lnTo>
                      <a:pt x="124" y="1296"/>
                    </a:lnTo>
                    <a:lnTo>
                      <a:pt x="107" y="1231"/>
                    </a:lnTo>
                    <a:lnTo>
                      <a:pt x="98" y="1189"/>
                    </a:lnTo>
                    <a:lnTo>
                      <a:pt x="82" y="1096"/>
                    </a:lnTo>
                    <a:lnTo>
                      <a:pt x="68" y="1049"/>
                    </a:lnTo>
                    <a:lnTo>
                      <a:pt x="65" y="1042"/>
                    </a:lnTo>
                    <a:lnTo>
                      <a:pt x="63" y="1033"/>
                    </a:lnTo>
                    <a:lnTo>
                      <a:pt x="61" y="1028"/>
                    </a:lnTo>
                    <a:lnTo>
                      <a:pt x="61" y="1026"/>
                    </a:lnTo>
                    <a:lnTo>
                      <a:pt x="54" y="1000"/>
                    </a:lnTo>
                    <a:lnTo>
                      <a:pt x="51" y="975"/>
                    </a:lnTo>
                    <a:lnTo>
                      <a:pt x="54" y="938"/>
                    </a:lnTo>
                    <a:lnTo>
                      <a:pt x="68" y="882"/>
                    </a:lnTo>
                    <a:lnTo>
                      <a:pt x="72" y="865"/>
                    </a:lnTo>
                    <a:lnTo>
                      <a:pt x="75" y="854"/>
                    </a:lnTo>
                    <a:lnTo>
                      <a:pt x="77" y="840"/>
                    </a:lnTo>
                    <a:lnTo>
                      <a:pt x="77" y="831"/>
                    </a:lnTo>
                    <a:lnTo>
                      <a:pt x="77" y="821"/>
                    </a:lnTo>
                    <a:lnTo>
                      <a:pt x="79" y="812"/>
                    </a:lnTo>
                    <a:lnTo>
                      <a:pt x="82" y="805"/>
                    </a:lnTo>
                    <a:lnTo>
                      <a:pt x="86" y="798"/>
                    </a:lnTo>
                    <a:lnTo>
                      <a:pt x="89" y="796"/>
                    </a:lnTo>
                    <a:lnTo>
                      <a:pt x="89" y="796"/>
                    </a:lnTo>
                    <a:lnTo>
                      <a:pt x="91" y="784"/>
                    </a:lnTo>
                    <a:lnTo>
                      <a:pt x="93" y="772"/>
                    </a:lnTo>
                    <a:lnTo>
                      <a:pt x="96" y="754"/>
                    </a:lnTo>
                    <a:lnTo>
                      <a:pt x="96" y="749"/>
                    </a:lnTo>
                    <a:lnTo>
                      <a:pt x="86" y="744"/>
                    </a:lnTo>
                    <a:lnTo>
                      <a:pt x="82" y="742"/>
                    </a:lnTo>
                    <a:lnTo>
                      <a:pt x="77" y="737"/>
                    </a:lnTo>
                    <a:lnTo>
                      <a:pt x="68" y="719"/>
                    </a:lnTo>
                    <a:lnTo>
                      <a:pt x="65" y="714"/>
                    </a:lnTo>
                    <a:lnTo>
                      <a:pt x="65" y="703"/>
                    </a:lnTo>
                    <a:lnTo>
                      <a:pt x="65" y="693"/>
                    </a:lnTo>
                    <a:lnTo>
                      <a:pt x="70" y="658"/>
                    </a:lnTo>
                    <a:lnTo>
                      <a:pt x="72" y="647"/>
                    </a:lnTo>
                    <a:lnTo>
                      <a:pt x="75" y="616"/>
                    </a:lnTo>
                    <a:lnTo>
                      <a:pt x="79" y="588"/>
                    </a:lnTo>
                    <a:lnTo>
                      <a:pt x="84" y="570"/>
                    </a:lnTo>
                    <a:lnTo>
                      <a:pt x="89" y="554"/>
                    </a:lnTo>
                    <a:lnTo>
                      <a:pt x="93" y="533"/>
                    </a:lnTo>
                    <a:lnTo>
                      <a:pt x="105" y="474"/>
                    </a:lnTo>
                    <a:lnTo>
                      <a:pt x="117" y="442"/>
                    </a:lnTo>
                    <a:lnTo>
                      <a:pt x="128" y="412"/>
                    </a:lnTo>
                    <a:lnTo>
                      <a:pt x="147" y="372"/>
                    </a:lnTo>
                    <a:lnTo>
                      <a:pt x="170" y="335"/>
                    </a:lnTo>
                    <a:lnTo>
                      <a:pt x="175" y="330"/>
                    </a:lnTo>
                    <a:lnTo>
                      <a:pt x="179" y="323"/>
                    </a:lnTo>
                    <a:lnTo>
                      <a:pt x="205" y="288"/>
                    </a:lnTo>
                    <a:lnTo>
                      <a:pt x="238" y="256"/>
                    </a:lnTo>
                    <a:lnTo>
                      <a:pt x="275" y="232"/>
                    </a:lnTo>
                    <a:lnTo>
                      <a:pt x="291" y="223"/>
                    </a:lnTo>
                    <a:lnTo>
                      <a:pt x="305" y="214"/>
                    </a:lnTo>
                    <a:lnTo>
                      <a:pt x="317" y="207"/>
                    </a:lnTo>
                    <a:lnTo>
                      <a:pt x="328" y="202"/>
                    </a:lnTo>
                    <a:lnTo>
                      <a:pt x="333" y="200"/>
                    </a:lnTo>
                    <a:lnTo>
                      <a:pt x="335" y="197"/>
                    </a:lnTo>
                    <a:lnTo>
                      <a:pt x="335" y="193"/>
                    </a:lnTo>
                    <a:lnTo>
                      <a:pt x="335" y="186"/>
                    </a:lnTo>
                    <a:lnTo>
                      <a:pt x="338" y="181"/>
                    </a:lnTo>
                    <a:lnTo>
                      <a:pt x="342" y="177"/>
                    </a:lnTo>
                    <a:lnTo>
                      <a:pt x="347" y="172"/>
                    </a:lnTo>
                    <a:lnTo>
                      <a:pt x="352" y="165"/>
                    </a:lnTo>
                    <a:lnTo>
                      <a:pt x="356" y="160"/>
                    </a:lnTo>
                    <a:lnTo>
                      <a:pt x="363" y="158"/>
                    </a:lnTo>
                    <a:lnTo>
                      <a:pt x="370" y="158"/>
                    </a:lnTo>
                    <a:lnTo>
                      <a:pt x="377" y="160"/>
                    </a:lnTo>
                    <a:lnTo>
                      <a:pt x="384" y="163"/>
                    </a:lnTo>
                    <a:lnTo>
                      <a:pt x="391" y="163"/>
                    </a:lnTo>
                    <a:lnTo>
                      <a:pt x="394" y="160"/>
                    </a:lnTo>
                    <a:lnTo>
                      <a:pt x="398" y="158"/>
                    </a:lnTo>
                    <a:lnTo>
                      <a:pt x="401" y="153"/>
                    </a:lnTo>
                    <a:lnTo>
                      <a:pt x="401" y="149"/>
                    </a:lnTo>
                    <a:lnTo>
                      <a:pt x="401" y="146"/>
                    </a:lnTo>
                    <a:lnTo>
                      <a:pt x="398" y="139"/>
                    </a:lnTo>
                    <a:lnTo>
                      <a:pt x="401" y="135"/>
                    </a:lnTo>
                    <a:lnTo>
                      <a:pt x="403" y="130"/>
                    </a:lnTo>
                    <a:lnTo>
                      <a:pt x="417" y="114"/>
                    </a:lnTo>
                    <a:lnTo>
                      <a:pt x="431" y="100"/>
                    </a:lnTo>
                    <a:lnTo>
                      <a:pt x="431" y="86"/>
                    </a:lnTo>
                    <a:lnTo>
                      <a:pt x="431" y="81"/>
                    </a:lnTo>
                    <a:lnTo>
                      <a:pt x="433" y="76"/>
                    </a:lnTo>
                    <a:lnTo>
                      <a:pt x="449" y="55"/>
                    </a:lnTo>
                    <a:lnTo>
                      <a:pt x="454" y="51"/>
                    </a:lnTo>
                    <a:lnTo>
                      <a:pt x="456" y="44"/>
                    </a:lnTo>
                    <a:lnTo>
                      <a:pt x="456" y="37"/>
                    </a:lnTo>
                    <a:lnTo>
                      <a:pt x="461" y="30"/>
                    </a:lnTo>
                    <a:lnTo>
                      <a:pt x="466" y="23"/>
                    </a:lnTo>
                    <a:lnTo>
                      <a:pt x="470" y="18"/>
                    </a:lnTo>
                    <a:lnTo>
                      <a:pt x="477" y="11"/>
                    </a:lnTo>
                    <a:lnTo>
                      <a:pt x="487" y="7"/>
                    </a:lnTo>
                    <a:lnTo>
                      <a:pt x="508" y="0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  <a:alpha val="3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23328" name="Rectangle 73"/>
              <p:cNvSpPr>
                <a:spLocks noChangeArrowheads="1"/>
              </p:cNvSpPr>
              <p:nvPr/>
            </p:nvSpPr>
            <p:spPr bwMode="auto">
              <a:xfrm>
                <a:off x="6951663" y="4801718"/>
                <a:ext cx="1588" cy="1588"/>
              </a:xfrm>
              <a:prstGeom prst="rect">
                <a:avLst/>
              </a:prstGeom>
              <a:solidFill>
                <a:srgbClr val="E9EFEE"/>
              </a:solidFill>
              <a:ln w="0">
                <a:solidFill>
                  <a:srgbClr val="E9EFEE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  <p:sp>
          <p:nvSpPr>
            <p:cNvPr id="3" name="모서리가 둥근 직사각형 2"/>
            <p:cNvSpPr/>
            <p:nvPr/>
          </p:nvSpPr>
          <p:spPr>
            <a:xfrm>
              <a:off x="6454841" y="1822844"/>
              <a:ext cx="5142596" cy="4190163"/>
            </a:xfrm>
            <a:prstGeom prst="roundRect">
              <a:avLst>
                <a:gd name="adj" fmla="val 2875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모서리가 둥근 직사각형 49"/>
            <p:cNvSpPr/>
            <p:nvPr/>
          </p:nvSpPr>
          <p:spPr bwMode="auto">
            <a:xfrm>
              <a:off x="6633060" y="1932636"/>
              <a:ext cx="1225899" cy="31901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6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내국인</a:t>
              </a:r>
              <a:endParaRPr lang="en-US" altLang="ko-KR" sz="16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1" name="모서리가 둥근 직사각형 50"/>
            <p:cNvSpPr/>
            <p:nvPr/>
          </p:nvSpPr>
          <p:spPr bwMode="auto">
            <a:xfrm>
              <a:off x="6633059" y="3869108"/>
              <a:ext cx="1225899" cy="31901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6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자사</a:t>
              </a:r>
              <a:endParaRPr lang="en-US" altLang="ko-KR" sz="16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3301" name="직사각형 23300"/>
            <p:cNvSpPr/>
            <p:nvPr/>
          </p:nvSpPr>
          <p:spPr>
            <a:xfrm>
              <a:off x="9974992" y="5689478"/>
              <a:ext cx="1576072" cy="2554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ko-KR" sz="800" b="1" dirty="0" smtClean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800" b="1" dirty="0" smtClean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출처 </a:t>
              </a:r>
              <a:r>
                <a:rPr lang="en-US" altLang="ko-KR" sz="800" b="1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– </a:t>
              </a:r>
              <a:r>
                <a:rPr lang="ko-KR" altLang="en-US" sz="800" b="1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사내</a:t>
              </a:r>
              <a:r>
                <a:rPr lang="en-US" altLang="ko-KR" sz="800" b="1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D.B, </a:t>
              </a:r>
              <a:r>
                <a:rPr lang="ko-KR" altLang="en-US" sz="800" b="1" dirty="0" smtClean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한국관광공사</a:t>
              </a:r>
              <a:r>
                <a:rPr lang="en-US" altLang="ko-KR" sz="800" b="1" dirty="0" smtClean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r>
                <a:rPr lang="ko-KR" altLang="en-US" sz="800" b="1" dirty="0" smtClean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18" name="그룹 17"/>
            <p:cNvGrpSpPr/>
            <p:nvPr/>
          </p:nvGrpSpPr>
          <p:grpSpPr>
            <a:xfrm>
              <a:off x="6691899" y="4389045"/>
              <a:ext cx="4715210" cy="1342440"/>
              <a:chOff x="6556222" y="2433713"/>
              <a:chExt cx="4715210" cy="1342440"/>
            </a:xfrm>
          </p:grpSpPr>
          <p:sp>
            <p:nvSpPr>
              <p:cNvPr id="121" name="직사각형 120"/>
              <p:cNvSpPr/>
              <p:nvPr/>
            </p:nvSpPr>
            <p:spPr>
              <a:xfrm>
                <a:off x="8151613" y="3442908"/>
                <a:ext cx="1462446" cy="3332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40</a:t>
                </a:r>
                <a:r>
                  <a:rPr lang="ko-KR" altLang="en-US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대</a:t>
                </a:r>
                <a:endParaRPr lang="ko-KR" altLang="en-US" sz="14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2" name="직사각형 121"/>
              <p:cNvSpPr/>
              <p:nvPr/>
            </p:nvSpPr>
            <p:spPr>
              <a:xfrm>
                <a:off x="10533655" y="3442908"/>
                <a:ext cx="737777" cy="3332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대</a:t>
                </a:r>
                <a:endParaRPr lang="ko-KR" altLang="en-US" sz="14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3" name="직사각형 122"/>
              <p:cNvSpPr/>
              <p:nvPr/>
            </p:nvSpPr>
            <p:spPr>
              <a:xfrm>
                <a:off x="6556222" y="3442908"/>
                <a:ext cx="737777" cy="3332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50</a:t>
                </a:r>
                <a:r>
                  <a:rPr lang="ko-KR" altLang="en-US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대</a:t>
                </a:r>
                <a:endParaRPr lang="ko-KR" altLang="en-US" sz="14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4" name="직사각형 123"/>
              <p:cNvSpPr/>
              <p:nvPr/>
            </p:nvSpPr>
            <p:spPr>
              <a:xfrm>
                <a:off x="7303572" y="3442908"/>
                <a:ext cx="1208407" cy="3332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60</a:t>
                </a:r>
                <a:r>
                  <a:rPr lang="ko-KR" altLang="en-US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대 이상</a:t>
                </a:r>
                <a:endParaRPr lang="ko-KR" altLang="en-US" sz="14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직사각형 105"/>
              <p:cNvSpPr/>
              <p:nvPr/>
            </p:nvSpPr>
            <p:spPr>
              <a:xfrm>
                <a:off x="9134036" y="3442908"/>
                <a:ext cx="1462446" cy="3332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accent1">
                        <a:lumMod val="50000"/>
                      </a:schemeClr>
                    </a:solidFill>
                  </a:rPr>
                  <a:t>3</a:t>
                </a:r>
                <a:r>
                  <a:rPr lang="en-US" altLang="ko-KR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0</a:t>
                </a:r>
                <a:r>
                  <a:rPr lang="ko-KR" altLang="en-US" sz="1400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대</a:t>
                </a:r>
                <a:endParaRPr lang="ko-KR" altLang="en-US" sz="14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5" name="직사각형 124"/>
              <p:cNvSpPr/>
              <p:nvPr/>
            </p:nvSpPr>
            <p:spPr>
              <a:xfrm>
                <a:off x="7145852" y="2621957"/>
                <a:ext cx="516479" cy="52351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3000" dirty="0" smtClean="0">
                    <a:solidFill>
                      <a:schemeClr val="accent6">
                        <a:lumMod val="75000"/>
                      </a:schemeClr>
                    </a:solidFill>
                    <a:latin typeface="나눔고딕 ExtraBold" panose="020D0904000000000000" pitchFamily="50" charset="-127"/>
                    <a:ea typeface="나눔고딕 ExtraBold" panose="020D0904000000000000" pitchFamily="50" charset="-127"/>
                  </a:rPr>
                  <a:t>&gt;</a:t>
                </a:r>
                <a:endParaRPr lang="ko-KR" altLang="en-US" sz="3000" dirty="0">
                  <a:solidFill>
                    <a:schemeClr val="accent6">
                      <a:lumMod val="7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8202902" y="2621957"/>
                <a:ext cx="516479" cy="52351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3000" dirty="0" smtClean="0">
                    <a:solidFill>
                      <a:schemeClr val="accent6">
                        <a:lumMod val="75000"/>
                      </a:schemeClr>
                    </a:solidFill>
                    <a:latin typeface="나눔고딕 ExtraBold" panose="020D0904000000000000" pitchFamily="50" charset="-127"/>
                    <a:ea typeface="나눔고딕 ExtraBold" panose="020D0904000000000000" pitchFamily="50" charset="-127"/>
                  </a:rPr>
                  <a:t>&gt;</a:t>
                </a:r>
                <a:endParaRPr lang="ko-KR" altLang="en-US" sz="3000" dirty="0">
                  <a:solidFill>
                    <a:schemeClr val="accent6">
                      <a:lumMod val="7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9100059" y="2621957"/>
                <a:ext cx="516479" cy="52351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3000" dirty="0" smtClean="0">
                    <a:solidFill>
                      <a:schemeClr val="accent6">
                        <a:lumMod val="75000"/>
                      </a:schemeClr>
                    </a:solidFill>
                    <a:latin typeface="나눔고딕 ExtraBold" panose="020D0904000000000000" pitchFamily="50" charset="-127"/>
                    <a:ea typeface="나눔고딕 ExtraBold" panose="020D0904000000000000" pitchFamily="50" charset="-127"/>
                  </a:rPr>
                  <a:t>&gt;</a:t>
                </a:r>
                <a:endParaRPr lang="ko-KR" altLang="en-US" sz="3000" dirty="0">
                  <a:solidFill>
                    <a:schemeClr val="accent6">
                      <a:lumMod val="7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endParaRPr>
              </a:p>
            </p:txBody>
          </p:sp>
          <p:sp>
            <p:nvSpPr>
              <p:cNvPr id="107" name="직사각형 106"/>
              <p:cNvSpPr/>
              <p:nvPr/>
            </p:nvSpPr>
            <p:spPr>
              <a:xfrm>
                <a:off x="10184262" y="2621957"/>
                <a:ext cx="516479" cy="52351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3000" dirty="0" smtClean="0">
                    <a:solidFill>
                      <a:schemeClr val="accent6">
                        <a:lumMod val="75000"/>
                      </a:schemeClr>
                    </a:solidFill>
                    <a:latin typeface="나눔고딕 ExtraBold" panose="020D0904000000000000" pitchFamily="50" charset="-127"/>
                    <a:ea typeface="나눔고딕 ExtraBold" panose="020D0904000000000000" pitchFamily="50" charset="-127"/>
                  </a:rPr>
                  <a:t>&gt;</a:t>
                </a:r>
                <a:endParaRPr lang="ko-KR" altLang="en-US" sz="3000" dirty="0">
                  <a:solidFill>
                    <a:schemeClr val="accent6">
                      <a:lumMod val="75000"/>
                    </a:schemeClr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endParaRPr>
              </a:p>
            </p:txBody>
          </p:sp>
          <p:sp>
            <p:nvSpPr>
              <p:cNvPr id="146" name="Freeform 58"/>
              <p:cNvSpPr>
                <a:spLocks noEditPoints="1"/>
              </p:cNvSpPr>
              <p:nvPr/>
            </p:nvSpPr>
            <p:spPr bwMode="auto">
              <a:xfrm>
                <a:off x="9623893" y="2433713"/>
                <a:ext cx="482733" cy="900000"/>
              </a:xfrm>
              <a:custGeom>
                <a:avLst/>
                <a:gdLst>
                  <a:gd name="T0" fmla="*/ 466 w 719"/>
                  <a:gd name="T1" fmla="*/ 589 h 1904"/>
                  <a:gd name="T2" fmla="*/ 401 w 719"/>
                  <a:gd name="T3" fmla="*/ 5 h 1904"/>
                  <a:gd name="T4" fmla="*/ 454 w 719"/>
                  <a:gd name="T5" fmla="*/ 21 h 1904"/>
                  <a:gd name="T6" fmla="*/ 505 w 719"/>
                  <a:gd name="T7" fmla="*/ 37 h 1904"/>
                  <a:gd name="T8" fmla="*/ 524 w 719"/>
                  <a:gd name="T9" fmla="*/ 114 h 1904"/>
                  <a:gd name="T10" fmla="*/ 547 w 719"/>
                  <a:gd name="T11" fmla="*/ 175 h 1904"/>
                  <a:gd name="T12" fmla="*/ 540 w 719"/>
                  <a:gd name="T13" fmla="*/ 216 h 1904"/>
                  <a:gd name="T14" fmla="*/ 505 w 719"/>
                  <a:gd name="T15" fmla="*/ 265 h 1904"/>
                  <a:gd name="T16" fmla="*/ 428 w 719"/>
                  <a:gd name="T17" fmla="*/ 312 h 1904"/>
                  <a:gd name="T18" fmla="*/ 438 w 719"/>
                  <a:gd name="T19" fmla="*/ 384 h 1904"/>
                  <a:gd name="T20" fmla="*/ 447 w 719"/>
                  <a:gd name="T21" fmla="*/ 438 h 1904"/>
                  <a:gd name="T22" fmla="*/ 466 w 719"/>
                  <a:gd name="T23" fmla="*/ 559 h 1904"/>
                  <a:gd name="T24" fmla="*/ 461 w 719"/>
                  <a:gd name="T25" fmla="*/ 589 h 1904"/>
                  <a:gd name="T26" fmla="*/ 452 w 719"/>
                  <a:gd name="T27" fmla="*/ 719 h 1904"/>
                  <a:gd name="T28" fmla="*/ 570 w 719"/>
                  <a:gd name="T29" fmla="*/ 789 h 1904"/>
                  <a:gd name="T30" fmla="*/ 705 w 719"/>
                  <a:gd name="T31" fmla="*/ 843 h 1904"/>
                  <a:gd name="T32" fmla="*/ 717 w 719"/>
                  <a:gd name="T33" fmla="*/ 898 h 1904"/>
                  <a:gd name="T34" fmla="*/ 692 w 719"/>
                  <a:gd name="T35" fmla="*/ 891 h 1904"/>
                  <a:gd name="T36" fmla="*/ 682 w 719"/>
                  <a:gd name="T37" fmla="*/ 905 h 1904"/>
                  <a:gd name="T38" fmla="*/ 671 w 719"/>
                  <a:gd name="T39" fmla="*/ 910 h 1904"/>
                  <a:gd name="T40" fmla="*/ 636 w 719"/>
                  <a:gd name="T41" fmla="*/ 891 h 1904"/>
                  <a:gd name="T42" fmla="*/ 505 w 719"/>
                  <a:gd name="T43" fmla="*/ 831 h 1904"/>
                  <a:gd name="T44" fmla="*/ 445 w 719"/>
                  <a:gd name="T45" fmla="*/ 856 h 1904"/>
                  <a:gd name="T46" fmla="*/ 468 w 719"/>
                  <a:gd name="T47" fmla="*/ 922 h 1904"/>
                  <a:gd name="T48" fmla="*/ 524 w 719"/>
                  <a:gd name="T49" fmla="*/ 987 h 1904"/>
                  <a:gd name="T50" fmla="*/ 573 w 719"/>
                  <a:gd name="T51" fmla="*/ 1045 h 1904"/>
                  <a:gd name="T52" fmla="*/ 675 w 719"/>
                  <a:gd name="T53" fmla="*/ 1282 h 1904"/>
                  <a:gd name="T54" fmla="*/ 559 w 719"/>
                  <a:gd name="T55" fmla="*/ 1389 h 1904"/>
                  <a:gd name="T56" fmla="*/ 440 w 719"/>
                  <a:gd name="T57" fmla="*/ 1501 h 1904"/>
                  <a:gd name="T58" fmla="*/ 384 w 719"/>
                  <a:gd name="T59" fmla="*/ 1538 h 1904"/>
                  <a:gd name="T60" fmla="*/ 359 w 719"/>
                  <a:gd name="T61" fmla="*/ 1650 h 1904"/>
                  <a:gd name="T62" fmla="*/ 354 w 719"/>
                  <a:gd name="T63" fmla="*/ 1699 h 1904"/>
                  <a:gd name="T64" fmla="*/ 391 w 719"/>
                  <a:gd name="T65" fmla="*/ 1762 h 1904"/>
                  <a:gd name="T66" fmla="*/ 435 w 719"/>
                  <a:gd name="T67" fmla="*/ 1811 h 1904"/>
                  <a:gd name="T68" fmla="*/ 519 w 719"/>
                  <a:gd name="T69" fmla="*/ 1832 h 1904"/>
                  <a:gd name="T70" fmla="*/ 484 w 719"/>
                  <a:gd name="T71" fmla="*/ 1888 h 1904"/>
                  <a:gd name="T72" fmla="*/ 380 w 719"/>
                  <a:gd name="T73" fmla="*/ 1899 h 1904"/>
                  <a:gd name="T74" fmla="*/ 331 w 719"/>
                  <a:gd name="T75" fmla="*/ 1902 h 1904"/>
                  <a:gd name="T76" fmla="*/ 282 w 719"/>
                  <a:gd name="T77" fmla="*/ 1897 h 1904"/>
                  <a:gd name="T78" fmla="*/ 233 w 719"/>
                  <a:gd name="T79" fmla="*/ 1890 h 1904"/>
                  <a:gd name="T80" fmla="*/ 217 w 719"/>
                  <a:gd name="T81" fmla="*/ 1822 h 1904"/>
                  <a:gd name="T82" fmla="*/ 240 w 719"/>
                  <a:gd name="T83" fmla="*/ 1774 h 1904"/>
                  <a:gd name="T84" fmla="*/ 205 w 719"/>
                  <a:gd name="T85" fmla="*/ 1708 h 1904"/>
                  <a:gd name="T86" fmla="*/ 144 w 719"/>
                  <a:gd name="T87" fmla="*/ 1625 h 1904"/>
                  <a:gd name="T88" fmla="*/ 221 w 719"/>
                  <a:gd name="T89" fmla="*/ 1562 h 1904"/>
                  <a:gd name="T90" fmla="*/ 275 w 719"/>
                  <a:gd name="T91" fmla="*/ 1424 h 1904"/>
                  <a:gd name="T92" fmla="*/ 286 w 719"/>
                  <a:gd name="T93" fmla="*/ 1352 h 1904"/>
                  <a:gd name="T94" fmla="*/ 286 w 719"/>
                  <a:gd name="T95" fmla="*/ 1236 h 1904"/>
                  <a:gd name="T96" fmla="*/ 256 w 719"/>
                  <a:gd name="T97" fmla="*/ 1159 h 1904"/>
                  <a:gd name="T98" fmla="*/ 200 w 719"/>
                  <a:gd name="T99" fmla="*/ 1026 h 1904"/>
                  <a:gd name="T100" fmla="*/ 151 w 719"/>
                  <a:gd name="T101" fmla="*/ 905 h 1904"/>
                  <a:gd name="T102" fmla="*/ 165 w 719"/>
                  <a:gd name="T103" fmla="*/ 796 h 1904"/>
                  <a:gd name="T104" fmla="*/ 16 w 719"/>
                  <a:gd name="T105" fmla="*/ 728 h 1904"/>
                  <a:gd name="T106" fmla="*/ 7 w 719"/>
                  <a:gd name="T107" fmla="*/ 531 h 1904"/>
                  <a:gd name="T108" fmla="*/ 68 w 719"/>
                  <a:gd name="T109" fmla="*/ 393 h 1904"/>
                  <a:gd name="T110" fmla="*/ 110 w 719"/>
                  <a:gd name="T111" fmla="*/ 365 h 1904"/>
                  <a:gd name="T112" fmla="*/ 170 w 719"/>
                  <a:gd name="T113" fmla="*/ 323 h 1904"/>
                  <a:gd name="T114" fmla="*/ 268 w 719"/>
                  <a:gd name="T115" fmla="*/ 228 h 1904"/>
                  <a:gd name="T116" fmla="*/ 298 w 719"/>
                  <a:gd name="T117" fmla="*/ 70 h 1904"/>
                  <a:gd name="T118" fmla="*/ 368 w 719"/>
                  <a:gd name="T119" fmla="*/ 19 h 19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19" h="1904">
                    <a:moveTo>
                      <a:pt x="470" y="1248"/>
                    </a:moveTo>
                    <a:lnTo>
                      <a:pt x="470" y="1248"/>
                    </a:lnTo>
                    <a:lnTo>
                      <a:pt x="470" y="1250"/>
                    </a:lnTo>
                    <a:lnTo>
                      <a:pt x="473" y="1250"/>
                    </a:lnTo>
                    <a:lnTo>
                      <a:pt x="473" y="1248"/>
                    </a:lnTo>
                    <a:lnTo>
                      <a:pt x="473" y="1248"/>
                    </a:lnTo>
                    <a:lnTo>
                      <a:pt x="470" y="1248"/>
                    </a:lnTo>
                    <a:close/>
                    <a:moveTo>
                      <a:pt x="468" y="589"/>
                    </a:moveTo>
                    <a:lnTo>
                      <a:pt x="468" y="589"/>
                    </a:lnTo>
                    <a:lnTo>
                      <a:pt x="466" y="589"/>
                    </a:lnTo>
                    <a:lnTo>
                      <a:pt x="468" y="589"/>
                    </a:lnTo>
                    <a:close/>
                    <a:moveTo>
                      <a:pt x="401" y="5"/>
                    </a:moveTo>
                    <a:lnTo>
                      <a:pt x="401" y="5"/>
                    </a:lnTo>
                    <a:lnTo>
                      <a:pt x="398" y="5"/>
                    </a:lnTo>
                    <a:lnTo>
                      <a:pt x="398" y="7"/>
                    </a:lnTo>
                    <a:lnTo>
                      <a:pt x="401" y="7"/>
                    </a:lnTo>
                    <a:lnTo>
                      <a:pt x="401" y="7"/>
                    </a:lnTo>
                    <a:lnTo>
                      <a:pt x="403" y="7"/>
                    </a:lnTo>
                    <a:lnTo>
                      <a:pt x="401" y="5"/>
                    </a:lnTo>
                    <a:lnTo>
                      <a:pt x="401" y="5"/>
                    </a:lnTo>
                    <a:close/>
                    <a:moveTo>
                      <a:pt x="396" y="0"/>
                    </a:moveTo>
                    <a:lnTo>
                      <a:pt x="417" y="2"/>
                    </a:lnTo>
                    <a:lnTo>
                      <a:pt x="421" y="2"/>
                    </a:lnTo>
                    <a:lnTo>
                      <a:pt x="426" y="7"/>
                    </a:lnTo>
                    <a:lnTo>
                      <a:pt x="428" y="9"/>
                    </a:lnTo>
                    <a:lnTo>
                      <a:pt x="433" y="14"/>
                    </a:lnTo>
                    <a:lnTo>
                      <a:pt x="435" y="16"/>
                    </a:lnTo>
                    <a:lnTo>
                      <a:pt x="440" y="19"/>
                    </a:lnTo>
                    <a:lnTo>
                      <a:pt x="447" y="19"/>
                    </a:lnTo>
                    <a:lnTo>
                      <a:pt x="454" y="21"/>
                    </a:lnTo>
                    <a:lnTo>
                      <a:pt x="456" y="21"/>
                    </a:lnTo>
                    <a:lnTo>
                      <a:pt x="459" y="21"/>
                    </a:lnTo>
                    <a:lnTo>
                      <a:pt x="466" y="21"/>
                    </a:lnTo>
                    <a:lnTo>
                      <a:pt x="470" y="23"/>
                    </a:lnTo>
                    <a:lnTo>
                      <a:pt x="475" y="28"/>
                    </a:lnTo>
                    <a:lnTo>
                      <a:pt x="477" y="30"/>
                    </a:lnTo>
                    <a:lnTo>
                      <a:pt x="482" y="30"/>
                    </a:lnTo>
                    <a:lnTo>
                      <a:pt x="501" y="33"/>
                    </a:lnTo>
                    <a:lnTo>
                      <a:pt x="503" y="35"/>
                    </a:lnTo>
                    <a:lnTo>
                      <a:pt x="505" y="37"/>
                    </a:lnTo>
                    <a:lnTo>
                      <a:pt x="505" y="40"/>
                    </a:lnTo>
                    <a:lnTo>
                      <a:pt x="508" y="42"/>
                    </a:lnTo>
                    <a:lnTo>
                      <a:pt x="522" y="56"/>
                    </a:lnTo>
                    <a:lnTo>
                      <a:pt x="524" y="70"/>
                    </a:lnTo>
                    <a:lnTo>
                      <a:pt x="524" y="86"/>
                    </a:lnTo>
                    <a:lnTo>
                      <a:pt x="522" y="91"/>
                    </a:lnTo>
                    <a:lnTo>
                      <a:pt x="522" y="95"/>
                    </a:lnTo>
                    <a:lnTo>
                      <a:pt x="524" y="100"/>
                    </a:lnTo>
                    <a:lnTo>
                      <a:pt x="524" y="107"/>
                    </a:lnTo>
                    <a:lnTo>
                      <a:pt x="524" y="114"/>
                    </a:lnTo>
                    <a:lnTo>
                      <a:pt x="522" y="121"/>
                    </a:lnTo>
                    <a:lnTo>
                      <a:pt x="522" y="126"/>
                    </a:lnTo>
                    <a:lnTo>
                      <a:pt x="522" y="130"/>
                    </a:lnTo>
                    <a:lnTo>
                      <a:pt x="522" y="135"/>
                    </a:lnTo>
                    <a:lnTo>
                      <a:pt x="524" y="137"/>
                    </a:lnTo>
                    <a:lnTo>
                      <a:pt x="526" y="142"/>
                    </a:lnTo>
                    <a:lnTo>
                      <a:pt x="531" y="149"/>
                    </a:lnTo>
                    <a:lnTo>
                      <a:pt x="543" y="163"/>
                    </a:lnTo>
                    <a:lnTo>
                      <a:pt x="547" y="170"/>
                    </a:lnTo>
                    <a:lnTo>
                      <a:pt x="547" y="175"/>
                    </a:lnTo>
                    <a:lnTo>
                      <a:pt x="545" y="179"/>
                    </a:lnTo>
                    <a:lnTo>
                      <a:pt x="540" y="182"/>
                    </a:lnTo>
                    <a:lnTo>
                      <a:pt x="538" y="184"/>
                    </a:lnTo>
                    <a:lnTo>
                      <a:pt x="538" y="184"/>
                    </a:lnTo>
                    <a:lnTo>
                      <a:pt x="540" y="191"/>
                    </a:lnTo>
                    <a:lnTo>
                      <a:pt x="543" y="198"/>
                    </a:lnTo>
                    <a:lnTo>
                      <a:pt x="540" y="202"/>
                    </a:lnTo>
                    <a:lnTo>
                      <a:pt x="538" y="205"/>
                    </a:lnTo>
                    <a:lnTo>
                      <a:pt x="538" y="209"/>
                    </a:lnTo>
                    <a:lnTo>
                      <a:pt x="540" y="216"/>
                    </a:lnTo>
                    <a:lnTo>
                      <a:pt x="538" y="221"/>
                    </a:lnTo>
                    <a:lnTo>
                      <a:pt x="536" y="226"/>
                    </a:lnTo>
                    <a:lnTo>
                      <a:pt x="531" y="228"/>
                    </a:lnTo>
                    <a:lnTo>
                      <a:pt x="533" y="235"/>
                    </a:lnTo>
                    <a:lnTo>
                      <a:pt x="533" y="244"/>
                    </a:lnTo>
                    <a:lnTo>
                      <a:pt x="533" y="251"/>
                    </a:lnTo>
                    <a:lnTo>
                      <a:pt x="529" y="256"/>
                    </a:lnTo>
                    <a:lnTo>
                      <a:pt x="524" y="261"/>
                    </a:lnTo>
                    <a:lnTo>
                      <a:pt x="515" y="263"/>
                    </a:lnTo>
                    <a:lnTo>
                      <a:pt x="505" y="265"/>
                    </a:lnTo>
                    <a:lnTo>
                      <a:pt x="496" y="265"/>
                    </a:lnTo>
                    <a:lnTo>
                      <a:pt x="484" y="268"/>
                    </a:lnTo>
                    <a:lnTo>
                      <a:pt x="477" y="270"/>
                    </a:lnTo>
                    <a:lnTo>
                      <a:pt x="473" y="272"/>
                    </a:lnTo>
                    <a:lnTo>
                      <a:pt x="466" y="275"/>
                    </a:lnTo>
                    <a:lnTo>
                      <a:pt x="440" y="293"/>
                    </a:lnTo>
                    <a:lnTo>
                      <a:pt x="438" y="298"/>
                    </a:lnTo>
                    <a:lnTo>
                      <a:pt x="433" y="303"/>
                    </a:lnTo>
                    <a:lnTo>
                      <a:pt x="431" y="307"/>
                    </a:lnTo>
                    <a:lnTo>
                      <a:pt x="428" y="312"/>
                    </a:lnTo>
                    <a:lnTo>
                      <a:pt x="428" y="317"/>
                    </a:lnTo>
                    <a:lnTo>
                      <a:pt x="426" y="321"/>
                    </a:lnTo>
                    <a:lnTo>
                      <a:pt x="424" y="326"/>
                    </a:lnTo>
                    <a:lnTo>
                      <a:pt x="421" y="333"/>
                    </a:lnTo>
                    <a:lnTo>
                      <a:pt x="421" y="342"/>
                    </a:lnTo>
                    <a:lnTo>
                      <a:pt x="421" y="351"/>
                    </a:lnTo>
                    <a:lnTo>
                      <a:pt x="428" y="377"/>
                    </a:lnTo>
                    <a:lnTo>
                      <a:pt x="435" y="377"/>
                    </a:lnTo>
                    <a:lnTo>
                      <a:pt x="438" y="379"/>
                    </a:lnTo>
                    <a:lnTo>
                      <a:pt x="438" y="384"/>
                    </a:lnTo>
                    <a:lnTo>
                      <a:pt x="435" y="386"/>
                    </a:lnTo>
                    <a:lnTo>
                      <a:pt x="433" y="391"/>
                    </a:lnTo>
                    <a:lnTo>
                      <a:pt x="435" y="398"/>
                    </a:lnTo>
                    <a:lnTo>
                      <a:pt x="442" y="419"/>
                    </a:lnTo>
                    <a:lnTo>
                      <a:pt x="445" y="424"/>
                    </a:lnTo>
                    <a:lnTo>
                      <a:pt x="445" y="426"/>
                    </a:lnTo>
                    <a:lnTo>
                      <a:pt x="442" y="431"/>
                    </a:lnTo>
                    <a:lnTo>
                      <a:pt x="442" y="433"/>
                    </a:lnTo>
                    <a:lnTo>
                      <a:pt x="445" y="435"/>
                    </a:lnTo>
                    <a:lnTo>
                      <a:pt x="447" y="438"/>
                    </a:lnTo>
                    <a:lnTo>
                      <a:pt x="447" y="438"/>
                    </a:lnTo>
                    <a:lnTo>
                      <a:pt x="445" y="445"/>
                    </a:lnTo>
                    <a:lnTo>
                      <a:pt x="447" y="452"/>
                    </a:lnTo>
                    <a:lnTo>
                      <a:pt x="447" y="458"/>
                    </a:lnTo>
                    <a:lnTo>
                      <a:pt x="456" y="510"/>
                    </a:lnTo>
                    <a:lnTo>
                      <a:pt x="459" y="521"/>
                    </a:lnTo>
                    <a:lnTo>
                      <a:pt x="459" y="533"/>
                    </a:lnTo>
                    <a:lnTo>
                      <a:pt x="461" y="545"/>
                    </a:lnTo>
                    <a:lnTo>
                      <a:pt x="463" y="556"/>
                    </a:lnTo>
                    <a:lnTo>
                      <a:pt x="466" y="559"/>
                    </a:lnTo>
                    <a:lnTo>
                      <a:pt x="468" y="563"/>
                    </a:lnTo>
                    <a:lnTo>
                      <a:pt x="463" y="561"/>
                    </a:lnTo>
                    <a:lnTo>
                      <a:pt x="461" y="559"/>
                    </a:lnTo>
                    <a:lnTo>
                      <a:pt x="459" y="566"/>
                    </a:lnTo>
                    <a:lnTo>
                      <a:pt x="456" y="573"/>
                    </a:lnTo>
                    <a:lnTo>
                      <a:pt x="456" y="580"/>
                    </a:lnTo>
                    <a:lnTo>
                      <a:pt x="456" y="586"/>
                    </a:lnTo>
                    <a:lnTo>
                      <a:pt x="461" y="586"/>
                    </a:lnTo>
                    <a:lnTo>
                      <a:pt x="466" y="589"/>
                    </a:lnTo>
                    <a:lnTo>
                      <a:pt x="461" y="589"/>
                    </a:lnTo>
                    <a:lnTo>
                      <a:pt x="459" y="591"/>
                    </a:lnTo>
                    <a:lnTo>
                      <a:pt x="456" y="593"/>
                    </a:lnTo>
                    <a:lnTo>
                      <a:pt x="456" y="598"/>
                    </a:lnTo>
                    <a:lnTo>
                      <a:pt x="454" y="633"/>
                    </a:lnTo>
                    <a:lnTo>
                      <a:pt x="449" y="666"/>
                    </a:lnTo>
                    <a:lnTo>
                      <a:pt x="445" y="689"/>
                    </a:lnTo>
                    <a:lnTo>
                      <a:pt x="445" y="696"/>
                    </a:lnTo>
                    <a:lnTo>
                      <a:pt x="445" y="703"/>
                    </a:lnTo>
                    <a:lnTo>
                      <a:pt x="447" y="710"/>
                    </a:lnTo>
                    <a:lnTo>
                      <a:pt x="452" y="719"/>
                    </a:lnTo>
                    <a:lnTo>
                      <a:pt x="459" y="726"/>
                    </a:lnTo>
                    <a:lnTo>
                      <a:pt x="463" y="731"/>
                    </a:lnTo>
                    <a:lnTo>
                      <a:pt x="484" y="745"/>
                    </a:lnTo>
                    <a:lnTo>
                      <a:pt x="505" y="756"/>
                    </a:lnTo>
                    <a:lnTo>
                      <a:pt x="522" y="763"/>
                    </a:lnTo>
                    <a:lnTo>
                      <a:pt x="538" y="773"/>
                    </a:lnTo>
                    <a:lnTo>
                      <a:pt x="547" y="777"/>
                    </a:lnTo>
                    <a:lnTo>
                      <a:pt x="552" y="780"/>
                    </a:lnTo>
                    <a:lnTo>
                      <a:pt x="556" y="782"/>
                    </a:lnTo>
                    <a:lnTo>
                      <a:pt x="570" y="789"/>
                    </a:lnTo>
                    <a:lnTo>
                      <a:pt x="582" y="796"/>
                    </a:lnTo>
                    <a:lnTo>
                      <a:pt x="589" y="798"/>
                    </a:lnTo>
                    <a:lnTo>
                      <a:pt x="596" y="798"/>
                    </a:lnTo>
                    <a:lnTo>
                      <a:pt x="640" y="803"/>
                    </a:lnTo>
                    <a:lnTo>
                      <a:pt x="640" y="803"/>
                    </a:lnTo>
                    <a:lnTo>
                      <a:pt x="652" y="808"/>
                    </a:lnTo>
                    <a:lnTo>
                      <a:pt x="664" y="812"/>
                    </a:lnTo>
                    <a:lnTo>
                      <a:pt x="673" y="817"/>
                    </a:lnTo>
                    <a:lnTo>
                      <a:pt x="689" y="829"/>
                    </a:lnTo>
                    <a:lnTo>
                      <a:pt x="705" y="843"/>
                    </a:lnTo>
                    <a:lnTo>
                      <a:pt x="708" y="847"/>
                    </a:lnTo>
                    <a:lnTo>
                      <a:pt x="712" y="852"/>
                    </a:lnTo>
                    <a:lnTo>
                      <a:pt x="715" y="859"/>
                    </a:lnTo>
                    <a:lnTo>
                      <a:pt x="717" y="866"/>
                    </a:lnTo>
                    <a:lnTo>
                      <a:pt x="719" y="873"/>
                    </a:lnTo>
                    <a:lnTo>
                      <a:pt x="717" y="882"/>
                    </a:lnTo>
                    <a:lnTo>
                      <a:pt x="717" y="887"/>
                    </a:lnTo>
                    <a:lnTo>
                      <a:pt x="717" y="894"/>
                    </a:lnTo>
                    <a:lnTo>
                      <a:pt x="717" y="896"/>
                    </a:lnTo>
                    <a:lnTo>
                      <a:pt x="717" y="898"/>
                    </a:lnTo>
                    <a:lnTo>
                      <a:pt x="715" y="901"/>
                    </a:lnTo>
                    <a:lnTo>
                      <a:pt x="710" y="903"/>
                    </a:lnTo>
                    <a:lnTo>
                      <a:pt x="705" y="898"/>
                    </a:lnTo>
                    <a:lnTo>
                      <a:pt x="701" y="894"/>
                    </a:lnTo>
                    <a:lnTo>
                      <a:pt x="698" y="889"/>
                    </a:lnTo>
                    <a:lnTo>
                      <a:pt x="696" y="889"/>
                    </a:lnTo>
                    <a:lnTo>
                      <a:pt x="694" y="887"/>
                    </a:lnTo>
                    <a:lnTo>
                      <a:pt x="692" y="887"/>
                    </a:lnTo>
                    <a:lnTo>
                      <a:pt x="692" y="889"/>
                    </a:lnTo>
                    <a:lnTo>
                      <a:pt x="692" y="891"/>
                    </a:lnTo>
                    <a:lnTo>
                      <a:pt x="694" y="894"/>
                    </a:lnTo>
                    <a:lnTo>
                      <a:pt x="696" y="901"/>
                    </a:lnTo>
                    <a:lnTo>
                      <a:pt x="701" y="908"/>
                    </a:lnTo>
                    <a:lnTo>
                      <a:pt x="703" y="910"/>
                    </a:lnTo>
                    <a:lnTo>
                      <a:pt x="701" y="915"/>
                    </a:lnTo>
                    <a:lnTo>
                      <a:pt x="701" y="915"/>
                    </a:lnTo>
                    <a:lnTo>
                      <a:pt x="696" y="917"/>
                    </a:lnTo>
                    <a:lnTo>
                      <a:pt x="694" y="915"/>
                    </a:lnTo>
                    <a:lnTo>
                      <a:pt x="692" y="912"/>
                    </a:lnTo>
                    <a:lnTo>
                      <a:pt x="682" y="905"/>
                    </a:lnTo>
                    <a:lnTo>
                      <a:pt x="675" y="898"/>
                    </a:lnTo>
                    <a:lnTo>
                      <a:pt x="657" y="880"/>
                    </a:lnTo>
                    <a:lnTo>
                      <a:pt x="657" y="880"/>
                    </a:lnTo>
                    <a:lnTo>
                      <a:pt x="654" y="880"/>
                    </a:lnTo>
                    <a:lnTo>
                      <a:pt x="652" y="880"/>
                    </a:lnTo>
                    <a:lnTo>
                      <a:pt x="652" y="882"/>
                    </a:lnTo>
                    <a:lnTo>
                      <a:pt x="652" y="884"/>
                    </a:lnTo>
                    <a:lnTo>
                      <a:pt x="654" y="887"/>
                    </a:lnTo>
                    <a:lnTo>
                      <a:pt x="657" y="891"/>
                    </a:lnTo>
                    <a:lnTo>
                      <a:pt x="671" y="910"/>
                    </a:lnTo>
                    <a:lnTo>
                      <a:pt x="673" y="912"/>
                    </a:lnTo>
                    <a:lnTo>
                      <a:pt x="673" y="915"/>
                    </a:lnTo>
                    <a:lnTo>
                      <a:pt x="673" y="917"/>
                    </a:lnTo>
                    <a:lnTo>
                      <a:pt x="671" y="919"/>
                    </a:lnTo>
                    <a:lnTo>
                      <a:pt x="666" y="919"/>
                    </a:lnTo>
                    <a:lnTo>
                      <a:pt x="664" y="919"/>
                    </a:lnTo>
                    <a:lnTo>
                      <a:pt x="657" y="915"/>
                    </a:lnTo>
                    <a:lnTo>
                      <a:pt x="652" y="908"/>
                    </a:lnTo>
                    <a:lnTo>
                      <a:pt x="643" y="901"/>
                    </a:lnTo>
                    <a:lnTo>
                      <a:pt x="636" y="891"/>
                    </a:lnTo>
                    <a:lnTo>
                      <a:pt x="631" y="889"/>
                    </a:lnTo>
                    <a:lnTo>
                      <a:pt x="626" y="887"/>
                    </a:lnTo>
                    <a:lnTo>
                      <a:pt x="615" y="882"/>
                    </a:lnTo>
                    <a:lnTo>
                      <a:pt x="587" y="870"/>
                    </a:lnTo>
                    <a:lnTo>
                      <a:pt x="563" y="852"/>
                    </a:lnTo>
                    <a:lnTo>
                      <a:pt x="552" y="845"/>
                    </a:lnTo>
                    <a:lnTo>
                      <a:pt x="543" y="840"/>
                    </a:lnTo>
                    <a:lnTo>
                      <a:pt x="531" y="838"/>
                    </a:lnTo>
                    <a:lnTo>
                      <a:pt x="519" y="833"/>
                    </a:lnTo>
                    <a:lnTo>
                      <a:pt x="505" y="831"/>
                    </a:lnTo>
                    <a:lnTo>
                      <a:pt x="452" y="810"/>
                    </a:lnTo>
                    <a:lnTo>
                      <a:pt x="449" y="810"/>
                    </a:lnTo>
                    <a:lnTo>
                      <a:pt x="447" y="812"/>
                    </a:lnTo>
                    <a:lnTo>
                      <a:pt x="445" y="815"/>
                    </a:lnTo>
                    <a:lnTo>
                      <a:pt x="442" y="819"/>
                    </a:lnTo>
                    <a:lnTo>
                      <a:pt x="442" y="826"/>
                    </a:lnTo>
                    <a:lnTo>
                      <a:pt x="442" y="831"/>
                    </a:lnTo>
                    <a:lnTo>
                      <a:pt x="445" y="838"/>
                    </a:lnTo>
                    <a:lnTo>
                      <a:pt x="445" y="847"/>
                    </a:lnTo>
                    <a:lnTo>
                      <a:pt x="445" y="856"/>
                    </a:lnTo>
                    <a:lnTo>
                      <a:pt x="440" y="870"/>
                    </a:lnTo>
                    <a:lnTo>
                      <a:pt x="440" y="875"/>
                    </a:lnTo>
                    <a:lnTo>
                      <a:pt x="442" y="880"/>
                    </a:lnTo>
                    <a:lnTo>
                      <a:pt x="445" y="889"/>
                    </a:lnTo>
                    <a:lnTo>
                      <a:pt x="447" y="896"/>
                    </a:lnTo>
                    <a:lnTo>
                      <a:pt x="449" y="903"/>
                    </a:lnTo>
                    <a:lnTo>
                      <a:pt x="449" y="908"/>
                    </a:lnTo>
                    <a:lnTo>
                      <a:pt x="454" y="912"/>
                    </a:lnTo>
                    <a:lnTo>
                      <a:pt x="456" y="915"/>
                    </a:lnTo>
                    <a:lnTo>
                      <a:pt x="468" y="922"/>
                    </a:lnTo>
                    <a:lnTo>
                      <a:pt x="477" y="929"/>
                    </a:lnTo>
                    <a:lnTo>
                      <a:pt x="484" y="940"/>
                    </a:lnTo>
                    <a:lnTo>
                      <a:pt x="489" y="945"/>
                    </a:lnTo>
                    <a:lnTo>
                      <a:pt x="491" y="947"/>
                    </a:lnTo>
                    <a:lnTo>
                      <a:pt x="498" y="954"/>
                    </a:lnTo>
                    <a:lnTo>
                      <a:pt x="505" y="964"/>
                    </a:lnTo>
                    <a:lnTo>
                      <a:pt x="510" y="971"/>
                    </a:lnTo>
                    <a:lnTo>
                      <a:pt x="512" y="975"/>
                    </a:lnTo>
                    <a:lnTo>
                      <a:pt x="515" y="980"/>
                    </a:lnTo>
                    <a:lnTo>
                      <a:pt x="524" y="987"/>
                    </a:lnTo>
                    <a:lnTo>
                      <a:pt x="531" y="994"/>
                    </a:lnTo>
                    <a:lnTo>
                      <a:pt x="543" y="1015"/>
                    </a:lnTo>
                    <a:lnTo>
                      <a:pt x="545" y="1017"/>
                    </a:lnTo>
                    <a:lnTo>
                      <a:pt x="549" y="1019"/>
                    </a:lnTo>
                    <a:lnTo>
                      <a:pt x="556" y="1022"/>
                    </a:lnTo>
                    <a:lnTo>
                      <a:pt x="561" y="1026"/>
                    </a:lnTo>
                    <a:lnTo>
                      <a:pt x="563" y="1029"/>
                    </a:lnTo>
                    <a:lnTo>
                      <a:pt x="566" y="1033"/>
                    </a:lnTo>
                    <a:lnTo>
                      <a:pt x="570" y="1038"/>
                    </a:lnTo>
                    <a:lnTo>
                      <a:pt x="573" y="1045"/>
                    </a:lnTo>
                    <a:lnTo>
                      <a:pt x="577" y="1054"/>
                    </a:lnTo>
                    <a:lnTo>
                      <a:pt x="584" y="1064"/>
                    </a:lnTo>
                    <a:lnTo>
                      <a:pt x="605" y="1101"/>
                    </a:lnTo>
                    <a:lnTo>
                      <a:pt x="631" y="1145"/>
                    </a:lnTo>
                    <a:lnTo>
                      <a:pt x="657" y="1185"/>
                    </a:lnTo>
                    <a:lnTo>
                      <a:pt x="678" y="1229"/>
                    </a:lnTo>
                    <a:lnTo>
                      <a:pt x="682" y="1238"/>
                    </a:lnTo>
                    <a:lnTo>
                      <a:pt x="682" y="1248"/>
                    </a:lnTo>
                    <a:lnTo>
                      <a:pt x="682" y="1259"/>
                    </a:lnTo>
                    <a:lnTo>
                      <a:pt x="675" y="1282"/>
                    </a:lnTo>
                    <a:lnTo>
                      <a:pt x="666" y="1306"/>
                    </a:lnTo>
                    <a:lnTo>
                      <a:pt x="647" y="1350"/>
                    </a:lnTo>
                    <a:lnTo>
                      <a:pt x="624" y="1396"/>
                    </a:lnTo>
                    <a:lnTo>
                      <a:pt x="624" y="1396"/>
                    </a:lnTo>
                    <a:lnTo>
                      <a:pt x="622" y="1399"/>
                    </a:lnTo>
                    <a:lnTo>
                      <a:pt x="615" y="1396"/>
                    </a:lnTo>
                    <a:lnTo>
                      <a:pt x="575" y="1385"/>
                    </a:lnTo>
                    <a:lnTo>
                      <a:pt x="568" y="1385"/>
                    </a:lnTo>
                    <a:lnTo>
                      <a:pt x="563" y="1385"/>
                    </a:lnTo>
                    <a:lnTo>
                      <a:pt x="559" y="1389"/>
                    </a:lnTo>
                    <a:lnTo>
                      <a:pt x="536" y="1413"/>
                    </a:lnTo>
                    <a:lnTo>
                      <a:pt x="512" y="1431"/>
                    </a:lnTo>
                    <a:lnTo>
                      <a:pt x="466" y="1466"/>
                    </a:lnTo>
                    <a:lnTo>
                      <a:pt x="459" y="1471"/>
                    </a:lnTo>
                    <a:lnTo>
                      <a:pt x="456" y="1476"/>
                    </a:lnTo>
                    <a:lnTo>
                      <a:pt x="452" y="1480"/>
                    </a:lnTo>
                    <a:lnTo>
                      <a:pt x="452" y="1485"/>
                    </a:lnTo>
                    <a:lnTo>
                      <a:pt x="449" y="1492"/>
                    </a:lnTo>
                    <a:lnTo>
                      <a:pt x="449" y="1501"/>
                    </a:lnTo>
                    <a:lnTo>
                      <a:pt x="440" y="1501"/>
                    </a:lnTo>
                    <a:lnTo>
                      <a:pt x="431" y="1499"/>
                    </a:lnTo>
                    <a:lnTo>
                      <a:pt x="426" y="1499"/>
                    </a:lnTo>
                    <a:lnTo>
                      <a:pt x="424" y="1499"/>
                    </a:lnTo>
                    <a:lnTo>
                      <a:pt x="419" y="1504"/>
                    </a:lnTo>
                    <a:lnTo>
                      <a:pt x="419" y="1506"/>
                    </a:lnTo>
                    <a:lnTo>
                      <a:pt x="417" y="1506"/>
                    </a:lnTo>
                    <a:lnTo>
                      <a:pt x="405" y="1515"/>
                    </a:lnTo>
                    <a:lnTo>
                      <a:pt x="396" y="1524"/>
                    </a:lnTo>
                    <a:lnTo>
                      <a:pt x="387" y="1534"/>
                    </a:lnTo>
                    <a:lnTo>
                      <a:pt x="384" y="1538"/>
                    </a:lnTo>
                    <a:lnTo>
                      <a:pt x="382" y="1545"/>
                    </a:lnTo>
                    <a:lnTo>
                      <a:pt x="368" y="1590"/>
                    </a:lnTo>
                    <a:lnTo>
                      <a:pt x="366" y="1594"/>
                    </a:lnTo>
                    <a:lnTo>
                      <a:pt x="366" y="1599"/>
                    </a:lnTo>
                    <a:lnTo>
                      <a:pt x="363" y="1613"/>
                    </a:lnTo>
                    <a:lnTo>
                      <a:pt x="359" y="1627"/>
                    </a:lnTo>
                    <a:lnTo>
                      <a:pt x="356" y="1639"/>
                    </a:lnTo>
                    <a:lnTo>
                      <a:pt x="356" y="1643"/>
                    </a:lnTo>
                    <a:lnTo>
                      <a:pt x="359" y="1646"/>
                    </a:lnTo>
                    <a:lnTo>
                      <a:pt x="359" y="1650"/>
                    </a:lnTo>
                    <a:lnTo>
                      <a:pt x="359" y="1655"/>
                    </a:lnTo>
                    <a:lnTo>
                      <a:pt x="359" y="1657"/>
                    </a:lnTo>
                    <a:lnTo>
                      <a:pt x="359" y="1659"/>
                    </a:lnTo>
                    <a:lnTo>
                      <a:pt x="356" y="1662"/>
                    </a:lnTo>
                    <a:lnTo>
                      <a:pt x="352" y="1664"/>
                    </a:lnTo>
                    <a:lnTo>
                      <a:pt x="352" y="1671"/>
                    </a:lnTo>
                    <a:lnTo>
                      <a:pt x="349" y="1678"/>
                    </a:lnTo>
                    <a:lnTo>
                      <a:pt x="352" y="1685"/>
                    </a:lnTo>
                    <a:lnTo>
                      <a:pt x="354" y="1694"/>
                    </a:lnTo>
                    <a:lnTo>
                      <a:pt x="354" y="1699"/>
                    </a:lnTo>
                    <a:lnTo>
                      <a:pt x="356" y="1706"/>
                    </a:lnTo>
                    <a:lnTo>
                      <a:pt x="361" y="1711"/>
                    </a:lnTo>
                    <a:lnTo>
                      <a:pt x="361" y="1713"/>
                    </a:lnTo>
                    <a:lnTo>
                      <a:pt x="363" y="1722"/>
                    </a:lnTo>
                    <a:lnTo>
                      <a:pt x="368" y="1729"/>
                    </a:lnTo>
                    <a:lnTo>
                      <a:pt x="373" y="1736"/>
                    </a:lnTo>
                    <a:lnTo>
                      <a:pt x="377" y="1746"/>
                    </a:lnTo>
                    <a:lnTo>
                      <a:pt x="382" y="1753"/>
                    </a:lnTo>
                    <a:lnTo>
                      <a:pt x="387" y="1757"/>
                    </a:lnTo>
                    <a:lnTo>
                      <a:pt x="391" y="1762"/>
                    </a:lnTo>
                    <a:lnTo>
                      <a:pt x="407" y="1771"/>
                    </a:lnTo>
                    <a:lnTo>
                      <a:pt x="421" y="1780"/>
                    </a:lnTo>
                    <a:lnTo>
                      <a:pt x="426" y="1785"/>
                    </a:lnTo>
                    <a:lnTo>
                      <a:pt x="428" y="1790"/>
                    </a:lnTo>
                    <a:lnTo>
                      <a:pt x="428" y="1794"/>
                    </a:lnTo>
                    <a:lnTo>
                      <a:pt x="428" y="1799"/>
                    </a:lnTo>
                    <a:lnTo>
                      <a:pt x="426" y="1804"/>
                    </a:lnTo>
                    <a:lnTo>
                      <a:pt x="426" y="1808"/>
                    </a:lnTo>
                    <a:lnTo>
                      <a:pt x="431" y="1811"/>
                    </a:lnTo>
                    <a:lnTo>
                      <a:pt x="435" y="1811"/>
                    </a:lnTo>
                    <a:lnTo>
                      <a:pt x="440" y="1811"/>
                    </a:lnTo>
                    <a:lnTo>
                      <a:pt x="445" y="1813"/>
                    </a:lnTo>
                    <a:lnTo>
                      <a:pt x="452" y="1818"/>
                    </a:lnTo>
                    <a:lnTo>
                      <a:pt x="459" y="1818"/>
                    </a:lnTo>
                    <a:lnTo>
                      <a:pt x="475" y="1818"/>
                    </a:lnTo>
                    <a:lnTo>
                      <a:pt x="491" y="1818"/>
                    </a:lnTo>
                    <a:lnTo>
                      <a:pt x="498" y="1818"/>
                    </a:lnTo>
                    <a:lnTo>
                      <a:pt x="508" y="1820"/>
                    </a:lnTo>
                    <a:lnTo>
                      <a:pt x="515" y="1827"/>
                    </a:lnTo>
                    <a:lnTo>
                      <a:pt x="519" y="1832"/>
                    </a:lnTo>
                    <a:lnTo>
                      <a:pt x="522" y="1841"/>
                    </a:lnTo>
                    <a:lnTo>
                      <a:pt x="522" y="1846"/>
                    </a:lnTo>
                    <a:lnTo>
                      <a:pt x="524" y="1853"/>
                    </a:lnTo>
                    <a:lnTo>
                      <a:pt x="522" y="1860"/>
                    </a:lnTo>
                    <a:lnTo>
                      <a:pt x="519" y="1867"/>
                    </a:lnTo>
                    <a:lnTo>
                      <a:pt x="512" y="1876"/>
                    </a:lnTo>
                    <a:lnTo>
                      <a:pt x="508" y="1881"/>
                    </a:lnTo>
                    <a:lnTo>
                      <a:pt x="503" y="1883"/>
                    </a:lnTo>
                    <a:lnTo>
                      <a:pt x="496" y="1885"/>
                    </a:lnTo>
                    <a:lnTo>
                      <a:pt x="484" y="1888"/>
                    </a:lnTo>
                    <a:lnTo>
                      <a:pt x="473" y="1890"/>
                    </a:lnTo>
                    <a:lnTo>
                      <a:pt x="470" y="1892"/>
                    </a:lnTo>
                    <a:lnTo>
                      <a:pt x="466" y="1892"/>
                    </a:lnTo>
                    <a:lnTo>
                      <a:pt x="442" y="1892"/>
                    </a:lnTo>
                    <a:lnTo>
                      <a:pt x="421" y="1897"/>
                    </a:lnTo>
                    <a:lnTo>
                      <a:pt x="414" y="1897"/>
                    </a:lnTo>
                    <a:lnTo>
                      <a:pt x="407" y="1897"/>
                    </a:lnTo>
                    <a:lnTo>
                      <a:pt x="394" y="1902"/>
                    </a:lnTo>
                    <a:lnTo>
                      <a:pt x="387" y="1902"/>
                    </a:lnTo>
                    <a:lnTo>
                      <a:pt x="380" y="1899"/>
                    </a:lnTo>
                    <a:lnTo>
                      <a:pt x="366" y="1895"/>
                    </a:lnTo>
                    <a:lnTo>
                      <a:pt x="359" y="1892"/>
                    </a:lnTo>
                    <a:lnTo>
                      <a:pt x="354" y="1892"/>
                    </a:lnTo>
                    <a:lnTo>
                      <a:pt x="349" y="1895"/>
                    </a:lnTo>
                    <a:lnTo>
                      <a:pt x="345" y="1895"/>
                    </a:lnTo>
                    <a:lnTo>
                      <a:pt x="340" y="1897"/>
                    </a:lnTo>
                    <a:lnTo>
                      <a:pt x="338" y="1902"/>
                    </a:lnTo>
                    <a:lnTo>
                      <a:pt x="335" y="1902"/>
                    </a:lnTo>
                    <a:lnTo>
                      <a:pt x="333" y="1902"/>
                    </a:lnTo>
                    <a:lnTo>
                      <a:pt x="331" y="1902"/>
                    </a:lnTo>
                    <a:lnTo>
                      <a:pt x="326" y="1902"/>
                    </a:lnTo>
                    <a:lnTo>
                      <a:pt x="321" y="1899"/>
                    </a:lnTo>
                    <a:lnTo>
                      <a:pt x="314" y="1899"/>
                    </a:lnTo>
                    <a:lnTo>
                      <a:pt x="305" y="1902"/>
                    </a:lnTo>
                    <a:lnTo>
                      <a:pt x="300" y="1904"/>
                    </a:lnTo>
                    <a:lnTo>
                      <a:pt x="293" y="1904"/>
                    </a:lnTo>
                    <a:lnTo>
                      <a:pt x="289" y="1902"/>
                    </a:lnTo>
                    <a:lnTo>
                      <a:pt x="286" y="1902"/>
                    </a:lnTo>
                    <a:lnTo>
                      <a:pt x="284" y="1899"/>
                    </a:lnTo>
                    <a:lnTo>
                      <a:pt x="282" y="1897"/>
                    </a:lnTo>
                    <a:lnTo>
                      <a:pt x="277" y="1895"/>
                    </a:lnTo>
                    <a:lnTo>
                      <a:pt x="268" y="1895"/>
                    </a:lnTo>
                    <a:lnTo>
                      <a:pt x="265" y="1895"/>
                    </a:lnTo>
                    <a:lnTo>
                      <a:pt x="263" y="1895"/>
                    </a:lnTo>
                    <a:lnTo>
                      <a:pt x="258" y="1895"/>
                    </a:lnTo>
                    <a:lnTo>
                      <a:pt x="254" y="1895"/>
                    </a:lnTo>
                    <a:lnTo>
                      <a:pt x="252" y="1895"/>
                    </a:lnTo>
                    <a:lnTo>
                      <a:pt x="249" y="1895"/>
                    </a:lnTo>
                    <a:lnTo>
                      <a:pt x="240" y="1892"/>
                    </a:lnTo>
                    <a:lnTo>
                      <a:pt x="233" y="1890"/>
                    </a:lnTo>
                    <a:lnTo>
                      <a:pt x="226" y="1885"/>
                    </a:lnTo>
                    <a:lnTo>
                      <a:pt x="221" y="1881"/>
                    </a:lnTo>
                    <a:lnTo>
                      <a:pt x="219" y="1874"/>
                    </a:lnTo>
                    <a:lnTo>
                      <a:pt x="214" y="1867"/>
                    </a:lnTo>
                    <a:lnTo>
                      <a:pt x="212" y="1857"/>
                    </a:lnTo>
                    <a:lnTo>
                      <a:pt x="212" y="1848"/>
                    </a:lnTo>
                    <a:lnTo>
                      <a:pt x="212" y="1841"/>
                    </a:lnTo>
                    <a:lnTo>
                      <a:pt x="212" y="1839"/>
                    </a:lnTo>
                    <a:lnTo>
                      <a:pt x="214" y="1829"/>
                    </a:lnTo>
                    <a:lnTo>
                      <a:pt x="217" y="1822"/>
                    </a:lnTo>
                    <a:lnTo>
                      <a:pt x="219" y="1813"/>
                    </a:lnTo>
                    <a:lnTo>
                      <a:pt x="221" y="1804"/>
                    </a:lnTo>
                    <a:lnTo>
                      <a:pt x="224" y="1801"/>
                    </a:lnTo>
                    <a:lnTo>
                      <a:pt x="224" y="1799"/>
                    </a:lnTo>
                    <a:lnTo>
                      <a:pt x="224" y="1797"/>
                    </a:lnTo>
                    <a:lnTo>
                      <a:pt x="224" y="1794"/>
                    </a:lnTo>
                    <a:lnTo>
                      <a:pt x="228" y="1787"/>
                    </a:lnTo>
                    <a:lnTo>
                      <a:pt x="231" y="1783"/>
                    </a:lnTo>
                    <a:lnTo>
                      <a:pt x="235" y="1778"/>
                    </a:lnTo>
                    <a:lnTo>
                      <a:pt x="240" y="1774"/>
                    </a:lnTo>
                    <a:lnTo>
                      <a:pt x="245" y="1771"/>
                    </a:lnTo>
                    <a:lnTo>
                      <a:pt x="245" y="1767"/>
                    </a:lnTo>
                    <a:lnTo>
                      <a:pt x="249" y="1753"/>
                    </a:lnTo>
                    <a:lnTo>
                      <a:pt x="249" y="1746"/>
                    </a:lnTo>
                    <a:lnTo>
                      <a:pt x="249" y="1741"/>
                    </a:lnTo>
                    <a:lnTo>
                      <a:pt x="240" y="1734"/>
                    </a:lnTo>
                    <a:lnTo>
                      <a:pt x="233" y="1725"/>
                    </a:lnTo>
                    <a:lnTo>
                      <a:pt x="224" y="1718"/>
                    </a:lnTo>
                    <a:lnTo>
                      <a:pt x="214" y="1713"/>
                    </a:lnTo>
                    <a:lnTo>
                      <a:pt x="205" y="1708"/>
                    </a:lnTo>
                    <a:lnTo>
                      <a:pt x="196" y="1704"/>
                    </a:lnTo>
                    <a:lnTo>
                      <a:pt x="186" y="1697"/>
                    </a:lnTo>
                    <a:lnTo>
                      <a:pt x="177" y="1692"/>
                    </a:lnTo>
                    <a:lnTo>
                      <a:pt x="165" y="1683"/>
                    </a:lnTo>
                    <a:lnTo>
                      <a:pt x="154" y="1671"/>
                    </a:lnTo>
                    <a:lnTo>
                      <a:pt x="144" y="1659"/>
                    </a:lnTo>
                    <a:lnTo>
                      <a:pt x="140" y="1652"/>
                    </a:lnTo>
                    <a:lnTo>
                      <a:pt x="140" y="1643"/>
                    </a:lnTo>
                    <a:lnTo>
                      <a:pt x="140" y="1636"/>
                    </a:lnTo>
                    <a:lnTo>
                      <a:pt x="144" y="1625"/>
                    </a:lnTo>
                    <a:lnTo>
                      <a:pt x="149" y="1613"/>
                    </a:lnTo>
                    <a:lnTo>
                      <a:pt x="151" y="1608"/>
                    </a:lnTo>
                    <a:lnTo>
                      <a:pt x="154" y="1606"/>
                    </a:lnTo>
                    <a:lnTo>
                      <a:pt x="165" y="1599"/>
                    </a:lnTo>
                    <a:lnTo>
                      <a:pt x="175" y="1587"/>
                    </a:lnTo>
                    <a:lnTo>
                      <a:pt x="184" y="1578"/>
                    </a:lnTo>
                    <a:lnTo>
                      <a:pt x="193" y="1571"/>
                    </a:lnTo>
                    <a:lnTo>
                      <a:pt x="205" y="1566"/>
                    </a:lnTo>
                    <a:lnTo>
                      <a:pt x="214" y="1564"/>
                    </a:lnTo>
                    <a:lnTo>
                      <a:pt x="221" y="1562"/>
                    </a:lnTo>
                    <a:lnTo>
                      <a:pt x="228" y="1557"/>
                    </a:lnTo>
                    <a:lnTo>
                      <a:pt x="261" y="1527"/>
                    </a:lnTo>
                    <a:lnTo>
                      <a:pt x="265" y="1520"/>
                    </a:lnTo>
                    <a:lnTo>
                      <a:pt x="270" y="1513"/>
                    </a:lnTo>
                    <a:lnTo>
                      <a:pt x="270" y="1504"/>
                    </a:lnTo>
                    <a:lnTo>
                      <a:pt x="272" y="1476"/>
                    </a:lnTo>
                    <a:lnTo>
                      <a:pt x="272" y="1464"/>
                    </a:lnTo>
                    <a:lnTo>
                      <a:pt x="270" y="1450"/>
                    </a:lnTo>
                    <a:lnTo>
                      <a:pt x="272" y="1436"/>
                    </a:lnTo>
                    <a:lnTo>
                      <a:pt x="275" y="1424"/>
                    </a:lnTo>
                    <a:lnTo>
                      <a:pt x="279" y="1415"/>
                    </a:lnTo>
                    <a:lnTo>
                      <a:pt x="289" y="1401"/>
                    </a:lnTo>
                    <a:lnTo>
                      <a:pt x="289" y="1399"/>
                    </a:lnTo>
                    <a:lnTo>
                      <a:pt x="289" y="1399"/>
                    </a:lnTo>
                    <a:lnTo>
                      <a:pt x="291" y="1389"/>
                    </a:lnTo>
                    <a:lnTo>
                      <a:pt x="291" y="1382"/>
                    </a:lnTo>
                    <a:lnTo>
                      <a:pt x="291" y="1376"/>
                    </a:lnTo>
                    <a:lnTo>
                      <a:pt x="289" y="1369"/>
                    </a:lnTo>
                    <a:lnTo>
                      <a:pt x="289" y="1359"/>
                    </a:lnTo>
                    <a:lnTo>
                      <a:pt x="286" y="1352"/>
                    </a:lnTo>
                    <a:lnTo>
                      <a:pt x="286" y="1343"/>
                    </a:lnTo>
                    <a:lnTo>
                      <a:pt x="282" y="1331"/>
                    </a:lnTo>
                    <a:lnTo>
                      <a:pt x="279" y="1320"/>
                    </a:lnTo>
                    <a:lnTo>
                      <a:pt x="277" y="1313"/>
                    </a:lnTo>
                    <a:lnTo>
                      <a:pt x="277" y="1308"/>
                    </a:lnTo>
                    <a:lnTo>
                      <a:pt x="277" y="1257"/>
                    </a:lnTo>
                    <a:lnTo>
                      <a:pt x="279" y="1250"/>
                    </a:lnTo>
                    <a:lnTo>
                      <a:pt x="282" y="1243"/>
                    </a:lnTo>
                    <a:lnTo>
                      <a:pt x="286" y="1241"/>
                    </a:lnTo>
                    <a:lnTo>
                      <a:pt x="286" y="1236"/>
                    </a:lnTo>
                    <a:lnTo>
                      <a:pt x="284" y="1234"/>
                    </a:lnTo>
                    <a:lnTo>
                      <a:pt x="282" y="1231"/>
                    </a:lnTo>
                    <a:lnTo>
                      <a:pt x="272" y="1222"/>
                    </a:lnTo>
                    <a:lnTo>
                      <a:pt x="268" y="1210"/>
                    </a:lnTo>
                    <a:lnTo>
                      <a:pt x="263" y="1199"/>
                    </a:lnTo>
                    <a:lnTo>
                      <a:pt x="261" y="1187"/>
                    </a:lnTo>
                    <a:lnTo>
                      <a:pt x="258" y="1175"/>
                    </a:lnTo>
                    <a:lnTo>
                      <a:pt x="256" y="1164"/>
                    </a:lnTo>
                    <a:lnTo>
                      <a:pt x="256" y="1161"/>
                    </a:lnTo>
                    <a:lnTo>
                      <a:pt x="256" y="1159"/>
                    </a:lnTo>
                    <a:lnTo>
                      <a:pt x="245" y="1126"/>
                    </a:lnTo>
                    <a:lnTo>
                      <a:pt x="245" y="1124"/>
                    </a:lnTo>
                    <a:lnTo>
                      <a:pt x="245" y="1119"/>
                    </a:lnTo>
                    <a:lnTo>
                      <a:pt x="238" y="1108"/>
                    </a:lnTo>
                    <a:lnTo>
                      <a:pt x="235" y="1096"/>
                    </a:lnTo>
                    <a:lnTo>
                      <a:pt x="231" y="1085"/>
                    </a:lnTo>
                    <a:lnTo>
                      <a:pt x="228" y="1078"/>
                    </a:lnTo>
                    <a:lnTo>
                      <a:pt x="224" y="1071"/>
                    </a:lnTo>
                    <a:lnTo>
                      <a:pt x="210" y="1052"/>
                    </a:lnTo>
                    <a:lnTo>
                      <a:pt x="200" y="1026"/>
                    </a:lnTo>
                    <a:lnTo>
                      <a:pt x="198" y="1019"/>
                    </a:lnTo>
                    <a:lnTo>
                      <a:pt x="193" y="1010"/>
                    </a:lnTo>
                    <a:lnTo>
                      <a:pt x="184" y="994"/>
                    </a:lnTo>
                    <a:lnTo>
                      <a:pt x="175" y="980"/>
                    </a:lnTo>
                    <a:lnTo>
                      <a:pt x="165" y="957"/>
                    </a:lnTo>
                    <a:lnTo>
                      <a:pt x="161" y="933"/>
                    </a:lnTo>
                    <a:lnTo>
                      <a:pt x="158" y="910"/>
                    </a:lnTo>
                    <a:lnTo>
                      <a:pt x="156" y="908"/>
                    </a:lnTo>
                    <a:lnTo>
                      <a:pt x="156" y="905"/>
                    </a:lnTo>
                    <a:lnTo>
                      <a:pt x="151" y="905"/>
                    </a:lnTo>
                    <a:lnTo>
                      <a:pt x="142" y="903"/>
                    </a:lnTo>
                    <a:lnTo>
                      <a:pt x="130" y="898"/>
                    </a:lnTo>
                    <a:lnTo>
                      <a:pt x="121" y="894"/>
                    </a:lnTo>
                    <a:lnTo>
                      <a:pt x="119" y="894"/>
                    </a:lnTo>
                    <a:lnTo>
                      <a:pt x="114" y="891"/>
                    </a:lnTo>
                    <a:lnTo>
                      <a:pt x="121" y="880"/>
                    </a:lnTo>
                    <a:lnTo>
                      <a:pt x="126" y="866"/>
                    </a:lnTo>
                    <a:lnTo>
                      <a:pt x="154" y="822"/>
                    </a:lnTo>
                    <a:lnTo>
                      <a:pt x="161" y="810"/>
                    </a:lnTo>
                    <a:lnTo>
                      <a:pt x="165" y="796"/>
                    </a:lnTo>
                    <a:lnTo>
                      <a:pt x="163" y="796"/>
                    </a:lnTo>
                    <a:lnTo>
                      <a:pt x="161" y="796"/>
                    </a:lnTo>
                    <a:lnTo>
                      <a:pt x="112" y="796"/>
                    </a:lnTo>
                    <a:lnTo>
                      <a:pt x="84" y="791"/>
                    </a:lnTo>
                    <a:lnTo>
                      <a:pt x="58" y="777"/>
                    </a:lnTo>
                    <a:lnTo>
                      <a:pt x="51" y="770"/>
                    </a:lnTo>
                    <a:lnTo>
                      <a:pt x="44" y="766"/>
                    </a:lnTo>
                    <a:lnTo>
                      <a:pt x="40" y="756"/>
                    </a:lnTo>
                    <a:lnTo>
                      <a:pt x="35" y="754"/>
                    </a:lnTo>
                    <a:lnTo>
                      <a:pt x="16" y="728"/>
                    </a:lnTo>
                    <a:lnTo>
                      <a:pt x="7" y="698"/>
                    </a:lnTo>
                    <a:lnTo>
                      <a:pt x="2" y="666"/>
                    </a:lnTo>
                    <a:lnTo>
                      <a:pt x="0" y="633"/>
                    </a:lnTo>
                    <a:lnTo>
                      <a:pt x="0" y="631"/>
                    </a:lnTo>
                    <a:lnTo>
                      <a:pt x="0" y="586"/>
                    </a:lnTo>
                    <a:lnTo>
                      <a:pt x="0" y="582"/>
                    </a:lnTo>
                    <a:lnTo>
                      <a:pt x="0" y="575"/>
                    </a:lnTo>
                    <a:lnTo>
                      <a:pt x="2" y="554"/>
                    </a:lnTo>
                    <a:lnTo>
                      <a:pt x="5" y="542"/>
                    </a:lnTo>
                    <a:lnTo>
                      <a:pt x="7" y="531"/>
                    </a:lnTo>
                    <a:lnTo>
                      <a:pt x="14" y="505"/>
                    </a:lnTo>
                    <a:lnTo>
                      <a:pt x="23" y="482"/>
                    </a:lnTo>
                    <a:lnTo>
                      <a:pt x="40" y="438"/>
                    </a:lnTo>
                    <a:lnTo>
                      <a:pt x="44" y="426"/>
                    </a:lnTo>
                    <a:lnTo>
                      <a:pt x="44" y="414"/>
                    </a:lnTo>
                    <a:lnTo>
                      <a:pt x="47" y="407"/>
                    </a:lnTo>
                    <a:lnTo>
                      <a:pt x="51" y="400"/>
                    </a:lnTo>
                    <a:lnTo>
                      <a:pt x="58" y="398"/>
                    </a:lnTo>
                    <a:lnTo>
                      <a:pt x="63" y="396"/>
                    </a:lnTo>
                    <a:lnTo>
                      <a:pt x="68" y="393"/>
                    </a:lnTo>
                    <a:lnTo>
                      <a:pt x="72" y="389"/>
                    </a:lnTo>
                    <a:lnTo>
                      <a:pt x="75" y="389"/>
                    </a:lnTo>
                    <a:lnTo>
                      <a:pt x="82" y="384"/>
                    </a:lnTo>
                    <a:lnTo>
                      <a:pt x="86" y="379"/>
                    </a:lnTo>
                    <a:lnTo>
                      <a:pt x="91" y="375"/>
                    </a:lnTo>
                    <a:lnTo>
                      <a:pt x="96" y="372"/>
                    </a:lnTo>
                    <a:lnTo>
                      <a:pt x="98" y="370"/>
                    </a:lnTo>
                    <a:lnTo>
                      <a:pt x="103" y="370"/>
                    </a:lnTo>
                    <a:lnTo>
                      <a:pt x="107" y="368"/>
                    </a:lnTo>
                    <a:lnTo>
                      <a:pt x="110" y="365"/>
                    </a:lnTo>
                    <a:lnTo>
                      <a:pt x="112" y="361"/>
                    </a:lnTo>
                    <a:lnTo>
                      <a:pt x="114" y="356"/>
                    </a:lnTo>
                    <a:lnTo>
                      <a:pt x="119" y="354"/>
                    </a:lnTo>
                    <a:lnTo>
                      <a:pt x="123" y="351"/>
                    </a:lnTo>
                    <a:lnTo>
                      <a:pt x="128" y="349"/>
                    </a:lnTo>
                    <a:lnTo>
                      <a:pt x="133" y="347"/>
                    </a:lnTo>
                    <a:lnTo>
                      <a:pt x="142" y="342"/>
                    </a:lnTo>
                    <a:lnTo>
                      <a:pt x="149" y="337"/>
                    </a:lnTo>
                    <a:lnTo>
                      <a:pt x="161" y="330"/>
                    </a:lnTo>
                    <a:lnTo>
                      <a:pt x="170" y="323"/>
                    </a:lnTo>
                    <a:lnTo>
                      <a:pt x="179" y="314"/>
                    </a:lnTo>
                    <a:lnTo>
                      <a:pt x="189" y="303"/>
                    </a:lnTo>
                    <a:lnTo>
                      <a:pt x="198" y="293"/>
                    </a:lnTo>
                    <a:lnTo>
                      <a:pt x="203" y="289"/>
                    </a:lnTo>
                    <a:lnTo>
                      <a:pt x="210" y="286"/>
                    </a:lnTo>
                    <a:lnTo>
                      <a:pt x="214" y="284"/>
                    </a:lnTo>
                    <a:lnTo>
                      <a:pt x="219" y="279"/>
                    </a:lnTo>
                    <a:lnTo>
                      <a:pt x="233" y="263"/>
                    </a:lnTo>
                    <a:lnTo>
                      <a:pt x="252" y="244"/>
                    </a:lnTo>
                    <a:lnTo>
                      <a:pt x="268" y="228"/>
                    </a:lnTo>
                    <a:lnTo>
                      <a:pt x="272" y="226"/>
                    </a:lnTo>
                    <a:lnTo>
                      <a:pt x="272" y="221"/>
                    </a:lnTo>
                    <a:lnTo>
                      <a:pt x="272" y="219"/>
                    </a:lnTo>
                    <a:lnTo>
                      <a:pt x="268" y="195"/>
                    </a:lnTo>
                    <a:lnTo>
                      <a:pt x="270" y="175"/>
                    </a:lnTo>
                    <a:lnTo>
                      <a:pt x="277" y="140"/>
                    </a:lnTo>
                    <a:lnTo>
                      <a:pt x="289" y="109"/>
                    </a:lnTo>
                    <a:lnTo>
                      <a:pt x="291" y="98"/>
                    </a:lnTo>
                    <a:lnTo>
                      <a:pt x="293" y="86"/>
                    </a:lnTo>
                    <a:lnTo>
                      <a:pt x="298" y="70"/>
                    </a:lnTo>
                    <a:lnTo>
                      <a:pt x="307" y="56"/>
                    </a:lnTo>
                    <a:lnTo>
                      <a:pt x="321" y="44"/>
                    </a:lnTo>
                    <a:lnTo>
                      <a:pt x="326" y="40"/>
                    </a:lnTo>
                    <a:lnTo>
                      <a:pt x="331" y="35"/>
                    </a:lnTo>
                    <a:lnTo>
                      <a:pt x="335" y="33"/>
                    </a:lnTo>
                    <a:lnTo>
                      <a:pt x="340" y="30"/>
                    </a:lnTo>
                    <a:lnTo>
                      <a:pt x="345" y="28"/>
                    </a:lnTo>
                    <a:lnTo>
                      <a:pt x="352" y="26"/>
                    </a:lnTo>
                    <a:lnTo>
                      <a:pt x="361" y="23"/>
                    </a:lnTo>
                    <a:lnTo>
                      <a:pt x="368" y="19"/>
                    </a:lnTo>
                    <a:lnTo>
                      <a:pt x="373" y="19"/>
                    </a:lnTo>
                    <a:lnTo>
                      <a:pt x="377" y="16"/>
                    </a:lnTo>
                    <a:lnTo>
                      <a:pt x="382" y="14"/>
                    </a:lnTo>
                    <a:lnTo>
                      <a:pt x="387" y="9"/>
                    </a:lnTo>
                    <a:lnTo>
                      <a:pt x="389" y="5"/>
                    </a:lnTo>
                    <a:lnTo>
                      <a:pt x="391" y="2"/>
                    </a:lnTo>
                    <a:lnTo>
                      <a:pt x="394" y="0"/>
                    </a:lnTo>
                    <a:lnTo>
                      <a:pt x="396" y="0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  <a:alpha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7" name="Freeform 57"/>
              <p:cNvSpPr>
                <a:spLocks noEditPoints="1"/>
              </p:cNvSpPr>
              <p:nvPr/>
            </p:nvSpPr>
            <p:spPr bwMode="auto">
              <a:xfrm>
                <a:off x="10747546" y="2433713"/>
                <a:ext cx="465441" cy="900000"/>
              </a:xfrm>
              <a:custGeom>
                <a:avLst/>
                <a:gdLst>
                  <a:gd name="T0" fmla="*/ 97 w 554"/>
                  <a:gd name="T1" fmla="*/ 1350 h 1483"/>
                  <a:gd name="T2" fmla="*/ 272 w 554"/>
                  <a:gd name="T3" fmla="*/ 924 h 1483"/>
                  <a:gd name="T4" fmla="*/ 307 w 554"/>
                  <a:gd name="T5" fmla="*/ 885 h 1483"/>
                  <a:gd name="T6" fmla="*/ 328 w 554"/>
                  <a:gd name="T7" fmla="*/ 806 h 1483"/>
                  <a:gd name="T8" fmla="*/ 288 w 554"/>
                  <a:gd name="T9" fmla="*/ 10 h 1483"/>
                  <a:gd name="T10" fmla="*/ 337 w 554"/>
                  <a:gd name="T11" fmla="*/ 47 h 1483"/>
                  <a:gd name="T12" fmla="*/ 388 w 554"/>
                  <a:gd name="T13" fmla="*/ 156 h 1483"/>
                  <a:gd name="T14" fmla="*/ 349 w 554"/>
                  <a:gd name="T15" fmla="*/ 196 h 1483"/>
                  <a:gd name="T16" fmla="*/ 333 w 554"/>
                  <a:gd name="T17" fmla="*/ 238 h 1483"/>
                  <a:gd name="T18" fmla="*/ 309 w 554"/>
                  <a:gd name="T19" fmla="*/ 266 h 1483"/>
                  <a:gd name="T20" fmla="*/ 277 w 554"/>
                  <a:gd name="T21" fmla="*/ 298 h 1483"/>
                  <a:gd name="T22" fmla="*/ 265 w 554"/>
                  <a:gd name="T23" fmla="*/ 342 h 1483"/>
                  <a:gd name="T24" fmla="*/ 291 w 554"/>
                  <a:gd name="T25" fmla="*/ 447 h 1483"/>
                  <a:gd name="T26" fmla="*/ 319 w 554"/>
                  <a:gd name="T27" fmla="*/ 491 h 1483"/>
                  <a:gd name="T28" fmla="*/ 423 w 554"/>
                  <a:gd name="T29" fmla="*/ 568 h 1483"/>
                  <a:gd name="T30" fmla="*/ 449 w 554"/>
                  <a:gd name="T31" fmla="*/ 589 h 1483"/>
                  <a:gd name="T32" fmla="*/ 554 w 554"/>
                  <a:gd name="T33" fmla="*/ 624 h 1483"/>
                  <a:gd name="T34" fmla="*/ 544 w 554"/>
                  <a:gd name="T35" fmla="*/ 652 h 1483"/>
                  <a:gd name="T36" fmla="*/ 521 w 554"/>
                  <a:gd name="T37" fmla="*/ 671 h 1483"/>
                  <a:gd name="T38" fmla="*/ 456 w 554"/>
                  <a:gd name="T39" fmla="*/ 659 h 1483"/>
                  <a:gd name="T40" fmla="*/ 393 w 554"/>
                  <a:gd name="T41" fmla="*/ 638 h 1483"/>
                  <a:gd name="T42" fmla="*/ 284 w 554"/>
                  <a:gd name="T43" fmla="*/ 591 h 1483"/>
                  <a:gd name="T44" fmla="*/ 272 w 554"/>
                  <a:gd name="T45" fmla="*/ 615 h 1483"/>
                  <a:gd name="T46" fmla="*/ 302 w 554"/>
                  <a:gd name="T47" fmla="*/ 657 h 1483"/>
                  <a:gd name="T48" fmla="*/ 456 w 554"/>
                  <a:gd name="T49" fmla="*/ 701 h 1483"/>
                  <a:gd name="T50" fmla="*/ 489 w 554"/>
                  <a:gd name="T51" fmla="*/ 792 h 1483"/>
                  <a:gd name="T52" fmla="*/ 370 w 554"/>
                  <a:gd name="T53" fmla="*/ 982 h 1483"/>
                  <a:gd name="T54" fmla="*/ 340 w 554"/>
                  <a:gd name="T55" fmla="*/ 996 h 1483"/>
                  <a:gd name="T56" fmla="*/ 340 w 554"/>
                  <a:gd name="T57" fmla="*/ 1036 h 1483"/>
                  <a:gd name="T58" fmla="*/ 351 w 554"/>
                  <a:gd name="T59" fmla="*/ 1071 h 1483"/>
                  <a:gd name="T60" fmla="*/ 361 w 554"/>
                  <a:gd name="T61" fmla="*/ 1110 h 1483"/>
                  <a:gd name="T62" fmla="*/ 365 w 554"/>
                  <a:gd name="T63" fmla="*/ 1159 h 1483"/>
                  <a:gd name="T64" fmla="*/ 274 w 554"/>
                  <a:gd name="T65" fmla="*/ 1110 h 1483"/>
                  <a:gd name="T66" fmla="*/ 237 w 554"/>
                  <a:gd name="T67" fmla="*/ 1073 h 1483"/>
                  <a:gd name="T68" fmla="*/ 223 w 554"/>
                  <a:gd name="T69" fmla="*/ 1131 h 1483"/>
                  <a:gd name="T70" fmla="*/ 225 w 554"/>
                  <a:gd name="T71" fmla="*/ 1362 h 1483"/>
                  <a:gd name="T72" fmla="*/ 256 w 554"/>
                  <a:gd name="T73" fmla="*/ 1385 h 1483"/>
                  <a:gd name="T74" fmla="*/ 298 w 554"/>
                  <a:gd name="T75" fmla="*/ 1411 h 1483"/>
                  <a:gd name="T76" fmla="*/ 326 w 554"/>
                  <a:gd name="T77" fmla="*/ 1446 h 1483"/>
                  <a:gd name="T78" fmla="*/ 260 w 554"/>
                  <a:gd name="T79" fmla="*/ 1481 h 1483"/>
                  <a:gd name="T80" fmla="*/ 191 w 554"/>
                  <a:gd name="T81" fmla="*/ 1476 h 1483"/>
                  <a:gd name="T82" fmla="*/ 151 w 554"/>
                  <a:gd name="T83" fmla="*/ 1462 h 1483"/>
                  <a:gd name="T84" fmla="*/ 111 w 554"/>
                  <a:gd name="T85" fmla="*/ 1464 h 1483"/>
                  <a:gd name="T86" fmla="*/ 79 w 554"/>
                  <a:gd name="T87" fmla="*/ 1427 h 1483"/>
                  <a:gd name="T88" fmla="*/ 88 w 554"/>
                  <a:gd name="T89" fmla="*/ 1350 h 1483"/>
                  <a:gd name="T90" fmla="*/ 97 w 554"/>
                  <a:gd name="T91" fmla="*/ 1299 h 1483"/>
                  <a:gd name="T92" fmla="*/ 102 w 554"/>
                  <a:gd name="T93" fmla="*/ 1076 h 1483"/>
                  <a:gd name="T94" fmla="*/ 107 w 554"/>
                  <a:gd name="T95" fmla="*/ 996 h 1483"/>
                  <a:gd name="T96" fmla="*/ 76 w 554"/>
                  <a:gd name="T97" fmla="*/ 850 h 1483"/>
                  <a:gd name="T98" fmla="*/ 56 w 554"/>
                  <a:gd name="T99" fmla="*/ 810 h 1483"/>
                  <a:gd name="T100" fmla="*/ 14 w 554"/>
                  <a:gd name="T101" fmla="*/ 813 h 1483"/>
                  <a:gd name="T102" fmla="*/ 4 w 554"/>
                  <a:gd name="T103" fmla="*/ 789 h 1483"/>
                  <a:gd name="T104" fmla="*/ 11 w 554"/>
                  <a:gd name="T105" fmla="*/ 759 h 1483"/>
                  <a:gd name="T106" fmla="*/ 39 w 554"/>
                  <a:gd name="T107" fmla="*/ 682 h 1483"/>
                  <a:gd name="T108" fmla="*/ 23 w 554"/>
                  <a:gd name="T109" fmla="*/ 631 h 1483"/>
                  <a:gd name="T110" fmla="*/ 21 w 554"/>
                  <a:gd name="T111" fmla="*/ 561 h 1483"/>
                  <a:gd name="T112" fmla="*/ 60 w 554"/>
                  <a:gd name="T113" fmla="*/ 340 h 1483"/>
                  <a:gd name="T114" fmla="*/ 146 w 554"/>
                  <a:gd name="T115" fmla="*/ 233 h 1483"/>
                  <a:gd name="T116" fmla="*/ 163 w 554"/>
                  <a:gd name="T117" fmla="*/ 147 h 1483"/>
                  <a:gd name="T118" fmla="*/ 205 w 554"/>
                  <a:gd name="T119" fmla="*/ 35 h 1483"/>
                  <a:gd name="T120" fmla="*/ 242 w 554"/>
                  <a:gd name="T121" fmla="*/ 17 h 14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54" h="1483">
                    <a:moveTo>
                      <a:pt x="90" y="1350"/>
                    </a:moveTo>
                    <a:lnTo>
                      <a:pt x="90" y="1350"/>
                    </a:lnTo>
                    <a:lnTo>
                      <a:pt x="93" y="1357"/>
                    </a:lnTo>
                    <a:lnTo>
                      <a:pt x="93" y="1355"/>
                    </a:lnTo>
                    <a:lnTo>
                      <a:pt x="90" y="1350"/>
                    </a:lnTo>
                    <a:close/>
                    <a:moveTo>
                      <a:pt x="97" y="1348"/>
                    </a:moveTo>
                    <a:lnTo>
                      <a:pt x="97" y="1348"/>
                    </a:lnTo>
                    <a:lnTo>
                      <a:pt x="97" y="1350"/>
                    </a:lnTo>
                    <a:lnTo>
                      <a:pt x="97" y="1350"/>
                    </a:lnTo>
                    <a:lnTo>
                      <a:pt x="97" y="1348"/>
                    </a:lnTo>
                    <a:close/>
                    <a:moveTo>
                      <a:pt x="270" y="803"/>
                    </a:moveTo>
                    <a:lnTo>
                      <a:pt x="260" y="875"/>
                    </a:lnTo>
                    <a:lnTo>
                      <a:pt x="256" y="950"/>
                    </a:lnTo>
                    <a:lnTo>
                      <a:pt x="260" y="943"/>
                    </a:lnTo>
                    <a:lnTo>
                      <a:pt x="267" y="938"/>
                    </a:lnTo>
                    <a:lnTo>
                      <a:pt x="267" y="934"/>
                    </a:lnTo>
                    <a:lnTo>
                      <a:pt x="270" y="929"/>
                    </a:lnTo>
                    <a:lnTo>
                      <a:pt x="272" y="924"/>
                    </a:lnTo>
                    <a:lnTo>
                      <a:pt x="274" y="922"/>
                    </a:lnTo>
                    <a:lnTo>
                      <a:pt x="277" y="920"/>
                    </a:lnTo>
                    <a:lnTo>
                      <a:pt x="281" y="915"/>
                    </a:lnTo>
                    <a:lnTo>
                      <a:pt x="284" y="913"/>
                    </a:lnTo>
                    <a:lnTo>
                      <a:pt x="286" y="910"/>
                    </a:lnTo>
                    <a:lnTo>
                      <a:pt x="288" y="908"/>
                    </a:lnTo>
                    <a:lnTo>
                      <a:pt x="295" y="896"/>
                    </a:lnTo>
                    <a:lnTo>
                      <a:pt x="305" y="887"/>
                    </a:lnTo>
                    <a:lnTo>
                      <a:pt x="307" y="885"/>
                    </a:lnTo>
                    <a:lnTo>
                      <a:pt x="309" y="882"/>
                    </a:lnTo>
                    <a:lnTo>
                      <a:pt x="312" y="875"/>
                    </a:lnTo>
                    <a:lnTo>
                      <a:pt x="316" y="868"/>
                    </a:lnTo>
                    <a:lnTo>
                      <a:pt x="344" y="817"/>
                    </a:lnTo>
                    <a:lnTo>
                      <a:pt x="347" y="813"/>
                    </a:lnTo>
                    <a:lnTo>
                      <a:pt x="347" y="808"/>
                    </a:lnTo>
                    <a:lnTo>
                      <a:pt x="340" y="806"/>
                    </a:lnTo>
                    <a:lnTo>
                      <a:pt x="335" y="806"/>
                    </a:lnTo>
                    <a:lnTo>
                      <a:pt x="328" y="806"/>
                    </a:lnTo>
                    <a:lnTo>
                      <a:pt x="302" y="808"/>
                    </a:lnTo>
                    <a:lnTo>
                      <a:pt x="277" y="806"/>
                    </a:lnTo>
                    <a:lnTo>
                      <a:pt x="270" y="803"/>
                    </a:lnTo>
                    <a:close/>
                    <a:moveTo>
                      <a:pt x="263" y="0"/>
                    </a:moveTo>
                    <a:lnTo>
                      <a:pt x="270" y="3"/>
                    </a:lnTo>
                    <a:lnTo>
                      <a:pt x="279" y="5"/>
                    </a:lnTo>
                    <a:lnTo>
                      <a:pt x="281" y="5"/>
                    </a:lnTo>
                    <a:lnTo>
                      <a:pt x="286" y="7"/>
                    </a:lnTo>
                    <a:lnTo>
                      <a:pt x="288" y="10"/>
                    </a:lnTo>
                    <a:lnTo>
                      <a:pt x="293" y="12"/>
                    </a:lnTo>
                    <a:lnTo>
                      <a:pt x="298" y="12"/>
                    </a:lnTo>
                    <a:lnTo>
                      <a:pt x="302" y="14"/>
                    </a:lnTo>
                    <a:lnTo>
                      <a:pt x="307" y="19"/>
                    </a:lnTo>
                    <a:lnTo>
                      <a:pt x="314" y="24"/>
                    </a:lnTo>
                    <a:lnTo>
                      <a:pt x="321" y="28"/>
                    </a:lnTo>
                    <a:lnTo>
                      <a:pt x="321" y="31"/>
                    </a:lnTo>
                    <a:lnTo>
                      <a:pt x="330" y="37"/>
                    </a:lnTo>
                    <a:lnTo>
                      <a:pt x="337" y="47"/>
                    </a:lnTo>
                    <a:lnTo>
                      <a:pt x="347" y="54"/>
                    </a:lnTo>
                    <a:lnTo>
                      <a:pt x="356" y="65"/>
                    </a:lnTo>
                    <a:lnTo>
                      <a:pt x="370" y="77"/>
                    </a:lnTo>
                    <a:lnTo>
                      <a:pt x="379" y="91"/>
                    </a:lnTo>
                    <a:lnTo>
                      <a:pt x="381" y="98"/>
                    </a:lnTo>
                    <a:lnTo>
                      <a:pt x="388" y="114"/>
                    </a:lnTo>
                    <a:lnTo>
                      <a:pt x="393" y="124"/>
                    </a:lnTo>
                    <a:lnTo>
                      <a:pt x="393" y="126"/>
                    </a:lnTo>
                    <a:lnTo>
                      <a:pt x="388" y="156"/>
                    </a:lnTo>
                    <a:lnTo>
                      <a:pt x="381" y="161"/>
                    </a:lnTo>
                    <a:lnTo>
                      <a:pt x="379" y="161"/>
                    </a:lnTo>
                    <a:lnTo>
                      <a:pt x="379" y="159"/>
                    </a:lnTo>
                    <a:lnTo>
                      <a:pt x="379" y="156"/>
                    </a:lnTo>
                    <a:lnTo>
                      <a:pt x="377" y="152"/>
                    </a:lnTo>
                    <a:lnTo>
                      <a:pt x="372" y="154"/>
                    </a:lnTo>
                    <a:lnTo>
                      <a:pt x="358" y="182"/>
                    </a:lnTo>
                    <a:lnTo>
                      <a:pt x="354" y="191"/>
                    </a:lnTo>
                    <a:lnTo>
                      <a:pt x="349" y="196"/>
                    </a:lnTo>
                    <a:lnTo>
                      <a:pt x="344" y="200"/>
                    </a:lnTo>
                    <a:lnTo>
                      <a:pt x="344" y="207"/>
                    </a:lnTo>
                    <a:lnTo>
                      <a:pt x="342" y="214"/>
                    </a:lnTo>
                    <a:lnTo>
                      <a:pt x="344" y="221"/>
                    </a:lnTo>
                    <a:lnTo>
                      <a:pt x="344" y="231"/>
                    </a:lnTo>
                    <a:lnTo>
                      <a:pt x="344" y="235"/>
                    </a:lnTo>
                    <a:lnTo>
                      <a:pt x="344" y="238"/>
                    </a:lnTo>
                    <a:lnTo>
                      <a:pt x="340" y="238"/>
                    </a:lnTo>
                    <a:lnTo>
                      <a:pt x="333" y="238"/>
                    </a:lnTo>
                    <a:lnTo>
                      <a:pt x="328" y="240"/>
                    </a:lnTo>
                    <a:lnTo>
                      <a:pt x="323" y="242"/>
                    </a:lnTo>
                    <a:lnTo>
                      <a:pt x="321" y="245"/>
                    </a:lnTo>
                    <a:lnTo>
                      <a:pt x="316" y="252"/>
                    </a:lnTo>
                    <a:lnTo>
                      <a:pt x="316" y="254"/>
                    </a:lnTo>
                    <a:lnTo>
                      <a:pt x="314" y="259"/>
                    </a:lnTo>
                    <a:lnTo>
                      <a:pt x="312" y="261"/>
                    </a:lnTo>
                    <a:lnTo>
                      <a:pt x="309" y="263"/>
                    </a:lnTo>
                    <a:lnTo>
                      <a:pt x="309" y="266"/>
                    </a:lnTo>
                    <a:lnTo>
                      <a:pt x="307" y="275"/>
                    </a:lnTo>
                    <a:lnTo>
                      <a:pt x="300" y="280"/>
                    </a:lnTo>
                    <a:lnTo>
                      <a:pt x="295" y="284"/>
                    </a:lnTo>
                    <a:lnTo>
                      <a:pt x="288" y="287"/>
                    </a:lnTo>
                    <a:lnTo>
                      <a:pt x="281" y="287"/>
                    </a:lnTo>
                    <a:lnTo>
                      <a:pt x="277" y="287"/>
                    </a:lnTo>
                    <a:lnTo>
                      <a:pt x="274" y="287"/>
                    </a:lnTo>
                    <a:lnTo>
                      <a:pt x="277" y="291"/>
                    </a:lnTo>
                    <a:lnTo>
                      <a:pt x="277" y="298"/>
                    </a:lnTo>
                    <a:lnTo>
                      <a:pt x="277" y="303"/>
                    </a:lnTo>
                    <a:lnTo>
                      <a:pt x="279" y="307"/>
                    </a:lnTo>
                    <a:lnTo>
                      <a:pt x="284" y="312"/>
                    </a:lnTo>
                    <a:lnTo>
                      <a:pt x="286" y="314"/>
                    </a:lnTo>
                    <a:lnTo>
                      <a:pt x="284" y="319"/>
                    </a:lnTo>
                    <a:lnTo>
                      <a:pt x="281" y="321"/>
                    </a:lnTo>
                    <a:lnTo>
                      <a:pt x="274" y="324"/>
                    </a:lnTo>
                    <a:lnTo>
                      <a:pt x="267" y="340"/>
                    </a:lnTo>
                    <a:lnTo>
                      <a:pt x="265" y="342"/>
                    </a:lnTo>
                    <a:lnTo>
                      <a:pt x="263" y="366"/>
                    </a:lnTo>
                    <a:lnTo>
                      <a:pt x="265" y="389"/>
                    </a:lnTo>
                    <a:lnTo>
                      <a:pt x="265" y="391"/>
                    </a:lnTo>
                    <a:lnTo>
                      <a:pt x="267" y="396"/>
                    </a:lnTo>
                    <a:lnTo>
                      <a:pt x="272" y="408"/>
                    </a:lnTo>
                    <a:lnTo>
                      <a:pt x="279" y="417"/>
                    </a:lnTo>
                    <a:lnTo>
                      <a:pt x="284" y="429"/>
                    </a:lnTo>
                    <a:lnTo>
                      <a:pt x="288" y="440"/>
                    </a:lnTo>
                    <a:lnTo>
                      <a:pt x="291" y="447"/>
                    </a:lnTo>
                    <a:lnTo>
                      <a:pt x="293" y="452"/>
                    </a:lnTo>
                    <a:lnTo>
                      <a:pt x="295" y="461"/>
                    </a:lnTo>
                    <a:lnTo>
                      <a:pt x="298" y="468"/>
                    </a:lnTo>
                    <a:lnTo>
                      <a:pt x="300" y="475"/>
                    </a:lnTo>
                    <a:lnTo>
                      <a:pt x="305" y="480"/>
                    </a:lnTo>
                    <a:lnTo>
                      <a:pt x="309" y="487"/>
                    </a:lnTo>
                    <a:lnTo>
                      <a:pt x="312" y="489"/>
                    </a:lnTo>
                    <a:lnTo>
                      <a:pt x="316" y="489"/>
                    </a:lnTo>
                    <a:lnTo>
                      <a:pt x="319" y="491"/>
                    </a:lnTo>
                    <a:lnTo>
                      <a:pt x="330" y="494"/>
                    </a:lnTo>
                    <a:lnTo>
                      <a:pt x="342" y="501"/>
                    </a:lnTo>
                    <a:lnTo>
                      <a:pt x="349" y="505"/>
                    </a:lnTo>
                    <a:lnTo>
                      <a:pt x="354" y="510"/>
                    </a:lnTo>
                    <a:lnTo>
                      <a:pt x="374" y="536"/>
                    </a:lnTo>
                    <a:lnTo>
                      <a:pt x="377" y="538"/>
                    </a:lnTo>
                    <a:lnTo>
                      <a:pt x="400" y="552"/>
                    </a:lnTo>
                    <a:lnTo>
                      <a:pt x="412" y="561"/>
                    </a:lnTo>
                    <a:lnTo>
                      <a:pt x="423" y="568"/>
                    </a:lnTo>
                    <a:lnTo>
                      <a:pt x="426" y="570"/>
                    </a:lnTo>
                    <a:lnTo>
                      <a:pt x="430" y="573"/>
                    </a:lnTo>
                    <a:lnTo>
                      <a:pt x="433" y="575"/>
                    </a:lnTo>
                    <a:lnTo>
                      <a:pt x="435" y="575"/>
                    </a:lnTo>
                    <a:lnTo>
                      <a:pt x="437" y="577"/>
                    </a:lnTo>
                    <a:lnTo>
                      <a:pt x="440" y="580"/>
                    </a:lnTo>
                    <a:lnTo>
                      <a:pt x="442" y="584"/>
                    </a:lnTo>
                    <a:lnTo>
                      <a:pt x="444" y="587"/>
                    </a:lnTo>
                    <a:lnTo>
                      <a:pt x="449" y="589"/>
                    </a:lnTo>
                    <a:lnTo>
                      <a:pt x="500" y="596"/>
                    </a:lnTo>
                    <a:lnTo>
                      <a:pt x="507" y="596"/>
                    </a:lnTo>
                    <a:lnTo>
                      <a:pt x="514" y="596"/>
                    </a:lnTo>
                    <a:lnTo>
                      <a:pt x="519" y="598"/>
                    </a:lnTo>
                    <a:lnTo>
                      <a:pt x="526" y="601"/>
                    </a:lnTo>
                    <a:lnTo>
                      <a:pt x="535" y="603"/>
                    </a:lnTo>
                    <a:lnTo>
                      <a:pt x="542" y="610"/>
                    </a:lnTo>
                    <a:lnTo>
                      <a:pt x="549" y="617"/>
                    </a:lnTo>
                    <a:lnTo>
                      <a:pt x="554" y="624"/>
                    </a:lnTo>
                    <a:lnTo>
                      <a:pt x="554" y="629"/>
                    </a:lnTo>
                    <a:lnTo>
                      <a:pt x="554" y="631"/>
                    </a:lnTo>
                    <a:lnTo>
                      <a:pt x="551" y="633"/>
                    </a:lnTo>
                    <a:lnTo>
                      <a:pt x="549" y="636"/>
                    </a:lnTo>
                    <a:lnTo>
                      <a:pt x="547" y="638"/>
                    </a:lnTo>
                    <a:lnTo>
                      <a:pt x="547" y="643"/>
                    </a:lnTo>
                    <a:lnTo>
                      <a:pt x="547" y="645"/>
                    </a:lnTo>
                    <a:lnTo>
                      <a:pt x="547" y="650"/>
                    </a:lnTo>
                    <a:lnTo>
                      <a:pt x="544" y="652"/>
                    </a:lnTo>
                    <a:lnTo>
                      <a:pt x="542" y="652"/>
                    </a:lnTo>
                    <a:lnTo>
                      <a:pt x="537" y="654"/>
                    </a:lnTo>
                    <a:lnTo>
                      <a:pt x="537" y="659"/>
                    </a:lnTo>
                    <a:lnTo>
                      <a:pt x="535" y="661"/>
                    </a:lnTo>
                    <a:lnTo>
                      <a:pt x="533" y="664"/>
                    </a:lnTo>
                    <a:lnTo>
                      <a:pt x="530" y="666"/>
                    </a:lnTo>
                    <a:lnTo>
                      <a:pt x="528" y="666"/>
                    </a:lnTo>
                    <a:lnTo>
                      <a:pt x="523" y="666"/>
                    </a:lnTo>
                    <a:lnTo>
                      <a:pt x="521" y="671"/>
                    </a:lnTo>
                    <a:lnTo>
                      <a:pt x="516" y="673"/>
                    </a:lnTo>
                    <a:lnTo>
                      <a:pt x="512" y="675"/>
                    </a:lnTo>
                    <a:lnTo>
                      <a:pt x="507" y="673"/>
                    </a:lnTo>
                    <a:lnTo>
                      <a:pt x="503" y="671"/>
                    </a:lnTo>
                    <a:lnTo>
                      <a:pt x="500" y="671"/>
                    </a:lnTo>
                    <a:lnTo>
                      <a:pt x="477" y="666"/>
                    </a:lnTo>
                    <a:lnTo>
                      <a:pt x="472" y="664"/>
                    </a:lnTo>
                    <a:lnTo>
                      <a:pt x="465" y="661"/>
                    </a:lnTo>
                    <a:lnTo>
                      <a:pt x="456" y="659"/>
                    </a:lnTo>
                    <a:lnTo>
                      <a:pt x="447" y="657"/>
                    </a:lnTo>
                    <a:lnTo>
                      <a:pt x="435" y="654"/>
                    </a:lnTo>
                    <a:lnTo>
                      <a:pt x="428" y="652"/>
                    </a:lnTo>
                    <a:lnTo>
                      <a:pt x="421" y="652"/>
                    </a:lnTo>
                    <a:lnTo>
                      <a:pt x="416" y="652"/>
                    </a:lnTo>
                    <a:lnTo>
                      <a:pt x="412" y="650"/>
                    </a:lnTo>
                    <a:lnTo>
                      <a:pt x="405" y="645"/>
                    </a:lnTo>
                    <a:lnTo>
                      <a:pt x="398" y="640"/>
                    </a:lnTo>
                    <a:lnTo>
                      <a:pt x="393" y="638"/>
                    </a:lnTo>
                    <a:lnTo>
                      <a:pt x="384" y="631"/>
                    </a:lnTo>
                    <a:lnTo>
                      <a:pt x="384" y="631"/>
                    </a:lnTo>
                    <a:lnTo>
                      <a:pt x="374" y="626"/>
                    </a:lnTo>
                    <a:lnTo>
                      <a:pt x="365" y="624"/>
                    </a:lnTo>
                    <a:lnTo>
                      <a:pt x="356" y="619"/>
                    </a:lnTo>
                    <a:lnTo>
                      <a:pt x="347" y="617"/>
                    </a:lnTo>
                    <a:lnTo>
                      <a:pt x="316" y="608"/>
                    </a:lnTo>
                    <a:lnTo>
                      <a:pt x="286" y="594"/>
                    </a:lnTo>
                    <a:lnTo>
                      <a:pt x="284" y="591"/>
                    </a:lnTo>
                    <a:lnTo>
                      <a:pt x="284" y="591"/>
                    </a:lnTo>
                    <a:lnTo>
                      <a:pt x="281" y="591"/>
                    </a:lnTo>
                    <a:lnTo>
                      <a:pt x="284" y="596"/>
                    </a:lnTo>
                    <a:lnTo>
                      <a:pt x="281" y="601"/>
                    </a:lnTo>
                    <a:lnTo>
                      <a:pt x="279" y="605"/>
                    </a:lnTo>
                    <a:lnTo>
                      <a:pt x="279" y="608"/>
                    </a:lnTo>
                    <a:lnTo>
                      <a:pt x="277" y="610"/>
                    </a:lnTo>
                    <a:lnTo>
                      <a:pt x="274" y="612"/>
                    </a:lnTo>
                    <a:lnTo>
                      <a:pt x="272" y="615"/>
                    </a:lnTo>
                    <a:lnTo>
                      <a:pt x="267" y="615"/>
                    </a:lnTo>
                    <a:lnTo>
                      <a:pt x="265" y="617"/>
                    </a:lnTo>
                    <a:lnTo>
                      <a:pt x="263" y="619"/>
                    </a:lnTo>
                    <a:lnTo>
                      <a:pt x="274" y="652"/>
                    </a:lnTo>
                    <a:lnTo>
                      <a:pt x="286" y="657"/>
                    </a:lnTo>
                    <a:lnTo>
                      <a:pt x="288" y="657"/>
                    </a:lnTo>
                    <a:lnTo>
                      <a:pt x="291" y="657"/>
                    </a:lnTo>
                    <a:lnTo>
                      <a:pt x="295" y="654"/>
                    </a:lnTo>
                    <a:lnTo>
                      <a:pt x="302" y="657"/>
                    </a:lnTo>
                    <a:lnTo>
                      <a:pt x="309" y="661"/>
                    </a:lnTo>
                    <a:lnTo>
                      <a:pt x="319" y="664"/>
                    </a:lnTo>
                    <a:lnTo>
                      <a:pt x="328" y="664"/>
                    </a:lnTo>
                    <a:lnTo>
                      <a:pt x="330" y="666"/>
                    </a:lnTo>
                    <a:lnTo>
                      <a:pt x="337" y="668"/>
                    </a:lnTo>
                    <a:lnTo>
                      <a:pt x="344" y="671"/>
                    </a:lnTo>
                    <a:lnTo>
                      <a:pt x="351" y="671"/>
                    </a:lnTo>
                    <a:lnTo>
                      <a:pt x="407" y="685"/>
                    </a:lnTo>
                    <a:lnTo>
                      <a:pt x="456" y="701"/>
                    </a:lnTo>
                    <a:lnTo>
                      <a:pt x="465" y="705"/>
                    </a:lnTo>
                    <a:lnTo>
                      <a:pt x="475" y="710"/>
                    </a:lnTo>
                    <a:lnTo>
                      <a:pt x="482" y="715"/>
                    </a:lnTo>
                    <a:lnTo>
                      <a:pt x="486" y="722"/>
                    </a:lnTo>
                    <a:lnTo>
                      <a:pt x="489" y="729"/>
                    </a:lnTo>
                    <a:lnTo>
                      <a:pt x="496" y="752"/>
                    </a:lnTo>
                    <a:lnTo>
                      <a:pt x="496" y="773"/>
                    </a:lnTo>
                    <a:lnTo>
                      <a:pt x="493" y="782"/>
                    </a:lnTo>
                    <a:lnTo>
                      <a:pt x="489" y="792"/>
                    </a:lnTo>
                    <a:lnTo>
                      <a:pt x="486" y="799"/>
                    </a:lnTo>
                    <a:lnTo>
                      <a:pt x="456" y="854"/>
                    </a:lnTo>
                    <a:lnTo>
                      <a:pt x="433" y="894"/>
                    </a:lnTo>
                    <a:lnTo>
                      <a:pt x="405" y="931"/>
                    </a:lnTo>
                    <a:lnTo>
                      <a:pt x="391" y="948"/>
                    </a:lnTo>
                    <a:lnTo>
                      <a:pt x="379" y="966"/>
                    </a:lnTo>
                    <a:lnTo>
                      <a:pt x="374" y="971"/>
                    </a:lnTo>
                    <a:lnTo>
                      <a:pt x="372" y="978"/>
                    </a:lnTo>
                    <a:lnTo>
                      <a:pt x="370" y="982"/>
                    </a:lnTo>
                    <a:lnTo>
                      <a:pt x="365" y="985"/>
                    </a:lnTo>
                    <a:lnTo>
                      <a:pt x="361" y="985"/>
                    </a:lnTo>
                    <a:lnTo>
                      <a:pt x="337" y="989"/>
                    </a:lnTo>
                    <a:lnTo>
                      <a:pt x="335" y="989"/>
                    </a:lnTo>
                    <a:lnTo>
                      <a:pt x="333" y="989"/>
                    </a:lnTo>
                    <a:lnTo>
                      <a:pt x="330" y="992"/>
                    </a:lnTo>
                    <a:lnTo>
                      <a:pt x="335" y="994"/>
                    </a:lnTo>
                    <a:lnTo>
                      <a:pt x="337" y="996"/>
                    </a:lnTo>
                    <a:lnTo>
                      <a:pt x="340" y="996"/>
                    </a:lnTo>
                    <a:lnTo>
                      <a:pt x="342" y="1001"/>
                    </a:lnTo>
                    <a:lnTo>
                      <a:pt x="342" y="1003"/>
                    </a:lnTo>
                    <a:lnTo>
                      <a:pt x="340" y="1008"/>
                    </a:lnTo>
                    <a:lnTo>
                      <a:pt x="335" y="1010"/>
                    </a:lnTo>
                    <a:lnTo>
                      <a:pt x="333" y="1015"/>
                    </a:lnTo>
                    <a:lnTo>
                      <a:pt x="337" y="1020"/>
                    </a:lnTo>
                    <a:lnTo>
                      <a:pt x="337" y="1027"/>
                    </a:lnTo>
                    <a:lnTo>
                      <a:pt x="340" y="1031"/>
                    </a:lnTo>
                    <a:lnTo>
                      <a:pt x="340" y="1036"/>
                    </a:lnTo>
                    <a:lnTo>
                      <a:pt x="337" y="1041"/>
                    </a:lnTo>
                    <a:lnTo>
                      <a:pt x="337" y="1043"/>
                    </a:lnTo>
                    <a:lnTo>
                      <a:pt x="335" y="1045"/>
                    </a:lnTo>
                    <a:lnTo>
                      <a:pt x="335" y="1048"/>
                    </a:lnTo>
                    <a:lnTo>
                      <a:pt x="337" y="1052"/>
                    </a:lnTo>
                    <a:lnTo>
                      <a:pt x="342" y="1057"/>
                    </a:lnTo>
                    <a:lnTo>
                      <a:pt x="347" y="1062"/>
                    </a:lnTo>
                    <a:lnTo>
                      <a:pt x="349" y="1066"/>
                    </a:lnTo>
                    <a:lnTo>
                      <a:pt x="351" y="1071"/>
                    </a:lnTo>
                    <a:lnTo>
                      <a:pt x="349" y="1078"/>
                    </a:lnTo>
                    <a:lnTo>
                      <a:pt x="347" y="1083"/>
                    </a:lnTo>
                    <a:lnTo>
                      <a:pt x="347" y="1085"/>
                    </a:lnTo>
                    <a:lnTo>
                      <a:pt x="347" y="1090"/>
                    </a:lnTo>
                    <a:lnTo>
                      <a:pt x="349" y="1092"/>
                    </a:lnTo>
                    <a:lnTo>
                      <a:pt x="351" y="1096"/>
                    </a:lnTo>
                    <a:lnTo>
                      <a:pt x="354" y="1101"/>
                    </a:lnTo>
                    <a:lnTo>
                      <a:pt x="356" y="1106"/>
                    </a:lnTo>
                    <a:lnTo>
                      <a:pt x="361" y="1110"/>
                    </a:lnTo>
                    <a:lnTo>
                      <a:pt x="367" y="1117"/>
                    </a:lnTo>
                    <a:lnTo>
                      <a:pt x="372" y="1124"/>
                    </a:lnTo>
                    <a:lnTo>
                      <a:pt x="377" y="1131"/>
                    </a:lnTo>
                    <a:lnTo>
                      <a:pt x="379" y="1136"/>
                    </a:lnTo>
                    <a:lnTo>
                      <a:pt x="379" y="1143"/>
                    </a:lnTo>
                    <a:lnTo>
                      <a:pt x="379" y="1150"/>
                    </a:lnTo>
                    <a:lnTo>
                      <a:pt x="374" y="1155"/>
                    </a:lnTo>
                    <a:lnTo>
                      <a:pt x="370" y="1157"/>
                    </a:lnTo>
                    <a:lnTo>
                      <a:pt x="365" y="1159"/>
                    </a:lnTo>
                    <a:lnTo>
                      <a:pt x="358" y="1157"/>
                    </a:lnTo>
                    <a:lnTo>
                      <a:pt x="351" y="1157"/>
                    </a:lnTo>
                    <a:lnTo>
                      <a:pt x="340" y="1150"/>
                    </a:lnTo>
                    <a:lnTo>
                      <a:pt x="328" y="1145"/>
                    </a:lnTo>
                    <a:lnTo>
                      <a:pt x="321" y="1143"/>
                    </a:lnTo>
                    <a:lnTo>
                      <a:pt x="300" y="1131"/>
                    </a:lnTo>
                    <a:lnTo>
                      <a:pt x="281" y="1117"/>
                    </a:lnTo>
                    <a:lnTo>
                      <a:pt x="277" y="1113"/>
                    </a:lnTo>
                    <a:lnTo>
                      <a:pt x="274" y="1110"/>
                    </a:lnTo>
                    <a:lnTo>
                      <a:pt x="256" y="1094"/>
                    </a:lnTo>
                    <a:lnTo>
                      <a:pt x="258" y="1092"/>
                    </a:lnTo>
                    <a:lnTo>
                      <a:pt x="258" y="1087"/>
                    </a:lnTo>
                    <a:lnTo>
                      <a:pt x="256" y="1085"/>
                    </a:lnTo>
                    <a:lnTo>
                      <a:pt x="246" y="1076"/>
                    </a:lnTo>
                    <a:lnTo>
                      <a:pt x="244" y="1076"/>
                    </a:lnTo>
                    <a:lnTo>
                      <a:pt x="244" y="1073"/>
                    </a:lnTo>
                    <a:lnTo>
                      <a:pt x="242" y="1076"/>
                    </a:lnTo>
                    <a:lnTo>
                      <a:pt x="237" y="1073"/>
                    </a:lnTo>
                    <a:lnTo>
                      <a:pt x="235" y="1073"/>
                    </a:lnTo>
                    <a:lnTo>
                      <a:pt x="232" y="1071"/>
                    </a:lnTo>
                    <a:lnTo>
                      <a:pt x="230" y="1076"/>
                    </a:lnTo>
                    <a:lnTo>
                      <a:pt x="228" y="1080"/>
                    </a:lnTo>
                    <a:lnTo>
                      <a:pt x="225" y="1087"/>
                    </a:lnTo>
                    <a:lnTo>
                      <a:pt x="223" y="1096"/>
                    </a:lnTo>
                    <a:lnTo>
                      <a:pt x="223" y="1106"/>
                    </a:lnTo>
                    <a:lnTo>
                      <a:pt x="223" y="1117"/>
                    </a:lnTo>
                    <a:lnTo>
                      <a:pt x="223" y="1131"/>
                    </a:lnTo>
                    <a:lnTo>
                      <a:pt x="223" y="1190"/>
                    </a:lnTo>
                    <a:lnTo>
                      <a:pt x="225" y="1231"/>
                    </a:lnTo>
                    <a:lnTo>
                      <a:pt x="225" y="1269"/>
                    </a:lnTo>
                    <a:lnTo>
                      <a:pt x="225" y="1308"/>
                    </a:lnTo>
                    <a:lnTo>
                      <a:pt x="223" y="1348"/>
                    </a:lnTo>
                    <a:lnTo>
                      <a:pt x="223" y="1350"/>
                    </a:lnTo>
                    <a:lnTo>
                      <a:pt x="223" y="1353"/>
                    </a:lnTo>
                    <a:lnTo>
                      <a:pt x="225" y="1357"/>
                    </a:lnTo>
                    <a:lnTo>
                      <a:pt x="225" y="1362"/>
                    </a:lnTo>
                    <a:lnTo>
                      <a:pt x="223" y="1366"/>
                    </a:lnTo>
                    <a:lnTo>
                      <a:pt x="223" y="1369"/>
                    </a:lnTo>
                    <a:lnTo>
                      <a:pt x="223" y="1371"/>
                    </a:lnTo>
                    <a:lnTo>
                      <a:pt x="225" y="1371"/>
                    </a:lnTo>
                    <a:lnTo>
                      <a:pt x="232" y="1371"/>
                    </a:lnTo>
                    <a:lnTo>
                      <a:pt x="239" y="1373"/>
                    </a:lnTo>
                    <a:lnTo>
                      <a:pt x="244" y="1376"/>
                    </a:lnTo>
                    <a:lnTo>
                      <a:pt x="251" y="1380"/>
                    </a:lnTo>
                    <a:lnTo>
                      <a:pt x="256" y="1385"/>
                    </a:lnTo>
                    <a:lnTo>
                      <a:pt x="256" y="1390"/>
                    </a:lnTo>
                    <a:lnTo>
                      <a:pt x="256" y="1390"/>
                    </a:lnTo>
                    <a:lnTo>
                      <a:pt x="265" y="1394"/>
                    </a:lnTo>
                    <a:lnTo>
                      <a:pt x="267" y="1394"/>
                    </a:lnTo>
                    <a:lnTo>
                      <a:pt x="270" y="1397"/>
                    </a:lnTo>
                    <a:lnTo>
                      <a:pt x="274" y="1399"/>
                    </a:lnTo>
                    <a:lnTo>
                      <a:pt x="279" y="1401"/>
                    </a:lnTo>
                    <a:lnTo>
                      <a:pt x="284" y="1404"/>
                    </a:lnTo>
                    <a:lnTo>
                      <a:pt x="298" y="1411"/>
                    </a:lnTo>
                    <a:lnTo>
                      <a:pt x="312" y="1418"/>
                    </a:lnTo>
                    <a:lnTo>
                      <a:pt x="316" y="1422"/>
                    </a:lnTo>
                    <a:lnTo>
                      <a:pt x="319" y="1425"/>
                    </a:lnTo>
                    <a:lnTo>
                      <a:pt x="321" y="1427"/>
                    </a:lnTo>
                    <a:lnTo>
                      <a:pt x="323" y="1427"/>
                    </a:lnTo>
                    <a:lnTo>
                      <a:pt x="323" y="1429"/>
                    </a:lnTo>
                    <a:lnTo>
                      <a:pt x="326" y="1436"/>
                    </a:lnTo>
                    <a:lnTo>
                      <a:pt x="326" y="1441"/>
                    </a:lnTo>
                    <a:lnTo>
                      <a:pt x="326" y="1446"/>
                    </a:lnTo>
                    <a:lnTo>
                      <a:pt x="321" y="1455"/>
                    </a:lnTo>
                    <a:lnTo>
                      <a:pt x="314" y="1462"/>
                    </a:lnTo>
                    <a:lnTo>
                      <a:pt x="307" y="1467"/>
                    </a:lnTo>
                    <a:lnTo>
                      <a:pt x="300" y="1471"/>
                    </a:lnTo>
                    <a:lnTo>
                      <a:pt x="279" y="1478"/>
                    </a:lnTo>
                    <a:lnTo>
                      <a:pt x="274" y="1478"/>
                    </a:lnTo>
                    <a:lnTo>
                      <a:pt x="267" y="1478"/>
                    </a:lnTo>
                    <a:lnTo>
                      <a:pt x="265" y="1478"/>
                    </a:lnTo>
                    <a:lnTo>
                      <a:pt x="260" y="1481"/>
                    </a:lnTo>
                    <a:lnTo>
                      <a:pt x="253" y="1483"/>
                    </a:lnTo>
                    <a:lnTo>
                      <a:pt x="244" y="1483"/>
                    </a:lnTo>
                    <a:lnTo>
                      <a:pt x="237" y="1481"/>
                    </a:lnTo>
                    <a:lnTo>
                      <a:pt x="232" y="1481"/>
                    </a:lnTo>
                    <a:lnTo>
                      <a:pt x="221" y="1481"/>
                    </a:lnTo>
                    <a:lnTo>
                      <a:pt x="209" y="1478"/>
                    </a:lnTo>
                    <a:lnTo>
                      <a:pt x="205" y="1478"/>
                    </a:lnTo>
                    <a:lnTo>
                      <a:pt x="198" y="1478"/>
                    </a:lnTo>
                    <a:lnTo>
                      <a:pt x="191" y="1476"/>
                    </a:lnTo>
                    <a:lnTo>
                      <a:pt x="186" y="1471"/>
                    </a:lnTo>
                    <a:lnTo>
                      <a:pt x="184" y="1469"/>
                    </a:lnTo>
                    <a:lnTo>
                      <a:pt x="181" y="1467"/>
                    </a:lnTo>
                    <a:lnTo>
                      <a:pt x="179" y="1462"/>
                    </a:lnTo>
                    <a:lnTo>
                      <a:pt x="174" y="1460"/>
                    </a:lnTo>
                    <a:lnTo>
                      <a:pt x="167" y="1460"/>
                    </a:lnTo>
                    <a:lnTo>
                      <a:pt x="160" y="1460"/>
                    </a:lnTo>
                    <a:lnTo>
                      <a:pt x="153" y="1462"/>
                    </a:lnTo>
                    <a:lnTo>
                      <a:pt x="151" y="1462"/>
                    </a:lnTo>
                    <a:lnTo>
                      <a:pt x="149" y="1464"/>
                    </a:lnTo>
                    <a:lnTo>
                      <a:pt x="146" y="1467"/>
                    </a:lnTo>
                    <a:lnTo>
                      <a:pt x="142" y="1469"/>
                    </a:lnTo>
                    <a:lnTo>
                      <a:pt x="137" y="1469"/>
                    </a:lnTo>
                    <a:lnTo>
                      <a:pt x="132" y="1469"/>
                    </a:lnTo>
                    <a:lnTo>
                      <a:pt x="125" y="1469"/>
                    </a:lnTo>
                    <a:lnTo>
                      <a:pt x="123" y="1469"/>
                    </a:lnTo>
                    <a:lnTo>
                      <a:pt x="118" y="1467"/>
                    </a:lnTo>
                    <a:lnTo>
                      <a:pt x="111" y="1464"/>
                    </a:lnTo>
                    <a:lnTo>
                      <a:pt x="104" y="1464"/>
                    </a:lnTo>
                    <a:lnTo>
                      <a:pt x="102" y="1464"/>
                    </a:lnTo>
                    <a:lnTo>
                      <a:pt x="100" y="1462"/>
                    </a:lnTo>
                    <a:lnTo>
                      <a:pt x="93" y="1457"/>
                    </a:lnTo>
                    <a:lnTo>
                      <a:pt x="86" y="1450"/>
                    </a:lnTo>
                    <a:lnTo>
                      <a:pt x="81" y="1448"/>
                    </a:lnTo>
                    <a:lnTo>
                      <a:pt x="81" y="1441"/>
                    </a:lnTo>
                    <a:lnTo>
                      <a:pt x="79" y="1436"/>
                    </a:lnTo>
                    <a:lnTo>
                      <a:pt x="79" y="1427"/>
                    </a:lnTo>
                    <a:lnTo>
                      <a:pt x="79" y="1418"/>
                    </a:lnTo>
                    <a:lnTo>
                      <a:pt x="81" y="1408"/>
                    </a:lnTo>
                    <a:lnTo>
                      <a:pt x="83" y="1404"/>
                    </a:lnTo>
                    <a:lnTo>
                      <a:pt x="83" y="1397"/>
                    </a:lnTo>
                    <a:lnTo>
                      <a:pt x="83" y="1385"/>
                    </a:lnTo>
                    <a:lnTo>
                      <a:pt x="88" y="1373"/>
                    </a:lnTo>
                    <a:lnTo>
                      <a:pt x="88" y="1366"/>
                    </a:lnTo>
                    <a:lnTo>
                      <a:pt x="88" y="1359"/>
                    </a:lnTo>
                    <a:lnTo>
                      <a:pt x="88" y="1350"/>
                    </a:lnTo>
                    <a:lnTo>
                      <a:pt x="88" y="1341"/>
                    </a:lnTo>
                    <a:lnTo>
                      <a:pt x="88" y="1336"/>
                    </a:lnTo>
                    <a:lnTo>
                      <a:pt x="90" y="1336"/>
                    </a:lnTo>
                    <a:lnTo>
                      <a:pt x="93" y="1334"/>
                    </a:lnTo>
                    <a:lnTo>
                      <a:pt x="97" y="1334"/>
                    </a:lnTo>
                    <a:lnTo>
                      <a:pt x="97" y="1334"/>
                    </a:lnTo>
                    <a:lnTo>
                      <a:pt x="100" y="1327"/>
                    </a:lnTo>
                    <a:lnTo>
                      <a:pt x="100" y="1306"/>
                    </a:lnTo>
                    <a:lnTo>
                      <a:pt x="97" y="1299"/>
                    </a:lnTo>
                    <a:lnTo>
                      <a:pt x="95" y="1283"/>
                    </a:lnTo>
                    <a:lnTo>
                      <a:pt x="93" y="1269"/>
                    </a:lnTo>
                    <a:lnTo>
                      <a:pt x="90" y="1248"/>
                    </a:lnTo>
                    <a:lnTo>
                      <a:pt x="93" y="1227"/>
                    </a:lnTo>
                    <a:lnTo>
                      <a:pt x="95" y="1211"/>
                    </a:lnTo>
                    <a:lnTo>
                      <a:pt x="95" y="1194"/>
                    </a:lnTo>
                    <a:lnTo>
                      <a:pt x="95" y="1145"/>
                    </a:lnTo>
                    <a:lnTo>
                      <a:pt x="100" y="1103"/>
                    </a:lnTo>
                    <a:lnTo>
                      <a:pt x="102" y="1076"/>
                    </a:lnTo>
                    <a:lnTo>
                      <a:pt x="107" y="1062"/>
                    </a:lnTo>
                    <a:lnTo>
                      <a:pt x="111" y="1048"/>
                    </a:lnTo>
                    <a:lnTo>
                      <a:pt x="114" y="1043"/>
                    </a:lnTo>
                    <a:lnTo>
                      <a:pt x="114" y="1038"/>
                    </a:lnTo>
                    <a:lnTo>
                      <a:pt x="111" y="1024"/>
                    </a:lnTo>
                    <a:lnTo>
                      <a:pt x="109" y="1010"/>
                    </a:lnTo>
                    <a:lnTo>
                      <a:pt x="109" y="1008"/>
                    </a:lnTo>
                    <a:lnTo>
                      <a:pt x="109" y="1003"/>
                    </a:lnTo>
                    <a:lnTo>
                      <a:pt x="107" y="996"/>
                    </a:lnTo>
                    <a:lnTo>
                      <a:pt x="107" y="989"/>
                    </a:lnTo>
                    <a:lnTo>
                      <a:pt x="107" y="985"/>
                    </a:lnTo>
                    <a:lnTo>
                      <a:pt x="107" y="982"/>
                    </a:lnTo>
                    <a:lnTo>
                      <a:pt x="97" y="950"/>
                    </a:lnTo>
                    <a:lnTo>
                      <a:pt x="90" y="917"/>
                    </a:lnTo>
                    <a:lnTo>
                      <a:pt x="83" y="873"/>
                    </a:lnTo>
                    <a:lnTo>
                      <a:pt x="79" y="854"/>
                    </a:lnTo>
                    <a:lnTo>
                      <a:pt x="79" y="852"/>
                    </a:lnTo>
                    <a:lnTo>
                      <a:pt x="76" y="850"/>
                    </a:lnTo>
                    <a:lnTo>
                      <a:pt x="74" y="845"/>
                    </a:lnTo>
                    <a:lnTo>
                      <a:pt x="72" y="840"/>
                    </a:lnTo>
                    <a:lnTo>
                      <a:pt x="72" y="836"/>
                    </a:lnTo>
                    <a:lnTo>
                      <a:pt x="70" y="833"/>
                    </a:lnTo>
                    <a:lnTo>
                      <a:pt x="65" y="831"/>
                    </a:lnTo>
                    <a:lnTo>
                      <a:pt x="63" y="827"/>
                    </a:lnTo>
                    <a:lnTo>
                      <a:pt x="60" y="822"/>
                    </a:lnTo>
                    <a:lnTo>
                      <a:pt x="58" y="815"/>
                    </a:lnTo>
                    <a:lnTo>
                      <a:pt x="56" y="810"/>
                    </a:lnTo>
                    <a:lnTo>
                      <a:pt x="53" y="806"/>
                    </a:lnTo>
                    <a:lnTo>
                      <a:pt x="51" y="799"/>
                    </a:lnTo>
                    <a:lnTo>
                      <a:pt x="42" y="806"/>
                    </a:lnTo>
                    <a:lnTo>
                      <a:pt x="32" y="810"/>
                    </a:lnTo>
                    <a:lnTo>
                      <a:pt x="25" y="815"/>
                    </a:lnTo>
                    <a:lnTo>
                      <a:pt x="21" y="817"/>
                    </a:lnTo>
                    <a:lnTo>
                      <a:pt x="18" y="817"/>
                    </a:lnTo>
                    <a:lnTo>
                      <a:pt x="16" y="815"/>
                    </a:lnTo>
                    <a:lnTo>
                      <a:pt x="14" y="813"/>
                    </a:lnTo>
                    <a:lnTo>
                      <a:pt x="11" y="810"/>
                    </a:lnTo>
                    <a:lnTo>
                      <a:pt x="9" y="808"/>
                    </a:lnTo>
                    <a:lnTo>
                      <a:pt x="4" y="806"/>
                    </a:lnTo>
                    <a:lnTo>
                      <a:pt x="0" y="806"/>
                    </a:lnTo>
                    <a:lnTo>
                      <a:pt x="0" y="803"/>
                    </a:lnTo>
                    <a:lnTo>
                      <a:pt x="0" y="801"/>
                    </a:lnTo>
                    <a:lnTo>
                      <a:pt x="0" y="799"/>
                    </a:lnTo>
                    <a:lnTo>
                      <a:pt x="2" y="794"/>
                    </a:lnTo>
                    <a:lnTo>
                      <a:pt x="4" y="789"/>
                    </a:lnTo>
                    <a:lnTo>
                      <a:pt x="7" y="782"/>
                    </a:lnTo>
                    <a:lnTo>
                      <a:pt x="7" y="780"/>
                    </a:lnTo>
                    <a:lnTo>
                      <a:pt x="9" y="775"/>
                    </a:lnTo>
                    <a:lnTo>
                      <a:pt x="9" y="768"/>
                    </a:lnTo>
                    <a:lnTo>
                      <a:pt x="9" y="768"/>
                    </a:lnTo>
                    <a:lnTo>
                      <a:pt x="9" y="768"/>
                    </a:lnTo>
                    <a:lnTo>
                      <a:pt x="9" y="764"/>
                    </a:lnTo>
                    <a:lnTo>
                      <a:pt x="9" y="761"/>
                    </a:lnTo>
                    <a:lnTo>
                      <a:pt x="11" y="759"/>
                    </a:lnTo>
                    <a:lnTo>
                      <a:pt x="16" y="757"/>
                    </a:lnTo>
                    <a:lnTo>
                      <a:pt x="21" y="754"/>
                    </a:lnTo>
                    <a:lnTo>
                      <a:pt x="28" y="750"/>
                    </a:lnTo>
                    <a:lnTo>
                      <a:pt x="32" y="745"/>
                    </a:lnTo>
                    <a:lnTo>
                      <a:pt x="35" y="740"/>
                    </a:lnTo>
                    <a:lnTo>
                      <a:pt x="35" y="736"/>
                    </a:lnTo>
                    <a:lnTo>
                      <a:pt x="35" y="712"/>
                    </a:lnTo>
                    <a:lnTo>
                      <a:pt x="39" y="687"/>
                    </a:lnTo>
                    <a:lnTo>
                      <a:pt x="39" y="682"/>
                    </a:lnTo>
                    <a:lnTo>
                      <a:pt x="39" y="675"/>
                    </a:lnTo>
                    <a:lnTo>
                      <a:pt x="42" y="657"/>
                    </a:lnTo>
                    <a:lnTo>
                      <a:pt x="42" y="654"/>
                    </a:lnTo>
                    <a:lnTo>
                      <a:pt x="37" y="652"/>
                    </a:lnTo>
                    <a:lnTo>
                      <a:pt x="30" y="650"/>
                    </a:lnTo>
                    <a:lnTo>
                      <a:pt x="25" y="645"/>
                    </a:lnTo>
                    <a:lnTo>
                      <a:pt x="23" y="640"/>
                    </a:lnTo>
                    <a:lnTo>
                      <a:pt x="23" y="636"/>
                    </a:lnTo>
                    <a:lnTo>
                      <a:pt x="23" y="631"/>
                    </a:lnTo>
                    <a:lnTo>
                      <a:pt x="23" y="624"/>
                    </a:lnTo>
                    <a:lnTo>
                      <a:pt x="21" y="622"/>
                    </a:lnTo>
                    <a:lnTo>
                      <a:pt x="16" y="617"/>
                    </a:lnTo>
                    <a:lnTo>
                      <a:pt x="14" y="610"/>
                    </a:lnTo>
                    <a:lnTo>
                      <a:pt x="11" y="603"/>
                    </a:lnTo>
                    <a:lnTo>
                      <a:pt x="9" y="591"/>
                    </a:lnTo>
                    <a:lnTo>
                      <a:pt x="9" y="582"/>
                    </a:lnTo>
                    <a:lnTo>
                      <a:pt x="14" y="573"/>
                    </a:lnTo>
                    <a:lnTo>
                      <a:pt x="21" y="561"/>
                    </a:lnTo>
                    <a:lnTo>
                      <a:pt x="25" y="552"/>
                    </a:lnTo>
                    <a:lnTo>
                      <a:pt x="30" y="540"/>
                    </a:lnTo>
                    <a:lnTo>
                      <a:pt x="35" y="529"/>
                    </a:lnTo>
                    <a:lnTo>
                      <a:pt x="35" y="522"/>
                    </a:lnTo>
                    <a:lnTo>
                      <a:pt x="37" y="515"/>
                    </a:lnTo>
                    <a:lnTo>
                      <a:pt x="42" y="440"/>
                    </a:lnTo>
                    <a:lnTo>
                      <a:pt x="49" y="387"/>
                    </a:lnTo>
                    <a:lnTo>
                      <a:pt x="56" y="347"/>
                    </a:lnTo>
                    <a:lnTo>
                      <a:pt x="60" y="340"/>
                    </a:lnTo>
                    <a:lnTo>
                      <a:pt x="63" y="333"/>
                    </a:lnTo>
                    <a:lnTo>
                      <a:pt x="90" y="291"/>
                    </a:lnTo>
                    <a:lnTo>
                      <a:pt x="100" y="277"/>
                    </a:lnTo>
                    <a:lnTo>
                      <a:pt x="109" y="268"/>
                    </a:lnTo>
                    <a:lnTo>
                      <a:pt x="121" y="256"/>
                    </a:lnTo>
                    <a:lnTo>
                      <a:pt x="130" y="247"/>
                    </a:lnTo>
                    <a:lnTo>
                      <a:pt x="137" y="240"/>
                    </a:lnTo>
                    <a:lnTo>
                      <a:pt x="144" y="238"/>
                    </a:lnTo>
                    <a:lnTo>
                      <a:pt x="146" y="233"/>
                    </a:lnTo>
                    <a:lnTo>
                      <a:pt x="149" y="231"/>
                    </a:lnTo>
                    <a:lnTo>
                      <a:pt x="149" y="224"/>
                    </a:lnTo>
                    <a:lnTo>
                      <a:pt x="151" y="219"/>
                    </a:lnTo>
                    <a:lnTo>
                      <a:pt x="160" y="200"/>
                    </a:lnTo>
                    <a:lnTo>
                      <a:pt x="165" y="193"/>
                    </a:lnTo>
                    <a:lnTo>
                      <a:pt x="167" y="193"/>
                    </a:lnTo>
                    <a:lnTo>
                      <a:pt x="167" y="193"/>
                    </a:lnTo>
                    <a:lnTo>
                      <a:pt x="163" y="170"/>
                    </a:lnTo>
                    <a:lnTo>
                      <a:pt x="163" y="147"/>
                    </a:lnTo>
                    <a:lnTo>
                      <a:pt x="163" y="138"/>
                    </a:lnTo>
                    <a:lnTo>
                      <a:pt x="165" y="126"/>
                    </a:lnTo>
                    <a:lnTo>
                      <a:pt x="170" y="98"/>
                    </a:lnTo>
                    <a:lnTo>
                      <a:pt x="172" y="91"/>
                    </a:lnTo>
                    <a:lnTo>
                      <a:pt x="174" y="84"/>
                    </a:lnTo>
                    <a:lnTo>
                      <a:pt x="186" y="58"/>
                    </a:lnTo>
                    <a:lnTo>
                      <a:pt x="193" y="49"/>
                    </a:lnTo>
                    <a:lnTo>
                      <a:pt x="198" y="42"/>
                    </a:lnTo>
                    <a:lnTo>
                      <a:pt x="205" y="35"/>
                    </a:lnTo>
                    <a:lnTo>
                      <a:pt x="207" y="31"/>
                    </a:lnTo>
                    <a:lnTo>
                      <a:pt x="209" y="28"/>
                    </a:lnTo>
                    <a:lnTo>
                      <a:pt x="221" y="21"/>
                    </a:lnTo>
                    <a:lnTo>
                      <a:pt x="223" y="21"/>
                    </a:lnTo>
                    <a:lnTo>
                      <a:pt x="223" y="19"/>
                    </a:lnTo>
                    <a:lnTo>
                      <a:pt x="225" y="17"/>
                    </a:lnTo>
                    <a:lnTo>
                      <a:pt x="230" y="17"/>
                    </a:lnTo>
                    <a:lnTo>
                      <a:pt x="237" y="17"/>
                    </a:lnTo>
                    <a:lnTo>
                      <a:pt x="242" y="17"/>
                    </a:lnTo>
                    <a:lnTo>
                      <a:pt x="246" y="12"/>
                    </a:lnTo>
                    <a:lnTo>
                      <a:pt x="251" y="10"/>
                    </a:lnTo>
                    <a:lnTo>
                      <a:pt x="256" y="5"/>
                    </a:lnTo>
                    <a:lnTo>
                      <a:pt x="263" y="0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  <a:alpha val="3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8" name="Freeform 59"/>
              <p:cNvSpPr>
                <a:spLocks noEditPoints="1"/>
              </p:cNvSpPr>
              <p:nvPr/>
            </p:nvSpPr>
            <p:spPr bwMode="auto">
              <a:xfrm>
                <a:off x="8609142" y="2433713"/>
                <a:ext cx="525469" cy="900000"/>
              </a:xfrm>
              <a:custGeom>
                <a:avLst/>
                <a:gdLst>
                  <a:gd name="T0" fmla="*/ 584 w 990"/>
                  <a:gd name="T1" fmla="*/ 1473 h 2127"/>
                  <a:gd name="T2" fmla="*/ 589 w 990"/>
                  <a:gd name="T3" fmla="*/ 1496 h 2127"/>
                  <a:gd name="T4" fmla="*/ 591 w 990"/>
                  <a:gd name="T5" fmla="*/ 1443 h 2127"/>
                  <a:gd name="T6" fmla="*/ 389 w 990"/>
                  <a:gd name="T7" fmla="*/ 1228 h 2127"/>
                  <a:gd name="T8" fmla="*/ 366 w 990"/>
                  <a:gd name="T9" fmla="*/ 1189 h 2127"/>
                  <a:gd name="T10" fmla="*/ 331 w 990"/>
                  <a:gd name="T11" fmla="*/ 1168 h 2127"/>
                  <a:gd name="T12" fmla="*/ 924 w 990"/>
                  <a:gd name="T13" fmla="*/ 991 h 2127"/>
                  <a:gd name="T14" fmla="*/ 771 w 990"/>
                  <a:gd name="T15" fmla="*/ 188 h 2127"/>
                  <a:gd name="T16" fmla="*/ 696 w 990"/>
                  <a:gd name="T17" fmla="*/ 13 h 2127"/>
                  <a:gd name="T18" fmla="*/ 787 w 990"/>
                  <a:gd name="T19" fmla="*/ 74 h 2127"/>
                  <a:gd name="T20" fmla="*/ 813 w 990"/>
                  <a:gd name="T21" fmla="*/ 125 h 2127"/>
                  <a:gd name="T22" fmla="*/ 810 w 990"/>
                  <a:gd name="T23" fmla="*/ 132 h 2127"/>
                  <a:gd name="T24" fmla="*/ 778 w 990"/>
                  <a:gd name="T25" fmla="*/ 197 h 2127"/>
                  <a:gd name="T26" fmla="*/ 766 w 990"/>
                  <a:gd name="T27" fmla="*/ 242 h 2127"/>
                  <a:gd name="T28" fmla="*/ 740 w 990"/>
                  <a:gd name="T29" fmla="*/ 288 h 2127"/>
                  <a:gd name="T30" fmla="*/ 708 w 990"/>
                  <a:gd name="T31" fmla="*/ 328 h 2127"/>
                  <a:gd name="T32" fmla="*/ 689 w 990"/>
                  <a:gd name="T33" fmla="*/ 388 h 2127"/>
                  <a:gd name="T34" fmla="*/ 673 w 990"/>
                  <a:gd name="T35" fmla="*/ 481 h 2127"/>
                  <a:gd name="T36" fmla="*/ 694 w 990"/>
                  <a:gd name="T37" fmla="*/ 735 h 2127"/>
                  <a:gd name="T38" fmla="*/ 754 w 990"/>
                  <a:gd name="T39" fmla="*/ 796 h 2127"/>
                  <a:gd name="T40" fmla="*/ 813 w 990"/>
                  <a:gd name="T41" fmla="*/ 809 h 2127"/>
                  <a:gd name="T42" fmla="*/ 882 w 990"/>
                  <a:gd name="T43" fmla="*/ 877 h 2127"/>
                  <a:gd name="T44" fmla="*/ 976 w 990"/>
                  <a:gd name="T45" fmla="*/ 926 h 2127"/>
                  <a:gd name="T46" fmla="*/ 985 w 990"/>
                  <a:gd name="T47" fmla="*/ 982 h 2127"/>
                  <a:gd name="T48" fmla="*/ 945 w 990"/>
                  <a:gd name="T49" fmla="*/ 1026 h 2127"/>
                  <a:gd name="T50" fmla="*/ 908 w 990"/>
                  <a:gd name="T51" fmla="*/ 1017 h 2127"/>
                  <a:gd name="T52" fmla="*/ 838 w 990"/>
                  <a:gd name="T53" fmla="*/ 958 h 2127"/>
                  <a:gd name="T54" fmla="*/ 771 w 990"/>
                  <a:gd name="T55" fmla="*/ 931 h 2127"/>
                  <a:gd name="T56" fmla="*/ 699 w 990"/>
                  <a:gd name="T57" fmla="*/ 926 h 2127"/>
                  <a:gd name="T58" fmla="*/ 647 w 990"/>
                  <a:gd name="T59" fmla="*/ 1063 h 2127"/>
                  <a:gd name="T60" fmla="*/ 671 w 990"/>
                  <a:gd name="T61" fmla="*/ 1107 h 2127"/>
                  <a:gd name="T62" fmla="*/ 726 w 990"/>
                  <a:gd name="T63" fmla="*/ 1207 h 2127"/>
                  <a:gd name="T64" fmla="*/ 827 w 990"/>
                  <a:gd name="T65" fmla="*/ 1424 h 2127"/>
                  <a:gd name="T66" fmla="*/ 694 w 990"/>
                  <a:gd name="T67" fmla="*/ 1731 h 2127"/>
                  <a:gd name="T68" fmla="*/ 545 w 990"/>
                  <a:gd name="T69" fmla="*/ 1859 h 2127"/>
                  <a:gd name="T70" fmla="*/ 547 w 990"/>
                  <a:gd name="T71" fmla="*/ 1966 h 2127"/>
                  <a:gd name="T72" fmla="*/ 580 w 990"/>
                  <a:gd name="T73" fmla="*/ 1990 h 2127"/>
                  <a:gd name="T74" fmla="*/ 647 w 990"/>
                  <a:gd name="T75" fmla="*/ 2045 h 2127"/>
                  <a:gd name="T76" fmla="*/ 615 w 990"/>
                  <a:gd name="T77" fmla="*/ 2069 h 2127"/>
                  <a:gd name="T78" fmla="*/ 526 w 990"/>
                  <a:gd name="T79" fmla="*/ 2118 h 2127"/>
                  <a:gd name="T80" fmla="*/ 454 w 990"/>
                  <a:gd name="T81" fmla="*/ 2083 h 2127"/>
                  <a:gd name="T82" fmla="*/ 382 w 990"/>
                  <a:gd name="T83" fmla="*/ 2071 h 2127"/>
                  <a:gd name="T84" fmla="*/ 328 w 990"/>
                  <a:gd name="T85" fmla="*/ 2062 h 2127"/>
                  <a:gd name="T86" fmla="*/ 319 w 990"/>
                  <a:gd name="T87" fmla="*/ 1964 h 2127"/>
                  <a:gd name="T88" fmla="*/ 317 w 990"/>
                  <a:gd name="T89" fmla="*/ 1913 h 2127"/>
                  <a:gd name="T90" fmla="*/ 326 w 990"/>
                  <a:gd name="T91" fmla="*/ 1875 h 2127"/>
                  <a:gd name="T92" fmla="*/ 333 w 990"/>
                  <a:gd name="T93" fmla="*/ 1745 h 2127"/>
                  <a:gd name="T94" fmla="*/ 349 w 990"/>
                  <a:gd name="T95" fmla="*/ 1547 h 2127"/>
                  <a:gd name="T96" fmla="*/ 293 w 990"/>
                  <a:gd name="T97" fmla="*/ 1545 h 2127"/>
                  <a:gd name="T98" fmla="*/ 9 w 990"/>
                  <a:gd name="T99" fmla="*/ 1359 h 2127"/>
                  <a:gd name="T100" fmla="*/ 172 w 990"/>
                  <a:gd name="T101" fmla="*/ 1100 h 2127"/>
                  <a:gd name="T102" fmla="*/ 217 w 990"/>
                  <a:gd name="T103" fmla="*/ 1107 h 2127"/>
                  <a:gd name="T104" fmla="*/ 326 w 990"/>
                  <a:gd name="T105" fmla="*/ 1128 h 2127"/>
                  <a:gd name="T106" fmla="*/ 342 w 990"/>
                  <a:gd name="T107" fmla="*/ 1063 h 2127"/>
                  <a:gd name="T108" fmla="*/ 333 w 990"/>
                  <a:gd name="T109" fmla="*/ 975 h 2127"/>
                  <a:gd name="T110" fmla="*/ 300 w 990"/>
                  <a:gd name="T111" fmla="*/ 828 h 2127"/>
                  <a:gd name="T112" fmla="*/ 370 w 990"/>
                  <a:gd name="T113" fmla="*/ 405 h 2127"/>
                  <a:gd name="T114" fmla="*/ 510 w 990"/>
                  <a:gd name="T115" fmla="*/ 249 h 2127"/>
                  <a:gd name="T116" fmla="*/ 496 w 990"/>
                  <a:gd name="T117" fmla="*/ 169 h 2127"/>
                  <a:gd name="T118" fmla="*/ 526 w 990"/>
                  <a:gd name="T119" fmla="*/ 93 h 2127"/>
                  <a:gd name="T120" fmla="*/ 584 w 990"/>
                  <a:gd name="T121" fmla="*/ 30 h 21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90" h="2127">
                    <a:moveTo>
                      <a:pt x="545" y="1971"/>
                    </a:moveTo>
                    <a:lnTo>
                      <a:pt x="543" y="1971"/>
                    </a:lnTo>
                    <a:lnTo>
                      <a:pt x="545" y="1976"/>
                    </a:lnTo>
                    <a:lnTo>
                      <a:pt x="547" y="1978"/>
                    </a:lnTo>
                    <a:lnTo>
                      <a:pt x="550" y="1976"/>
                    </a:lnTo>
                    <a:lnTo>
                      <a:pt x="550" y="1973"/>
                    </a:lnTo>
                    <a:lnTo>
                      <a:pt x="547" y="1971"/>
                    </a:lnTo>
                    <a:lnTo>
                      <a:pt x="545" y="1971"/>
                    </a:lnTo>
                    <a:close/>
                    <a:moveTo>
                      <a:pt x="591" y="1443"/>
                    </a:moveTo>
                    <a:lnTo>
                      <a:pt x="589" y="1450"/>
                    </a:lnTo>
                    <a:lnTo>
                      <a:pt x="584" y="1473"/>
                    </a:lnTo>
                    <a:lnTo>
                      <a:pt x="580" y="1494"/>
                    </a:lnTo>
                    <a:lnTo>
                      <a:pt x="571" y="1536"/>
                    </a:lnTo>
                    <a:lnTo>
                      <a:pt x="568" y="1540"/>
                    </a:lnTo>
                    <a:lnTo>
                      <a:pt x="568" y="1543"/>
                    </a:lnTo>
                    <a:lnTo>
                      <a:pt x="571" y="1543"/>
                    </a:lnTo>
                    <a:lnTo>
                      <a:pt x="573" y="1540"/>
                    </a:lnTo>
                    <a:lnTo>
                      <a:pt x="577" y="1533"/>
                    </a:lnTo>
                    <a:lnTo>
                      <a:pt x="582" y="1526"/>
                    </a:lnTo>
                    <a:lnTo>
                      <a:pt x="584" y="1519"/>
                    </a:lnTo>
                    <a:lnTo>
                      <a:pt x="587" y="1501"/>
                    </a:lnTo>
                    <a:lnTo>
                      <a:pt x="589" y="1496"/>
                    </a:lnTo>
                    <a:lnTo>
                      <a:pt x="589" y="1491"/>
                    </a:lnTo>
                    <a:lnTo>
                      <a:pt x="594" y="1487"/>
                    </a:lnTo>
                    <a:lnTo>
                      <a:pt x="601" y="1480"/>
                    </a:lnTo>
                    <a:lnTo>
                      <a:pt x="605" y="1475"/>
                    </a:lnTo>
                    <a:lnTo>
                      <a:pt x="612" y="1471"/>
                    </a:lnTo>
                    <a:lnTo>
                      <a:pt x="619" y="1468"/>
                    </a:lnTo>
                    <a:lnTo>
                      <a:pt x="622" y="1468"/>
                    </a:lnTo>
                    <a:lnTo>
                      <a:pt x="615" y="1457"/>
                    </a:lnTo>
                    <a:lnTo>
                      <a:pt x="605" y="1447"/>
                    </a:lnTo>
                    <a:lnTo>
                      <a:pt x="598" y="1445"/>
                    </a:lnTo>
                    <a:lnTo>
                      <a:pt x="591" y="1443"/>
                    </a:lnTo>
                    <a:close/>
                    <a:moveTo>
                      <a:pt x="312" y="1154"/>
                    </a:moveTo>
                    <a:lnTo>
                      <a:pt x="310" y="1154"/>
                    </a:lnTo>
                    <a:lnTo>
                      <a:pt x="303" y="1156"/>
                    </a:lnTo>
                    <a:lnTo>
                      <a:pt x="293" y="1159"/>
                    </a:lnTo>
                    <a:lnTo>
                      <a:pt x="284" y="1159"/>
                    </a:lnTo>
                    <a:lnTo>
                      <a:pt x="280" y="1159"/>
                    </a:lnTo>
                    <a:lnTo>
                      <a:pt x="296" y="1168"/>
                    </a:lnTo>
                    <a:lnTo>
                      <a:pt x="312" y="1180"/>
                    </a:lnTo>
                    <a:lnTo>
                      <a:pt x="382" y="1226"/>
                    </a:lnTo>
                    <a:lnTo>
                      <a:pt x="387" y="1228"/>
                    </a:lnTo>
                    <a:lnTo>
                      <a:pt x="389" y="1228"/>
                    </a:lnTo>
                    <a:lnTo>
                      <a:pt x="389" y="1228"/>
                    </a:lnTo>
                    <a:lnTo>
                      <a:pt x="389" y="1214"/>
                    </a:lnTo>
                    <a:lnTo>
                      <a:pt x="391" y="1201"/>
                    </a:lnTo>
                    <a:lnTo>
                      <a:pt x="394" y="1198"/>
                    </a:lnTo>
                    <a:lnTo>
                      <a:pt x="391" y="1196"/>
                    </a:lnTo>
                    <a:lnTo>
                      <a:pt x="389" y="1194"/>
                    </a:lnTo>
                    <a:lnTo>
                      <a:pt x="387" y="1194"/>
                    </a:lnTo>
                    <a:lnTo>
                      <a:pt x="380" y="1196"/>
                    </a:lnTo>
                    <a:lnTo>
                      <a:pt x="375" y="1196"/>
                    </a:lnTo>
                    <a:lnTo>
                      <a:pt x="370" y="1194"/>
                    </a:lnTo>
                    <a:lnTo>
                      <a:pt x="366" y="1189"/>
                    </a:lnTo>
                    <a:lnTo>
                      <a:pt x="363" y="1187"/>
                    </a:lnTo>
                    <a:lnTo>
                      <a:pt x="361" y="1187"/>
                    </a:lnTo>
                    <a:lnTo>
                      <a:pt x="356" y="1184"/>
                    </a:lnTo>
                    <a:lnTo>
                      <a:pt x="352" y="1182"/>
                    </a:lnTo>
                    <a:lnTo>
                      <a:pt x="349" y="1180"/>
                    </a:lnTo>
                    <a:lnTo>
                      <a:pt x="347" y="1175"/>
                    </a:lnTo>
                    <a:lnTo>
                      <a:pt x="347" y="1173"/>
                    </a:lnTo>
                    <a:lnTo>
                      <a:pt x="340" y="1173"/>
                    </a:lnTo>
                    <a:lnTo>
                      <a:pt x="335" y="1173"/>
                    </a:lnTo>
                    <a:lnTo>
                      <a:pt x="331" y="1168"/>
                    </a:lnTo>
                    <a:lnTo>
                      <a:pt x="331" y="1168"/>
                    </a:lnTo>
                    <a:lnTo>
                      <a:pt x="328" y="1168"/>
                    </a:lnTo>
                    <a:lnTo>
                      <a:pt x="324" y="1166"/>
                    </a:lnTo>
                    <a:lnTo>
                      <a:pt x="321" y="1163"/>
                    </a:lnTo>
                    <a:lnTo>
                      <a:pt x="319" y="1161"/>
                    </a:lnTo>
                    <a:lnTo>
                      <a:pt x="317" y="1156"/>
                    </a:lnTo>
                    <a:lnTo>
                      <a:pt x="314" y="1154"/>
                    </a:lnTo>
                    <a:lnTo>
                      <a:pt x="312" y="1154"/>
                    </a:lnTo>
                    <a:close/>
                    <a:moveTo>
                      <a:pt x="927" y="984"/>
                    </a:moveTo>
                    <a:lnTo>
                      <a:pt x="924" y="986"/>
                    </a:lnTo>
                    <a:lnTo>
                      <a:pt x="924" y="989"/>
                    </a:lnTo>
                    <a:lnTo>
                      <a:pt x="924" y="991"/>
                    </a:lnTo>
                    <a:lnTo>
                      <a:pt x="936" y="1012"/>
                    </a:lnTo>
                    <a:lnTo>
                      <a:pt x="938" y="1010"/>
                    </a:lnTo>
                    <a:lnTo>
                      <a:pt x="941" y="1007"/>
                    </a:lnTo>
                    <a:lnTo>
                      <a:pt x="938" y="1003"/>
                    </a:lnTo>
                    <a:lnTo>
                      <a:pt x="929" y="986"/>
                    </a:lnTo>
                    <a:lnTo>
                      <a:pt x="927" y="984"/>
                    </a:lnTo>
                    <a:close/>
                    <a:moveTo>
                      <a:pt x="775" y="179"/>
                    </a:moveTo>
                    <a:lnTo>
                      <a:pt x="773" y="181"/>
                    </a:lnTo>
                    <a:lnTo>
                      <a:pt x="771" y="183"/>
                    </a:lnTo>
                    <a:lnTo>
                      <a:pt x="768" y="188"/>
                    </a:lnTo>
                    <a:lnTo>
                      <a:pt x="771" y="188"/>
                    </a:lnTo>
                    <a:lnTo>
                      <a:pt x="773" y="190"/>
                    </a:lnTo>
                    <a:lnTo>
                      <a:pt x="775" y="188"/>
                    </a:lnTo>
                    <a:lnTo>
                      <a:pt x="778" y="188"/>
                    </a:lnTo>
                    <a:lnTo>
                      <a:pt x="778" y="183"/>
                    </a:lnTo>
                    <a:lnTo>
                      <a:pt x="775" y="179"/>
                    </a:lnTo>
                    <a:close/>
                    <a:moveTo>
                      <a:pt x="654" y="0"/>
                    </a:moveTo>
                    <a:lnTo>
                      <a:pt x="668" y="2"/>
                    </a:lnTo>
                    <a:lnTo>
                      <a:pt x="675" y="2"/>
                    </a:lnTo>
                    <a:lnTo>
                      <a:pt x="682" y="4"/>
                    </a:lnTo>
                    <a:lnTo>
                      <a:pt x="689" y="9"/>
                    </a:lnTo>
                    <a:lnTo>
                      <a:pt x="696" y="13"/>
                    </a:lnTo>
                    <a:lnTo>
                      <a:pt x="703" y="18"/>
                    </a:lnTo>
                    <a:lnTo>
                      <a:pt x="713" y="23"/>
                    </a:lnTo>
                    <a:lnTo>
                      <a:pt x="722" y="27"/>
                    </a:lnTo>
                    <a:lnTo>
                      <a:pt x="729" y="32"/>
                    </a:lnTo>
                    <a:lnTo>
                      <a:pt x="736" y="34"/>
                    </a:lnTo>
                    <a:lnTo>
                      <a:pt x="745" y="37"/>
                    </a:lnTo>
                    <a:lnTo>
                      <a:pt x="752" y="41"/>
                    </a:lnTo>
                    <a:lnTo>
                      <a:pt x="757" y="46"/>
                    </a:lnTo>
                    <a:lnTo>
                      <a:pt x="764" y="51"/>
                    </a:lnTo>
                    <a:lnTo>
                      <a:pt x="775" y="62"/>
                    </a:lnTo>
                    <a:lnTo>
                      <a:pt x="787" y="74"/>
                    </a:lnTo>
                    <a:lnTo>
                      <a:pt x="792" y="79"/>
                    </a:lnTo>
                    <a:lnTo>
                      <a:pt x="794" y="83"/>
                    </a:lnTo>
                    <a:lnTo>
                      <a:pt x="796" y="88"/>
                    </a:lnTo>
                    <a:lnTo>
                      <a:pt x="799" y="93"/>
                    </a:lnTo>
                    <a:lnTo>
                      <a:pt x="801" y="97"/>
                    </a:lnTo>
                    <a:lnTo>
                      <a:pt x="803" y="102"/>
                    </a:lnTo>
                    <a:lnTo>
                      <a:pt x="806" y="107"/>
                    </a:lnTo>
                    <a:lnTo>
                      <a:pt x="808" y="114"/>
                    </a:lnTo>
                    <a:lnTo>
                      <a:pt x="808" y="116"/>
                    </a:lnTo>
                    <a:lnTo>
                      <a:pt x="810" y="118"/>
                    </a:lnTo>
                    <a:lnTo>
                      <a:pt x="813" y="125"/>
                    </a:lnTo>
                    <a:lnTo>
                      <a:pt x="810" y="132"/>
                    </a:lnTo>
                    <a:lnTo>
                      <a:pt x="810" y="132"/>
                    </a:lnTo>
                    <a:lnTo>
                      <a:pt x="810" y="128"/>
                    </a:lnTo>
                    <a:lnTo>
                      <a:pt x="810" y="125"/>
                    </a:lnTo>
                    <a:lnTo>
                      <a:pt x="808" y="123"/>
                    </a:lnTo>
                    <a:lnTo>
                      <a:pt x="808" y="128"/>
                    </a:lnTo>
                    <a:lnTo>
                      <a:pt x="808" y="130"/>
                    </a:lnTo>
                    <a:lnTo>
                      <a:pt x="808" y="132"/>
                    </a:lnTo>
                    <a:lnTo>
                      <a:pt x="810" y="132"/>
                    </a:lnTo>
                    <a:lnTo>
                      <a:pt x="810" y="132"/>
                    </a:lnTo>
                    <a:lnTo>
                      <a:pt x="810" y="132"/>
                    </a:lnTo>
                    <a:lnTo>
                      <a:pt x="810" y="132"/>
                    </a:lnTo>
                    <a:lnTo>
                      <a:pt x="810" y="130"/>
                    </a:lnTo>
                    <a:lnTo>
                      <a:pt x="808" y="146"/>
                    </a:lnTo>
                    <a:lnTo>
                      <a:pt x="803" y="155"/>
                    </a:lnTo>
                    <a:lnTo>
                      <a:pt x="799" y="167"/>
                    </a:lnTo>
                    <a:lnTo>
                      <a:pt x="796" y="174"/>
                    </a:lnTo>
                    <a:lnTo>
                      <a:pt x="796" y="179"/>
                    </a:lnTo>
                    <a:lnTo>
                      <a:pt x="796" y="186"/>
                    </a:lnTo>
                    <a:lnTo>
                      <a:pt x="792" y="190"/>
                    </a:lnTo>
                    <a:lnTo>
                      <a:pt x="787" y="195"/>
                    </a:lnTo>
                    <a:lnTo>
                      <a:pt x="778" y="197"/>
                    </a:lnTo>
                    <a:lnTo>
                      <a:pt x="773" y="197"/>
                    </a:lnTo>
                    <a:lnTo>
                      <a:pt x="771" y="200"/>
                    </a:lnTo>
                    <a:lnTo>
                      <a:pt x="771" y="202"/>
                    </a:lnTo>
                    <a:lnTo>
                      <a:pt x="773" y="207"/>
                    </a:lnTo>
                    <a:lnTo>
                      <a:pt x="780" y="223"/>
                    </a:lnTo>
                    <a:lnTo>
                      <a:pt x="780" y="230"/>
                    </a:lnTo>
                    <a:lnTo>
                      <a:pt x="780" y="235"/>
                    </a:lnTo>
                    <a:lnTo>
                      <a:pt x="780" y="237"/>
                    </a:lnTo>
                    <a:lnTo>
                      <a:pt x="775" y="242"/>
                    </a:lnTo>
                    <a:lnTo>
                      <a:pt x="771" y="242"/>
                    </a:lnTo>
                    <a:lnTo>
                      <a:pt x="766" y="242"/>
                    </a:lnTo>
                    <a:lnTo>
                      <a:pt x="764" y="244"/>
                    </a:lnTo>
                    <a:lnTo>
                      <a:pt x="761" y="246"/>
                    </a:lnTo>
                    <a:lnTo>
                      <a:pt x="761" y="249"/>
                    </a:lnTo>
                    <a:lnTo>
                      <a:pt x="759" y="258"/>
                    </a:lnTo>
                    <a:lnTo>
                      <a:pt x="754" y="265"/>
                    </a:lnTo>
                    <a:lnTo>
                      <a:pt x="750" y="270"/>
                    </a:lnTo>
                    <a:lnTo>
                      <a:pt x="747" y="272"/>
                    </a:lnTo>
                    <a:lnTo>
                      <a:pt x="747" y="274"/>
                    </a:lnTo>
                    <a:lnTo>
                      <a:pt x="745" y="279"/>
                    </a:lnTo>
                    <a:lnTo>
                      <a:pt x="745" y="286"/>
                    </a:lnTo>
                    <a:lnTo>
                      <a:pt x="740" y="288"/>
                    </a:lnTo>
                    <a:lnTo>
                      <a:pt x="738" y="293"/>
                    </a:lnTo>
                    <a:lnTo>
                      <a:pt x="738" y="297"/>
                    </a:lnTo>
                    <a:lnTo>
                      <a:pt x="738" y="302"/>
                    </a:lnTo>
                    <a:lnTo>
                      <a:pt x="736" y="309"/>
                    </a:lnTo>
                    <a:lnTo>
                      <a:pt x="733" y="316"/>
                    </a:lnTo>
                    <a:lnTo>
                      <a:pt x="731" y="321"/>
                    </a:lnTo>
                    <a:lnTo>
                      <a:pt x="726" y="323"/>
                    </a:lnTo>
                    <a:lnTo>
                      <a:pt x="722" y="325"/>
                    </a:lnTo>
                    <a:lnTo>
                      <a:pt x="715" y="328"/>
                    </a:lnTo>
                    <a:lnTo>
                      <a:pt x="710" y="328"/>
                    </a:lnTo>
                    <a:lnTo>
                      <a:pt x="708" y="328"/>
                    </a:lnTo>
                    <a:lnTo>
                      <a:pt x="706" y="330"/>
                    </a:lnTo>
                    <a:lnTo>
                      <a:pt x="706" y="332"/>
                    </a:lnTo>
                    <a:lnTo>
                      <a:pt x="706" y="337"/>
                    </a:lnTo>
                    <a:lnTo>
                      <a:pt x="703" y="339"/>
                    </a:lnTo>
                    <a:lnTo>
                      <a:pt x="692" y="356"/>
                    </a:lnTo>
                    <a:lnTo>
                      <a:pt x="694" y="360"/>
                    </a:lnTo>
                    <a:lnTo>
                      <a:pt x="699" y="370"/>
                    </a:lnTo>
                    <a:lnTo>
                      <a:pt x="701" y="374"/>
                    </a:lnTo>
                    <a:lnTo>
                      <a:pt x="699" y="377"/>
                    </a:lnTo>
                    <a:lnTo>
                      <a:pt x="699" y="379"/>
                    </a:lnTo>
                    <a:lnTo>
                      <a:pt x="689" y="388"/>
                    </a:lnTo>
                    <a:lnTo>
                      <a:pt x="682" y="393"/>
                    </a:lnTo>
                    <a:lnTo>
                      <a:pt x="680" y="395"/>
                    </a:lnTo>
                    <a:lnTo>
                      <a:pt x="673" y="398"/>
                    </a:lnTo>
                    <a:lnTo>
                      <a:pt x="668" y="402"/>
                    </a:lnTo>
                    <a:lnTo>
                      <a:pt x="664" y="409"/>
                    </a:lnTo>
                    <a:lnTo>
                      <a:pt x="664" y="414"/>
                    </a:lnTo>
                    <a:lnTo>
                      <a:pt x="661" y="423"/>
                    </a:lnTo>
                    <a:lnTo>
                      <a:pt x="661" y="428"/>
                    </a:lnTo>
                    <a:lnTo>
                      <a:pt x="664" y="451"/>
                    </a:lnTo>
                    <a:lnTo>
                      <a:pt x="671" y="474"/>
                    </a:lnTo>
                    <a:lnTo>
                      <a:pt x="673" y="481"/>
                    </a:lnTo>
                    <a:lnTo>
                      <a:pt x="675" y="488"/>
                    </a:lnTo>
                    <a:lnTo>
                      <a:pt x="675" y="495"/>
                    </a:lnTo>
                    <a:lnTo>
                      <a:pt x="687" y="551"/>
                    </a:lnTo>
                    <a:lnTo>
                      <a:pt x="694" y="595"/>
                    </a:lnTo>
                    <a:lnTo>
                      <a:pt x="701" y="661"/>
                    </a:lnTo>
                    <a:lnTo>
                      <a:pt x="701" y="665"/>
                    </a:lnTo>
                    <a:lnTo>
                      <a:pt x="701" y="670"/>
                    </a:lnTo>
                    <a:lnTo>
                      <a:pt x="699" y="688"/>
                    </a:lnTo>
                    <a:lnTo>
                      <a:pt x="694" y="723"/>
                    </a:lnTo>
                    <a:lnTo>
                      <a:pt x="694" y="728"/>
                    </a:lnTo>
                    <a:lnTo>
                      <a:pt x="694" y="735"/>
                    </a:lnTo>
                    <a:lnTo>
                      <a:pt x="706" y="761"/>
                    </a:lnTo>
                    <a:lnTo>
                      <a:pt x="708" y="765"/>
                    </a:lnTo>
                    <a:lnTo>
                      <a:pt x="713" y="770"/>
                    </a:lnTo>
                    <a:lnTo>
                      <a:pt x="717" y="772"/>
                    </a:lnTo>
                    <a:lnTo>
                      <a:pt x="722" y="775"/>
                    </a:lnTo>
                    <a:lnTo>
                      <a:pt x="729" y="775"/>
                    </a:lnTo>
                    <a:lnTo>
                      <a:pt x="736" y="779"/>
                    </a:lnTo>
                    <a:lnTo>
                      <a:pt x="740" y="784"/>
                    </a:lnTo>
                    <a:lnTo>
                      <a:pt x="750" y="793"/>
                    </a:lnTo>
                    <a:lnTo>
                      <a:pt x="752" y="796"/>
                    </a:lnTo>
                    <a:lnTo>
                      <a:pt x="754" y="796"/>
                    </a:lnTo>
                    <a:lnTo>
                      <a:pt x="761" y="793"/>
                    </a:lnTo>
                    <a:lnTo>
                      <a:pt x="766" y="789"/>
                    </a:lnTo>
                    <a:lnTo>
                      <a:pt x="771" y="784"/>
                    </a:lnTo>
                    <a:lnTo>
                      <a:pt x="775" y="784"/>
                    </a:lnTo>
                    <a:lnTo>
                      <a:pt x="778" y="782"/>
                    </a:lnTo>
                    <a:lnTo>
                      <a:pt x="782" y="784"/>
                    </a:lnTo>
                    <a:lnTo>
                      <a:pt x="789" y="786"/>
                    </a:lnTo>
                    <a:lnTo>
                      <a:pt x="794" y="791"/>
                    </a:lnTo>
                    <a:lnTo>
                      <a:pt x="799" y="796"/>
                    </a:lnTo>
                    <a:lnTo>
                      <a:pt x="806" y="803"/>
                    </a:lnTo>
                    <a:lnTo>
                      <a:pt x="813" y="809"/>
                    </a:lnTo>
                    <a:lnTo>
                      <a:pt x="817" y="816"/>
                    </a:lnTo>
                    <a:lnTo>
                      <a:pt x="820" y="826"/>
                    </a:lnTo>
                    <a:lnTo>
                      <a:pt x="822" y="833"/>
                    </a:lnTo>
                    <a:lnTo>
                      <a:pt x="829" y="840"/>
                    </a:lnTo>
                    <a:lnTo>
                      <a:pt x="834" y="844"/>
                    </a:lnTo>
                    <a:lnTo>
                      <a:pt x="871" y="868"/>
                    </a:lnTo>
                    <a:lnTo>
                      <a:pt x="873" y="870"/>
                    </a:lnTo>
                    <a:lnTo>
                      <a:pt x="873" y="870"/>
                    </a:lnTo>
                    <a:lnTo>
                      <a:pt x="875" y="875"/>
                    </a:lnTo>
                    <a:lnTo>
                      <a:pt x="880" y="875"/>
                    </a:lnTo>
                    <a:lnTo>
                      <a:pt x="882" y="877"/>
                    </a:lnTo>
                    <a:lnTo>
                      <a:pt x="899" y="877"/>
                    </a:lnTo>
                    <a:lnTo>
                      <a:pt x="908" y="879"/>
                    </a:lnTo>
                    <a:lnTo>
                      <a:pt x="917" y="882"/>
                    </a:lnTo>
                    <a:lnTo>
                      <a:pt x="927" y="886"/>
                    </a:lnTo>
                    <a:lnTo>
                      <a:pt x="936" y="891"/>
                    </a:lnTo>
                    <a:lnTo>
                      <a:pt x="945" y="898"/>
                    </a:lnTo>
                    <a:lnTo>
                      <a:pt x="955" y="903"/>
                    </a:lnTo>
                    <a:lnTo>
                      <a:pt x="962" y="907"/>
                    </a:lnTo>
                    <a:lnTo>
                      <a:pt x="966" y="917"/>
                    </a:lnTo>
                    <a:lnTo>
                      <a:pt x="971" y="921"/>
                    </a:lnTo>
                    <a:lnTo>
                      <a:pt x="976" y="926"/>
                    </a:lnTo>
                    <a:lnTo>
                      <a:pt x="983" y="938"/>
                    </a:lnTo>
                    <a:lnTo>
                      <a:pt x="987" y="949"/>
                    </a:lnTo>
                    <a:lnTo>
                      <a:pt x="990" y="954"/>
                    </a:lnTo>
                    <a:lnTo>
                      <a:pt x="990" y="958"/>
                    </a:lnTo>
                    <a:lnTo>
                      <a:pt x="987" y="961"/>
                    </a:lnTo>
                    <a:lnTo>
                      <a:pt x="985" y="965"/>
                    </a:lnTo>
                    <a:lnTo>
                      <a:pt x="983" y="968"/>
                    </a:lnTo>
                    <a:lnTo>
                      <a:pt x="980" y="968"/>
                    </a:lnTo>
                    <a:lnTo>
                      <a:pt x="980" y="970"/>
                    </a:lnTo>
                    <a:lnTo>
                      <a:pt x="983" y="975"/>
                    </a:lnTo>
                    <a:lnTo>
                      <a:pt x="985" y="982"/>
                    </a:lnTo>
                    <a:lnTo>
                      <a:pt x="983" y="986"/>
                    </a:lnTo>
                    <a:lnTo>
                      <a:pt x="971" y="1005"/>
                    </a:lnTo>
                    <a:lnTo>
                      <a:pt x="969" y="1007"/>
                    </a:lnTo>
                    <a:lnTo>
                      <a:pt x="966" y="1010"/>
                    </a:lnTo>
                    <a:lnTo>
                      <a:pt x="964" y="1010"/>
                    </a:lnTo>
                    <a:lnTo>
                      <a:pt x="962" y="1012"/>
                    </a:lnTo>
                    <a:lnTo>
                      <a:pt x="962" y="1012"/>
                    </a:lnTo>
                    <a:lnTo>
                      <a:pt x="959" y="1014"/>
                    </a:lnTo>
                    <a:lnTo>
                      <a:pt x="957" y="1021"/>
                    </a:lnTo>
                    <a:lnTo>
                      <a:pt x="952" y="1024"/>
                    </a:lnTo>
                    <a:lnTo>
                      <a:pt x="945" y="1026"/>
                    </a:lnTo>
                    <a:lnTo>
                      <a:pt x="941" y="1026"/>
                    </a:lnTo>
                    <a:lnTo>
                      <a:pt x="936" y="1026"/>
                    </a:lnTo>
                    <a:lnTo>
                      <a:pt x="934" y="1024"/>
                    </a:lnTo>
                    <a:lnTo>
                      <a:pt x="931" y="1019"/>
                    </a:lnTo>
                    <a:lnTo>
                      <a:pt x="927" y="1024"/>
                    </a:lnTo>
                    <a:lnTo>
                      <a:pt x="922" y="1026"/>
                    </a:lnTo>
                    <a:lnTo>
                      <a:pt x="917" y="1026"/>
                    </a:lnTo>
                    <a:lnTo>
                      <a:pt x="913" y="1026"/>
                    </a:lnTo>
                    <a:lnTo>
                      <a:pt x="908" y="1024"/>
                    </a:lnTo>
                    <a:lnTo>
                      <a:pt x="906" y="1021"/>
                    </a:lnTo>
                    <a:lnTo>
                      <a:pt x="908" y="1017"/>
                    </a:lnTo>
                    <a:lnTo>
                      <a:pt x="908" y="1012"/>
                    </a:lnTo>
                    <a:lnTo>
                      <a:pt x="908" y="1010"/>
                    </a:lnTo>
                    <a:lnTo>
                      <a:pt x="906" y="1005"/>
                    </a:lnTo>
                    <a:lnTo>
                      <a:pt x="906" y="1003"/>
                    </a:lnTo>
                    <a:lnTo>
                      <a:pt x="903" y="998"/>
                    </a:lnTo>
                    <a:lnTo>
                      <a:pt x="899" y="996"/>
                    </a:lnTo>
                    <a:lnTo>
                      <a:pt x="894" y="993"/>
                    </a:lnTo>
                    <a:lnTo>
                      <a:pt x="889" y="991"/>
                    </a:lnTo>
                    <a:lnTo>
                      <a:pt x="848" y="968"/>
                    </a:lnTo>
                    <a:lnTo>
                      <a:pt x="841" y="961"/>
                    </a:lnTo>
                    <a:lnTo>
                      <a:pt x="838" y="958"/>
                    </a:lnTo>
                    <a:lnTo>
                      <a:pt x="836" y="958"/>
                    </a:lnTo>
                    <a:lnTo>
                      <a:pt x="831" y="958"/>
                    </a:lnTo>
                    <a:lnTo>
                      <a:pt x="827" y="956"/>
                    </a:lnTo>
                    <a:lnTo>
                      <a:pt x="824" y="956"/>
                    </a:lnTo>
                    <a:lnTo>
                      <a:pt x="817" y="949"/>
                    </a:lnTo>
                    <a:lnTo>
                      <a:pt x="810" y="944"/>
                    </a:lnTo>
                    <a:lnTo>
                      <a:pt x="803" y="942"/>
                    </a:lnTo>
                    <a:lnTo>
                      <a:pt x="792" y="938"/>
                    </a:lnTo>
                    <a:lnTo>
                      <a:pt x="780" y="931"/>
                    </a:lnTo>
                    <a:lnTo>
                      <a:pt x="775" y="931"/>
                    </a:lnTo>
                    <a:lnTo>
                      <a:pt x="771" y="931"/>
                    </a:lnTo>
                    <a:lnTo>
                      <a:pt x="766" y="931"/>
                    </a:lnTo>
                    <a:lnTo>
                      <a:pt x="759" y="935"/>
                    </a:lnTo>
                    <a:lnTo>
                      <a:pt x="750" y="935"/>
                    </a:lnTo>
                    <a:lnTo>
                      <a:pt x="740" y="935"/>
                    </a:lnTo>
                    <a:lnTo>
                      <a:pt x="731" y="933"/>
                    </a:lnTo>
                    <a:lnTo>
                      <a:pt x="719" y="926"/>
                    </a:lnTo>
                    <a:lnTo>
                      <a:pt x="708" y="921"/>
                    </a:lnTo>
                    <a:lnTo>
                      <a:pt x="706" y="919"/>
                    </a:lnTo>
                    <a:lnTo>
                      <a:pt x="703" y="919"/>
                    </a:lnTo>
                    <a:lnTo>
                      <a:pt x="701" y="921"/>
                    </a:lnTo>
                    <a:lnTo>
                      <a:pt x="699" y="926"/>
                    </a:lnTo>
                    <a:lnTo>
                      <a:pt x="687" y="956"/>
                    </a:lnTo>
                    <a:lnTo>
                      <a:pt x="680" y="965"/>
                    </a:lnTo>
                    <a:lnTo>
                      <a:pt x="673" y="975"/>
                    </a:lnTo>
                    <a:lnTo>
                      <a:pt x="668" y="984"/>
                    </a:lnTo>
                    <a:lnTo>
                      <a:pt x="664" y="993"/>
                    </a:lnTo>
                    <a:lnTo>
                      <a:pt x="654" y="1012"/>
                    </a:lnTo>
                    <a:lnTo>
                      <a:pt x="647" y="1033"/>
                    </a:lnTo>
                    <a:lnTo>
                      <a:pt x="645" y="1045"/>
                    </a:lnTo>
                    <a:lnTo>
                      <a:pt x="647" y="1056"/>
                    </a:lnTo>
                    <a:lnTo>
                      <a:pt x="647" y="1059"/>
                    </a:lnTo>
                    <a:lnTo>
                      <a:pt x="647" y="1063"/>
                    </a:lnTo>
                    <a:lnTo>
                      <a:pt x="643" y="1068"/>
                    </a:lnTo>
                    <a:lnTo>
                      <a:pt x="645" y="1070"/>
                    </a:lnTo>
                    <a:lnTo>
                      <a:pt x="645" y="1073"/>
                    </a:lnTo>
                    <a:lnTo>
                      <a:pt x="647" y="1077"/>
                    </a:lnTo>
                    <a:lnTo>
                      <a:pt x="650" y="1079"/>
                    </a:lnTo>
                    <a:lnTo>
                      <a:pt x="652" y="1079"/>
                    </a:lnTo>
                    <a:lnTo>
                      <a:pt x="654" y="1082"/>
                    </a:lnTo>
                    <a:lnTo>
                      <a:pt x="661" y="1086"/>
                    </a:lnTo>
                    <a:lnTo>
                      <a:pt x="666" y="1091"/>
                    </a:lnTo>
                    <a:lnTo>
                      <a:pt x="671" y="1098"/>
                    </a:lnTo>
                    <a:lnTo>
                      <a:pt x="671" y="1107"/>
                    </a:lnTo>
                    <a:lnTo>
                      <a:pt x="673" y="1112"/>
                    </a:lnTo>
                    <a:lnTo>
                      <a:pt x="675" y="1117"/>
                    </a:lnTo>
                    <a:lnTo>
                      <a:pt x="680" y="1121"/>
                    </a:lnTo>
                    <a:lnTo>
                      <a:pt x="682" y="1126"/>
                    </a:lnTo>
                    <a:lnTo>
                      <a:pt x="689" y="1138"/>
                    </a:lnTo>
                    <a:lnTo>
                      <a:pt x="694" y="1149"/>
                    </a:lnTo>
                    <a:lnTo>
                      <a:pt x="696" y="1154"/>
                    </a:lnTo>
                    <a:lnTo>
                      <a:pt x="701" y="1161"/>
                    </a:lnTo>
                    <a:lnTo>
                      <a:pt x="701" y="1163"/>
                    </a:lnTo>
                    <a:lnTo>
                      <a:pt x="713" y="1184"/>
                    </a:lnTo>
                    <a:lnTo>
                      <a:pt x="726" y="1207"/>
                    </a:lnTo>
                    <a:lnTo>
                      <a:pt x="729" y="1212"/>
                    </a:lnTo>
                    <a:lnTo>
                      <a:pt x="729" y="1219"/>
                    </a:lnTo>
                    <a:lnTo>
                      <a:pt x="731" y="1221"/>
                    </a:lnTo>
                    <a:lnTo>
                      <a:pt x="733" y="1226"/>
                    </a:lnTo>
                    <a:lnTo>
                      <a:pt x="738" y="1231"/>
                    </a:lnTo>
                    <a:lnTo>
                      <a:pt x="740" y="1235"/>
                    </a:lnTo>
                    <a:lnTo>
                      <a:pt x="750" y="1256"/>
                    </a:lnTo>
                    <a:lnTo>
                      <a:pt x="778" y="1312"/>
                    </a:lnTo>
                    <a:lnTo>
                      <a:pt x="806" y="1368"/>
                    </a:lnTo>
                    <a:lnTo>
                      <a:pt x="817" y="1394"/>
                    </a:lnTo>
                    <a:lnTo>
                      <a:pt x="827" y="1424"/>
                    </a:lnTo>
                    <a:lnTo>
                      <a:pt x="829" y="1436"/>
                    </a:lnTo>
                    <a:lnTo>
                      <a:pt x="834" y="1447"/>
                    </a:lnTo>
                    <a:lnTo>
                      <a:pt x="834" y="1454"/>
                    </a:lnTo>
                    <a:lnTo>
                      <a:pt x="834" y="1459"/>
                    </a:lnTo>
                    <a:lnTo>
                      <a:pt x="831" y="1471"/>
                    </a:lnTo>
                    <a:lnTo>
                      <a:pt x="829" y="1482"/>
                    </a:lnTo>
                    <a:lnTo>
                      <a:pt x="803" y="1543"/>
                    </a:lnTo>
                    <a:lnTo>
                      <a:pt x="773" y="1603"/>
                    </a:lnTo>
                    <a:lnTo>
                      <a:pt x="743" y="1657"/>
                    </a:lnTo>
                    <a:lnTo>
                      <a:pt x="701" y="1722"/>
                    </a:lnTo>
                    <a:lnTo>
                      <a:pt x="694" y="1731"/>
                    </a:lnTo>
                    <a:lnTo>
                      <a:pt x="689" y="1740"/>
                    </a:lnTo>
                    <a:lnTo>
                      <a:pt x="680" y="1754"/>
                    </a:lnTo>
                    <a:lnTo>
                      <a:pt x="668" y="1766"/>
                    </a:lnTo>
                    <a:lnTo>
                      <a:pt x="657" y="1775"/>
                    </a:lnTo>
                    <a:lnTo>
                      <a:pt x="591" y="1822"/>
                    </a:lnTo>
                    <a:lnTo>
                      <a:pt x="584" y="1827"/>
                    </a:lnTo>
                    <a:lnTo>
                      <a:pt x="568" y="1838"/>
                    </a:lnTo>
                    <a:lnTo>
                      <a:pt x="552" y="1850"/>
                    </a:lnTo>
                    <a:lnTo>
                      <a:pt x="550" y="1852"/>
                    </a:lnTo>
                    <a:lnTo>
                      <a:pt x="547" y="1855"/>
                    </a:lnTo>
                    <a:lnTo>
                      <a:pt x="545" y="1859"/>
                    </a:lnTo>
                    <a:lnTo>
                      <a:pt x="545" y="1880"/>
                    </a:lnTo>
                    <a:lnTo>
                      <a:pt x="543" y="1887"/>
                    </a:lnTo>
                    <a:lnTo>
                      <a:pt x="540" y="1892"/>
                    </a:lnTo>
                    <a:lnTo>
                      <a:pt x="538" y="1896"/>
                    </a:lnTo>
                    <a:lnTo>
                      <a:pt x="536" y="1901"/>
                    </a:lnTo>
                    <a:lnTo>
                      <a:pt x="536" y="1922"/>
                    </a:lnTo>
                    <a:lnTo>
                      <a:pt x="536" y="1941"/>
                    </a:lnTo>
                    <a:lnTo>
                      <a:pt x="540" y="1959"/>
                    </a:lnTo>
                    <a:lnTo>
                      <a:pt x="540" y="1964"/>
                    </a:lnTo>
                    <a:lnTo>
                      <a:pt x="545" y="1964"/>
                    </a:lnTo>
                    <a:lnTo>
                      <a:pt x="547" y="1966"/>
                    </a:lnTo>
                    <a:lnTo>
                      <a:pt x="552" y="1969"/>
                    </a:lnTo>
                    <a:lnTo>
                      <a:pt x="552" y="1973"/>
                    </a:lnTo>
                    <a:lnTo>
                      <a:pt x="552" y="1978"/>
                    </a:lnTo>
                    <a:lnTo>
                      <a:pt x="552" y="1980"/>
                    </a:lnTo>
                    <a:lnTo>
                      <a:pt x="554" y="1983"/>
                    </a:lnTo>
                    <a:lnTo>
                      <a:pt x="559" y="1983"/>
                    </a:lnTo>
                    <a:lnTo>
                      <a:pt x="561" y="1983"/>
                    </a:lnTo>
                    <a:lnTo>
                      <a:pt x="566" y="1983"/>
                    </a:lnTo>
                    <a:lnTo>
                      <a:pt x="571" y="1985"/>
                    </a:lnTo>
                    <a:lnTo>
                      <a:pt x="575" y="1987"/>
                    </a:lnTo>
                    <a:lnTo>
                      <a:pt x="580" y="1990"/>
                    </a:lnTo>
                    <a:lnTo>
                      <a:pt x="601" y="1992"/>
                    </a:lnTo>
                    <a:lnTo>
                      <a:pt x="624" y="1992"/>
                    </a:lnTo>
                    <a:lnTo>
                      <a:pt x="631" y="1992"/>
                    </a:lnTo>
                    <a:lnTo>
                      <a:pt x="636" y="1994"/>
                    </a:lnTo>
                    <a:lnTo>
                      <a:pt x="640" y="1997"/>
                    </a:lnTo>
                    <a:lnTo>
                      <a:pt x="645" y="2001"/>
                    </a:lnTo>
                    <a:lnTo>
                      <a:pt x="647" y="2008"/>
                    </a:lnTo>
                    <a:lnTo>
                      <a:pt x="652" y="2017"/>
                    </a:lnTo>
                    <a:lnTo>
                      <a:pt x="652" y="2029"/>
                    </a:lnTo>
                    <a:lnTo>
                      <a:pt x="652" y="2038"/>
                    </a:lnTo>
                    <a:lnTo>
                      <a:pt x="647" y="2045"/>
                    </a:lnTo>
                    <a:lnTo>
                      <a:pt x="643" y="2050"/>
                    </a:lnTo>
                    <a:lnTo>
                      <a:pt x="638" y="2055"/>
                    </a:lnTo>
                    <a:lnTo>
                      <a:pt x="636" y="2057"/>
                    </a:lnTo>
                    <a:lnTo>
                      <a:pt x="633" y="2057"/>
                    </a:lnTo>
                    <a:lnTo>
                      <a:pt x="629" y="2059"/>
                    </a:lnTo>
                    <a:lnTo>
                      <a:pt x="626" y="2059"/>
                    </a:lnTo>
                    <a:lnTo>
                      <a:pt x="622" y="2062"/>
                    </a:lnTo>
                    <a:lnTo>
                      <a:pt x="619" y="2064"/>
                    </a:lnTo>
                    <a:lnTo>
                      <a:pt x="617" y="2064"/>
                    </a:lnTo>
                    <a:lnTo>
                      <a:pt x="615" y="2066"/>
                    </a:lnTo>
                    <a:lnTo>
                      <a:pt x="615" y="2069"/>
                    </a:lnTo>
                    <a:lnTo>
                      <a:pt x="615" y="2078"/>
                    </a:lnTo>
                    <a:lnTo>
                      <a:pt x="615" y="2085"/>
                    </a:lnTo>
                    <a:lnTo>
                      <a:pt x="612" y="2092"/>
                    </a:lnTo>
                    <a:lnTo>
                      <a:pt x="610" y="2099"/>
                    </a:lnTo>
                    <a:lnTo>
                      <a:pt x="608" y="2101"/>
                    </a:lnTo>
                    <a:lnTo>
                      <a:pt x="596" y="2113"/>
                    </a:lnTo>
                    <a:lnTo>
                      <a:pt x="582" y="2122"/>
                    </a:lnTo>
                    <a:lnTo>
                      <a:pt x="566" y="2127"/>
                    </a:lnTo>
                    <a:lnTo>
                      <a:pt x="545" y="2125"/>
                    </a:lnTo>
                    <a:lnTo>
                      <a:pt x="536" y="2122"/>
                    </a:lnTo>
                    <a:lnTo>
                      <a:pt x="526" y="2118"/>
                    </a:lnTo>
                    <a:lnTo>
                      <a:pt x="519" y="2118"/>
                    </a:lnTo>
                    <a:lnTo>
                      <a:pt x="517" y="2115"/>
                    </a:lnTo>
                    <a:lnTo>
                      <a:pt x="515" y="2115"/>
                    </a:lnTo>
                    <a:lnTo>
                      <a:pt x="503" y="2108"/>
                    </a:lnTo>
                    <a:lnTo>
                      <a:pt x="491" y="2104"/>
                    </a:lnTo>
                    <a:lnTo>
                      <a:pt x="484" y="2101"/>
                    </a:lnTo>
                    <a:lnTo>
                      <a:pt x="482" y="2099"/>
                    </a:lnTo>
                    <a:lnTo>
                      <a:pt x="477" y="2097"/>
                    </a:lnTo>
                    <a:lnTo>
                      <a:pt x="470" y="2092"/>
                    </a:lnTo>
                    <a:lnTo>
                      <a:pt x="461" y="2087"/>
                    </a:lnTo>
                    <a:lnTo>
                      <a:pt x="454" y="2083"/>
                    </a:lnTo>
                    <a:lnTo>
                      <a:pt x="447" y="2078"/>
                    </a:lnTo>
                    <a:lnTo>
                      <a:pt x="445" y="2076"/>
                    </a:lnTo>
                    <a:lnTo>
                      <a:pt x="442" y="2073"/>
                    </a:lnTo>
                    <a:lnTo>
                      <a:pt x="435" y="2066"/>
                    </a:lnTo>
                    <a:lnTo>
                      <a:pt x="431" y="2064"/>
                    </a:lnTo>
                    <a:lnTo>
                      <a:pt x="426" y="2064"/>
                    </a:lnTo>
                    <a:lnTo>
                      <a:pt x="391" y="2071"/>
                    </a:lnTo>
                    <a:lnTo>
                      <a:pt x="391" y="2071"/>
                    </a:lnTo>
                    <a:lnTo>
                      <a:pt x="389" y="2071"/>
                    </a:lnTo>
                    <a:lnTo>
                      <a:pt x="384" y="2071"/>
                    </a:lnTo>
                    <a:lnTo>
                      <a:pt x="382" y="2071"/>
                    </a:lnTo>
                    <a:lnTo>
                      <a:pt x="377" y="2073"/>
                    </a:lnTo>
                    <a:lnTo>
                      <a:pt x="370" y="2073"/>
                    </a:lnTo>
                    <a:lnTo>
                      <a:pt x="363" y="2073"/>
                    </a:lnTo>
                    <a:lnTo>
                      <a:pt x="359" y="2073"/>
                    </a:lnTo>
                    <a:lnTo>
                      <a:pt x="354" y="2071"/>
                    </a:lnTo>
                    <a:lnTo>
                      <a:pt x="349" y="2071"/>
                    </a:lnTo>
                    <a:lnTo>
                      <a:pt x="345" y="2071"/>
                    </a:lnTo>
                    <a:lnTo>
                      <a:pt x="340" y="2071"/>
                    </a:lnTo>
                    <a:lnTo>
                      <a:pt x="335" y="2069"/>
                    </a:lnTo>
                    <a:lnTo>
                      <a:pt x="331" y="2066"/>
                    </a:lnTo>
                    <a:lnTo>
                      <a:pt x="328" y="2062"/>
                    </a:lnTo>
                    <a:lnTo>
                      <a:pt x="324" y="2059"/>
                    </a:lnTo>
                    <a:lnTo>
                      <a:pt x="321" y="2055"/>
                    </a:lnTo>
                    <a:lnTo>
                      <a:pt x="319" y="2050"/>
                    </a:lnTo>
                    <a:lnTo>
                      <a:pt x="314" y="2034"/>
                    </a:lnTo>
                    <a:lnTo>
                      <a:pt x="312" y="2015"/>
                    </a:lnTo>
                    <a:lnTo>
                      <a:pt x="312" y="2010"/>
                    </a:lnTo>
                    <a:lnTo>
                      <a:pt x="312" y="2006"/>
                    </a:lnTo>
                    <a:lnTo>
                      <a:pt x="314" y="1997"/>
                    </a:lnTo>
                    <a:lnTo>
                      <a:pt x="314" y="1990"/>
                    </a:lnTo>
                    <a:lnTo>
                      <a:pt x="317" y="1969"/>
                    </a:lnTo>
                    <a:lnTo>
                      <a:pt x="319" y="1964"/>
                    </a:lnTo>
                    <a:lnTo>
                      <a:pt x="321" y="1959"/>
                    </a:lnTo>
                    <a:lnTo>
                      <a:pt x="326" y="1955"/>
                    </a:lnTo>
                    <a:lnTo>
                      <a:pt x="328" y="1948"/>
                    </a:lnTo>
                    <a:lnTo>
                      <a:pt x="328" y="1941"/>
                    </a:lnTo>
                    <a:lnTo>
                      <a:pt x="326" y="1931"/>
                    </a:lnTo>
                    <a:lnTo>
                      <a:pt x="326" y="1929"/>
                    </a:lnTo>
                    <a:lnTo>
                      <a:pt x="324" y="1929"/>
                    </a:lnTo>
                    <a:lnTo>
                      <a:pt x="321" y="1924"/>
                    </a:lnTo>
                    <a:lnTo>
                      <a:pt x="319" y="1922"/>
                    </a:lnTo>
                    <a:lnTo>
                      <a:pt x="319" y="1917"/>
                    </a:lnTo>
                    <a:lnTo>
                      <a:pt x="317" y="1913"/>
                    </a:lnTo>
                    <a:lnTo>
                      <a:pt x="317" y="1906"/>
                    </a:lnTo>
                    <a:lnTo>
                      <a:pt x="317" y="1901"/>
                    </a:lnTo>
                    <a:lnTo>
                      <a:pt x="317" y="1899"/>
                    </a:lnTo>
                    <a:lnTo>
                      <a:pt x="314" y="1896"/>
                    </a:lnTo>
                    <a:lnTo>
                      <a:pt x="314" y="1892"/>
                    </a:lnTo>
                    <a:lnTo>
                      <a:pt x="317" y="1889"/>
                    </a:lnTo>
                    <a:lnTo>
                      <a:pt x="317" y="1889"/>
                    </a:lnTo>
                    <a:lnTo>
                      <a:pt x="319" y="1885"/>
                    </a:lnTo>
                    <a:lnTo>
                      <a:pt x="321" y="1882"/>
                    </a:lnTo>
                    <a:lnTo>
                      <a:pt x="321" y="1878"/>
                    </a:lnTo>
                    <a:lnTo>
                      <a:pt x="326" y="1875"/>
                    </a:lnTo>
                    <a:lnTo>
                      <a:pt x="326" y="1869"/>
                    </a:lnTo>
                    <a:lnTo>
                      <a:pt x="324" y="1862"/>
                    </a:lnTo>
                    <a:lnTo>
                      <a:pt x="321" y="1850"/>
                    </a:lnTo>
                    <a:lnTo>
                      <a:pt x="321" y="1838"/>
                    </a:lnTo>
                    <a:lnTo>
                      <a:pt x="321" y="1829"/>
                    </a:lnTo>
                    <a:lnTo>
                      <a:pt x="317" y="1785"/>
                    </a:lnTo>
                    <a:lnTo>
                      <a:pt x="317" y="1775"/>
                    </a:lnTo>
                    <a:lnTo>
                      <a:pt x="317" y="1768"/>
                    </a:lnTo>
                    <a:lnTo>
                      <a:pt x="321" y="1759"/>
                    </a:lnTo>
                    <a:lnTo>
                      <a:pt x="326" y="1752"/>
                    </a:lnTo>
                    <a:lnTo>
                      <a:pt x="333" y="1745"/>
                    </a:lnTo>
                    <a:lnTo>
                      <a:pt x="342" y="1738"/>
                    </a:lnTo>
                    <a:lnTo>
                      <a:pt x="345" y="1736"/>
                    </a:lnTo>
                    <a:lnTo>
                      <a:pt x="345" y="1731"/>
                    </a:lnTo>
                    <a:lnTo>
                      <a:pt x="342" y="1673"/>
                    </a:lnTo>
                    <a:lnTo>
                      <a:pt x="345" y="1592"/>
                    </a:lnTo>
                    <a:lnTo>
                      <a:pt x="347" y="1568"/>
                    </a:lnTo>
                    <a:lnTo>
                      <a:pt x="349" y="1559"/>
                    </a:lnTo>
                    <a:lnTo>
                      <a:pt x="352" y="1552"/>
                    </a:lnTo>
                    <a:lnTo>
                      <a:pt x="352" y="1547"/>
                    </a:lnTo>
                    <a:lnTo>
                      <a:pt x="352" y="1545"/>
                    </a:lnTo>
                    <a:lnTo>
                      <a:pt x="349" y="1547"/>
                    </a:lnTo>
                    <a:lnTo>
                      <a:pt x="342" y="1552"/>
                    </a:lnTo>
                    <a:lnTo>
                      <a:pt x="338" y="1557"/>
                    </a:lnTo>
                    <a:lnTo>
                      <a:pt x="331" y="1557"/>
                    </a:lnTo>
                    <a:lnTo>
                      <a:pt x="324" y="1554"/>
                    </a:lnTo>
                    <a:lnTo>
                      <a:pt x="319" y="1552"/>
                    </a:lnTo>
                    <a:lnTo>
                      <a:pt x="312" y="1552"/>
                    </a:lnTo>
                    <a:lnTo>
                      <a:pt x="310" y="1550"/>
                    </a:lnTo>
                    <a:lnTo>
                      <a:pt x="307" y="1550"/>
                    </a:lnTo>
                    <a:lnTo>
                      <a:pt x="303" y="1545"/>
                    </a:lnTo>
                    <a:lnTo>
                      <a:pt x="298" y="1545"/>
                    </a:lnTo>
                    <a:lnTo>
                      <a:pt x="293" y="1545"/>
                    </a:lnTo>
                    <a:lnTo>
                      <a:pt x="282" y="1543"/>
                    </a:lnTo>
                    <a:lnTo>
                      <a:pt x="270" y="1536"/>
                    </a:lnTo>
                    <a:lnTo>
                      <a:pt x="163" y="1468"/>
                    </a:lnTo>
                    <a:lnTo>
                      <a:pt x="79" y="1415"/>
                    </a:lnTo>
                    <a:lnTo>
                      <a:pt x="37" y="1387"/>
                    </a:lnTo>
                    <a:lnTo>
                      <a:pt x="33" y="1382"/>
                    </a:lnTo>
                    <a:lnTo>
                      <a:pt x="30" y="1377"/>
                    </a:lnTo>
                    <a:lnTo>
                      <a:pt x="28" y="1373"/>
                    </a:lnTo>
                    <a:lnTo>
                      <a:pt x="26" y="1368"/>
                    </a:lnTo>
                    <a:lnTo>
                      <a:pt x="21" y="1366"/>
                    </a:lnTo>
                    <a:lnTo>
                      <a:pt x="9" y="1359"/>
                    </a:lnTo>
                    <a:lnTo>
                      <a:pt x="5" y="1354"/>
                    </a:lnTo>
                    <a:lnTo>
                      <a:pt x="0" y="1347"/>
                    </a:lnTo>
                    <a:lnTo>
                      <a:pt x="2" y="1342"/>
                    </a:lnTo>
                    <a:lnTo>
                      <a:pt x="5" y="1336"/>
                    </a:lnTo>
                    <a:lnTo>
                      <a:pt x="14" y="1319"/>
                    </a:lnTo>
                    <a:lnTo>
                      <a:pt x="26" y="1305"/>
                    </a:lnTo>
                    <a:lnTo>
                      <a:pt x="98" y="1207"/>
                    </a:lnTo>
                    <a:lnTo>
                      <a:pt x="103" y="1201"/>
                    </a:lnTo>
                    <a:lnTo>
                      <a:pt x="107" y="1194"/>
                    </a:lnTo>
                    <a:lnTo>
                      <a:pt x="128" y="1163"/>
                    </a:lnTo>
                    <a:lnTo>
                      <a:pt x="172" y="1100"/>
                    </a:lnTo>
                    <a:lnTo>
                      <a:pt x="177" y="1098"/>
                    </a:lnTo>
                    <a:lnTo>
                      <a:pt x="179" y="1096"/>
                    </a:lnTo>
                    <a:lnTo>
                      <a:pt x="186" y="1096"/>
                    </a:lnTo>
                    <a:lnTo>
                      <a:pt x="193" y="1100"/>
                    </a:lnTo>
                    <a:lnTo>
                      <a:pt x="203" y="1105"/>
                    </a:lnTo>
                    <a:lnTo>
                      <a:pt x="205" y="1105"/>
                    </a:lnTo>
                    <a:lnTo>
                      <a:pt x="210" y="1107"/>
                    </a:lnTo>
                    <a:lnTo>
                      <a:pt x="212" y="1107"/>
                    </a:lnTo>
                    <a:lnTo>
                      <a:pt x="214" y="1107"/>
                    </a:lnTo>
                    <a:lnTo>
                      <a:pt x="217" y="1107"/>
                    </a:lnTo>
                    <a:lnTo>
                      <a:pt x="217" y="1107"/>
                    </a:lnTo>
                    <a:lnTo>
                      <a:pt x="273" y="1147"/>
                    </a:lnTo>
                    <a:lnTo>
                      <a:pt x="277" y="1149"/>
                    </a:lnTo>
                    <a:lnTo>
                      <a:pt x="284" y="1152"/>
                    </a:lnTo>
                    <a:lnTo>
                      <a:pt x="293" y="1152"/>
                    </a:lnTo>
                    <a:lnTo>
                      <a:pt x="300" y="1149"/>
                    </a:lnTo>
                    <a:lnTo>
                      <a:pt x="307" y="1147"/>
                    </a:lnTo>
                    <a:lnTo>
                      <a:pt x="314" y="1145"/>
                    </a:lnTo>
                    <a:lnTo>
                      <a:pt x="317" y="1142"/>
                    </a:lnTo>
                    <a:lnTo>
                      <a:pt x="319" y="1138"/>
                    </a:lnTo>
                    <a:lnTo>
                      <a:pt x="321" y="1135"/>
                    </a:lnTo>
                    <a:lnTo>
                      <a:pt x="326" y="1128"/>
                    </a:lnTo>
                    <a:lnTo>
                      <a:pt x="326" y="1126"/>
                    </a:lnTo>
                    <a:lnTo>
                      <a:pt x="328" y="1121"/>
                    </a:lnTo>
                    <a:lnTo>
                      <a:pt x="328" y="1112"/>
                    </a:lnTo>
                    <a:lnTo>
                      <a:pt x="333" y="1103"/>
                    </a:lnTo>
                    <a:lnTo>
                      <a:pt x="338" y="1084"/>
                    </a:lnTo>
                    <a:lnTo>
                      <a:pt x="338" y="1084"/>
                    </a:lnTo>
                    <a:lnTo>
                      <a:pt x="338" y="1082"/>
                    </a:lnTo>
                    <a:lnTo>
                      <a:pt x="335" y="1077"/>
                    </a:lnTo>
                    <a:lnTo>
                      <a:pt x="338" y="1075"/>
                    </a:lnTo>
                    <a:lnTo>
                      <a:pt x="338" y="1073"/>
                    </a:lnTo>
                    <a:lnTo>
                      <a:pt x="342" y="1063"/>
                    </a:lnTo>
                    <a:lnTo>
                      <a:pt x="342" y="1052"/>
                    </a:lnTo>
                    <a:lnTo>
                      <a:pt x="345" y="1042"/>
                    </a:lnTo>
                    <a:lnTo>
                      <a:pt x="345" y="1040"/>
                    </a:lnTo>
                    <a:lnTo>
                      <a:pt x="342" y="1035"/>
                    </a:lnTo>
                    <a:lnTo>
                      <a:pt x="340" y="1033"/>
                    </a:lnTo>
                    <a:lnTo>
                      <a:pt x="340" y="1028"/>
                    </a:lnTo>
                    <a:lnTo>
                      <a:pt x="335" y="1017"/>
                    </a:lnTo>
                    <a:lnTo>
                      <a:pt x="333" y="1003"/>
                    </a:lnTo>
                    <a:lnTo>
                      <a:pt x="331" y="991"/>
                    </a:lnTo>
                    <a:lnTo>
                      <a:pt x="333" y="982"/>
                    </a:lnTo>
                    <a:lnTo>
                      <a:pt x="333" y="975"/>
                    </a:lnTo>
                    <a:lnTo>
                      <a:pt x="333" y="968"/>
                    </a:lnTo>
                    <a:lnTo>
                      <a:pt x="326" y="938"/>
                    </a:lnTo>
                    <a:lnTo>
                      <a:pt x="324" y="931"/>
                    </a:lnTo>
                    <a:lnTo>
                      <a:pt x="324" y="924"/>
                    </a:lnTo>
                    <a:lnTo>
                      <a:pt x="321" y="919"/>
                    </a:lnTo>
                    <a:lnTo>
                      <a:pt x="317" y="914"/>
                    </a:lnTo>
                    <a:lnTo>
                      <a:pt x="312" y="910"/>
                    </a:lnTo>
                    <a:lnTo>
                      <a:pt x="310" y="903"/>
                    </a:lnTo>
                    <a:lnTo>
                      <a:pt x="307" y="896"/>
                    </a:lnTo>
                    <a:lnTo>
                      <a:pt x="303" y="863"/>
                    </a:lnTo>
                    <a:lnTo>
                      <a:pt x="300" y="828"/>
                    </a:lnTo>
                    <a:lnTo>
                      <a:pt x="296" y="761"/>
                    </a:lnTo>
                    <a:lnTo>
                      <a:pt x="296" y="712"/>
                    </a:lnTo>
                    <a:lnTo>
                      <a:pt x="312" y="616"/>
                    </a:lnTo>
                    <a:lnTo>
                      <a:pt x="321" y="579"/>
                    </a:lnTo>
                    <a:lnTo>
                      <a:pt x="338" y="526"/>
                    </a:lnTo>
                    <a:lnTo>
                      <a:pt x="342" y="509"/>
                    </a:lnTo>
                    <a:lnTo>
                      <a:pt x="345" y="493"/>
                    </a:lnTo>
                    <a:lnTo>
                      <a:pt x="352" y="463"/>
                    </a:lnTo>
                    <a:lnTo>
                      <a:pt x="359" y="435"/>
                    </a:lnTo>
                    <a:lnTo>
                      <a:pt x="366" y="418"/>
                    </a:lnTo>
                    <a:lnTo>
                      <a:pt x="370" y="405"/>
                    </a:lnTo>
                    <a:lnTo>
                      <a:pt x="377" y="381"/>
                    </a:lnTo>
                    <a:lnTo>
                      <a:pt x="389" y="363"/>
                    </a:lnTo>
                    <a:lnTo>
                      <a:pt x="412" y="325"/>
                    </a:lnTo>
                    <a:lnTo>
                      <a:pt x="442" y="290"/>
                    </a:lnTo>
                    <a:lnTo>
                      <a:pt x="449" y="286"/>
                    </a:lnTo>
                    <a:lnTo>
                      <a:pt x="454" y="281"/>
                    </a:lnTo>
                    <a:lnTo>
                      <a:pt x="489" y="260"/>
                    </a:lnTo>
                    <a:lnTo>
                      <a:pt x="498" y="256"/>
                    </a:lnTo>
                    <a:lnTo>
                      <a:pt x="505" y="251"/>
                    </a:lnTo>
                    <a:lnTo>
                      <a:pt x="508" y="251"/>
                    </a:lnTo>
                    <a:lnTo>
                      <a:pt x="510" y="249"/>
                    </a:lnTo>
                    <a:lnTo>
                      <a:pt x="510" y="244"/>
                    </a:lnTo>
                    <a:lnTo>
                      <a:pt x="510" y="237"/>
                    </a:lnTo>
                    <a:lnTo>
                      <a:pt x="512" y="232"/>
                    </a:lnTo>
                    <a:lnTo>
                      <a:pt x="512" y="228"/>
                    </a:lnTo>
                    <a:lnTo>
                      <a:pt x="510" y="223"/>
                    </a:lnTo>
                    <a:lnTo>
                      <a:pt x="508" y="221"/>
                    </a:lnTo>
                    <a:lnTo>
                      <a:pt x="501" y="214"/>
                    </a:lnTo>
                    <a:lnTo>
                      <a:pt x="496" y="207"/>
                    </a:lnTo>
                    <a:lnTo>
                      <a:pt x="494" y="200"/>
                    </a:lnTo>
                    <a:lnTo>
                      <a:pt x="494" y="190"/>
                    </a:lnTo>
                    <a:lnTo>
                      <a:pt x="496" y="169"/>
                    </a:lnTo>
                    <a:lnTo>
                      <a:pt x="503" y="151"/>
                    </a:lnTo>
                    <a:lnTo>
                      <a:pt x="512" y="132"/>
                    </a:lnTo>
                    <a:lnTo>
                      <a:pt x="515" y="128"/>
                    </a:lnTo>
                    <a:lnTo>
                      <a:pt x="515" y="121"/>
                    </a:lnTo>
                    <a:lnTo>
                      <a:pt x="517" y="114"/>
                    </a:lnTo>
                    <a:lnTo>
                      <a:pt x="522" y="109"/>
                    </a:lnTo>
                    <a:lnTo>
                      <a:pt x="522" y="107"/>
                    </a:lnTo>
                    <a:lnTo>
                      <a:pt x="522" y="104"/>
                    </a:lnTo>
                    <a:lnTo>
                      <a:pt x="522" y="100"/>
                    </a:lnTo>
                    <a:lnTo>
                      <a:pt x="524" y="97"/>
                    </a:lnTo>
                    <a:lnTo>
                      <a:pt x="526" y="93"/>
                    </a:lnTo>
                    <a:lnTo>
                      <a:pt x="531" y="83"/>
                    </a:lnTo>
                    <a:lnTo>
                      <a:pt x="536" y="74"/>
                    </a:lnTo>
                    <a:lnTo>
                      <a:pt x="543" y="67"/>
                    </a:lnTo>
                    <a:lnTo>
                      <a:pt x="550" y="60"/>
                    </a:lnTo>
                    <a:lnTo>
                      <a:pt x="559" y="53"/>
                    </a:lnTo>
                    <a:lnTo>
                      <a:pt x="568" y="44"/>
                    </a:lnTo>
                    <a:lnTo>
                      <a:pt x="571" y="41"/>
                    </a:lnTo>
                    <a:lnTo>
                      <a:pt x="573" y="39"/>
                    </a:lnTo>
                    <a:lnTo>
                      <a:pt x="577" y="34"/>
                    </a:lnTo>
                    <a:lnTo>
                      <a:pt x="580" y="32"/>
                    </a:lnTo>
                    <a:lnTo>
                      <a:pt x="584" y="30"/>
                    </a:lnTo>
                    <a:lnTo>
                      <a:pt x="615" y="11"/>
                    </a:lnTo>
                    <a:lnTo>
                      <a:pt x="622" y="7"/>
                    </a:lnTo>
                    <a:lnTo>
                      <a:pt x="631" y="4"/>
                    </a:lnTo>
                    <a:lnTo>
                      <a:pt x="638" y="2"/>
                    </a:lnTo>
                    <a:lnTo>
                      <a:pt x="654" y="0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  <a:alpha val="7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9" name="Freeform 61"/>
              <p:cNvSpPr>
                <a:spLocks noEditPoints="1"/>
              </p:cNvSpPr>
              <p:nvPr/>
            </p:nvSpPr>
            <p:spPr bwMode="auto">
              <a:xfrm>
                <a:off x="7675335" y="2433713"/>
                <a:ext cx="476278" cy="900000"/>
              </a:xfrm>
              <a:custGeom>
                <a:avLst/>
                <a:gdLst>
                  <a:gd name="T0" fmla="*/ 226 w 815"/>
                  <a:gd name="T1" fmla="*/ 1885 h 2169"/>
                  <a:gd name="T2" fmla="*/ 179 w 815"/>
                  <a:gd name="T3" fmla="*/ 1943 h 2169"/>
                  <a:gd name="T4" fmla="*/ 245 w 815"/>
                  <a:gd name="T5" fmla="*/ 2011 h 2169"/>
                  <a:gd name="T6" fmla="*/ 342 w 815"/>
                  <a:gd name="T7" fmla="*/ 2045 h 2169"/>
                  <a:gd name="T8" fmla="*/ 333 w 815"/>
                  <a:gd name="T9" fmla="*/ 1976 h 2169"/>
                  <a:gd name="T10" fmla="*/ 352 w 815"/>
                  <a:gd name="T11" fmla="*/ 1873 h 2169"/>
                  <a:gd name="T12" fmla="*/ 319 w 815"/>
                  <a:gd name="T13" fmla="*/ 1827 h 2169"/>
                  <a:gd name="T14" fmla="*/ 529 w 815"/>
                  <a:gd name="T15" fmla="*/ 2 h 2169"/>
                  <a:gd name="T16" fmla="*/ 610 w 815"/>
                  <a:gd name="T17" fmla="*/ 25 h 2169"/>
                  <a:gd name="T18" fmla="*/ 671 w 815"/>
                  <a:gd name="T19" fmla="*/ 123 h 2169"/>
                  <a:gd name="T20" fmla="*/ 710 w 815"/>
                  <a:gd name="T21" fmla="*/ 263 h 2169"/>
                  <a:gd name="T22" fmla="*/ 610 w 815"/>
                  <a:gd name="T23" fmla="*/ 279 h 2169"/>
                  <a:gd name="T24" fmla="*/ 568 w 815"/>
                  <a:gd name="T25" fmla="*/ 305 h 2169"/>
                  <a:gd name="T26" fmla="*/ 540 w 815"/>
                  <a:gd name="T27" fmla="*/ 323 h 2169"/>
                  <a:gd name="T28" fmla="*/ 491 w 815"/>
                  <a:gd name="T29" fmla="*/ 367 h 2169"/>
                  <a:gd name="T30" fmla="*/ 473 w 815"/>
                  <a:gd name="T31" fmla="*/ 621 h 2169"/>
                  <a:gd name="T32" fmla="*/ 484 w 815"/>
                  <a:gd name="T33" fmla="*/ 733 h 2169"/>
                  <a:gd name="T34" fmla="*/ 494 w 815"/>
                  <a:gd name="T35" fmla="*/ 805 h 2169"/>
                  <a:gd name="T36" fmla="*/ 568 w 815"/>
                  <a:gd name="T37" fmla="*/ 896 h 2169"/>
                  <a:gd name="T38" fmla="*/ 652 w 815"/>
                  <a:gd name="T39" fmla="*/ 966 h 2169"/>
                  <a:gd name="T40" fmla="*/ 689 w 815"/>
                  <a:gd name="T41" fmla="*/ 1068 h 2169"/>
                  <a:gd name="T42" fmla="*/ 778 w 815"/>
                  <a:gd name="T43" fmla="*/ 1948 h 2169"/>
                  <a:gd name="T44" fmla="*/ 813 w 815"/>
                  <a:gd name="T45" fmla="*/ 2146 h 2169"/>
                  <a:gd name="T46" fmla="*/ 771 w 815"/>
                  <a:gd name="T47" fmla="*/ 2162 h 2169"/>
                  <a:gd name="T48" fmla="*/ 768 w 815"/>
                  <a:gd name="T49" fmla="*/ 2085 h 2169"/>
                  <a:gd name="T50" fmla="*/ 682 w 815"/>
                  <a:gd name="T51" fmla="*/ 1310 h 2169"/>
                  <a:gd name="T52" fmla="*/ 633 w 815"/>
                  <a:gd name="T53" fmla="*/ 1108 h 2169"/>
                  <a:gd name="T54" fmla="*/ 612 w 815"/>
                  <a:gd name="T55" fmla="*/ 1073 h 2169"/>
                  <a:gd name="T56" fmla="*/ 559 w 815"/>
                  <a:gd name="T57" fmla="*/ 1066 h 2169"/>
                  <a:gd name="T58" fmla="*/ 529 w 815"/>
                  <a:gd name="T59" fmla="*/ 1126 h 2169"/>
                  <a:gd name="T60" fmla="*/ 545 w 815"/>
                  <a:gd name="T61" fmla="*/ 1026 h 2169"/>
                  <a:gd name="T62" fmla="*/ 512 w 815"/>
                  <a:gd name="T63" fmla="*/ 963 h 2169"/>
                  <a:gd name="T64" fmla="*/ 452 w 815"/>
                  <a:gd name="T65" fmla="*/ 1003 h 2169"/>
                  <a:gd name="T66" fmla="*/ 410 w 815"/>
                  <a:gd name="T67" fmla="*/ 1161 h 2169"/>
                  <a:gd name="T68" fmla="*/ 480 w 815"/>
                  <a:gd name="T69" fmla="*/ 1478 h 2169"/>
                  <a:gd name="T70" fmla="*/ 484 w 815"/>
                  <a:gd name="T71" fmla="*/ 1671 h 2169"/>
                  <a:gd name="T72" fmla="*/ 463 w 815"/>
                  <a:gd name="T73" fmla="*/ 1841 h 2169"/>
                  <a:gd name="T74" fmla="*/ 475 w 815"/>
                  <a:gd name="T75" fmla="*/ 1880 h 2169"/>
                  <a:gd name="T76" fmla="*/ 559 w 815"/>
                  <a:gd name="T77" fmla="*/ 1950 h 2169"/>
                  <a:gd name="T78" fmla="*/ 666 w 815"/>
                  <a:gd name="T79" fmla="*/ 1971 h 2169"/>
                  <a:gd name="T80" fmla="*/ 652 w 815"/>
                  <a:gd name="T81" fmla="*/ 2025 h 2169"/>
                  <a:gd name="T82" fmla="*/ 552 w 815"/>
                  <a:gd name="T83" fmla="*/ 2050 h 2169"/>
                  <a:gd name="T84" fmla="*/ 482 w 815"/>
                  <a:gd name="T85" fmla="*/ 2057 h 2169"/>
                  <a:gd name="T86" fmla="*/ 417 w 815"/>
                  <a:gd name="T87" fmla="*/ 2059 h 2169"/>
                  <a:gd name="T88" fmla="*/ 377 w 815"/>
                  <a:gd name="T89" fmla="*/ 2078 h 2169"/>
                  <a:gd name="T90" fmla="*/ 333 w 815"/>
                  <a:gd name="T91" fmla="*/ 2129 h 2169"/>
                  <a:gd name="T92" fmla="*/ 233 w 815"/>
                  <a:gd name="T93" fmla="*/ 2136 h 2169"/>
                  <a:gd name="T94" fmla="*/ 79 w 815"/>
                  <a:gd name="T95" fmla="*/ 2108 h 2169"/>
                  <a:gd name="T96" fmla="*/ 2 w 815"/>
                  <a:gd name="T97" fmla="*/ 2078 h 2169"/>
                  <a:gd name="T98" fmla="*/ 19 w 815"/>
                  <a:gd name="T99" fmla="*/ 1997 h 2169"/>
                  <a:gd name="T100" fmla="*/ 54 w 815"/>
                  <a:gd name="T101" fmla="*/ 1917 h 2169"/>
                  <a:gd name="T102" fmla="*/ 70 w 815"/>
                  <a:gd name="T103" fmla="*/ 1824 h 2169"/>
                  <a:gd name="T104" fmla="*/ 105 w 815"/>
                  <a:gd name="T105" fmla="*/ 1638 h 2169"/>
                  <a:gd name="T106" fmla="*/ 151 w 815"/>
                  <a:gd name="T107" fmla="*/ 1401 h 2169"/>
                  <a:gd name="T108" fmla="*/ 61 w 815"/>
                  <a:gd name="T109" fmla="*/ 1026 h 2169"/>
                  <a:gd name="T110" fmla="*/ 79 w 815"/>
                  <a:gd name="T111" fmla="*/ 812 h 2169"/>
                  <a:gd name="T112" fmla="*/ 82 w 815"/>
                  <a:gd name="T113" fmla="*/ 742 h 2169"/>
                  <a:gd name="T114" fmla="*/ 84 w 815"/>
                  <a:gd name="T115" fmla="*/ 570 h 2169"/>
                  <a:gd name="T116" fmla="*/ 205 w 815"/>
                  <a:gd name="T117" fmla="*/ 288 h 2169"/>
                  <a:gd name="T118" fmla="*/ 335 w 815"/>
                  <a:gd name="T119" fmla="*/ 186 h 2169"/>
                  <a:gd name="T120" fmla="*/ 391 w 815"/>
                  <a:gd name="T121" fmla="*/ 163 h 2169"/>
                  <a:gd name="T122" fmla="*/ 431 w 815"/>
                  <a:gd name="T123" fmla="*/ 100 h 2169"/>
                  <a:gd name="T124" fmla="*/ 470 w 815"/>
                  <a:gd name="T125" fmla="*/ 18 h 2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815" h="2169">
                    <a:moveTo>
                      <a:pt x="296" y="1743"/>
                    </a:moveTo>
                    <a:lnTo>
                      <a:pt x="293" y="1745"/>
                    </a:lnTo>
                    <a:lnTo>
                      <a:pt x="291" y="1748"/>
                    </a:lnTo>
                    <a:lnTo>
                      <a:pt x="280" y="1780"/>
                    </a:lnTo>
                    <a:lnTo>
                      <a:pt x="263" y="1822"/>
                    </a:lnTo>
                    <a:lnTo>
                      <a:pt x="252" y="1857"/>
                    </a:lnTo>
                    <a:lnTo>
                      <a:pt x="247" y="1866"/>
                    </a:lnTo>
                    <a:lnTo>
                      <a:pt x="240" y="1873"/>
                    </a:lnTo>
                    <a:lnTo>
                      <a:pt x="233" y="1880"/>
                    </a:lnTo>
                    <a:lnTo>
                      <a:pt x="226" y="1885"/>
                    </a:lnTo>
                    <a:lnTo>
                      <a:pt x="217" y="1894"/>
                    </a:lnTo>
                    <a:lnTo>
                      <a:pt x="210" y="1904"/>
                    </a:lnTo>
                    <a:lnTo>
                      <a:pt x="203" y="1913"/>
                    </a:lnTo>
                    <a:lnTo>
                      <a:pt x="200" y="1913"/>
                    </a:lnTo>
                    <a:lnTo>
                      <a:pt x="200" y="1915"/>
                    </a:lnTo>
                    <a:lnTo>
                      <a:pt x="198" y="1922"/>
                    </a:lnTo>
                    <a:lnTo>
                      <a:pt x="196" y="1924"/>
                    </a:lnTo>
                    <a:lnTo>
                      <a:pt x="193" y="1929"/>
                    </a:lnTo>
                    <a:lnTo>
                      <a:pt x="184" y="1936"/>
                    </a:lnTo>
                    <a:lnTo>
                      <a:pt x="179" y="1943"/>
                    </a:lnTo>
                    <a:lnTo>
                      <a:pt x="179" y="1948"/>
                    </a:lnTo>
                    <a:lnTo>
                      <a:pt x="182" y="1950"/>
                    </a:lnTo>
                    <a:lnTo>
                      <a:pt x="184" y="1955"/>
                    </a:lnTo>
                    <a:lnTo>
                      <a:pt x="186" y="1959"/>
                    </a:lnTo>
                    <a:lnTo>
                      <a:pt x="189" y="1964"/>
                    </a:lnTo>
                    <a:lnTo>
                      <a:pt x="198" y="1971"/>
                    </a:lnTo>
                    <a:lnTo>
                      <a:pt x="205" y="1978"/>
                    </a:lnTo>
                    <a:lnTo>
                      <a:pt x="207" y="1983"/>
                    </a:lnTo>
                    <a:lnTo>
                      <a:pt x="212" y="1987"/>
                    </a:lnTo>
                    <a:lnTo>
                      <a:pt x="245" y="2011"/>
                    </a:lnTo>
                    <a:lnTo>
                      <a:pt x="252" y="2015"/>
                    </a:lnTo>
                    <a:lnTo>
                      <a:pt x="259" y="2018"/>
                    </a:lnTo>
                    <a:lnTo>
                      <a:pt x="273" y="2022"/>
                    </a:lnTo>
                    <a:lnTo>
                      <a:pt x="286" y="2032"/>
                    </a:lnTo>
                    <a:lnTo>
                      <a:pt x="296" y="2036"/>
                    </a:lnTo>
                    <a:lnTo>
                      <a:pt x="307" y="2039"/>
                    </a:lnTo>
                    <a:lnTo>
                      <a:pt x="324" y="2043"/>
                    </a:lnTo>
                    <a:lnTo>
                      <a:pt x="340" y="2045"/>
                    </a:lnTo>
                    <a:lnTo>
                      <a:pt x="340" y="2045"/>
                    </a:lnTo>
                    <a:lnTo>
                      <a:pt x="342" y="2045"/>
                    </a:lnTo>
                    <a:lnTo>
                      <a:pt x="342" y="2043"/>
                    </a:lnTo>
                    <a:lnTo>
                      <a:pt x="338" y="2039"/>
                    </a:lnTo>
                    <a:lnTo>
                      <a:pt x="331" y="2034"/>
                    </a:lnTo>
                    <a:lnTo>
                      <a:pt x="326" y="2027"/>
                    </a:lnTo>
                    <a:lnTo>
                      <a:pt x="326" y="2025"/>
                    </a:lnTo>
                    <a:lnTo>
                      <a:pt x="328" y="2011"/>
                    </a:lnTo>
                    <a:lnTo>
                      <a:pt x="331" y="1994"/>
                    </a:lnTo>
                    <a:lnTo>
                      <a:pt x="331" y="1987"/>
                    </a:lnTo>
                    <a:lnTo>
                      <a:pt x="331" y="1983"/>
                    </a:lnTo>
                    <a:lnTo>
                      <a:pt x="333" y="1976"/>
                    </a:lnTo>
                    <a:lnTo>
                      <a:pt x="338" y="1964"/>
                    </a:lnTo>
                    <a:lnTo>
                      <a:pt x="340" y="1952"/>
                    </a:lnTo>
                    <a:lnTo>
                      <a:pt x="349" y="1913"/>
                    </a:lnTo>
                    <a:lnTo>
                      <a:pt x="352" y="1906"/>
                    </a:lnTo>
                    <a:lnTo>
                      <a:pt x="352" y="1899"/>
                    </a:lnTo>
                    <a:lnTo>
                      <a:pt x="356" y="1894"/>
                    </a:lnTo>
                    <a:lnTo>
                      <a:pt x="359" y="1890"/>
                    </a:lnTo>
                    <a:lnTo>
                      <a:pt x="359" y="1873"/>
                    </a:lnTo>
                    <a:lnTo>
                      <a:pt x="354" y="1871"/>
                    </a:lnTo>
                    <a:lnTo>
                      <a:pt x="352" y="1873"/>
                    </a:lnTo>
                    <a:lnTo>
                      <a:pt x="347" y="1873"/>
                    </a:lnTo>
                    <a:lnTo>
                      <a:pt x="342" y="1873"/>
                    </a:lnTo>
                    <a:lnTo>
                      <a:pt x="338" y="1871"/>
                    </a:lnTo>
                    <a:lnTo>
                      <a:pt x="333" y="1869"/>
                    </a:lnTo>
                    <a:lnTo>
                      <a:pt x="333" y="1864"/>
                    </a:lnTo>
                    <a:lnTo>
                      <a:pt x="335" y="1862"/>
                    </a:lnTo>
                    <a:lnTo>
                      <a:pt x="335" y="1855"/>
                    </a:lnTo>
                    <a:lnTo>
                      <a:pt x="333" y="1850"/>
                    </a:lnTo>
                    <a:lnTo>
                      <a:pt x="326" y="1838"/>
                    </a:lnTo>
                    <a:lnTo>
                      <a:pt x="319" y="1827"/>
                    </a:lnTo>
                    <a:lnTo>
                      <a:pt x="314" y="1815"/>
                    </a:lnTo>
                    <a:lnTo>
                      <a:pt x="312" y="1803"/>
                    </a:lnTo>
                    <a:lnTo>
                      <a:pt x="312" y="1792"/>
                    </a:lnTo>
                    <a:lnTo>
                      <a:pt x="307" y="1769"/>
                    </a:lnTo>
                    <a:lnTo>
                      <a:pt x="298" y="1745"/>
                    </a:lnTo>
                    <a:lnTo>
                      <a:pt x="298" y="1745"/>
                    </a:lnTo>
                    <a:lnTo>
                      <a:pt x="296" y="1743"/>
                    </a:lnTo>
                    <a:lnTo>
                      <a:pt x="296" y="1743"/>
                    </a:lnTo>
                    <a:close/>
                    <a:moveTo>
                      <a:pt x="508" y="0"/>
                    </a:moveTo>
                    <a:lnTo>
                      <a:pt x="529" y="2"/>
                    </a:lnTo>
                    <a:lnTo>
                      <a:pt x="543" y="4"/>
                    </a:lnTo>
                    <a:lnTo>
                      <a:pt x="554" y="2"/>
                    </a:lnTo>
                    <a:lnTo>
                      <a:pt x="564" y="2"/>
                    </a:lnTo>
                    <a:lnTo>
                      <a:pt x="573" y="2"/>
                    </a:lnTo>
                    <a:lnTo>
                      <a:pt x="580" y="7"/>
                    </a:lnTo>
                    <a:lnTo>
                      <a:pt x="587" y="11"/>
                    </a:lnTo>
                    <a:lnTo>
                      <a:pt x="594" y="21"/>
                    </a:lnTo>
                    <a:lnTo>
                      <a:pt x="598" y="23"/>
                    </a:lnTo>
                    <a:lnTo>
                      <a:pt x="603" y="25"/>
                    </a:lnTo>
                    <a:lnTo>
                      <a:pt x="610" y="25"/>
                    </a:lnTo>
                    <a:lnTo>
                      <a:pt x="617" y="30"/>
                    </a:lnTo>
                    <a:lnTo>
                      <a:pt x="624" y="35"/>
                    </a:lnTo>
                    <a:lnTo>
                      <a:pt x="629" y="39"/>
                    </a:lnTo>
                    <a:lnTo>
                      <a:pt x="633" y="46"/>
                    </a:lnTo>
                    <a:lnTo>
                      <a:pt x="643" y="58"/>
                    </a:lnTo>
                    <a:lnTo>
                      <a:pt x="652" y="67"/>
                    </a:lnTo>
                    <a:lnTo>
                      <a:pt x="654" y="72"/>
                    </a:lnTo>
                    <a:lnTo>
                      <a:pt x="654" y="74"/>
                    </a:lnTo>
                    <a:lnTo>
                      <a:pt x="657" y="79"/>
                    </a:lnTo>
                    <a:lnTo>
                      <a:pt x="671" y="123"/>
                    </a:lnTo>
                    <a:lnTo>
                      <a:pt x="675" y="144"/>
                    </a:lnTo>
                    <a:lnTo>
                      <a:pt x="675" y="165"/>
                    </a:lnTo>
                    <a:lnTo>
                      <a:pt x="673" y="181"/>
                    </a:lnTo>
                    <a:lnTo>
                      <a:pt x="673" y="188"/>
                    </a:lnTo>
                    <a:lnTo>
                      <a:pt x="678" y="193"/>
                    </a:lnTo>
                    <a:lnTo>
                      <a:pt x="685" y="209"/>
                    </a:lnTo>
                    <a:lnTo>
                      <a:pt x="706" y="242"/>
                    </a:lnTo>
                    <a:lnTo>
                      <a:pt x="708" y="249"/>
                    </a:lnTo>
                    <a:lnTo>
                      <a:pt x="710" y="256"/>
                    </a:lnTo>
                    <a:lnTo>
                      <a:pt x="710" y="263"/>
                    </a:lnTo>
                    <a:lnTo>
                      <a:pt x="706" y="270"/>
                    </a:lnTo>
                    <a:lnTo>
                      <a:pt x="699" y="277"/>
                    </a:lnTo>
                    <a:lnTo>
                      <a:pt x="689" y="279"/>
                    </a:lnTo>
                    <a:lnTo>
                      <a:pt x="666" y="284"/>
                    </a:lnTo>
                    <a:lnTo>
                      <a:pt x="643" y="277"/>
                    </a:lnTo>
                    <a:lnTo>
                      <a:pt x="633" y="272"/>
                    </a:lnTo>
                    <a:lnTo>
                      <a:pt x="624" y="267"/>
                    </a:lnTo>
                    <a:lnTo>
                      <a:pt x="617" y="265"/>
                    </a:lnTo>
                    <a:lnTo>
                      <a:pt x="615" y="267"/>
                    </a:lnTo>
                    <a:lnTo>
                      <a:pt x="610" y="279"/>
                    </a:lnTo>
                    <a:lnTo>
                      <a:pt x="608" y="295"/>
                    </a:lnTo>
                    <a:lnTo>
                      <a:pt x="605" y="302"/>
                    </a:lnTo>
                    <a:lnTo>
                      <a:pt x="601" y="307"/>
                    </a:lnTo>
                    <a:lnTo>
                      <a:pt x="596" y="309"/>
                    </a:lnTo>
                    <a:lnTo>
                      <a:pt x="589" y="309"/>
                    </a:lnTo>
                    <a:lnTo>
                      <a:pt x="582" y="305"/>
                    </a:lnTo>
                    <a:lnTo>
                      <a:pt x="575" y="300"/>
                    </a:lnTo>
                    <a:lnTo>
                      <a:pt x="573" y="300"/>
                    </a:lnTo>
                    <a:lnTo>
                      <a:pt x="571" y="302"/>
                    </a:lnTo>
                    <a:lnTo>
                      <a:pt x="568" y="305"/>
                    </a:lnTo>
                    <a:lnTo>
                      <a:pt x="566" y="307"/>
                    </a:lnTo>
                    <a:lnTo>
                      <a:pt x="564" y="312"/>
                    </a:lnTo>
                    <a:lnTo>
                      <a:pt x="561" y="314"/>
                    </a:lnTo>
                    <a:lnTo>
                      <a:pt x="559" y="316"/>
                    </a:lnTo>
                    <a:lnTo>
                      <a:pt x="557" y="319"/>
                    </a:lnTo>
                    <a:lnTo>
                      <a:pt x="557" y="319"/>
                    </a:lnTo>
                    <a:lnTo>
                      <a:pt x="552" y="323"/>
                    </a:lnTo>
                    <a:lnTo>
                      <a:pt x="547" y="323"/>
                    </a:lnTo>
                    <a:lnTo>
                      <a:pt x="543" y="323"/>
                    </a:lnTo>
                    <a:lnTo>
                      <a:pt x="540" y="323"/>
                    </a:lnTo>
                    <a:lnTo>
                      <a:pt x="538" y="323"/>
                    </a:lnTo>
                    <a:lnTo>
                      <a:pt x="533" y="328"/>
                    </a:lnTo>
                    <a:lnTo>
                      <a:pt x="524" y="337"/>
                    </a:lnTo>
                    <a:lnTo>
                      <a:pt x="519" y="342"/>
                    </a:lnTo>
                    <a:lnTo>
                      <a:pt x="510" y="344"/>
                    </a:lnTo>
                    <a:lnTo>
                      <a:pt x="503" y="346"/>
                    </a:lnTo>
                    <a:lnTo>
                      <a:pt x="494" y="346"/>
                    </a:lnTo>
                    <a:lnTo>
                      <a:pt x="487" y="358"/>
                    </a:lnTo>
                    <a:lnTo>
                      <a:pt x="489" y="363"/>
                    </a:lnTo>
                    <a:lnTo>
                      <a:pt x="491" y="367"/>
                    </a:lnTo>
                    <a:lnTo>
                      <a:pt x="491" y="374"/>
                    </a:lnTo>
                    <a:lnTo>
                      <a:pt x="480" y="414"/>
                    </a:lnTo>
                    <a:lnTo>
                      <a:pt x="477" y="419"/>
                    </a:lnTo>
                    <a:lnTo>
                      <a:pt x="477" y="423"/>
                    </a:lnTo>
                    <a:lnTo>
                      <a:pt x="470" y="479"/>
                    </a:lnTo>
                    <a:lnTo>
                      <a:pt x="470" y="488"/>
                    </a:lnTo>
                    <a:lnTo>
                      <a:pt x="468" y="542"/>
                    </a:lnTo>
                    <a:lnTo>
                      <a:pt x="468" y="556"/>
                    </a:lnTo>
                    <a:lnTo>
                      <a:pt x="473" y="609"/>
                    </a:lnTo>
                    <a:lnTo>
                      <a:pt x="473" y="621"/>
                    </a:lnTo>
                    <a:lnTo>
                      <a:pt x="470" y="633"/>
                    </a:lnTo>
                    <a:lnTo>
                      <a:pt x="470" y="644"/>
                    </a:lnTo>
                    <a:lnTo>
                      <a:pt x="477" y="649"/>
                    </a:lnTo>
                    <a:lnTo>
                      <a:pt x="482" y="654"/>
                    </a:lnTo>
                    <a:lnTo>
                      <a:pt x="484" y="661"/>
                    </a:lnTo>
                    <a:lnTo>
                      <a:pt x="487" y="665"/>
                    </a:lnTo>
                    <a:lnTo>
                      <a:pt x="487" y="675"/>
                    </a:lnTo>
                    <a:lnTo>
                      <a:pt x="484" y="684"/>
                    </a:lnTo>
                    <a:lnTo>
                      <a:pt x="482" y="721"/>
                    </a:lnTo>
                    <a:lnTo>
                      <a:pt x="484" y="733"/>
                    </a:lnTo>
                    <a:lnTo>
                      <a:pt x="482" y="742"/>
                    </a:lnTo>
                    <a:lnTo>
                      <a:pt x="480" y="754"/>
                    </a:lnTo>
                    <a:lnTo>
                      <a:pt x="477" y="758"/>
                    </a:lnTo>
                    <a:lnTo>
                      <a:pt x="475" y="763"/>
                    </a:lnTo>
                    <a:lnTo>
                      <a:pt x="477" y="770"/>
                    </a:lnTo>
                    <a:lnTo>
                      <a:pt x="480" y="777"/>
                    </a:lnTo>
                    <a:lnTo>
                      <a:pt x="480" y="784"/>
                    </a:lnTo>
                    <a:lnTo>
                      <a:pt x="482" y="798"/>
                    </a:lnTo>
                    <a:lnTo>
                      <a:pt x="487" y="800"/>
                    </a:lnTo>
                    <a:lnTo>
                      <a:pt x="494" y="805"/>
                    </a:lnTo>
                    <a:lnTo>
                      <a:pt x="501" y="810"/>
                    </a:lnTo>
                    <a:lnTo>
                      <a:pt x="505" y="817"/>
                    </a:lnTo>
                    <a:lnTo>
                      <a:pt x="510" y="824"/>
                    </a:lnTo>
                    <a:lnTo>
                      <a:pt x="512" y="833"/>
                    </a:lnTo>
                    <a:lnTo>
                      <a:pt x="512" y="835"/>
                    </a:lnTo>
                    <a:lnTo>
                      <a:pt x="515" y="838"/>
                    </a:lnTo>
                    <a:lnTo>
                      <a:pt x="559" y="882"/>
                    </a:lnTo>
                    <a:lnTo>
                      <a:pt x="561" y="884"/>
                    </a:lnTo>
                    <a:lnTo>
                      <a:pt x="566" y="889"/>
                    </a:lnTo>
                    <a:lnTo>
                      <a:pt x="568" y="896"/>
                    </a:lnTo>
                    <a:lnTo>
                      <a:pt x="568" y="903"/>
                    </a:lnTo>
                    <a:lnTo>
                      <a:pt x="573" y="905"/>
                    </a:lnTo>
                    <a:lnTo>
                      <a:pt x="575" y="910"/>
                    </a:lnTo>
                    <a:lnTo>
                      <a:pt x="594" y="924"/>
                    </a:lnTo>
                    <a:lnTo>
                      <a:pt x="608" y="935"/>
                    </a:lnTo>
                    <a:lnTo>
                      <a:pt x="615" y="942"/>
                    </a:lnTo>
                    <a:lnTo>
                      <a:pt x="624" y="947"/>
                    </a:lnTo>
                    <a:lnTo>
                      <a:pt x="631" y="952"/>
                    </a:lnTo>
                    <a:lnTo>
                      <a:pt x="643" y="959"/>
                    </a:lnTo>
                    <a:lnTo>
                      <a:pt x="652" y="966"/>
                    </a:lnTo>
                    <a:lnTo>
                      <a:pt x="661" y="975"/>
                    </a:lnTo>
                    <a:lnTo>
                      <a:pt x="668" y="984"/>
                    </a:lnTo>
                    <a:lnTo>
                      <a:pt x="673" y="989"/>
                    </a:lnTo>
                    <a:lnTo>
                      <a:pt x="678" y="996"/>
                    </a:lnTo>
                    <a:lnTo>
                      <a:pt x="680" y="1003"/>
                    </a:lnTo>
                    <a:lnTo>
                      <a:pt x="685" y="1012"/>
                    </a:lnTo>
                    <a:lnTo>
                      <a:pt x="685" y="1021"/>
                    </a:lnTo>
                    <a:lnTo>
                      <a:pt x="687" y="1028"/>
                    </a:lnTo>
                    <a:lnTo>
                      <a:pt x="689" y="1047"/>
                    </a:lnTo>
                    <a:lnTo>
                      <a:pt x="689" y="1068"/>
                    </a:lnTo>
                    <a:lnTo>
                      <a:pt x="687" y="1075"/>
                    </a:lnTo>
                    <a:lnTo>
                      <a:pt x="694" y="1121"/>
                    </a:lnTo>
                    <a:lnTo>
                      <a:pt x="696" y="1168"/>
                    </a:lnTo>
                    <a:lnTo>
                      <a:pt x="706" y="1273"/>
                    </a:lnTo>
                    <a:lnTo>
                      <a:pt x="717" y="1410"/>
                    </a:lnTo>
                    <a:lnTo>
                      <a:pt x="731" y="1526"/>
                    </a:lnTo>
                    <a:lnTo>
                      <a:pt x="747" y="1668"/>
                    </a:lnTo>
                    <a:lnTo>
                      <a:pt x="761" y="1799"/>
                    </a:lnTo>
                    <a:lnTo>
                      <a:pt x="773" y="1899"/>
                    </a:lnTo>
                    <a:lnTo>
                      <a:pt x="778" y="1948"/>
                    </a:lnTo>
                    <a:lnTo>
                      <a:pt x="787" y="2015"/>
                    </a:lnTo>
                    <a:lnTo>
                      <a:pt x="796" y="2073"/>
                    </a:lnTo>
                    <a:lnTo>
                      <a:pt x="796" y="2083"/>
                    </a:lnTo>
                    <a:lnTo>
                      <a:pt x="796" y="2087"/>
                    </a:lnTo>
                    <a:lnTo>
                      <a:pt x="799" y="2090"/>
                    </a:lnTo>
                    <a:lnTo>
                      <a:pt x="803" y="2097"/>
                    </a:lnTo>
                    <a:lnTo>
                      <a:pt x="803" y="2101"/>
                    </a:lnTo>
                    <a:lnTo>
                      <a:pt x="810" y="2132"/>
                    </a:lnTo>
                    <a:lnTo>
                      <a:pt x="810" y="2139"/>
                    </a:lnTo>
                    <a:lnTo>
                      <a:pt x="813" y="2146"/>
                    </a:lnTo>
                    <a:lnTo>
                      <a:pt x="815" y="2150"/>
                    </a:lnTo>
                    <a:lnTo>
                      <a:pt x="815" y="2153"/>
                    </a:lnTo>
                    <a:lnTo>
                      <a:pt x="813" y="2157"/>
                    </a:lnTo>
                    <a:lnTo>
                      <a:pt x="810" y="2162"/>
                    </a:lnTo>
                    <a:lnTo>
                      <a:pt x="806" y="2164"/>
                    </a:lnTo>
                    <a:lnTo>
                      <a:pt x="799" y="2169"/>
                    </a:lnTo>
                    <a:lnTo>
                      <a:pt x="789" y="2169"/>
                    </a:lnTo>
                    <a:lnTo>
                      <a:pt x="782" y="2167"/>
                    </a:lnTo>
                    <a:lnTo>
                      <a:pt x="775" y="2164"/>
                    </a:lnTo>
                    <a:lnTo>
                      <a:pt x="771" y="2162"/>
                    </a:lnTo>
                    <a:lnTo>
                      <a:pt x="768" y="2160"/>
                    </a:lnTo>
                    <a:lnTo>
                      <a:pt x="768" y="2155"/>
                    </a:lnTo>
                    <a:lnTo>
                      <a:pt x="768" y="2150"/>
                    </a:lnTo>
                    <a:lnTo>
                      <a:pt x="768" y="2146"/>
                    </a:lnTo>
                    <a:lnTo>
                      <a:pt x="768" y="2136"/>
                    </a:lnTo>
                    <a:lnTo>
                      <a:pt x="768" y="2127"/>
                    </a:lnTo>
                    <a:lnTo>
                      <a:pt x="768" y="2111"/>
                    </a:lnTo>
                    <a:lnTo>
                      <a:pt x="766" y="2094"/>
                    </a:lnTo>
                    <a:lnTo>
                      <a:pt x="768" y="2090"/>
                    </a:lnTo>
                    <a:lnTo>
                      <a:pt x="768" y="2085"/>
                    </a:lnTo>
                    <a:lnTo>
                      <a:pt x="768" y="2078"/>
                    </a:lnTo>
                    <a:lnTo>
                      <a:pt x="757" y="1990"/>
                    </a:lnTo>
                    <a:lnTo>
                      <a:pt x="754" y="1950"/>
                    </a:lnTo>
                    <a:lnTo>
                      <a:pt x="743" y="1859"/>
                    </a:lnTo>
                    <a:lnTo>
                      <a:pt x="731" y="1764"/>
                    </a:lnTo>
                    <a:lnTo>
                      <a:pt x="722" y="1682"/>
                    </a:lnTo>
                    <a:lnTo>
                      <a:pt x="708" y="1557"/>
                    </a:lnTo>
                    <a:lnTo>
                      <a:pt x="699" y="1478"/>
                    </a:lnTo>
                    <a:lnTo>
                      <a:pt x="692" y="1412"/>
                    </a:lnTo>
                    <a:lnTo>
                      <a:pt x="682" y="1310"/>
                    </a:lnTo>
                    <a:lnTo>
                      <a:pt x="673" y="1229"/>
                    </a:lnTo>
                    <a:lnTo>
                      <a:pt x="664" y="1124"/>
                    </a:lnTo>
                    <a:lnTo>
                      <a:pt x="661" y="1108"/>
                    </a:lnTo>
                    <a:lnTo>
                      <a:pt x="661" y="1103"/>
                    </a:lnTo>
                    <a:lnTo>
                      <a:pt x="657" y="1101"/>
                    </a:lnTo>
                    <a:lnTo>
                      <a:pt x="654" y="1101"/>
                    </a:lnTo>
                    <a:lnTo>
                      <a:pt x="650" y="1103"/>
                    </a:lnTo>
                    <a:lnTo>
                      <a:pt x="640" y="1108"/>
                    </a:lnTo>
                    <a:lnTo>
                      <a:pt x="638" y="1108"/>
                    </a:lnTo>
                    <a:lnTo>
                      <a:pt x="633" y="1108"/>
                    </a:lnTo>
                    <a:lnTo>
                      <a:pt x="631" y="1103"/>
                    </a:lnTo>
                    <a:lnTo>
                      <a:pt x="631" y="1098"/>
                    </a:lnTo>
                    <a:lnTo>
                      <a:pt x="633" y="1094"/>
                    </a:lnTo>
                    <a:lnTo>
                      <a:pt x="633" y="1089"/>
                    </a:lnTo>
                    <a:lnTo>
                      <a:pt x="636" y="1087"/>
                    </a:lnTo>
                    <a:lnTo>
                      <a:pt x="629" y="1084"/>
                    </a:lnTo>
                    <a:lnTo>
                      <a:pt x="624" y="1082"/>
                    </a:lnTo>
                    <a:lnTo>
                      <a:pt x="617" y="1077"/>
                    </a:lnTo>
                    <a:lnTo>
                      <a:pt x="615" y="1075"/>
                    </a:lnTo>
                    <a:lnTo>
                      <a:pt x="612" y="1073"/>
                    </a:lnTo>
                    <a:lnTo>
                      <a:pt x="610" y="1070"/>
                    </a:lnTo>
                    <a:lnTo>
                      <a:pt x="603" y="1075"/>
                    </a:lnTo>
                    <a:lnTo>
                      <a:pt x="598" y="1075"/>
                    </a:lnTo>
                    <a:lnTo>
                      <a:pt x="591" y="1075"/>
                    </a:lnTo>
                    <a:lnTo>
                      <a:pt x="587" y="1073"/>
                    </a:lnTo>
                    <a:lnTo>
                      <a:pt x="582" y="1068"/>
                    </a:lnTo>
                    <a:lnTo>
                      <a:pt x="577" y="1070"/>
                    </a:lnTo>
                    <a:lnTo>
                      <a:pt x="571" y="1070"/>
                    </a:lnTo>
                    <a:lnTo>
                      <a:pt x="566" y="1070"/>
                    </a:lnTo>
                    <a:lnTo>
                      <a:pt x="559" y="1066"/>
                    </a:lnTo>
                    <a:lnTo>
                      <a:pt x="554" y="1061"/>
                    </a:lnTo>
                    <a:lnTo>
                      <a:pt x="554" y="1059"/>
                    </a:lnTo>
                    <a:lnTo>
                      <a:pt x="552" y="1061"/>
                    </a:lnTo>
                    <a:lnTo>
                      <a:pt x="550" y="1063"/>
                    </a:lnTo>
                    <a:lnTo>
                      <a:pt x="547" y="1084"/>
                    </a:lnTo>
                    <a:lnTo>
                      <a:pt x="543" y="1110"/>
                    </a:lnTo>
                    <a:lnTo>
                      <a:pt x="540" y="1119"/>
                    </a:lnTo>
                    <a:lnTo>
                      <a:pt x="538" y="1124"/>
                    </a:lnTo>
                    <a:lnTo>
                      <a:pt x="533" y="1126"/>
                    </a:lnTo>
                    <a:lnTo>
                      <a:pt x="529" y="1126"/>
                    </a:lnTo>
                    <a:lnTo>
                      <a:pt x="524" y="1124"/>
                    </a:lnTo>
                    <a:lnTo>
                      <a:pt x="519" y="1121"/>
                    </a:lnTo>
                    <a:lnTo>
                      <a:pt x="517" y="1117"/>
                    </a:lnTo>
                    <a:lnTo>
                      <a:pt x="515" y="1112"/>
                    </a:lnTo>
                    <a:lnTo>
                      <a:pt x="515" y="1108"/>
                    </a:lnTo>
                    <a:lnTo>
                      <a:pt x="517" y="1080"/>
                    </a:lnTo>
                    <a:lnTo>
                      <a:pt x="524" y="1056"/>
                    </a:lnTo>
                    <a:lnTo>
                      <a:pt x="531" y="1045"/>
                    </a:lnTo>
                    <a:lnTo>
                      <a:pt x="536" y="1035"/>
                    </a:lnTo>
                    <a:lnTo>
                      <a:pt x="545" y="1026"/>
                    </a:lnTo>
                    <a:lnTo>
                      <a:pt x="547" y="1021"/>
                    </a:lnTo>
                    <a:lnTo>
                      <a:pt x="540" y="1010"/>
                    </a:lnTo>
                    <a:lnTo>
                      <a:pt x="533" y="996"/>
                    </a:lnTo>
                    <a:lnTo>
                      <a:pt x="533" y="993"/>
                    </a:lnTo>
                    <a:lnTo>
                      <a:pt x="531" y="993"/>
                    </a:lnTo>
                    <a:lnTo>
                      <a:pt x="526" y="989"/>
                    </a:lnTo>
                    <a:lnTo>
                      <a:pt x="524" y="984"/>
                    </a:lnTo>
                    <a:lnTo>
                      <a:pt x="522" y="977"/>
                    </a:lnTo>
                    <a:lnTo>
                      <a:pt x="517" y="970"/>
                    </a:lnTo>
                    <a:lnTo>
                      <a:pt x="512" y="963"/>
                    </a:lnTo>
                    <a:lnTo>
                      <a:pt x="505" y="959"/>
                    </a:lnTo>
                    <a:lnTo>
                      <a:pt x="487" y="954"/>
                    </a:lnTo>
                    <a:lnTo>
                      <a:pt x="468" y="949"/>
                    </a:lnTo>
                    <a:lnTo>
                      <a:pt x="456" y="942"/>
                    </a:lnTo>
                    <a:lnTo>
                      <a:pt x="454" y="945"/>
                    </a:lnTo>
                    <a:lnTo>
                      <a:pt x="454" y="945"/>
                    </a:lnTo>
                    <a:lnTo>
                      <a:pt x="454" y="947"/>
                    </a:lnTo>
                    <a:lnTo>
                      <a:pt x="454" y="966"/>
                    </a:lnTo>
                    <a:lnTo>
                      <a:pt x="454" y="984"/>
                    </a:lnTo>
                    <a:lnTo>
                      <a:pt x="452" y="1003"/>
                    </a:lnTo>
                    <a:lnTo>
                      <a:pt x="447" y="1019"/>
                    </a:lnTo>
                    <a:lnTo>
                      <a:pt x="445" y="1035"/>
                    </a:lnTo>
                    <a:lnTo>
                      <a:pt x="435" y="1066"/>
                    </a:lnTo>
                    <a:lnTo>
                      <a:pt x="422" y="1105"/>
                    </a:lnTo>
                    <a:lnTo>
                      <a:pt x="415" y="1121"/>
                    </a:lnTo>
                    <a:lnTo>
                      <a:pt x="412" y="1124"/>
                    </a:lnTo>
                    <a:lnTo>
                      <a:pt x="412" y="1128"/>
                    </a:lnTo>
                    <a:lnTo>
                      <a:pt x="412" y="1152"/>
                    </a:lnTo>
                    <a:lnTo>
                      <a:pt x="412" y="1156"/>
                    </a:lnTo>
                    <a:lnTo>
                      <a:pt x="410" y="1161"/>
                    </a:lnTo>
                    <a:lnTo>
                      <a:pt x="422" y="1198"/>
                    </a:lnTo>
                    <a:lnTo>
                      <a:pt x="433" y="1243"/>
                    </a:lnTo>
                    <a:lnTo>
                      <a:pt x="449" y="1308"/>
                    </a:lnTo>
                    <a:lnTo>
                      <a:pt x="463" y="1345"/>
                    </a:lnTo>
                    <a:lnTo>
                      <a:pt x="470" y="1361"/>
                    </a:lnTo>
                    <a:lnTo>
                      <a:pt x="475" y="1378"/>
                    </a:lnTo>
                    <a:lnTo>
                      <a:pt x="477" y="1391"/>
                    </a:lnTo>
                    <a:lnTo>
                      <a:pt x="480" y="1408"/>
                    </a:lnTo>
                    <a:lnTo>
                      <a:pt x="480" y="1443"/>
                    </a:lnTo>
                    <a:lnTo>
                      <a:pt x="480" y="1478"/>
                    </a:lnTo>
                    <a:lnTo>
                      <a:pt x="480" y="1513"/>
                    </a:lnTo>
                    <a:lnTo>
                      <a:pt x="480" y="1531"/>
                    </a:lnTo>
                    <a:lnTo>
                      <a:pt x="477" y="1552"/>
                    </a:lnTo>
                    <a:lnTo>
                      <a:pt x="468" y="1589"/>
                    </a:lnTo>
                    <a:lnTo>
                      <a:pt x="466" y="1596"/>
                    </a:lnTo>
                    <a:lnTo>
                      <a:pt x="466" y="1606"/>
                    </a:lnTo>
                    <a:lnTo>
                      <a:pt x="468" y="1613"/>
                    </a:lnTo>
                    <a:lnTo>
                      <a:pt x="470" y="1620"/>
                    </a:lnTo>
                    <a:lnTo>
                      <a:pt x="473" y="1627"/>
                    </a:lnTo>
                    <a:lnTo>
                      <a:pt x="484" y="1671"/>
                    </a:lnTo>
                    <a:lnTo>
                      <a:pt x="489" y="1699"/>
                    </a:lnTo>
                    <a:lnTo>
                      <a:pt x="496" y="1731"/>
                    </a:lnTo>
                    <a:lnTo>
                      <a:pt x="496" y="1757"/>
                    </a:lnTo>
                    <a:lnTo>
                      <a:pt x="494" y="1782"/>
                    </a:lnTo>
                    <a:lnTo>
                      <a:pt x="482" y="1827"/>
                    </a:lnTo>
                    <a:lnTo>
                      <a:pt x="482" y="1831"/>
                    </a:lnTo>
                    <a:lnTo>
                      <a:pt x="480" y="1836"/>
                    </a:lnTo>
                    <a:lnTo>
                      <a:pt x="475" y="1841"/>
                    </a:lnTo>
                    <a:lnTo>
                      <a:pt x="468" y="1841"/>
                    </a:lnTo>
                    <a:lnTo>
                      <a:pt x="463" y="1841"/>
                    </a:lnTo>
                    <a:lnTo>
                      <a:pt x="461" y="1843"/>
                    </a:lnTo>
                    <a:lnTo>
                      <a:pt x="459" y="1845"/>
                    </a:lnTo>
                    <a:lnTo>
                      <a:pt x="459" y="1848"/>
                    </a:lnTo>
                    <a:lnTo>
                      <a:pt x="461" y="1855"/>
                    </a:lnTo>
                    <a:lnTo>
                      <a:pt x="463" y="1857"/>
                    </a:lnTo>
                    <a:lnTo>
                      <a:pt x="466" y="1862"/>
                    </a:lnTo>
                    <a:lnTo>
                      <a:pt x="466" y="1864"/>
                    </a:lnTo>
                    <a:lnTo>
                      <a:pt x="466" y="1869"/>
                    </a:lnTo>
                    <a:lnTo>
                      <a:pt x="470" y="1876"/>
                    </a:lnTo>
                    <a:lnTo>
                      <a:pt x="475" y="1880"/>
                    </a:lnTo>
                    <a:lnTo>
                      <a:pt x="480" y="1890"/>
                    </a:lnTo>
                    <a:lnTo>
                      <a:pt x="484" y="1899"/>
                    </a:lnTo>
                    <a:lnTo>
                      <a:pt x="489" y="1906"/>
                    </a:lnTo>
                    <a:lnTo>
                      <a:pt x="496" y="1911"/>
                    </a:lnTo>
                    <a:lnTo>
                      <a:pt x="503" y="1915"/>
                    </a:lnTo>
                    <a:lnTo>
                      <a:pt x="505" y="1915"/>
                    </a:lnTo>
                    <a:lnTo>
                      <a:pt x="508" y="1917"/>
                    </a:lnTo>
                    <a:lnTo>
                      <a:pt x="536" y="1938"/>
                    </a:lnTo>
                    <a:lnTo>
                      <a:pt x="547" y="1945"/>
                    </a:lnTo>
                    <a:lnTo>
                      <a:pt x="559" y="1950"/>
                    </a:lnTo>
                    <a:lnTo>
                      <a:pt x="573" y="1952"/>
                    </a:lnTo>
                    <a:lnTo>
                      <a:pt x="582" y="1955"/>
                    </a:lnTo>
                    <a:lnTo>
                      <a:pt x="591" y="1955"/>
                    </a:lnTo>
                    <a:lnTo>
                      <a:pt x="636" y="1952"/>
                    </a:lnTo>
                    <a:lnTo>
                      <a:pt x="640" y="1952"/>
                    </a:lnTo>
                    <a:lnTo>
                      <a:pt x="647" y="1952"/>
                    </a:lnTo>
                    <a:lnTo>
                      <a:pt x="652" y="1955"/>
                    </a:lnTo>
                    <a:lnTo>
                      <a:pt x="657" y="1959"/>
                    </a:lnTo>
                    <a:lnTo>
                      <a:pt x="661" y="1964"/>
                    </a:lnTo>
                    <a:lnTo>
                      <a:pt x="666" y="1971"/>
                    </a:lnTo>
                    <a:lnTo>
                      <a:pt x="671" y="1976"/>
                    </a:lnTo>
                    <a:lnTo>
                      <a:pt x="673" y="1980"/>
                    </a:lnTo>
                    <a:lnTo>
                      <a:pt x="675" y="1985"/>
                    </a:lnTo>
                    <a:lnTo>
                      <a:pt x="675" y="1990"/>
                    </a:lnTo>
                    <a:lnTo>
                      <a:pt x="673" y="1999"/>
                    </a:lnTo>
                    <a:lnTo>
                      <a:pt x="671" y="2008"/>
                    </a:lnTo>
                    <a:lnTo>
                      <a:pt x="666" y="2015"/>
                    </a:lnTo>
                    <a:lnTo>
                      <a:pt x="659" y="2022"/>
                    </a:lnTo>
                    <a:lnTo>
                      <a:pt x="654" y="2022"/>
                    </a:lnTo>
                    <a:lnTo>
                      <a:pt x="652" y="2025"/>
                    </a:lnTo>
                    <a:lnTo>
                      <a:pt x="638" y="2032"/>
                    </a:lnTo>
                    <a:lnTo>
                      <a:pt x="624" y="2039"/>
                    </a:lnTo>
                    <a:lnTo>
                      <a:pt x="622" y="2041"/>
                    </a:lnTo>
                    <a:lnTo>
                      <a:pt x="617" y="2041"/>
                    </a:lnTo>
                    <a:lnTo>
                      <a:pt x="608" y="2043"/>
                    </a:lnTo>
                    <a:lnTo>
                      <a:pt x="598" y="2045"/>
                    </a:lnTo>
                    <a:lnTo>
                      <a:pt x="582" y="2048"/>
                    </a:lnTo>
                    <a:lnTo>
                      <a:pt x="571" y="2048"/>
                    </a:lnTo>
                    <a:lnTo>
                      <a:pt x="557" y="2050"/>
                    </a:lnTo>
                    <a:lnTo>
                      <a:pt x="552" y="2050"/>
                    </a:lnTo>
                    <a:lnTo>
                      <a:pt x="545" y="2052"/>
                    </a:lnTo>
                    <a:lnTo>
                      <a:pt x="540" y="2055"/>
                    </a:lnTo>
                    <a:lnTo>
                      <a:pt x="536" y="2059"/>
                    </a:lnTo>
                    <a:lnTo>
                      <a:pt x="526" y="2059"/>
                    </a:lnTo>
                    <a:lnTo>
                      <a:pt x="519" y="2059"/>
                    </a:lnTo>
                    <a:lnTo>
                      <a:pt x="512" y="2059"/>
                    </a:lnTo>
                    <a:lnTo>
                      <a:pt x="508" y="2059"/>
                    </a:lnTo>
                    <a:lnTo>
                      <a:pt x="496" y="2062"/>
                    </a:lnTo>
                    <a:lnTo>
                      <a:pt x="487" y="2062"/>
                    </a:lnTo>
                    <a:lnTo>
                      <a:pt x="482" y="2057"/>
                    </a:lnTo>
                    <a:lnTo>
                      <a:pt x="480" y="2052"/>
                    </a:lnTo>
                    <a:lnTo>
                      <a:pt x="477" y="2048"/>
                    </a:lnTo>
                    <a:lnTo>
                      <a:pt x="473" y="2043"/>
                    </a:lnTo>
                    <a:lnTo>
                      <a:pt x="468" y="2045"/>
                    </a:lnTo>
                    <a:lnTo>
                      <a:pt x="454" y="2050"/>
                    </a:lnTo>
                    <a:lnTo>
                      <a:pt x="445" y="2055"/>
                    </a:lnTo>
                    <a:lnTo>
                      <a:pt x="435" y="2055"/>
                    </a:lnTo>
                    <a:lnTo>
                      <a:pt x="428" y="2055"/>
                    </a:lnTo>
                    <a:lnTo>
                      <a:pt x="422" y="2057"/>
                    </a:lnTo>
                    <a:lnTo>
                      <a:pt x="417" y="2059"/>
                    </a:lnTo>
                    <a:lnTo>
                      <a:pt x="412" y="2059"/>
                    </a:lnTo>
                    <a:lnTo>
                      <a:pt x="387" y="2062"/>
                    </a:lnTo>
                    <a:lnTo>
                      <a:pt x="377" y="2059"/>
                    </a:lnTo>
                    <a:lnTo>
                      <a:pt x="375" y="2059"/>
                    </a:lnTo>
                    <a:lnTo>
                      <a:pt x="373" y="2059"/>
                    </a:lnTo>
                    <a:lnTo>
                      <a:pt x="370" y="2062"/>
                    </a:lnTo>
                    <a:lnTo>
                      <a:pt x="370" y="2066"/>
                    </a:lnTo>
                    <a:lnTo>
                      <a:pt x="370" y="2071"/>
                    </a:lnTo>
                    <a:lnTo>
                      <a:pt x="373" y="2073"/>
                    </a:lnTo>
                    <a:lnTo>
                      <a:pt x="377" y="2078"/>
                    </a:lnTo>
                    <a:lnTo>
                      <a:pt x="380" y="2080"/>
                    </a:lnTo>
                    <a:lnTo>
                      <a:pt x="380" y="2085"/>
                    </a:lnTo>
                    <a:lnTo>
                      <a:pt x="380" y="2094"/>
                    </a:lnTo>
                    <a:lnTo>
                      <a:pt x="377" y="2104"/>
                    </a:lnTo>
                    <a:lnTo>
                      <a:pt x="370" y="2111"/>
                    </a:lnTo>
                    <a:lnTo>
                      <a:pt x="363" y="2118"/>
                    </a:lnTo>
                    <a:lnTo>
                      <a:pt x="356" y="2122"/>
                    </a:lnTo>
                    <a:lnTo>
                      <a:pt x="347" y="2127"/>
                    </a:lnTo>
                    <a:lnTo>
                      <a:pt x="338" y="2129"/>
                    </a:lnTo>
                    <a:lnTo>
                      <a:pt x="333" y="2129"/>
                    </a:lnTo>
                    <a:lnTo>
                      <a:pt x="319" y="2134"/>
                    </a:lnTo>
                    <a:lnTo>
                      <a:pt x="303" y="2134"/>
                    </a:lnTo>
                    <a:lnTo>
                      <a:pt x="298" y="2134"/>
                    </a:lnTo>
                    <a:lnTo>
                      <a:pt x="291" y="2136"/>
                    </a:lnTo>
                    <a:lnTo>
                      <a:pt x="273" y="2136"/>
                    </a:lnTo>
                    <a:lnTo>
                      <a:pt x="254" y="2136"/>
                    </a:lnTo>
                    <a:lnTo>
                      <a:pt x="249" y="2134"/>
                    </a:lnTo>
                    <a:lnTo>
                      <a:pt x="242" y="2134"/>
                    </a:lnTo>
                    <a:lnTo>
                      <a:pt x="238" y="2136"/>
                    </a:lnTo>
                    <a:lnTo>
                      <a:pt x="233" y="2136"/>
                    </a:lnTo>
                    <a:lnTo>
                      <a:pt x="210" y="2132"/>
                    </a:lnTo>
                    <a:lnTo>
                      <a:pt x="200" y="2129"/>
                    </a:lnTo>
                    <a:lnTo>
                      <a:pt x="189" y="2129"/>
                    </a:lnTo>
                    <a:lnTo>
                      <a:pt x="179" y="2125"/>
                    </a:lnTo>
                    <a:lnTo>
                      <a:pt x="138" y="2108"/>
                    </a:lnTo>
                    <a:lnTo>
                      <a:pt x="117" y="2108"/>
                    </a:lnTo>
                    <a:lnTo>
                      <a:pt x="96" y="2111"/>
                    </a:lnTo>
                    <a:lnTo>
                      <a:pt x="91" y="2111"/>
                    </a:lnTo>
                    <a:lnTo>
                      <a:pt x="89" y="2111"/>
                    </a:lnTo>
                    <a:lnTo>
                      <a:pt x="79" y="2108"/>
                    </a:lnTo>
                    <a:lnTo>
                      <a:pt x="68" y="2106"/>
                    </a:lnTo>
                    <a:lnTo>
                      <a:pt x="63" y="2104"/>
                    </a:lnTo>
                    <a:lnTo>
                      <a:pt x="56" y="2104"/>
                    </a:lnTo>
                    <a:lnTo>
                      <a:pt x="44" y="2101"/>
                    </a:lnTo>
                    <a:lnTo>
                      <a:pt x="35" y="2099"/>
                    </a:lnTo>
                    <a:lnTo>
                      <a:pt x="28" y="2097"/>
                    </a:lnTo>
                    <a:lnTo>
                      <a:pt x="23" y="2094"/>
                    </a:lnTo>
                    <a:lnTo>
                      <a:pt x="14" y="2092"/>
                    </a:lnTo>
                    <a:lnTo>
                      <a:pt x="7" y="2085"/>
                    </a:lnTo>
                    <a:lnTo>
                      <a:pt x="2" y="2078"/>
                    </a:lnTo>
                    <a:lnTo>
                      <a:pt x="0" y="2071"/>
                    </a:lnTo>
                    <a:lnTo>
                      <a:pt x="0" y="2066"/>
                    </a:lnTo>
                    <a:lnTo>
                      <a:pt x="0" y="2062"/>
                    </a:lnTo>
                    <a:lnTo>
                      <a:pt x="5" y="2055"/>
                    </a:lnTo>
                    <a:lnTo>
                      <a:pt x="5" y="2048"/>
                    </a:lnTo>
                    <a:lnTo>
                      <a:pt x="7" y="2039"/>
                    </a:lnTo>
                    <a:lnTo>
                      <a:pt x="7" y="2029"/>
                    </a:lnTo>
                    <a:lnTo>
                      <a:pt x="12" y="2018"/>
                    </a:lnTo>
                    <a:lnTo>
                      <a:pt x="16" y="2004"/>
                    </a:lnTo>
                    <a:lnTo>
                      <a:pt x="19" y="1997"/>
                    </a:lnTo>
                    <a:lnTo>
                      <a:pt x="21" y="1987"/>
                    </a:lnTo>
                    <a:lnTo>
                      <a:pt x="35" y="1943"/>
                    </a:lnTo>
                    <a:lnTo>
                      <a:pt x="37" y="1938"/>
                    </a:lnTo>
                    <a:lnTo>
                      <a:pt x="40" y="1931"/>
                    </a:lnTo>
                    <a:lnTo>
                      <a:pt x="44" y="1927"/>
                    </a:lnTo>
                    <a:lnTo>
                      <a:pt x="51" y="1922"/>
                    </a:lnTo>
                    <a:lnTo>
                      <a:pt x="54" y="1922"/>
                    </a:lnTo>
                    <a:lnTo>
                      <a:pt x="54" y="1922"/>
                    </a:lnTo>
                    <a:lnTo>
                      <a:pt x="56" y="1922"/>
                    </a:lnTo>
                    <a:lnTo>
                      <a:pt x="54" y="1917"/>
                    </a:lnTo>
                    <a:lnTo>
                      <a:pt x="51" y="1913"/>
                    </a:lnTo>
                    <a:lnTo>
                      <a:pt x="49" y="1911"/>
                    </a:lnTo>
                    <a:lnTo>
                      <a:pt x="47" y="1901"/>
                    </a:lnTo>
                    <a:lnTo>
                      <a:pt x="49" y="1894"/>
                    </a:lnTo>
                    <a:lnTo>
                      <a:pt x="54" y="1883"/>
                    </a:lnTo>
                    <a:lnTo>
                      <a:pt x="58" y="1876"/>
                    </a:lnTo>
                    <a:lnTo>
                      <a:pt x="61" y="1869"/>
                    </a:lnTo>
                    <a:lnTo>
                      <a:pt x="70" y="1831"/>
                    </a:lnTo>
                    <a:lnTo>
                      <a:pt x="70" y="1827"/>
                    </a:lnTo>
                    <a:lnTo>
                      <a:pt x="70" y="1824"/>
                    </a:lnTo>
                    <a:lnTo>
                      <a:pt x="72" y="1801"/>
                    </a:lnTo>
                    <a:lnTo>
                      <a:pt x="79" y="1778"/>
                    </a:lnTo>
                    <a:lnTo>
                      <a:pt x="86" y="1766"/>
                    </a:lnTo>
                    <a:lnTo>
                      <a:pt x="91" y="1755"/>
                    </a:lnTo>
                    <a:lnTo>
                      <a:pt x="93" y="1750"/>
                    </a:lnTo>
                    <a:lnTo>
                      <a:pt x="93" y="1745"/>
                    </a:lnTo>
                    <a:lnTo>
                      <a:pt x="98" y="1713"/>
                    </a:lnTo>
                    <a:lnTo>
                      <a:pt x="100" y="1682"/>
                    </a:lnTo>
                    <a:lnTo>
                      <a:pt x="105" y="1643"/>
                    </a:lnTo>
                    <a:lnTo>
                      <a:pt x="105" y="1638"/>
                    </a:lnTo>
                    <a:lnTo>
                      <a:pt x="105" y="1631"/>
                    </a:lnTo>
                    <a:lnTo>
                      <a:pt x="105" y="1589"/>
                    </a:lnTo>
                    <a:lnTo>
                      <a:pt x="105" y="1573"/>
                    </a:lnTo>
                    <a:lnTo>
                      <a:pt x="110" y="1559"/>
                    </a:lnTo>
                    <a:lnTo>
                      <a:pt x="124" y="1513"/>
                    </a:lnTo>
                    <a:lnTo>
                      <a:pt x="133" y="1482"/>
                    </a:lnTo>
                    <a:lnTo>
                      <a:pt x="151" y="1426"/>
                    </a:lnTo>
                    <a:lnTo>
                      <a:pt x="154" y="1417"/>
                    </a:lnTo>
                    <a:lnTo>
                      <a:pt x="154" y="1410"/>
                    </a:lnTo>
                    <a:lnTo>
                      <a:pt x="151" y="1401"/>
                    </a:lnTo>
                    <a:lnTo>
                      <a:pt x="135" y="1331"/>
                    </a:lnTo>
                    <a:lnTo>
                      <a:pt x="124" y="1296"/>
                    </a:lnTo>
                    <a:lnTo>
                      <a:pt x="107" y="1231"/>
                    </a:lnTo>
                    <a:lnTo>
                      <a:pt x="98" y="1189"/>
                    </a:lnTo>
                    <a:lnTo>
                      <a:pt x="82" y="1096"/>
                    </a:lnTo>
                    <a:lnTo>
                      <a:pt x="68" y="1049"/>
                    </a:lnTo>
                    <a:lnTo>
                      <a:pt x="65" y="1042"/>
                    </a:lnTo>
                    <a:lnTo>
                      <a:pt x="63" y="1033"/>
                    </a:lnTo>
                    <a:lnTo>
                      <a:pt x="61" y="1028"/>
                    </a:lnTo>
                    <a:lnTo>
                      <a:pt x="61" y="1026"/>
                    </a:lnTo>
                    <a:lnTo>
                      <a:pt x="54" y="1000"/>
                    </a:lnTo>
                    <a:lnTo>
                      <a:pt x="51" y="975"/>
                    </a:lnTo>
                    <a:lnTo>
                      <a:pt x="54" y="938"/>
                    </a:lnTo>
                    <a:lnTo>
                      <a:pt x="68" y="882"/>
                    </a:lnTo>
                    <a:lnTo>
                      <a:pt x="72" y="865"/>
                    </a:lnTo>
                    <a:lnTo>
                      <a:pt x="75" y="854"/>
                    </a:lnTo>
                    <a:lnTo>
                      <a:pt x="77" y="840"/>
                    </a:lnTo>
                    <a:lnTo>
                      <a:pt x="77" y="831"/>
                    </a:lnTo>
                    <a:lnTo>
                      <a:pt x="77" y="821"/>
                    </a:lnTo>
                    <a:lnTo>
                      <a:pt x="79" y="812"/>
                    </a:lnTo>
                    <a:lnTo>
                      <a:pt x="82" y="805"/>
                    </a:lnTo>
                    <a:lnTo>
                      <a:pt x="86" y="798"/>
                    </a:lnTo>
                    <a:lnTo>
                      <a:pt x="89" y="796"/>
                    </a:lnTo>
                    <a:lnTo>
                      <a:pt x="89" y="796"/>
                    </a:lnTo>
                    <a:lnTo>
                      <a:pt x="91" y="784"/>
                    </a:lnTo>
                    <a:lnTo>
                      <a:pt x="93" y="772"/>
                    </a:lnTo>
                    <a:lnTo>
                      <a:pt x="96" y="754"/>
                    </a:lnTo>
                    <a:lnTo>
                      <a:pt x="96" y="749"/>
                    </a:lnTo>
                    <a:lnTo>
                      <a:pt x="86" y="744"/>
                    </a:lnTo>
                    <a:lnTo>
                      <a:pt x="82" y="742"/>
                    </a:lnTo>
                    <a:lnTo>
                      <a:pt x="77" y="737"/>
                    </a:lnTo>
                    <a:lnTo>
                      <a:pt x="68" y="719"/>
                    </a:lnTo>
                    <a:lnTo>
                      <a:pt x="65" y="714"/>
                    </a:lnTo>
                    <a:lnTo>
                      <a:pt x="65" y="703"/>
                    </a:lnTo>
                    <a:lnTo>
                      <a:pt x="65" y="693"/>
                    </a:lnTo>
                    <a:lnTo>
                      <a:pt x="70" y="658"/>
                    </a:lnTo>
                    <a:lnTo>
                      <a:pt x="72" y="647"/>
                    </a:lnTo>
                    <a:lnTo>
                      <a:pt x="75" y="616"/>
                    </a:lnTo>
                    <a:lnTo>
                      <a:pt x="79" y="588"/>
                    </a:lnTo>
                    <a:lnTo>
                      <a:pt x="84" y="570"/>
                    </a:lnTo>
                    <a:lnTo>
                      <a:pt x="89" y="554"/>
                    </a:lnTo>
                    <a:lnTo>
                      <a:pt x="93" y="533"/>
                    </a:lnTo>
                    <a:lnTo>
                      <a:pt x="105" y="474"/>
                    </a:lnTo>
                    <a:lnTo>
                      <a:pt x="117" y="442"/>
                    </a:lnTo>
                    <a:lnTo>
                      <a:pt x="128" y="412"/>
                    </a:lnTo>
                    <a:lnTo>
                      <a:pt x="147" y="372"/>
                    </a:lnTo>
                    <a:lnTo>
                      <a:pt x="170" y="335"/>
                    </a:lnTo>
                    <a:lnTo>
                      <a:pt x="175" y="330"/>
                    </a:lnTo>
                    <a:lnTo>
                      <a:pt x="179" y="323"/>
                    </a:lnTo>
                    <a:lnTo>
                      <a:pt x="205" y="288"/>
                    </a:lnTo>
                    <a:lnTo>
                      <a:pt x="238" y="256"/>
                    </a:lnTo>
                    <a:lnTo>
                      <a:pt x="275" y="232"/>
                    </a:lnTo>
                    <a:lnTo>
                      <a:pt x="291" y="223"/>
                    </a:lnTo>
                    <a:lnTo>
                      <a:pt x="305" y="214"/>
                    </a:lnTo>
                    <a:lnTo>
                      <a:pt x="317" y="207"/>
                    </a:lnTo>
                    <a:lnTo>
                      <a:pt x="328" y="202"/>
                    </a:lnTo>
                    <a:lnTo>
                      <a:pt x="333" y="200"/>
                    </a:lnTo>
                    <a:lnTo>
                      <a:pt x="335" y="197"/>
                    </a:lnTo>
                    <a:lnTo>
                      <a:pt x="335" y="193"/>
                    </a:lnTo>
                    <a:lnTo>
                      <a:pt x="335" y="186"/>
                    </a:lnTo>
                    <a:lnTo>
                      <a:pt x="338" y="181"/>
                    </a:lnTo>
                    <a:lnTo>
                      <a:pt x="342" y="177"/>
                    </a:lnTo>
                    <a:lnTo>
                      <a:pt x="347" y="172"/>
                    </a:lnTo>
                    <a:lnTo>
                      <a:pt x="352" y="165"/>
                    </a:lnTo>
                    <a:lnTo>
                      <a:pt x="356" y="160"/>
                    </a:lnTo>
                    <a:lnTo>
                      <a:pt x="363" y="158"/>
                    </a:lnTo>
                    <a:lnTo>
                      <a:pt x="370" y="158"/>
                    </a:lnTo>
                    <a:lnTo>
                      <a:pt x="377" y="160"/>
                    </a:lnTo>
                    <a:lnTo>
                      <a:pt x="384" y="163"/>
                    </a:lnTo>
                    <a:lnTo>
                      <a:pt x="391" y="163"/>
                    </a:lnTo>
                    <a:lnTo>
                      <a:pt x="394" y="160"/>
                    </a:lnTo>
                    <a:lnTo>
                      <a:pt x="398" y="158"/>
                    </a:lnTo>
                    <a:lnTo>
                      <a:pt x="401" y="153"/>
                    </a:lnTo>
                    <a:lnTo>
                      <a:pt x="401" y="149"/>
                    </a:lnTo>
                    <a:lnTo>
                      <a:pt x="401" y="146"/>
                    </a:lnTo>
                    <a:lnTo>
                      <a:pt x="398" y="139"/>
                    </a:lnTo>
                    <a:lnTo>
                      <a:pt x="401" y="135"/>
                    </a:lnTo>
                    <a:lnTo>
                      <a:pt x="403" y="130"/>
                    </a:lnTo>
                    <a:lnTo>
                      <a:pt x="417" y="114"/>
                    </a:lnTo>
                    <a:lnTo>
                      <a:pt x="431" y="100"/>
                    </a:lnTo>
                    <a:lnTo>
                      <a:pt x="431" y="86"/>
                    </a:lnTo>
                    <a:lnTo>
                      <a:pt x="431" y="81"/>
                    </a:lnTo>
                    <a:lnTo>
                      <a:pt x="433" y="76"/>
                    </a:lnTo>
                    <a:lnTo>
                      <a:pt x="449" y="55"/>
                    </a:lnTo>
                    <a:lnTo>
                      <a:pt x="454" y="51"/>
                    </a:lnTo>
                    <a:lnTo>
                      <a:pt x="456" y="44"/>
                    </a:lnTo>
                    <a:lnTo>
                      <a:pt x="456" y="37"/>
                    </a:lnTo>
                    <a:lnTo>
                      <a:pt x="461" y="30"/>
                    </a:lnTo>
                    <a:lnTo>
                      <a:pt x="466" y="23"/>
                    </a:lnTo>
                    <a:lnTo>
                      <a:pt x="470" y="18"/>
                    </a:lnTo>
                    <a:lnTo>
                      <a:pt x="477" y="11"/>
                    </a:lnTo>
                    <a:lnTo>
                      <a:pt x="487" y="7"/>
                    </a:lnTo>
                    <a:lnTo>
                      <a:pt x="508" y="0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  <a:alpha val="9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50" name="Freeform 60"/>
              <p:cNvSpPr>
                <a:spLocks noEditPoints="1"/>
              </p:cNvSpPr>
              <p:nvPr/>
            </p:nvSpPr>
            <p:spPr bwMode="auto">
              <a:xfrm>
                <a:off x="6696873" y="2433997"/>
                <a:ext cx="456341" cy="899432"/>
              </a:xfrm>
              <a:custGeom>
                <a:avLst/>
                <a:gdLst>
                  <a:gd name="T0" fmla="*/ 545 w 789"/>
                  <a:gd name="T1" fmla="*/ 1319 h 2176"/>
                  <a:gd name="T2" fmla="*/ 614 w 789"/>
                  <a:gd name="T3" fmla="*/ 1324 h 2176"/>
                  <a:gd name="T4" fmla="*/ 449 w 789"/>
                  <a:gd name="T5" fmla="*/ 14 h 2176"/>
                  <a:gd name="T6" fmla="*/ 512 w 789"/>
                  <a:gd name="T7" fmla="*/ 67 h 2176"/>
                  <a:gd name="T8" fmla="*/ 528 w 789"/>
                  <a:gd name="T9" fmla="*/ 177 h 2176"/>
                  <a:gd name="T10" fmla="*/ 524 w 789"/>
                  <a:gd name="T11" fmla="*/ 221 h 2176"/>
                  <a:gd name="T12" fmla="*/ 512 w 789"/>
                  <a:gd name="T13" fmla="*/ 246 h 2176"/>
                  <a:gd name="T14" fmla="*/ 493 w 789"/>
                  <a:gd name="T15" fmla="*/ 291 h 2176"/>
                  <a:gd name="T16" fmla="*/ 440 w 789"/>
                  <a:gd name="T17" fmla="*/ 309 h 2176"/>
                  <a:gd name="T18" fmla="*/ 440 w 789"/>
                  <a:gd name="T19" fmla="*/ 358 h 2176"/>
                  <a:gd name="T20" fmla="*/ 475 w 789"/>
                  <a:gd name="T21" fmla="*/ 500 h 2176"/>
                  <a:gd name="T22" fmla="*/ 517 w 789"/>
                  <a:gd name="T23" fmla="*/ 726 h 2176"/>
                  <a:gd name="T24" fmla="*/ 521 w 789"/>
                  <a:gd name="T25" fmla="*/ 826 h 2176"/>
                  <a:gd name="T26" fmla="*/ 517 w 789"/>
                  <a:gd name="T27" fmla="*/ 882 h 2176"/>
                  <a:gd name="T28" fmla="*/ 498 w 789"/>
                  <a:gd name="T29" fmla="*/ 1017 h 2176"/>
                  <a:gd name="T30" fmla="*/ 563 w 789"/>
                  <a:gd name="T31" fmla="*/ 1170 h 2176"/>
                  <a:gd name="T32" fmla="*/ 610 w 789"/>
                  <a:gd name="T33" fmla="*/ 1312 h 2176"/>
                  <a:gd name="T34" fmla="*/ 724 w 789"/>
                  <a:gd name="T35" fmla="*/ 1322 h 2176"/>
                  <a:gd name="T36" fmla="*/ 775 w 789"/>
                  <a:gd name="T37" fmla="*/ 1331 h 2176"/>
                  <a:gd name="T38" fmla="*/ 787 w 789"/>
                  <a:gd name="T39" fmla="*/ 1696 h 2176"/>
                  <a:gd name="T40" fmla="*/ 724 w 789"/>
                  <a:gd name="T41" fmla="*/ 1724 h 2176"/>
                  <a:gd name="T42" fmla="*/ 591 w 789"/>
                  <a:gd name="T43" fmla="*/ 1766 h 2176"/>
                  <a:gd name="T44" fmla="*/ 591 w 789"/>
                  <a:gd name="T45" fmla="*/ 1959 h 2176"/>
                  <a:gd name="T46" fmla="*/ 724 w 789"/>
                  <a:gd name="T47" fmla="*/ 1997 h 2176"/>
                  <a:gd name="T48" fmla="*/ 742 w 789"/>
                  <a:gd name="T49" fmla="*/ 2043 h 2176"/>
                  <a:gd name="T50" fmla="*/ 677 w 789"/>
                  <a:gd name="T51" fmla="*/ 2078 h 2176"/>
                  <a:gd name="T52" fmla="*/ 603 w 789"/>
                  <a:gd name="T53" fmla="*/ 2078 h 2176"/>
                  <a:gd name="T54" fmla="*/ 535 w 789"/>
                  <a:gd name="T55" fmla="*/ 2069 h 2176"/>
                  <a:gd name="T56" fmla="*/ 449 w 789"/>
                  <a:gd name="T57" fmla="*/ 2083 h 2176"/>
                  <a:gd name="T58" fmla="*/ 393 w 789"/>
                  <a:gd name="T59" fmla="*/ 2055 h 2176"/>
                  <a:gd name="T60" fmla="*/ 396 w 789"/>
                  <a:gd name="T61" fmla="*/ 2006 h 2176"/>
                  <a:gd name="T62" fmla="*/ 407 w 789"/>
                  <a:gd name="T63" fmla="*/ 1927 h 2176"/>
                  <a:gd name="T64" fmla="*/ 430 w 789"/>
                  <a:gd name="T65" fmla="*/ 1796 h 2176"/>
                  <a:gd name="T66" fmla="*/ 351 w 789"/>
                  <a:gd name="T67" fmla="*/ 1738 h 2176"/>
                  <a:gd name="T68" fmla="*/ 293 w 789"/>
                  <a:gd name="T69" fmla="*/ 1810 h 2176"/>
                  <a:gd name="T70" fmla="*/ 235 w 789"/>
                  <a:gd name="T71" fmla="*/ 1955 h 2176"/>
                  <a:gd name="T72" fmla="*/ 263 w 789"/>
                  <a:gd name="T73" fmla="*/ 2055 h 2176"/>
                  <a:gd name="T74" fmla="*/ 356 w 789"/>
                  <a:gd name="T75" fmla="*/ 2087 h 2176"/>
                  <a:gd name="T76" fmla="*/ 372 w 789"/>
                  <a:gd name="T77" fmla="*/ 2134 h 2176"/>
                  <a:gd name="T78" fmla="*/ 295 w 789"/>
                  <a:gd name="T79" fmla="*/ 2171 h 2176"/>
                  <a:gd name="T80" fmla="*/ 230 w 789"/>
                  <a:gd name="T81" fmla="*/ 2174 h 2176"/>
                  <a:gd name="T82" fmla="*/ 112 w 789"/>
                  <a:gd name="T83" fmla="*/ 2148 h 2176"/>
                  <a:gd name="T84" fmla="*/ 30 w 789"/>
                  <a:gd name="T85" fmla="*/ 2141 h 2176"/>
                  <a:gd name="T86" fmla="*/ 7 w 789"/>
                  <a:gd name="T87" fmla="*/ 2092 h 2176"/>
                  <a:gd name="T88" fmla="*/ 25 w 789"/>
                  <a:gd name="T89" fmla="*/ 1997 h 2176"/>
                  <a:gd name="T90" fmla="*/ 49 w 789"/>
                  <a:gd name="T91" fmla="*/ 1913 h 2176"/>
                  <a:gd name="T92" fmla="*/ 95 w 789"/>
                  <a:gd name="T93" fmla="*/ 1729 h 2176"/>
                  <a:gd name="T94" fmla="*/ 158 w 789"/>
                  <a:gd name="T95" fmla="*/ 1503 h 2176"/>
                  <a:gd name="T96" fmla="*/ 172 w 789"/>
                  <a:gd name="T97" fmla="*/ 1375 h 2176"/>
                  <a:gd name="T98" fmla="*/ 170 w 789"/>
                  <a:gd name="T99" fmla="*/ 1259 h 2176"/>
                  <a:gd name="T100" fmla="*/ 132 w 789"/>
                  <a:gd name="T101" fmla="*/ 1115 h 2176"/>
                  <a:gd name="T102" fmla="*/ 144 w 789"/>
                  <a:gd name="T103" fmla="*/ 875 h 2176"/>
                  <a:gd name="T104" fmla="*/ 119 w 789"/>
                  <a:gd name="T105" fmla="*/ 835 h 2176"/>
                  <a:gd name="T106" fmla="*/ 91 w 789"/>
                  <a:gd name="T107" fmla="*/ 679 h 2176"/>
                  <a:gd name="T108" fmla="*/ 128 w 789"/>
                  <a:gd name="T109" fmla="*/ 430 h 2176"/>
                  <a:gd name="T110" fmla="*/ 240 w 789"/>
                  <a:gd name="T111" fmla="*/ 274 h 2176"/>
                  <a:gd name="T112" fmla="*/ 267 w 789"/>
                  <a:gd name="T113" fmla="*/ 230 h 2176"/>
                  <a:gd name="T114" fmla="*/ 279 w 789"/>
                  <a:gd name="T115" fmla="*/ 181 h 2176"/>
                  <a:gd name="T116" fmla="*/ 295 w 789"/>
                  <a:gd name="T117" fmla="*/ 67 h 2176"/>
                  <a:gd name="T118" fmla="*/ 340 w 789"/>
                  <a:gd name="T119" fmla="*/ 18 h 2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89" h="2176">
                    <a:moveTo>
                      <a:pt x="79" y="2046"/>
                    </a:moveTo>
                    <a:lnTo>
                      <a:pt x="79" y="2046"/>
                    </a:lnTo>
                    <a:lnTo>
                      <a:pt x="79" y="2046"/>
                    </a:lnTo>
                    <a:lnTo>
                      <a:pt x="79" y="2046"/>
                    </a:lnTo>
                    <a:close/>
                    <a:moveTo>
                      <a:pt x="558" y="1287"/>
                    </a:moveTo>
                    <a:lnTo>
                      <a:pt x="549" y="1294"/>
                    </a:lnTo>
                    <a:lnTo>
                      <a:pt x="540" y="1301"/>
                    </a:lnTo>
                    <a:lnTo>
                      <a:pt x="542" y="1310"/>
                    </a:lnTo>
                    <a:lnTo>
                      <a:pt x="545" y="1319"/>
                    </a:lnTo>
                    <a:lnTo>
                      <a:pt x="549" y="1329"/>
                    </a:lnTo>
                    <a:lnTo>
                      <a:pt x="558" y="1329"/>
                    </a:lnTo>
                    <a:lnTo>
                      <a:pt x="600" y="1329"/>
                    </a:lnTo>
                    <a:lnTo>
                      <a:pt x="610" y="1329"/>
                    </a:lnTo>
                    <a:lnTo>
                      <a:pt x="619" y="1331"/>
                    </a:lnTo>
                    <a:lnTo>
                      <a:pt x="624" y="1331"/>
                    </a:lnTo>
                    <a:lnTo>
                      <a:pt x="624" y="1329"/>
                    </a:lnTo>
                    <a:lnTo>
                      <a:pt x="621" y="1329"/>
                    </a:lnTo>
                    <a:lnTo>
                      <a:pt x="614" y="1324"/>
                    </a:lnTo>
                    <a:lnTo>
                      <a:pt x="607" y="1322"/>
                    </a:lnTo>
                    <a:lnTo>
                      <a:pt x="600" y="1317"/>
                    </a:lnTo>
                    <a:lnTo>
                      <a:pt x="568" y="1291"/>
                    </a:lnTo>
                    <a:lnTo>
                      <a:pt x="563" y="1289"/>
                    </a:lnTo>
                    <a:lnTo>
                      <a:pt x="558" y="1287"/>
                    </a:lnTo>
                    <a:close/>
                    <a:moveTo>
                      <a:pt x="405" y="0"/>
                    </a:moveTo>
                    <a:lnTo>
                      <a:pt x="412" y="0"/>
                    </a:lnTo>
                    <a:lnTo>
                      <a:pt x="419" y="2"/>
                    </a:lnTo>
                    <a:lnTo>
                      <a:pt x="449" y="14"/>
                    </a:lnTo>
                    <a:lnTo>
                      <a:pt x="454" y="16"/>
                    </a:lnTo>
                    <a:lnTo>
                      <a:pt x="458" y="18"/>
                    </a:lnTo>
                    <a:lnTo>
                      <a:pt x="468" y="25"/>
                    </a:lnTo>
                    <a:lnTo>
                      <a:pt x="477" y="32"/>
                    </a:lnTo>
                    <a:lnTo>
                      <a:pt x="486" y="39"/>
                    </a:lnTo>
                    <a:lnTo>
                      <a:pt x="493" y="44"/>
                    </a:lnTo>
                    <a:lnTo>
                      <a:pt x="498" y="51"/>
                    </a:lnTo>
                    <a:lnTo>
                      <a:pt x="505" y="60"/>
                    </a:lnTo>
                    <a:lnTo>
                      <a:pt x="512" y="67"/>
                    </a:lnTo>
                    <a:lnTo>
                      <a:pt x="517" y="79"/>
                    </a:lnTo>
                    <a:lnTo>
                      <a:pt x="524" y="104"/>
                    </a:lnTo>
                    <a:lnTo>
                      <a:pt x="526" y="135"/>
                    </a:lnTo>
                    <a:lnTo>
                      <a:pt x="524" y="142"/>
                    </a:lnTo>
                    <a:lnTo>
                      <a:pt x="521" y="149"/>
                    </a:lnTo>
                    <a:lnTo>
                      <a:pt x="521" y="156"/>
                    </a:lnTo>
                    <a:lnTo>
                      <a:pt x="521" y="163"/>
                    </a:lnTo>
                    <a:lnTo>
                      <a:pt x="524" y="165"/>
                    </a:lnTo>
                    <a:lnTo>
                      <a:pt x="528" y="177"/>
                    </a:lnTo>
                    <a:lnTo>
                      <a:pt x="533" y="188"/>
                    </a:lnTo>
                    <a:lnTo>
                      <a:pt x="540" y="200"/>
                    </a:lnTo>
                    <a:lnTo>
                      <a:pt x="540" y="202"/>
                    </a:lnTo>
                    <a:lnTo>
                      <a:pt x="542" y="207"/>
                    </a:lnTo>
                    <a:lnTo>
                      <a:pt x="540" y="211"/>
                    </a:lnTo>
                    <a:lnTo>
                      <a:pt x="538" y="216"/>
                    </a:lnTo>
                    <a:lnTo>
                      <a:pt x="533" y="218"/>
                    </a:lnTo>
                    <a:lnTo>
                      <a:pt x="528" y="221"/>
                    </a:lnTo>
                    <a:lnTo>
                      <a:pt x="524" y="221"/>
                    </a:lnTo>
                    <a:lnTo>
                      <a:pt x="521" y="221"/>
                    </a:lnTo>
                    <a:lnTo>
                      <a:pt x="517" y="221"/>
                    </a:lnTo>
                    <a:lnTo>
                      <a:pt x="517" y="225"/>
                    </a:lnTo>
                    <a:lnTo>
                      <a:pt x="517" y="232"/>
                    </a:lnTo>
                    <a:lnTo>
                      <a:pt x="517" y="235"/>
                    </a:lnTo>
                    <a:lnTo>
                      <a:pt x="514" y="239"/>
                    </a:lnTo>
                    <a:lnTo>
                      <a:pt x="512" y="242"/>
                    </a:lnTo>
                    <a:lnTo>
                      <a:pt x="512" y="244"/>
                    </a:lnTo>
                    <a:lnTo>
                      <a:pt x="512" y="246"/>
                    </a:lnTo>
                    <a:lnTo>
                      <a:pt x="510" y="251"/>
                    </a:lnTo>
                    <a:lnTo>
                      <a:pt x="510" y="253"/>
                    </a:lnTo>
                    <a:lnTo>
                      <a:pt x="505" y="258"/>
                    </a:lnTo>
                    <a:lnTo>
                      <a:pt x="503" y="260"/>
                    </a:lnTo>
                    <a:lnTo>
                      <a:pt x="500" y="263"/>
                    </a:lnTo>
                    <a:lnTo>
                      <a:pt x="503" y="267"/>
                    </a:lnTo>
                    <a:lnTo>
                      <a:pt x="500" y="274"/>
                    </a:lnTo>
                    <a:lnTo>
                      <a:pt x="498" y="284"/>
                    </a:lnTo>
                    <a:lnTo>
                      <a:pt x="493" y="291"/>
                    </a:lnTo>
                    <a:lnTo>
                      <a:pt x="486" y="295"/>
                    </a:lnTo>
                    <a:lnTo>
                      <a:pt x="477" y="298"/>
                    </a:lnTo>
                    <a:lnTo>
                      <a:pt x="472" y="300"/>
                    </a:lnTo>
                    <a:lnTo>
                      <a:pt x="470" y="302"/>
                    </a:lnTo>
                    <a:lnTo>
                      <a:pt x="463" y="305"/>
                    </a:lnTo>
                    <a:lnTo>
                      <a:pt x="458" y="307"/>
                    </a:lnTo>
                    <a:lnTo>
                      <a:pt x="451" y="307"/>
                    </a:lnTo>
                    <a:lnTo>
                      <a:pt x="442" y="307"/>
                    </a:lnTo>
                    <a:lnTo>
                      <a:pt x="440" y="309"/>
                    </a:lnTo>
                    <a:lnTo>
                      <a:pt x="437" y="309"/>
                    </a:lnTo>
                    <a:lnTo>
                      <a:pt x="433" y="316"/>
                    </a:lnTo>
                    <a:lnTo>
                      <a:pt x="430" y="323"/>
                    </a:lnTo>
                    <a:lnTo>
                      <a:pt x="433" y="330"/>
                    </a:lnTo>
                    <a:lnTo>
                      <a:pt x="437" y="337"/>
                    </a:lnTo>
                    <a:lnTo>
                      <a:pt x="437" y="344"/>
                    </a:lnTo>
                    <a:lnTo>
                      <a:pt x="437" y="349"/>
                    </a:lnTo>
                    <a:lnTo>
                      <a:pt x="437" y="356"/>
                    </a:lnTo>
                    <a:lnTo>
                      <a:pt x="440" y="358"/>
                    </a:lnTo>
                    <a:lnTo>
                      <a:pt x="444" y="360"/>
                    </a:lnTo>
                    <a:lnTo>
                      <a:pt x="447" y="365"/>
                    </a:lnTo>
                    <a:lnTo>
                      <a:pt x="449" y="370"/>
                    </a:lnTo>
                    <a:lnTo>
                      <a:pt x="451" y="412"/>
                    </a:lnTo>
                    <a:lnTo>
                      <a:pt x="454" y="419"/>
                    </a:lnTo>
                    <a:lnTo>
                      <a:pt x="456" y="426"/>
                    </a:lnTo>
                    <a:lnTo>
                      <a:pt x="461" y="435"/>
                    </a:lnTo>
                    <a:lnTo>
                      <a:pt x="465" y="447"/>
                    </a:lnTo>
                    <a:lnTo>
                      <a:pt x="475" y="500"/>
                    </a:lnTo>
                    <a:lnTo>
                      <a:pt x="475" y="509"/>
                    </a:lnTo>
                    <a:lnTo>
                      <a:pt x="477" y="519"/>
                    </a:lnTo>
                    <a:lnTo>
                      <a:pt x="482" y="556"/>
                    </a:lnTo>
                    <a:lnTo>
                      <a:pt x="489" y="595"/>
                    </a:lnTo>
                    <a:lnTo>
                      <a:pt x="500" y="647"/>
                    </a:lnTo>
                    <a:lnTo>
                      <a:pt x="503" y="656"/>
                    </a:lnTo>
                    <a:lnTo>
                      <a:pt x="505" y="668"/>
                    </a:lnTo>
                    <a:lnTo>
                      <a:pt x="510" y="682"/>
                    </a:lnTo>
                    <a:lnTo>
                      <a:pt x="517" y="726"/>
                    </a:lnTo>
                    <a:lnTo>
                      <a:pt x="519" y="740"/>
                    </a:lnTo>
                    <a:lnTo>
                      <a:pt x="524" y="770"/>
                    </a:lnTo>
                    <a:lnTo>
                      <a:pt x="524" y="798"/>
                    </a:lnTo>
                    <a:lnTo>
                      <a:pt x="521" y="803"/>
                    </a:lnTo>
                    <a:lnTo>
                      <a:pt x="524" y="807"/>
                    </a:lnTo>
                    <a:lnTo>
                      <a:pt x="524" y="812"/>
                    </a:lnTo>
                    <a:lnTo>
                      <a:pt x="526" y="817"/>
                    </a:lnTo>
                    <a:lnTo>
                      <a:pt x="524" y="819"/>
                    </a:lnTo>
                    <a:lnTo>
                      <a:pt x="521" y="826"/>
                    </a:lnTo>
                    <a:lnTo>
                      <a:pt x="521" y="831"/>
                    </a:lnTo>
                    <a:lnTo>
                      <a:pt x="521" y="838"/>
                    </a:lnTo>
                    <a:lnTo>
                      <a:pt x="521" y="842"/>
                    </a:lnTo>
                    <a:lnTo>
                      <a:pt x="521" y="854"/>
                    </a:lnTo>
                    <a:lnTo>
                      <a:pt x="519" y="865"/>
                    </a:lnTo>
                    <a:lnTo>
                      <a:pt x="517" y="870"/>
                    </a:lnTo>
                    <a:lnTo>
                      <a:pt x="517" y="875"/>
                    </a:lnTo>
                    <a:lnTo>
                      <a:pt x="519" y="877"/>
                    </a:lnTo>
                    <a:lnTo>
                      <a:pt x="517" y="882"/>
                    </a:lnTo>
                    <a:lnTo>
                      <a:pt x="512" y="903"/>
                    </a:lnTo>
                    <a:lnTo>
                      <a:pt x="507" y="917"/>
                    </a:lnTo>
                    <a:lnTo>
                      <a:pt x="498" y="961"/>
                    </a:lnTo>
                    <a:lnTo>
                      <a:pt x="491" y="1000"/>
                    </a:lnTo>
                    <a:lnTo>
                      <a:pt x="491" y="1003"/>
                    </a:lnTo>
                    <a:lnTo>
                      <a:pt x="491" y="1005"/>
                    </a:lnTo>
                    <a:lnTo>
                      <a:pt x="496" y="1010"/>
                    </a:lnTo>
                    <a:lnTo>
                      <a:pt x="496" y="1012"/>
                    </a:lnTo>
                    <a:lnTo>
                      <a:pt x="498" y="1017"/>
                    </a:lnTo>
                    <a:lnTo>
                      <a:pt x="524" y="1082"/>
                    </a:lnTo>
                    <a:lnTo>
                      <a:pt x="526" y="1094"/>
                    </a:lnTo>
                    <a:lnTo>
                      <a:pt x="533" y="1103"/>
                    </a:lnTo>
                    <a:lnTo>
                      <a:pt x="540" y="1117"/>
                    </a:lnTo>
                    <a:lnTo>
                      <a:pt x="547" y="1133"/>
                    </a:lnTo>
                    <a:lnTo>
                      <a:pt x="549" y="1142"/>
                    </a:lnTo>
                    <a:lnTo>
                      <a:pt x="554" y="1149"/>
                    </a:lnTo>
                    <a:lnTo>
                      <a:pt x="558" y="1161"/>
                    </a:lnTo>
                    <a:lnTo>
                      <a:pt x="563" y="1170"/>
                    </a:lnTo>
                    <a:lnTo>
                      <a:pt x="563" y="1182"/>
                    </a:lnTo>
                    <a:lnTo>
                      <a:pt x="563" y="1187"/>
                    </a:lnTo>
                    <a:lnTo>
                      <a:pt x="565" y="1226"/>
                    </a:lnTo>
                    <a:lnTo>
                      <a:pt x="565" y="1266"/>
                    </a:lnTo>
                    <a:lnTo>
                      <a:pt x="563" y="1275"/>
                    </a:lnTo>
                    <a:lnTo>
                      <a:pt x="572" y="1282"/>
                    </a:lnTo>
                    <a:lnTo>
                      <a:pt x="589" y="1294"/>
                    </a:lnTo>
                    <a:lnTo>
                      <a:pt x="605" y="1308"/>
                    </a:lnTo>
                    <a:lnTo>
                      <a:pt x="610" y="1312"/>
                    </a:lnTo>
                    <a:lnTo>
                      <a:pt x="617" y="1317"/>
                    </a:lnTo>
                    <a:lnTo>
                      <a:pt x="624" y="1322"/>
                    </a:lnTo>
                    <a:lnTo>
                      <a:pt x="631" y="1322"/>
                    </a:lnTo>
                    <a:lnTo>
                      <a:pt x="640" y="1324"/>
                    </a:lnTo>
                    <a:lnTo>
                      <a:pt x="649" y="1322"/>
                    </a:lnTo>
                    <a:lnTo>
                      <a:pt x="682" y="1322"/>
                    </a:lnTo>
                    <a:lnTo>
                      <a:pt x="719" y="1322"/>
                    </a:lnTo>
                    <a:lnTo>
                      <a:pt x="719" y="1322"/>
                    </a:lnTo>
                    <a:lnTo>
                      <a:pt x="724" y="1322"/>
                    </a:lnTo>
                    <a:lnTo>
                      <a:pt x="728" y="1324"/>
                    </a:lnTo>
                    <a:lnTo>
                      <a:pt x="731" y="1326"/>
                    </a:lnTo>
                    <a:lnTo>
                      <a:pt x="733" y="1326"/>
                    </a:lnTo>
                    <a:lnTo>
                      <a:pt x="735" y="1326"/>
                    </a:lnTo>
                    <a:lnTo>
                      <a:pt x="738" y="1326"/>
                    </a:lnTo>
                    <a:lnTo>
                      <a:pt x="742" y="1326"/>
                    </a:lnTo>
                    <a:lnTo>
                      <a:pt x="756" y="1326"/>
                    </a:lnTo>
                    <a:lnTo>
                      <a:pt x="766" y="1329"/>
                    </a:lnTo>
                    <a:lnTo>
                      <a:pt x="775" y="1331"/>
                    </a:lnTo>
                    <a:lnTo>
                      <a:pt x="775" y="1336"/>
                    </a:lnTo>
                    <a:lnTo>
                      <a:pt x="777" y="1352"/>
                    </a:lnTo>
                    <a:lnTo>
                      <a:pt x="775" y="1371"/>
                    </a:lnTo>
                    <a:lnTo>
                      <a:pt x="775" y="1378"/>
                    </a:lnTo>
                    <a:lnTo>
                      <a:pt x="780" y="1450"/>
                    </a:lnTo>
                    <a:lnTo>
                      <a:pt x="784" y="1550"/>
                    </a:lnTo>
                    <a:lnTo>
                      <a:pt x="787" y="1652"/>
                    </a:lnTo>
                    <a:lnTo>
                      <a:pt x="789" y="1678"/>
                    </a:lnTo>
                    <a:lnTo>
                      <a:pt x="787" y="1696"/>
                    </a:lnTo>
                    <a:lnTo>
                      <a:pt x="784" y="1701"/>
                    </a:lnTo>
                    <a:lnTo>
                      <a:pt x="780" y="1706"/>
                    </a:lnTo>
                    <a:lnTo>
                      <a:pt x="775" y="1710"/>
                    </a:lnTo>
                    <a:lnTo>
                      <a:pt x="768" y="1710"/>
                    </a:lnTo>
                    <a:lnTo>
                      <a:pt x="761" y="1710"/>
                    </a:lnTo>
                    <a:lnTo>
                      <a:pt x="749" y="1713"/>
                    </a:lnTo>
                    <a:lnTo>
                      <a:pt x="740" y="1715"/>
                    </a:lnTo>
                    <a:lnTo>
                      <a:pt x="731" y="1722"/>
                    </a:lnTo>
                    <a:lnTo>
                      <a:pt x="724" y="1724"/>
                    </a:lnTo>
                    <a:lnTo>
                      <a:pt x="717" y="1727"/>
                    </a:lnTo>
                    <a:lnTo>
                      <a:pt x="710" y="1727"/>
                    </a:lnTo>
                    <a:lnTo>
                      <a:pt x="654" y="1731"/>
                    </a:lnTo>
                    <a:lnTo>
                      <a:pt x="600" y="1734"/>
                    </a:lnTo>
                    <a:lnTo>
                      <a:pt x="593" y="1734"/>
                    </a:lnTo>
                    <a:lnTo>
                      <a:pt x="591" y="1738"/>
                    </a:lnTo>
                    <a:lnTo>
                      <a:pt x="591" y="1741"/>
                    </a:lnTo>
                    <a:lnTo>
                      <a:pt x="591" y="1743"/>
                    </a:lnTo>
                    <a:lnTo>
                      <a:pt x="591" y="1766"/>
                    </a:lnTo>
                    <a:lnTo>
                      <a:pt x="589" y="1822"/>
                    </a:lnTo>
                    <a:lnTo>
                      <a:pt x="586" y="1857"/>
                    </a:lnTo>
                    <a:lnTo>
                      <a:pt x="586" y="1878"/>
                    </a:lnTo>
                    <a:lnTo>
                      <a:pt x="589" y="1901"/>
                    </a:lnTo>
                    <a:lnTo>
                      <a:pt x="589" y="1913"/>
                    </a:lnTo>
                    <a:lnTo>
                      <a:pt x="589" y="1924"/>
                    </a:lnTo>
                    <a:lnTo>
                      <a:pt x="589" y="1952"/>
                    </a:lnTo>
                    <a:lnTo>
                      <a:pt x="589" y="1957"/>
                    </a:lnTo>
                    <a:lnTo>
                      <a:pt x="591" y="1959"/>
                    </a:lnTo>
                    <a:lnTo>
                      <a:pt x="593" y="1962"/>
                    </a:lnTo>
                    <a:lnTo>
                      <a:pt x="614" y="1978"/>
                    </a:lnTo>
                    <a:lnTo>
                      <a:pt x="640" y="1990"/>
                    </a:lnTo>
                    <a:lnTo>
                      <a:pt x="649" y="1992"/>
                    </a:lnTo>
                    <a:lnTo>
                      <a:pt x="661" y="1992"/>
                    </a:lnTo>
                    <a:lnTo>
                      <a:pt x="670" y="1992"/>
                    </a:lnTo>
                    <a:lnTo>
                      <a:pt x="705" y="1992"/>
                    </a:lnTo>
                    <a:lnTo>
                      <a:pt x="719" y="1994"/>
                    </a:lnTo>
                    <a:lnTo>
                      <a:pt x="724" y="1997"/>
                    </a:lnTo>
                    <a:lnTo>
                      <a:pt x="728" y="1999"/>
                    </a:lnTo>
                    <a:lnTo>
                      <a:pt x="731" y="2004"/>
                    </a:lnTo>
                    <a:lnTo>
                      <a:pt x="735" y="2008"/>
                    </a:lnTo>
                    <a:lnTo>
                      <a:pt x="738" y="2013"/>
                    </a:lnTo>
                    <a:lnTo>
                      <a:pt x="740" y="2018"/>
                    </a:lnTo>
                    <a:lnTo>
                      <a:pt x="745" y="2020"/>
                    </a:lnTo>
                    <a:lnTo>
                      <a:pt x="745" y="2022"/>
                    </a:lnTo>
                    <a:lnTo>
                      <a:pt x="745" y="2034"/>
                    </a:lnTo>
                    <a:lnTo>
                      <a:pt x="742" y="2043"/>
                    </a:lnTo>
                    <a:lnTo>
                      <a:pt x="738" y="2052"/>
                    </a:lnTo>
                    <a:lnTo>
                      <a:pt x="731" y="2059"/>
                    </a:lnTo>
                    <a:lnTo>
                      <a:pt x="724" y="2066"/>
                    </a:lnTo>
                    <a:lnTo>
                      <a:pt x="714" y="2069"/>
                    </a:lnTo>
                    <a:lnTo>
                      <a:pt x="703" y="2071"/>
                    </a:lnTo>
                    <a:lnTo>
                      <a:pt x="698" y="2071"/>
                    </a:lnTo>
                    <a:lnTo>
                      <a:pt x="694" y="2073"/>
                    </a:lnTo>
                    <a:lnTo>
                      <a:pt x="687" y="2076"/>
                    </a:lnTo>
                    <a:lnTo>
                      <a:pt x="677" y="2078"/>
                    </a:lnTo>
                    <a:lnTo>
                      <a:pt x="670" y="2078"/>
                    </a:lnTo>
                    <a:lnTo>
                      <a:pt x="666" y="2078"/>
                    </a:lnTo>
                    <a:lnTo>
                      <a:pt x="661" y="2078"/>
                    </a:lnTo>
                    <a:lnTo>
                      <a:pt x="654" y="2080"/>
                    </a:lnTo>
                    <a:lnTo>
                      <a:pt x="645" y="2080"/>
                    </a:lnTo>
                    <a:lnTo>
                      <a:pt x="635" y="2080"/>
                    </a:lnTo>
                    <a:lnTo>
                      <a:pt x="621" y="2080"/>
                    </a:lnTo>
                    <a:lnTo>
                      <a:pt x="612" y="2078"/>
                    </a:lnTo>
                    <a:lnTo>
                      <a:pt x="603" y="2078"/>
                    </a:lnTo>
                    <a:lnTo>
                      <a:pt x="596" y="2078"/>
                    </a:lnTo>
                    <a:lnTo>
                      <a:pt x="591" y="2076"/>
                    </a:lnTo>
                    <a:lnTo>
                      <a:pt x="575" y="2076"/>
                    </a:lnTo>
                    <a:lnTo>
                      <a:pt x="558" y="2073"/>
                    </a:lnTo>
                    <a:lnTo>
                      <a:pt x="554" y="2073"/>
                    </a:lnTo>
                    <a:lnTo>
                      <a:pt x="549" y="2071"/>
                    </a:lnTo>
                    <a:lnTo>
                      <a:pt x="545" y="2069"/>
                    </a:lnTo>
                    <a:lnTo>
                      <a:pt x="540" y="2069"/>
                    </a:lnTo>
                    <a:lnTo>
                      <a:pt x="535" y="2069"/>
                    </a:lnTo>
                    <a:lnTo>
                      <a:pt x="521" y="2073"/>
                    </a:lnTo>
                    <a:lnTo>
                      <a:pt x="510" y="2078"/>
                    </a:lnTo>
                    <a:lnTo>
                      <a:pt x="498" y="2080"/>
                    </a:lnTo>
                    <a:lnTo>
                      <a:pt x="486" y="2080"/>
                    </a:lnTo>
                    <a:lnTo>
                      <a:pt x="477" y="2080"/>
                    </a:lnTo>
                    <a:lnTo>
                      <a:pt x="468" y="2083"/>
                    </a:lnTo>
                    <a:lnTo>
                      <a:pt x="461" y="2083"/>
                    </a:lnTo>
                    <a:lnTo>
                      <a:pt x="454" y="2083"/>
                    </a:lnTo>
                    <a:lnTo>
                      <a:pt x="449" y="2083"/>
                    </a:lnTo>
                    <a:lnTo>
                      <a:pt x="444" y="2083"/>
                    </a:lnTo>
                    <a:lnTo>
                      <a:pt x="440" y="2083"/>
                    </a:lnTo>
                    <a:lnTo>
                      <a:pt x="430" y="2083"/>
                    </a:lnTo>
                    <a:lnTo>
                      <a:pt x="423" y="2080"/>
                    </a:lnTo>
                    <a:lnTo>
                      <a:pt x="416" y="2076"/>
                    </a:lnTo>
                    <a:lnTo>
                      <a:pt x="409" y="2073"/>
                    </a:lnTo>
                    <a:lnTo>
                      <a:pt x="403" y="2069"/>
                    </a:lnTo>
                    <a:lnTo>
                      <a:pt x="398" y="2062"/>
                    </a:lnTo>
                    <a:lnTo>
                      <a:pt x="393" y="2055"/>
                    </a:lnTo>
                    <a:lnTo>
                      <a:pt x="391" y="2052"/>
                    </a:lnTo>
                    <a:lnTo>
                      <a:pt x="391" y="2048"/>
                    </a:lnTo>
                    <a:lnTo>
                      <a:pt x="391" y="2043"/>
                    </a:lnTo>
                    <a:lnTo>
                      <a:pt x="393" y="2041"/>
                    </a:lnTo>
                    <a:lnTo>
                      <a:pt x="393" y="2041"/>
                    </a:lnTo>
                    <a:lnTo>
                      <a:pt x="393" y="2032"/>
                    </a:lnTo>
                    <a:lnTo>
                      <a:pt x="393" y="2025"/>
                    </a:lnTo>
                    <a:lnTo>
                      <a:pt x="396" y="2018"/>
                    </a:lnTo>
                    <a:lnTo>
                      <a:pt x="396" y="2006"/>
                    </a:lnTo>
                    <a:lnTo>
                      <a:pt x="400" y="1992"/>
                    </a:lnTo>
                    <a:lnTo>
                      <a:pt x="405" y="1980"/>
                    </a:lnTo>
                    <a:lnTo>
                      <a:pt x="407" y="1966"/>
                    </a:lnTo>
                    <a:lnTo>
                      <a:pt x="409" y="1964"/>
                    </a:lnTo>
                    <a:lnTo>
                      <a:pt x="407" y="1959"/>
                    </a:lnTo>
                    <a:lnTo>
                      <a:pt x="405" y="1957"/>
                    </a:lnTo>
                    <a:lnTo>
                      <a:pt x="405" y="1952"/>
                    </a:lnTo>
                    <a:lnTo>
                      <a:pt x="407" y="1931"/>
                    </a:lnTo>
                    <a:lnTo>
                      <a:pt x="407" y="1927"/>
                    </a:lnTo>
                    <a:lnTo>
                      <a:pt x="405" y="1924"/>
                    </a:lnTo>
                    <a:lnTo>
                      <a:pt x="403" y="1915"/>
                    </a:lnTo>
                    <a:lnTo>
                      <a:pt x="403" y="1904"/>
                    </a:lnTo>
                    <a:lnTo>
                      <a:pt x="403" y="1894"/>
                    </a:lnTo>
                    <a:lnTo>
                      <a:pt x="407" y="1873"/>
                    </a:lnTo>
                    <a:lnTo>
                      <a:pt x="416" y="1852"/>
                    </a:lnTo>
                    <a:lnTo>
                      <a:pt x="419" y="1843"/>
                    </a:lnTo>
                    <a:lnTo>
                      <a:pt x="430" y="1803"/>
                    </a:lnTo>
                    <a:lnTo>
                      <a:pt x="430" y="1796"/>
                    </a:lnTo>
                    <a:lnTo>
                      <a:pt x="430" y="1792"/>
                    </a:lnTo>
                    <a:lnTo>
                      <a:pt x="426" y="1778"/>
                    </a:lnTo>
                    <a:lnTo>
                      <a:pt x="421" y="1762"/>
                    </a:lnTo>
                    <a:lnTo>
                      <a:pt x="416" y="1752"/>
                    </a:lnTo>
                    <a:lnTo>
                      <a:pt x="412" y="1741"/>
                    </a:lnTo>
                    <a:lnTo>
                      <a:pt x="407" y="1741"/>
                    </a:lnTo>
                    <a:lnTo>
                      <a:pt x="405" y="1741"/>
                    </a:lnTo>
                    <a:lnTo>
                      <a:pt x="356" y="1741"/>
                    </a:lnTo>
                    <a:lnTo>
                      <a:pt x="351" y="1738"/>
                    </a:lnTo>
                    <a:lnTo>
                      <a:pt x="344" y="1738"/>
                    </a:lnTo>
                    <a:lnTo>
                      <a:pt x="337" y="1734"/>
                    </a:lnTo>
                    <a:lnTo>
                      <a:pt x="330" y="1729"/>
                    </a:lnTo>
                    <a:lnTo>
                      <a:pt x="328" y="1731"/>
                    </a:lnTo>
                    <a:lnTo>
                      <a:pt x="326" y="1731"/>
                    </a:lnTo>
                    <a:lnTo>
                      <a:pt x="326" y="1734"/>
                    </a:lnTo>
                    <a:lnTo>
                      <a:pt x="316" y="1757"/>
                    </a:lnTo>
                    <a:lnTo>
                      <a:pt x="305" y="1785"/>
                    </a:lnTo>
                    <a:lnTo>
                      <a:pt x="293" y="1810"/>
                    </a:lnTo>
                    <a:lnTo>
                      <a:pt x="272" y="1857"/>
                    </a:lnTo>
                    <a:lnTo>
                      <a:pt x="270" y="1864"/>
                    </a:lnTo>
                    <a:lnTo>
                      <a:pt x="267" y="1871"/>
                    </a:lnTo>
                    <a:lnTo>
                      <a:pt x="254" y="1904"/>
                    </a:lnTo>
                    <a:lnTo>
                      <a:pt x="244" y="1934"/>
                    </a:lnTo>
                    <a:lnTo>
                      <a:pt x="242" y="1938"/>
                    </a:lnTo>
                    <a:lnTo>
                      <a:pt x="240" y="1943"/>
                    </a:lnTo>
                    <a:lnTo>
                      <a:pt x="237" y="1948"/>
                    </a:lnTo>
                    <a:lnTo>
                      <a:pt x="235" y="1955"/>
                    </a:lnTo>
                    <a:lnTo>
                      <a:pt x="230" y="1969"/>
                    </a:lnTo>
                    <a:lnTo>
                      <a:pt x="228" y="1985"/>
                    </a:lnTo>
                    <a:lnTo>
                      <a:pt x="226" y="2006"/>
                    </a:lnTo>
                    <a:lnTo>
                      <a:pt x="226" y="2027"/>
                    </a:lnTo>
                    <a:lnTo>
                      <a:pt x="228" y="2034"/>
                    </a:lnTo>
                    <a:lnTo>
                      <a:pt x="233" y="2039"/>
                    </a:lnTo>
                    <a:lnTo>
                      <a:pt x="240" y="2043"/>
                    </a:lnTo>
                    <a:lnTo>
                      <a:pt x="251" y="2050"/>
                    </a:lnTo>
                    <a:lnTo>
                      <a:pt x="263" y="2055"/>
                    </a:lnTo>
                    <a:lnTo>
                      <a:pt x="272" y="2057"/>
                    </a:lnTo>
                    <a:lnTo>
                      <a:pt x="281" y="2062"/>
                    </a:lnTo>
                    <a:lnTo>
                      <a:pt x="291" y="2069"/>
                    </a:lnTo>
                    <a:lnTo>
                      <a:pt x="302" y="2071"/>
                    </a:lnTo>
                    <a:lnTo>
                      <a:pt x="312" y="2076"/>
                    </a:lnTo>
                    <a:lnTo>
                      <a:pt x="330" y="2078"/>
                    </a:lnTo>
                    <a:lnTo>
                      <a:pt x="347" y="2083"/>
                    </a:lnTo>
                    <a:lnTo>
                      <a:pt x="351" y="2083"/>
                    </a:lnTo>
                    <a:lnTo>
                      <a:pt x="356" y="2087"/>
                    </a:lnTo>
                    <a:lnTo>
                      <a:pt x="361" y="2092"/>
                    </a:lnTo>
                    <a:lnTo>
                      <a:pt x="363" y="2099"/>
                    </a:lnTo>
                    <a:lnTo>
                      <a:pt x="365" y="2104"/>
                    </a:lnTo>
                    <a:lnTo>
                      <a:pt x="370" y="2108"/>
                    </a:lnTo>
                    <a:lnTo>
                      <a:pt x="372" y="2111"/>
                    </a:lnTo>
                    <a:lnTo>
                      <a:pt x="375" y="2115"/>
                    </a:lnTo>
                    <a:lnTo>
                      <a:pt x="375" y="2118"/>
                    </a:lnTo>
                    <a:lnTo>
                      <a:pt x="375" y="2127"/>
                    </a:lnTo>
                    <a:lnTo>
                      <a:pt x="372" y="2134"/>
                    </a:lnTo>
                    <a:lnTo>
                      <a:pt x="368" y="2141"/>
                    </a:lnTo>
                    <a:lnTo>
                      <a:pt x="349" y="2157"/>
                    </a:lnTo>
                    <a:lnTo>
                      <a:pt x="326" y="2164"/>
                    </a:lnTo>
                    <a:lnTo>
                      <a:pt x="323" y="2167"/>
                    </a:lnTo>
                    <a:lnTo>
                      <a:pt x="321" y="2167"/>
                    </a:lnTo>
                    <a:lnTo>
                      <a:pt x="314" y="2169"/>
                    </a:lnTo>
                    <a:lnTo>
                      <a:pt x="307" y="2171"/>
                    </a:lnTo>
                    <a:lnTo>
                      <a:pt x="298" y="2171"/>
                    </a:lnTo>
                    <a:lnTo>
                      <a:pt x="295" y="2171"/>
                    </a:lnTo>
                    <a:lnTo>
                      <a:pt x="293" y="2171"/>
                    </a:lnTo>
                    <a:lnTo>
                      <a:pt x="288" y="2171"/>
                    </a:lnTo>
                    <a:lnTo>
                      <a:pt x="284" y="2171"/>
                    </a:lnTo>
                    <a:lnTo>
                      <a:pt x="279" y="2174"/>
                    </a:lnTo>
                    <a:lnTo>
                      <a:pt x="267" y="2174"/>
                    </a:lnTo>
                    <a:lnTo>
                      <a:pt x="256" y="2176"/>
                    </a:lnTo>
                    <a:lnTo>
                      <a:pt x="244" y="2176"/>
                    </a:lnTo>
                    <a:lnTo>
                      <a:pt x="237" y="2174"/>
                    </a:lnTo>
                    <a:lnTo>
                      <a:pt x="230" y="2174"/>
                    </a:lnTo>
                    <a:lnTo>
                      <a:pt x="223" y="2174"/>
                    </a:lnTo>
                    <a:lnTo>
                      <a:pt x="209" y="2174"/>
                    </a:lnTo>
                    <a:lnTo>
                      <a:pt x="195" y="2171"/>
                    </a:lnTo>
                    <a:lnTo>
                      <a:pt x="188" y="2171"/>
                    </a:lnTo>
                    <a:lnTo>
                      <a:pt x="177" y="2169"/>
                    </a:lnTo>
                    <a:lnTo>
                      <a:pt x="170" y="2164"/>
                    </a:lnTo>
                    <a:lnTo>
                      <a:pt x="146" y="2155"/>
                    </a:lnTo>
                    <a:lnTo>
                      <a:pt x="123" y="2148"/>
                    </a:lnTo>
                    <a:lnTo>
                      <a:pt x="112" y="2148"/>
                    </a:lnTo>
                    <a:lnTo>
                      <a:pt x="102" y="2148"/>
                    </a:lnTo>
                    <a:lnTo>
                      <a:pt x="91" y="2150"/>
                    </a:lnTo>
                    <a:lnTo>
                      <a:pt x="84" y="2153"/>
                    </a:lnTo>
                    <a:lnTo>
                      <a:pt x="74" y="2150"/>
                    </a:lnTo>
                    <a:lnTo>
                      <a:pt x="65" y="2148"/>
                    </a:lnTo>
                    <a:lnTo>
                      <a:pt x="58" y="2146"/>
                    </a:lnTo>
                    <a:lnTo>
                      <a:pt x="53" y="2146"/>
                    </a:lnTo>
                    <a:lnTo>
                      <a:pt x="42" y="2143"/>
                    </a:lnTo>
                    <a:lnTo>
                      <a:pt x="30" y="2141"/>
                    </a:lnTo>
                    <a:lnTo>
                      <a:pt x="21" y="2136"/>
                    </a:lnTo>
                    <a:lnTo>
                      <a:pt x="14" y="2134"/>
                    </a:lnTo>
                    <a:lnTo>
                      <a:pt x="9" y="2129"/>
                    </a:lnTo>
                    <a:lnTo>
                      <a:pt x="4" y="2122"/>
                    </a:lnTo>
                    <a:lnTo>
                      <a:pt x="2" y="2115"/>
                    </a:lnTo>
                    <a:lnTo>
                      <a:pt x="0" y="2111"/>
                    </a:lnTo>
                    <a:lnTo>
                      <a:pt x="2" y="2104"/>
                    </a:lnTo>
                    <a:lnTo>
                      <a:pt x="4" y="2097"/>
                    </a:lnTo>
                    <a:lnTo>
                      <a:pt x="7" y="2092"/>
                    </a:lnTo>
                    <a:lnTo>
                      <a:pt x="9" y="2066"/>
                    </a:lnTo>
                    <a:lnTo>
                      <a:pt x="11" y="2057"/>
                    </a:lnTo>
                    <a:lnTo>
                      <a:pt x="16" y="2048"/>
                    </a:lnTo>
                    <a:lnTo>
                      <a:pt x="16" y="2043"/>
                    </a:lnTo>
                    <a:lnTo>
                      <a:pt x="25" y="2015"/>
                    </a:lnTo>
                    <a:lnTo>
                      <a:pt x="28" y="2008"/>
                    </a:lnTo>
                    <a:lnTo>
                      <a:pt x="28" y="2004"/>
                    </a:lnTo>
                    <a:lnTo>
                      <a:pt x="25" y="1999"/>
                    </a:lnTo>
                    <a:lnTo>
                      <a:pt x="25" y="1997"/>
                    </a:lnTo>
                    <a:lnTo>
                      <a:pt x="28" y="1987"/>
                    </a:lnTo>
                    <a:lnTo>
                      <a:pt x="30" y="1978"/>
                    </a:lnTo>
                    <a:lnTo>
                      <a:pt x="32" y="1971"/>
                    </a:lnTo>
                    <a:lnTo>
                      <a:pt x="37" y="1964"/>
                    </a:lnTo>
                    <a:lnTo>
                      <a:pt x="37" y="1957"/>
                    </a:lnTo>
                    <a:lnTo>
                      <a:pt x="37" y="1950"/>
                    </a:lnTo>
                    <a:lnTo>
                      <a:pt x="39" y="1941"/>
                    </a:lnTo>
                    <a:lnTo>
                      <a:pt x="44" y="1927"/>
                    </a:lnTo>
                    <a:lnTo>
                      <a:pt x="49" y="1913"/>
                    </a:lnTo>
                    <a:lnTo>
                      <a:pt x="51" y="1904"/>
                    </a:lnTo>
                    <a:lnTo>
                      <a:pt x="63" y="1845"/>
                    </a:lnTo>
                    <a:lnTo>
                      <a:pt x="67" y="1829"/>
                    </a:lnTo>
                    <a:lnTo>
                      <a:pt x="74" y="1815"/>
                    </a:lnTo>
                    <a:lnTo>
                      <a:pt x="77" y="1806"/>
                    </a:lnTo>
                    <a:lnTo>
                      <a:pt x="79" y="1799"/>
                    </a:lnTo>
                    <a:lnTo>
                      <a:pt x="91" y="1752"/>
                    </a:lnTo>
                    <a:lnTo>
                      <a:pt x="93" y="1741"/>
                    </a:lnTo>
                    <a:lnTo>
                      <a:pt x="95" y="1729"/>
                    </a:lnTo>
                    <a:lnTo>
                      <a:pt x="98" y="1717"/>
                    </a:lnTo>
                    <a:lnTo>
                      <a:pt x="98" y="1710"/>
                    </a:lnTo>
                    <a:lnTo>
                      <a:pt x="100" y="1687"/>
                    </a:lnTo>
                    <a:lnTo>
                      <a:pt x="107" y="1664"/>
                    </a:lnTo>
                    <a:lnTo>
                      <a:pt x="125" y="1587"/>
                    </a:lnTo>
                    <a:lnTo>
                      <a:pt x="142" y="1533"/>
                    </a:lnTo>
                    <a:lnTo>
                      <a:pt x="144" y="1522"/>
                    </a:lnTo>
                    <a:lnTo>
                      <a:pt x="151" y="1513"/>
                    </a:lnTo>
                    <a:lnTo>
                      <a:pt x="158" y="1503"/>
                    </a:lnTo>
                    <a:lnTo>
                      <a:pt x="165" y="1492"/>
                    </a:lnTo>
                    <a:lnTo>
                      <a:pt x="167" y="1487"/>
                    </a:lnTo>
                    <a:lnTo>
                      <a:pt x="167" y="1482"/>
                    </a:lnTo>
                    <a:lnTo>
                      <a:pt x="163" y="1464"/>
                    </a:lnTo>
                    <a:lnTo>
                      <a:pt x="163" y="1443"/>
                    </a:lnTo>
                    <a:lnTo>
                      <a:pt x="163" y="1426"/>
                    </a:lnTo>
                    <a:lnTo>
                      <a:pt x="167" y="1412"/>
                    </a:lnTo>
                    <a:lnTo>
                      <a:pt x="170" y="1394"/>
                    </a:lnTo>
                    <a:lnTo>
                      <a:pt x="172" y="1375"/>
                    </a:lnTo>
                    <a:lnTo>
                      <a:pt x="172" y="1371"/>
                    </a:lnTo>
                    <a:lnTo>
                      <a:pt x="170" y="1366"/>
                    </a:lnTo>
                    <a:lnTo>
                      <a:pt x="165" y="1345"/>
                    </a:lnTo>
                    <a:lnTo>
                      <a:pt x="163" y="1319"/>
                    </a:lnTo>
                    <a:lnTo>
                      <a:pt x="165" y="1312"/>
                    </a:lnTo>
                    <a:lnTo>
                      <a:pt x="165" y="1305"/>
                    </a:lnTo>
                    <a:lnTo>
                      <a:pt x="165" y="1291"/>
                    </a:lnTo>
                    <a:lnTo>
                      <a:pt x="167" y="1277"/>
                    </a:lnTo>
                    <a:lnTo>
                      <a:pt x="170" y="1259"/>
                    </a:lnTo>
                    <a:lnTo>
                      <a:pt x="174" y="1240"/>
                    </a:lnTo>
                    <a:lnTo>
                      <a:pt x="174" y="1236"/>
                    </a:lnTo>
                    <a:lnTo>
                      <a:pt x="172" y="1231"/>
                    </a:lnTo>
                    <a:lnTo>
                      <a:pt x="160" y="1210"/>
                    </a:lnTo>
                    <a:lnTo>
                      <a:pt x="151" y="1187"/>
                    </a:lnTo>
                    <a:lnTo>
                      <a:pt x="144" y="1163"/>
                    </a:lnTo>
                    <a:lnTo>
                      <a:pt x="137" y="1133"/>
                    </a:lnTo>
                    <a:lnTo>
                      <a:pt x="135" y="1124"/>
                    </a:lnTo>
                    <a:lnTo>
                      <a:pt x="132" y="1115"/>
                    </a:lnTo>
                    <a:lnTo>
                      <a:pt x="121" y="1091"/>
                    </a:lnTo>
                    <a:lnTo>
                      <a:pt x="116" y="1066"/>
                    </a:lnTo>
                    <a:lnTo>
                      <a:pt x="112" y="1021"/>
                    </a:lnTo>
                    <a:lnTo>
                      <a:pt x="109" y="973"/>
                    </a:lnTo>
                    <a:lnTo>
                      <a:pt x="112" y="952"/>
                    </a:lnTo>
                    <a:lnTo>
                      <a:pt x="119" y="931"/>
                    </a:lnTo>
                    <a:lnTo>
                      <a:pt x="132" y="900"/>
                    </a:lnTo>
                    <a:lnTo>
                      <a:pt x="142" y="882"/>
                    </a:lnTo>
                    <a:lnTo>
                      <a:pt x="144" y="875"/>
                    </a:lnTo>
                    <a:lnTo>
                      <a:pt x="146" y="865"/>
                    </a:lnTo>
                    <a:lnTo>
                      <a:pt x="149" y="856"/>
                    </a:lnTo>
                    <a:lnTo>
                      <a:pt x="146" y="854"/>
                    </a:lnTo>
                    <a:lnTo>
                      <a:pt x="142" y="854"/>
                    </a:lnTo>
                    <a:lnTo>
                      <a:pt x="137" y="854"/>
                    </a:lnTo>
                    <a:lnTo>
                      <a:pt x="132" y="849"/>
                    </a:lnTo>
                    <a:lnTo>
                      <a:pt x="130" y="847"/>
                    </a:lnTo>
                    <a:lnTo>
                      <a:pt x="123" y="840"/>
                    </a:lnTo>
                    <a:lnTo>
                      <a:pt x="119" y="835"/>
                    </a:lnTo>
                    <a:lnTo>
                      <a:pt x="112" y="831"/>
                    </a:lnTo>
                    <a:lnTo>
                      <a:pt x="107" y="826"/>
                    </a:lnTo>
                    <a:lnTo>
                      <a:pt x="105" y="819"/>
                    </a:lnTo>
                    <a:lnTo>
                      <a:pt x="102" y="814"/>
                    </a:lnTo>
                    <a:lnTo>
                      <a:pt x="100" y="800"/>
                    </a:lnTo>
                    <a:lnTo>
                      <a:pt x="98" y="786"/>
                    </a:lnTo>
                    <a:lnTo>
                      <a:pt x="93" y="737"/>
                    </a:lnTo>
                    <a:lnTo>
                      <a:pt x="91" y="686"/>
                    </a:lnTo>
                    <a:lnTo>
                      <a:pt x="91" y="679"/>
                    </a:lnTo>
                    <a:lnTo>
                      <a:pt x="91" y="675"/>
                    </a:lnTo>
                    <a:lnTo>
                      <a:pt x="100" y="602"/>
                    </a:lnTo>
                    <a:lnTo>
                      <a:pt x="109" y="535"/>
                    </a:lnTo>
                    <a:lnTo>
                      <a:pt x="114" y="505"/>
                    </a:lnTo>
                    <a:lnTo>
                      <a:pt x="123" y="477"/>
                    </a:lnTo>
                    <a:lnTo>
                      <a:pt x="125" y="467"/>
                    </a:lnTo>
                    <a:lnTo>
                      <a:pt x="128" y="460"/>
                    </a:lnTo>
                    <a:lnTo>
                      <a:pt x="128" y="451"/>
                    </a:lnTo>
                    <a:lnTo>
                      <a:pt x="128" y="430"/>
                    </a:lnTo>
                    <a:lnTo>
                      <a:pt x="137" y="409"/>
                    </a:lnTo>
                    <a:lnTo>
                      <a:pt x="172" y="335"/>
                    </a:lnTo>
                    <a:lnTo>
                      <a:pt x="177" y="323"/>
                    </a:lnTo>
                    <a:lnTo>
                      <a:pt x="184" y="316"/>
                    </a:lnTo>
                    <a:lnTo>
                      <a:pt x="191" y="307"/>
                    </a:lnTo>
                    <a:lnTo>
                      <a:pt x="195" y="300"/>
                    </a:lnTo>
                    <a:lnTo>
                      <a:pt x="202" y="295"/>
                    </a:lnTo>
                    <a:lnTo>
                      <a:pt x="207" y="293"/>
                    </a:lnTo>
                    <a:lnTo>
                      <a:pt x="240" y="274"/>
                    </a:lnTo>
                    <a:lnTo>
                      <a:pt x="249" y="267"/>
                    </a:lnTo>
                    <a:lnTo>
                      <a:pt x="256" y="263"/>
                    </a:lnTo>
                    <a:lnTo>
                      <a:pt x="261" y="258"/>
                    </a:lnTo>
                    <a:lnTo>
                      <a:pt x="267" y="256"/>
                    </a:lnTo>
                    <a:lnTo>
                      <a:pt x="270" y="246"/>
                    </a:lnTo>
                    <a:lnTo>
                      <a:pt x="270" y="244"/>
                    </a:lnTo>
                    <a:lnTo>
                      <a:pt x="267" y="239"/>
                    </a:lnTo>
                    <a:lnTo>
                      <a:pt x="267" y="235"/>
                    </a:lnTo>
                    <a:lnTo>
                      <a:pt x="267" y="230"/>
                    </a:lnTo>
                    <a:lnTo>
                      <a:pt x="270" y="225"/>
                    </a:lnTo>
                    <a:lnTo>
                      <a:pt x="272" y="218"/>
                    </a:lnTo>
                    <a:lnTo>
                      <a:pt x="277" y="211"/>
                    </a:lnTo>
                    <a:lnTo>
                      <a:pt x="281" y="207"/>
                    </a:lnTo>
                    <a:lnTo>
                      <a:pt x="284" y="202"/>
                    </a:lnTo>
                    <a:lnTo>
                      <a:pt x="281" y="197"/>
                    </a:lnTo>
                    <a:lnTo>
                      <a:pt x="279" y="193"/>
                    </a:lnTo>
                    <a:lnTo>
                      <a:pt x="279" y="186"/>
                    </a:lnTo>
                    <a:lnTo>
                      <a:pt x="279" y="181"/>
                    </a:lnTo>
                    <a:lnTo>
                      <a:pt x="281" y="170"/>
                    </a:lnTo>
                    <a:lnTo>
                      <a:pt x="281" y="158"/>
                    </a:lnTo>
                    <a:lnTo>
                      <a:pt x="281" y="146"/>
                    </a:lnTo>
                    <a:lnTo>
                      <a:pt x="281" y="128"/>
                    </a:lnTo>
                    <a:lnTo>
                      <a:pt x="281" y="109"/>
                    </a:lnTo>
                    <a:lnTo>
                      <a:pt x="284" y="97"/>
                    </a:lnTo>
                    <a:lnTo>
                      <a:pt x="288" y="86"/>
                    </a:lnTo>
                    <a:lnTo>
                      <a:pt x="293" y="76"/>
                    </a:lnTo>
                    <a:lnTo>
                      <a:pt x="295" y="67"/>
                    </a:lnTo>
                    <a:lnTo>
                      <a:pt x="302" y="58"/>
                    </a:lnTo>
                    <a:lnTo>
                      <a:pt x="305" y="56"/>
                    </a:lnTo>
                    <a:lnTo>
                      <a:pt x="305" y="53"/>
                    </a:lnTo>
                    <a:lnTo>
                      <a:pt x="307" y="49"/>
                    </a:lnTo>
                    <a:lnTo>
                      <a:pt x="312" y="44"/>
                    </a:lnTo>
                    <a:lnTo>
                      <a:pt x="319" y="37"/>
                    </a:lnTo>
                    <a:lnTo>
                      <a:pt x="326" y="30"/>
                    </a:lnTo>
                    <a:lnTo>
                      <a:pt x="335" y="23"/>
                    </a:lnTo>
                    <a:lnTo>
                      <a:pt x="340" y="18"/>
                    </a:lnTo>
                    <a:lnTo>
                      <a:pt x="370" y="2"/>
                    </a:lnTo>
                    <a:lnTo>
                      <a:pt x="405" y="0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sp>
        <p:nvSpPr>
          <p:cNvPr id="56" name="직사각형 55"/>
          <p:cNvSpPr/>
          <p:nvPr/>
        </p:nvSpPr>
        <p:spPr>
          <a:xfrm>
            <a:off x="4128454" y="4653158"/>
            <a:ext cx="15760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출처 </a:t>
            </a:r>
            <a:r>
              <a:rPr lang="en-US" altLang="ko-KR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한국관광공사</a:t>
            </a:r>
            <a:r>
              <a:rPr lang="en-US" altLang="ko-KR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사내</a:t>
            </a:r>
            <a:r>
              <a:rPr lang="en-US" altLang="ko-KR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D.B)</a:t>
            </a:r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800" b="1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0" name="차트 5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3259398"/>
              </p:ext>
            </p:extLst>
          </p:nvPr>
        </p:nvGraphicFramePr>
        <p:xfrm>
          <a:off x="-327061" y="2194555"/>
          <a:ext cx="4216090" cy="2493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1" name="직사각형 60"/>
          <p:cNvSpPr/>
          <p:nvPr/>
        </p:nvSpPr>
        <p:spPr>
          <a:xfrm>
            <a:off x="1366064" y="3222913"/>
            <a:ext cx="833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내국인</a:t>
            </a:r>
            <a:endParaRPr lang="en-US" altLang="ko-KR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358637" y="3145969"/>
            <a:ext cx="713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여성</a:t>
            </a:r>
            <a:endParaRPr lang="en-US" altLang="ko-KR" sz="14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50%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27241" y="3145969"/>
            <a:ext cx="713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남성</a:t>
            </a:r>
            <a:endParaRPr lang="en-US" altLang="ko-KR" sz="14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50%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1259012" y="5014197"/>
            <a:ext cx="3764854" cy="981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여성비중 지속적으로 우세 유지</a:t>
            </a:r>
            <a:endParaRPr lang="ko-KR" altLang="en-US" sz="16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날짜 개체 틀 8"/>
          <p:cNvSpPr>
            <a:spLocks noGrp="1"/>
          </p:cNvSpPr>
          <p:nvPr>
            <p:ph type="dt" sz="half" idx="10"/>
          </p:nvPr>
        </p:nvSpPr>
        <p:spPr>
          <a:xfrm>
            <a:off x="23408" y="6513139"/>
            <a:ext cx="2743200" cy="365125"/>
          </a:xfrm>
        </p:spPr>
        <p:txBody>
          <a:bodyPr/>
          <a:lstStyle/>
          <a:p>
            <a:fld id="{D55EC939-8A95-483A-AC57-B624D23D5C67}" type="datetime1">
              <a:rPr lang="ko-KR" altLang="en-US" sz="900" smtClean="0"/>
              <a:t>2019-08-06</a:t>
            </a:fld>
            <a:endParaRPr lang="ko-KR" altLang="en-US" sz="900" dirty="0"/>
          </a:p>
        </p:txBody>
      </p:sp>
      <p:sp>
        <p:nvSpPr>
          <p:cNvPr id="75" name="바닥글 개체 틀 13"/>
          <p:cNvSpPr>
            <a:spLocks noGrp="1"/>
          </p:cNvSpPr>
          <p:nvPr>
            <p:ph type="ftr" sz="quarter" idx="11"/>
          </p:nvPr>
        </p:nvSpPr>
        <p:spPr>
          <a:xfrm>
            <a:off x="10071100" y="6481390"/>
            <a:ext cx="2120900" cy="365125"/>
          </a:xfrm>
        </p:spPr>
        <p:txBody>
          <a:bodyPr/>
          <a:lstStyle/>
          <a:p>
            <a:r>
              <a:rPr lang="en-US" altLang="ko-KR" sz="900" dirty="0" smtClean="0"/>
              <a:t>IT</a:t>
            </a:r>
            <a:r>
              <a:rPr lang="ko-KR" altLang="en-US" sz="900" dirty="0" smtClean="0"/>
              <a:t>미래전략본부</a:t>
            </a:r>
            <a:endParaRPr lang="ko-KR" altLang="en-US" sz="900" dirty="0"/>
          </a:p>
        </p:txBody>
      </p:sp>
      <p:sp>
        <p:nvSpPr>
          <p:cNvPr id="76" name="슬라이드 번호 개체 틀 16"/>
          <p:cNvSpPr>
            <a:spLocks noGrp="1"/>
          </p:cNvSpPr>
          <p:nvPr>
            <p:ph type="sldNum" sz="quarter" idx="12"/>
          </p:nvPr>
        </p:nvSpPr>
        <p:spPr>
          <a:xfrm>
            <a:off x="5753100" y="6508749"/>
            <a:ext cx="698500" cy="365125"/>
          </a:xfrm>
        </p:spPr>
        <p:txBody>
          <a:bodyPr/>
          <a:lstStyle/>
          <a:p>
            <a:r>
              <a:rPr lang="en-US" altLang="ko-KR" sz="900" dirty="0"/>
              <a:t>4</a:t>
            </a:r>
            <a:r>
              <a:rPr lang="en-US" altLang="ko-KR" sz="900" dirty="0" smtClean="0"/>
              <a:t> / 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057651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/>
          <p:cNvSpPr txBox="1"/>
          <p:nvPr/>
        </p:nvSpPr>
        <p:spPr>
          <a:xfrm>
            <a:off x="602729" y="1035123"/>
            <a:ext cx="426871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■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2018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 인기 해외 여행지는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096000" y="1035123"/>
            <a:ext cx="421633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■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자사의 연령별로 가장 인기 있는 지역은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4" name="직선 연결선 63"/>
          <p:cNvCxnSpPr/>
          <p:nvPr/>
        </p:nvCxnSpPr>
        <p:spPr>
          <a:xfrm>
            <a:off x="0" y="750139"/>
            <a:ext cx="12192000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230842" y="193086"/>
            <a:ext cx="2867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2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2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인기 여행지</a:t>
            </a:r>
            <a:endParaRPr lang="ko-KR" altLang="en-US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6429830" y="2554073"/>
            <a:ext cx="5696315" cy="3154380"/>
            <a:chOff x="6429830" y="2199845"/>
            <a:chExt cx="5696315" cy="3154380"/>
          </a:xfrm>
        </p:grpSpPr>
        <p:sp>
          <p:nvSpPr>
            <p:cNvPr id="1537" name="직사각형 1536"/>
            <p:cNvSpPr/>
            <p:nvPr/>
          </p:nvSpPr>
          <p:spPr>
            <a:xfrm>
              <a:off x="7944792" y="4073447"/>
              <a:ext cx="4181353" cy="70096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20,30</a:t>
              </a:r>
              <a:r>
                <a:rPr lang="ko-KR" altLang="en-US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대 </a:t>
              </a:r>
              <a:r>
                <a:rPr lang="en-US" altLang="ko-KR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en-US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동남아 </a:t>
              </a:r>
              <a:r>
                <a:rPr lang="en-US" altLang="ko-KR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2015</a:t>
              </a:r>
              <a:r>
                <a:rPr lang="ko-KR" altLang="en-US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년부터 </a:t>
              </a:r>
              <a:r>
                <a:rPr lang="en-US" altLang="ko-KR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2018</a:t>
              </a:r>
              <a:r>
                <a:rPr lang="ko-KR" altLang="en-US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년까지 감소 </a:t>
              </a:r>
              <a:endPara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일본 지역만이 유일하게 증가하고 있는 추세</a:t>
              </a:r>
              <a:endPara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38" name="직사각형 1537"/>
            <p:cNvSpPr/>
            <p:nvPr/>
          </p:nvSpPr>
          <p:spPr>
            <a:xfrm>
              <a:off x="7944792" y="2199845"/>
              <a:ext cx="3413163" cy="70096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20.30.40.50.70</a:t>
              </a:r>
              <a:r>
                <a:rPr lang="ko-KR" altLang="en-US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대 비중이 가장 높음</a:t>
              </a:r>
              <a:endPara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60</a:t>
              </a:r>
              <a:r>
                <a:rPr lang="ko-KR" altLang="en-US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대의 경우 유럽다음으로 높은 지역</a:t>
              </a:r>
              <a:endPara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07" name="모서리가 둥근 직사각형 4006"/>
            <p:cNvSpPr/>
            <p:nvPr/>
          </p:nvSpPr>
          <p:spPr bwMode="auto">
            <a:xfrm>
              <a:off x="6429832" y="2328066"/>
              <a:ext cx="1231900" cy="538827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24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동남아</a:t>
              </a:r>
              <a:endParaRPr lang="ko-KR" altLang="en-US" sz="2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08" name="모서리가 둥근 직사각형 4007"/>
            <p:cNvSpPr/>
            <p:nvPr/>
          </p:nvSpPr>
          <p:spPr bwMode="auto">
            <a:xfrm>
              <a:off x="6429831" y="3270872"/>
              <a:ext cx="1231900" cy="545716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24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유럽</a:t>
              </a:r>
              <a:endParaRPr lang="ko-KR" altLang="en-US" sz="2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009" name="직사각형 4008"/>
            <p:cNvSpPr/>
            <p:nvPr/>
          </p:nvSpPr>
          <p:spPr>
            <a:xfrm>
              <a:off x="7944792" y="3298515"/>
              <a:ext cx="2417188" cy="37779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60</a:t>
              </a:r>
              <a:r>
                <a:rPr lang="ko-KR" altLang="en-US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대의 비중이 가장 높음</a:t>
              </a:r>
              <a:endPara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" name="모서리가 둥근 직사각형 61"/>
            <p:cNvSpPr/>
            <p:nvPr/>
          </p:nvSpPr>
          <p:spPr bwMode="auto">
            <a:xfrm>
              <a:off x="6429830" y="4220567"/>
              <a:ext cx="1231900" cy="54002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24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일본</a:t>
              </a:r>
              <a:endParaRPr lang="ko-KR" altLang="en-US" sz="2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10482578" y="5098770"/>
              <a:ext cx="1576072" cy="2554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ko-KR" sz="800" b="1" dirty="0" smtClean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800" b="1" dirty="0" smtClean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출처 </a:t>
              </a:r>
              <a:r>
                <a:rPr lang="en-US" altLang="ko-KR" sz="800" b="1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– </a:t>
              </a:r>
              <a:r>
                <a:rPr lang="ko-KR" altLang="en-US" sz="800" b="1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사내</a:t>
              </a:r>
              <a:r>
                <a:rPr lang="en-US" altLang="ko-KR" sz="800" b="1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D.B, </a:t>
              </a:r>
              <a:r>
                <a:rPr lang="ko-KR" altLang="en-US" sz="800" b="1" dirty="0" smtClean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한국관광공사</a:t>
              </a:r>
              <a:r>
                <a:rPr lang="en-US" altLang="ko-KR" sz="800" b="1" dirty="0" smtClean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r>
                <a:rPr lang="ko-KR" altLang="en-US" sz="800" b="1" dirty="0" smtClean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1365657" y="1614225"/>
            <a:ext cx="3466152" cy="4855130"/>
            <a:chOff x="727314" y="1614225"/>
            <a:chExt cx="3466152" cy="4855130"/>
          </a:xfrm>
        </p:grpSpPr>
        <p:sp>
          <p:nvSpPr>
            <p:cNvPr id="275" name="직사각형 274"/>
            <p:cNvSpPr/>
            <p:nvPr/>
          </p:nvSpPr>
          <p:spPr>
            <a:xfrm>
              <a:off x="1338865" y="1614225"/>
              <a:ext cx="2222656" cy="569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 smtClean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sz="2000" b="1" dirty="0" smtClean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위 동남아</a:t>
              </a:r>
              <a:endParaRPr lang="en-US" altLang="ko-KR" sz="2000" b="1" dirty="0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38968" name="Picture 56" descr="ê´ë ¨ ì´ë¯¸ì§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5782" y="5424281"/>
              <a:ext cx="779315" cy="757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970" name="Picture 58" descr="ê´ë ¨ ì´ë¯¸ì§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1238" y="5458358"/>
              <a:ext cx="709209" cy="6894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3" name="Picture 54" descr="ì°¸ì¢ìì¬íì ëí ì´ë¯¸ì§ ê²ìê²°ê³¼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2317" y="5552508"/>
              <a:ext cx="490475" cy="501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8" name="Rounded Rectangle 1">
              <a:extLst>
                <a:ext uri="{FF2B5EF4-FFF2-40B4-BE49-F238E27FC236}">
                  <a16:creationId xmlns="" xmlns:a16="http://schemas.microsoft.com/office/drawing/2014/main" id="{721E4BA8-974C-4A2E-8B13-101CF740E058}"/>
                </a:ext>
              </a:extLst>
            </p:cNvPr>
            <p:cNvSpPr/>
            <p:nvPr/>
          </p:nvSpPr>
          <p:spPr>
            <a:xfrm>
              <a:off x="1062647" y="2398128"/>
              <a:ext cx="789814" cy="27823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7" name="Rounded Rectangle 1">
              <a:extLst>
                <a:ext uri="{FF2B5EF4-FFF2-40B4-BE49-F238E27FC236}">
                  <a16:creationId xmlns="" xmlns:a16="http://schemas.microsoft.com/office/drawing/2014/main" id="{5524F108-64A6-47BC-B9ED-5DE847CECD8A}"/>
                </a:ext>
              </a:extLst>
            </p:cNvPr>
            <p:cNvSpPr/>
            <p:nvPr/>
          </p:nvSpPr>
          <p:spPr>
            <a:xfrm>
              <a:off x="1061554" y="3973491"/>
              <a:ext cx="792000" cy="147456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6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36.9%</a:t>
              </a:r>
              <a:endParaRPr lang="en-US" altLang="ko-KR" sz="16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50" name="Rounded Rectangle 1">
              <a:extLst>
                <a:ext uri="{FF2B5EF4-FFF2-40B4-BE49-F238E27FC236}">
                  <a16:creationId xmlns="" xmlns:a16="http://schemas.microsoft.com/office/drawing/2014/main" id="{0FA74061-1594-4E83-965B-5E73FACE1B3C}"/>
                </a:ext>
              </a:extLst>
            </p:cNvPr>
            <p:cNvSpPr/>
            <p:nvPr/>
          </p:nvSpPr>
          <p:spPr>
            <a:xfrm>
              <a:off x="3009842" y="2398129"/>
              <a:ext cx="792000" cy="278239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9" name="Rounded Rectangle 1">
              <a:extLst>
                <a:ext uri="{FF2B5EF4-FFF2-40B4-BE49-F238E27FC236}">
                  <a16:creationId xmlns="" xmlns:a16="http://schemas.microsoft.com/office/drawing/2014/main" id="{44623F17-774F-415C-A6C4-1BB463014FB1}"/>
                </a:ext>
              </a:extLst>
            </p:cNvPr>
            <p:cNvSpPr/>
            <p:nvPr/>
          </p:nvSpPr>
          <p:spPr>
            <a:xfrm>
              <a:off x="3009842" y="4086621"/>
              <a:ext cx="792000" cy="1361435"/>
            </a:xfrm>
            <a:prstGeom prst="roundRect">
              <a:avLst/>
            </a:prstGeom>
            <a:solidFill>
              <a:srgbClr val="B701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6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32.9%</a:t>
              </a:r>
              <a:endParaRPr lang="en-US" altLang="ko-KR" sz="16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4" name="Rounded Rectangle 1">
              <a:extLst>
                <a:ext uri="{FF2B5EF4-FFF2-40B4-BE49-F238E27FC236}">
                  <a16:creationId xmlns="" xmlns:a16="http://schemas.microsoft.com/office/drawing/2014/main" id="{C8750039-F7C7-4062-B6CA-DFB5EFF5A56B}"/>
                </a:ext>
              </a:extLst>
            </p:cNvPr>
            <p:cNvSpPr/>
            <p:nvPr/>
          </p:nvSpPr>
          <p:spPr>
            <a:xfrm>
              <a:off x="2029439" y="2398128"/>
              <a:ext cx="792000" cy="278239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3" name="Rounded Rectangle 1">
              <a:extLst>
                <a:ext uri="{FF2B5EF4-FFF2-40B4-BE49-F238E27FC236}">
                  <a16:creationId xmlns="" xmlns:a16="http://schemas.microsoft.com/office/drawing/2014/main" id="{77E307F2-64EC-4E3C-8B16-30071C54D994}"/>
                </a:ext>
              </a:extLst>
            </p:cNvPr>
            <p:cNvSpPr/>
            <p:nvPr/>
          </p:nvSpPr>
          <p:spPr>
            <a:xfrm>
              <a:off x="2029439" y="3822785"/>
              <a:ext cx="792000" cy="1625270"/>
            </a:xfrm>
            <a:prstGeom prst="roundRect">
              <a:avLst/>
            </a:prstGeom>
            <a:solidFill>
              <a:srgbClr val="009C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6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45%</a:t>
              </a:r>
              <a:endParaRPr lang="en-US" altLang="ko-KR" sz="16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2085776" y="6192356"/>
              <a:ext cx="175240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800" b="1" dirty="0" smtClean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출처 </a:t>
              </a:r>
              <a:r>
                <a:rPr lang="en-US" altLang="ko-KR" sz="800" b="1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– </a:t>
              </a:r>
              <a:r>
                <a:rPr lang="ko-KR" altLang="en-US" sz="800" b="1" dirty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사내</a:t>
              </a:r>
              <a:r>
                <a:rPr lang="en-US" altLang="ko-KR" sz="800" b="1" dirty="0" smtClean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D.B, </a:t>
              </a:r>
              <a:r>
                <a:rPr lang="ko-KR" altLang="en-US" sz="800" b="1" dirty="0" smtClean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각 여행사 공시정보 </a:t>
              </a:r>
              <a:endParaRPr lang="en-US" altLang="ko-KR" sz="8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="" xmlns:a16="http://schemas.microsoft.com/office/drawing/2014/main" id="{66DD82F2-BD8F-4B83-BEE8-37D902056D25}"/>
                </a:ext>
              </a:extLst>
            </p:cNvPr>
            <p:cNvSpPr txBox="1"/>
            <p:nvPr/>
          </p:nvSpPr>
          <p:spPr>
            <a:xfrm>
              <a:off x="727314" y="2902339"/>
              <a:ext cx="1423055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b="1" dirty="0" smtClean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b="1" dirty="0" smtClean="0">
                  <a:solidFill>
                    <a:schemeClr val="accent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위</a:t>
              </a:r>
              <a:endParaRPr lang="en-US" b="1" dirty="0">
                <a:solidFill>
                  <a:schemeClr val="accent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="" xmlns:a16="http://schemas.microsoft.com/office/drawing/2014/main" id="{ADA1EDCF-BC06-4883-9E58-B48940FB15C0}"/>
                </a:ext>
              </a:extLst>
            </p:cNvPr>
            <p:cNvSpPr txBox="1"/>
            <p:nvPr/>
          </p:nvSpPr>
          <p:spPr>
            <a:xfrm>
              <a:off x="1675448" y="2894373"/>
              <a:ext cx="1530072" cy="36933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009C7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r>
                <a:rPr lang="ko-KR" altLang="en-US" b="1" dirty="0" smtClean="0">
                  <a:solidFill>
                    <a:srgbClr val="009C75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위</a:t>
              </a:r>
              <a:endParaRPr lang="en-US" b="1" dirty="0">
                <a:solidFill>
                  <a:srgbClr val="009C75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="" xmlns:a16="http://schemas.microsoft.com/office/drawing/2014/main" id="{90C1B198-5F14-4321-A9FD-700614C28144}"/>
                </a:ext>
              </a:extLst>
            </p:cNvPr>
            <p:cNvSpPr txBox="1"/>
            <p:nvPr/>
          </p:nvSpPr>
          <p:spPr>
            <a:xfrm>
              <a:off x="2663394" y="2874522"/>
              <a:ext cx="1530072" cy="553998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B7014F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r>
                <a:rPr lang="ko-KR" altLang="en-US" b="1" dirty="0" smtClean="0">
                  <a:solidFill>
                    <a:srgbClr val="B7014F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위</a:t>
              </a:r>
              <a:endParaRPr lang="en-US" altLang="ko-KR" b="1" dirty="0" smtClean="0">
                <a:solidFill>
                  <a:srgbClr val="B7014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en-US" altLang="ko-KR" sz="1200" b="1" dirty="0" smtClean="0">
                  <a:solidFill>
                    <a:srgbClr val="B7014F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(1</a:t>
              </a:r>
              <a:r>
                <a:rPr lang="ko-KR" altLang="en-US" sz="1200" b="1" dirty="0" smtClean="0">
                  <a:solidFill>
                    <a:srgbClr val="B7014F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위</a:t>
              </a:r>
              <a:r>
                <a:rPr lang="en-US" altLang="ko-KR" sz="1200" b="1" dirty="0" smtClean="0">
                  <a:solidFill>
                    <a:srgbClr val="B7014F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- </a:t>
              </a:r>
              <a:r>
                <a:rPr lang="ko-KR" altLang="en-US" sz="1200" b="1" dirty="0" smtClean="0">
                  <a:solidFill>
                    <a:srgbClr val="B7014F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일본</a:t>
              </a:r>
              <a:r>
                <a:rPr lang="en-US" altLang="ko-KR" sz="1200" b="1" dirty="0" smtClean="0">
                  <a:solidFill>
                    <a:srgbClr val="B7014F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lang="en-US" sz="1200" b="1" dirty="0">
                <a:solidFill>
                  <a:srgbClr val="B7014F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71" name="날짜 개체 틀 8"/>
          <p:cNvSpPr>
            <a:spLocks noGrp="1"/>
          </p:cNvSpPr>
          <p:nvPr>
            <p:ph type="dt" sz="half" idx="10"/>
          </p:nvPr>
        </p:nvSpPr>
        <p:spPr>
          <a:xfrm>
            <a:off x="23408" y="6501104"/>
            <a:ext cx="2743200" cy="365125"/>
          </a:xfrm>
        </p:spPr>
        <p:txBody>
          <a:bodyPr/>
          <a:lstStyle/>
          <a:p>
            <a:fld id="{D55EC939-8A95-483A-AC57-B624D23D5C67}" type="datetime1">
              <a:rPr lang="ko-KR" altLang="en-US" sz="900" smtClean="0"/>
              <a:t>2019-08-06</a:t>
            </a:fld>
            <a:endParaRPr lang="ko-KR" altLang="en-US" sz="900" dirty="0"/>
          </a:p>
        </p:txBody>
      </p:sp>
      <p:sp>
        <p:nvSpPr>
          <p:cNvPr id="72" name="바닥글 개체 틀 13"/>
          <p:cNvSpPr>
            <a:spLocks noGrp="1"/>
          </p:cNvSpPr>
          <p:nvPr>
            <p:ph type="ftr" sz="quarter" idx="11"/>
          </p:nvPr>
        </p:nvSpPr>
        <p:spPr>
          <a:xfrm>
            <a:off x="10071100" y="6469355"/>
            <a:ext cx="2120900" cy="365125"/>
          </a:xfrm>
        </p:spPr>
        <p:txBody>
          <a:bodyPr/>
          <a:lstStyle/>
          <a:p>
            <a:r>
              <a:rPr lang="en-US" altLang="ko-KR" sz="900" dirty="0" smtClean="0"/>
              <a:t>IT</a:t>
            </a:r>
            <a:r>
              <a:rPr lang="ko-KR" altLang="en-US" sz="900" dirty="0" smtClean="0"/>
              <a:t>미래전략본부</a:t>
            </a:r>
            <a:endParaRPr lang="ko-KR" altLang="en-US" sz="900" dirty="0"/>
          </a:p>
        </p:txBody>
      </p:sp>
      <p:sp>
        <p:nvSpPr>
          <p:cNvPr id="73" name="슬라이드 번호 개체 틀 16"/>
          <p:cNvSpPr>
            <a:spLocks noGrp="1"/>
          </p:cNvSpPr>
          <p:nvPr>
            <p:ph type="sldNum" sz="quarter" idx="12"/>
          </p:nvPr>
        </p:nvSpPr>
        <p:spPr>
          <a:xfrm>
            <a:off x="5753100" y="6496714"/>
            <a:ext cx="698500" cy="365125"/>
          </a:xfrm>
        </p:spPr>
        <p:txBody>
          <a:bodyPr/>
          <a:lstStyle/>
          <a:p>
            <a:r>
              <a:rPr lang="en-US" altLang="ko-KR" sz="900" dirty="0"/>
              <a:t>5</a:t>
            </a:r>
            <a:r>
              <a:rPr lang="en-US" altLang="ko-KR" sz="900" dirty="0" smtClean="0"/>
              <a:t> / 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68820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931" y="2048096"/>
            <a:ext cx="1638225" cy="398946"/>
          </a:xfrm>
          <a:prstGeom prst="rect">
            <a:avLst/>
          </a:prstGeom>
        </p:spPr>
      </p:pic>
      <p:sp>
        <p:nvSpPr>
          <p:cNvPr id="111" name="직사각형 110"/>
          <p:cNvSpPr/>
          <p:nvPr/>
        </p:nvSpPr>
        <p:spPr>
          <a:xfrm>
            <a:off x="931212" y="5673196"/>
            <a:ext cx="4501892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2017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년 월별 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TOP 5 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인기 상품 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동남아 비율이 높음</a:t>
            </a:r>
            <a:endParaRPr lang="en-US" altLang="ko-KR" sz="14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2018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년 동남아 지역에 대한 관심이 지속적으로 유지</a:t>
            </a:r>
            <a:endParaRPr lang="en-US" altLang="ko-KR" sz="14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3786418" y="3198559"/>
            <a:ext cx="1373418" cy="2758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출처 </a:t>
            </a: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b="1" dirty="0" err="1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스카이</a:t>
            </a: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스캐너</a:t>
            </a: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08" name="직사각형 107"/>
          <p:cNvSpPr/>
          <p:nvPr/>
        </p:nvSpPr>
        <p:spPr>
          <a:xfrm>
            <a:off x="2230622" y="2622211"/>
            <a:ext cx="516479" cy="3550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>
                <a:solidFill>
                  <a:schemeClr val="accent6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2000" dirty="0">
              <a:solidFill>
                <a:schemeClr val="accent6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3549809" y="2538960"/>
            <a:ext cx="516479" cy="523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>
                <a:solidFill>
                  <a:schemeClr val="accent6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2000" dirty="0">
              <a:solidFill>
                <a:schemeClr val="accent6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451085" y="1031820"/>
            <a:ext cx="4033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■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검색순위 및 기사에 따른 인기 지역은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37" name="그림 53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524" b="89524" l="3690" r="94834">
                        <a14:foregroundMark x1="14022" y1="34286" x2="14022" y2="34286"/>
                        <a14:foregroundMark x1="24354" y1="47619" x2="24354" y2="47619"/>
                        <a14:foregroundMark x1="43173" y1="40000" x2="43173" y2="40000"/>
                        <a14:foregroundMark x1="46494" y1="60952" x2="46494" y2="60952"/>
                        <a14:foregroundMark x1="59779" y1="39048" x2="59779" y2="39048"/>
                        <a14:foregroundMark x1="63469" y1="73333" x2="63469" y2="73333"/>
                        <a14:foregroundMark x1="71587" y1="43810" x2="71587" y2="43810"/>
                        <a14:foregroundMark x1="80443" y1="34286" x2="80443" y2="34286"/>
                        <a14:foregroundMark x1="94834" y1="38095" x2="94834" y2="38095"/>
                        <a14:foregroundMark x1="87823" y1="51429" x2="87823" y2="51429"/>
                        <a14:foregroundMark x1="34686" y1="46667" x2="34686" y2="46667"/>
                        <a14:foregroundMark x1="84871" y1="69524" x2="84871" y2="6952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8862" y="3356399"/>
            <a:ext cx="1312552" cy="508553"/>
          </a:xfrm>
          <a:prstGeom prst="rect">
            <a:avLst/>
          </a:prstGeom>
        </p:spPr>
      </p:pic>
      <p:pic>
        <p:nvPicPr>
          <p:cNvPr id="538" name="그림 5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8947" y="3858045"/>
            <a:ext cx="3768083" cy="831111"/>
          </a:xfrm>
          <a:prstGeom prst="rect">
            <a:avLst/>
          </a:prstGeom>
        </p:spPr>
      </p:pic>
      <p:sp>
        <p:nvSpPr>
          <p:cNvPr id="118" name="직사각형 117"/>
          <p:cNvSpPr/>
          <p:nvPr/>
        </p:nvSpPr>
        <p:spPr>
          <a:xfrm>
            <a:off x="3394008" y="4762208"/>
            <a:ext cx="2039096" cy="2758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출처 </a:t>
            </a: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여행신문 제공</a:t>
            </a: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962401" y="1024906"/>
            <a:ext cx="4216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■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자사 총판매금액 및 여행 동반자 유형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7" name="모서리가 둥근 직사각형 126"/>
          <p:cNvSpPr/>
          <p:nvPr/>
        </p:nvSpPr>
        <p:spPr bwMode="auto">
          <a:xfrm>
            <a:off x="6096821" y="3434304"/>
            <a:ext cx="1008000" cy="26851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 err="1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다낭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6969532" y="3306806"/>
            <a:ext cx="516479" cy="523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>
                <a:solidFill>
                  <a:schemeClr val="accent6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2000" dirty="0">
              <a:solidFill>
                <a:schemeClr val="accent6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8223432" y="3306806"/>
            <a:ext cx="516479" cy="523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>
                <a:solidFill>
                  <a:schemeClr val="accent6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2000" dirty="0">
              <a:solidFill>
                <a:schemeClr val="accent6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9477332" y="3306806"/>
            <a:ext cx="516479" cy="523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>
                <a:solidFill>
                  <a:schemeClr val="accent6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2000" dirty="0">
              <a:solidFill>
                <a:schemeClr val="accent6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0" name="모서리가 둥근 직사각형 139"/>
          <p:cNvSpPr/>
          <p:nvPr/>
        </p:nvSpPr>
        <p:spPr bwMode="auto">
          <a:xfrm>
            <a:off x="7350722" y="3432446"/>
            <a:ext cx="1008000" cy="272233"/>
          </a:xfrm>
          <a:prstGeom prst="roundRect">
            <a:avLst/>
          </a:prstGeom>
          <a:solidFill>
            <a:schemeClr val="accent1">
              <a:lumMod val="75000"/>
              <a:alpha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방콕</a:t>
            </a:r>
            <a:r>
              <a: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파타야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1" name="모서리가 둥근 직사각형 140"/>
          <p:cNvSpPr/>
          <p:nvPr/>
        </p:nvSpPr>
        <p:spPr bwMode="auto">
          <a:xfrm>
            <a:off x="8604621" y="3432830"/>
            <a:ext cx="1008000" cy="271464"/>
          </a:xfrm>
          <a:prstGeom prst="roundRect">
            <a:avLst/>
          </a:prstGeom>
          <a:solidFill>
            <a:schemeClr val="accent1">
              <a:lumMod val="75000"/>
              <a:alpha val="7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 err="1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큐슈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2" name="모서리가 둥근 직사각형 141"/>
          <p:cNvSpPr/>
          <p:nvPr/>
        </p:nvSpPr>
        <p:spPr bwMode="auto">
          <a:xfrm>
            <a:off x="9858521" y="3428951"/>
            <a:ext cx="1008000" cy="279223"/>
          </a:xfrm>
          <a:prstGeom prst="round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타이페이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3" name="모서리가 둥근 직사각형 142"/>
          <p:cNvSpPr/>
          <p:nvPr/>
        </p:nvSpPr>
        <p:spPr bwMode="auto">
          <a:xfrm>
            <a:off x="11112421" y="3432830"/>
            <a:ext cx="1008000" cy="271464"/>
          </a:xfrm>
          <a:prstGeom prst="roundRect">
            <a:avLst/>
          </a:prstGeom>
          <a:solidFill>
            <a:schemeClr val="accent1">
              <a:lumMod val="75000"/>
              <a:alpha val="3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하노이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10731232" y="3306806"/>
            <a:ext cx="516479" cy="523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smtClean="0">
                <a:solidFill>
                  <a:schemeClr val="accent6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</a:t>
            </a:r>
            <a:endParaRPr lang="ko-KR" altLang="en-US" sz="2000" dirty="0">
              <a:solidFill>
                <a:schemeClr val="accent6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6096000" y="2230716"/>
            <a:ext cx="4184462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ko-KR" altLang="en-US" sz="16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하나투어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2018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년 패키지 고객 중 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19% 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가족여행</a:t>
            </a:r>
            <a:endParaRPr lang="en-US" altLang="ko-KR" sz="14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" name="직사각형 181"/>
          <p:cNvSpPr/>
          <p:nvPr/>
        </p:nvSpPr>
        <p:spPr>
          <a:xfrm>
            <a:off x="10393715" y="3862033"/>
            <a:ext cx="1686178" cy="2758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출처 </a:t>
            </a: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한국관광신문</a:t>
            </a: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83" name="직사각형 182"/>
          <p:cNvSpPr/>
          <p:nvPr/>
        </p:nvSpPr>
        <p:spPr>
          <a:xfrm>
            <a:off x="6415569" y="2872169"/>
            <a:ext cx="4065519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200" b="1" dirty="0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 </a:t>
            </a:r>
            <a:r>
              <a:rPr lang="ko-KR" altLang="en-US" sz="1200" b="1" dirty="0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가족유형 여행자들이 가장 많이 가는 여행지</a:t>
            </a:r>
            <a:endParaRPr lang="en-US" altLang="ko-KR" sz="1200" b="1" dirty="0" smtClean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84" name="직선 연결선 183"/>
          <p:cNvCxnSpPr/>
          <p:nvPr/>
        </p:nvCxnSpPr>
        <p:spPr>
          <a:xfrm>
            <a:off x="0" y="750139"/>
            <a:ext cx="12192000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5" name="TextBox 184"/>
          <p:cNvSpPr txBox="1"/>
          <p:nvPr/>
        </p:nvSpPr>
        <p:spPr>
          <a:xfrm>
            <a:off x="230842" y="193086"/>
            <a:ext cx="2867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2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2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인기 여행지</a:t>
            </a:r>
            <a:endParaRPr lang="ko-KR" altLang="en-US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6" name="모서리가 둥근 직사각형 185"/>
          <p:cNvSpPr/>
          <p:nvPr/>
        </p:nvSpPr>
        <p:spPr bwMode="auto">
          <a:xfrm>
            <a:off x="1454461" y="2665983"/>
            <a:ext cx="690654" cy="31123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방콕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7" name="모서리가 둥근 직사각형 186"/>
          <p:cNvSpPr/>
          <p:nvPr/>
        </p:nvSpPr>
        <p:spPr bwMode="auto">
          <a:xfrm>
            <a:off x="2814554" y="2666250"/>
            <a:ext cx="664530" cy="298819"/>
          </a:xfrm>
          <a:prstGeom prst="round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 err="1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다낭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8" name="모서리가 둥근 직사각형 187"/>
          <p:cNvSpPr/>
          <p:nvPr/>
        </p:nvSpPr>
        <p:spPr bwMode="auto">
          <a:xfrm>
            <a:off x="4191158" y="2665983"/>
            <a:ext cx="677838" cy="298819"/>
          </a:xfrm>
          <a:prstGeom prst="roundRect">
            <a:avLst/>
          </a:prstGeom>
          <a:solidFill>
            <a:schemeClr val="accent1">
              <a:lumMod val="75000"/>
              <a:alpha val="7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오사카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 bwMode="auto">
          <a:xfrm>
            <a:off x="605831" y="1754042"/>
            <a:ext cx="759643" cy="31901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기사</a:t>
            </a:r>
            <a:endParaRPr lang="en-US" altLang="ko-KR" sz="1600" b="1" dirty="0" smtClean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 bwMode="auto">
          <a:xfrm>
            <a:off x="669008" y="5183331"/>
            <a:ext cx="759643" cy="31901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자사</a:t>
            </a:r>
            <a:endParaRPr lang="en-US" altLang="ko-KR" sz="1600" b="1" dirty="0" smtClean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251178" y="4871101"/>
            <a:ext cx="4256983" cy="1061829"/>
            <a:chOff x="7016777" y="2210489"/>
            <a:chExt cx="4256983" cy="1061829"/>
          </a:xfrm>
        </p:grpSpPr>
        <p:sp>
          <p:nvSpPr>
            <p:cNvPr id="549" name="오른쪽 화살표 548"/>
            <p:cNvSpPr/>
            <p:nvPr/>
          </p:nvSpPr>
          <p:spPr>
            <a:xfrm>
              <a:off x="8183885" y="2535695"/>
              <a:ext cx="520274" cy="372216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0" name="직사각형 179"/>
            <p:cNvSpPr/>
            <p:nvPr/>
          </p:nvSpPr>
          <p:spPr>
            <a:xfrm>
              <a:off x="8818631" y="2210489"/>
              <a:ext cx="2455129" cy="106182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ko-KR" altLang="en-US" sz="14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타지역</a:t>
              </a:r>
              <a:r>
                <a:rPr lang="ko-KR" altLang="en-US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대비 높은 </a:t>
              </a:r>
              <a:r>
                <a:rPr lang="en-US" altLang="ko-KR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r>
                <a:rPr lang="ko-KR" altLang="en-US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대 비중</a:t>
              </a:r>
              <a:endPara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일본</a:t>
              </a:r>
              <a:r>
                <a:rPr lang="en-US" altLang="ko-KR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, </a:t>
              </a:r>
              <a:r>
                <a:rPr lang="ko-KR" altLang="en-US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동남아 </a:t>
              </a:r>
              <a:endPara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400" b="1" dirty="0" smtClean="0">
                  <a:solidFill>
                    <a:srgbClr val="C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가족여행의 경향</a:t>
              </a:r>
              <a:endParaRPr lang="en-US" altLang="ko-KR" sz="1400" b="1" dirty="0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54" name="Picture 54" descr="ì°¸ì¢ìì¬íì ëí ì´ë¯¸ì§ ê²ìê²°ê³¼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6777" y="2344523"/>
              <a:ext cx="819389" cy="828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5" name="모서리가 둥근 직사각형 54"/>
          <p:cNvSpPr/>
          <p:nvPr/>
        </p:nvSpPr>
        <p:spPr bwMode="auto">
          <a:xfrm>
            <a:off x="6206088" y="1754042"/>
            <a:ext cx="759643" cy="31901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기사</a:t>
            </a:r>
            <a:endParaRPr lang="en-US" altLang="ko-KR" sz="1600" b="1" dirty="0" smtClean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 bwMode="auto">
          <a:xfrm>
            <a:off x="6206087" y="4197408"/>
            <a:ext cx="759643" cy="31901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자사</a:t>
            </a:r>
            <a:endParaRPr lang="en-US" altLang="ko-KR" sz="1600" b="1" dirty="0" smtClean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10382947" y="6221021"/>
            <a:ext cx="1686178" cy="2758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출처 </a:t>
            </a: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사내 </a:t>
            </a: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D.B)</a:t>
            </a:r>
          </a:p>
        </p:txBody>
      </p:sp>
      <p:sp>
        <p:nvSpPr>
          <p:cNvPr id="60" name="직사각형 59"/>
          <p:cNvSpPr/>
          <p:nvPr/>
        </p:nvSpPr>
        <p:spPr bwMode="auto">
          <a:xfrm>
            <a:off x="1298312" y="3064574"/>
            <a:ext cx="953852" cy="31680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9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위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직사각형 60"/>
          <p:cNvSpPr/>
          <p:nvPr/>
        </p:nvSpPr>
        <p:spPr bwMode="auto">
          <a:xfrm>
            <a:off x="2648606" y="3059754"/>
            <a:ext cx="953852" cy="31680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위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/>
          <p:cNvSpPr/>
          <p:nvPr/>
        </p:nvSpPr>
        <p:spPr bwMode="auto">
          <a:xfrm>
            <a:off x="4008232" y="3049807"/>
            <a:ext cx="953852" cy="31680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9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위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6" name="날짜 개체 틀 8"/>
          <p:cNvSpPr>
            <a:spLocks noGrp="1"/>
          </p:cNvSpPr>
          <p:nvPr>
            <p:ph type="dt" sz="half" idx="10"/>
          </p:nvPr>
        </p:nvSpPr>
        <p:spPr>
          <a:xfrm>
            <a:off x="23408" y="6513139"/>
            <a:ext cx="2743200" cy="365125"/>
          </a:xfrm>
        </p:spPr>
        <p:txBody>
          <a:bodyPr/>
          <a:lstStyle/>
          <a:p>
            <a:fld id="{D55EC939-8A95-483A-AC57-B624D23D5C67}" type="datetime1">
              <a:rPr lang="ko-KR" altLang="en-US" sz="900" smtClean="0"/>
              <a:t>2019-08-06</a:t>
            </a:fld>
            <a:endParaRPr lang="ko-KR" altLang="en-US" sz="900" dirty="0"/>
          </a:p>
        </p:txBody>
      </p:sp>
      <p:sp>
        <p:nvSpPr>
          <p:cNvPr id="67" name="바닥글 개체 틀 13"/>
          <p:cNvSpPr>
            <a:spLocks noGrp="1"/>
          </p:cNvSpPr>
          <p:nvPr>
            <p:ph type="ftr" sz="quarter" idx="11"/>
          </p:nvPr>
        </p:nvSpPr>
        <p:spPr>
          <a:xfrm>
            <a:off x="10071100" y="6481390"/>
            <a:ext cx="2120900" cy="365125"/>
          </a:xfrm>
        </p:spPr>
        <p:txBody>
          <a:bodyPr/>
          <a:lstStyle/>
          <a:p>
            <a:r>
              <a:rPr lang="en-US" altLang="ko-KR" sz="900" dirty="0" smtClean="0"/>
              <a:t>IT</a:t>
            </a:r>
            <a:r>
              <a:rPr lang="ko-KR" altLang="en-US" sz="900" dirty="0" smtClean="0"/>
              <a:t>미래전략본부</a:t>
            </a:r>
            <a:endParaRPr lang="ko-KR" altLang="en-US" sz="900" dirty="0"/>
          </a:p>
        </p:txBody>
      </p:sp>
      <p:sp>
        <p:nvSpPr>
          <p:cNvPr id="68" name="슬라이드 번호 개체 틀 16"/>
          <p:cNvSpPr>
            <a:spLocks noGrp="1"/>
          </p:cNvSpPr>
          <p:nvPr>
            <p:ph type="sldNum" sz="quarter" idx="12"/>
          </p:nvPr>
        </p:nvSpPr>
        <p:spPr>
          <a:xfrm>
            <a:off x="5753100" y="6508749"/>
            <a:ext cx="698500" cy="365125"/>
          </a:xfrm>
        </p:spPr>
        <p:txBody>
          <a:bodyPr/>
          <a:lstStyle/>
          <a:p>
            <a:r>
              <a:rPr lang="en-US" altLang="ko-KR" sz="900" dirty="0"/>
              <a:t>6</a:t>
            </a:r>
            <a:r>
              <a:rPr lang="en-US" altLang="ko-KR" sz="900" dirty="0" smtClean="0"/>
              <a:t> / 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372218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그룹 88"/>
          <p:cNvGrpSpPr/>
          <p:nvPr/>
        </p:nvGrpSpPr>
        <p:grpSpPr>
          <a:xfrm>
            <a:off x="9180444" y="4443672"/>
            <a:ext cx="567788" cy="1386278"/>
            <a:chOff x="6237507" y="1500865"/>
            <a:chExt cx="662861" cy="1618400"/>
          </a:xfrm>
          <a:solidFill>
            <a:srgbClr val="9DC3E6"/>
          </a:solidFill>
        </p:grpSpPr>
        <p:sp>
          <p:nvSpPr>
            <p:cNvPr id="90" name="Freeform 108"/>
            <p:cNvSpPr>
              <a:spLocks/>
            </p:cNvSpPr>
            <p:nvPr/>
          </p:nvSpPr>
          <p:spPr bwMode="auto">
            <a:xfrm>
              <a:off x="6237507" y="1897834"/>
              <a:ext cx="662861" cy="1221431"/>
            </a:xfrm>
            <a:custGeom>
              <a:avLst/>
              <a:gdLst>
                <a:gd name="T0" fmla="*/ 62 w 198"/>
                <a:gd name="T1" fmla="*/ 0 h 360"/>
                <a:gd name="T2" fmla="*/ 80 w 198"/>
                <a:gd name="T3" fmla="*/ 6 h 360"/>
                <a:gd name="T4" fmla="*/ 100 w 198"/>
                <a:gd name="T5" fmla="*/ 9 h 360"/>
                <a:gd name="T6" fmla="*/ 118 w 198"/>
                <a:gd name="T7" fmla="*/ 6 h 360"/>
                <a:gd name="T8" fmla="*/ 136 w 198"/>
                <a:gd name="T9" fmla="*/ 0 h 360"/>
                <a:gd name="T10" fmla="*/ 138 w 198"/>
                <a:gd name="T11" fmla="*/ 1 h 360"/>
                <a:gd name="T12" fmla="*/ 140 w 198"/>
                <a:gd name="T13" fmla="*/ 3 h 360"/>
                <a:gd name="T14" fmla="*/ 191 w 198"/>
                <a:gd name="T15" fmla="*/ 30 h 360"/>
                <a:gd name="T16" fmla="*/ 193 w 198"/>
                <a:gd name="T17" fmla="*/ 31 h 360"/>
                <a:gd name="T18" fmla="*/ 195 w 198"/>
                <a:gd name="T19" fmla="*/ 33 h 360"/>
                <a:gd name="T20" fmla="*/ 198 w 198"/>
                <a:gd name="T21" fmla="*/ 34 h 360"/>
                <a:gd name="T22" fmla="*/ 198 w 198"/>
                <a:gd name="T23" fmla="*/ 34 h 360"/>
                <a:gd name="T24" fmla="*/ 198 w 198"/>
                <a:gd name="T25" fmla="*/ 37 h 360"/>
                <a:gd name="T26" fmla="*/ 198 w 198"/>
                <a:gd name="T27" fmla="*/ 39 h 360"/>
                <a:gd name="T28" fmla="*/ 198 w 198"/>
                <a:gd name="T29" fmla="*/ 42 h 360"/>
                <a:gd name="T30" fmla="*/ 182 w 198"/>
                <a:gd name="T31" fmla="*/ 188 h 360"/>
                <a:gd name="T32" fmla="*/ 182 w 198"/>
                <a:gd name="T33" fmla="*/ 191 h 360"/>
                <a:gd name="T34" fmla="*/ 182 w 198"/>
                <a:gd name="T35" fmla="*/ 194 h 360"/>
                <a:gd name="T36" fmla="*/ 181 w 198"/>
                <a:gd name="T37" fmla="*/ 196 h 360"/>
                <a:gd name="T38" fmla="*/ 181 w 198"/>
                <a:gd name="T39" fmla="*/ 198 h 360"/>
                <a:gd name="T40" fmla="*/ 180 w 198"/>
                <a:gd name="T41" fmla="*/ 198 h 360"/>
                <a:gd name="T42" fmla="*/ 176 w 198"/>
                <a:gd name="T43" fmla="*/ 198 h 360"/>
                <a:gd name="T44" fmla="*/ 173 w 198"/>
                <a:gd name="T45" fmla="*/ 198 h 360"/>
                <a:gd name="T46" fmla="*/ 156 w 198"/>
                <a:gd name="T47" fmla="*/ 198 h 360"/>
                <a:gd name="T48" fmla="*/ 152 w 198"/>
                <a:gd name="T49" fmla="*/ 199 h 360"/>
                <a:gd name="T50" fmla="*/ 149 w 198"/>
                <a:gd name="T51" fmla="*/ 202 h 360"/>
                <a:gd name="T52" fmla="*/ 149 w 198"/>
                <a:gd name="T53" fmla="*/ 204 h 360"/>
                <a:gd name="T54" fmla="*/ 149 w 198"/>
                <a:gd name="T55" fmla="*/ 353 h 360"/>
                <a:gd name="T56" fmla="*/ 148 w 198"/>
                <a:gd name="T57" fmla="*/ 356 h 360"/>
                <a:gd name="T58" fmla="*/ 145 w 198"/>
                <a:gd name="T59" fmla="*/ 359 h 360"/>
                <a:gd name="T60" fmla="*/ 142 w 198"/>
                <a:gd name="T61" fmla="*/ 360 h 360"/>
                <a:gd name="T62" fmla="*/ 56 w 198"/>
                <a:gd name="T63" fmla="*/ 360 h 360"/>
                <a:gd name="T64" fmla="*/ 53 w 198"/>
                <a:gd name="T65" fmla="*/ 359 h 360"/>
                <a:gd name="T66" fmla="*/ 50 w 198"/>
                <a:gd name="T67" fmla="*/ 356 h 360"/>
                <a:gd name="T68" fmla="*/ 49 w 198"/>
                <a:gd name="T69" fmla="*/ 353 h 360"/>
                <a:gd name="T70" fmla="*/ 49 w 198"/>
                <a:gd name="T71" fmla="*/ 204 h 360"/>
                <a:gd name="T72" fmla="*/ 49 w 198"/>
                <a:gd name="T73" fmla="*/ 202 h 360"/>
                <a:gd name="T74" fmla="*/ 46 w 198"/>
                <a:gd name="T75" fmla="*/ 199 h 360"/>
                <a:gd name="T76" fmla="*/ 42 w 198"/>
                <a:gd name="T77" fmla="*/ 198 h 360"/>
                <a:gd name="T78" fmla="*/ 25 w 198"/>
                <a:gd name="T79" fmla="*/ 198 h 360"/>
                <a:gd name="T80" fmla="*/ 22 w 198"/>
                <a:gd name="T81" fmla="*/ 198 h 360"/>
                <a:gd name="T82" fmla="*/ 20 w 198"/>
                <a:gd name="T83" fmla="*/ 198 h 360"/>
                <a:gd name="T84" fmla="*/ 17 w 198"/>
                <a:gd name="T85" fmla="*/ 196 h 360"/>
                <a:gd name="T86" fmla="*/ 17 w 198"/>
                <a:gd name="T87" fmla="*/ 196 h 360"/>
                <a:gd name="T88" fmla="*/ 16 w 198"/>
                <a:gd name="T89" fmla="*/ 195 h 360"/>
                <a:gd name="T90" fmla="*/ 16 w 198"/>
                <a:gd name="T91" fmla="*/ 192 h 360"/>
                <a:gd name="T92" fmla="*/ 16 w 198"/>
                <a:gd name="T93" fmla="*/ 188 h 360"/>
                <a:gd name="T94" fmla="*/ 0 w 198"/>
                <a:gd name="T95" fmla="*/ 42 h 360"/>
                <a:gd name="T96" fmla="*/ 0 w 198"/>
                <a:gd name="T97" fmla="*/ 39 h 360"/>
                <a:gd name="T98" fmla="*/ 0 w 198"/>
                <a:gd name="T99" fmla="*/ 37 h 360"/>
                <a:gd name="T100" fmla="*/ 0 w 198"/>
                <a:gd name="T101" fmla="*/ 35 h 360"/>
                <a:gd name="T102" fmla="*/ 0 w 198"/>
                <a:gd name="T103" fmla="*/ 34 h 360"/>
                <a:gd name="T104" fmla="*/ 1 w 198"/>
                <a:gd name="T105" fmla="*/ 33 h 360"/>
                <a:gd name="T106" fmla="*/ 3 w 198"/>
                <a:gd name="T107" fmla="*/ 31 h 360"/>
                <a:gd name="T108" fmla="*/ 5 w 198"/>
                <a:gd name="T109" fmla="*/ 31 h 360"/>
                <a:gd name="T110" fmla="*/ 7 w 198"/>
                <a:gd name="T111" fmla="*/ 30 h 360"/>
                <a:gd name="T112" fmla="*/ 58 w 198"/>
                <a:gd name="T113" fmla="*/ 3 h 360"/>
                <a:gd name="T114" fmla="*/ 60 w 198"/>
                <a:gd name="T115" fmla="*/ 1 h 360"/>
                <a:gd name="T116" fmla="*/ 62 w 198"/>
                <a:gd name="T117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98" h="360">
                  <a:moveTo>
                    <a:pt x="62" y="0"/>
                  </a:moveTo>
                  <a:lnTo>
                    <a:pt x="80" y="6"/>
                  </a:lnTo>
                  <a:lnTo>
                    <a:pt x="100" y="9"/>
                  </a:lnTo>
                  <a:lnTo>
                    <a:pt x="118" y="6"/>
                  </a:lnTo>
                  <a:lnTo>
                    <a:pt x="136" y="0"/>
                  </a:lnTo>
                  <a:lnTo>
                    <a:pt x="138" y="1"/>
                  </a:lnTo>
                  <a:lnTo>
                    <a:pt x="140" y="3"/>
                  </a:lnTo>
                  <a:lnTo>
                    <a:pt x="191" y="30"/>
                  </a:lnTo>
                  <a:lnTo>
                    <a:pt x="193" y="31"/>
                  </a:lnTo>
                  <a:lnTo>
                    <a:pt x="195" y="33"/>
                  </a:lnTo>
                  <a:lnTo>
                    <a:pt x="198" y="34"/>
                  </a:lnTo>
                  <a:lnTo>
                    <a:pt x="198" y="34"/>
                  </a:lnTo>
                  <a:lnTo>
                    <a:pt x="198" y="37"/>
                  </a:lnTo>
                  <a:lnTo>
                    <a:pt x="198" y="39"/>
                  </a:lnTo>
                  <a:lnTo>
                    <a:pt x="198" y="42"/>
                  </a:lnTo>
                  <a:lnTo>
                    <a:pt x="182" y="188"/>
                  </a:lnTo>
                  <a:lnTo>
                    <a:pt x="182" y="191"/>
                  </a:lnTo>
                  <a:lnTo>
                    <a:pt x="182" y="194"/>
                  </a:lnTo>
                  <a:lnTo>
                    <a:pt x="181" y="196"/>
                  </a:lnTo>
                  <a:lnTo>
                    <a:pt x="181" y="198"/>
                  </a:lnTo>
                  <a:lnTo>
                    <a:pt x="180" y="198"/>
                  </a:lnTo>
                  <a:lnTo>
                    <a:pt x="176" y="198"/>
                  </a:lnTo>
                  <a:lnTo>
                    <a:pt x="173" y="198"/>
                  </a:lnTo>
                  <a:lnTo>
                    <a:pt x="156" y="198"/>
                  </a:lnTo>
                  <a:lnTo>
                    <a:pt x="152" y="199"/>
                  </a:lnTo>
                  <a:lnTo>
                    <a:pt x="149" y="202"/>
                  </a:lnTo>
                  <a:lnTo>
                    <a:pt x="149" y="204"/>
                  </a:lnTo>
                  <a:lnTo>
                    <a:pt x="149" y="353"/>
                  </a:lnTo>
                  <a:lnTo>
                    <a:pt x="148" y="356"/>
                  </a:lnTo>
                  <a:lnTo>
                    <a:pt x="145" y="359"/>
                  </a:lnTo>
                  <a:lnTo>
                    <a:pt x="142" y="360"/>
                  </a:lnTo>
                  <a:lnTo>
                    <a:pt x="56" y="360"/>
                  </a:lnTo>
                  <a:lnTo>
                    <a:pt x="53" y="359"/>
                  </a:lnTo>
                  <a:lnTo>
                    <a:pt x="50" y="356"/>
                  </a:lnTo>
                  <a:lnTo>
                    <a:pt x="49" y="353"/>
                  </a:lnTo>
                  <a:lnTo>
                    <a:pt x="49" y="204"/>
                  </a:lnTo>
                  <a:lnTo>
                    <a:pt x="49" y="202"/>
                  </a:lnTo>
                  <a:lnTo>
                    <a:pt x="46" y="199"/>
                  </a:lnTo>
                  <a:lnTo>
                    <a:pt x="42" y="198"/>
                  </a:lnTo>
                  <a:lnTo>
                    <a:pt x="25" y="198"/>
                  </a:lnTo>
                  <a:lnTo>
                    <a:pt x="22" y="198"/>
                  </a:lnTo>
                  <a:lnTo>
                    <a:pt x="20" y="198"/>
                  </a:lnTo>
                  <a:lnTo>
                    <a:pt x="17" y="196"/>
                  </a:lnTo>
                  <a:lnTo>
                    <a:pt x="17" y="196"/>
                  </a:lnTo>
                  <a:lnTo>
                    <a:pt x="16" y="195"/>
                  </a:lnTo>
                  <a:lnTo>
                    <a:pt x="16" y="192"/>
                  </a:lnTo>
                  <a:lnTo>
                    <a:pt x="16" y="188"/>
                  </a:lnTo>
                  <a:lnTo>
                    <a:pt x="0" y="42"/>
                  </a:lnTo>
                  <a:lnTo>
                    <a:pt x="0" y="39"/>
                  </a:lnTo>
                  <a:lnTo>
                    <a:pt x="0" y="37"/>
                  </a:lnTo>
                  <a:lnTo>
                    <a:pt x="0" y="35"/>
                  </a:lnTo>
                  <a:lnTo>
                    <a:pt x="0" y="34"/>
                  </a:lnTo>
                  <a:lnTo>
                    <a:pt x="1" y="33"/>
                  </a:lnTo>
                  <a:lnTo>
                    <a:pt x="3" y="31"/>
                  </a:lnTo>
                  <a:lnTo>
                    <a:pt x="5" y="31"/>
                  </a:lnTo>
                  <a:lnTo>
                    <a:pt x="7" y="30"/>
                  </a:lnTo>
                  <a:lnTo>
                    <a:pt x="58" y="3"/>
                  </a:lnTo>
                  <a:lnTo>
                    <a:pt x="60" y="1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35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1" name="Freeform 109"/>
            <p:cNvSpPr>
              <a:spLocks/>
            </p:cNvSpPr>
            <p:nvPr/>
          </p:nvSpPr>
          <p:spPr bwMode="auto">
            <a:xfrm>
              <a:off x="6391503" y="1500865"/>
              <a:ext cx="354864" cy="356254"/>
            </a:xfrm>
            <a:custGeom>
              <a:avLst/>
              <a:gdLst>
                <a:gd name="T0" fmla="*/ 54 w 106"/>
                <a:gd name="T1" fmla="*/ 0 h 105"/>
                <a:gd name="T2" fmla="*/ 69 w 106"/>
                <a:gd name="T3" fmla="*/ 3 h 105"/>
                <a:gd name="T4" fmla="*/ 84 w 106"/>
                <a:gd name="T5" fmla="*/ 11 h 105"/>
                <a:gd name="T6" fmla="*/ 96 w 106"/>
                <a:gd name="T7" fmla="*/ 21 h 105"/>
                <a:gd name="T8" fmla="*/ 102 w 106"/>
                <a:gd name="T9" fmla="*/ 36 h 105"/>
                <a:gd name="T10" fmla="*/ 106 w 106"/>
                <a:gd name="T11" fmla="*/ 53 h 105"/>
                <a:gd name="T12" fmla="*/ 102 w 106"/>
                <a:gd name="T13" fmla="*/ 68 h 105"/>
                <a:gd name="T14" fmla="*/ 96 w 106"/>
                <a:gd name="T15" fmla="*/ 83 h 105"/>
                <a:gd name="T16" fmla="*/ 84 w 106"/>
                <a:gd name="T17" fmla="*/ 95 h 105"/>
                <a:gd name="T18" fmla="*/ 69 w 106"/>
                <a:gd name="T19" fmla="*/ 103 h 105"/>
                <a:gd name="T20" fmla="*/ 54 w 106"/>
                <a:gd name="T21" fmla="*/ 105 h 105"/>
                <a:gd name="T22" fmla="*/ 37 w 106"/>
                <a:gd name="T23" fmla="*/ 103 h 105"/>
                <a:gd name="T24" fmla="*/ 22 w 106"/>
                <a:gd name="T25" fmla="*/ 95 h 105"/>
                <a:gd name="T26" fmla="*/ 10 w 106"/>
                <a:gd name="T27" fmla="*/ 83 h 105"/>
                <a:gd name="T28" fmla="*/ 4 w 106"/>
                <a:gd name="T29" fmla="*/ 68 h 105"/>
                <a:gd name="T30" fmla="*/ 0 w 106"/>
                <a:gd name="T31" fmla="*/ 53 h 105"/>
                <a:gd name="T32" fmla="*/ 4 w 106"/>
                <a:gd name="T33" fmla="*/ 36 h 105"/>
                <a:gd name="T34" fmla="*/ 10 w 106"/>
                <a:gd name="T35" fmla="*/ 21 h 105"/>
                <a:gd name="T36" fmla="*/ 22 w 106"/>
                <a:gd name="T37" fmla="*/ 11 h 105"/>
                <a:gd name="T38" fmla="*/ 37 w 106"/>
                <a:gd name="T39" fmla="*/ 3 h 105"/>
                <a:gd name="T40" fmla="*/ 54 w 106"/>
                <a:gd name="T41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6" h="105">
                  <a:moveTo>
                    <a:pt x="54" y="0"/>
                  </a:moveTo>
                  <a:lnTo>
                    <a:pt x="69" y="3"/>
                  </a:lnTo>
                  <a:lnTo>
                    <a:pt x="84" y="11"/>
                  </a:lnTo>
                  <a:lnTo>
                    <a:pt x="96" y="21"/>
                  </a:lnTo>
                  <a:lnTo>
                    <a:pt x="102" y="36"/>
                  </a:lnTo>
                  <a:lnTo>
                    <a:pt x="106" y="53"/>
                  </a:lnTo>
                  <a:lnTo>
                    <a:pt x="102" y="68"/>
                  </a:lnTo>
                  <a:lnTo>
                    <a:pt x="96" y="83"/>
                  </a:lnTo>
                  <a:lnTo>
                    <a:pt x="84" y="95"/>
                  </a:lnTo>
                  <a:lnTo>
                    <a:pt x="69" y="103"/>
                  </a:lnTo>
                  <a:lnTo>
                    <a:pt x="54" y="105"/>
                  </a:lnTo>
                  <a:lnTo>
                    <a:pt x="37" y="103"/>
                  </a:lnTo>
                  <a:lnTo>
                    <a:pt x="22" y="95"/>
                  </a:lnTo>
                  <a:lnTo>
                    <a:pt x="10" y="83"/>
                  </a:lnTo>
                  <a:lnTo>
                    <a:pt x="4" y="68"/>
                  </a:lnTo>
                  <a:lnTo>
                    <a:pt x="0" y="53"/>
                  </a:lnTo>
                  <a:lnTo>
                    <a:pt x="4" y="36"/>
                  </a:lnTo>
                  <a:lnTo>
                    <a:pt x="10" y="21"/>
                  </a:lnTo>
                  <a:lnTo>
                    <a:pt x="22" y="11"/>
                  </a:lnTo>
                  <a:lnTo>
                    <a:pt x="37" y="3"/>
                  </a:ln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35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10481947" y="4778592"/>
            <a:ext cx="433398" cy="1058160"/>
            <a:chOff x="6237507" y="1500865"/>
            <a:chExt cx="662861" cy="1618400"/>
          </a:xfrm>
          <a:solidFill>
            <a:srgbClr val="9DC3E6"/>
          </a:solidFill>
        </p:grpSpPr>
        <p:sp>
          <p:nvSpPr>
            <p:cNvPr id="104" name="Freeform 108"/>
            <p:cNvSpPr>
              <a:spLocks/>
            </p:cNvSpPr>
            <p:nvPr/>
          </p:nvSpPr>
          <p:spPr bwMode="auto">
            <a:xfrm>
              <a:off x="6237507" y="1897834"/>
              <a:ext cx="662861" cy="1221431"/>
            </a:xfrm>
            <a:custGeom>
              <a:avLst/>
              <a:gdLst>
                <a:gd name="T0" fmla="*/ 62 w 198"/>
                <a:gd name="T1" fmla="*/ 0 h 360"/>
                <a:gd name="T2" fmla="*/ 80 w 198"/>
                <a:gd name="T3" fmla="*/ 6 h 360"/>
                <a:gd name="T4" fmla="*/ 100 w 198"/>
                <a:gd name="T5" fmla="*/ 9 h 360"/>
                <a:gd name="T6" fmla="*/ 118 w 198"/>
                <a:gd name="T7" fmla="*/ 6 h 360"/>
                <a:gd name="T8" fmla="*/ 136 w 198"/>
                <a:gd name="T9" fmla="*/ 0 h 360"/>
                <a:gd name="T10" fmla="*/ 138 w 198"/>
                <a:gd name="T11" fmla="*/ 1 h 360"/>
                <a:gd name="T12" fmla="*/ 140 w 198"/>
                <a:gd name="T13" fmla="*/ 3 h 360"/>
                <a:gd name="T14" fmla="*/ 191 w 198"/>
                <a:gd name="T15" fmla="*/ 30 h 360"/>
                <a:gd name="T16" fmla="*/ 193 w 198"/>
                <a:gd name="T17" fmla="*/ 31 h 360"/>
                <a:gd name="T18" fmla="*/ 195 w 198"/>
                <a:gd name="T19" fmla="*/ 33 h 360"/>
                <a:gd name="T20" fmla="*/ 198 w 198"/>
                <a:gd name="T21" fmla="*/ 34 h 360"/>
                <a:gd name="T22" fmla="*/ 198 w 198"/>
                <a:gd name="T23" fmla="*/ 34 h 360"/>
                <a:gd name="T24" fmla="*/ 198 w 198"/>
                <a:gd name="T25" fmla="*/ 37 h 360"/>
                <a:gd name="T26" fmla="*/ 198 w 198"/>
                <a:gd name="T27" fmla="*/ 39 h 360"/>
                <a:gd name="T28" fmla="*/ 198 w 198"/>
                <a:gd name="T29" fmla="*/ 42 h 360"/>
                <a:gd name="T30" fmla="*/ 182 w 198"/>
                <a:gd name="T31" fmla="*/ 188 h 360"/>
                <a:gd name="T32" fmla="*/ 182 w 198"/>
                <a:gd name="T33" fmla="*/ 191 h 360"/>
                <a:gd name="T34" fmla="*/ 182 w 198"/>
                <a:gd name="T35" fmla="*/ 194 h 360"/>
                <a:gd name="T36" fmla="*/ 181 w 198"/>
                <a:gd name="T37" fmla="*/ 196 h 360"/>
                <a:gd name="T38" fmla="*/ 181 w 198"/>
                <a:gd name="T39" fmla="*/ 198 h 360"/>
                <a:gd name="T40" fmla="*/ 180 w 198"/>
                <a:gd name="T41" fmla="*/ 198 h 360"/>
                <a:gd name="T42" fmla="*/ 176 w 198"/>
                <a:gd name="T43" fmla="*/ 198 h 360"/>
                <a:gd name="T44" fmla="*/ 173 w 198"/>
                <a:gd name="T45" fmla="*/ 198 h 360"/>
                <a:gd name="T46" fmla="*/ 156 w 198"/>
                <a:gd name="T47" fmla="*/ 198 h 360"/>
                <a:gd name="T48" fmla="*/ 152 w 198"/>
                <a:gd name="T49" fmla="*/ 199 h 360"/>
                <a:gd name="T50" fmla="*/ 149 w 198"/>
                <a:gd name="T51" fmla="*/ 202 h 360"/>
                <a:gd name="T52" fmla="*/ 149 w 198"/>
                <a:gd name="T53" fmla="*/ 204 h 360"/>
                <a:gd name="T54" fmla="*/ 149 w 198"/>
                <a:gd name="T55" fmla="*/ 353 h 360"/>
                <a:gd name="T56" fmla="*/ 148 w 198"/>
                <a:gd name="T57" fmla="*/ 356 h 360"/>
                <a:gd name="T58" fmla="*/ 145 w 198"/>
                <a:gd name="T59" fmla="*/ 359 h 360"/>
                <a:gd name="T60" fmla="*/ 142 w 198"/>
                <a:gd name="T61" fmla="*/ 360 h 360"/>
                <a:gd name="T62" fmla="*/ 56 w 198"/>
                <a:gd name="T63" fmla="*/ 360 h 360"/>
                <a:gd name="T64" fmla="*/ 53 w 198"/>
                <a:gd name="T65" fmla="*/ 359 h 360"/>
                <a:gd name="T66" fmla="*/ 50 w 198"/>
                <a:gd name="T67" fmla="*/ 356 h 360"/>
                <a:gd name="T68" fmla="*/ 49 w 198"/>
                <a:gd name="T69" fmla="*/ 353 h 360"/>
                <a:gd name="T70" fmla="*/ 49 w 198"/>
                <a:gd name="T71" fmla="*/ 204 h 360"/>
                <a:gd name="T72" fmla="*/ 49 w 198"/>
                <a:gd name="T73" fmla="*/ 202 h 360"/>
                <a:gd name="T74" fmla="*/ 46 w 198"/>
                <a:gd name="T75" fmla="*/ 199 h 360"/>
                <a:gd name="T76" fmla="*/ 42 w 198"/>
                <a:gd name="T77" fmla="*/ 198 h 360"/>
                <a:gd name="T78" fmla="*/ 25 w 198"/>
                <a:gd name="T79" fmla="*/ 198 h 360"/>
                <a:gd name="T80" fmla="*/ 22 w 198"/>
                <a:gd name="T81" fmla="*/ 198 h 360"/>
                <a:gd name="T82" fmla="*/ 20 w 198"/>
                <a:gd name="T83" fmla="*/ 198 h 360"/>
                <a:gd name="T84" fmla="*/ 17 w 198"/>
                <a:gd name="T85" fmla="*/ 196 h 360"/>
                <a:gd name="T86" fmla="*/ 17 w 198"/>
                <a:gd name="T87" fmla="*/ 196 h 360"/>
                <a:gd name="T88" fmla="*/ 16 w 198"/>
                <a:gd name="T89" fmla="*/ 195 h 360"/>
                <a:gd name="T90" fmla="*/ 16 w 198"/>
                <a:gd name="T91" fmla="*/ 192 h 360"/>
                <a:gd name="T92" fmla="*/ 16 w 198"/>
                <a:gd name="T93" fmla="*/ 188 h 360"/>
                <a:gd name="T94" fmla="*/ 0 w 198"/>
                <a:gd name="T95" fmla="*/ 42 h 360"/>
                <a:gd name="T96" fmla="*/ 0 w 198"/>
                <a:gd name="T97" fmla="*/ 39 h 360"/>
                <a:gd name="T98" fmla="*/ 0 w 198"/>
                <a:gd name="T99" fmla="*/ 37 h 360"/>
                <a:gd name="T100" fmla="*/ 0 w 198"/>
                <a:gd name="T101" fmla="*/ 35 h 360"/>
                <a:gd name="T102" fmla="*/ 0 w 198"/>
                <a:gd name="T103" fmla="*/ 34 h 360"/>
                <a:gd name="T104" fmla="*/ 1 w 198"/>
                <a:gd name="T105" fmla="*/ 33 h 360"/>
                <a:gd name="T106" fmla="*/ 3 w 198"/>
                <a:gd name="T107" fmla="*/ 31 h 360"/>
                <a:gd name="T108" fmla="*/ 5 w 198"/>
                <a:gd name="T109" fmla="*/ 31 h 360"/>
                <a:gd name="T110" fmla="*/ 7 w 198"/>
                <a:gd name="T111" fmla="*/ 30 h 360"/>
                <a:gd name="T112" fmla="*/ 58 w 198"/>
                <a:gd name="T113" fmla="*/ 3 h 360"/>
                <a:gd name="T114" fmla="*/ 60 w 198"/>
                <a:gd name="T115" fmla="*/ 1 h 360"/>
                <a:gd name="T116" fmla="*/ 62 w 198"/>
                <a:gd name="T117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98" h="360">
                  <a:moveTo>
                    <a:pt x="62" y="0"/>
                  </a:moveTo>
                  <a:lnTo>
                    <a:pt x="80" y="6"/>
                  </a:lnTo>
                  <a:lnTo>
                    <a:pt x="100" y="9"/>
                  </a:lnTo>
                  <a:lnTo>
                    <a:pt x="118" y="6"/>
                  </a:lnTo>
                  <a:lnTo>
                    <a:pt x="136" y="0"/>
                  </a:lnTo>
                  <a:lnTo>
                    <a:pt x="138" y="1"/>
                  </a:lnTo>
                  <a:lnTo>
                    <a:pt x="140" y="3"/>
                  </a:lnTo>
                  <a:lnTo>
                    <a:pt x="191" y="30"/>
                  </a:lnTo>
                  <a:lnTo>
                    <a:pt x="193" y="31"/>
                  </a:lnTo>
                  <a:lnTo>
                    <a:pt x="195" y="33"/>
                  </a:lnTo>
                  <a:lnTo>
                    <a:pt x="198" y="34"/>
                  </a:lnTo>
                  <a:lnTo>
                    <a:pt x="198" y="34"/>
                  </a:lnTo>
                  <a:lnTo>
                    <a:pt x="198" y="37"/>
                  </a:lnTo>
                  <a:lnTo>
                    <a:pt x="198" y="39"/>
                  </a:lnTo>
                  <a:lnTo>
                    <a:pt x="198" y="42"/>
                  </a:lnTo>
                  <a:lnTo>
                    <a:pt x="182" y="188"/>
                  </a:lnTo>
                  <a:lnTo>
                    <a:pt x="182" y="191"/>
                  </a:lnTo>
                  <a:lnTo>
                    <a:pt x="182" y="194"/>
                  </a:lnTo>
                  <a:lnTo>
                    <a:pt x="181" y="196"/>
                  </a:lnTo>
                  <a:lnTo>
                    <a:pt x="181" y="198"/>
                  </a:lnTo>
                  <a:lnTo>
                    <a:pt x="180" y="198"/>
                  </a:lnTo>
                  <a:lnTo>
                    <a:pt x="176" y="198"/>
                  </a:lnTo>
                  <a:lnTo>
                    <a:pt x="173" y="198"/>
                  </a:lnTo>
                  <a:lnTo>
                    <a:pt x="156" y="198"/>
                  </a:lnTo>
                  <a:lnTo>
                    <a:pt x="152" y="199"/>
                  </a:lnTo>
                  <a:lnTo>
                    <a:pt x="149" y="202"/>
                  </a:lnTo>
                  <a:lnTo>
                    <a:pt x="149" y="204"/>
                  </a:lnTo>
                  <a:lnTo>
                    <a:pt x="149" y="353"/>
                  </a:lnTo>
                  <a:lnTo>
                    <a:pt x="148" y="356"/>
                  </a:lnTo>
                  <a:lnTo>
                    <a:pt x="145" y="359"/>
                  </a:lnTo>
                  <a:lnTo>
                    <a:pt x="142" y="360"/>
                  </a:lnTo>
                  <a:lnTo>
                    <a:pt x="56" y="360"/>
                  </a:lnTo>
                  <a:lnTo>
                    <a:pt x="53" y="359"/>
                  </a:lnTo>
                  <a:lnTo>
                    <a:pt x="50" y="356"/>
                  </a:lnTo>
                  <a:lnTo>
                    <a:pt x="49" y="353"/>
                  </a:lnTo>
                  <a:lnTo>
                    <a:pt x="49" y="204"/>
                  </a:lnTo>
                  <a:lnTo>
                    <a:pt x="49" y="202"/>
                  </a:lnTo>
                  <a:lnTo>
                    <a:pt x="46" y="199"/>
                  </a:lnTo>
                  <a:lnTo>
                    <a:pt x="42" y="198"/>
                  </a:lnTo>
                  <a:lnTo>
                    <a:pt x="25" y="198"/>
                  </a:lnTo>
                  <a:lnTo>
                    <a:pt x="22" y="198"/>
                  </a:lnTo>
                  <a:lnTo>
                    <a:pt x="20" y="198"/>
                  </a:lnTo>
                  <a:lnTo>
                    <a:pt x="17" y="196"/>
                  </a:lnTo>
                  <a:lnTo>
                    <a:pt x="17" y="196"/>
                  </a:lnTo>
                  <a:lnTo>
                    <a:pt x="16" y="195"/>
                  </a:lnTo>
                  <a:lnTo>
                    <a:pt x="16" y="192"/>
                  </a:lnTo>
                  <a:lnTo>
                    <a:pt x="16" y="188"/>
                  </a:lnTo>
                  <a:lnTo>
                    <a:pt x="0" y="42"/>
                  </a:lnTo>
                  <a:lnTo>
                    <a:pt x="0" y="39"/>
                  </a:lnTo>
                  <a:lnTo>
                    <a:pt x="0" y="37"/>
                  </a:lnTo>
                  <a:lnTo>
                    <a:pt x="0" y="35"/>
                  </a:lnTo>
                  <a:lnTo>
                    <a:pt x="0" y="34"/>
                  </a:lnTo>
                  <a:lnTo>
                    <a:pt x="1" y="33"/>
                  </a:lnTo>
                  <a:lnTo>
                    <a:pt x="3" y="31"/>
                  </a:lnTo>
                  <a:lnTo>
                    <a:pt x="5" y="31"/>
                  </a:lnTo>
                  <a:lnTo>
                    <a:pt x="7" y="30"/>
                  </a:lnTo>
                  <a:lnTo>
                    <a:pt x="58" y="3"/>
                  </a:lnTo>
                  <a:lnTo>
                    <a:pt x="60" y="1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35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7" name="Freeform 109"/>
            <p:cNvSpPr>
              <a:spLocks/>
            </p:cNvSpPr>
            <p:nvPr/>
          </p:nvSpPr>
          <p:spPr bwMode="auto">
            <a:xfrm>
              <a:off x="6391503" y="1500865"/>
              <a:ext cx="354864" cy="356254"/>
            </a:xfrm>
            <a:custGeom>
              <a:avLst/>
              <a:gdLst>
                <a:gd name="T0" fmla="*/ 54 w 106"/>
                <a:gd name="T1" fmla="*/ 0 h 105"/>
                <a:gd name="T2" fmla="*/ 69 w 106"/>
                <a:gd name="T3" fmla="*/ 3 h 105"/>
                <a:gd name="T4" fmla="*/ 84 w 106"/>
                <a:gd name="T5" fmla="*/ 11 h 105"/>
                <a:gd name="T6" fmla="*/ 96 w 106"/>
                <a:gd name="T7" fmla="*/ 21 h 105"/>
                <a:gd name="T8" fmla="*/ 102 w 106"/>
                <a:gd name="T9" fmla="*/ 36 h 105"/>
                <a:gd name="T10" fmla="*/ 106 w 106"/>
                <a:gd name="T11" fmla="*/ 53 h 105"/>
                <a:gd name="T12" fmla="*/ 102 w 106"/>
                <a:gd name="T13" fmla="*/ 68 h 105"/>
                <a:gd name="T14" fmla="*/ 96 w 106"/>
                <a:gd name="T15" fmla="*/ 83 h 105"/>
                <a:gd name="T16" fmla="*/ 84 w 106"/>
                <a:gd name="T17" fmla="*/ 95 h 105"/>
                <a:gd name="T18" fmla="*/ 69 w 106"/>
                <a:gd name="T19" fmla="*/ 103 h 105"/>
                <a:gd name="T20" fmla="*/ 54 w 106"/>
                <a:gd name="T21" fmla="*/ 105 h 105"/>
                <a:gd name="T22" fmla="*/ 37 w 106"/>
                <a:gd name="T23" fmla="*/ 103 h 105"/>
                <a:gd name="T24" fmla="*/ 22 w 106"/>
                <a:gd name="T25" fmla="*/ 95 h 105"/>
                <a:gd name="T26" fmla="*/ 10 w 106"/>
                <a:gd name="T27" fmla="*/ 83 h 105"/>
                <a:gd name="T28" fmla="*/ 4 w 106"/>
                <a:gd name="T29" fmla="*/ 68 h 105"/>
                <a:gd name="T30" fmla="*/ 0 w 106"/>
                <a:gd name="T31" fmla="*/ 53 h 105"/>
                <a:gd name="T32" fmla="*/ 4 w 106"/>
                <a:gd name="T33" fmla="*/ 36 h 105"/>
                <a:gd name="T34" fmla="*/ 10 w 106"/>
                <a:gd name="T35" fmla="*/ 21 h 105"/>
                <a:gd name="T36" fmla="*/ 22 w 106"/>
                <a:gd name="T37" fmla="*/ 11 h 105"/>
                <a:gd name="T38" fmla="*/ 37 w 106"/>
                <a:gd name="T39" fmla="*/ 3 h 105"/>
                <a:gd name="T40" fmla="*/ 54 w 106"/>
                <a:gd name="T41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6" h="105">
                  <a:moveTo>
                    <a:pt x="54" y="0"/>
                  </a:moveTo>
                  <a:lnTo>
                    <a:pt x="69" y="3"/>
                  </a:lnTo>
                  <a:lnTo>
                    <a:pt x="84" y="11"/>
                  </a:lnTo>
                  <a:lnTo>
                    <a:pt x="96" y="21"/>
                  </a:lnTo>
                  <a:lnTo>
                    <a:pt x="102" y="36"/>
                  </a:lnTo>
                  <a:lnTo>
                    <a:pt x="106" y="53"/>
                  </a:lnTo>
                  <a:lnTo>
                    <a:pt x="102" y="68"/>
                  </a:lnTo>
                  <a:lnTo>
                    <a:pt x="96" y="83"/>
                  </a:lnTo>
                  <a:lnTo>
                    <a:pt x="84" y="95"/>
                  </a:lnTo>
                  <a:lnTo>
                    <a:pt x="69" y="103"/>
                  </a:lnTo>
                  <a:lnTo>
                    <a:pt x="54" y="105"/>
                  </a:lnTo>
                  <a:lnTo>
                    <a:pt x="37" y="103"/>
                  </a:lnTo>
                  <a:lnTo>
                    <a:pt x="22" y="95"/>
                  </a:lnTo>
                  <a:lnTo>
                    <a:pt x="10" y="83"/>
                  </a:lnTo>
                  <a:lnTo>
                    <a:pt x="4" y="68"/>
                  </a:lnTo>
                  <a:lnTo>
                    <a:pt x="0" y="53"/>
                  </a:lnTo>
                  <a:lnTo>
                    <a:pt x="4" y="36"/>
                  </a:lnTo>
                  <a:lnTo>
                    <a:pt x="10" y="21"/>
                  </a:lnTo>
                  <a:lnTo>
                    <a:pt x="22" y="11"/>
                  </a:lnTo>
                  <a:lnTo>
                    <a:pt x="37" y="3"/>
                  </a:ln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35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17" name="TextBox 116"/>
          <p:cNvSpPr txBox="1"/>
          <p:nvPr/>
        </p:nvSpPr>
        <p:spPr>
          <a:xfrm>
            <a:off x="193687" y="1031820"/>
            <a:ext cx="4033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■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동남아 지역 상품을 선호하는 가격은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6096274" y="1034431"/>
            <a:ext cx="2987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■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자사 지역별 고객 </a:t>
            </a:r>
            <a:r>
              <a:rPr lang="ko-KR" altLang="en-US" sz="1600" b="1" dirty="0" err="1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재구매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패턴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="" xmlns:a16="http://schemas.microsoft.com/office/drawing/2014/main" id="{923E0F4A-2B31-49EB-9820-2A1515161A38}"/>
              </a:ext>
            </a:extLst>
          </p:cNvPr>
          <p:cNvSpPr txBox="1"/>
          <p:nvPr/>
        </p:nvSpPr>
        <p:spPr>
          <a:xfrm>
            <a:off x="204003" y="2526104"/>
            <a:ext cx="1371313" cy="338554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원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40820" y="3623735"/>
            <a:ext cx="4268525" cy="1685292"/>
            <a:chOff x="460800" y="1601720"/>
            <a:chExt cx="4268525" cy="1685292"/>
          </a:xfrm>
        </p:grpSpPr>
        <p:sp>
          <p:nvSpPr>
            <p:cNvPr id="93" name="TextBox 92">
              <a:extLst>
                <a:ext uri="{FF2B5EF4-FFF2-40B4-BE49-F238E27FC236}">
                  <a16:creationId xmlns="" xmlns:a16="http://schemas.microsoft.com/office/drawing/2014/main" id="{6FA9CF17-90CA-4F95-A929-6CD3ECF3007F}"/>
                </a:ext>
              </a:extLst>
            </p:cNvPr>
            <p:cNvSpPr txBox="1"/>
            <p:nvPr/>
          </p:nvSpPr>
          <p:spPr>
            <a:xfrm>
              <a:off x="470574" y="2246566"/>
              <a:ext cx="1371313" cy="276999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12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40</a:t>
              </a:r>
              <a:r>
                <a:rPr lang="ko-KR" altLang="en-US" sz="12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만원 미만</a:t>
              </a:r>
              <a:endParaRPr 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94" name="Group 3">
              <a:extLst>
                <a:ext uri="{FF2B5EF4-FFF2-40B4-BE49-F238E27FC236}">
                  <a16:creationId xmlns="" xmlns:a16="http://schemas.microsoft.com/office/drawing/2014/main" id="{41111D86-DC9B-424C-8288-5F7C07398E0D}"/>
                </a:ext>
              </a:extLst>
            </p:cNvPr>
            <p:cNvGrpSpPr/>
            <p:nvPr/>
          </p:nvGrpSpPr>
          <p:grpSpPr>
            <a:xfrm rot="5400000">
              <a:off x="3085684" y="946269"/>
              <a:ext cx="399844" cy="2887438"/>
              <a:chOff x="2523465" y="2496755"/>
              <a:chExt cx="720001" cy="3600000"/>
            </a:xfrm>
          </p:grpSpPr>
          <p:sp>
            <p:nvSpPr>
              <p:cNvPr id="95" name="Rounded Rectangle 1">
                <a:extLst>
                  <a:ext uri="{FF2B5EF4-FFF2-40B4-BE49-F238E27FC236}">
                    <a16:creationId xmlns="" xmlns:a16="http://schemas.microsoft.com/office/drawing/2014/main" id="{7EED400A-54EE-43DA-ADF4-3B7D8A019B09}"/>
                  </a:ext>
                </a:extLst>
              </p:cNvPr>
              <p:cNvSpPr/>
              <p:nvPr/>
            </p:nvSpPr>
            <p:spPr>
              <a:xfrm>
                <a:off x="2523465" y="2496755"/>
                <a:ext cx="720000" cy="3600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6" name="Rounded Rectangle 1">
                <a:extLst>
                  <a:ext uri="{FF2B5EF4-FFF2-40B4-BE49-F238E27FC236}">
                    <a16:creationId xmlns="" xmlns:a16="http://schemas.microsoft.com/office/drawing/2014/main" id="{819BABA6-3C2F-40ED-8A9D-B54323156464}"/>
                  </a:ext>
                </a:extLst>
              </p:cNvPr>
              <p:cNvSpPr/>
              <p:nvPr/>
            </p:nvSpPr>
            <p:spPr>
              <a:xfrm>
                <a:off x="2865465" y="249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7" name="Rounded Rectangle 1">
                <a:extLst>
                  <a:ext uri="{FF2B5EF4-FFF2-40B4-BE49-F238E27FC236}">
                    <a16:creationId xmlns="" xmlns:a16="http://schemas.microsoft.com/office/drawing/2014/main" id="{ECF92793-A216-4245-8543-F3F0770577AD}"/>
                  </a:ext>
                </a:extLst>
              </p:cNvPr>
              <p:cNvSpPr/>
              <p:nvPr/>
            </p:nvSpPr>
            <p:spPr>
              <a:xfrm>
                <a:off x="2865465" y="285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8" name="Rounded Rectangle 1">
                <a:extLst>
                  <a:ext uri="{FF2B5EF4-FFF2-40B4-BE49-F238E27FC236}">
                    <a16:creationId xmlns="" xmlns:a16="http://schemas.microsoft.com/office/drawing/2014/main" id="{C7F95F9F-1A3B-4FA1-B2DF-5B17B5F2877C}"/>
                  </a:ext>
                </a:extLst>
              </p:cNvPr>
              <p:cNvSpPr/>
              <p:nvPr/>
            </p:nvSpPr>
            <p:spPr>
              <a:xfrm>
                <a:off x="2865465" y="321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99" name="Rounded Rectangle 1">
                <a:extLst>
                  <a:ext uri="{FF2B5EF4-FFF2-40B4-BE49-F238E27FC236}">
                    <a16:creationId xmlns="" xmlns:a16="http://schemas.microsoft.com/office/drawing/2014/main" id="{E90CF215-0B6C-42C0-B712-5D072FC85251}"/>
                  </a:ext>
                </a:extLst>
              </p:cNvPr>
              <p:cNvSpPr/>
              <p:nvPr/>
            </p:nvSpPr>
            <p:spPr>
              <a:xfrm>
                <a:off x="2865465" y="357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0" name="Rounded Rectangle 1">
                <a:extLst>
                  <a:ext uri="{FF2B5EF4-FFF2-40B4-BE49-F238E27FC236}">
                    <a16:creationId xmlns="" xmlns:a16="http://schemas.microsoft.com/office/drawing/2014/main" id="{8ED17254-865F-48E6-A165-16BD0DF32755}"/>
                  </a:ext>
                </a:extLst>
              </p:cNvPr>
              <p:cNvSpPr/>
              <p:nvPr/>
            </p:nvSpPr>
            <p:spPr>
              <a:xfrm>
                <a:off x="2865465" y="393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1" name="Rounded Rectangle 1">
                <a:extLst>
                  <a:ext uri="{FF2B5EF4-FFF2-40B4-BE49-F238E27FC236}">
                    <a16:creationId xmlns="" xmlns:a16="http://schemas.microsoft.com/office/drawing/2014/main" id="{BE221C1E-3CC6-42F5-9AFC-62EEFB29B680}"/>
                  </a:ext>
                </a:extLst>
              </p:cNvPr>
              <p:cNvSpPr/>
              <p:nvPr/>
            </p:nvSpPr>
            <p:spPr>
              <a:xfrm>
                <a:off x="2865465" y="429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2" name="Rounded Rectangle 1">
                <a:extLst>
                  <a:ext uri="{FF2B5EF4-FFF2-40B4-BE49-F238E27FC236}">
                    <a16:creationId xmlns="" xmlns:a16="http://schemas.microsoft.com/office/drawing/2014/main" id="{7B1BC33C-4B5C-4493-9156-D94BBECE233A}"/>
                  </a:ext>
                </a:extLst>
              </p:cNvPr>
              <p:cNvSpPr/>
              <p:nvPr/>
            </p:nvSpPr>
            <p:spPr>
              <a:xfrm>
                <a:off x="2865465" y="465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3" name="Rounded Rectangle 1">
                <a:extLst>
                  <a:ext uri="{FF2B5EF4-FFF2-40B4-BE49-F238E27FC236}">
                    <a16:creationId xmlns="" xmlns:a16="http://schemas.microsoft.com/office/drawing/2014/main" id="{FD430305-1D34-4FC1-8C1C-7A7A249FB691}"/>
                  </a:ext>
                </a:extLst>
              </p:cNvPr>
              <p:cNvSpPr/>
              <p:nvPr/>
            </p:nvSpPr>
            <p:spPr>
              <a:xfrm>
                <a:off x="2865465" y="501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5" name="Rounded Rectangle 1">
                <a:extLst>
                  <a:ext uri="{FF2B5EF4-FFF2-40B4-BE49-F238E27FC236}">
                    <a16:creationId xmlns="" xmlns:a16="http://schemas.microsoft.com/office/drawing/2014/main" id="{AB86B115-45B2-4FA7-8F8B-23E6852074CA}"/>
                  </a:ext>
                </a:extLst>
              </p:cNvPr>
              <p:cNvSpPr/>
              <p:nvPr/>
            </p:nvSpPr>
            <p:spPr>
              <a:xfrm>
                <a:off x="2865465" y="537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06" name="Rounded Rectangle 1">
                <a:extLst>
                  <a:ext uri="{FF2B5EF4-FFF2-40B4-BE49-F238E27FC236}">
                    <a16:creationId xmlns="" xmlns:a16="http://schemas.microsoft.com/office/drawing/2014/main" id="{F112CE2E-0C3D-407E-98BD-9DEC5D68BD7F}"/>
                  </a:ext>
                </a:extLst>
              </p:cNvPr>
              <p:cNvSpPr/>
              <p:nvPr/>
            </p:nvSpPr>
            <p:spPr>
              <a:xfrm>
                <a:off x="2865465" y="573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13" name="Rounded Rectangle 1">
                <a:extLst>
                  <a:ext uri="{FF2B5EF4-FFF2-40B4-BE49-F238E27FC236}">
                    <a16:creationId xmlns="" xmlns:a16="http://schemas.microsoft.com/office/drawing/2014/main" id="{963E4839-F8BB-456B-BA21-50857E5E14D9}"/>
                  </a:ext>
                </a:extLst>
              </p:cNvPr>
              <p:cNvSpPr/>
              <p:nvPr/>
            </p:nvSpPr>
            <p:spPr>
              <a:xfrm rot="10800000">
                <a:off x="2523466" y="4534574"/>
                <a:ext cx="720000" cy="1562179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lIns="0" tIns="0" rIns="0" bIns="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37.4%</a:t>
                </a:r>
                <a:endParaRPr lang="en-US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14" name="TextBox 113">
              <a:extLst>
                <a:ext uri="{FF2B5EF4-FFF2-40B4-BE49-F238E27FC236}">
                  <a16:creationId xmlns="" xmlns:a16="http://schemas.microsoft.com/office/drawing/2014/main" id="{6FA9CF17-90CA-4F95-A929-6CD3ECF3007F}"/>
                </a:ext>
              </a:extLst>
            </p:cNvPr>
            <p:cNvSpPr txBox="1"/>
            <p:nvPr/>
          </p:nvSpPr>
          <p:spPr>
            <a:xfrm>
              <a:off x="460800" y="2962699"/>
              <a:ext cx="1371313" cy="276999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altLang="ko-KR" sz="12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100</a:t>
              </a:r>
              <a:r>
                <a:rPr lang="ko-KR" altLang="en-US" sz="12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만원 이상</a:t>
              </a:r>
              <a:endParaRPr 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115" name="Group 17">
              <a:extLst>
                <a:ext uri="{FF2B5EF4-FFF2-40B4-BE49-F238E27FC236}">
                  <a16:creationId xmlns="" xmlns:a16="http://schemas.microsoft.com/office/drawing/2014/main" id="{563D71F4-3387-4745-9C14-2018125084EB}"/>
                </a:ext>
              </a:extLst>
            </p:cNvPr>
            <p:cNvGrpSpPr/>
            <p:nvPr/>
          </p:nvGrpSpPr>
          <p:grpSpPr>
            <a:xfrm rot="5400000">
              <a:off x="3077866" y="1653066"/>
              <a:ext cx="380454" cy="2887438"/>
              <a:chOff x="2523465" y="2496755"/>
              <a:chExt cx="720000" cy="3600000"/>
            </a:xfrm>
          </p:grpSpPr>
          <p:sp>
            <p:nvSpPr>
              <p:cNvPr id="119" name="Rounded Rectangle 1">
                <a:extLst>
                  <a:ext uri="{FF2B5EF4-FFF2-40B4-BE49-F238E27FC236}">
                    <a16:creationId xmlns="" xmlns:a16="http://schemas.microsoft.com/office/drawing/2014/main" id="{206CB8E8-D90D-4D14-885B-0FD57D604F2D}"/>
                  </a:ext>
                </a:extLst>
              </p:cNvPr>
              <p:cNvSpPr/>
              <p:nvPr/>
            </p:nvSpPr>
            <p:spPr>
              <a:xfrm>
                <a:off x="2523465" y="2496755"/>
                <a:ext cx="720000" cy="36000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29" name="Rounded Rectangle 1">
                <a:extLst>
                  <a:ext uri="{FF2B5EF4-FFF2-40B4-BE49-F238E27FC236}">
                    <a16:creationId xmlns="" xmlns:a16="http://schemas.microsoft.com/office/drawing/2014/main" id="{22BBACEE-EBB9-4394-876F-3E4DA609DF99}"/>
                  </a:ext>
                </a:extLst>
              </p:cNvPr>
              <p:cNvSpPr/>
              <p:nvPr/>
            </p:nvSpPr>
            <p:spPr>
              <a:xfrm>
                <a:off x="2865465" y="249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0" name="Rounded Rectangle 1">
                <a:extLst>
                  <a:ext uri="{FF2B5EF4-FFF2-40B4-BE49-F238E27FC236}">
                    <a16:creationId xmlns="" xmlns:a16="http://schemas.microsoft.com/office/drawing/2014/main" id="{BC2FECED-DAF2-4C75-958A-128F59687AD1}"/>
                  </a:ext>
                </a:extLst>
              </p:cNvPr>
              <p:cNvSpPr/>
              <p:nvPr/>
            </p:nvSpPr>
            <p:spPr>
              <a:xfrm>
                <a:off x="2865465" y="285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1" name="Rounded Rectangle 1">
                <a:extLst>
                  <a:ext uri="{FF2B5EF4-FFF2-40B4-BE49-F238E27FC236}">
                    <a16:creationId xmlns="" xmlns:a16="http://schemas.microsoft.com/office/drawing/2014/main" id="{0C706B45-47F3-49DD-834D-CBBADB649395}"/>
                  </a:ext>
                </a:extLst>
              </p:cNvPr>
              <p:cNvSpPr/>
              <p:nvPr/>
            </p:nvSpPr>
            <p:spPr>
              <a:xfrm>
                <a:off x="2865465" y="321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2" name="Rounded Rectangle 1">
                <a:extLst>
                  <a:ext uri="{FF2B5EF4-FFF2-40B4-BE49-F238E27FC236}">
                    <a16:creationId xmlns="" xmlns:a16="http://schemas.microsoft.com/office/drawing/2014/main" id="{B420C874-5C45-463F-BC76-183D96167887}"/>
                  </a:ext>
                </a:extLst>
              </p:cNvPr>
              <p:cNvSpPr/>
              <p:nvPr/>
            </p:nvSpPr>
            <p:spPr>
              <a:xfrm>
                <a:off x="2865465" y="357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6" name="Rounded Rectangle 1">
                <a:extLst>
                  <a:ext uri="{FF2B5EF4-FFF2-40B4-BE49-F238E27FC236}">
                    <a16:creationId xmlns="" xmlns:a16="http://schemas.microsoft.com/office/drawing/2014/main" id="{6B73C48A-A809-44ED-9E70-36B8FAA81952}"/>
                  </a:ext>
                </a:extLst>
              </p:cNvPr>
              <p:cNvSpPr/>
              <p:nvPr/>
            </p:nvSpPr>
            <p:spPr>
              <a:xfrm>
                <a:off x="2865465" y="393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7" name="Rounded Rectangle 1">
                <a:extLst>
                  <a:ext uri="{FF2B5EF4-FFF2-40B4-BE49-F238E27FC236}">
                    <a16:creationId xmlns="" xmlns:a16="http://schemas.microsoft.com/office/drawing/2014/main" id="{243FE51A-7036-41AA-9D62-EB848105D8E0}"/>
                  </a:ext>
                </a:extLst>
              </p:cNvPr>
              <p:cNvSpPr/>
              <p:nvPr/>
            </p:nvSpPr>
            <p:spPr>
              <a:xfrm>
                <a:off x="2865465" y="429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8" name="Rounded Rectangle 1">
                <a:extLst>
                  <a:ext uri="{FF2B5EF4-FFF2-40B4-BE49-F238E27FC236}">
                    <a16:creationId xmlns="" xmlns:a16="http://schemas.microsoft.com/office/drawing/2014/main" id="{CF6D1466-CD26-483A-8275-C5643A1482DA}"/>
                  </a:ext>
                </a:extLst>
              </p:cNvPr>
              <p:cNvSpPr/>
              <p:nvPr/>
            </p:nvSpPr>
            <p:spPr>
              <a:xfrm>
                <a:off x="2865465" y="465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39" name="Rounded Rectangle 1">
                <a:extLst>
                  <a:ext uri="{FF2B5EF4-FFF2-40B4-BE49-F238E27FC236}">
                    <a16:creationId xmlns="" xmlns:a16="http://schemas.microsoft.com/office/drawing/2014/main" id="{DD494763-92FE-4582-B534-7A9B7997A44D}"/>
                  </a:ext>
                </a:extLst>
              </p:cNvPr>
              <p:cNvSpPr/>
              <p:nvPr/>
            </p:nvSpPr>
            <p:spPr>
              <a:xfrm>
                <a:off x="2865465" y="501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6" name="Rounded Rectangle 1">
                <a:extLst>
                  <a:ext uri="{FF2B5EF4-FFF2-40B4-BE49-F238E27FC236}">
                    <a16:creationId xmlns="" xmlns:a16="http://schemas.microsoft.com/office/drawing/2014/main" id="{F6609920-3169-48C2-9A46-0F0132FDA7EB}"/>
                  </a:ext>
                </a:extLst>
              </p:cNvPr>
              <p:cNvSpPr/>
              <p:nvPr/>
            </p:nvSpPr>
            <p:spPr>
              <a:xfrm>
                <a:off x="2865465" y="537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8" name="Rounded Rectangle 1">
                <a:extLst>
                  <a:ext uri="{FF2B5EF4-FFF2-40B4-BE49-F238E27FC236}">
                    <a16:creationId xmlns="" xmlns:a16="http://schemas.microsoft.com/office/drawing/2014/main" id="{6CAFCA3C-20DF-41E6-944E-4372CB09800D}"/>
                  </a:ext>
                </a:extLst>
              </p:cNvPr>
              <p:cNvSpPr/>
              <p:nvPr/>
            </p:nvSpPr>
            <p:spPr>
              <a:xfrm>
                <a:off x="2865465" y="5736755"/>
                <a:ext cx="36000" cy="36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9" name="Rounded Rectangle 1">
                <a:extLst>
                  <a:ext uri="{FF2B5EF4-FFF2-40B4-BE49-F238E27FC236}">
                    <a16:creationId xmlns="" xmlns:a16="http://schemas.microsoft.com/office/drawing/2014/main" id="{CEFB541D-46CA-4606-9DBF-B6453C8FCF31}"/>
                  </a:ext>
                </a:extLst>
              </p:cNvPr>
              <p:cNvSpPr/>
              <p:nvPr/>
            </p:nvSpPr>
            <p:spPr>
              <a:xfrm rot="10800000">
                <a:off x="2523465" y="4059204"/>
                <a:ext cx="720000" cy="2037549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lIns="0" tIns="0" rIns="0" bIns="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50%</a:t>
                </a:r>
              </a:p>
            </p:txBody>
          </p:sp>
        </p:grpSp>
        <p:sp>
          <p:nvSpPr>
            <p:cNvPr id="150" name="모서리가 둥근 직사각형 149"/>
            <p:cNvSpPr/>
            <p:nvPr/>
          </p:nvSpPr>
          <p:spPr bwMode="auto">
            <a:xfrm>
              <a:off x="528558" y="1601720"/>
              <a:ext cx="1614567" cy="31901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600" b="1" dirty="0" err="1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상품가별</a:t>
              </a:r>
              <a:r>
                <a:rPr lang="ko-KR" altLang="en-US" sz="16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1600" b="1" dirty="0" err="1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취소율</a:t>
              </a:r>
              <a:endParaRPr lang="en-US" altLang="ko-KR" sz="16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582384" y="1669883"/>
            <a:ext cx="4899613" cy="1696585"/>
            <a:chOff x="542046" y="3797010"/>
            <a:chExt cx="4899613" cy="1696585"/>
          </a:xfrm>
        </p:grpSpPr>
        <p:sp>
          <p:nvSpPr>
            <p:cNvPr id="121" name="Rounded Rectangle 1">
              <a:extLst>
                <a:ext uri="{FF2B5EF4-FFF2-40B4-BE49-F238E27FC236}">
                  <a16:creationId xmlns="" xmlns:a16="http://schemas.microsoft.com/office/drawing/2014/main" id="{391A53D7-16B3-4ECD-92D3-0E16E5732D62}"/>
                </a:ext>
              </a:extLst>
            </p:cNvPr>
            <p:cNvSpPr/>
            <p:nvPr/>
          </p:nvSpPr>
          <p:spPr>
            <a:xfrm rot="5400000">
              <a:off x="2529575" y="3237417"/>
              <a:ext cx="298848" cy="3223041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grpSp>
          <p:nvGrpSpPr>
            <p:cNvPr id="122" name="Group 15">
              <a:extLst>
                <a:ext uri="{FF2B5EF4-FFF2-40B4-BE49-F238E27FC236}">
                  <a16:creationId xmlns="" xmlns:a16="http://schemas.microsoft.com/office/drawing/2014/main" id="{2AEE7E41-98C1-40E8-AB56-3649360E2B58}"/>
                </a:ext>
              </a:extLst>
            </p:cNvPr>
            <p:cNvGrpSpPr/>
            <p:nvPr/>
          </p:nvGrpSpPr>
          <p:grpSpPr>
            <a:xfrm>
              <a:off x="2526131" y="4414172"/>
              <a:ext cx="974432" cy="869530"/>
              <a:chOff x="2116208" y="5034905"/>
              <a:chExt cx="896399" cy="869530"/>
            </a:xfrm>
          </p:grpSpPr>
          <p:sp>
            <p:nvSpPr>
              <p:cNvPr id="123" name="Rounded Rectangle 1">
                <a:extLst>
                  <a:ext uri="{FF2B5EF4-FFF2-40B4-BE49-F238E27FC236}">
                    <a16:creationId xmlns="" xmlns:a16="http://schemas.microsoft.com/office/drawing/2014/main" id="{972C941B-05A5-4B5B-9EE8-7A5CFD63A6A8}"/>
                  </a:ext>
                </a:extLst>
              </p:cNvPr>
              <p:cNvSpPr/>
              <p:nvPr/>
            </p:nvSpPr>
            <p:spPr>
              <a:xfrm rot="10800000">
                <a:off x="2177653" y="5034905"/>
                <a:ext cx="799898" cy="86953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0" tIns="0" rIns="0" bIns="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24" name="Rectangle 17">
                <a:extLst>
                  <a:ext uri="{FF2B5EF4-FFF2-40B4-BE49-F238E27FC236}">
                    <a16:creationId xmlns="" xmlns:a16="http://schemas.microsoft.com/office/drawing/2014/main" id="{C258E6C8-61C2-4CD4-A58C-775B7C281589}"/>
                  </a:ext>
                </a:extLst>
              </p:cNvPr>
              <p:cNvSpPr/>
              <p:nvPr/>
            </p:nvSpPr>
            <p:spPr>
              <a:xfrm>
                <a:off x="2116208" y="5285004"/>
                <a:ext cx="8963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b="1" dirty="0" smtClean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65</a:t>
                </a:r>
                <a:r>
                  <a:rPr lang="ko-KR" altLang="en-US" b="1" dirty="0" smtClean="0">
                    <a:solidFill>
                      <a:schemeClr val="bg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만원</a:t>
                </a:r>
                <a:endParaRPr lang="en-US" altLang="ko-KR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sp>
          <p:nvSpPr>
            <p:cNvPr id="126" name="TextBox 125">
              <a:extLst>
                <a:ext uri="{FF2B5EF4-FFF2-40B4-BE49-F238E27FC236}">
                  <a16:creationId xmlns="" xmlns:a16="http://schemas.microsoft.com/office/drawing/2014/main" id="{923E0F4A-2B31-49EB-9820-2A1515161A38}"/>
                </a:ext>
              </a:extLst>
            </p:cNvPr>
            <p:cNvSpPr txBox="1"/>
            <p:nvPr/>
          </p:nvSpPr>
          <p:spPr>
            <a:xfrm>
              <a:off x="4070346" y="4659112"/>
              <a:ext cx="1371313" cy="338554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altLang="ko-KR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100</a:t>
              </a:r>
              <a:r>
                <a:rPr lang="ko-KR" altLang="en-US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만원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2558056" y="5217750"/>
              <a:ext cx="2456584" cy="27584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800" b="1" dirty="0" smtClean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800" b="1" dirty="0" smtClean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출처 </a:t>
              </a:r>
              <a:r>
                <a:rPr lang="en-US" altLang="ko-KR" sz="800" b="1" dirty="0" smtClean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– </a:t>
              </a:r>
              <a:r>
                <a:rPr lang="ko-KR" altLang="en-US" sz="800" b="1" dirty="0" smtClean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사내</a:t>
              </a:r>
              <a:r>
                <a:rPr lang="en-US" altLang="ko-KR" sz="800" b="1" dirty="0" smtClean="0">
                  <a:solidFill>
                    <a:schemeClr val="bg1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D.B)</a:t>
              </a:r>
            </a:p>
          </p:txBody>
        </p:sp>
        <p:sp>
          <p:nvSpPr>
            <p:cNvPr id="151" name="모서리가 둥근 직사각형 150"/>
            <p:cNvSpPr/>
            <p:nvPr/>
          </p:nvSpPr>
          <p:spPr bwMode="auto">
            <a:xfrm>
              <a:off x="542046" y="3797010"/>
              <a:ext cx="1614567" cy="31901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600" b="1" dirty="0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평균 </a:t>
              </a:r>
              <a:r>
                <a:rPr lang="ko-KR" altLang="en-US" sz="1600" b="1" dirty="0" err="1" smtClean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상품가</a:t>
              </a:r>
              <a:endParaRPr lang="en-US" altLang="ko-KR" sz="16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52" name="직사각형 151"/>
          <p:cNvSpPr/>
          <p:nvPr/>
        </p:nvSpPr>
        <p:spPr>
          <a:xfrm>
            <a:off x="651753" y="5853602"/>
            <a:ext cx="5046253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최저가 패키지 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과도한 선택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•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옵션 관광 및 낙후한 숙박시설</a:t>
            </a:r>
            <a:endParaRPr lang="en-US" altLang="ko-KR" sz="14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고가 패키지 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선호도가 낮음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저렴한 여행경비 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= 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동남아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53" name="직사각형 152"/>
          <p:cNvSpPr/>
          <p:nvPr/>
        </p:nvSpPr>
        <p:spPr>
          <a:xfrm>
            <a:off x="2621461" y="5413154"/>
            <a:ext cx="2456584" cy="2758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출처 </a:t>
            </a: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사내</a:t>
            </a: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D.B)</a:t>
            </a:r>
          </a:p>
        </p:txBody>
      </p:sp>
      <p:sp>
        <p:nvSpPr>
          <p:cNvPr id="156" name="직사각형 155"/>
          <p:cNvSpPr/>
          <p:nvPr/>
        </p:nvSpPr>
        <p:spPr>
          <a:xfrm>
            <a:off x="8934429" y="4770704"/>
            <a:ext cx="1038763" cy="5773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49</a:t>
            </a:r>
            <a:r>
              <a:rPr lang="en-US" altLang="ko-KR" sz="1400" b="1" dirty="0" smtClean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%</a:t>
            </a:r>
            <a:endParaRPr lang="ko-KR" altLang="en-US" sz="1400" b="1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7" name="모서리가 둥근 직사각형 156"/>
          <p:cNvSpPr/>
          <p:nvPr/>
        </p:nvSpPr>
        <p:spPr bwMode="auto">
          <a:xfrm>
            <a:off x="7062946" y="4041083"/>
            <a:ext cx="1118508" cy="30467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 err="1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괌사이판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8" name="오른쪽 화살표 157"/>
          <p:cNvSpPr/>
          <p:nvPr/>
        </p:nvSpPr>
        <p:spPr>
          <a:xfrm>
            <a:off x="8354957" y="4798693"/>
            <a:ext cx="435940" cy="372216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9" name="모서리가 둥근 직사각형 158"/>
          <p:cNvSpPr/>
          <p:nvPr/>
        </p:nvSpPr>
        <p:spPr bwMode="auto">
          <a:xfrm>
            <a:off x="8944219" y="4041252"/>
            <a:ext cx="1048922" cy="30467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동남아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2" name="직사각형 161"/>
          <p:cNvSpPr/>
          <p:nvPr/>
        </p:nvSpPr>
        <p:spPr bwMode="auto">
          <a:xfrm>
            <a:off x="7162792" y="5772004"/>
            <a:ext cx="933925" cy="29273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b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9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회차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3" name="직사각형 162"/>
          <p:cNvSpPr/>
          <p:nvPr/>
        </p:nvSpPr>
        <p:spPr bwMode="auto">
          <a:xfrm>
            <a:off x="9674732" y="5772228"/>
            <a:ext cx="933925" cy="29273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회차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6" name="모서리가 둥근 직사각형 185"/>
          <p:cNvSpPr/>
          <p:nvPr/>
        </p:nvSpPr>
        <p:spPr bwMode="auto">
          <a:xfrm>
            <a:off x="10195393" y="4041083"/>
            <a:ext cx="1048922" cy="30467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 err="1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괌</a:t>
            </a:r>
            <a:r>
              <a: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사이판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10279880" y="4941565"/>
            <a:ext cx="879947" cy="5773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r>
            <a:r>
              <a:rPr lang="en-US" altLang="ko-KR" sz="14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%</a:t>
            </a:r>
            <a:endParaRPr lang="ko-KR" altLang="en-US" sz="14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5" name="오른쪽 화살표 174"/>
          <p:cNvSpPr/>
          <p:nvPr/>
        </p:nvSpPr>
        <p:spPr>
          <a:xfrm>
            <a:off x="8699080" y="2164534"/>
            <a:ext cx="769600" cy="40281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4" name="직사각형 183"/>
          <p:cNvSpPr/>
          <p:nvPr/>
        </p:nvSpPr>
        <p:spPr bwMode="auto">
          <a:xfrm>
            <a:off x="7722927" y="2887715"/>
            <a:ext cx="953852" cy="31680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9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회차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5" name="직사각형 184"/>
          <p:cNvSpPr/>
          <p:nvPr/>
        </p:nvSpPr>
        <p:spPr bwMode="auto">
          <a:xfrm>
            <a:off x="9501032" y="2887715"/>
            <a:ext cx="953852" cy="31680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9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회차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94" name="그룹 193"/>
          <p:cNvGrpSpPr/>
          <p:nvPr/>
        </p:nvGrpSpPr>
        <p:grpSpPr>
          <a:xfrm>
            <a:off x="7120943" y="4602494"/>
            <a:ext cx="1060511" cy="726041"/>
            <a:chOff x="9153948" y="3619226"/>
            <a:chExt cx="1801813" cy="1174750"/>
          </a:xfrm>
          <a:solidFill>
            <a:srgbClr val="BFBFBF"/>
          </a:solidFill>
        </p:grpSpPr>
        <p:sp>
          <p:nvSpPr>
            <p:cNvPr id="195" name="Freeform 23"/>
            <p:cNvSpPr>
              <a:spLocks/>
            </p:cNvSpPr>
            <p:nvPr/>
          </p:nvSpPr>
          <p:spPr bwMode="auto">
            <a:xfrm>
              <a:off x="10195348" y="3619226"/>
              <a:ext cx="317500" cy="317500"/>
            </a:xfrm>
            <a:custGeom>
              <a:avLst/>
              <a:gdLst>
                <a:gd name="T0" fmla="*/ 100 w 200"/>
                <a:gd name="T1" fmla="*/ 0 h 200"/>
                <a:gd name="T2" fmla="*/ 127 w 200"/>
                <a:gd name="T3" fmla="*/ 3 h 200"/>
                <a:gd name="T4" fmla="*/ 151 w 200"/>
                <a:gd name="T5" fmla="*/ 14 h 200"/>
                <a:gd name="T6" fmla="*/ 170 w 200"/>
                <a:gd name="T7" fmla="*/ 30 h 200"/>
                <a:gd name="T8" fmla="*/ 186 w 200"/>
                <a:gd name="T9" fmla="*/ 49 h 200"/>
                <a:gd name="T10" fmla="*/ 196 w 200"/>
                <a:gd name="T11" fmla="*/ 73 h 200"/>
                <a:gd name="T12" fmla="*/ 200 w 200"/>
                <a:gd name="T13" fmla="*/ 100 h 200"/>
                <a:gd name="T14" fmla="*/ 196 w 200"/>
                <a:gd name="T15" fmla="*/ 127 h 200"/>
                <a:gd name="T16" fmla="*/ 186 w 200"/>
                <a:gd name="T17" fmla="*/ 150 h 200"/>
                <a:gd name="T18" fmla="*/ 170 w 200"/>
                <a:gd name="T19" fmla="*/ 171 h 200"/>
                <a:gd name="T20" fmla="*/ 151 w 200"/>
                <a:gd name="T21" fmla="*/ 187 h 200"/>
                <a:gd name="T22" fmla="*/ 127 w 200"/>
                <a:gd name="T23" fmla="*/ 196 h 200"/>
                <a:gd name="T24" fmla="*/ 100 w 200"/>
                <a:gd name="T25" fmla="*/ 200 h 200"/>
                <a:gd name="T26" fmla="*/ 73 w 200"/>
                <a:gd name="T27" fmla="*/ 196 h 200"/>
                <a:gd name="T28" fmla="*/ 50 w 200"/>
                <a:gd name="T29" fmla="*/ 187 h 200"/>
                <a:gd name="T30" fmla="*/ 29 w 200"/>
                <a:gd name="T31" fmla="*/ 171 h 200"/>
                <a:gd name="T32" fmla="*/ 13 w 200"/>
                <a:gd name="T33" fmla="*/ 150 h 200"/>
                <a:gd name="T34" fmla="*/ 4 w 200"/>
                <a:gd name="T35" fmla="*/ 127 h 200"/>
                <a:gd name="T36" fmla="*/ 0 w 200"/>
                <a:gd name="T37" fmla="*/ 100 h 200"/>
                <a:gd name="T38" fmla="*/ 4 w 200"/>
                <a:gd name="T39" fmla="*/ 73 h 200"/>
                <a:gd name="T40" fmla="*/ 13 w 200"/>
                <a:gd name="T41" fmla="*/ 49 h 200"/>
                <a:gd name="T42" fmla="*/ 29 w 200"/>
                <a:gd name="T43" fmla="*/ 30 h 200"/>
                <a:gd name="T44" fmla="*/ 50 w 200"/>
                <a:gd name="T45" fmla="*/ 14 h 200"/>
                <a:gd name="T46" fmla="*/ 73 w 200"/>
                <a:gd name="T47" fmla="*/ 3 h 200"/>
                <a:gd name="T48" fmla="*/ 100 w 200"/>
                <a:gd name="T49" fmla="*/ 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00" h="200">
                  <a:moveTo>
                    <a:pt x="100" y="0"/>
                  </a:moveTo>
                  <a:lnTo>
                    <a:pt x="127" y="3"/>
                  </a:lnTo>
                  <a:lnTo>
                    <a:pt x="151" y="14"/>
                  </a:lnTo>
                  <a:lnTo>
                    <a:pt x="170" y="30"/>
                  </a:lnTo>
                  <a:lnTo>
                    <a:pt x="186" y="49"/>
                  </a:lnTo>
                  <a:lnTo>
                    <a:pt x="196" y="73"/>
                  </a:lnTo>
                  <a:lnTo>
                    <a:pt x="200" y="100"/>
                  </a:lnTo>
                  <a:lnTo>
                    <a:pt x="196" y="127"/>
                  </a:lnTo>
                  <a:lnTo>
                    <a:pt x="186" y="150"/>
                  </a:lnTo>
                  <a:lnTo>
                    <a:pt x="170" y="171"/>
                  </a:lnTo>
                  <a:lnTo>
                    <a:pt x="151" y="187"/>
                  </a:lnTo>
                  <a:lnTo>
                    <a:pt x="127" y="196"/>
                  </a:lnTo>
                  <a:lnTo>
                    <a:pt x="100" y="200"/>
                  </a:lnTo>
                  <a:lnTo>
                    <a:pt x="73" y="196"/>
                  </a:lnTo>
                  <a:lnTo>
                    <a:pt x="50" y="187"/>
                  </a:lnTo>
                  <a:lnTo>
                    <a:pt x="29" y="171"/>
                  </a:lnTo>
                  <a:lnTo>
                    <a:pt x="13" y="150"/>
                  </a:lnTo>
                  <a:lnTo>
                    <a:pt x="4" y="127"/>
                  </a:lnTo>
                  <a:lnTo>
                    <a:pt x="0" y="100"/>
                  </a:lnTo>
                  <a:lnTo>
                    <a:pt x="4" y="73"/>
                  </a:lnTo>
                  <a:lnTo>
                    <a:pt x="13" y="49"/>
                  </a:lnTo>
                  <a:lnTo>
                    <a:pt x="29" y="30"/>
                  </a:lnTo>
                  <a:lnTo>
                    <a:pt x="50" y="14"/>
                  </a:lnTo>
                  <a:lnTo>
                    <a:pt x="73" y="3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6" name="Freeform 24"/>
            <p:cNvSpPr>
              <a:spLocks/>
            </p:cNvSpPr>
            <p:nvPr/>
          </p:nvSpPr>
          <p:spPr bwMode="auto">
            <a:xfrm>
              <a:off x="9639723" y="3700189"/>
              <a:ext cx="295275" cy="296863"/>
            </a:xfrm>
            <a:custGeom>
              <a:avLst/>
              <a:gdLst>
                <a:gd name="T0" fmla="*/ 93 w 186"/>
                <a:gd name="T1" fmla="*/ 0 h 187"/>
                <a:gd name="T2" fmla="*/ 118 w 186"/>
                <a:gd name="T3" fmla="*/ 4 h 187"/>
                <a:gd name="T4" fmla="*/ 141 w 186"/>
                <a:gd name="T5" fmla="*/ 13 h 187"/>
                <a:gd name="T6" fmla="*/ 160 w 186"/>
                <a:gd name="T7" fmla="*/ 27 h 187"/>
                <a:gd name="T8" fmla="*/ 175 w 186"/>
                <a:gd name="T9" fmla="*/ 47 h 187"/>
                <a:gd name="T10" fmla="*/ 184 w 186"/>
                <a:gd name="T11" fmla="*/ 69 h 187"/>
                <a:gd name="T12" fmla="*/ 186 w 186"/>
                <a:gd name="T13" fmla="*/ 94 h 187"/>
                <a:gd name="T14" fmla="*/ 184 w 186"/>
                <a:gd name="T15" fmla="*/ 119 h 187"/>
                <a:gd name="T16" fmla="*/ 175 w 186"/>
                <a:gd name="T17" fmla="*/ 141 h 187"/>
                <a:gd name="T18" fmla="*/ 160 w 186"/>
                <a:gd name="T19" fmla="*/ 159 h 187"/>
                <a:gd name="T20" fmla="*/ 141 w 186"/>
                <a:gd name="T21" fmla="*/ 174 h 187"/>
                <a:gd name="T22" fmla="*/ 118 w 186"/>
                <a:gd name="T23" fmla="*/ 183 h 187"/>
                <a:gd name="T24" fmla="*/ 93 w 186"/>
                <a:gd name="T25" fmla="*/ 187 h 187"/>
                <a:gd name="T26" fmla="*/ 69 w 186"/>
                <a:gd name="T27" fmla="*/ 183 h 187"/>
                <a:gd name="T28" fmla="*/ 46 w 186"/>
                <a:gd name="T29" fmla="*/ 174 h 187"/>
                <a:gd name="T30" fmla="*/ 28 w 186"/>
                <a:gd name="T31" fmla="*/ 159 h 187"/>
                <a:gd name="T32" fmla="*/ 14 w 186"/>
                <a:gd name="T33" fmla="*/ 141 h 187"/>
                <a:gd name="T34" fmla="*/ 4 w 186"/>
                <a:gd name="T35" fmla="*/ 119 h 187"/>
                <a:gd name="T36" fmla="*/ 0 w 186"/>
                <a:gd name="T37" fmla="*/ 94 h 187"/>
                <a:gd name="T38" fmla="*/ 4 w 186"/>
                <a:gd name="T39" fmla="*/ 69 h 187"/>
                <a:gd name="T40" fmla="*/ 14 w 186"/>
                <a:gd name="T41" fmla="*/ 47 h 187"/>
                <a:gd name="T42" fmla="*/ 28 w 186"/>
                <a:gd name="T43" fmla="*/ 27 h 187"/>
                <a:gd name="T44" fmla="*/ 46 w 186"/>
                <a:gd name="T45" fmla="*/ 13 h 187"/>
                <a:gd name="T46" fmla="*/ 69 w 186"/>
                <a:gd name="T47" fmla="*/ 4 h 187"/>
                <a:gd name="T48" fmla="*/ 93 w 186"/>
                <a:gd name="T49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6" h="187">
                  <a:moveTo>
                    <a:pt x="93" y="0"/>
                  </a:moveTo>
                  <a:lnTo>
                    <a:pt x="118" y="4"/>
                  </a:lnTo>
                  <a:lnTo>
                    <a:pt x="141" y="13"/>
                  </a:lnTo>
                  <a:lnTo>
                    <a:pt x="160" y="27"/>
                  </a:lnTo>
                  <a:lnTo>
                    <a:pt x="175" y="47"/>
                  </a:lnTo>
                  <a:lnTo>
                    <a:pt x="184" y="69"/>
                  </a:lnTo>
                  <a:lnTo>
                    <a:pt x="186" y="94"/>
                  </a:lnTo>
                  <a:lnTo>
                    <a:pt x="184" y="119"/>
                  </a:lnTo>
                  <a:lnTo>
                    <a:pt x="175" y="141"/>
                  </a:lnTo>
                  <a:lnTo>
                    <a:pt x="160" y="159"/>
                  </a:lnTo>
                  <a:lnTo>
                    <a:pt x="141" y="174"/>
                  </a:lnTo>
                  <a:lnTo>
                    <a:pt x="118" y="183"/>
                  </a:lnTo>
                  <a:lnTo>
                    <a:pt x="93" y="187"/>
                  </a:lnTo>
                  <a:lnTo>
                    <a:pt x="69" y="183"/>
                  </a:lnTo>
                  <a:lnTo>
                    <a:pt x="46" y="174"/>
                  </a:lnTo>
                  <a:lnTo>
                    <a:pt x="28" y="159"/>
                  </a:lnTo>
                  <a:lnTo>
                    <a:pt x="14" y="141"/>
                  </a:lnTo>
                  <a:lnTo>
                    <a:pt x="4" y="119"/>
                  </a:lnTo>
                  <a:lnTo>
                    <a:pt x="0" y="94"/>
                  </a:lnTo>
                  <a:lnTo>
                    <a:pt x="4" y="69"/>
                  </a:lnTo>
                  <a:lnTo>
                    <a:pt x="14" y="47"/>
                  </a:lnTo>
                  <a:lnTo>
                    <a:pt x="28" y="27"/>
                  </a:lnTo>
                  <a:lnTo>
                    <a:pt x="46" y="13"/>
                  </a:lnTo>
                  <a:lnTo>
                    <a:pt x="69" y="4"/>
                  </a:lnTo>
                  <a:lnTo>
                    <a:pt x="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7" name="Freeform 25"/>
            <p:cNvSpPr>
              <a:spLocks/>
            </p:cNvSpPr>
            <p:nvPr/>
          </p:nvSpPr>
          <p:spPr bwMode="auto">
            <a:xfrm>
              <a:off x="9252373" y="4114526"/>
              <a:ext cx="198438" cy="200025"/>
            </a:xfrm>
            <a:custGeom>
              <a:avLst/>
              <a:gdLst>
                <a:gd name="T0" fmla="*/ 62 w 125"/>
                <a:gd name="T1" fmla="*/ 0 h 126"/>
                <a:gd name="T2" fmla="*/ 82 w 125"/>
                <a:gd name="T3" fmla="*/ 3 h 126"/>
                <a:gd name="T4" fmla="*/ 100 w 125"/>
                <a:gd name="T5" fmla="*/ 12 h 126"/>
                <a:gd name="T6" fmla="*/ 113 w 125"/>
                <a:gd name="T7" fmla="*/ 25 h 126"/>
                <a:gd name="T8" fmla="*/ 123 w 125"/>
                <a:gd name="T9" fmla="*/ 42 h 126"/>
                <a:gd name="T10" fmla="*/ 125 w 125"/>
                <a:gd name="T11" fmla="*/ 63 h 126"/>
                <a:gd name="T12" fmla="*/ 123 w 125"/>
                <a:gd name="T13" fmla="*/ 83 h 126"/>
                <a:gd name="T14" fmla="*/ 113 w 125"/>
                <a:gd name="T15" fmla="*/ 100 h 126"/>
                <a:gd name="T16" fmla="*/ 100 w 125"/>
                <a:gd name="T17" fmla="*/ 113 h 126"/>
                <a:gd name="T18" fmla="*/ 82 w 125"/>
                <a:gd name="T19" fmla="*/ 122 h 126"/>
                <a:gd name="T20" fmla="*/ 62 w 125"/>
                <a:gd name="T21" fmla="*/ 126 h 126"/>
                <a:gd name="T22" fmla="*/ 43 w 125"/>
                <a:gd name="T23" fmla="*/ 122 h 126"/>
                <a:gd name="T24" fmla="*/ 26 w 125"/>
                <a:gd name="T25" fmla="*/ 113 h 126"/>
                <a:gd name="T26" fmla="*/ 11 w 125"/>
                <a:gd name="T27" fmla="*/ 100 h 126"/>
                <a:gd name="T28" fmla="*/ 3 w 125"/>
                <a:gd name="T29" fmla="*/ 83 h 126"/>
                <a:gd name="T30" fmla="*/ 0 w 125"/>
                <a:gd name="T31" fmla="*/ 63 h 126"/>
                <a:gd name="T32" fmla="*/ 3 w 125"/>
                <a:gd name="T33" fmla="*/ 42 h 126"/>
                <a:gd name="T34" fmla="*/ 11 w 125"/>
                <a:gd name="T35" fmla="*/ 25 h 126"/>
                <a:gd name="T36" fmla="*/ 26 w 125"/>
                <a:gd name="T37" fmla="*/ 12 h 126"/>
                <a:gd name="T38" fmla="*/ 43 w 125"/>
                <a:gd name="T39" fmla="*/ 3 h 126"/>
                <a:gd name="T40" fmla="*/ 62 w 125"/>
                <a:gd name="T41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126">
                  <a:moveTo>
                    <a:pt x="62" y="0"/>
                  </a:moveTo>
                  <a:lnTo>
                    <a:pt x="82" y="3"/>
                  </a:lnTo>
                  <a:lnTo>
                    <a:pt x="100" y="12"/>
                  </a:lnTo>
                  <a:lnTo>
                    <a:pt x="113" y="25"/>
                  </a:lnTo>
                  <a:lnTo>
                    <a:pt x="123" y="42"/>
                  </a:lnTo>
                  <a:lnTo>
                    <a:pt x="125" y="63"/>
                  </a:lnTo>
                  <a:lnTo>
                    <a:pt x="123" y="83"/>
                  </a:lnTo>
                  <a:lnTo>
                    <a:pt x="113" y="100"/>
                  </a:lnTo>
                  <a:lnTo>
                    <a:pt x="100" y="113"/>
                  </a:lnTo>
                  <a:lnTo>
                    <a:pt x="82" y="122"/>
                  </a:lnTo>
                  <a:lnTo>
                    <a:pt x="62" y="126"/>
                  </a:lnTo>
                  <a:lnTo>
                    <a:pt x="43" y="122"/>
                  </a:lnTo>
                  <a:lnTo>
                    <a:pt x="26" y="113"/>
                  </a:lnTo>
                  <a:lnTo>
                    <a:pt x="11" y="100"/>
                  </a:lnTo>
                  <a:lnTo>
                    <a:pt x="3" y="83"/>
                  </a:lnTo>
                  <a:lnTo>
                    <a:pt x="0" y="63"/>
                  </a:lnTo>
                  <a:lnTo>
                    <a:pt x="3" y="42"/>
                  </a:lnTo>
                  <a:lnTo>
                    <a:pt x="11" y="25"/>
                  </a:lnTo>
                  <a:lnTo>
                    <a:pt x="26" y="12"/>
                  </a:lnTo>
                  <a:lnTo>
                    <a:pt x="43" y="3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8" name="Freeform 26"/>
            <p:cNvSpPr>
              <a:spLocks/>
            </p:cNvSpPr>
            <p:nvPr/>
          </p:nvSpPr>
          <p:spPr bwMode="auto">
            <a:xfrm>
              <a:off x="9153948" y="3997051"/>
              <a:ext cx="1801813" cy="796925"/>
            </a:xfrm>
            <a:custGeom>
              <a:avLst/>
              <a:gdLst>
                <a:gd name="T0" fmla="*/ 830 w 1135"/>
                <a:gd name="T1" fmla="*/ 9 h 502"/>
                <a:gd name="T2" fmla="*/ 887 w 1135"/>
                <a:gd name="T3" fmla="*/ 114 h 502"/>
                <a:gd name="T4" fmla="*/ 956 w 1135"/>
                <a:gd name="T5" fmla="*/ 209 h 502"/>
                <a:gd name="T6" fmla="*/ 1042 w 1135"/>
                <a:gd name="T7" fmla="*/ 231 h 502"/>
                <a:gd name="T8" fmla="*/ 1058 w 1135"/>
                <a:gd name="T9" fmla="*/ 238 h 502"/>
                <a:gd name="T10" fmla="*/ 1134 w 1135"/>
                <a:gd name="T11" fmla="*/ 303 h 502"/>
                <a:gd name="T12" fmla="*/ 1125 w 1135"/>
                <a:gd name="T13" fmla="*/ 334 h 502"/>
                <a:gd name="T14" fmla="*/ 1109 w 1135"/>
                <a:gd name="T15" fmla="*/ 339 h 502"/>
                <a:gd name="T16" fmla="*/ 1086 w 1135"/>
                <a:gd name="T17" fmla="*/ 326 h 502"/>
                <a:gd name="T18" fmla="*/ 1088 w 1135"/>
                <a:gd name="T19" fmla="*/ 387 h 502"/>
                <a:gd name="T20" fmla="*/ 1066 w 1135"/>
                <a:gd name="T21" fmla="*/ 425 h 502"/>
                <a:gd name="T22" fmla="*/ 1053 w 1135"/>
                <a:gd name="T23" fmla="*/ 500 h 502"/>
                <a:gd name="T24" fmla="*/ 1008 w 1135"/>
                <a:gd name="T25" fmla="*/ 500 h 502"/>
                <a:gd name="T26" fmla="*/ 970 w 1135"/>
                <a:gd name="T27" fmla="*/ 479 h 502"/>
                <a:gd name="T28" fmla="*/ 970 w 1135"/>
                <a:gd name="T29" fmla="*/ 396 h 502"/>
                <a:gd name="T30" fmla="*/ 936 w 1135"/>
                <a:gd name="T31" fmla="*/ 372 h 502"/>
                <a:gd name="T32" fmla="*/ 930 w 1135"/>
                <a:gd name="T33" fmla="*/ 250 h 502"/>
                <a:gd name="T34" fmla="*/ 871 w 1135"/>
                <a:gd name="T35" fmla="*/ 224 h 502"/>
                <a:gd name="T36" fmla="*/ 834 w 1135"/>
                <a:gd name="T37" fmla="*/ 266 h 502"/>
                <a:gd name="T38" fmla="*/ 834 w 1135"/>
                <a:gd name="T39" fmla="*/ 471 h 502"/>
                <a:gd name="T40" fmla="*/ 799 w 1135"/>
                <a:gd name="T41" fmla="*/ 502 h 502"/>
                <a:gd name="T42" fmla="*/ 765 w 1135"/>
                <a:gd name="T43" fmla="*/ 471 h 502"/>
                <a:gd name="T44" fmla="*/ 765 w 1135"/>
                <a:gd name="T45" fmla="*/ 301 h 502"/>
                <a:gd name="T46" fmla="*/ 746 w 1135"/>
                <a:gd name="T47" fmla="*/ 370 h 502"/>
                <a:gd name="T48" fmla="*/ 727 w 1135"/>
                <a:gd name="T49" fmla="*/ 500 h 502"/>
                <a:gd name="T50" fmla="*/ 681 w 1135"/>
                <a:gd name="T51" fmla="*/ 484 h 502"/>
                <a:gd name="T52" fmla="*/ 678 w 1135"/>
                <a:gd name="T53" fmla="*/ 364 h 502"/>
                <a:gd name="T54" fmla="*/ 651 w 1135"/>
                <a:gd name="T55" fmla="*/ 128 h 502"/>
                <a:gd name="T56" fmla="*/ 592 w 1135"/>
                <a:gd name="T57" fmla="*/ 190 h 502"/>
                <a:gd name="T58" fmla="*/ 555 w 1135"/>
                <a:gd name="T59" fmla="*/ 197 h 502"/>
                <a:gd name="T60" fmla="*/ 534 w 1135"/>
                <a:gd name="T61" fmla="*/ 277 h 502"/>
                <a:gd name="T62" fmla="*/ 490 w 1135"/>
                <a:gd name="T63" fmla="*/ 306 h 502"/>
                <a:gd name="T64" fmla="*/ 471 w 1135"/>
                <a:gd name="T65" fmla="*/ 379 h 502"/>
                <a:gd name="T66" fmla="*/ 453 w 1135"/>
                <a:gd name="T67" fmla="*/ 500 h 502"/>
                <a:gd name="T68" fmla="*/ 411 w 1135"/>
                <a:gd name="T69" fmla="*/ 485 h 502"/>
                <a:gd name="T70" fmla="*/ 409 w 1135"/>
                <a:gd name="T71" fmla="*/ 374 h 502"/>
                <a:gd name="T72" fmla="*/ 392 w 1135"/>
                <a:gd name="T73" fmla="*/ 377 h 502"/>
                <a:gd name="T74" fmla="*/ 382 w 1135"/>
                <a:gd name="T75" fmla="*/ 495 h 502"/>
                <a:gd name="T76" fmla="*/ 337 w 1135"/>
                <a:gd name="T77" fmla="*/ 495 h 502"/>
                <a:gd name="T78" fmla="*/ 327 w 1135"/>
                <a:gd name="T79" fmla="*/ 377 h 502"/>
                <a:gd name="T80" fmla="*/ 293 w 1135"/>
                <a:gd name="T81" fmla="*/ 301 h 502"/>
                <a:gd name="T82" fmla="*/ 291 w 1135"/>
                <a:gd name="T83" fmla="*/ 195 h 502"/>
                <a:gd name="T84" fmla="*/ 261 w 1135"/>
                <a:gd name="T85" fmla="*/ 221 h 502"/>
                <a:gd name="T86" fmla="*/ 241 w 1135"/>
                <a:gd name="T87" fmla="*/ 235 h 502"/>
                <a:gd name="T88" fmla="*/ 175 w 1135"/>
                <a:gd name="T89" fmla="*/ 419 h 502"/>
                <a:gd name="T90" fmla="*/ 172 w 1135"/>
                <a:gd name="T91" fmla="*/ 491 h 502"/>
                <a:gd name="T92" fmla="*/ 124 w 1135"/>
                <a:gd name="T93" fmla="*/ 489 h 502"/>
                <a:gd name="T94" fmla="*/ 77 w 1135"/>
                <a:gd name="T95" fmla="*/ 491 h 502"/>
                <a:gd name="T96" fmla="*/ 75 w 1135"/>
                <a:gd name="T97" fmla="*/ 419 h 502"/>
                <a:gd name="T98" fmla="*/ 42 w 1135"/>
                <a:gd name="T99" fmla="*/ 327 h 502"/>
                <a:gd name="T100" fmla="*/ 22 w 1135"/>
                <a:gd name="T101" fmla="*/ 332 h 502"/>
                <a:gd name="T102" fmla="*/ 4 w 1135"/>
                <a:gd name="T103" fmla="*/ 321 h 502"/>
                <a:gd name="T104" fmla="*/ 1 w 1135"/>
                <a:gd name="T105" fmla="*/ 300 h 502"/>
                <a:gd name="T106" fmla="*/ 37 w 1135"/>
                <a:gd name="T107" fmla="*/ 260 h 502"/>
                <a:gd name="T108" fmla="*/ 79 w 1135"/>
                <a:gd name="T109" fmla="*/ 218 h 502"/>
                <a:gd name="T110" fmla="*/ 101 w 1135"/>
                <a:gd name="T111" fmla="*/ 212 h 502"/>
                <a:gd name="T112" fmla="*/ 227 w 1135"/>
                <a:gd name="T113" fmla="*/ 182 h 502"/>
                <a:gd name="T114" fmla="*/ 337 w 1135"/>
                <a:gd name="T115" fmla="*/ 46 h 502"/>
                <a:gd name="T116" fmla="*/ 356 w 1135"/>
                <a:gd name="T117" fmla="*/ 35 h 502"/>
                <a:gd name="T118" fmla="*/ 448 w 1135"/>
                <a:gd name="T119" fmla="*/ 38 h 502"/>
                <a:gd name="T120" fmla="*/ 536 w 1135"/>
                <a:gd name="T121" fmla="*/ 106 h 502"/>
                <a:gd name="T122" fmla="*/ 673 w 1135"/>
                <a:gd name="T123" fmla="*/ 17 h 502"/>
                <a:gd name="T124" fmla="*/ 711 w 1135"/>
                <a:gd name="T125" fmla="*/ 0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5" h="502">
                  <a:moveTo>
                    <a:pt x="711" y="0"/>
                  </a:moveTo>
                  <a:lnTo>
                    <a:pt x="800" y="0"/>
                  </a:lnTo>
                  <a:lnTo>
                    <a:pt x="817" y="2"/>
                  </a:lnTo>
                  <a:lnTo>
                    <a:pt x="830" y="9"/>
                  </a:lnTo>
                  <a:lnTo>
                    <a:pt x="841" y="18"/>
                  </a:lnTo>
                  <a:lnTo>
                    <a:pt x="847" y="31"/>
                  </a:lnTo>
                  <a:lnTo>
                    <a:pt x="887" y="114"/>
                  </a:lnTo>
                  <a:lnTo>
                    <a:pt x="887" y="114"/>
                  </a:lnTo>
                  <a:lnTo>
                    <a:pt x="922" y="188"/>
                  </a:lnTo>
                  <a:lnTo>
                    <a:pt x="922" y="190"/>
                  </a:lnTo>
                  <a:lnTo>
                    <a:pt x="956" y="209"/>
                  </a:lnTo>
                  <a:lnTo>
                    <a:pt x="956" y="209"/>
                  </a:lnTo>
                  <a:lnTo>
                    <a:pt x="994" y="231"/>
                  </a:lnTo>
                  <a:lnTo>
                    <a:pt x="999" y="230"/>
                  </a:lnTo>
                  <a:lnTo>
                    <a:pt x="1037" y="230"/>
                  </a:lnTo>
                  <a:lnTo>
                    <a:pt x="1042" y="231"/>
                  </a:lnTo>
                  <a:lnTo>
                    <a:pt x="1048" y="233"/>
                  </a:lnTo>
                  <a:lnTo>
                    <a:pt x="1052" y="234"/>
                  </a:lnTo>
                  <a:lnTo>
                    <a:pt x="1054" y="237"/>
                  </a:lnTo>
                  <a:lnTo>
                    <a:pt x="1058" y="238"/>
                  </a:lnTo>
                  <a:lnTo>
                    <a:pt x="1096" y="271"/>
                  </a:lnTo>
                  <a:lnTo>
                    <a:pt x="1096" y="271"/>
                  </a:lnTo>
                  <a:lnTo>
                    <a:pt x="1129" y="297"/>
                  </a:lnTo>
                  <a:lnTo>
                    <a:pt x="1134" y="303"/>
                  </a:lnTo>
                  <a:lnTo>
                    <a:pt x="1135" y="311"/>
                  </a:lnTo>
                  <a:lnTo>
                    <a:pt x="1134" y="321"/>
                  </a:lnTo>
                  <a:lnTo>
                    <a:pt x="1129" y="330"/>
                  </a:lnTo>
                  <a:lnTo>
                    <a:pt x="1125" y="334"/>
                  </a:lnTo>
                  <a:lnTo>
                    <a:pt x="1120" y="336"/>
                  </a:lnTo>
                  <a:lnTo>
                    <a:pt x="1114" y="339"/>
                  </a:lnTo>
                  <a:lnTo>
                    <a:pt x="1109" y="339"/>
                  </a:lnTo>
                  <a:lnTo>
                    <a:pt x="1109" y="339"/>
                  </a:lnTo>
                  <a:lnTo>
                    <a:pt x="1105" y="339"/>
                  </a:lnTo>
                  <a:lnTo>
                    <a:pt x="1101" y="338"/>
                  </a:lnTo>
                  <a:lnTo>
                    <a:pt x="1097" y="335"/>
                  </a:lnTo>
                  <a:lnTo>
                    <a:pt x="1086" y="326"/>
                  </a:lnTo>
                  <a:lnTo>
                    <a:pt x="1099" y="369"/>
                  </a:lnTo>
                  <a:lnTo>
                    <a:pt x="1100" y="372"/>
                  </a:lnTo>
                  <a:lnTo>
                    <a:pt x="1097" y="381"/>
                  </a:lnTo>
                  <a:lnTo>
                    <a:pt x="1088" y="387"/>
                  </a:lnTo>
                  <a:lnTo>
                    <a:pt x="1074" y="394"/>
                  </a:lnTo>
                  <a:lnTo>
                    <a:pt x="1066" y="396"/>
                  </a:lnTo>
                  <a:lnTo>
                    <a:pt x="1066" y="424"/>
                  </a:lnTo>
                  <a:lnTo>
                    <a:pt x="1066" y="425"/>
                  </a:lnTo>
                  <a:lnTo>
                    <a:pt x="1066" y="427"/>
                  </a:lnTo>
                  <a:lnTo>
                    <a:pt x="1066" y="479"/>
                  </a:lnTo>
                  <a:lnTo>
                    <a:pt x="1062" y="491"/>
                  </a:lnTo>
                  <a:lnTo>
                    <a:pt x="1053" y="500"/>
                  </a:lnTo>
                  <a:lnTo>
                    <a:pt x="1040" y="502"/>
                  </a:lnTo>
                  <a:lnTo>
                    <a:pt x="1027" y="500"/>
                  </a:lnTo>
                  <a:lnTo>
                    <a:pt x="1017" y="491"/>
                  </a:lnTo>
                  <a:lnTo>
                    <a:pt x="1008" y="500"/>
                  </a:lnTo>
                  <a:lnTo>
                    <a:pt x="997" y="502"/>
                  </a:lnTo>
                  <a:lnTo>
                    <a:pt x="983" y="500"/>
                  </a:lnTo>
                  <a:lnTo>
                    <a:pt x="974" y="491"/>
                  </a:lnTo>
                  <a:lnTo>
                    <a:pt x="970" y="479"/>
                  </a:lnTo>
                  <a:lnTo>
                    <a:pt x="970" y="427"/>
                  </a:lnTo>
                  <a:lnTo>
                    <a:pt x="970" y="425"/>
                  </a:lnTo>
                  <a:lnTo>
                    <a:pt x="970" y="424"/>
                  </a:lnTo>
                  <a:lnTo>
                    <a:pt x="970" y="396"/>
                  </a:lnTo>
                  <a:lnTo>
                    <a:pt x="962" y="394"/>
                  </a:lnTo>
                  <a:lnTo>
                    <a:pt x="948" y="387"/>
                  </a:lnTo>
                  <a:lnTo>
                    <a:pt x="939" y="381"/>
                  </a:lnTo>
                  <a:lnTo>
                    <a:pt x="936" y="372"/>
                  </a:lnTo>
                  <a:lnTo>
                    <a:pt x="936" y="369"/>
                  </a:lnTo>
                  <a:lnTo>
                    <a:pt x="966" y="272"/>
                  </a:lnTo>
                  <a:lnTo>
                    <a:pt x="930" y="250"/>
                  </a:lnTo>
                  <a:lnTo>
                    <a:pt x="930" y="250"/>
                  </a:lnTo>
                  <a:lnTo>
                    <a:pt x="896" y="230"/>
                  </a:lnTo>
                  <a:lnTo>
                    <a:pt x="892" y="228"/>
                  </a:lnTo>
                  <a:lnTo>
                    <a:pt x="880" y="228"/>
                  </a:lnTo>
                  <a:lnTo>
                    <a:pt x="871" y="224"/>
                  </a:lnTo>
                  <a:lnTo>
                    <a:pt x="864" y="216"/>
                  </a:lnTo>
                  <a:lnTo>
                    <a:pt x="841" y="165"/>
                  </a:lnTo>
                  <a:lnTo>
                    <a:pt x="834" y="260"/>
                  </a:lnTo>
                  <a:lnTo>
                    <a:pt x="834" y="266"/>
                  </a:lnTo>
                  <a:lnTo>
                    <a:pt x="834" y="364"/>
                  </a:lnTo>
                  <a:lnTo>
                    <a:pt x="833" y="368"/>
                  </a:lnTo>
                  <a:lnTo>
                    <a:pt x="834" y="370"/>
                  </a:lnTo>
                  <a:lnTo>
                    <a:pt x="834" y="471"/>
                  </a:lnTo>
                  <a:lnTo>
                    <a:pt x="832" y="484"/>
                  </a:lnTo>
                  <a:lnTo>
                    <a:pt x="824" y="493"/>
                  </a:lnTo>
                  <a:lnTo>
                    <a:pt x="813" y="500"/>
                  </a:lnTo>
                  <a:lnTo>
                    <a:pt x="799" y="502"/>
                  </a:lnTo>
                  <a:lnTo>
                    <a:pt x="786" y="500"/>
                  </a:lnTo>
                  <a:lnTo>
                    <a:pt x="775" y="493"/>
                  </a:lnTo>
                  <a:lnTo>
                    <a:pt x="767" y="484"/>
                  </a:lnTo>
                  <a:lnTo>
                    <a:pt x="765" y="471"/>
                  </a:lnTo>
                  <a:lnTo>
                    <a:pt x="765" y="370"/>
                  </a:lnTo>
                  <a:lnTo>
                    <a:pt x="765" y="368"/>
                  </a:lnTo>
                  <a:lnTo>
                    <a:pt x="765" y="364"/>
                  </a:lnTo>
                  <a:lnTo>
                    <a:pt x="765" y="301"/>
                  </a:lnTo>
                  <a:lnTo>
                    <a:pt x="746" y="301"/>
                  </a:lnTo>
                  <a:lnTo>
                    <a:pt x="746" y="364"/>
                  </a:lnTo>
                  <a:lnTo>
                    <a:pt x="746" y="368"/>
                  </a:lnTo>
                  <a:lnTo>
                    <a:pt x="746" y="370"/>
                  </a:lnTo>
                  <a:lnTo>
                    <a:pt x="746" y="471"/>
                  </a:lnTo>
                  <a:lnTo>
                    <a:pt x="744" y="484"/>
                  </a:lnTo>
                  <a:lnTo>
                    <a:pt x="737" y="493"/>
                  </a:lnTo>
                  <a:lnTo>
                    <a:pt x="727" y="500"/>
                  </a:lnTo>
                  <a:lnTo>
                    <a:pt x="712" y="502"/>
                  </a:lnTo>
                  <a:lnTo>
                    <a:pt x="699" y="500"/>
                  </a:lnTo>
                  <a:lnTo>
                    <a:pt x="689" y="493"/>
                  </a:lnTo>
                  <a:lnTo>
                    <a:pt x="681" y="484"/>
                  </a:lnTo>
                  <a:lnTo>
                    <a:pt x="678" y="471"/>
                  </a:lnTo>
                  <a:lnTo>
                    <a:pt x="678" y="370"/>
                  </a:lnTo>
                  <a:lnTo>
                    <a:pt x="678" y="368"/>
                  </a:lnTo>
                  <a:lnTo>
                    <a:pt x="678" y="364"/>
                  </a:lnTo>
                  <a:lnTo>
                    <a:pt x="678" y="266"/>
                  </a:lnTo>
                  <a:lnTo>
                    <a:pt x="678" y="260"/>
                  </a:lnTo>
                  <a:lnTo>
                    <a:pt x="669" y="111"/>
                  </a:lnTo>
                  <a:lnTo>
                    <a:pt x="651" y="128"/>
                  </a:lnTo>
                  <a:lnTo>
                    <a:pt x="651" y="128"/>
                  </a:lnTo>
                  <a:lnTo>
                    <a:pt x="596" y="183"/>
                  </a:lnTo>
                  <a:lnTo>
                    <a:pt x="595" y="187"/>
                  </a:lnTo>
                  <a:lnTo>
                    <a:pt x="592" y="190"/>
                  </a:lnTo>
                  <a:lnTo>
                    <a:pt x="583" y="197"/>
                  </a:lnTo>
                  <a:lnTo>
                    <a:pt x="574" y="201"/>
                  </a:lnTo>
                  <a:lnTo>
                    <a:pt x="563" y="201"/>
                  </a:lnTo>
                  <a:lnTo>
                    <a:pt x="555" y="197"/>
                  </a:lnTo>
                  <a:lnTo>
                    <a:pt x="496" y="149"/>
                  </a:lnTo>
                  <a:lnTo>
                    <a:pt x="496" y="149"/>
                  </a:lnTo>
                  <a:lnTo>
                    <a:pt x="495" y="149"/>
                  </a:lnTo>
                  <a:lnTo>
                    <a:pt x="534" y="277"/>
                  </a:lnTo>
                  <a:lnTo>
                    <a:pt x="530" y="286"/>
                  </a:lnTo>
                  <a:lnTo>
                    <a:pt x="520" y="294"/>
                  </a:lnTo>
                  <a:lnTo>
                    <a:pt x="507" y="301"/>
                  </a:lnTo>
                  <a:lnTo>
                    <a:pt x="490" y="306"/>
                  </a:lnTo>
                  <a:lnTo>
                    <a:pt x="471" y="311"/>
                  </a:lnTo>
                  <a:lnTo>
                    <a:pt x="471" y="374"/>
                  </a:lnTo>
                  <a:lnTo>
                    <a:pt x="471" y="377"/>
                  </a:lnTo>
                  <a:lnTo>
                    <a:pt x="471" y="379"/>
                  </a:lnTo>
                  <a:lnTo>
                    <a:pt x="471" y="474"/>
                  </a:lnTo>
                  <a:lnTo>
                    <a:pt x="470" y="485"/>
                  </a:lnTo>
                  <a:lnTo>
                    <a:pt x="462" y="495"/>
                  </a:lnTo>
                  <a:lnTo>
                    <a:pt x="453" y="500"/>
                  </a:lnTo>
                  <a:lnTo>
                    <a:pt x="440" y="502"/>
                  </a:lnTo>
                  <a:lnTo>
                    <a:pt x="428" y="500"/>
                  </a:lnTo>
                  <a:lnTo>
                    <a:pt x="418" y="495"/>
                  </a:lnTo>
                  <a:lnTo>
                    <a:pt x="411" y="485"/>
                  </a:lnTo>
                  <a:lnTo>
                    <a:pt x="409" y="474"/>
                  </a:lnTo>
                  <a:lnTo>
                    <a:pt x="409" y="379"/>
                  </a:lnTo>
                  <a:lnTo>
                    <a:pt x="409" y="377"/>
                  </a:lnTo>
                  <a:lnTo>
                    <a:pt x="409" y="374"/>
                  </a:lnTo>
                  <a:lnTo>
                    <a:pt x="409" y="315"/>
                  </a:lnTo>
                  <a:lnTo>
                    <a:pt x="392" y="315"/>
                  </a:lnTo>
                  <a:lnTo>
                    <a:pt x="392" y="374"/>
                  </a:lnTo>
                  <a:lnTo>
                    <a:pt x="392" y="377"/>
                  </a:lnTo>
                  <a:lnTo>
                    <a:pt x="392" y="379"/>
                  </a:lnTo>
                  <a:lnTo>
                    <a:pt x="392" y="474"/>
                  </a:lnTo>
                  <a:lnTo>
                    <a:pt x="389" y="485"/>
                  </a:lnTo>
                  <a:lnTo>
                    <a:pt x="382" y="495"/>
                  </a:lnTo>
                  <a:lnTo>
                    <a:pt x="372" y="500"/>
                  </a:lnTo>
                  <a:lnTo>
                    <a:pt x="360" y="502"/>
                  </a:lnTo>
                  <a:lnTo>
                    <a:pt x="347" y="500"/>
                  </a:lnTo>
                  <a:lnTo>
                    <a:pt x="337" y="495"/>
                  </a:lnTo>
                  <a:lnTo>
                    <a:pt x="330" y="485"/>
                  </a:lnTo>
                  <a:lnTo>
                    <a:pt x="327" y="474"/>
                  </a:lnTo>
                  <a:lnTo>
                    <a:pt x="327" y="379"/>
                  </a:lnTo>
                  <a:lnTo>
                    <a:pt x="327" y="377"/>
                  </a:lnTo>
                  <a:lnTo>
                    <a:pt x="327" y="374"/>
                  </a:lnTo>
                  <a:lnTo>
                    <a:pt x="327" y="311"/>
                  </a:lnTo>
                  <a:lnTo>
                    <a:pt x="310" y="306"/>
                  </a:lnTo>
                  <a:lnTo>
                    <a:pt x="293" y="301"/>
                  </a:lnTo>
                  <a:lnTo>
                    <a:pt x="279" y="294"/>
                  </a:lnTo>
                  <a:lnTo>
                    <a:pt x="270" y="286"/>
                  </a:lnTo>
                  <a:lnTo>
                    <a:pt x="266" y="277"/>
                  </a:lnTo>
                  <a:lnTo>
                    <a:pt x="291" y="195"/>
                  </a:lnTo>
                  <a:lnTo>
                    <a:pt x="275" y="214"/>
                  </a:lnTo>
                  <a:lnTo>
                    <a:pt x="271" y="217"/>
                  </a:lnTo>
                  <a:lnTo>
                    <a:pt x="266" y="220"/>
                  </a:lnTo>
                  <a:lnTo>
                    <a:pt x="261" y="221"/>
                  </a:lnTo>
                  <a:lnTo>
                    <a:pt x="255" y="221"/>
                  </a:lnTo>
                  <a:lnTo>
                    <a:pt x="253" y="228"/>
                  </a:lnTo>
                  <a:lnTo>
                    <a:pt x="247" y="231"/>
                  </a:lnTo>
                  <a:lnTo>
                    <a:pt x="241" y="235"/>
                  </a:lnTo>
                  <a:lnTo>
                    <a:pt x="182" y="258"/>
                  </a:lnTo>
                  <a:lnTo>
                    <a:pt x="175" y="362"/>
                  </a:lnTo>
                  <a:lnTo>
                    <a:pt x="175" y="365"/>
                  </a:lnTo>
                  <a:lnTo>
                    <a:pt x="175" y="419"/>
                  </a:lnTo>
                  <a:lnTo>
                    <a:pt x="175" y="420"/>
                  </a:lnTo>
                  <a:lnTo>
                    <a:pt x="175" y="421"/>
                  </a:lnTo>
                  <a:lnTo>
                    <a:pt x="175" y="478"/>
                  </a:lnTo>
                  <a:lnTo>
                    <a:pt x="172" y="491"/>
                  </a:lnTo>
                  <a:lnTo>
                    <a:pt x="162" y="500"/>
                  </a:lnTo>
                  <a:lnTo>
                    <a:pt x="148" y="502"/>
                  </a:lnTo>
                  <a:lnTo>
                    <a:pt x="135" y="499"/>
                  </a:lnTo>
                  <a:lnTo>
                    <a:pt x="124" y="489"/>
                  </a:lnTo>
                  <a:lnTo>
                    <a:pt x="115" y="499"/>
                  </a:lnTo>
                  <a:lnTo>
                    <a:pt x="101" y="502"/>
                  </a:lnTo>
                  <a:lnTo>
                    <a:pt x="88" y="500"/>
                  </a:lnTo>
                  <a:lnTo>
                    <a:pt x="77" y="491"/>
                  </a:lnTo>
                  <a:lnTo>
                    <a:pt x="75" y="478"/>
                  </a:lnTo>
                  <a:lnTo>
                    <a:pt x="75" y="421"/>
                  </a:lnTo>
                  <a:lnTo>
                    <a:pt x="75" y="420"/>
                  </a:lnTo>
                  <a:lnTo>
                    <a:pt x="75" y="419"/>
                  </a:lnTo>
                  <a:lnTo>
                    <a:pt x="75" y="365"/>
                  </a:lnTo>
                  <a:lnTo>
                    <a:pt x="73" y="362"/>
                  </a:lnTo>
                  <a:lnTo>
                    <a:pt x="69" y="300"/>
                  </a:lnTo>
                  <a:lnTo>
                    <a:pt x="42" y="327"/>
                  </a:lnTo>
                  <a:lnTo>
                    <a:pt x="38" y="331"/>
                  </a:lnTo>
                  <a:lnTo>
                    <a:pt x="33" y="332"/>
                  </a:lnTo>
                  <a:lnTo>
                    <a:pt x="27" y="334"/>
                  </a:lnTo>
                  <a:lnTo>
                    <a:pt x="22" y="332"/>
                  </a:lnTo>
                  <a:lnTo>
                    <a:pt x="17" y="331"/>
                  </a:lnTo>
                  <a:lnTo>
                    <a:pt x="12" y="328"/>
                  </a:lnTo>
                  <a:lnTo>
                    <a:pt x="8" y="324"/>
                  </a:lnTo>
                  <a:lnTo>
                    <a:pt x="4" y="321"/>
                  </a:lnTo>
                  <a:lnTo>
                    <a:pt x="1" y="314"/>
                  </a:lnTo>
                  <a:lnTo>
                    <a:pt x="0" y="309"/>
                  </a:lnTo>
                  <a:lnTo>
                    <a:pt x="0" y="303"/>
                  </a:lnTo>
                  <a:lnTo>
                    <a:pt x="1" y="300"/>
                  </a:lnTo>
                  <a:lnTo>
                    <a:pt x="3" y="294"/>
                  </a:lnTo>
                  <a:lnTo>
                    <a:pt x="5" y="292"/>
                  </a:lnTo>
                  <a:lnTo>
                    <a:pt x="37" y="260"/>
                  </a:lnTo>
                  <a:lnTo>
                    <a:pt x="37" y="260"/>
                  </a:lnTo>
                  <a:lnTo>
                    <a:pt x="73" y="224"/>
                  </a:lnTo>
                  <a:lnTo>
                    <a:pt x="76" y="220"/>
                  </a:lnTo>
                  <a:lnTo>
                    <a:pt x="79" y="218"/>
                  </a:lnTo>
                  <a:lnTo>
                    <a:pt x="79" y="218"/>
                  </a:lnTo>
                  <a:lnTo>
                    <a:pt x="80" y="217"/>
                  </a:lnTo>
                  <a:lnTo>
                    <a:pt x="86" y="214"/>
                  </a:lnTo>
                  <a:lnTo>
                    <a:pt x="93" y="213"/>
                  </a:lnTo>
                  <a:lnTo>
                    <a:pt x="101" y="212"/>
                  </a:lnTo>
                  <a:lnTo>
                    <a:pt x="149" y="212"/>
                  </a:lnTo>
                  <a:lnTo>
                    <a:pt x="223" y="187"/>
                  </a:lnTo>
                  <a:lnTo>
                    <a:pt x="225" y="186"/>
                  </a:lnTo>
                  <a:lnTo>
                    <a:pt x="227" y="182"/>
                  </a:lnTo>
                  <a:lnTo>
                    <a:pt x="229" y="177"/>
                  </a:lnTo>
                  <a:lnTo>
                    <a:pt x="275" y="120"/>
                  </a:lnTo>
                  <a:lnTo>
                    <a:pt x="275" y="120"/>
                  </a:lnTo>
                  <a:lnTo>
                    <a:pt x="337" y="46"/>
                  </a:lnTo>
                  <a:lnTo>
                    <a:pt x="340" y="42"/>
                  </a:lnTo>
                  <a:lnTo>
                    <a:pt x="346" y="39"/>
                  </a:lnTo>
                  <a:lnTo>
                    <a:pt x="351" y="36"/>
                  </a:lnTo>
                  <a:lnTo>
                    <a:pt x="356" y="35"/>
                  </a:lnTo>
                  <a:lnTo>
                    <a:pt x="365" y="35"/>
                  </a:lnTo>
                  <a:lnTo>
                    <a:pt x="435" y="35"/>
                  </a:lnTo>
                  <a:lnTo>
                    <a:pt x="441" y="35"/>
                  </a:lnTo>
                  <a:lnTo>
                    <a:pt x="448" y="38"/>
                  </a:lnTo>
                  <a:lnTo>
                    <a:pt x="454" y="40"/>
                  </a:lnTo>
                  <a:lnTo>
                    <a:pt x="458" y="42"/>
                  </a:lnTo>
                  <a:lnTo>
                    <a:pt x="462" y="44"/>
                  </a:lnTo>
                  <a:lnTo>
                    <a:pt x="536" y="106"/>
                  </a:lnTo>
                  <a:lnTo>
                    <a:pt x="536" y="106"/>
                  </a:lnTo>
                  <a:lnTo>
                    <a:pt x="562" y="127"/>
                  </a:lnTo>
                  <a:lnTo>
                    <a:pt x="606" y="84"/>
                  </a:lnTo>
                  <a:lnTo>
                    <a:pt x="673" y="17"/>
                  </a:lnTo>
                  <a:lnTo>
                    <a:pt x="678" y="10"/>
                  </a:lnTo>
                  <a:lnTo>
                    <a:pt x="680" y="10"/>
                  </a:lnTo>
                  <a:lnTo>
                    <a:pt x="694" y="2"/>
                  </a:lnTo>
                  <a:lnTo>
                    <a:pt x="7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99" name="Freeform 27"/>
            <p:cNvSpPr>
              <a:spLocks/>
            </p:cNvSpPr>
            <p:nvPr/>
          </p:nvSpPr>
          <p:spPr bwMode="auto">
            <a:xfrm>
              <a:off x="10676361" y="4157389"/>
              <a:ext cx="188913" cy="185738"/>
            </a:xfrm>
            <a:custGeom>
              <a:avLst/>
              <a:gdLst>
                <a:gd name="T0" fmla="*/ 58 w 119"/>
                <a:gd name="T1" fmla="*/ 0 h 117"/>
                <a:gd name="T2" fmla="*/ 78 w 119"/>
                <a:gd name="T3" fmla="*/ 2 h 117"/>
                <a:gd name="T4" fmla="*/ 94 w 119"/>
                <a:gd name="T5" fmla="*/ 11 h 117"/>
                <a:gd name="T6" fmla="*/ 107 w 119"/>
                <a:gd name="T7" fmla="*/ 24 h 117"/>
                <a:gd name="T8" fmla="*/ 115 w 119"/>
                <a:gd name="T9" fmla="*/ 40 h 117"/>
                <a:gd name="T10" fmla="*/ 119 w 119"/>
                <a:gd name="T11" fmla="*/ 58 h 117"/>
                <a:gd name="T12" fmla="*/ 115 w 119"/>
                <a:gd name="T13" fmla="*/ 77 h 117"/>
                <a:gd name="T14" fmla="*/ 107 w 119"/>
                <a:gd name="T15" fmla="*/ 94 h 117"/>
                <a:gd name="T16" fmla="*/ 94 w 119"/>
                <a:gd name="T17" fmla="*/ 107 h 117"/>
                <a:gd name="T18" fmla="*/ 78 w 119"/>
                <a:gd name="T19" fmla="*/ 115 h 117"/>
                <a:gd name="T20" fmla="*/ 58 w 119"/>
                <a:gd name="T21" fmla="*/ 117 h 117"/>
                <a:gd name="T22" fmla="*/ 40 w 119"/>
                <a:gd name="T23" fmla="*/ 115 h 117"/>
                <a:gd name="T24" fmla="*/ 24 w 119"/>
                <a:gd name="T25" fmla="*/ 107 h 117"/>
                <a:gd name="T26" fmla="*/ 11 w 119"/>
                <a:gd name="T27" fmla="*/ 94 h 117"/>
                <a:gd name="T28" fmla="*/ 3 w 119"/>
                <a:gd name="T29" fmla="*/ 77 h 117"/>
                <a:gd name="T30" fmla="*/ 0 w 119"/>
                <a:gd name="T31" fmla="*/ 58 h 117"/>
                <a:gd name="T32" fmla="*/ 3 w 119"/>
                <a:gd name="T33" fmla="*/ 40 h 117"/>
                <a:gd name="T34" fmla="*/ 11 w 119"/>
                <a:gd name="T35" fmla="*/ 24 h 117"/>
                <a:gd name="T36" fmla="*/ 24 w 119"/>
                <a:gd name="T37" fmla="*/ 11 h 117"/>
                <a:gd name="T38" fmla="*/ 40 w 119"/>
                <a:gd name="T39" fmla="*/ 2 h 117"/>
                <a:gd name="T40" fmla="*/ 58 w 119"/>
                <a:gd name="T4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9" h="117">
                  <a:moveTo>
                    <a:pt x="58" y="0"/>
                  </a:moveTo>
                  <a:lnTo>
                    <a:pt x="78" y="2"/>
                  </a:lnTo>
                  <a:lnTo>
                    <a:pt x="94" y="11"/>
                  </a:lnTo>
                  <a:lnTo>
                    <a:pt x="107" y="24"/>
                  </a:lnTo>
                  <a:lnTo>
                    <a:pt x="115" y="40"/>
                  </a:lnTo>
                  <a:lnTo>
                    <a:pt x="119" y="58"/>
                  </a:lnTo>
                  <a:lnTo>
                    <a:pt x="115" y="77"/>
                  </a:lnTo>
                  <a:lnTo>
                    <a:pt x="107" y="94"/>
                  </a:lnTo>
                  <a:lnTo>
                    <a:pt x="94" y="107"/>
                  </a:lnTo>
                  <a:lnTo>
                    <a:pt x="78" y="115"/>
                  </a:lnTo>
                  <a:lnTo>
                    <a:pt x="58" y="117"/>
                  </a:lnTo>
                  <a:lnTo>
                    <a:pt x="40" y="115"/>
                  </a:lnTo>
                  <a:lnTo>
                    <a:pt x="24" y="107"/>
                  </a:lnTo>
                  <a:lnTo>
                    <a:pt x="11" y="94"/>
                  </a:lnTo>
                  <a:lnTo>
                    <a:pt x="3" y="77"/>
                  </a:lnTo>
                  <a:lnTo>
                    <a:pt x="0" y="58"/>
                  </a:lnTo>
                  <a:lnTo>
                    <a:pt x="3" y="40"/>
                  </a:lnTo>
                  <a:lnTo>
                    <a:pt x="11" y="24"/>
                  </a:lnTo>
                  <a:lnTo>
                    <a:pt x="24" y="11"/>
                  </a:lnTo>
                  <a:lnTo>
                    <a:pt x="40" y="2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cxnSp>
        <p:nvCxnSpPr>
          <p:cNvPr id="201" name="직선 연결선 200"/>
          <p:cNvCxnSpPr/>
          <p:nvPr/>
        </p:nvCxnSpPr>
        <p:spPr>
          <a:xfrm>
            <a:off x="0" y="750139"/>
            <a:ext cx="12192000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240367" y="193086"/>
            <a:ext cx="2867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2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2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인기 여행지</a:t>
            </a:r>
            <a:endParaRPr lang="ko-KR" altLang="en-US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8767345" y="6178301"/>
            <a:ext cx="2456584" cy="2758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출처 </a:t>
            </a: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사내</a:t>
            </a: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D.B)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7209284" y="5426035"/>
            <a:ext cx="9076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가족단위 </a:t>
            </a:r>
            <a:endParaRPr lang="ko-KR" altLang="en-US" sz="1400" dirty="0"/>
          </a:p>
        </p:txBody>
      </p:sp>
      <p:grpSp>
        <p:nvGrpSpPr>
          <p:cNvPr id="6" name="그룹 5"/>
          <p:cNvGrpSpPr/>
          <p:nvPr/>
        </p:nvGrpSpPr>
        <p:grpSpPr>
          <a:xfrm>
            <a:off x="9773697" y="1909000"/>
            <a:ext cx="374308" cy="913887"/>
            <a:chOff x="6237507" y="1500865"/>
            <a:chExt cx="662861" cy="1618400"/>
          </a:xfrm>
        </p:grpSpPr>
        <p:sp>
          <p:nvSpPr>
            <p:cNvPr id="82" name="Freeform 108"/>
            <p:cNvSpPr>
              <a:spLocks/>
            </p:cNvSpPr>
            <p:nvPr/>
          </p:nvSpPr>
          <p:spPr bwMode="auto">
            <a:xfrm>
              <a:off x="6237507" y="1897834"/>
              <a:ext cx="662861" cy="1221431"/>
            </a:xfrm>
            <a:custGeom>
              <a:avLst/>
              <a:gdLst>
                <a:gd name="T0" fmla="*/ 62 w 198"/>
                <a:gd name="T1" fmla="*/ 0 h 360"/>
                <a:gd name="T2" fmla="*/ 80 w 198"/>
                <a:gd name="T3" fmla="*/ 6 h 360"/>
                <a:gd name="T4" fmla="*/ 100 w 198"/>
                <a:gd name="T5" fmla="*/ 9 h 360"/>
                <a:gd name="T6" fmla="*/ 118 w 198"/>
                <a:gd name="T7" fmla="*/ 6 h 360"/>
                <a:gd name="T8" fmla="*/ 136 w 198"/>
                <a:gd name="T9" fmla="*/ 0 h 360"/>
                <a:gd name="T10" fmla="*/ 138 w 198"/>
                <a:gd name="T11" fmla="*/ 1 h 360"/>
                <a:gd name="T12" fmla="*/ 140 w 198"/>
                <a:gd name="T13" fmla="*/ 3 h 360"/>
                <a:gd name="T14" fmla="*/ 191 w 198"/>
                <a:gd name="T15" fmla="*/ 30 h 360"/>
                <a:gd name="T16" fmla="*/ 193 w 198"/>
                <a:gd name="T17" fmla="*/ 31 h 360"/>
                <a:gd name="T18" fmla="*/ 195 w 198"/>
                <a:gd name="T19" fmla="*/ 33 h 360"/>
                <a:gd name="T20" fmla="*/ 198 w 198"/>
                <a:gd name="T21" fmla="*/ 34 h 360"/>
                <a:gd name="T22" fmla="*/ 198 w 198"/>
                <a:gd name="T23" fmla="*/ 34 h 360"/>
                <a:gd name="T24" fmla="*/ 198 w 198"/>
                <a:gd name="T25" fmla="*/ 37 h 360"/>
                <a:gd name="T26" fmla="*/ 198 w 198"/>
                <a:gd name="T27" fmla="*/ 39 h 360"/>
                <a:gd name="T28" fmla="*/ 198 w 198"/>
                <a:gd name="T29" fmla="*/ 42 h 360"/>
                <a:gd name="T30" fmla="*/ 182 w 198"/>
                <a:gd name="T31" fmla="*/ 188 h 360"/>
                <a:gd name="T32" fmla="*/ 182 w 198"/>
                <a:gd name="T33" fmla="*/ 191 h 360"/>
                <a:gd name="T34" fmla="*/ 182 w 198"/>
                <a:gd name="T35" fmla="*/ 194 h 360"/>
                <a:gd name="T36" fmla="*/ 181 w 198"/>
                <a:gd name="T37" fmla="*/ 196 h 360"/>
                <a:gd name="T38" fmla="*/ 181 w 198"/>
                <a:gd name="T39" fmla="*/ 198 h 360"/>
                <a:gd name="T40" fmla="*/ 180 w 198"/>
                <a:gd name="T41" fmla="*/ 198 h 360"/>
                <a:gd name="T42" fmla="*/ 176 w 198"/>
                <a:gd name="T43" fmla="*/ 198 h 360"/>
                <a:gd name="T44" fmla="*/ 173 w 198"/>
                <a:gd name="T45" fmla="*/ 198 h 360"/>
                <a:gd name="T46" fmla="*/ 156 w 198"/>
                <a:gd name="T47" fmla="*/ 198 h 360"/>
                <a:gd name="T48" fmla="*/ 152 w 198"/>
                <a:gd name="T49" fmla="*/ 199 h 360"/>
                <a:gd name="T50" fmla="*/ 149 w 198"/>
                <a:gd name="T51" fmla="*/ 202 h 360"/>
                <a:gd name="T52" fmla="*/ 149 w 198"/>
                <a:gd name="T53" fmla="*/ 204 h 360"/>
                <a:gd name="T54" fmla="*/ 149 w 198"/>
                <a:gd name="T55" fmla="*/ 353 h 360"/>
                <a:gd name="T56" fmla="*/ 148 w 198"/>
                <a:gd name="T57" fmla="*/ 356 h 360"/>
                <a:gd name="T58" fmla="*/ 145 w 198"/>
                <a:gd name="T59" fmla="*/ 359 h 360"/>
                <a:gd name="T60" fmla="*/ 142 w 198"/>
                <a:gd name="T61" fmla="*/ 360 h 360"/>
                <a:gd name="T62" fmla="*/ 56 w 198"/>
                <a:gd name="T63" fmla="*/ 360 h 360"/>
                <a:gd name="T64" fmla="*/ 53 w 198"/>
                <a:gd name="T65" fmla="*/ 359 h 360"/>
                <a:gd name="T66" fmla="*/ 50 w 198"/>
                <a:gd name="T67" fmla="*/ 356 h 360"/>
                <a:gd name="T68" fmla="*/ 49 w 198"/>
                <a:gd name="T69" fmla="*/ 353 h 360"/>
                <a:gd name="T70" fmla="*/ 49 w 198"/>
                <a:gd name="T71" fmla="*/ 204 h 360"/>
                <a:gd name="T72" fmla="*/ 49 w 198"/>
                <a:gd name="T73" fmla="*/ 202 h 360"/>
                <a:gd name="T74" fmla="*/ 46 w 198"/>
                <a:gd name="T75" fmla="*/ 199 h 360"/>
                <a:gd name="T76" fmla="*/ 42 w 198"/>
                <a:gd name="T77" fmla="*/ 198 h 360"/>
                <a:gd name="T78" fmla="*/ 25 w 198"/>
                <a:gd name="T79" fmla="*/ 198 h 360"/>
                <a:gd name="T80" fmla="*/ 22 w 198"/>
                <a:gd name="T81" fmla="*/ 198 h 360"/>
                <a:gd name="T82" fmla="*/ 20 w 198"/>
                <a:gd name="T83" fmla="*/ 198 h 360"/>
                <a:gd name="T84" fmla="*/ 17 w 198"/>
                <a:gd name="T85" fmla="*/ 196 h 360"/>
                <a:gd name="T86" fmla="*/ 17 w 198"/>
                <a:gd name="T87" fmla="*/ 196 h 360"/>
                <a:gd name="T88" fmla="*/ 16 w 198"/>
                <a:gd name="T89" fmla="*/ 195 h 360"/>
                <a:gd name="T90" fmla="*/ 16 w 198"/>
                <a:gd name="T91" fmla="*/ 192 h 360"/>
                <a:gd name="T92" fmla="*/ 16 w 198"/>
                <a:gd name="T93" fmla="*/ 188 h 360"/>
                <a:gd name="T94" fmla="*/ 0 w 198"/>
                <a:gd name="T95" fmla="*/ 42 h 360"/>
                <a:gd name="T96" fmla="*/ 0 w 198"/>
                <a:gd name="T97" fmla="*/ 39 h 360"/>
                <a:gd name="T98" fmla="*/ 0 w 198"/>
                <a:gd name="T99" fmla="*/ 37 h 360"/>
                <a:gd name="T100" fmla="*/ 0 w 198"/>
                <a:gd name="T101" fmla="*/ 35 h 360"/>
                <a:gd name="T102" fmla="*/ 0 w 198"/>
                <a:gd name="T103" fmla="*/ 34 h 360"/>
                <a:gd name="T104" fmla="*/ 1 w 198"/>
                <a:gd name="T105" fmla="*/ 33 h 360"/>
                <a:gd name="T106" fmla="*/ 3 w 198"/>
                <a:gd name="T107" fmla="*/ 31 h 360"/>
                <a:gd name="T108" fmla="*/ 5 w 198"/>
                <a:gd name="T109" fmla="*/ 31 h 360"/>
                <a:gd name="T110" fmla="*/ 7 w 198"/>
                <a:gd name="T111" fmla="*/ 30 h 360"/>
                <a:gd name="T112" fmla="*/ 58 w 198"/>
                <a:gd name="T113" fmla="*/ 3 h 360"/>
                <a:gd name="T114" fmla="*/ 60 w 198"/>
                <a:gd name="T115" fmla="*/ 1 h 360"/>
                <a:gd name="T116" fmla="*/ 62 w 198"/>
                <a:gd name="T117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98" h="360">
                  <a:moveTo>
                    <a:pt x="62" y="0"/>
                  </a:moveTo>
                  <a:lnTo>
                    <a:pt x="80" y="6"/>
                  </a:lnTo>
                  <a:lnTo>
                    <a:pt x="100" y="9"/>
                  </a:lnTo>
                  <a:lnTo>
                    <a:pt x="118" y="6"/>
                  </a:lnTo>
                  <a:lnTo>
                    <a:pt x="136" y="0"/>
                  </a:lnTo>
                  <a:lnTo>
                    <a:pt x="138" y="1"/>
                  </a:lnTo>
                  <a:lnTo>
                    <a:pt x="140" y="3"/>
                  </a:lnTo>
                  <a:lnTo>
                    <a:pt x="191" y="30"/>
                  </a:lnTo>
                  <a:lnTo>
                    <a:pt x="193" y="31"/>
                  </a:lnTo>
                  <a:lnTo>
                    <a:pt x="195" y="33"/>
                  </a:lnTo>
                  <a:lnTo>
                    <a:pt x="198" y="34"/>
                  </a:lnTo>
                  <a:lnTo>
                    <a:pt x="198" y="34"/>
                  </a:lnTo>
                  <a:lnTo>
                    <a:pt x="198" y="37"/>
                  </a:lnTo>
                  <a:lnTo>
                    <a:pt x="198" y="39"/>
                  </a:lnTo>
                  <a:lnTo>
                    <a:pt x="198" y="42"/>
                  </a:lnTo>
                  <a:lnTo>
                    <a:pt x="182" y="188"/>
                  </a:lnTo>
                  <a:lnTo>
                    <a:pt x="182" y="191"/>
                  </a:lnTo>
                  <a:lnTo>
                    <a:pt x="182" y="194"/>
                  </a:lnTo>
                  <a:lnTo>
                    <a:pt x="181" y="196"/>
                  </a:lnTo>
                  <a:lnTo>
                    <a:pt x="181" y="198"/>
                  </a:lnTo>
                  <a:lnTo>
                    <a:pt x="180" y="198"/>
                  </a:lnTo>
                  <a:lnTo>
                    <a:pt x="176" y="198"/>
                  </a:lnTo>
                  <a:lnTo>
                    <a:pt x="173" y="198"/>
                  </a:lnTo>
                  <a:lnTo>
                    <a:pt x="156" y="198"/>
                  </a:lnTo>
                  <a:lnTo>
                    <a:pt x="152" y="199"/>
                  </a:lnTo>
                  <a:lnTo>
                    <a:pt x="149" y="202"/>
                  </a:lnTo>
                  <a:lnTo>
                    <a:pt x="149" y="204"/>
                  </a:lnTo>
                  <a:lnTo>
                    <a:pt x="149" y="353"/>
                  </a:lnTo>
                  <a:lnTo>
                    <a:pt x="148" y="356"/>
                  </a:lnTo>
                  <a:lnTo>
                    <a:pt x="145" y="359"/>
                  </a:lnTo>
                  <a:lnTo>
                    <a:pt x="142" y="360"/>
                  </a:lnTo>
                  <a:lnTo>
                    <a:pt x="56" y="360"/>
                  </a:lnTo>
                  <a:lnTo>
                    <a:pt x="53" y="359"/>
                  </a:lnTo>
                  <a:lnTo>
                    <a:pt x="50" y="356"/>
                  </a:lnTo>
                  <a:lnTo>
                    <a:pt x="49" y="353"/>
                  </a:lnTo>
                  <a:lnTo>
                    <a:pt x="49" y="204"/>
                  </a:lnTo>
                  <a:lnTo>
                    <a:pt x="49" y="202"/>
                  </a:lnTo>
                  <a:lnTo>
                    <a:pt x="46" y="199"/>
                  </a:lnTo>
                  <a:lnTo>
                    <a:pt x="42" y="198"/>
                  </a:lnTo>
                  <a:lnTo>
                    <a:pt x="25" y="198"/>
                  </a:lnTo>
                  <a:lnTo>
                    <a:pt x="22" y="198"/>
                  </a:lnTo>
                  <a:lnTo>
                    <a:pt x="20" y="198"/>
                  </a:lnTo>
                  <a:lnTo>
                    <a:pt x="17" y="196"/>
                  </a:lnTo>
                  <a:lnTo>
                    <a:pt x="17" y="196"/>
                  </a:lnTo>
                  <a:lnTo>
                    <a:pt x="16" y="195"/>
                  </a:lnTo>
                  <a:lnTo>
                    <a:pt x="16" y="192"/>
                  </a:lnTo>
                  <a:lnTo>
                    <a:pt x="16" y="188"/>
                  </a:lnTo>
                  <a:lnTo>
                    <a:pt x="0" y="42"/>
                  </a:lnTo>
                  <a:lnTo>
                    <a:pt x="0" y="39"/>
                  </a:lnTo>
                  <a:lnTo>
                    <a:pt x="0" y="37"/>
                  </a:lnTo>
                  <a:lnTo>
                    <a:pt x="0" y="35"/>
                  </a:lnTo>
                  <a:lnTo>
                    <a:pt x="0" y="34"/>
                  </a:lnTo>
                  <a:lnTo>
                    <a:pt x="1" y="33"/>
                  </a:lnTo>
                  <a:lnTo>
                    <a:pt x="3" y="31"/>
                  </a:lnTo>
                  <a:lnTo>
                    <a:pt x="5" y="31"/>
                  </a:lnTo>
                  <a:lnTo>
                    <a:pt x="7" y="30"/>
                  </a:lnTo>
                  <a:lnTo>
                    <a:pt x="58" y="3"/>
                  </a:lnTo>
                  <a:lnTo>
                    <a:pt x="60" y="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35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3" name="Freeform 109"/>
            <p:cNvSpPr>
              <a:spLocks/>
            </p:cNvSpPr>
            <p:nvPr/>
          </p:nvSpPr>
          <p:spPr bwMode="auto">
            <a:xfrm>
              <a:off x="6391503" y="1500865"/>
              <a:ext cx="354864" cy="356254"/>
            </a:xfrm>
            <a:custGeom>
              <a:avLst/>
              <a:gdLst>
                <a:gd name="T0" fmla="*/ 54 w 106"/>
                <a:gd name="T1" fmla="*/ 0 h 105"/>
                <a:gd name="T2" fmla="*/ 69 w 106"/>
                <a:gd name="T3" fmla="*/ 3 h 105"/>
                <a:gd name="T4" fmla="*/ 84 w 106"/>
                <a:gd name="T5" fmla="*/ 11 h 105"/>
                <a:gd name="T6" fmla="*/ 96 w 106"/>
                <a:gd name="T7" fmla="*/ 21 h 105"/>
                <a:gd name="T8" fmla="*/ 102 w 106"/>
                <a:gd name="T9" fmla="*/ 36 h 105"/>
                <a:gd name="T10" fmla="*/ 106 w 106"/>
                <a:gd name="T11" fmla="*/ 53 h 105"/>
                <a:gd name="T12" fmla="*/ 102 w 106"/>
                <a:gd name="T13" fmla="*/ 68 h 105"/>
                <a:gd name="T14" fmla="*/ 96 w 106"/>
                <a:gd name="T15" fmla="*/ 83 h 105"/>
                <a:gd name="T16" fmla="*/ 84 w 106"/>
                <a:gd name="T17" fmla="*/ 95 h 105"/>
                <a:gd name="T18" fmla="*/ 69 w 106"/>
                <a:gd name="T19" fmla="*/ 103 h 105"/>
                <a:gd name="T20" fmla="*/ 54 w 106"/>
                <a:gd name="T21" fmla="*/ 105 h 105"/>
                <a:gd name="T22" fmla="*/ 37 w 106"/>
                <a:gd name="T23" fmla="*/ 103 h 105"/>
                <a:gd name="T24" fmla="*/ 22 w 106"/>
                <a:gd name="T25" fmla="*/ 95 h 105"/>
                <a:gd name="T26" fmla="*/ 10 w 106"/>
                <a:gd name="T27" fmla="*/ 83 h 105"/>
                <a:gd name="T28" fmla="*/ 4 w 106"/>
                <a:gd name="T29" fmla="*/ 68 h 105"/>
                <a:gd name="T30" fmla="*/ 0 w 106"/>
                <a:gd name="T31" fmla="*/ 53 h 105"/>
                <a:gd name="T32" fmla="*/ 4 w 106"/>
                <a:gd name="T33" fmla="*/ 36 h 105"/>
                <a:gd name="T34" fmla="*/ 10 w 106"/>
                <a:gd name="T35" fmla="*/ 21 h 105"/>
                <a:gd name="T36" fmla="*/ 22 w 106"/>
                <a:gd name="T37" fmla="*/ 11 h 105"/>
                <a:gd name="T38" fmla="*/ 37 w 106"/>
                <a:gd name="T39" fmla="*/ 3 h 105"/>
                <a:gd name="T40" fmla="*/ 54 w 106"/>
                <a:gd name="T41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6" h="105">
                  <a:moveTo>
                    <a:pt x="54" y="0"/>
                  </a:moveTo>
                  <a:lnTo>
                    <a:pt x="69" y="3"/>
                  </a:lnTo>
                  <a:lnTo>
                    <a:pt x="84" y="11"/>
                  </a:lnTo>
                  <a:lnTo>
                    <a:pt x="96" y="21"/>
                  </a:lnTo>
                  <a:lnTo>
                    <a:pt x="102" y="36"/>
                  </a:lnTo>
                  <a:lnTo>
                    <a:pt x="106" y="53"/>
                  </a:lnTo>
                  <a:lnTo>
                    <a:pt x="102" y="68"/>
                  </a:lnTo>
                  <a:lnTo>
                    <a:pt x="96" y="83"/>
                  </a:lnTo>
                  <a:lnTo>
                    <a:pt x="84" y="95"/>
                  </a:lnTo>
                  <a:lnTo>
                    <a:pt x="69" y="103"/>
                  </a:lnTo>
                  <a:lnTo>
                    <a:pt x="54" y="105"/>
                  </a:lnTo>
                  <a:lnTo>
                    <a:pt x="37" y="103"/>
                  </a:lnTo>
                  <a:lnTo>
                    <a:pt x="22" y="95"/>
                  </a:lnTo>
                  <a:lnTo>
                    <a:pt x="10" y="83"/>
                  </a:lnTo>
                  <a:lnTo>
                    <a:pt x="4" y="68"/>
                  </a:lnTo>
                  <a:lnTo>
                    <a:pt x="0" y="53"/>
                  </a:lnTo>
                  <a:lnTo>
                    <a:pt x="4" y="36"/>
                  </a:lnTo>
                  <a:lnTo>
                    <a:pt x="10" y="21"/>
                  </a:lnTo>
                  <a:lnTo>
                    <a:pt x="22" y="11"/>
                  </a:lnTo>
                  <a:lnTo>
                    <a:pt x="37" y="3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35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8019755" y="1909000"/>
            <a:ext cx="374308" cy="913887"/>
            <a:chOff x="6237507" y="1500865"/>
            <a:chExt cx="662861" cy="1618400"/>
          </a:xfrm>
          <a:solidFill>
            <a:srgbClr val="BFBFBF"/>
          </a:solidFill>
        </p:grpSpPr>
        <p:sp>
          <p:nvSpPr>
            <p:cNvPr id="86" name="Freeform 108"/>
            <p:cNvSpPr>
              <a:spLocks/>
            </p:cNvSpPr>
            <p:nvPr/>
          </p:nvSpPr>
          <p:spPr bwMode="auto">
            <a:xfrm>
              <a:off x="6237507" y="1897834"/>
              <a:ext cx="662861" cy="1221431"/>
            </a:xfrm>
            <a:custGeom>
              <a:avLst/>
              <a:gdLst>
                <a:gd name="T0" fmla="*/ 62 w 198"/>
                <a:gd name="T1" fmla="*/ 0 h 360"/>
                <a:gd name="T2" fmla="*/ 80 w 198"/>
                <a:gd name="T3" fmla="*/ 6 h 360"/>
                <a:gd name="T4" fmla="*/ 100 w 198"/>
                <a:gd name="T5" fmla="*/ 9 h 360"/>
                <a:gd name="T6" fmla="*/ 118 w 198"/>
                <a:gd name="T7" fmla="*/ 6 h 360"/>
                <a:gd name="T8" fmla="*/ 136 w 198"/>
                <a:gd name="T9" fmla="*/ 0 h 360"/>
                <a:gd name="T10" fmla="*/ 138 w 198"/>
                <a:gd name="T11" fmla="*/ 1 h 360"/>
                <a:gd name="T12" fmla="*/ 140 w 198"/>
                <a:gd name="T13" fmla="*/ 3 h 360"/>
                <a:gd name="T14" fmla="*/ 191 w 198"/>
                <a:gd name="T15" fmla="*/ 30 h 360"/>
                <a:gd name="T16" fmla="*/ 193 w 198"/>
                <a:gd name="T17" fmla="*/ 31 h 360"/>
                <a:gd name="T18" fmla="*/ 195 w 198"/>
                <a:gd name="T19" fmla="*/ 33 h 360"/>
                <a:gd name="T20" fmla="*/ 198 w 198"/>
                <a:gd name="T21" fmla="*/ 34 h 360"/>
                <a:gd name="T22" fmla="*/ 198 w 198"/>
                <a:gd name="T23" fmla="*/ 34 h 360"/>
                <a:gd name="T24" fmla="*/ 198 w 198"/>
                <a:gd name="T25" fmla="*/ 37 h 360"/>
                <a:gd name="T26" fmla="*/ 198 w 198"/>
                <a:gd name="T27" fmla="*/ 39 h 360"/>
                <a:gd name="T28" fmla="*/ 198 w 198"/>
                <a:gd name="T29" fmla="*/ 42 h 360"/>
                <a:gd name="T30" fmla="*/ 182 w 198"/>
                <a:gd name="T31" fmla="*/ 188 h 360"/>
                <a:gd name="T32" fmla="*/ 182 w 198"/>
                <a:gd name="T33" fmla="*/ 191 h 360"/>
                <a:gd name="T34" fmla="*/ 182 w 198"/>
                <a:gd name="T35" fmla="*/ 194 h 360"/>
                <a:gd name="T36" fmla="*/ 181 w 198"/>
                <a:gd name="T37" fmla="*/ 196 h 360"/>
                <a:gd name="T38" fmla="*/ 181 w 198"/>
                <a:gd name="T39" fmla="*/ 198 h 360"/>
                <a:gd name="T40" fmla="*/ 180 w 198"/>
                <a:gd name="T41" fmla="*/ 198 h 360"/>
                <a:gd name="T42" fmla="*/ 176 w 198"/>
                <a:gd name="T43" fmla="*/ 198 h 360"/>
                <a:gd name="T44" fmla="*/ 173 w 198"/>
                <a:gd name="T45" fmla="*/ 198 h 360"/>
                <a:gd name="T46" fmla="*/ 156 w 198"/>
                <a:gd name="T47" fmla="*/ 198 h 360"/>
                <a:gd name="T48" fmla="*/ 152 w 198"/>
                <a:gd name="T49" fmla="*/ 199 h 360"/>
                <a:gd name="T50" fmla="*/ 149 w 198"/>
                <a:gd name="T51" fmla="*/ 202 h 360"/>
                <a:gd name="T52" fmla="*/ 149 w 198"/>
                <a:gd name="T53" fmla="*/ 204 h 360"/>
                <a:gd name="T54" fmla="*/ 149 w 198"/>
                <a:gd name="T55" fmla="*/ 353 h 360"/>
                <a:gd name="T56" fmla="*/ 148 w 198"/>
                <a:gd name="T57" fmla="*/ 356 h 360"/>
                <a:gd name="T58" fmla="*/ 145 w 198"/>
                <a:gd name="T59" fmla="*/ 359 h 360"/>
                <a:gd name="T60" fmla="*/ 142 w 198"/>
                <a:gd name="T61" fmla="*/ 360 h 360"/>
                <a:gd name="T62" fmla="*/ 56 w 198"/>
                <a:gd name="T63" fmla="*/ 360 h 360"/>
                <a:gd name="T64" fmla="*/ 53 w 198"/>
                <a:gd name="T65" fmla="*/ 359 h 360"/>
                <a:gd name="T66" fmla="*/ 50 w 198"/>
                <a:gd name="T67" fmla="*/ 356 h 360"/>
                <a:gd name="T68" fmla="*/ 49 w 198"/>
                <a:gd name="T69" fmla="*/ 353 h 360"/>
                <a:gd name="T70" fmla="*/ 49 w 198"/>
                <a:gd name="T71" fmla="*/ 204 h 360"/>
                <a:gd name="T72" fmla="*/ 49 w 198"/>
                <a:gd name="T73" fmla="*/ 202 h 360"/>
                <a:gd name="T74" fmla="*/ 46 w 198"/>
                <a:gd name="T75" fmla="*/ 199 h 360"/>
                <a:gd name="T76" fmla="*/ 42 w 198"/>
                <a:gd name="T77" fmla="*/ 198 h 360"/>
                <a:gd name="T78" fmla="*/ 25 w 198"/>
                <a:gd name="T79" fmla="*/ 198 h 360"/>
                <a:gd name="T80" fmla="*/ 22 w 198"/>
                <a:gd name="T81" fmla="*/ 198 h 360"/>
                <a:gd name="T82" fmla="*/ 20 w 198"/>
                <a:gd name="T83" fmla="*/ 198 h 360"/>
                <a:gd name="T84" fmla="*/ 17 w 198"/>
                <a:gd name="T85" fmla="*/ 196 h 360"/>
                <a:gd name="T86" fmla="*/ 17 w 198"/>
                <a:gd name="T87" fmla="*/ 196 h 360"/>
                <a:gd name="T88" fmla="*/ 16 w 198"/>
                <a:gd name="T89" fmla="*/ 195 h 360"/>
                <a:gd name="T90" fmla="*/ 16 w 198"/>
                <a:gd name="T91" fmla="*/ 192 h 360"/>
                <a:gd name="T92" fmla="*/ 16 w 198"/>
                <a:gd name="T93" fmla="*/ 188 h 360"/>
                <a:gd name="T94" fmla="*/ 0 w 198"/>
                <a:gd name="T95" fmla="*/ 42 h 360"/>
                <a:gd name="T96" fmla="*/ 0 w 198"/>
                <a:gd name="T97" fmla="*/ 39 h 360"/>
                <a:gd name="T98" fmla="*/ 0 w 198"/>
                <a:gd name="T99" fmla="*/ 37 h 360"/>
                <a:gd name="T100" fmla="*/ 0 w 198"/>
                <a:gd name="T101" fmla="*/ 35 h 360"/>
                <a:gd name="T102" fmla="*/ 0 w 198"/>
                <a:gd name="T103" fmla="*/ 34 h 360"/>
                <a:gd name="T104" fmla="*/ 1 w 198"/>
                <a:gd name="T105" fmla="*/ 33 h 360"/>
                <a:gd name="T106" fmla="*/ 3 w 198"/>
                <a:gd name="T107" fmla="*/ 31 h 360"/>
                <a:gd name="T108" fmla="*/ 5 w 198"/>
                <a:gd name="T109" fmla="*/ 31 h 360"/>
                <a:gd name="T110" fmla="*/ 7 w 198"/>
                <a:gd name="T111" fmla="*/ 30 h 360"/>
                <a:gd name="T112" fmla="*/ 58 w 198"/>
                <a:gd name="T113" fmla="*/ 3 h 360"/>
                <a:gd name="T114" fmla="*/ 60 w 198"/>
                <a:gd name="T115" fmla="*/ 1 h 360"/>
                <a:gd name="T116" fmla="*/ 62 w 198"/>
                <a:gd name="T117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98" h="360">
                  <a:moveTo>
                    <a:pt x="62" y="0"/>
                  </a:moveTo>
                  <a:lnTo>
                    <a:pt x="80" y="6"/>
                  </a:lnTo>
                  <a:lnTo>
                    <a:pt x="100" y="9"/>
                  </a:lnTo>
                  <a:lnTo>
                    <a:pt x="118" y="6"/>
                  </a:lnTo>
                  <a:lnTo>
                    <a:pt x="136" y="0"/>
                  </a:lnTo>
                  <a:lnTo>
                    <a:pt x="138" y="1"/>
                  </a:lnTo>
                  <a:lnTo>
                    <a:pt x="140" y="3"/>
                  </a:lnTo>
                  <a:lnTo>
                    <a:pt x="191" y="30"/>
                  </a:lnTo>
                  <a:lnTo>
                    <a:pt x="193" y="31"/>
                  </a:lnTo>
                  <a:lnTo>
                    <a:pt x="195" y="33"/>
                  </a:lnTo>
                  <a:lnTo>
                    <a:pt x="198" y="34"/>
                  </a:lnTo>
                  <a:lnTo>
                    <a:pt x="198" y="34"/>
                  </a:lnTo>
                  <a:lnTo>
                    <a:pt x="198" y="37"/>
                  </a:lnTo>
                  <a:lnTo>
                    <a:pt x="198" y="39"/>
                  </a:lnTo>
                  <a:lnTo>
                    <a:pt x="198" y="42"/>
                  </a:lnTo>
                  <a:lnTo>
                    <a:pt x="182" y="188"/>
                  </a:lnTo>
                  <a:lnTo>
                    <a:pt x="182" y="191"/>
                  </a:lnTo>
                  <a:lnTo>
                    <a:pt x="182" y="194"/>
                  </a:lnTo>
                  <a:lnTo>
                    <a:pt x="181" y="196"/>
                  </a:lnTo>
                  <a:lnTo>
                    <a:pt x="181" y="198"/>
                  </a:lnTo>
                  <a:lnTo>
                    <a:pt x="180" y="198"/>
                  </a:lnTo>
                  <a:lnTo>
                    <a:pt x="176" y="198"/>
                  </a:lnTo>
                  <a:lnTo>
                    <a:pt x="173" y="198"/>
                  </a:lnTo>
                  <a:lnTo>
                    <a:pt x="156" y="198"/>
                  </a:lnTo>
                  <a:lnTo>
                    <a:pt x="152" y="199"/>
                  </a:lnTo>
                  <a:lnTo>
                    <a:pt x="149" y="202"/>
                  </a:lnTo>
                  <a:lnTo>
                    <a:pt x="149" y="204"/>
                  </a:lnTo>
                  <a:lnTo>
                    <a:pt x="149" y="353"/>
                  </a:lnTo>
                  <a:lnTo>
                    <a:pt x="148" y="356"/>
                  </a:lnTo>
                  <a:lnTo>
                    <a:pt x="145" y="359"/>
                  </a:lnTo>
                  <a:lnTo>
                    <a:pt x="142" y="360"/>
                  </a:lnTo>
                  <a:lnTo>
                    <a:pt x="56" y="360"/>
                  </a:lnTo>
                  <a:lnTo>
                    <a:pt x="53" y="359"/>
                  </a:lnTo>
                  <a:lnTo>
                    <a:pt x="50" y="356"/>
                  </a:lnTo>
                  <a:lnTo>
                    <a:pt x="49" y="353"/>
                  </a:lnTo>
                  <a:lnTo>
                    <a:pt x="49" y="204"/>
                  </a:lnTo>
                  <a:lnTo>
                    <a:pt x="49" y="202"/>
                  </a:lnTo>
                  <a:lnTo>
                    <a:pt x="46" y="199"/>
                  </a:lnTo>
                  <a:lnTo>
                    <a:pt x="42" y="198"/>
                  </a:lnTo>
                  <a:lnTo>
                    <a:pt x="25" y="198"/>
                  </a:lnTo>
                  <a:lnTo>
                    <a:pt x="22" y="198"/>
                  </a:lnTo>
                  <a:lnTo>
                    <a:pt x="20" y="198"/>
                  </a:lnTo>
                  <a:lnTo>
                    <a:pt x="17" y="196"/>
                  </a:lnTo>
                  <a:lnTo>
                    <a:pt x="17" y="196"/>
                  </a:lnTo>
                  <a:lnTo>
                    <a:pt x="16" y="195"/>
                  </a:lnTo>
                  <a:lnTo>
                    <a:pt x="16" y="192"/>
                  </a:lnTo>
                  <a:lnTo>
                    <a:pt x="16" y="188"/>
                  </a:lnTo>
                  <a:lnTo>
                    <a:pt x="0" y="42"/>
                  </a:lnTo>
                  <a:lnTo>
                    <a:pt x="0" y="39"/>
                  </a:lnTo>
                  <a:lnTo>
                    <a:pt x="0" y="37"/>
                  </a:lnTo>
                  <a:lnTo>
                    <a:pt x="0" y="35"/>
                  </a:lnTo>
                  <a:lnTo>
                    <a:pt x="0" y="34"/>
                  </a:lnTo>
                  <a:lnTo>
                    <a:pt x="1" y="33"/>
                  </a:lnTo>
                  <a:lnTo>
                    <a:pt x="3" y="31"/>
                  </a:lnTo>
                  <a:lnTo>
                    <a:pt x="5" y="31"/>
                  </a:lnTo>
                  <a:lnTo>
                    <a:pt x="7" y="30"/>
                  </a:lnTo>
                  <a:lnTo>
                    <a:pt x="58" y="3"/>
                  </a:lnTo>
                  <a:lnTo>
                    <a:pt x="60" y="1"/>
                  </a:lnTo>
                  <a:lnTo>
                    <a:pt x="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35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7" name="Freeform 109"/>
            <p:cNvSpPr>
              <a:spLocks/>
            </p:cNvSpPr>
            <p:nvPr/>
          </p:nvSpPr>
          <p:spPr bwMode="auto">
            <a:xfrm>
              <a:off x="6391503" y="1500865"/>
              <a:ext cx="354864" cy="356254"/>
            </a:xfrm>
            <a:custGeom>
              <a:avLst/>
              <a:gdLst>
                <a:gd name="T0" fmla="*/ 54 w 106"/>
                <a:gd name="T1" fmla="*/ 0 h 105"/>
                <a:gd name="T2" fmla="*/ 69 w 106"/>
                <a:gd name="T3" fmla="*/ 3 h 105"/>
                <a:gd name="T4" fmla="*/ 84 w 106"/>
                <a:gd name="T5" fmla="*/ 11 h 105"/>
                <a:gd name="T6" fmla="*/ 96 w 106"/>
                <a:gd name="T7" fmla="*/ 21 h 105"/>
                <a:gd name="T8" fmla="*/ 102 w 106"/>
                <a:gd name="T9" fmla="*/ 36 h 105"/>
                <a:gd name="T10" fmla="*/ 106 w 106"/>
                <a:gd name="T11" fmla="*/ 53 h 105"/>
                <a:gd name="T12" fmla="*/ 102 w 106"/>
                <a:gd name="T13" fmla="*/ 68 h 105"/>
                <a:gd name="T14" fmla="*/ 96 w 106"/>
                <a:gd name="T15" fmla="*/ 83 h 105"/>
                <a:gd name="T16" fmla="*/ 84 w 106"/>
                <a:gd name="T17" fmla="*/ 95 h 105"/>
                <a:gd name="T18" fmla="*/ 69 w 106"/>
                <a:gd name="T19" fmla="*/ 103 h 105"/>
                <a:gd name="T20" fmla="*/ 54 w 106"/>
                <a:gd name="T21" fmla="*/ 105 h 105"/>
                <a:gd name="T22" fmla="*/ 37 w 106"/>
                <a:gd name="T23" fmla="*/ 103 h 105"/>
                <a:gd name="T24" fmla="*/ 22 w 106"/>
                <a:gd name="T25" fmla="*/ 95 h 105"/>
                <a:gd name="T26" fmla="*/ 10 w 106"/>
                <a:gd name="T27" fmla="*/ 83 h 105"/>
                <a:gd name="T28" fmla="*/ 4 w 106"/>
                <a:gd name="T29" fmla="*/ 68 h 105"/>
                <a:gd name="T30" fmla="*/ 0 w 106"/>
                <a:gd name="T31" fmla="*/ 53 h 105"/>
                <a:gd name="T32" fmla="*/ 4 w 106"/>
                <a:gd name="T33" fmla="*/ 36 h 105"/>
                <a:gd name="T34" fmla="*/ 10 w 106"/>
                <a:gd name="T35" fmla="*/ 21 h 105"/>
                <a:gd name="T36" fmla="*/ 22 w 106"/>
                <a:gd name="T37" fmla="*/ 11 h 105"/>
                <a:gd name="T38" fmla="*/ 37 w 106"/>
                <a:gd name="T39" fmla="*/ 3 h 105"/>
                <a:gd name="T40" fmla="*/ 54 w 106"/>
                <a:gd name="T41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6" h="105">
                  <a:moveTo>
                    <a:pt x="54" y="0"/>
                  </a:moveTo>
                  <a:lnTo>
                    <a:pt x="69" y="3"/>
                  </a:lnTo>
                  <a:lnTo>
                    <a:pt x="84" y="11"/>
                  </a:lnTo>
                  <a:lnTo>
                    <a:pt x="96" y="21"/>
                  </a:lnTo>
                  <a:lnTo>
                    <a:pt x="102" y="36"/>
                  </a:lnTo>
                  <a:lnTo>
                    <a:pt x="106" y="53"/>
                  </a:lnTo>
                  <a:lnTo>
                    <a:pt x="102" y="68"/>
                  </a:lnTo>
                  <a:lnTo>
                    <a:pt x="96" y="83"/>
                  </a:lnTo>
                  <a:lnTo>
                    <a:pt x="84" y="95"/>
                  </a:lnTo>
                  <a:lnTo>
                    <a:pt x="69" y="103"/>
                  </a:lnTo>
                  <a:lnTo>
                    <a:pt x="54" y="105"/>
                  </a:lnTo>
                  <a:lnTo>
                    <a:pt x="37" y="103"/>
                  </a:lnTo>
                  <a:lnTo>
                    <a:pt x="22" y="95"/>
                  </a:lnTo>
                  <a:lnTo>
                    <a:pt x="10" y="83"/>
                  </a:lnTo>
                  <a:lnTo>
                    <a:pt x="4" y="68"/>
                  </a:lnTo>
                  <a:lnTo>
                    <a:pt x="0" y="53"/>
                  </a:lnTo>
                  <a:lnTo>
                    <a:pt x="4" y="36"/>
                  </a:lnTo>
                  <a:lnTo>
                    <a:pt x="10" y="21"/>
                  </a:lnTo>
                  <a:lnTo>
                    <a:pt x="22" y="11"/>
                  </a:lnTo>
                  <a:lnTo>
                    <a:pt x="37" y="3"/>
                  </a:ln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35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88" name="직사각형 87"/>
          <p:cNvSpPr/>
          <p:nvPr/>
        </p:nvSpPr>
        <p:spPr>
          <a:xfrm>
            <a:off x="7669389" y="1294548"/>
            <a:ext cx="1060927" cy="624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</a:t>
            </a:r>
            <a:endParaRPr lang="ko-KR" altLang="en-US" sz="105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9447494" y="1294548"/>
            <a:ext cx="1060927" cy="624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동남아</a:t>
            </a:r>
            <a:endParaRPr lang="en-US" altLang="ko-KR" sz="16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16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유럽</a:t>
            </a:r>
            <a:endParaRPr lang="ko-KR" altLang="en-US" sz="105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8" name="날짜 개체 틀 8"/>
          <p:cNvSpPr>
            <a:spLocks noGrp="1"/>
          </p:cNvSpPr>
          <p:nvPr>
            <p:ph type="dt" sz="half" idx="10"/>
          </p:nvPr>
        </p:nvSpPr>
        <p:spPr>
          <a:xfrm>
            <a:off x="23408" y="6513139"/>
            <a:ext cx="2743200" cy="365125"/>
          </a:xfrm>
        </p:spPr>
        <p:txBody>
          <a:bodyPr/>
          <a:lstStyle/>
          <a:p>
            <a:fld id="{D55EC939-8A95-483A-AC57-B624D23D5C67}" type="datetime1">
              <a:rPr lang="ko-KR" altLang="en-US" sz="900" smtClean="0"/>
              <a:t>2019-08-06</a:t>
            </a:fld>
            <a:endParaRPr lang="ko-KR" altLang="en-US" sz="900" dirty="0"/>
          </a:p>
        </p:txBody>
      </p:sp>
      <p:sp>
        <p:nvSpPr>
          <p:cNvPr id="109" name="바닥글 개체 틀 13"/>
          <p:cNvSpPr>
            <a:spLocks noGrp="1"/>
          </p:cNvSpPr>
          <p:nvPr>
            <p:ph type="ftr" sz="quarter" idx="11"/>
          </p:nvPr>
        </p:nvSpPr>
        <p:spPr>
          <a:xfrm>
            <a:off x="10071100" y="6481390"/>
            <a:ext cx="2120900" cy="365125"/>
          </a:xfrm>
        </p:spPr>
        <p:txBody>
          <a:bodyPr/>
          <a:lstStyle/>
          <a:p>
            <a:r>
              <a:rPr lang="en-US" altLang="ko-KR" sz="900" dirty="0" smtClean="0"/>
              <a:t>IT</a:t>
            </a:r>
            <a:r>
              <a:rPr lang="ko-KR" altLang="en-US" sz="900" dirty="0" smtClean="0"/>
              <a:t>미래전략본부</a:t>
            </a:r>
            <a:endParaRPr lang="ko-KR" altLang="en-US" sz="900" dirty="0"/>
          </a:p>
        </p:txBody>
      </p:sp>
      <p:sp>
        <p:nvSpPr>
          <p:cNvPr id="110" name="슬라이드 번호 개체 틀 16"/>
          <p:cNvSpPr>
            <a:spLocks noGrp="1"/>
          </p:cNvSpPr>
          <p:nvPr>
            <p:ph type="sldNum" sz="quarter" idx="12"/>
          </p:nvPr>
        </p:nvSpPr>
        <p:spPr>
          <a:xfrm>
            <a:off x="5753100" y="6508749"/>
            <a:ext cx="698500" cy="365125"/>
          </a:xfrm>
        </p:spPr>
        <p:txBody>
          <a:bodyPr/>
          <a:lstStyle/>
          <a:p>
            <a:r>
              <a:rPr lang="en-US" altLang="ko-KR" sz="900" dirty="0"/>
              <a:t>7</a:t>
            </a:r>
            <a:r>
              <a:rPr lang="en-US" altLang="ko-KR" sz="900" dirty="0" smtClean="0"/>
              <a:t> / 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76810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직선 연결선 108"/>
          <p:cNvCxnSpPr/>
          <p:nvPr/>
        </p:nvCxnSpPr>
        <p:spPr>
          <a:xfrm>
            <a:off x="0" y="750139"/>
            <a:ext cx="12192000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230842" y="193086"/>
            <a:ext cx="2867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en-US" altLang="ko-KR" sz="2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2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인기 여행지</a:t>
            </a:r>
            <a:endParaRPr lang="ko-KR" altLang="en-US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447727" y="862133"/>
            <a:ext cx="4033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■</a:t>
            </a:r>
            <a:r>
              <a:rPr lang="en-US" altLang="ko-KR" sz="16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동남아 지역을 선택하는 이유는</a:t>
            </a:r>
            <a:r>
              <a:rPr lang="en-US" altLang="ko-KR" sz="1600" b="1" dirty="0" smtClean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6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6403" y="1390613"/>
            <a:ext cx="3076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항공업계에 따르면</a:t>
            </a:r>
            <a:r>
              <a:rPr lang="en-US" altLang="ko-KR" sz="2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  <a:endParaRPr lang="ko-KR" altLang="en-US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6437312" y="6065865"/>
            <a:ext cx="2456584" cy="2758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출처 </a:t>
            </a: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여행신문</a:t>
            </a:r>
            <a:r>
              <a:rPr lang="en-US" altLang="ko-KR" sz="800" b="1" dirty="0" smtClean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grpSp>
        <p:nvGrpSpPr>
          <p:cNvPr id="24" name="그룹 23"/>
          <p:cNvGrpSpPr/>
          <p:nvPr/>
        </p:nvGrpSpPr>
        <p:grpSpPr>
          <a:xfrm>
            <a:off x="3021889" y="2098652"/>
            <a:ext cx="2358718" cy="1459480"/>
            <a:chOff x="2912552" y="2098652"/>
            <a:chExt cx="2358718" cy="1459480"/>
          </a:xfrm>
        </p:grpSpPr>
        <p:sp>
          <p:nvSpPr>
            <p:cNvPr id="46" name="타원 45"/>
            <p:cNvSpPr/>
            <p:nvPr/>
          </p:nvSpPr>
          <p:spPr>
            <a:xfrm>
              <a:off x="3371911" y="2098652"/>
              <a:ext cx="1440000" cy="144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76AB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8" name="텍스트 개체 틀 14">
              <a:extLst>
                <a:ext uri="{FF2B5EF4-FFF2-40B4-BE49-F238E27FC236}">
                  <a16:creationId xmlns="" xmlns:a16="http://schemas.microsoft.com/office/drawing/2014/main" id="{AC25F55D-F44B-4FFB-8956-9822FEC43CA4}"/>
                </a:ext>
              </a:extLst>
            </p:cNvPr>
            <p:cNvSpPr txBox="1">
              <a:spLocks/>
            </p:cNvSpPr>
            <p:nvPr/>
          </p:nvSpPr>
          <p:spPr>
            <a:xfrm>
              <a:off x="2912552" y="2855954"/>
              <a:ext cx="2358718" cy="702178"/>
            </a:xfrm>
          </p:spPr>
          <p:txBody>
            <a:bodyPr anchor="ctr">
              <a:noAutofit/>
            </a:bodyPr>
            <a:lstStyle>
              <a:lvl1pPr marL="0" indent="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ko-KR" altLang="en-US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저렴한</a:t>
              </a:r>
              <a:r>
                <a:rPr lang="en-US" altLang="ko-KR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/>
              </a:r>
              <a:br>
                <a:rPr lang="en-US" altLang="ko-KR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여행경비</a:t>
              </a:r>
              <a:endPara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149" y="2305779"/>
              <a:ext cx="609524" cy="609524"/>
            </a:xfrm>
            <a:prstGeom prst="rect">
              <a:avLst/>
            </a:prstGeom>
          </p:spPr>
        </p:pic>
      </p:grpSp>
      <p:grpSp>
        <p:nvGrpSpPr>
          <p:cNvPr id="51" name="그룹 50"/>
          <p:cNvGrpSpPr/>
          <p:nvPr/>
        </p:nvGrpSpPr>
        <p:grpSpPr>
          <a:xfrm>
            <a:off x="6811394" y="2098652"/>
            <a:ext cx="2358718" cy="1440000"/>
            <a:chOff x="4916640" y="1364575"/>
            <a:chExt cx="2358718" cy="1440000"/>
          </a:xfrm>
        </p:grpSpPr>
        <p:sp>
          <p:nvSpPr>
            <p:cNvPr id="52" name="타원 51"/>
            <p:cNvSpPr/>
            <p:nvPr/>
          </p:nvSpPr>
          <p:spPr>
            <a:xfrm>
              <a:off x="5375999" y="1364575"/>
              <a:ext cx="1440000" cy="144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A9D18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3" name="텍스트 개체 틀 14">
              <a:extLst>
                <a:ext uri="{FF2B5EF4-FFF2-40B4-BE49-F238E27FC236}">
                  <a16:creationId xmlns="" xmlns:a16="http://schemas.microsoft.com/office/drawing/2014/main" id="{AC25F55D-F44B-4FFB-8956-9822FEC43CA4}"/>
                </a:ext>
              </a:extLst>
            </p:cNvPr>
            <p:cNvSpPr txBox="1">
              <a:spLocks/>
            </p:cNvSpPr>
            <p:nvPr/>
          </p:nvSpPr>
          <p:spPr>
            <a:xfrm>
              <a:off x="4916640" y="2081993"/>
              <a:ext cx="2358718" cy="702178"/>
            </a:xfrm>
            <a:ln>
              <a:solidFill>
                <a:srgbClr val="A9D18E"/>
              </a:solidFill>
            </a:ln>
          </p:spPr>
          <p:txBody>
            <a:bodyPr anchor="ctr">
              <a:noAutofit/>
            </a:bodyPr>
            <a:lstStyle>
              <a:lvl1pPr marL="0" indent="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해외항공 연계</a:t>
              </a:r>
              <a:r>
                <a:rPr lang="en-US" altLang="ko-KR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/>
              </a:r>
              <a:br>
                <a:rPr lang="en-US" altLang="ko-KR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</a:br>
              <a:r>
                <a:rPr lang="ko-KR" altLang="en-US" sz="14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노선 확대</a:t>
              </a:r>
              <a:endPara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991" y="2270831"/>
            <a:ext cx="609524" cy="609524"/>
          </a:xfrm>
          <a:prstGeom prst="rect">
            <a:avLst/>
          </a:prstGeom>
        </p:spPr>
      </p:pic>
      <p:grpSp>
        <p:nvGrpSpPr>
          <p:cNvPr id="55" name="그룹 54"/>
          <p:cNvGrpSpPr/>
          <p:nvPr/>
        </p:nvGrpSpPr>
        <p:grpSpPr>
          <a:xfrm>
            <a:off x="6811393" y="4496862"/>
            <a:ext cx="2358718" cy="1440000"/>
            <a:chOff x="4916640" y="1364575"/>
            <a:chExt cx="2358718" cy="1440000"/>
          </a:xfrm>
        </p:grpSpPr>
        <p:sp>
          <p:nvSpPr>
            <p:cNvPr id="56" name="타원 55"/>
            <p:cNvSpPr/>
            <p:nvPr/>
          </p:nvSpPr>
          <p:spPr>
            <a:xfrm>
              <a:off x="5375999" y="1364575"/>
              <a:ext cx="1440000" cy="1440000"/>
            </a:xfrm>
            <a:prstGeom prst="ellipse">
              <a:avLst/>
            </a:prstGeom>
            <a:solidFill>
              <a:schemeClr val="bg1"/>
            </a:solidFill>
            <a:ln w="127000">
              <a:solidFill>
                <a:srgbClr val="E4928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" name="텍스트 개체 틀 14">
              <a:extLst>
                <a:ext uri="{FF2B5EF4-FFF2-40B4-BE49-F238E27FC236}">
                  <a16:creationId xmlns="" xmlns:a16="http://schemas.microsoft.com/office/drawing/2014/main" id="{AC25F55D-F44B-4FFB-8956-9822FEC43CA4}"/>
                </a:ext>
              </a:extLst>
            </p:cNvPr>
            <p:cNvSpPr txBox="1">
              <a:spLocks/>
            </p:cNvSpPr>
            <p:nvPr/>
          </p:nvSpPr>
          <p:spPr>
            <a:xfrm>
              <a:off x="4916640" y="2081993"/>
              <a:ext cx="2358718" cy="702178"/>
            </a:xfrm>
            <a:ln>
              <a:solidFill>
                <a:srgbClr val="E49282"/>
              </a:solidFill>
            </a:ln>
          </p:spPr>
          <p:txBody>
            <a:bodyPr anchor="ctr">
              <a:noAutofit/>
            </a:bodyPr>
            <a:lstStyle>
              <a:lvl1pPr marL="0" indent="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585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17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754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339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짧은 비행시간</a:t>
              </a:r>
              <a:endPara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23" name="그림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5604" y="4691036"/>
            <a:ext cx="650296" cy="650296"/>
          </a:xfrm>
          <a:prstGeom prst="rect">
            <a:avLst/>
          </a:prstGeom>
        </p:spPr>
      </p:pic>
      <p:sp>
        <p:nvSpPr>
          <p:cNvPr id="69" name="타원 68"/>
          <p:cNvSpPr/>
          <p:nvPr/>
        </p:nvSpPr>
        <p:spPr>
          <a:xfrm>
            <a:off x="5376000" y="3297757"/>
            <a:ext cx="1440000" cy="1440000"/>
          </a:xfrm>
          <a:prstGeom prst="ellipse">
            <a:avLst/>
          </a:prstGeom>
          <a:solidFill>
            <a:schemeClr val="bg1"/>
          </a:solidFill>
          <a:ln w="127000">
            <a:solidFill>
              <a:srgbClr val="8497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2" name="텍스트 개체 틀 14">
            <a:extLst>
              <a:ext uri="{FF2B5EF4-FFF2-40B4-BE49-F238E27FC236}">
                <a16:creationId xmlns="" xmlns:a16="http://schemas.microsoft.com/office/drawing/2014/main" id="{AC25F55D-F44B-4FFB-8956-9822FEC43CA4}"/>
              </a:ext>
            </a:extLst>
          </p:cNvPr>
          <p:cNvSpPr txBox="1">
            <a:spLocks/>
          </p:cNvSpPr>
          <p:nvPr/>
        </p:nvSpPr>
        <p:spPr>
          <a:xfrm>
            <a:off x="4916641" y="3660790"/>
            <a:ext cx="2358718" cy="702178"/>
          </a:xfrm>
          <a:ln>
            <a:solidFill>
              <a:srgbClr val="A9D18E"/>
            </a:solidFill>
          </a:ln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동남아</a:t>
            </a:r>
            <a:endParaRPr lang="en-US" altLang="ko-KR" sz="20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2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여행객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증가</a:t>
            </a:r>
            <a:endParaRPr lang="en-US" altLang="ko-KR" sz="20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3011899" y="4496862"/>
            <a:ext cx="2358718" cy="1440000"/>
            <a:chOff x="3011899" y="4496862"/>
            <a:chExt cx="2358718" cy="1440000"/>
          </a:xfrm>
        </p:grpSpPr>
        <p:grpSp>
          <p:nvGrpSpPr>
            <p:cNvPr id="59" name="그룹 58"/>
            <p:cNvGrpSpPr/>
            <p:nvPr/>
          </p:nvGrpSpPr>
          <p:grpSpPr>
            <a:xfrm>
              <a:off x="3011899" y="4496862"/>
              <a:ext cx="2358718" cy="1440000"/>
              <a:chOff x="4916640" y="1364575"/>
              <a:chExt cx="2358718" cy="1440000"/>
            </a:xfrm>
          </p:grpSpPr>
          <p:sp>
            <p:nvSpPr>
              <p:cNvPr id="62" name="타원 61"/>
              <p:cNvSpPr/>
              <p:nvPr/>
            </p:nvSpPr>
            <p:spPr>
              <a:xfrm>
                <a:off x="5375999" y="1364575"/>
                <a:ext cx="1440000" cy="1440000"/>
              </a:xfrm>
              <a:prstGeom prst="ellipse">
                <a:avLst/>
              </a:prstGeom>
              <a:solidFill>
                <a:schemeClr val="bg1"/>
              </a:solidFill>
              <a:ln w="127000">
                <a:solidFill>
                  <a:srgbClr val="FFD9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4" name="텍스트 개체 틀 14">
                <a:extLst>
                  <a:ext uri="{FF2B5EF4-FFF2-40B4-BE49-F238E27FC236}">
                    <a16:creationId xmlns="" xmlns:a16="http://schemas.microsoft.com/office/drawing/2014/main" id="{AC25F55D-F44B-4FFB-8956-9822FEC43C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16640" y="2081993"/>
                <a:ext cx="2358718" cy="702178"/>
              </a:xfrm>
              <a:ln>
                <a:solidFill>
                  <a:srgbClr val="FFD966"/>
                </a:solidFill>
              </a:ln>
            </p:spPr>
            <p:txBody>
              <a:bodyPr anchor="ctr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585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917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754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8339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14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국내</a:t>
                </a:r>
                <a:r>
                  <a:rPr lang="ja-JP" altLang="en-US" sz="14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ja-JP" sz="14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LCC </a:t>
                </a:r>
                <a:r>
                  <a:rPr lang="ko-KR" altLang="en-US" sz="1400" b="1" dirty="0" smtClean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증설</a:t>
                </a:r>
                <a:endParaRPr lang="en-US" altLang="ko-KR" sz="1400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p:grpSp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6496" y="4737757"/>
              <a:ext cx="609524" cy="609524"/>
            </a:xfrm>
            <a:prstGeom prst="rect">
              <a:avLst/>
            </a:prstGeom>
          </p:spPr>
        </p:pic>
      </p:grpSp>
      <p:sp>
        <p:nvSpPr>
          <p:cNvPr id="73" name="날짜 개체 틀 8"/>
          <p:cNvSpPr>
            <a:spLocks noGrp="1"/>
          </p:cNvSpPr>
          <p:nvPr>
            <p:ph type="dt" sz="half" idx="10"/>
          </p:nvPr>
        </p:nvSpPr>
        <p:spPr>
          <a:xfrm>
            <a:off x="23408" y="6513139"/>
            <a:ext cx="2743200" cy="365125"/>
          </a:xfrm>
        </p:spPr>
        <p:txBody>
          <a:bodyPr/>
          <a:lstStyle/>
          <a:p>
            <a:fld id="{D55EC939-8A95-483A-AC57-B624D23D5C67}" type="datetime1">
              <a:rPr lang="ko-KR" altLang="en-US" sz="900" smtClean="0"/>
              <a:t>2019-08-06</a:t>
            </a:fld>
            <a:endParaRPr lang="ko-KR" altLang="en-US" sz="900" dirty="0"/>
          </a:p>
        </p:txBody>
      </p:sp>
      <p:sp>
        <p:nvSpPr>
          <p:cNvPr id="74" name="바닥글 개체 틀 13"/>
          <p:cNvSpPr>
            <a:spLocks noGrp="1"/>
          </p:cNvSpPr>
          <p:nvPr>
            <p:ph type="ftr" sz="quarter" idx="11"/>
          </p:nvPr>
        </p:nvSpPr>
        <p:spPr>
          <a:xfrm>
            <a:off x="10071100" y="6481390"/>
            <a:ext cx="2120900" cy="365125"/>
          </a:xfrm>
        </p:spPr>
        <p:txBody>
          <a:bodyPr/>
          <a:lstStyle/>
          <a:p>
            <a:r>
              <a:rPr lang="en-US" altLang="ko-KR" sz="900" dirty="0" smtClean="0"/>
              <a:t>IT</a:t>
            </a:r>
            <a:r>
              <a:rPr lang="ko-KR" altLang="en-US" sz="900" dirty="0" smtClean="0"/>
              <a:t>미래전략본부</a:t>
            </a:r>
            <a:endParaRPr lang="ko-KR" altLang="en-US" sz="900" dirty="0"/>
          </a:p>
        </p:txBody>
      </p:sp>
      <p:sp>
        <p:nvSpPr>
          <p:cNvPr id="75" name="슬라이드 번호 개체 틀 16"/>
          <p:cNvSpPr>
            <a:spLocks noGrp="1"/>
          </p:cNvSpPr>
          <p:nvPr>
            <p:ph type="sldNum" sz="quarter" idx="12"/>
          </p:nvPr>
        </p:nvSpPr>
        <p:spPr>
          <a:xfrm>
            <a:off x="5753100" y="6508749"/>
            <a:ext cx="698500" cy="365125"/>
          </a:xfrm>
        </p:spPr>
        <p:txBody>
          <a:bodyPr/>
          <a:lstStyle/>
          <a:p>
            <a:r>
              <a:rPr lang="en-US" altLang="ko-KR" sz="900" dirty="0" smtClean="0"/>
              <a:t>8 / 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705257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타원 92"/>
          <p:cNvSpPr/>
          <p:nvPr/>
        </p:nvSpPr>
        <p:spPr>
          <a:xfrm>
            <a:off x="4296000" y="2017934"/>
            <a:ext cx="3600000" cy="3600000"/>
          </a:xfrm>
          <a:prstGeom prst="ellips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40" name="그림 139"/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010284" y="5518238"/>
            <a:ext cx="217884" cy="204712"/>
          </a:xfrm>
          <a:prstGeom prst="rect">
            <a:avLst/>
          </a:prstGeom>
        </p:spPr>
      </p:pic>
      <p:pic>
        <p:nvPicPr>
          <p:cNvPr id="141" name="그림 140"/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398671">
            <a:off x="4273393" y="4213787"/>
            <a:ext cx="204712" cy="217884"/>
          </a:xfrm>
          <a:prstGeom prst="rect">
            <a:avLst/>
          </a:prstGeom>
        </p:spPr>
      </p:pic>
      <p:pic>
        <p:nvPicPr>
          <p:cNvPr id="142" name="그림 141"/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13347">
            <a:off x="4937831" y="2284791"/>
            <a:ext cx="217884" cy="204712"/>
          </a:xfrm>
          <a:prstGeom prst="rect">
            <a:avLst/>
          </a:prstGeom>
        </p:spPr>
      </p:pic>
      <p:pic>
        <p:nvPicPr>
          <p:cNvPr id="143" name="그림 142"/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91799">
            <a:off x="7000942" y="2232337"/>
            <a:ext cx="217884" cy="204712"/>
          </a:xfrm>
          <a:prstGeom prst="rect">
            <a:avLst/>
          </a:prstGeom>
        </p:spPr>
      </p:pic>
      <p:pic>
        <p:nvPicPr>
          <p:cNvPr id="144" name="그림 143"/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214126">
            <a:off x="7729206" y="4157058"/>
            <a:ext cx="204712" cy="217884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970341" y="6156295"/>
            <a:ext cx="10251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여행동반인 변화를 파악하여 동반인 유형에 맞는 맞춤상품을 개발 및 판매 필요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47" name="직선 연결선 146"/>
          <p:cNvCxnSpPr/>
          <p:nvPr/>
        </p:nvCxnSpPr>
        <p:spPr>
          <a:xfrm>
            <a:off x="0" y="750139"/>
            <a:ext cx="12192000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230842" y="193086"/>
            <a:ext cx="2867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en-US" altLang="ko-KR" sz="2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2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결론</a:t>
            </a:r>
            <a:endParaRPr lang="ko-KR" altLang="en-US" sz="2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8" name="타원 97"/>
          <p:cNvSpPr/>
          <p:nvPr/>
        </p:nvSpPr>
        <p:spPr>
          <a:xfrm>
            <a:off x="5376000" y="1364575"/>
            <a:ext cx="1440000" cy="1440000"/>
          </a:xfrm>
          <a:prstGeom prst="ellipse">
            <a:avLst/>
          </a:prstGeom>
          <a:solidFill>
            <a:schemeClr val="bg1"/>
          </a:solidFill>
          <a:ln w="127000">
            <a:solidFill>
              <a:srgbClr val="76AB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성수기비수기</a:t>
            </a:r>
            <a:endParaRPr lang="en-US" altLang="ko-KR" sz="16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모호함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4410085" y="4469541"/>
            <a:ext cx="1440000" cy="1440000"/>
          </a:xfrm>
          <a:prstGeom prst="ellipse">
            <a:avLst/>
          </a:prstGeom>
          <a:solidFill>
            <a:schemeClr val="bg1"/>
          </a:solidFill>
          <a:ln w="127000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근거리 여행</a:t>
            </a:r>
          </a:p>
        </p:txBody>
      </p:sp>
      <p:sp>
        <p:nvSpPr>
          <p:cNvPr id="27" name="타원 26"/>
          <p:cNvSpPr/>
          <p:nvPr/>
        </p:nvSpPr>
        <p:spPr>
          <a:xfrm>
            <a:off x="6341915" y="4469541"/>
            <a:ext cx="1440000" cy="1440000"/>
          </a:xfrm>
          <a:prstGeom prst="ellipse">
            <a:avLst/>
          </a:prstGeom>
          <a:solidFill>
            <a:schemeClr val="bg1"/>
          </a:solidFill>
          <a:ln w="127000">
            <a:solidFill>
              <a:srgbClr val="E49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동남아</a:t>
            </a:r>
            <a:endParaRPr lang="ko-KR" altLang="en-US" sz="16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7109884" y="2495738"/>
            <a:ext cx="1440000" cy="1440000"/>
          </a:xfrm>
          <a:prstGeom prst="ellipse">
            <a:avLst/>
          </a:prstGeom>
          <a:solidFill>
            <a:schemeClr val="bg1"/>
          </a:solidFill>
          <a:ln w="127000">
            <a:solidFill>
              <a:srgbClr val="8497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여행</a:t>
            </a:r>
          </a:p>
        </p:txBody>
      </p:sp>
      <p:sp>
        <p:nvSpPr>
          <p:cNvPr id="29" name="타원 28"/>
          <p:cNvSpPr/>
          <p:nvPr/>
        </p:nvSpPr>
        <p:spPr>
          <a:xfrm>
            <a:off x="3658799" y="2495738"/>
            <a:ext cx="1440000" cy="1440000"/>
          </a:xfrm>
          <a:prstGeom prst="ellipse">
            <a:avLst/>
          </a:prstGeom>
          <a:solidFill>
            <a:schemeClr val="bg1"/>
          </a:solidFill>
          <a:ln w="127000">
            <a:solidFill>
              <a:srgbClr val="FFD9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여행의 일상화</a:t>
            </a:r>
          </a:p>
        </p:txBody>
      </p:sp>
      <p:sp>
        <p:nvSpPr>
          <p:cNvPr id="33" name="날짜 개체 틀 8"/>
          <p:cNvSpPr>
            <a:spLocks noGrp="1"/>
          </p:cNvSpPr>
          <p:nvPr>
            <p:ph type="dt" sz="half" idx="10"/>
          </p:nvPr>
        </p:nvSpPr>
        <p:spPr>
          <a:xfrm>
            <a:off x="23408" y="6513139"/>
            <a:ext cx="2743200" cy="365125"/>
          </a:xfrm>
        </p:spPr>
        <p:txBody>
          <a:bodyPr/>
          <a:lstStyle/>
          <a:p>
            <a:fld id="{D55EC939-8A95-483A-AC57-B624D23D5C67}" type="datetime1">
              <a:rPr lang="ko-KR" altLang="en-US" sz="900" smtClean="0"/>
              <a:t>2019-08-06</a:t>
            </a:fld>
            <a:endParaRPr lang="ko-KR" altLang="en-US" sz="900" dirty="0"/>
          </a:p>
        </p:txBody>
      </p:sp>
      <p:sp>
        <p:nvSpPr>
          <p:cNvPr id="34" name="바닥글 개체 틀 13"/>
          <p:cNvSpPr>
            <a:spLocks noGrp="1"/>
          </p:cNvSpPr>
          <p:nvPr>
            <p:ph type="ftr" sz="quarter" idx="11"/>
          </p:nvPr>
        </p:nvSpPr>
        <p:spPr>
          <a:xfrm>
            <a:off x="10071100" y="6481390"/>
            <a:ext cx="2120900" cy="365125"/>
          </a:xfrm>
        </p:spPr>
        <p:txBody>
          <a:bodyPr/>
          <a:lstStyle/>
          <a:p>
            <a:r>
              <a:rPr lang="en-US" altLang="ko-KR" sz="900" dirty="0" smtClean="0"/>
              <a:t>IT</a:t>
            </a:r>
            <a:r>
              <a:rPr lang="ko-KR" altLang="en-US" sz="900" dirty="0" smtClean="0"/>
              <a:t>미래전략본부</a:t>
            </a:r>
            <a:endParaRPr lang="ko-KR" altLang="en-US" sz="900" dirty="0"/>
          </a:p>
        </p:txBody>
      </p:sp>
      <p:sp>
        <p:nvSpPr>
          <p:cNvPr id="35" name="슬라이드 번호 개체 틀 16"/>
          <p:cNvSpPr>
            <a:spLocks noGrp="1"/>
          </p:cNvSpPr>
          <p:nvPr>
            <p:ph type="sldNum" sz="quarter" idx="12"/>
          </p:nvPr>
        </p:nvSpPr>
        <p:spPr>
          <a:xfrm>
            <a:off x="5753100" y="6508749"/>
            <a:ext cx="698500" cy="365125"/>
          </a:xfrm>
        </p:spPr>
        <p:txBody>
          <a:bodyPr/>
          <a:lstStyle/>
          <a:p>
            <a:r>
              <a:rPr lang="en-US" altLang="ko-KR" sz="900" dirty="0"/>
              <a:t>9</a:t>
            </a:r>
            <a:r>
              <a:rPr lang="en-US" altLang="ko-KR" sz="900" dirty="0" smtClean="0"/>
              <a:t> / 9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662990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2517</TotalTime>
  <Words>652</Words>
  <Application>Microsoft Office PowerPoint</Application>
  <PresentationFormat>와이드스크린</PresentationFormat>
  <Paragraphs>213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굴림</vt:lpstr>
      <vt:lpstr>나눔고딕</vt:lpstr>
      <vt:lpstr>나눔고딕 ExtraBold</vt:lpstr>
      <vt:lpstr>맑은 고딕</vt:lpstr>
      <vt:lpstr>Arial</vt:lpstr>
      <vt:lpstr>Calibri</vt:lpstr>
      <vt:lpstr>Calibri Light</vt:lpstr>
      <vt:lpstr>Tahoma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여승은</dc:creator>
  <cp:lastModifiedBy>yeo seungeun</cp:lastModifiedBy>
  <cp:revision>269</cp:revision>
  <cp:lastPrinted>2019-03-29T00:02:53Z</cp:lastPrinted>
  <dcterms:created xsi:type="dcterms:W3CDTF">2019-03-26T08:33:59Z</dcterms:created>
  <dcterms:modified xsi:type="dcterms:W3CDTF">2019-08-06T06:30:17Z</dcterms:modified>
</cp:coreProperties>
</file>