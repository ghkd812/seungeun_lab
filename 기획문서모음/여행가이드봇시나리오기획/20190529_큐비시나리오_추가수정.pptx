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320" r:id="rId3"/>
    <p:sldId id="324" r:id="rId4"/>
    <p:sldId id="340" r:id="rId5"/>
    <p:sldId id="330" r:id="rId6"/>
    <p:sldId id="333" r:id="rId7"/>
    <p:sldId id="336" r:id="rId8"/>
    <p:sldId id="337" r:id="rId9"/>
    <p:sldId id="339" r:id="rId10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FFBFF"/>
    <a:srgbClr val="EFEFEF"/>
    <a:srgbClr val="F2F2F2"/>
    <a:srgbClr val="5B9BD5"/>
    <a:srgbClr val="1D9AE1"/>
    <a:srgbClr val="2CA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9" autoAdjust="0"/>
    <p:restoredTop sz="95161" autoAdjust="0"/>
  </p:normalViewPr>
  <p:slideViewPr>
    <p:cSldViewPr snapToGrid="0">
      <p:cViewPr varScale="1">
        <p:scale>
          <a:sx n="84" d="100"/>
          <a:sy n="84" d="100"/>
        </p:scale>
        <p:origin x="4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18DD-EBBF-474B-9857-CBD4B3EB9379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06B33-66C1-41E3-9145-E02AEF7E12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86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928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728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1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298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87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496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06B33-66C1-41E3-9145-E02AEF7E126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712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11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24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87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28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1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68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77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57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2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6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88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69546-DF6D-45F8-B3EE-229687130808}" type="datetimeFigureOut">
              <a:rPr lang="ko-KR" altLang="en-US" smtClean="0"/>
              <a:t>2019-05-29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15F51-A52A-4B85-83A3-C2FB395FB1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00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/>
          <p:cNvSpPr txBox="1">
            <a:spLocks/>
          </p:cNvSpPr>
          <p:nvPr/>
        </p:nvSpPr>
        <p:spPr>
          <a:xfrm>
            <a:off x="2152650" y="2961741"/>
            <a:ext cx="7886700" cy="4801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큐비</a:t>
            </a: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시나리오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4606" y="4992373"/>
            <a:ext cx="28427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48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2019. 05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IT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미래전략부문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119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Ⅰ. </a:t>
            </a:r>
            <a:r>
              <a:rPr lang="ko-KR" altLang="en-US" sz="2400" b="1" dirty="0" err="1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컨셉</a:t>
            </a:r>
            <a:r>
              <a:rPr lang="ko-KR" altLang="en-US" sz="2400" b="1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알림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타입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65280" y="1175218"/>
            <a:ext cx="13901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 Screen 1.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토스트 메시지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]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56234" y="1175218"/>
            <a:ext cx="1515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 Screen 2. 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메시지 영역 확장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]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8" name="표 57">
            <a:extLst>
              <a:ext uri="{FF2B5EF4-FFF2-40B4-BE49-F238E27FC236}">
                <a16:creationId xmlns="" xmlns:a16="http://schemas.microsoft.com/office/drawing/2014/main" id="{2FEB6EDE-4CB3-47A0-A1BB-66ED93CCC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88752"/>
              </p:ext>
            </p:extLst>
          </p:nvPr>
        </p:nvGraphicFramePr>
        <p:xfrm>
          <a:off x="9457995" y="1815560"/>
          <a:ext cx="2111736" cy="1253400"/>
        </p:xfrm>
        <a:graphic>
          <a:graphicData uri="http://schemas.openxmlformats.org/drawingml/2006/table">
            <a:tbl>
              <a:tblPr firstRow="1" bandRow="1"/>
              <a:tblGrid>
                <a:gridCol w="7355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62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576072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1152144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728216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2304288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880360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3456432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4032504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4608576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3867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82022794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86721032"/>
                  </a:ext>
                </a:extLst>
              </a:tr>
            </a:tbl>
          </a:graphicData>
        </a:graphic>
      </p:graphicFrame>
      <p:sp>
        <p:nvSpPr>
          <p:cNvPr id="59" name="직사각형 58">
            <a:extLst>
              <a:ext uri="{FF2B5EF4-FFF2-40B4-BE49-F238E27FC236}">
                <a16:creationId xmlns="" xmlns:a16="http://schemas.microsoft.com/office/drawing/2014/main" id="{15948ABD-58A7-489A-AA87-7E09D475C4BC}"/>
              </a:ext>
            </a:extLst>
          </p:cNvPr>
          <p:cNvSpPr/>
          <p:nvPr/>
        </p:nvSpPr>
        <p:spPr>
          <a:xfrm>
            <a:off x="9371361" y="1498849"/>
            <a:ext cx="2274841" cy="4114103"/>
          </a:xfrm>
          <a:prstGeom prst="rect">
            <a:avLst/>
          </a:prstGeom>
          <a:solidFill>
            <a:schemeClr val="dk1">
              <a:alpha val="3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22">
            <a:extLst>
              <a:ext uri="{FF2B5EF4-FFF2-40B4-BE49-F238E27FC236}">
                <a16:creationId xmlns="" xmlns:a16="http://schemas.microsoft.com/office/drawing/2014/main" id="{D5CA1C24-5A37-4A0A-8D9E-C4737B231098}"/>
              </a:ext>
            </a:extLst>
          </p:cNvPr>
          <p:cNvSpPr/>
          <p:nvPr/>
        </p:nvSpPr>
        <p:spPr>
          <a:xfrm>
            <a:off x="9006888" y="4384746"/>
            <a:ext cx="2651533" cy="1492528"/>
          </a:xfrm>
          <a:prstGeom prst="roundRect">
            <a:avLst>
              <a:gd name="adj" fmla="val 24646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4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accent1">
                    <a:lumMod val="75000"/>
                  </a:schemeClr>
                </a:solidFill>
              </a:rPr>
              <a:t>             </a:t>
            </a:r>
            <a:r>
              <a:rPr lang="ko-KR" altLang="en-US" sz="800" b="1" dirty="0" err="1" smtClean="0">
                <a:solidFill>
                  <a:schemeClr val="accent1">
                    <a:lumMod val="75000"/>
                  </a:schemeClr>
                </a:solidFill>
              </a:rPr>
              <a:t>큐비</a:t>
            </a:r>
            <a:r>
              <a:rPr lang="ko-KR" altLang="en-US" sz="8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800" b="1" dirty="0">
                <a:solidFill>
                  <a:schemeClr val="accent1">
                    <a:lumMod val="75000"/>
                  </a:schemeClr>
                </a:solidFill>
              </a:rPr>
              <a:t>시나리오 반영 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="" xmlns:a16="http://schemas.microsoft.com/office/drawing/2014/main" id="{5BBB9E39-44F7-44AE-BF2A-4E17C1E71B27}"/>
              </a:ext>
            </a:extLst>
          </p:cNvPr>
          <p:cNvSpPr/>
          <p:nvPr/>
        </p:nvSpPr>
        <p:spPr>
          <a:xfrm>
            <a:off x="11043064" y="4446689"/>
            <a:ext cx="418576" cy="41857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err="1">
                <a:solidFill>
                  <a:prstClr val="white"/>
                </a:solidFill>
              </a:rPr>
              <a:t>Cuve</a:t>
            </a:r>
            <a:endParaRPr lang="en-US" altLang="ko-KR" sz="800" b="1" dirty="0">
              <a:solidFill>
                <a:prstClr val="white"/>
              </a:solidFill>
            </a:endParaRPr>
          </a:p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Icon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="" xmlns:a16="http://schemas.microsoft.com/office/drawing/2014/main" id="{2EE62F07-5311-4CF6-B9AB-200C9012B71E}"/>
              </a:ext>
            </a:extLst>
          </p:cNvPr>
          <p:cNvSpPr/>
          <p:nvPr/>
        </p:nvSpPr>
        <p:spPr>
          <a:xfrm>
            <a:off x="8298110" y="3559946"/>
            <a:ext cx="1058125" cy="2976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="" xmlns:a16="http://schemas.microsoft.com/office/drawing/2014/main" id="{37B65FFB-9E85-46A5-AC21-789D0E938AC7}"/>
              </a:ext>
            </a:extLst>
          </p:cNvPr>
          <p:cNvSpPr/>
          <p:nvPr/>
        </p:nvSpPr>
        <p:spPr>
          <a:xfrm>
            <a:off x="9182126" y="5607116"/>
            <a:ext cx="2544313" cy="929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4" name="표 63">
            <a:extLst>
              <a:ext uri="{FF2B5EF4-FFF2-40B4-BE49-F238E27FC236}">
                <a16:creationId xmlns="" xmlns:a16="http://schemas.microsoft.com/office/drawing/2014/main" id="{D0A2D2A6-63D1-4847-9AD8-0BE431E5C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179804"/>
              </p:ext>
            </p:extLst>
          </p:nvPr>
        </p:nvGraphicFramePr>
        <p:xfrm>
          <a:off x="6746793" y="1815560"/>
          <a:ext cx="2111736" cy="1253400"/>
        </p:xfrm>
        <a:graphic>
          <a:graphicData uri="http://schemas.openxmlformats.org/drawingml/2006/table">
            <a:tbl>
              <a:tblPr firstRow="1" bandRow="1"/>
              <a:tblGrid>
                <a:gridCol w="7355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62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576072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1152144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728216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2304288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880360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3456432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4032504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4608576" algn="l" defTabSz="1152144" rtl="0" eaLnBrk="1" latinLnBrk="1" hangingPunct="1">
                        <a:defRPr sz="2268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3867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82022794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 marL="0" marR="0" lvl="0" indent="0" algn="ctr" defTabSz="8805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Head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33039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700" b="1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Contents</a:t>
                      </a:r>
                      <a:endParaRPr lang="ko-KR" sz="700" b="1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86721032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EC8EA640-9C26-4CBF-B767-D9EFFA858BBC}"/>
              </a:ext>
            </a:extLst>
          </p:cNvPr>
          <p:cNvGrpSpPr/>
          <p:nvPr/>
        </p:nvGrpSpPr>
        <p:grpSpPr>
          <a:xfrm>
            <a:off x="6565281" y="5217659"/>
            <a:ext cx="2365909" cy="749498"/>
            <a:chOff x="930907" y="5217659"/>
            <a:chExt cx="2365909" cy="749498"/>
          </a:xfrm>
        </p:grpSpPr>
        <p:sp>
          <p:nvSpPr>
            <p:cNvPr id="67" name="직사각형 66">
              <a:extLst>
                <a:ext uri="{FF2B5EF4-FFF2-40B4-BE49-F238E27FC236}">
                  <a16:creationId xmlns="" xmlns:a16="http://schemas.microsoft.com/office/drawing/2014/main" id="{A09D5184-DAE1-4C46-8861-B3DF9ED0E3CE}"/>
                </a:ext>
              </a:extLst>
            </p:cNvPr>
            <p:cNvSpPr/>
            <p:nvPr/>
          </p:nvSpPr>
          <p:spPr>
            <a:xfrm>
              <a:off x="1167946" y="5255378"/>
              <a:ext cx="2022574" cy="3567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18000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          홈           추천           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My   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68" name="타원 67">
              <a:extLst>
                <a:ext uri="{FF2B5EF4-FFF2-40B4-BE49-F238E27FC236}">
                  <a16:creationId xmlns="" xmlns:a16="http://schemas.microsoft.com/office/drawing/2014/main" id="{B8CACBE4-C2E9-4F9E-946E-B606972DE1E1}"/>
                </a:ext>
              </a:extLst>
            </p:cNvPr>
            <p:cNvSpPr/>
            <p:nvPr/>
          </p:nvSpPr>
          <p:spPr>
            <a:xfrm>
              <a:off x="930907" y="5217659"/>
              <a:ext cx="557125" cy="55712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b="1">
                  <a:solidFill>
                    <a:prstClr val="white"/>
                  </a:solidFill>
                </a:rPr>
                <a:t>Cuve</a:t>
              </a:r>
            </a:p>
            <a:p>
              <a:pPr algn="ctr"/>
              <a:r>
                <a:rPr lang="en-US" altLang="ko-KR" sz="800" b="1">
                  <a:solidFill>
                    <a:prstClr val="white"/>
                  </a:solidFill>
                </a:rPr>
                <a:t>Icon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="" xmlns:a16="http://schemas.microsoft.com/office/drawing/2014/main" id="{19A1EA4D-F259-44F6-91CB-1434A6EA45CA}"/>
                </a:ext>
              </a:extLst>
            </p:cNvPr>
            <p:cNvSpPr/>
            <p:nvPr/>
          </p:nvSpPr>
          <p:spPr>
            <a:xfrm>
              <a:off x="983804" y="5607117"/>
              <a:ext cx="2313012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0" name="그림 69">
              <a:extLst>
                <a:ext uri="{FF2B5EF4-FFF2-40B4-BE49-F238E27FC236}">
                  <a16:creationId xmlns="" xmlns:a16="http://schemas.microsoft.com/office/drawing/2014/main" id="{2784C046-9D24-45EF-8CF6-7C676DC0A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4110" y="5296871"/>
              <a:ext cx="133558" cy="121416"/>
            </a:xfrm>
            <a:prstGeom prst="rect">
              <a:avLst/>
            </a:prstGeom>
          </p:spPr>
        </p:pic>
        <p:grpSp>
          <p:nvGrpSpPr>
            <p:cNvPr id="71" name="그룹 70">
              <a:extLst>
                <a:ext uri="{FF2B5EF4-FFF2-40B4-BE49-F238E27FC236}">
                  <a16:creationId xmlns="" xmlns:a16="http://schemas.microsoft.com/office/drawing/2014/main" id="{F7881C0A-472A-4C3C-9DAF-5B7BC2149CCC}"/>
                </a:ext>
              </a:extLst>
            </p:cNvPr>
            <p:cNvGrpSpPr/>
            <p:nvPr/>
          </p:nvGrpSpPr>
          <p:grpSpPr>
            <a:xfrm>
              <a:off x="2909849" y="5318127"/>
              <a:ext cx="103295" cy="82048"/>
              <a:chOff x="6272959" y="4293096"/>
              <a:chExt cx="113625" cy="67808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="" xmlns:a16="http://schemas.microsoft.com/office/drawing/2014/main" id="{9297BFBA-0BC9-40A3-9976-ACAF80C53994}"/>
                  </a:ext>
                </a:extLst>
              </p:cNvPr>
              <p:cNvCxnSpPr/>
              <p:nvPr/>
            </p:nvCxnSpPr>
            <p:spPr>
              <a:xfrm>
                <a:off x="6272959" y="4293096"/>
                <a:ext cx="113625" cy="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="" xmlns:a16="http://schemas.microsoft.com/office/drawing/2014/main" id="{6BE76E07-28F5-4F3A-80E9-CAB302A57F82}"/>
                  </a:ext>
                </a:extLst>
              </p:cNvPr>
              <p:cNvCxnSpPr/>
              <p:nvPr/>
            </p:nvCxnSpPr>
            <p:spPr>
              <a:xfrm>
                <a:off x="6272959" y="4327000"/>
                <a:ext cx="113625" cy="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="" xmlns:a16="http://schemas.microsoft.com/office/drawing/2014/main" id="{1687AF2E-C40A-455E-85CF-3030CD7DFB3D}"/>
                  </a:ext>
                </a:extLst>
              </p:cNvPr>
              <p:cNvCxnSpPr/>
              <p:nvPr/>
            </p:nvCxnSpPr>
            <p:spPr>
              <a:xfrm>
                <a:off x="6272959" y="4360904"/>
                <a:ext cx="113625" cy="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2" name="그림 71">
              <a:extLst>
                <a:ext uri="{FF2B5EF4-FFF2-40B4-BE49-F238E27FC236}">
                  <a16:creationId xmlns="" xmlns:a16="http://schemas.microsoft.com/office/drawing/2014/main" id="{4B3DA3AD-6774-4DCB-BB51-2B53F3F586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8149" t="21069"/>
            <a:stretch/>
          </p:blipFill>
          <p:spPr>
            <a:xfrm>
              <a:off x="2044731" y="5291922"/>
              <a:ext cx="139380" cy="142313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="" xmlns:a16="http://schemas.microsoft.com/office/drawing/2014/main" id="{FAC17DB7-7207-44D1-83B5-D18DA111F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76518" y="5270043"/>
              <a:ext cx="136896" cy="143574"/>
            </a:xfrm>
            <a:prstGeom prst="rect">
              <a:avLst/>
            </a:prstGeom>
          </p:spPr>
        </p:pic>
      </p:grpSp>
      <p:sp>
        <p:nvSpPr>
          <p:cNvPr id="77" name="직사각형 76">
            <a:extLst>
              <a:ext uri="{FF2B5EF4-FFF2-40B4-BE49-F238E27FC236}">
                <a16:creationId xmlns="" xmlns:a16="http://schemas.microsoft.com/office/drawing/2014/main" id="{C3055CCF-5C1E-4DF8-AF0A-07596D23CB4C}"/>
              </a:ext>
            </a:extLst>
          </p:cNvPr>
          <p:cNvSpPr/>
          <p:nvPr/>
        </p:nvSpPr>
        <p:spPr>
          <a:xfrm>
            <a:off x="6908615" y="5834243"/>
            <a:ext cx="2022574" cy="3567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800" b="1">
                <a:solidFill>
                  <a:schemeClr val="accent1">
                    <a:lumMod val="75000"/>
                  </a:schemeClr>
                </a:solidFill>
              </a:rPr>
              <a:t>Toast Message </a:t>
            </a:r>
            <a:endParaRPr lang="ko-KR" altLang="en-US" sz="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8" name="화살표: 오른쪽 187">
            <a:extLst>
              <a:ext uri="{FF2B5EF4-FFF2-40B4-BE49-F238E27FC236}">
                <a16:creationId xmlns="" xmlns:a16="http://schemas.microsoft.com/office/drawing/2014/main" id="{58731E2B-36FD-47A3-B797-93C9267A5696}"/>
              </a:ext>
            </a:extLst>
          </p:cNvPr>
          <p:cNvSpPr/>
          <p:nvPr/>
        </p:nvSpPr>
        <p:spPr>
          <a:xfrm>
            <a:off x="6882151" y="5914114"/>
            <a:ext cx="512632" cy="23083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="" xmlns:a16="http://schemas.microsoft.com/office/drawing/2014/main" id="{DD31045E-6310-40D8-9A13-66A382CD6424}"/>
              </a:ext>
            </a:extLst>
          </p:cNvPr>
          <p:cNvSpPr/>
          <p:nvPr/>
        </p:nvSpPr>
        <p:spPr>
          <a:xfrm>
            <a:off x="6552581" y="5805265"/>
            <a:ext cx="557125" cy="55712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4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err="1">
                <a:solidFill>
                  <a:prstClr val="white"/>
                </a:solidFill>
              </a:rPr>
              <a:t>Cuve</a:t>
            </a:r>
            <a:endParaRPr lang="en-US" altLang="ko-KR" sz="800" b="1" dirty="0">
              <a:solidFill>
                <a:prstClr val="white"/>
              </a:solidFill>
            </a:endParaRPr>
          </a:p>
          <a:p>
            <a:pPr algn="ctr"/>
            <a:r>
              <a:rPr lang="en-US" altLang="ko-KR" sz="800" b="1" dirty="0">
                <a:solidFill>
                  <a:prstClr val="white"/>
                </a:solidFill>
              </a:rPr>
              <a:t>Icon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="" xmlns:a16="http://schemas.microsoft.com/office/drawing/2014/main" id="{C9DB391C-2CA3-42E8-B225-5B8FA9B43ADC}"/>
              </a:ext>
            </a:extLst>
          </p:cNvPr>
          <p:cNvSpPr/>
          <p:nvPr/>
        </p:nvSpPr>
        <p:spPr>
          <a:xfrm>
            <a:off x="6137166" y="4221088"/>
            <a:ext cx="504056" cy="2254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="" xmlns:a16="http://schemas.microsoft.com/office/drawing/2014/main" id="{138C8FAB-F313-41B6-A5E6-54D6263D38CA}"/>
              </a:ext>
            </a:extLst>
          </p:cNvPr>
          <p:cNvSpPr/>
          <p:nvPr/>
        </p:nvSpPr>
        <p:spPr>
          <a:xfrm>
            <a:off x="6616068" y="6194019"/>
            <a:ext cx="2313012" cy="270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="" xmlns:a16="http://schemas.microsoft.com/office/drawing/2014/main" id="{1A61E3A7-9031-48E3-8E65-559126B150E6}"/>
              </a:ext>
            </a:extLst>
          </p:cNvPr>
          <p:cNvSpPr/>
          <p:nvPr/>
        </p:nvSpPr>
        <p:spPr>
          <a:xfrm>
            <a:off x="6971695" y="6259127"/>
            <a:ext cx="1725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00278"/>
            <a:r>
              <a:rPr kumimoji="1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r>
              <a:rPr kumimoji="1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초간 유지</a:t>
            </a:r>
            <a:r>
              <a:rPr kumimoji="1" lang="en-US" altLang="ko-KR" sz="800" b="1" kern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후 슬라이드 </a:t>
            </a:r>
            <a:r>
              <a:rPr kumimoji="1" lang="ko-KR" altLang="en-US" sz="800" b="1" kern="0" dirty="0" err="1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숨김처리</a:t>
            </a:r>
            <a:endParaRPr lang="ko-KR" altLang="en-US" sz="7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3" name="화살표: 오른쪽 193">
            <a:extLst>
              <a:ext uri="{FF2B5EF4-FFF2-40B4-BE49-F238E27FC236}">
                <a16:creationId xmlns="" xmlns:a16="http://schemas.microsoft.com/office/drawing/2014/main" id="{48C8BF4E-D89A-46D9-9756-CDA670A7CABE}"/>
              </a:ext>
            </a:extLst>
          </p:cNvPr>
          <p:cNvSpPr/>
          <p:nvPr/>
        </p:nvSpPr>
        <p:spPr>
          <a:xfrm rot="16200000">
            <a:off x="9272858" y="5241219"/>
            <a:ext cx="512632" cy="23083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118">
            <a:extLst>
              <a:ext uri="{FF2B5EF4-FFF2-40B4-BE49-F238E27FC236}">
                <a16:creationId xmlns="" xmlns:a16="http://schemas.microsoft.com/office/drawing/2014/main" id="{9666362F-E755-4766-944D-55F9EC1D11F3}"/>
              </a:ext>
            </a:extLst>
          </p:cNvPr>
          <p:cNvSpPr/>
          <p:nvPr/>
        </p:nvSpPr>
        <p:spPr>
          <a:xfrm>
            <a:off x="8903945" y="5756913"/>
            <a:ext cx="238828" cy="238522"/>
          </a:xfrm>
          <a:custGeom>
            <a:avLst/>
            <a:gdLst>
              <a:gd name="connsiteX0" fmla="*/ 0 w 238291"/>
              <a:gd name="connsiteY0" fmla="*/ 119146 h 238291"/>
              <a:gd name="connsiteX1" fmla="*/ 119146 w 238291"/>
              <a:gd name="connsiteY1" fmla="*/ 0 h 238291"/>
              <a:gd name="connsiteX2" fmla="*/ 238292 w 238291"/>
              <a:gd name="connsiteY2" fmla="*/ 119146 h 238291"/>
              <a:gd name="connsiteX3" fmla="*/ 119146 w 238291"/>
              <a:gd name="connsiteY3" fmla="*/ 238292 h 238291"/>
              <a:gd name="connsiteX4" fmla="*/ 0 w 238291"/>
              <a:gd name="connsiteY4" fmla="*/ 119146 h 238291"/>
              <a:gd name="connsiteX0" fmla="*/ 0 w 246028"/>
              <a:gd name="connsiteY0" fmla="*/ 119146 h 241560"/>
              <a:gd name="connsiteX1" fmla="*/ 119146 w 246028"/>
              <a:gd name="connsiteY1" fmla="*/ 0 h 241560"/>
              <a:gd name="connsiteX2" fmla="*/ 238292 w 246028"/>
              <a:gd name="connsiteY2" fmla="*/ 119146 h 241560"/>
              <a:gd name="connsiteX3" fmla="*/ 224908 w 246028"/>
              <a:gd name="connsiteY3" fmla="*/ 200354 h 241560"/>
              <a:gd name="connsiteX4" fmla="*/ 119146 w 246028"/>
              <a:gd name="connsiteY4" fmla="*/ 238292 h 241560"/>
              <a:gd name="connsiteX5" fmla="*/ 0 w 246028"/>
              <a:gd name="connsiteY5" fmla="*/ 119146 h 241560"/>
              <a:gd name="connsiteX0" fmla="*/ 0 w 243421"/>
              <a:gd name="connsiteY0" fmla="*/ 119146 h 241560"/>
              <a:gd name="connsiteX1" fmla="*/ 119146 w 243421"/>
              <a:gd name="connsiteY1" fmla="*/ 0 h 241560"/>
              <a:gd name="connsiteX2" fmla="*/ 238292 w 243421"/>
              <a:gd name="connsiteY2" fmla="*/ 119146 h 241560"/>
              <a:gd name="connsiteX3" fmla="*/ 224908 w 243421"/>
              <a:gd name="connsiteY3" fmla="*/ 200354 h 241560"/>
              <a:gd name="connsiteX4" fmla="*/ 119146 w 243421"/>
              <a:gd name="connsiteY4" fmla="*/ 238292 h 241560"/>
              <a:gd name="connsiteX5" fmla="*/ 0 w 243421"/>
              <a:gd name="connsiteY5" fmla="*/ 119146 h 241560"/>
              <a:gd name="connsiteX0" fmla="*/ 0 w 243421"/>
              <a:gd name="connsiteY0" fmla="*/ 119146 h 242623"/>
              <a:gd name="connsiteX1" fmla="*/ 119146 w 243421"/>
              <a:gd name="connsiteY1" fmla="*/ 0 h 242623"/>
              <a:gd name="connsiteX2" fmla="*/ 238292 w 243421"/>
              <a:gd name="connsiteY2" fmla="*/ 119146 h 242623"/>
              <a:gd name="connsiteX3" fmla="*/ 224908 w 243421"/>
              <a:gd name="connsiteY3" fmla="*/ 200354 h 242623"/>
              <a:gd name="connsiteX4" fmla="*/ 119146 w 243421"/>
              <a:gd name="connsiteY4" fmla="*/ 238292 h 242623"/>
              <a:gd name="connsiteX5" fmla="*/ 0 w 243421"/>
              <a:gd name="connsiteY5" fmla="*/ 119146 h 242623"/>
              <a:gd name="connsiteX0" fmla="*/ 0 w 250314"/>
              <a:gd name="connsiteY0" fmla="*/ 119146 h 259557"/>
              <a:gd name="connsiteX1" fmla="*/ 119146 w 250314"/>
              <a:gd name="connsiteY1" fmla="*/ 0 h 259557"/>
              <a:gd name="connsiteX2" fmla="*/ 238292 w 250314"/>
              <a:gd name="connsiteY2" fmla="*/ 119146 h 259557"/>
              <a:gd name="connsiteX3" fmla="*/ 246340 w 250314"/>
              <a:gd name="connsiteY3" fmla="*/ 240836 h 259557"/>
              <a:gd name="connsiteX4" fmla="*/ 119146 w 250314"/>
              <a:gd name="connsiteY4" fmla="*/ 238292 h 259557"/>
              <a:gd name="connsiteX5" fmla="*/ 0 w 250314"/>
              <a:gd name="connsiteY5" fmla="*/ 119146 h 259557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47339"/>
              <a:gd name="connsiteY0" fmla="*/ 119146 h 255096"/>
              <a:gd name="connsiteX1" fmla="*/ 119146 w 247339"/>
              <a:gd name="connsiteY1" fmla="*/ 0 h 255096"/>
              <a:gd name="connsiteX2" fmla="*/ 238292 w 247339"/>
              <a:gd name="connsiteY2" fmla="*/ 119146 h 255096"/>
              <a:gd name="connsiteX3" fmla="*/ 246340 w 247339"/>
              <a:gd name="connsiteY3" fmla="*/ 240836 h 255096"/>
              <a:gd name="connsiteX4" fmla="*/ 119146 w 247339"/>
              <a:gd name="connsiteY4" fmla="*/ 238292 h 255096"/>
              <a:gd name="connsiteX5" fmla="*/ 0 w 247339"/>
              <a:gd name="connsiteY5" fmla="*/ 119146 h 255096"/>
              <a:gd name="connsiteX0" fmla="*/ 0 w 247339"/>
              <a:gd name="connsiteY0" fmla="*/ 119146 h 254579"/>
              <a:gd name="connsiteX1" fmla="*/ 119146 w 247339"/>
              <a:gd name="connsiteY1" fmla="*/ 0 h 254579"/>
              <a:gd name="connsiteX2" fmla="*/ 238292 w 247339"/>
              <a:gd name="connsiteY2" fmla="*/ 119146 h 254579"/>
              <a:gd name="connsiteX3" fmla="*/ 246340 w 247339"/>
              <a:gd name="connsiteY3" fmla="*/ 240836 h 254579"/>
              <a:gd name="connsiteX4" fmla="*/ 119146 w 247339"/>
              <a:gd name="connsiteY4" fmla="*/ 238292 h 254579"/>
              <a:gd name="connsiteX5" fmla="*/ 0 w 247339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45075"/>
              <a:gd name="connsiteX1" fmla="*/ 119146 w 247583"/>
              <a:gd name="connsiteY1" fmla="*/ 0 h 245075"/>
              <a:gd name="connsiteX2" fmla="*/ 238292 w 247583"/>
              <a:gd name="connsiteY2" fmla="*/ 119146 h 245075"/>
              <a:gd name="connsiteX3" fmla="*/ 246340 w 247583"/>
              <a:gd name="connsiteY3" fmla="*/ 240836 h 245075"/>
              <a:gd name="connsiteX4" fmla="*/ 119146 w 247583"/>
              <a:gd name="connsiteY4" fmla="*/ 238292 h 245075"/>
              <a:gd name="connsiteX5" fmla="*/ 0 w 247583"/>
              <a:gd name="connsiteY5" fmla="*/ 119146 h 245075"/>
              <a:gd name="connsiteX0" fmla="*/ 0 w 241211"/>
              <a:gd name="connsiteY0" fmla="*/ 119146 h 246310"/>
              <a:gd name="connsiteX1" fmla="*/ 119146 w 241211"/>
              <a:gd name="connsiteY1" fmla="*/ 0 h 246310"/>
              <a:gd name="connsiteX2" fmla="*/ 238292 w 241211"/>
              <a:gd name="connsiteY2" fmla="*/ 119146 h 246310"/>
              <a:gd name="connsiteX3" fmla="*/ 239196 w 241211"/>
              <a:gd name="connsiteY3" fmla="*/ 228929 h 246310"/>
              <a:gd name="connsiteX4" fmla="*/ 119146 w 241211"/>
              <a:gd name="connsiteY4" fmla="*/ 238292 h 246310"/>
              <a:gd name="connsiteX5" fmla="*/ 0 w 241211"/>
              <a:gd name="connsiteY5" fmla="*/ 119146 h 246310"/>
              <a:gd name="connsiteX0" fmla="*/ 0 w 241211"/>
              <a:gd name="connsiteY0" fmla="*/ 119146 h 238969"/>
              <a:gd name="connsiteX1" fmla="*/ 119146 w 241211"/>
              <a:gd name="connsiteY1" fmla="*/ 0 h 238969"/>
              <a:gd name="connsiteX2" fmla="*/ 238292 w 241211"/>
              <a:gd name="connsiteY2" fmla="*/ 119146 h 238969"/>
              <a:gd name="connsiteX3" fmla="*/ 239196 w 241211"/>
              <a:gd name="connsiteY3" fmla="*/ 228929 h 238969"/>
              <a:gd name="connsiteX4" fmla="*/ 119146 w 241211"/>
              <a:gd name="connsiteY4" fmla="*/ 238292 h 238969"/>
              <a:gd name="connsiteX5" fmla="*/ 0 w 241211"/>
              <a:gd name="connsiteY5" fmla="*/ 119146 h 238969"/>
              <a:gd name="connsiteX0" fmla="*/ 0 w 241211"/>
              <a:gd name="connsiteY0" fmla="*/ 119146 h 238354"/>
              <a:gd name="connsiteX1" fmla="*/ 119146 w 241211"/>
              <a:gd name="connsiteY1" fmla="*/ 0 h 238354"/>
              <a:gd name="connsiteX2" fmla="*/ 238292 w 241211"/>
              <a:gd name="connsiteY2" fmla="*/ 119146 h 238354"/>
              <a:gd name="connsiteX3" fmla="*/ 239196 w 241211"/>
              <a:gd name="connsiteY3" fmla="*/ 228929 h 238354"/>
              <a:gd name="connsiteX4" fmla="*/ 119146 w 241211"/>
              <a:gd name="connsiteY4" fmla="*/ 238292 h 238354"/>
              <a:gd name="connsiteX5" fmla="*/ 0 w 241211"/>
              <a:gd name="connsiteY5" fmla="*/ 119146 h 238354"/>
              <a:gd name="connsiteX0" fmla="*/ 0 w 241628"/>
              <a:gd name="connsiteY0" fmla="*/ 119146 h 238354"/>
              <a:gd name="connsiteX1" fmla="*/ 119146 w 241628"/>
              <a:gd name="connsiteY1" fmla="*/ 0 h 238354"/>
              <a:gd name="connsiteX2" fmla="*/ 238292 w 241628"/>
              <a:gd name="connsiteY2" fmla="*/ 119146 h 238354"/>
              <a:gd name="connsiteX3" fmla="*/ 239196 w 241628"/>
              <a:gd name="connsiteY3" fmla="*/ 228929 h 238354"/>
              <a:gd name="connsiteX4" fmla="*/ 119146 w 241628"/>
              <a:gd name="connsiteY4" fmla="*/ 238292 h 238354"/>
              <a:gd name="connsiteX5" fmla="*/ 0 w 241628"/>
              <a:gd name="connsiteY5" fmla="*/ 119146 h 238354"/>
              <a:gd name="connsiteX0" fmla="*/ 0 w 241475"/>
              <a:gd name="connsiteY0" fmla="*/ 119146 h 238354"/>
              <a:gd name="connsiteX1" fmla="*/ 119146 w 241475"/>
              <a:gd name="connsiteY1" fmla="*/ 0 h 238354"/>
              <a:gd name="connsiteX2" fmla="*/ 238292 w 241475"/>
              <a:gd name="connsiteY2" fmla="*/ 119146 h 238354"/>
              <a:gd name="connsiteX3" fmla="*/ 239196 w 241475"/>
              <a:gd name="connsiteY3" fmla="*/ 228929 h 238354"/>
              <a:gd name="connsiteX4" fmla="*/ 119146 w 241475"/>
              <a:gd name="connsiteY4" fmla="*/ 238292 h 238354"/>
              <a:gd name="connsiteX5" fmla="*/ 0 w 241475"/>
              <a:gd name="connsiteY5" fmla="*/ 119146 h 238354"/>
              <a:gd name="connsiteX0" fmla="*/ 0 w 241475"/>
              <a:gd name="connsiteY0" fmla="*/ 119146 h 238293"/>
              <a:gd name="connsiteX1" fmla="*/ 119146 w 241475"/>
              <a:gd name="connsiteY1" fmla="*/ 0 h 238293"/>
              <a:gd name="connsiteX2" fmla="*/ 238292 w 241475"/>
              <a:gd name="connsiteY2" fmla="*/ 119146 h 238293"/>
              <a:gd name="connsiteX3" fmla="*/ 239196 w 241475"/>
              <a:gd name="connsiteY3" fmla="*/ 228929 h 238293"/>
              <a:gd name="connsiteX4" fmla="*/ 119146 w 241475"/>
              <a:gd name="connsiteY4" fmla="*/ 238292 h 238293"/>
              <a:gd name="connsiteX5" fmla="*/ 0 w 241475"/>
              <a:gd name="connsiteY5" fmla="*/ 119146 h 238293"/>
              <a:gd name="connsiteX0" fmla="*/ 0 w 248248"/>
              <a:gd name="connsiteY0" fmla="*/ 119146 h 246326"/>
              <a:gd name="connsiteX1" fmla="*/ 119146 w 248248"/>
              <a:gd name="connsiteY1" fmla="*/ 0 h 246326"/>
              <a:gd name="connsiteX2" fmla="*/ 238292 w 248248"/>
              <a:gd name="connsiteY2" fmla="*/ 119146 h 246326"/>
              <a:gd name="connsiteX3" fmla="*/ 237679 w 248248"/>
              <a:gd name="connsiteY3" fmla="*/ 233481 h 246326"/>
              <a:gd name="connsiteX4" fmla="*/ 119146 w 248248"/>
              <a:gd name="connsiteY4" fmla="*/ 238292 h 246326"/>
              <a:gd name="connsiteX5" fmla="*/ 0 w 248248"/>
              <a:gd name="connsiteY5" fmla="*/ 119146 h 246326"/>
              <a:gd name="connsiteX0" fmla="*/ 0 w 248248"/>
              <a:gd name="connsiteY0" fmla="*/ 119146 h 238295"/>
              <a:gd name="connsiteX1" fmla="*/ 119146 w 248248"/>
              <a:gd name="connsiteY1" fmla="*/ 0 h 238295"/>
              <a:gd name="connsiteX2" fmla="*/ 238292 w 248248"/>
              <a:gd name="connsiteY2" fmla="*/ 119146 h 238295"/>
              <a:gd name="connsiteX3" fmla="*/ 237679 w 248248"/>
              <a:gd name="connsiteY3" fmla="*/ 233481 h 238295"/>
              <a:gd name="connsiteX4" fmla="*/ 119146 w 248248"/>
              <a:gd name="connsiteY4" fmla="*/ 238292 h 238295"/>
              <a:gd name="connsiteX5" fmla="*/ 0 w 248248"/>
              <a:gd name="connsiteY5" fmla="*/ 119146 h 238295"/>
              <a:gd name="connsiteX0" fmla="*/ 0 w 240986"/>
              <a:gd name="connsiteY0" fmla="*/ 119146 h 238295"/>
              <a:gd name="connsiteX1" fmla="*/ 119146 w 240986"/>
              <a:gd name="connsiteY1" fmla="*/ 0 h 238295"/>
              <a:gd name="connsiteX2" fmla="*/ 238292 w 240986"/>
              <a:gd name="connsiteY2" fmla="*/ 119146 h 238295"/>
              <a:gd name="connsiteX3" fmla="*/ 237679 w 240986"/>
              <a:gd name="connsiteY3" fmla="*/ 233481 h 238295"/>
              <a:gd name="connsiteX4" fmla="*/ 119146 w 240986"/>
              <a:gd name="connsiteY4" fmla="*/ 238292 h 238295"/>
              <a:gd name="connsiteX5" fmla="*/ 0 w 240986"/>
              <a:gd name="connsiteY5" fmla="*/ 119146 h 238295"/>
              <a:gd name="connsiteX0" fmla="*/ 0 w 240530"/>
              <a:gd name="connsiteY0" fmla="*/ 119146 h 238295"/>
              <a:gd name="connsiteX1" fmla="*/ 119146 w 240530"/>
              <a:gd name="connsiteY1" fmla="*/ 0 h 238295"/>
              <a:gd name="connsiteX2" fmla="*/ 238292 w 240530"/>
              <a:gd name="connsiteY2" fmla="*/ 119146 h 238295"/>
              <a:gd name="connsiteX3" fmla="*/ 237679 w 240530"/>
              <a:gd name="connsiteY3" fmla="*/ 233481 h 238295"/>
              <a:gd name="connsiteX4" fmla="*/ 119146 w 240530"/>
              <a:gd name="connsiteY4" fmla="*/ 238292 h 238295"/>
              <a:gd name="connsiteX5" fmla="*/ 0 w 240530"/>
              <a:gd name="connsiteY5" fmla="*/ 119146 h 238295"/>
              <a:gd name="connsiteX0" fmla="*/ 0 w 240530"/>
              <a:gd name="connsiteY0" fmla="*/ 119146 h 238293"/>
              <a:gd name="connsiteX1" fmla="*/ 119146 w 240530"/>
              <a:gd name="connsiteY1" fmla="*/ 0 h 238293"/>
              <a:gd name="connsiteX2" fmla="*/ 238292 w 240530"/>
              <a:gd name="connsiteY2" fmla="*/ 119146 h 238293"/>
              <a:gd name="connsiteX3" fmla="*/ 237679 w 240530"/>
              <a:gd name="connsiteY3" fmla="*/ 233481 h 238293"/>
              <a:gd name="connsiteX4" fmla="*/ 119146 w 240530"/>
              <a:gd name="connsiteY4" fmla="*/ 238292 h 238293"/>
              <a:gd name="connsiteX5" fmla="*/ 0 w 240530"/>
              <a:gd name="connsiteY5" fmla="*/ 119146 h 238293"/>
              <a:gd name="connsiteX0" fmla="*/ 0 w 239239"/>
              <a:gd name="connsiteY0" fmla="*/ 119146 h 238293"/>
              <a:gd name="connsiteX1" fmla="*/ 119146 w 239239"/>
              <a:gd name="connsiteY1" fmla="*/ 0 h 238293"/>
              <a:gd name="connsiteX2" fmla="*/ 238292 w 239239"/>
              <a:gd name="connsiteY2" fmla="*/ 119146 h 238293"/>
              <a:gd name="connsiteX3" fmla="*/ 237679 w 239239"/>
              <a:gd name="connsiteY3" fmla="*/ 233481 h 238293"/>
              <a:gd name="connsiteX4" fmla="*/ 119146 w 239239"/>
              <a:gd name="connsiteY4" fmla="*/ 238292 h 238293"/>
              <a:gd name="connsiteX5" fmla="*/ 0 w 239239"/>
              <a:gd name="connsiteY5" fmla="*/ 119146 h 238293"/>
              <a:gd name="connsiteX0" fmla="*/ 0 w 247225"/>
              <a:gd name="connsiteY0" fmla="*/ 119146 h 246332"/>
              <a:gd name="connsiteX1" fmla="*/ 119146 w 247225"/>
              <a:gd name="connsiteY1" fmla="*/ 0 h 246332"/>
              <a:gd name="connsiteX2" fmla="*/ 238292 w 247225"/>
              <a:gd name="connsiteY2" fmla="*/ 119146 h 246332"/>
              <a:gd name="connsiteX3" fmla="*/ 236920 w 247225"/>
              <a:gd name="connsiteY3" fmla="*/ 234998 h 246332"/>
              <a:gd name="connsiteX4" fmla="*/ 119146 w 247225"/>
              <a:gd name="connsiteY4" fmla="*/ 238292 h 246332"/>
              <a:gd name="connsiteX5" fmla="*/ 0 w 247225"/>
              <a:gd name="connsiteY5" fmla="*/ 119146 h 246332"/>
              <a:gd name="connsiteX0" fmla="*/ 0 w 247225"/>
              <a:gd name="connsiteY0" fmla="*/ 119146 h 238520"/>
              <a:gd name="connsiteX1" fmla="*/ 119146 w 247225"/>
              <a:gd name="connsiteY1" fmla="*/ 0 h 238520"/>
              <a:gd name="connsiteX2" fmla="*/ 238292 w 247225"/>
              <a:gd name="connsiteY2" fmla="*/ 119146 h 238520"/>
              <a:gd name="connsiteX3" fmla="*/ 236920 w 247225"/>
              <a:gd name="connsiteY3" fmla="*/ 234998 h 238520"/>
              <a:gd name="connsiteX4" fmla="*/ 119146 w 247225"/>
              <a:gd name="connsiteY4" fmla="*/ 238292 h 238520"/>
              <a:gd name="connsiteX5" fmla="*/ 0 w 247225"/>
              <a:gd name="connsiteY5" fmla="*/ 119146 h 238520"/>
              <a:gd name="connsiteX0" fmla="*/ 0 w 238828"/>
              <a:gd name="connsiteY0" fmla="*/ 119146 h 238520"/>
              <a:gd name="connsiteX1" fmla="*/ 119146 w 238828"/>
              <a:gd name="connsiteY1" fmla="*/ 0 h 238520"/>
              <a:gd name="connsiteX2" fmla="*/ 238292 w 238828"/>
              <a:gd name="connsiteY2" fmla="*/ 119146 h 238520"/>
              <a:gd name="connsiteX3" fmla="*/ 236920 w 238828"/>
              <a:gd name="connsiteY3" fmla="*/ 234998 h 238520"/>
              <a:gd name="connsiteX4" fmla="*/ 119146 w 238828"/>
              <a:gd name="connsiteY4" fmla="*/ 238292 h 238520"/>
              <a:gd name="connsiteX5" fmla="*/ 0 w 238828"/>
              <a:gd name="connsiteY5" fmla="*/ 119146 h 23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828" h="238520">
                <a:moveTo>
                  <a:pt x="0" y="119146"/>
                </a:moveTo>
                <a:cubicBezTo>
                  <a:pt x="0" y="53343"/>
                  <a:pt x="53343" y="0"/>
                  <a:pt x="119146" y="0"/>
                </a:cubicBezTo>
                <a:cubicBezTo>
                  <a:pt x="184949" y="0"/>
                  <a:pt x="237631" y="54183"/>
                  <a:pt x="238292" y="119146"/>
                </a:cubicBezTo>
                <a:cubicBezTo>
                  <a:pt x="238953" y="184109"/>
                  <a:pt x="239456" y="239396"/>
                  <a:pt x="236920" y="234998"/>
                </a:cubicBezTo>
                <a:cubicBezTo>
                  <a:pt x="239485" y="236226"/>
                  <a:pt x="173049" y="239391"/>
                  <a:pt x="119146" y="238292"/>
                </a:cubicBezTo>
                <a:cubicBezTo>
                  <a:pt x="65243" y="237193"/>
                  <a:pt x="0" y="184949"/>
                  <a:pt x="0" y="119146"/>
                </a:cubicBezTo>
                <a:close/>
              </a:path>
            </a:pathLst>
          </a:custGeom>
          <a:solidFill>
            <a:srgbClr val="0070C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ko-KR" altLang="en-US" sz="9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타원 118">
            <a:extLst>
              <a:ext uri="{FF2B5EF4-FFF2-40B4-BE49-F238E27FC236}">
                <a16:creationId xmlns="" xmlns:a16="http://schemas.microsoft.com/office/drawing/2014/main" id="{8F7CD69F-6208-4EDF-9B34-BCE1C5496383}"/>
              </a:ext>
            </a:extLst>
          </p:cNvPr>
          <p:cNvSpPr/>
          <p:nvPr/>
        </p:nvSpPr>
        <p:spPr>
          <a:xfrm>
            <a:off x="9222522" y="4718124"/>
            <a:ext cx="238828" cy="238522"/>
          </a:xfrm>
          <a:custGeom>
            <a:avLst/>
            <a:gdLst>
              <a:gd name="connsiteX0" fmla="*/ 0 w 238291"/>
              <a:gd name="connsiteY0" fmla="*/ 119146 h 238291"/>
              <a:gd name="connsiteX1" fmla="*/ 119146 w 238291"/>
              <a:gd name="connsiteY1" fmla="*/ 0 h 238291"/>
              <a:gd name="connsiteX2" fmla="*/ 238292 w 238291"/>
              <a:gd name="connsiteY2" fmla="*/ 119146 h 238291"/>
              <a:gd name="connsiteX3" fmla="*/ 119146 w 238291"/>
              <a:gd name="connsiteY3" fmla="*/ 238292 h 238291"/>
              <a:gd name="connsiteX4" fmla="*/ 0 w 238291"/>
              <a:gd name="connsiteY4" fmla="*/ 119146 h 238291"/>
              <a:gd name="connsiteX0" fmla="*/ 0 w 246028"/>
              <a:gd name="connsiteY0" fmla="*/ 119146 h 241560"/>
              <a:gd name="connsiteX1" fmla="*/ 119146 w 246028"/>
              <a:gd name="connsiteY1" fmla="*/ 0 h 241560"/>
              <a:gd name="connsiteX2" fmla="*/ 238292 w 246028"/>
              <a:gd name="connsiteY2" fmla="*/ 119146 h 241560"/>
              <a:gd name="connsiteX3" fmla="*/ 224908 w 246028"/>
              <a:gd name="connsiteY3" fmla="*/ 200354 h 241560"/>
              <a:gd name="connsiteX4" fmla="*/ 119146 w 246028"/>
              <a:gd name="connsiteY4" fmla="*/ 238292 h 241560"/>
              <a:gd name="connsiteX5" fmla="*/ 0 w 246028"/>
              <a:gd name="connsiteY5" fmla="*/ 119146 h 241560"/>
              <a:gd name="connsiteX0" fmla="*/ 0 w 243421"/>
              <a:gd name="connsiteY0" fmla="*/ 119146 h 241560"/>
              <a:gd name="connsiteX1" fmla="*/ 119146 w 243421"/>
              <a:gd name="connsiteY1" fmla="*/ 0 h 241560"/>
              <a:gd name="connsiteX2" fmla="*/ 238292 w 243421"/>
              <a:gd name="connsiteY2" fmla="*/ 119146 h 241560"/>
              <a:gd name="connsiteX3" fmla="*/ 224908 w 243421"/>
              <a:gd name="connsiteY3" fmla="*/ 200354 h 241560"/>
              <a:gd name="connsiteX4" fmla="*/ 119146 w 243421"/>
              <a:gd name="connsiteY4" fmla="*/ 238292 h 241560"/>
              <a:gd name="connsiteX5" fmla="*/ 0 w 243421"/>
              <a:gd name="connsiteY5" fmla="*/ 119146 h 241560"/>
              <a:gd name="connsiteX0" fmla="*/ 0 w 243421"/>
              <a:gd name="connsiteY0" fmla="*/ 119146 h 242623"/>
              <a:gd name="connsiteX1" fmla="*/ 119146 w 243421"/>
              <a:gd name="connsiteY1" fmla="*/ 0 h 242623"/>
              <a:gd name="connsiteX2" fmla="*/ 238292 w 243421"/>
              <a:gd name="connsiteY2" fmla="*/ 119146 h 242623"/>
              <a:gd name="connsiteX3" fmla="*/ 224908 w 243421"/>
              <a:gd name="connsiteY3" fmla="*/ 200354 h 242623"/>
              <a:gd name="connsiteX4" fmla="*/ 119146 w 243421"/>
              <a:gd name="connsiteY4" fmla="*/ 238292 h 242623"/>
              <a:gd name="connsiteX5" fmla="*/ 0 w 243421"/>
              <a:gd name="connsiteY5" fmla="*/ 119146 h 242623"/>
              <a:gd name="connsiteX0" fmla="*/ 0 w 250314"/>
              <a:gd name="connsiteY0" fmla="*/ 119146 h 259557"/>
              <a:gd name="connsiteX1" fmla="*/ 119146 w 250314"/>
              <a:gd name="connsiteY1" fmla="*/ 0 h 259557"/>
              <a:gd name="connsiteX2" fmla="*/ 238292 w 250314"/>
              <a:gd name="connsiteY2" fmla="*/ 119146 h 259557"/>
              <a:gd name="connsiteX3" fmla="*/ 246340 w 250314"/>
              <a:gd name="connsiteY3" fmla="*/ 240836 h 259557"/>
              <a:gd name="connsiteX4" fmla="*/ 119146 w 250314"/>
              <a:gd name="connsiteY4" fmla="*/ 238292 h 259557"/>
              <a:gd name="connsiteX5" fmla="*/ 0 w 250314"/>
              <a:gd name="connsiteY5" fmla="*/ 119146 h 259557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47339"/>
              <a:gd name="connsiteY0" fmla="*/ 119146 h 255096"/>
              <a:gd name="connsiteX1" fmla="*/ 119146 w 247339"/>
              <a:gd name="connsiteY1" fmla="*/ 0 h 255096"/>
              <a:gd name="connsiteX2" fmla="*/ 238292 w 247339"/>
              <a:gd name="connsiteY2" fmla="*/ 119146 h 255096"/>
              <a:gd name="connsiteX3" fmla="*/ 246340 w 247339"/>
              <a:gd name="connsiteY3" fmla="*/ 240836 h 255096"/>
              <a:gd name="connsiteX4" fmla="*/ 119146 w 247339"/>
              <a:gd name="connsiteY4" fmla="*/ 238292 h 255096"/>
              <a:gd name="connsiteX5" fmla="*/ 0 w 247339"/>
              <a:gd name="connsiteY5" fmla="*/ 119146 h 255096"/>
              <a:gd name="connsiteX0" fmla="*/ 0 w 247339"/>
              <a:gd name="connsiteY0" fmla="*/ 119146 h 254579"/>
              <a:gd name="connsiteX1" fmla="*/ 119146 w 247339"/>
              <a:gd name="connsiteY1" fmla="*/ 0 h 254579"/>
              <a:gd name="connsiteX2" fmla="*/ 238292 w 247339"/>
              <a:gd name="connsiteY2" fmla="*/ 119146 h 254579"/>
              <a:gd name="connsiteX3" fmla="*/ 246340 w 247339"/>
              <a:gd name="connsiteY3" fmla="*/ 240836 h 254579"/>
              <a:gd name="connsiteX4" fmla="*/ 119146 w 247339"/>
              <a:gd name="connsiteY4" fmla="*/ 238292 h 254579"/>
              <a:gd name="connsiteX5" fmla="*/ 0 w 247339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45075"/>
              <a:gd name="connsiteX1" fmla="*/ 119146 w 247583"/>
              <a:gd name="connsiteY1" fmla="*/ 0 h 245075"/>
              <a:gd name="connsiteX2" fmla="*/ 238292 w 247583"/>
              <a:gd name="connsiteY2" fmla="*/ 119146 h 245075"/>
              <a:gd name="connsiteX3" fmla="*/ 246340 w 247583"/>
              <a:gd name="connsiteY3" fmla="*/ 240836 h 245075"/>
              <a:gd name="connsiteX4" fmla="*/ 119146 w 247583"/>
              <a:gd name="connsiteY4" fmla="*/ 238292 h 245075"/>
              <a:gd name="connsiteX5" fmla="*/ 0 w 247583"/>
              <a:gd name="connsiteY5" fmla="*/ 119146 h 245075"/>
              <a:gd name="connsiteX0" fmla="*/ 0 w 241211"/>
              <a:gd name="connsiteY0" fmla="*/ 119146 h 246310"/>
              <a:gd name="connsiteX1" fmla="*/ 119146 w 241211"/>
              <a:gd name="connsiteY1" fmla="*/ 0 h 246310"/>
              <a:gd name="connsiteX2" fmla="*/ 238292 w 241211"/>
              <a:gd name="connsiteY2" fmla="*/ 119146 h 246310"/>
              <a:gd name="connsiteX3" fmla="*/ 239196 w 241211"/>
              <a:gd name="connsiteY3" fmla="*/ 228929 h 246310"/>
              <a:gd name="connsiteX4" fmla="*/ 119146 w 241211"/>
              <a:gd name="connsiteY4" fmla="*/ 238292 h 246310"/>
              <a:gd name="connsiteX5" fmla="*/ 0 w 241211"/>
              <a:gd name="connsiteY5" fmla="*/ 119146 h 246310"/>
              <a:gd name="connsiteX0" fmla="*/ 0 w 241211"/>
              <a:gd name="connsiteY0" fmla="*/ 119146 h 238969"/>
              <a:gd name="connsiteX1" fmla="*/ 119146 w 241211"/>
              <a:gd name="connsiteY1" fmla="*/ 0 h 238969"/>
              <a:gd name="connsiteX2" fmla="*/ 238292 w 241211"/>
              <a:gd name="connsiteY2" fmla="*/ 119146 h 238969"/>
              <a:gd name="connsiteX3" fmla="*/ 239196 w 241211"/>
              <a:gd name="connsiteY3" fmla="*/ 228929 h 238969"/>
              <a:gd name="connsiteX4" fmla="*/ 119146 w 241211"/>
              <a:gd name="connsiteY4" fmla="*/ 238292 h 238969"/>
              <a:gd name="connsiteX5" fmla="*/ 0 w 241211"/>
              <a:gd name="connsiteY5" fmla="*/ 119146 h 238969"/>
              <a:gd name="connsiteX0" fmla="*/ 0 w 241211"/>
              <a:gd name="connsiteY0" fmla="*/ 119146 h 238354"/>
              <a:gd name="connsiteX1" fmla="*/ 119146 w 241211"/>
              <a:gd name="connsiteY1" fmla="*/ 0 h 238354"/>
              <a:gd name="connsiteX2" fmla="*/ 238292 w 241211"/>
              <a:gd name="connsiteY2" fmla="*/ 119146 h 238354"/>
              <a:gd name="connsiteX3" fmla="*/ 239196 w 241211"/>
              <a:gd name="connsiteY3" fmla="*/ 228929 h 238354"/>
              <a:gd name="connsiteX4" fmla="*/ 119146 w 241211"/>
              <a:gd name="connsiteY4" fmla="*/ 238292 h 238354"/>
              <a:gd name="connsiteX5" fmla="*/ 0 w 241211"/>
              <a:gd name="connsiteY5" fmla="*/ 119146 h 238354"/>
              <a:gd name="connsiteX0" fmla="*/ 0 w 241628"/>
              <a:gd name="connsiteY0" fmla="*/ 119146 h 238354"/>
              <a:gd name="connsiteX1" fmla="*/ 119146 w 241628"/>
              <a:gd name="connsiteY1" fmla="*/ 0 h 238354"/>
              <a:gd name="connsiteX2" fmla="*/ 238292 w 241628"/>
              <a:gd name="connsiteY2" fmla="*/ 119146 h 238354"/>
              <a:gd name="connsiteX3" fmla="*/ 239196 w 241628"/>
              <a:gd name="connsiteY3" fmla="*/ 228929 h 238354"/>
              <a:gd name="connsiteX4" fmla="*/ 119146 w 241628"/>
              <a:gd name="connsiteY4" fmla="*/ 238292 h 238354"/>
              <a:gd name="connsiteX5" fmla="*/ 0 w 241628"/>
              <a:gd name="connsiteY5" fmla="*/ 119146 h 238354"/>
              <a:gd name="connsiteX0" fmla="*/ 0 w 241475"/>
              <a:gd name="connsiteY0" fmla="*/ 119146 h 238354"/>
              <a:gd name="connsiteX1" fmla="*/ 119146 w 241475"/>
              <a:gd name="connsiteY1" fmla="*/ 0 h 238354"/>
              <a:gd name="connsiteX2" fmla="*/ 238292 w 241475"/>
              <a:gd name="connsiteY2" fmla="*/ 119146 h 238354"/>
              <a:gd name="connsiteX3" fmla="*/ 239196 w 241475"/>
              <a:gd name="connsiteY3" fmla="*/ 228929 h 238354"/>
              <a:gd name="connsiteX4" fmla="*/ 119146 w 241475"/>
              <a:gd name="connsiteY4" fmla="*/ 238292 h 238354"/>
              <a:gd name="connsiteX5" fmla="*/ 0 w 241475"/>
              <a:gd name="connsiteY5" fmla="*/ 119146 h 238354"/>
              <a:gd name="connsiteX0" fmla="*/ 0 w 241475"/>
              <a:gd name="connsiteY0" fmla="*/ 119146 h 238293"/>
              <a:gd name="connsiteX1" fmla="*/ 119146 w 241475"/>
              <a:gd name="connsiteY1" fmla="*/ 0 h 238293"/>
              <a:gd name="connsiteX2" fmla="*/ 238292 w 241475"/>
              <a:gd name="connsiteY2" fmla="*/ 119146 h 238293"/>
              <a:gd name="connsiteX3" fmla="*/ 239196 w 241475"/>
              <a:gd name="connsiteY3" fmla="*/ 228929 h 238293"/>
              <a:gd name="connsiteX4" fmla="*/ 119146 w 241475"/>
              <a:gd name="connsiteY4" fmla="*/ 238292 h 238293"/>
              <a:gd name="connsiteX5" fmla="*/ 0 w 241475"/>
              <a:gd name="connsiteY5" fmla="*/ 119146 h 238293"/>
              <a:gd name="connsiteX0" fmla="*/ 0 w 248248"/>
              <a:gd name="connsiteY0" fmla="*/ 119146 h 246326"/>
              <a:gd name="connsiteX1" fmla="*/ 119146 w 248248"/>
              <a:gd name="connsiteY1" fmla="*/ 0 h 246326"/>
              <a:gd name="connsiteX2" fmla="*/ 238292 w 248248"/>
              <a:gd name="connsiteY2" fmla="*/ 119146 h 246326"/>
              <a:gd name="connsiteX3" fmla="*/ 237679 w 248248"/>
              <a:gd name="connsiteY3" fmla="*/ 233481 h 246326"/>
              <a:gd name="connsiteX4" fmla="*/ 119146 w 248248"/>
              <a:gd name="connsiteY4" fmla="*/ 238292 h 246326"/>
              <a:gd name="connsiteX5" fmla="*/ 0 w 248248"/>
              <a:gd name="connsiteY5" fmla="*/ 119146 h 246326"/>
              <a:gd name="connsiteX0" fmla="*/ 0 w 248248"/>
              <a:gd name="connsiteY0" fmla="*/ 119146 h 238295"/>
              <a:gd name="connsiteX1" fmla="*/ 119146 w 248248"/>
              <a:gd name="connsiteY1" fmla="*/ 0 h 238295"/>
              <a:gd name="connsiteX2" fmla="*/ 238292 w 248248"/>
              <a:gd name="connsiteY2" fmla="*/ 119146 h 238295"/>
              <a:gd name="connsiteX3" fmla="*/ 237679 w 248248"/>
              <a:gd name="connsiteY3" fmla="*/ 233481 h 238295"/>
              <a:gd name="connsiteX4" fmla="*/ 119146 w 248248"/>
              <a:gd name="connsiteY4" fmla="*/ 238292 h 238295"/>
              <a:gd name="connsiteX5" fmla="*/ 0 w 248248"/>
              <a:gd name="connsiteY5" fmla="*/ 119146 h 238295"/>
              <a:gd name="connsiteX0" fmla="*/ 0 w 240986"/>
              <a:gd name="connsiteY0" fmla="*/ 119146 h 238295"/>
              <a:gd name="connsiteX1" fmla="*/ 119146 w 240986"/>
              <a:gd name="connsiteY1" fmla="*/ 0 h 238295"/>
              <a:gd name="connsiteX2" fmla="*/ 238292 w 240986"/>
              <a:gd name="connsiteY2" fmla="*/ 119146 h 238295"/>
              <a:gd name="connsiteX3" fmla="*/ 237679 w 240986"/>
              <a:gd name="connsiteY3" fmla="*/ 233481 h 238295"/>
              <a:gd name="connsiteX4" fmla="*/ 119146 w 240986"/>
              <a:gd name="connsiteY4" fmla="*/ 238292 h 238295"/>
              <a:gd name="connsiteX5" fmla="*/ 0 w 240986"/>
              <a:gd name="connsiteY5" fmla="*/ 119146 h 238295"/>
              <a:gd name="connsiteX0" fmla="*/ 0 w 240530"/>
              <a:gd name="connsiteY0" fmla="*/ 119146 h 238295"/>
              <a:gd name="connsiteX1" fmla="*/ 119146 w 240530"/>
              <a:gd name="connsiteY1" fmla="*/ 0 h 238295"/>
              <a:gd name="connsiteX2" fmla="*/ 238292 w 240530"/>
              <a:gd name="connsiteY2" fmla="*/ 119146 h 238295"/>
              <a:gd name="connsiteX3" fmla="*/ 237679 w 240530"/>
              <a:gd name="connsiteY3" fmla="*/ 233481 h 238295"/>
              <a:gd name="connsiteX4" fmla="*/ 119146 w 240530"/>
              <a:gd name="connsiteY4" fmla="*/ 238292 h 238295"/>
              <a:gd name="connsiteX5" fmla="*/ 0 w 240530"/>
              <a:gd name="connsiteY5" fmla="*/ 119146 h 238295"/>
              <a:gd name="connsiteX0" fmla="*/ 0 w 240530"/>
              <a:gd name="connsiteY0" fmla="*/ 119146 h 238293"/>
              <a:gd name="connsiteX1" fmla="*/ 119146 w 240530"/>
              <a:gd name="connsiteY1" fmla="*/ 0 h 238293"/>
              <a:gd name="connsiteX2" fmla="*/ 238292 w 240530"/>
              <a:gd name="connsiteY2" fmla="*/ 119146 h 238293"/>
              <a:gd name="connsiteX3" fmla="*/ 237679 w 240530"/>
              <a:gd name="connsiteY3" fmla="*/ 233481 h 238293"/>
              <a:gd name="connsiteX4" fmla="*/ 119146 w 240530"/>
              <a:gd name="connsiteY4" fmla="*/ 238292 h 238293"/>
              <a:gd name="connsiteX5" fmla="*/ 0 w 240530"/>
              <a:gd name="connsiteY5" fmla="*/ 119146 h 238293"/>
              <a:gd name="connsiteX0" fmla="*/ 0 w 239239"/>
              <a:gd name="connsiteY0" fmla="*/ 119146 h 238293"/>
              <a:gd name="connsiteX1" fmla="*/ 119146 w 239239"/>
              <a:gd name="connsiteY1" fmla="*/ 0 h 238293"/>
              <a:gd name="connsiteX2" fmla="*/ 238292 w 239239"/>
              <a:gd name="connsiteY2" fmla="*/ 119146 h 238293"/>
              <a:gd name="connsiteX3" fmla="*/ 237679 w 239239"/>
              <a:gd name="connsiteY3" fmla="*/ 233481 h 238293"/>
              <a:gd name="connsiteX4" fmla="*/ 119146 w 239239"/>
              <a:gd name="connsiteY4" fmla="*/ 238292 h 238293"/>
              <a:gd name="connsiteX5" fmla="*/ 0 w 239239"/>
              <a:gd name="connsiteY5" fmla="*/ 119146 h 238293"/>
              <a:gd name="connsiteX0" fmla="*/ 0 w 247225"/>
              <a:gd name="connsiteY0" fmla="*/ 119146 h 246332"/>
              <a:gd name="connsiteX1" fmla="*/ 119146 w 247225"/>
              <a:gd name="connsiteY1" fmla="*/ 0 h 246332"/>
              <a:gd name="connsiteX2" fmla="*/ 238292 w 247225"/>
              <a:gd name="connsiteY2" fmla="*/ 119146 h 246332"/>
              <a:gd name="connsiteX3" fmla="*/ 236920 w 247225"/>
              <a:gd name="connsiteY3" fmla="*/ 234998 h 246332"/>
              <a:gd name="connsiteX4" fmla="*/ 119146 w 247225"/>
              <a:gd name="connsiteY4" fmla="*/ 238292 h 246332"/>
              <a:gd name="connsiteX5" fmla="*/ 0 w 247225"/>
              <a:gd name="connsiteY5" fmla="*/ 119146 h 246332"/>
              <a:gd name="connsiteX0" fmla="*/ 0 w 247225"/>
              <a:gd name="connsiteY0" fmla="*/ 119146 h 238520"/>
              <a:gd name="connsiteX1" fmla="*/ 119146 w 247225"/>
              <a:gd name="connsiteY1" fmla="*/ 0 h 238520"/>
              <a:gd name="connsiteX2" fmla="*/ 238292 w 247225"/>
              <a:gd name="connsiteY2" fmla="*/ 119146 h 238520"/>
              <a:gd name="connsiteX3" fmla="*/ 236920 w 247225"/>
              <a:gd name="connsiteY3" fmla="*/ 234998 h 238520"/>
              <a:gd name="connsiteX4" fmla="*/ 119146 w 247225"/>
              <a:gd name="connsiteY4" fmla="*/ 238292 h 238520"/>
              <a:gd name="connsiteX5" fmla="*/ 0 w 247225"/>
              <a:gd name="connsiteY5" fmla="*/ 119146 h 238520"/>
              <a:gd name="connsiteX0" fmla="*/ 0 w 238828"/>
              <a:gd name="connsiteY0" fmla="*/ 119146 h 238520"/>
              <a:gd name="connsiteX1" fmla="*/ 119146 w 238828"/>
              <a:gd name="connsiteY1" fmla="*/ 0 h 238520"/>
              <a:gd name="connsiteX2" fmla="*/ 238292 w 238828"/>
              <a:gd name="connsiteY2" fmla="*/ 119146 h 238520"/>
              <a:gd name="connsiteX3" fmla="*/ 236920 w 238828"/>
              <a:gd name="connsiteY3" fmla="*/ 234998 h 238520"/>
              <a:gd name="connsiteX4" fmla="*/ 119146 w 238828"/>
              <a:gd name="connsiteY4" fmla="*/ 238292 h 238520"/>
              <a:gd name="connsiteX5" fmla="*/ 0 w 238828"/>
              <a:gd name="connsiteY5" fmla="*/ 119146 h 23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828" h="238520">
                <a:moveTo>
                  <a:pt x="0" y="119146"/>
                </a:moveTo>
                <a:cubicBezTo>
                  <a:pt x="0" y="53343"/>
                  <a:pt x="53343" y="0"/>
                  <a:pt x="119146" y="0"/>
                </a:cubicBezTo>
                <a:cubicBezTo>
                  <a:pt x="184949" y="0"/>
                  <a:pt x="237631" y="54183"/>
                  <a:pt x="238292" y="119146"/>
                </a:cubicBezTo>
                <a:cubicBezTo>
                  <a:pt x="238953" y="184109"/>
                  <a:pt x="239456" y="239396"/>
                  <a:pt x="236920" y="234998"/>
                </a:cubicBezTo>
                <a:cubicBezTo>
                  <a:pt x="239485" y="236226"/>
                  <a:pt x="173049" y="239391"/>
                  <a:pt x="119146" y="238292"/>
                </a:cubicBezTo>
                <a:cubicBezTo>
                  <a:pt x="65243" y="237193"/>
                  <a:pt x="0" y="184949"/>
                  <a:pt x="0" y="119146"/>
                </a:cubicBezTo>
                <a:close/>
              </a:path>
            </a:pathLst>
          </a:custGeom>
          <a:solidFill>
            <a:srgbClr val="0070C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2-1</a:t>
            </a:r>
            <a:endParaRPr lang="ko-KR" altLang="en-US" sz="9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타원 118">
            <a:extLst>
              <a:ext uri="{FF2B5EF4-FFF2-40B4-BE49-F238E27FC236}">
                <a16:creationId xmlns="" xmlns:a16="http://schemas.microsoft.com/office/drawing/2014/main" id="{D38E7DF6-4E51-4DA1-BE4D-42A566B8F73B}"/>
              </a:ext>
            </a:extLst>
          </p:cNvPr>
          <p:cNvSpPr/>
          <p:nvPr/>
        </p:nvSpPr>
        <p:spPr>
          <a:xfrm>
            <a:off x="10797340" y="4261358"/>
            <a:ext cx="238828" cy="238522"/>
          </a:xfrm>
          <a:custGeom>
            <a:avLst/>
            <a:gdLst>
              <a:gd name="connsiteX0" fmla="*/ 0 w 238291"/>
              <a:gd name="connsiteY0" fmla="*/ 119146 h 238291"/>
              <a:gd name="connsiteX1" fmla="*/ 119146 w 238291"/>
              <a:gd name="connsiteY1" fmla="*/ 0 h 238291"/>
              <a:gd name="connsiteX2" fmla="*/ 238292 w 238291"/>
              <a:gd name="connsiteY2" fmla="*/ 119146 h 238291"/>
              <a:gd name="connsiteX3" fmla="*/ 119146 w 238291"/>
              <a:gd name="connsiteY3" fmla="*/ 238292 h 238291"/>
              <a:gd name="connsiteX4" fmla="*/ 0 w 238291"/>
              <a:gd name="connsiteY4" fmla="*/ 119146 h 238291"/>
              <a:gd name="connsiteX0" fmla="*/ 0 w 246028"/>
              <a:gd name="connsiteY0" fmla="*/ 119146 h 241560"/>
              <a:gd name="connsiteX1" fmla="*/ 119146 w 246028"/>
              <a:gd name="connsiteY1" fmla="*/ 0 h 241560"/>
              <a:gd name="connsiteX2" fmla="*/ 238292 w 246028"/>
              <a:gd name="connsiteY2" fmla="*/ 119146 h 241560"/>
              <a:gd name="connsiteX3" fmla="*/ 224908 w 246028"/>
              <a:gd name="connsiteY3" fmla="*/ 200354 h 241560"/>
              <a:gd name="connsiteX4" fmla="*/ 119146 w 246028"/>
              <a:gd name="connsiteY4" fmla="*/ 238292 h 241560"/>
              <a:gd name="connsiteX5" fmla="*/ 0 w 246028"/>
              <a:gd name="connsiteY5" fmla="*/ 119146 h 241560"/>
              <a:gd name="connsiteX0" fmla="*/ 0 w 243421"/>
              <a:gd name="connsiteY0" fmla="*/ 119146 h 241560"/>
              <a:gd name="connsiteX1" fmla="*/ 119146 w 243421"/>
              <a:gd name="connsiteY1" fmla="*/ 0 h 241560"/>
              <a:gd name="connsiteX2" fmla="*/ 238292 w 243421"/>
              <a:gd name="connsiteY2" fmla="*/ 119146 h 241560"/>
              <a:gd name="connsiteX3" fmla="*/ 224908 w 243421"/>
              <a:gd name="connsiteY3" fmla="*/ 200354 h 241560"/>
              <a:gd name="connsiteX4" fmla="*/ 119146 w 243421"/>
              <a:gd name="connsiteY4" fmla="*/ 238292 h 241560"/>
              <a:gd name="connsiteX5" fmla="*/ 0 w 243421"/>
              <a:gd name="connsiteY5" fmla="*/ 119146 h 241560"/>
              <a:gd name="connsiteX0" fmla="*/ 0 w 243421"/>
              <a:gd name="connsiteY0" fmla="*/ 119146 h 242623"/>
              <a:gd name="connsiteX1" fmla="*/ 119146 w 243421"/>
              <a:gd name="connsiteY1" fmla="*/ 0 h 242623"/>
              <a:gd name="connsiteX2" fmla="*/ 238292 w 243421"/>
              <a:gd name="connsiteY2" fmla="*/ 119146 h 242623"/>
              <a:gd name="connsiteX3" fmla="*/ 224908 w 243421"/>
              <a:gd name="connsiteY3" fmla="*/ 200354 h 242623"/>
              <a:gd name="connsiteX4" fmla="*/ 119146 w 243421"/>
              <a:gd name="connsiteY4" fmla="*/ 238292 h 242623"/>
              <a:gd name="connsiteX5" fmla="*/ 0 w 243421"/>
              <a:gd name="connsiteY5" fmla="*/ 119146 h 242623"/>
              <a:gd name="connsiteX0" fmla="*/ 0 w 250314"/>
              <a:gd name="connsiteY0" fmla="*/ 119146 h 259557"/>
              <a:gd name="connsiteX1" fmla="*/ 119146 w 250314"/>
              <a:gd name="connsiteY1" fmla="*/ 0 h 259557"/>
              <a:gd name="connsiteX2" fmla="*/ 238292 w 250314"/>
              <a:gd name="connsiteY2" fmla="*/ 119146 h 259557"/>
              <a:gd name="connsiteX3" fmla="*/ 246340 w 250314"/>
              <a:gd name="connsiteY3" fmla="*/ 240836 h 259557"/>
              <a:gd name="connsiteX4" fmla="*/ 119146 w 250314"/>
              <a:gd name="connsiteY4" fmla="*/ 238292 h 259557"/>
              <a:gd name="connsiteX5" fmla="*/ 0 w 250314"/>
              <a:gd name="connsiteY5" fmla="*/ 119146 h 259557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47339"/>
              <a:gd name="connsiteY0" fmla="*/ 119146 h 255096"/>
              <a:gd name="connsiteX1" fmla="*/ 119146 w 247339"/>
              <a:gd name="connsiteY1" fmla="*/ 0 h 255096"/>
              <a:gd name="connsiteX2" fmla="*/ 238292 w 247339"/>
              <a:gd name="connsiteY2" fmla="*/ 119146 h 255096"/>
              <a:gd name="connsiteX3" fmla="*/ 246340 w 247339"/>
              <a:gd name="connsiteY3" fmla="*/ 240836 h 255096"/>
              <a:gd name="connsiteX4" fmla="*/ 119146 w 247339"/>
              <a:gd name="connsiteY4" fmla="*/ 238292 h 255096"/>
              <a:gd name="connsiteX5" fmla="*/ 0 w 247339"/>
              <a:gd name="connsiteY5" fmla="*/ 119146 h 255096"/>
              <a:gd name="connsiteX0" fmla="*/ 0 w 247339"/>
              <a:gd name="connsiteY0" fmla="*/ 119146 h 254579"/>
              <a:gd name="connsiteX1" fmla="*/ 119146 w 247339"/>
              <a:gd name="connsiteY1" fmla="*/ 0 h 254579"/>
              <a:gd name="connsiteX2" fmla="*/ 238292 w 247339"/>
              <a:gd name="connsiteY2" fmla="*/ 119146 h 254579"/>
              <a:gd name="connsiteX3" fmla="*/ 246340 w 247339"/>
              <a:gd name="connsiteY3" fmla="*/ 240836 h 254579"/>
              <a:gd name="connsiteX4" fmla="*/ 119146 w 247339"/>
              <a:gd name="connsiteY4" fmla="*/ 238292 h 254579"/>
              <a:gd name="connsiteX5" fmla="*/ 0 w 247339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45075"/>
              <a:gd name="connsiteX1" fmla="*/ 119146 w 247583"/>
              <a:gd name="connsiteY1" fmla="*/ 0 h 245075"/>
              <a:gd name="connsiteX2" fmla="*/ 238292 w 247583"/>
              <a:gd name="connsiteY2" fmla="*/ 119146 h 245075"/>
              <a:gd name="connsiteX3" fmla="*/ 246340 w 247583"/>
              <a:gd name="connsiteY3" fmla="*/ 240836 h 245075"/>
              <a:gd name="connsiteX4" fmla="*/ 119146 w 247583"/>
              <a:gd name="connsiteY4" fmla="*/ 238292 h 245075"/>
              <a:gd name="connsiteX5" fmla="*/ 0 w 247583"/>
              <a:gd name="connsiteY5" fmla="*/ 119146 h 245075"/>
              <a:gd name="connsiteX0" fmla="*/ 0 w 241211"/>
              <a:gd name="connsiteY0" fmla="*/ 119146 h 246310"/>
              <a:gd name="connsiteX1" fmla="*/ 119146 w 241211"/>
              <a:gd name="connsiteY1" fmla="*/ 0 h 246310"/>
              <a:gd name="connsiteX2" fmla="*/ 238292 w 241211"/>
              <a:gd name="connsiteY2" fmla="*/ 119146 h 246310"/>
              <a:gd name="connsiteX3" fmla="*/ 239196 w 241211"/>
              <a:gd name="connsiteY3" fmla="*/ 228929 h 246310"/>
              <a:gd name="connsiteX4" fmla="*/ 119146 w 241211"/>
              <a:gd name="connsiteY4" fmla="*/ 238292 h 246310"/>
              <a:gd name="connsiteX5" fmla="*/ 0 w 241211"/>
              <a:gd name="connsiteY5" fmla="*/ 119146 h 246310"/>
              <a:gd name="connsiteX0" fmla="*/ 0 w 241211"/>
              <a:gd name="connsiteY0" fmla="*/ 119146 h 238969"/>
              <a:gd name="connsiteX1" fmla="*/ 119146 w 241211"/>
              <a:gd name="connsiteY1" fmla="*/ 0 h 238969"/>
              <a:gd name="connsiteX2" fmla="*/ 238292 w 241211"/>
              <a:gd name="connsiteY2" fmla="*/ 119146 h 238969"/>
              <a:gd name="connsiteX3" fmla="*/ 239196 w 241211"/>
              <a:gd name="connsiteY3" fmla="*/ 228929 h 238969"/>
              <a:gd name="connsiteX4" fmla="*/ 119146 w 241211"/>
              <a:gd name="connsiteY4" fmla="*/ 238292 h 238969"/>
              <a:gd name="connsiteX5" fmla="*/ 0 w 241211"/>
              <a:gd name="connsiteY5" fmla="*/ 119146 h 238969"/>
              <a:gd name="connsiteX0" fmla="*/ 0 w 241211"/>
              <a:gd name="connsiteY0" fmla="*/ 119146 h 238354"/>
              <a:gd name="connsiteX1" fmla="*/ 119146 w 241211"/>
              <a:gd name="connsiteY1" fmla="*/ 0 h 238354"/>
              <a:gd name="connsiteX2" fmla="*/ 238292 w 241211"/>
              <a:gd name="connsiteY2" fmla="*/ 119146 h 238354"/>
              <a:gd name="connsiteX3" fmla="*/ 239196 w 241211"/>
              <a:gd name="connsiteY3" fmla="*/ 228929 h 238354"/>
              <a:gd name="connsiteX4" fmla="*/ 119146 w 241211"/>
              <a:gd name="connsiteY4" fmla="*/ 238292 h 238354"/>
              <a:gd name="connsiteX5" fmla="*/ 0 w 241211"/>
              <a:gd name="connsiteY5" fmla="*/ 119146 h 238354"/>
              <a:gd name="connsiteX0" fmla="*/ 0 w 241628"/>
              <a:gd name="connsiteY0" fmla="*/ 119146 h 238354"/>
              <a:gd name="connsiteX1" fmla="*/ 119146 w 241628"/>
              <a:gd name="connsiteY1" fmla="*/ 0 h 238354"/>
              <a:gd name="connsiteX2" fmla="*/ 238292 w 241628"/>
              <a:gd name="connsiteY2" fmla="*/ 119146 h 238354"/>
              <a:gd name="connsiteX3" fmla="*/ 239196 w 241628"/>
              <a:gd name="connsiteY3" fmla="*/ 228929 h 238354"/>
              <a:gd name="connsiteX4" fmla="*/ 119146 w 241628"/>
              <a:gd name="connsiteY4" fmla="*/ 238292 h 238354"/>
              <a:gd name="connsiteX5" fmla="*/ 0 w 241628"/>
              <a:gd name="connsiteY5" fmla="*/ 119146 h 238354"/>
              <a:gd name="connsiteX0" fmla="*/ 0 w 241475"/>
              <a:gd name="connsiteY0" fmla="*/ 119146 h 238354"/>
              <a:gd name="connsiteX1" fmla="*/ 119146 w 241475"/>
              <a:gd name="connsiteY1" fmla="*/ 0 h 238354"/>
              <a:gd name="connsiteX2" fmla="*/ 238292 w 241475"/>
              <a:gd name="connsiteY2" fmla="*/ 119146 h 238354"/>
              <a:gd name="connsiteX3" fmla="*/ 239196 w 241475"/>
              <a:gd name="connsiteY3" fmla="*/ 228929 h 238354"/>
              <a:gd name="connsiteX4" fmla="*/ 119146 w 241475"/>
              <a:gd name="connsiteY4" fmla="*/ 238292 h 238354"/>
              <a:gd name="connsiteX5" fmla="*/ 0 w 241475"/>
              <a:gd name="connsiteY5" fmla="*/ 119146 h 238354"/>
              <a:gd name="connsiteX0" fmla="*/ 0 w 241475"/>
              <a:gd name="connsiteY0" fmla="*/ 119146 h 238293"/>
              <a:gd name="connsiteX1" fmla="*/ 119146 w 241475"/>
              <a:gd name="connsiteY1" fmla="*/ 0 h 238293"/>
              <a:gd name="connsiteX2" fmla="*/ 238292 w 241475"/>
              <a:gd name="connsiteY2" fmla="*/ 119146 h 238293"/>
              <a:gd name="connsiteX3" fmla="*/ 239196 w 241475"/>
              <a:gd name="connsiteY3" fmla="*/ 228929 h 238293"/>
              <a:gd name="connsiteX4" fmla="*/ 119146 w 241475"/>
              <a:gd name="connsiteY4" fmla="*/ 238292 h 238293"/>
              <a:gd name="connsiteX5" fmla="*/ 0 w 241475"/>
              <a:gd name="connsiteY5" fmla="*/ 119146 h 238293"/>
              <a:gd name="connsiteX0" fmla="*/ 0 w 248248"/>
              <a:gd name="connsiteY0" fmla="*/ 119146 h 246326"/>
              <a:gd name="connsiteX1" fmla="*/ 119146 w 248248"/>
              <a:gd name="connsiteY1" fmla="*/ 0 h 246326"/>
              <a:gd name="connsiteX2" fmla="*/ 238292 w 248248"/>
              <a:gd name="connsiteY2" fmla="*/ 119146 h 246326"/>
              <a:gd name="connsiteX3" fmla="*/ 237679 w 248248"/>
              <a:gd name="connsiteY3" fmla="*/ 233481 h 246326"/>
              <a:gd name="connsiteX4" fmla="*/ 119146 w 248248"/>
              <a:gd name="connsiteY4" fmla="*/ 238292 h 246326"/>
              <a:gd name="connsiteX5" fmla="*/ 0 w 248248"/>
              <a:gd name="connsiteY5" fmla="*/ 119146 h 246326"/>
              <a:gd name="connsiteX0" fmla="*/ 0 w 248248"/>
              <a:gd name="connsiteY0" fmla="*/ 119146 h 238295"/>
              <a:gd name="connsiteX1" fmla="*/ 119146 w 248248"/>
              <a:gd name="connsiteY1" fmla="*/ 0 h 238295"/>
              <a:gd name="connsiteX2" fmla="*/ 238292 w 248248"/>
              <a:gd name="connsiteY2" fmla="*/ 119146 h 238295"/>
              <a:gd name="connsiteX3" fmla="*/ 237679 w 248248"/>
              <a:gd name="connsiteY3" fmla="*/ 233481 h 238295"/>
              <a:gd name="connsiteX4" fmla="*/ 119146 w 248248"/>
              <a:gd name="connsiteY4" fmla="*/ 238292 h 238295"/>
              <a:gd name="connsiteX5" fmla="*/ 0 w 248248"/>
              <a:gd name="connsiteY5" fmla="*/ 119146 h 238295"/>
              <a:gd name="connsiteX0" fmla="*/ 0 w 240986"/>
              <a:gd name="connsiteY0" fmla="*/ 119146 h 238295"/>
              <a:gd name="connsiteX1" fmla="*/ 119146 w 240986"/>
              <a:gd name="connsiteY1" fmla="*/ 0 h 238295"/>
              <a:gd name="connsiteX2" fmla="*/ 238292 w 240986"/>
              <a:gd name="connsiteY2" fmla="*/ 119146 h 238295"/>
              <a:gd name="connsiteX3" fmla="*/ 237679 w 240986"/>
              <a:gd name="connsiteY3" fmla="*/ 233481 h 238295"/>
              <a:gd name="connsiteX4" fmla="*/ 119146 w 240986"/>
              <a:gd name="connsiteY4" fmla="*/ 238292 h 238295"/>
              <a:gd name="connsiteX5" fmla="*/ 0 w 240986"/>
              <a:gd name="connsiteY5" fmla="*/ 119146 h 238295"/>
              <a:gd name="connsiteX0" fmla="*/ 0 w 240530"/>
              <a:gd name="connsiteY0" fmla="*/ 119146 h 238295"/>
              <a:gd name="connsiteX1" fmla="*/ 119146 w 240530"/>
              <a:gd name="connsiteY1" fmla="*/ 0 h 238295"/>
              <a:gd name="connsiteX2" fmla="*/ 238292 w 240530"/>
              <a:gd name="connsiteY2" fmla="*/ 119146 h 238295"/>
              <a:gd name="connsiteX3" fmla="*/ 237679 w 240530"/>
              <a:gd name="connsiteY3" fmla="*/ 233481 h 238295"/>
              <a:gd name="connsiteX4" fmla="*/ 119146 w 240530"/>
              <a:gd name="connsiteY4" fmla="*/ 238292 h 238295"/>
              <a:gd name="connsiteX5" fmla="*/ 0 w 240530"/>
              <a:gd name="connsiteY5" fmla="*/ 119146 h 238295"/>
              <a:gd name="connsiteX0" fmla="*/ 0 w 240530"/>
              <a:gd name="connsiteY0" fmla="*/ 119146 h 238293"/>
              <a:gd name="connsiteX1" fmla="*/ 119146 w 240530"/>
              <a:gd name="connsiteY1" fmla="*/ 0 h 238293"/>
              <a:gd name="connsiteX2" fmla="*/ 238292 w 240530"/>
              <a:gd name="connsiteY2" fmla="*/ 119146 h 238293"/>
              <a:gd name="connsiteX3" fmla="*/ 237679 w 240530"/>
              <a:gd name="connsiteY3" fmla="*/ 233481 h 238293"/>
              <a:gd name="connsiteX4" fmla="*/ 119146 w 240530"/>
              <a:gd name="connsiteY4" fmla="*/ 238292 h 238293"/>
              <a:gd name="connsiteX5" fmla="*/ 0 w 240530"/>
              <a:gd name="connsiteY5" fmla="*/ 119146 h 238293"/>
              <a:gd name="connsiteX0" fmla="*/ 0 w 239239"/>
              <a:gd name="connsiteY0" fmla="*/ 119146 h 238293"/>
              <a:gd name="connsiteX1" fmla="*/ 119146 w 239239"/>
              <a:gd name="connsiteY1" fmla="*/ 0 h 238293"/>
              <a:gd name="connsiteX2" fmla="*/ 238292 w 239239"/>
              <a:gd name="connsiteY2" fmla="*/ 119146 h 238293"/>
              <a:gd name="connsiteX3" fmla="*/ 237679 w 239239"/>
              <a:gd name="connsiteY3" fmla="*/ 233481 h 238293"/>
              <a:gd name="connsiteX4" fmla="*/ 119146 w 239239"/>
              <a:gd name="connsiteY4" fmla="*/ 238292 h 238293"/>
              <a:gd name="connsiteX5" fmla="*/ 0 w 239239"/>
              <a:gd name="connsiteY5" fmla="*/ 119146 h 238293"/>
              <a:gd name="connsiteX0" fmla="*/ 0 w 247225"/>
              <a:gd name="connsiteY0" fmla="*/ 119146 h 246332"/>
              <a:gd name="connsiteX1" fmla="*/ 119146 w 247225"/>
              <a:gd name="connsiteY1" fmla="*/ 0 h 246332"/>
              <a:gd name="connsiteX2" fmla="*/ 238292 w 247225"/>
              <a:gd name="connsiteY2" fmla="*/ 119146 h 246332"/>
              <a:gd name="connsiteX3" fmla="*/ 236920 w 247225"/>
              <a:gd name="connsiteY3" fmla="*/ 234998 h 246332"/>
              <a:gd name="connsiteX4" fmla="*/ 119146 w 247225"/>
              <a:gd name="connsiteY4" fmla="*/ 238292 h 246332"/>
              <a:gd name="connsiteX5" fmla="*/ 0 w 247225"/>
              <a:gd name="connsiteY5" fmla="*/ 119146 h 246332"/>
              <a:gd name="connsiteX0" fmla="*/ 0 w 247225"/>
              <a:gd name="connsiteY0" fmla="*/ 119146 h 238520"/>
              <a:gd name="connsiteX1" fmla="*/ 119146 w 247225"/>
              <a:gd name="connsiteY1" fmla="*/ 0 h 238520"/>
              <a:gd name="connsiteX2" fmla="*/ 238292 w 247225"/>
              <a:gd name="connsiteY2" fmla="*/ 119146 h 238520"/>
              <a:gd name="connsiteX3" fmla="*/ 236920 w 247225"/>
              <a:gd name="connsiteY3" fmla="*/ 234998 h 238520"/>
              <a:gd name="connsiteX4" fmla="*/ 119146 w 247225"/>
              <a:gd name="connsiteY4" fmla="*/ 238292 h 238520"/>
              <a:gd name="connsiteX5" fmla="*/ 0 w 247225"/>
              <a:gd name="connsiteY5" fmla="*/ 119146 h 238520"/>
              <a:gd name="connsiteX0" fmla="*/ 0 w 238828"/>
              <a:gd name="connsiteY0" fmla="*/ 119146 h 238520"/>
              <a:gd name="connsiteX1" fmla="*/ 119146 w 238828"/>
              <a:gd name="connsiteY1" fmla="*/ 0 h 238520"/>
              <a:gd name="connsiteX2" fmla="*/ 238292 w 238828"/>
              <a:gd name="connsiteY2" fmla="*/ 119146 h 238520"/>
              <a:gd name="connsiteX3" fmla="*/ 236920 w 238828"/>
              <a:gd name="connsiteY3" fmla="*/ 234998 h 238520"/>
              <a:gd name="connsiteX4" fmla="*/ 119146 w 238828"/>
              <a:gd name="connsiteY4" fmla="*/ 238292 h 238520"/>
              <a:gd name="connsiteX5" fmla="*/ 0 w 238828"/>
              <a:gd name="connsiteY5" fmla="*/ 119146 h 23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828" h="238520">
                <a:moveTo>
                  <a:pt x="0" y="119146"/>
                </a:moveTo>
                <a:cubicBezTo>
                  <a:pt x="0" y="53343"/>
                  <a:pt x="53343" y="0"/>
                  <a:pt x="119146" y="0"/>
                </a:cubicBezTo>
                <a:cubicBezTo>
                  <a:pt x="184949" y="0"/>
                  <a:pt x="237631" y="54183"/>
                  <a:pt x="238292" y="119146"/>
                </a:cubicBezTo>
                <a:cubicBezTo>
                  <a:pt x="238953" y="184109"/>
                  <a:pt x="239456" y="239396"/>
                  <a:pt x="236920" y="234998"/>
                </a:cubicBezTo>
                <a:cubicBezTo>
                  <a:pt x="239485" y="236226"/>
                  <a:pt x="173049" y="239391"/>
                  <a:pt x="119146" y="238292"/>
                </a:cubicBezTo>
                <a:cubicBezTo>
                  <a:pt x="65243" y="237193"/>
                  <a:pt x="0" y="184949"/>
                  <a:pt x="0" y="119146"/>
                </a:cubicBezTo>
                <a:close/>
              </a:path>
            </a:pathLst>
          </a:custGeom>
          <a:solidFill>
            <a:srgbClr val="0070C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2-2</a:t>
            </a:r>
            <a:endParaRPr lang="ko-KR" altLang="en-US" sz="9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618177" y="1498848"/>
            <a:ext cx="2325712" cy="410457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타원 118">
            <a:extLst>
              <a:ext uri="{FF2B5EF4-FFF2-40B4-BE49-F238E27FC236}">
                <a16:creationId xmlns="" xmlns:a16="http://schemas.microsoft.com/office/drawing/2014/main" id="{089D294C-2A78-47FD-90CE-CD3A27119327}"/>
              </a:ext>
            </a:extLst>
          </p:cNvPr>
          <p:cNvSpPr/>
          <p:nvPr/>
        </p:nvSpPr>
        <p:spPr>
          <a:xfrm>
            <a:off x="6513170" y="5099688"/>
            <a:ext cx="238828" cy="238522"/>
          </a:xfrm>
          <a:custGeom>
            <a:avLst/>
            <a:gdLst>
              <a:gd name="connsiteX0" fmla="*/ 0 w 238291"/>
              <a:gd name="connsiteY0" fmla="*/ 119146 h 238291"/>
              <a:gd name="connsiteX1" fmla="*/ 119146 w 238291"/>
              <a:gd name="connsiteY1" fmla="*/ 0 h 238291"/>
              <a:gd name="connsiteX2" fmla="*/ 238292 w 238291"/>
              <a:gd name="connsiteY2" fmla="*/ 119146 h 238291"/>
              <a:gd name="connsiteX3" fmla="*/ 119146 w 238291"/>
              <a:gd name="connsiteY3" fmla="*/ 238292 h 238291"/>
              <a:gd name="connsiteX4" fmla="*/ 0 w 238291"/>
              <a:gd name="connsiteY4" fmla="*/ 119146 h 238291"/>
              <a:gd name="connsiteX0" fmla="*/ 0 w 246028"/>
              <a:gd name="connsiteY0" fmla="*/ 119146 h 241560"/>
              <a:gd name="connsiteX1" fmla="*/ 119146 w 246028"/>
              <a:gd name="connsiteY1" fmla="*/ 0 h 241560"/>
              <a:gd name="connsiteX2" fmla="*/ 238292 w 246028"/>
              <a:gd name="connsiteY2" fmla="*/ 119146 h 241560"/>
              <a:gd name="connsiteX3" fmla="*/ 224908 w 246028"/>
              <a:gd name="connsiteY3" fmla="*/ 200354 h 241560"/>
              <a:gd name="connsiteX4" fmla="*/ 119146 w 246028"/>
              <a:gd name="connsiteY4" fmla="*/ 238292 h 241560"/>
              <a:gd name="connsiteX5" fmla="*/ 0 w 246028"/>
              <a:gd name="connsiteY5" fmla="*/ 119146 h 241560"/>
              <a:gd name="connsiteX0" fmla="*/ 0 w 243421"/>
              <a:gd name="connsiteY0" fmla="*/ 119146 h 241560"/>
              <a:gd name="connsiteX1" fmla="*/ 119146 w 243421"/>
              <a:gd name="connsiteY1" fmla="*/ 0 h 241560"/>
              <a:gd name="connsiteX2" fmla="*/ 238292 w 243421"/>
              <a:gd name="connsiteY2" fmla="*/ 119146 h 241560"/>
              <a:gd name="connsiteX3" fmla="*/ 224908 w 243421"/>
              <a:gd name="connsiteY3" fmla="*/ 200354 h 241560"/>
              <a:gd name="connsiteX4" fmla="*/ 119146 w 243421"/>
              <a:gd name="connsiteY4" fmla="*/ 238292 h 241560"/>
              <a:gd name="connsiteX5" fmla="*/ 0 w 243421"/>
              <a:gd name="connsiteY5" fmla="*/ 119146 h 241560"/>
              <a:gd name="connsiteX0" fmla="*/ 0 w 243421"/>
              <a:gd name="connsiteY0" fmla="*/ 119146 h 242623"/>
              <a:gd name="connsiteX1" fmla="*/ 119146 w 243421"/>
              <a:gd name="connsiteY1" fmla="*/ 0 h 242623"/>
              <a:gd name="connsiteX2" fmla="*/ 238292 w 243421"/>
              <a:gd name="connsiteY2" fmla="*/ 119146 h 242623"/>
              <a:gd name="connsiteX3" fmla="*/ 224908 w 243421"/>
              <a:gd name="connsiteY3" fmla="*/ 200354 h 242623"/>
              <a:gd name="connsiteX4" fmla="*/ 119146 w 243421"/>
              <a:gd name="connsiteY4" fmla="*/ 238292 h 242623"/>
              <a:gd name="connsiteX5" fmla="*/ 0 w 243421"/>
              <a:gd name="connsiteY5" fmla="*/ 119146 h 242623"/>
              <a:gd name="connsiteX0" fmla="*/ 0 w 250314"/>
              <a:gd name="connsiteY0" fmla="*/ 119146 h 259557"/>
              <a:gd name="connsiteX1" fmla="*/ 119146 w 250314"/>
              <a:gd name="connsiteY1" fmla="*/ 0 h 259557"/>
              <a:gd name="connsiteX2" fmla="*/ 238292 w 250314"/>
              <a:gd name="connsiteY2" fmla="*/ 119146 h 259557"/>
              <a:gd name="connsiteX3" fmla="*/ 246340 w 250314"/>
              <a:gd name="connsiteY3" fmla="*/ 240836 h 259557"/>
              <a:gd name="connsiteX4" fmla="*/ 119146 w 250314"/>
              <a:gd name="connsiteY4" fmla="*/ 238292 h 259557"/>
              <a:gd name="connsiteX5" fmla="*/ 0 w 250314"/>
              <a:gd name="connsiteY5" fmla="*/ 119146 h 259557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50314"/>
              <a:gd name="connsiteY0" fmla="*/ 119146 h 255096"/>
              <a:gd name="connsiteX1" fmla="*/ 119146 w 250314"/>
              <a:gd name="connsiteY1" fmla="*/ 0 h 255096"/>
              <a:gd name="connsiteX2" fmla="*/ 238292 w 250314"/>
              <a:gd name="connsiteY2" fmla="*/ 119146 h 255096"/>
              <a:gd name="connsiteX3" fmla="*/ 246340 w 250314"/>
              <a:gd name="connsiteY3" fmla="*/ 240836 h 255096"/>
              <a:gd name="connsiteX4" fmla="*/ 119146 w 250314"/>
              <a:gd name="connsiteY4" fmla="*/ 238292 h 255096"/>
              <a:gd name="connsiteX5" fmla="*/ 0 w 250314"/>
              <a:gd name="connsiteY5" fmla="*/ 119146 h 255096"/>
              <a:gd name="connsiteX0" fmla="*/ 0 w 247339"/>
              <a:gd name="connsiteY0" fmla="*/ 119146 h 255096"/>
              <a:gd name="connsiteX1" fmla="*/ 119146 w 247339"/>
              <a:gd name="connsiteY1" fmla="*/ 0 h 255096"/>
              <a:gd name="connsiteX2" fmla="*/ 238292 w 247339"/>
              <a:gd name="connsiteY2" fmla="*/ 119146 h 255096"/>
              <a:gd name="connsiteX3" fmla="*/ 246340 w 247339"/>
              <a:gd name="connsiteY3" fmla="*/ 240836 h 255096"/>
              <a:gd name="connsiteX4" fmla="*/ 119146 w 247339"/>
              <a:gd name="connsiteY4" fmla="*/ 238292 h 255096"/>
              <a:gd name="connsiteX5" fmla="*/ 0 w 247339"/>
              <a:gd name="connsiteY5" fmla="*/ 119146 h 255096"/>
              <a:gd name="connsiteX0" fmla="*/ 0 w 247339"/>
              <a:gd name="connsiteY0" fmla="*/ 119146 h 254579"/>
              <a:gd name="connsiteX1" fmla="*/ 119146 w 247339"/>
              <a:gd name="connsiteY1" fmla="*/ 0 h 254579"/>
              <a:gd name="connsiteX2" fmla="*/ 238292 w 247339"/>
              <a:gd name="connsiteY2" fmla="*/ 119146 h 254579"/>
              <a:gd name="connsiteX3" fmla="*/ 246340 w 247339"/>
              <a:gd name="connsiteY3" fmla="*/ 240836 h 254579"/>
              <a:gd name="connsiteX4" fmla="*/ 119146 w 247339"/>
              <a:gd name="connsiteY4" fmla="*/ 238292 h 254579"/>
              <a:gd name="connsiteX5" fmla="*/ 0 w 247339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54579"/>
              <a:gd name="connsiteX1" fmla="*/ 119146 w 247583"/>
              <a:gd name="connsiteY1" fmla="*/ 0 h 254579"/>
              <a:gd name="connsiteX2" fmla="*/ 238292 w 247583"/>
              <a:gd name="connsiteY2" fmla="*/ 119146 h 254579"/>
              <a:gd name="connsiteX3" fmla="*/ 246340 w 247583"/>
              <a:gd name="connsiteY3" fmla="*/ 240836 h 254579"/>
              <a:gd name="connsiteX4" fmla="*/ 119146 w 247583"/>
              <a:gd name="connsiteY4" fmla="*/ 238292 h 254579"/>
              <a:gd name="connsiteX5" fmla="*/ 0 w 247583"/>
              <a:gd name="connsiteY5" fmla="*/ 119146 h 254579"/>
              <a:gd name="connsiteX0" fmla="*/ 0 w 247583"/>
              <a:gd name="connsiteY0" fmla="*/ 119146 h 245075"/>
              <a:gd name="connsiteX1" fmla="*/ 119146 w 247583"/>
              <a:gd name="connsiteY1" fmla="*/ 0 h 245075"/>
              <a:gd name="connsiteX2" fmla="*/ 238292 w 247583"/>
              <a:gd name="connsiteY2" fmla="*/ 119146 h 245075"/>
              <a:gd name="connsiteX3" fmla="*/ 246340 w 247583"/>
              <a:gd name="connsiteY3" fmla="*/ 240836 h 245075"/>
              <a:gd name="connsiteX4" fmla="*/ 119146 w 247583"/>
              <a:gd name="connsiteY4" fmla="*/ 238292 h 245075"/>
              <a:gd name="connsiteX5" fmla="*/ 0 w 247583"/>
              <a:gd name="connsiteY5" fmla="*/ 119146 h 245075"/>
              <a:gd name="connsiteX0" fmla="*/ 0 w 241211"/>
              <a:gd name="connsiteY0" fmla="*/ 119146 h 246310"/>
              <a:gd name="connsiteX1" fmla="*/ 119146 w 241211"/>
              <a:gd name="connsiteY1" fmla="*/ 0 h 246310"/>
              <a:gd name="connsiteX2" fmla="*/ 238292 w 241211"/>
              <a:gd name="connsiteY2" fmla="*/ 119146 h 246310"/>
              <a:gd name="connsiteX3" fmla="*/ 239196 w 241211"/>
              <a:gd name="connsiteY3" fmla="*/ 228929 h 246310"/>
              <a:gd name="connsiteX4" fmla="*/ 119146 w 241211"/>
              <a:gd name="connsiteY4" fmla="*/ 238292 h 246310"/>
              <a:gd name="connsiteX5" fmla="*/ 0 w 241211"/>
              <a:gd name="connsiteY5" fmla="*/ 119146 h 246310"/>
              <a:gd name="connsiteX0" fmla="*/ 0 w 241211"/>
              <a:gd name="connsiteY0" fmla="*/ 119146 h 238969"/>
              <a:gd name="connsiteX1" fmla="*/ 119146 w 241211"/>
              <a:gd name="connsiteY1" fmla="*/ 0 h 238969"/>
              <a:gd name="connsiteX2" fmla="*/ 238292 w 241211"/>
              <a:gd name="connsiteY2" fmla="*/ 119146 h 238969"/>
              <a:gd name="connsiteX3" fmla="*/ 239196 w 241211"/>
              <a:gd name="connsiteY3" fmla="*/ 228929 h 238969"/>
              <a:gd name="connsiteX4" fmla="*/ 119146 w 241211"/>
              <a:gd name="connsiteY4" fmla="*/ 238292 h 238969"/>
              <a:gd name="connsiteX5" fmla="*/ 0 w 241211"/>
              <a:gd name="connsiteY5" fmla="*/ 119146 h 238969"/>
              <a:gd name="connsiteX0" fmla="*/ 0 w 241211"/>
              <a:gd name="connsiteY0" fmla="*/ 119146 h 238354"/>
              <a:gd name="connsiteX1" fmla="*/ 119146 w 241211"/>
              <a:gd name="connsiteY1" fmla="*/ 0 h 238354"/>
              <a:gd name="connsiteX2" fmla="*/ 238292 w 241211"/>
              <a:gd name="connsiteY2" fmla="*/ 119146 h 238354"/>
              <a:gd name="connsiteX3" fmla="*/ 239196 w 241211"/>
              <a:gd name="connsiteY3" fmla="*/ 228929 h 238354"/>
              <a:gd name="connsiteX4" fmla="*/ 119146 w 241211"/>
              <a:gd name="connsiteY4" fmla="*/ 238292 h 238354"/>
              <a:gd name="connsiteX5" fmla="*/ 0 w 241211"/>
              <a:gd name="connsiteY5" fmla="*/ 119146 h 238354"/>
              <a:gd name="connsiteX0" fmla="*/ 0 w 241628"/>
              <a:gd name="connsiteY0" fmla="*/ 119146 h 238354"/>
              <a:gd name="connsiteX1" fmla="*/ 119146 w 241628"/>
              <a:gd name="connsiteY1" fmla="*/ 0 h 238354"/>
              <a:gd name="connsiteX2" fmla="*/ 238292 w 241628"/>
              <a:gd name="connsiteY2" fmla="*/ 119146 h 238354"/>
              <a:gd name="connsiteX3" fmla="*/ 239196 w 241628"/>
              <a:gd name="connsiteY3" fmla="*/ 228929 h 238354"/>
              <a:gd name="connsiteX4" fmla="*/ 119146 w 241628"/>
              <a:gd name="connsiteY4" fmla="*/ 238292 h 238354"/>
              <a:gd name="connsiteX5" fmla="*/ 0 w 241628"/>
              <a:gd name="connsiteY5" fmla="*/ 119146 h 238354"/>
              <a:gd name="connsiteX0" fmla="*/ 0 w 241475"/>
              <a:gd name="connsiteY0" fmla="*/ 119146 h 238354"/>
              <a:gd name="connsiteX1" fmla="*/ 119146 w 241475"/>
              <a:gd name="connsiteY1" fmla="*/ 0 h 238354"/>
              <a:gd name="connsiteX2" fmla="*/ 238292 w 241475"/>
              <a:gd name="connsiteY2" fmla="*/ 119146 h 238354"/>
              <a:gd name="connsiteX3" fmla="*/ 239196 w 241475"/>
              <a:gd name="connsiteY3" fmla="*/ 228929 h 238354"/>
              <a:gd name="connsiteX4" fmla="*/ 119146 w 241475"/>
              <a:gd name="connsiteY4" fmla="*/ 238292 h 238354"/>
              <a:gd name="connsiteX5" fmla="*/ 0 w 241475"/>
              <a:gd name="connsiteY5" fmla="*/ 119146 h 238354"/>
              <a:gd name="connsiteX0" fmla="*/ 0 w 241475"/>
              <a:gd name="connsiteY0" fmla="*/ 119146 h 238293"/>
              <a:gd name="connsiteX1" fmla="*/ 119146 w 241475"/>
              <a:gd name="connsiteY1" fmla="*/ 0 h 238293"/>
              <a:gd name="connsiteX2" fmla="*/ 238292 w 241475"/>
              <a:gd name="connsiteY2" fmla="*/ 119146 h 238293"/>
              <a:gd name="connsiteX3" fmla="*/ 239196 w 241475"/>
              <a:gd name="connsiteY3" fmla="*/ 228929 h 238293"/>
              <a:gd name="connsiteX4" fmla="*/ 119146 w 241475"/>
              <a:gd name="connsiteY4" fmla="*/ 238292 h 238293"/>
              <a:gd name="connsiteX5" fmla="*/ 0 w 241475"/>
              <a:gd name="connsiteY5" fmla="*/ 119146 h 238293"/>
              <a:gd name="connsiteX0" fmla="*/ 0 w 248248"/>
              <a:gd name="connsiteY0" fmla="*/ 119146 h 246326"/>
              <a:gd name="connsiteX1" fmla="*/ 119146 w 248248"/>
              <a:gd name="connsiteY1" fmla="*/ 0 h 246326"/>
              <a:gd name="connsiteX2" fmla="*/ 238292 w 248248"/>
              <a:gd name="connsiteY2" fmla="*/ 119146 h 246326"/>
              <a:gd name="connsiteX3" fmla="*/ 237679 w 248248"/>
              <a:gd name="connsiteY3" fmla="*/ 233481 h 246326"/>
              <a:gd name="connsiteX4" fmla="*/ 119146 w 248248"/>
              <a:gd name="connsiteY4" fmla="*/ 238292 h 246326"/>
              <a:gd name="connsiteX5" fmla="*/ 0 w 248248"/>
              <a:gd name="connsiteY5" fmla="*/ 119146 h 246326"/>
              <a:gd name="connsiteX0" fmla="*/ 0 w 248248"/>
              <a:gd name="connsiteY0" fmla="*/ 119146 h 238295"/>
              <a:gd name="connsiteX1" fmla="*/ 119146 w 248248"/>
              <a:gd name="connsiteY1" fmla="*/ 0 h 238295"/>
              <a:gd name="connsiteX2" fmla="*/ 238292 w 248248"/>
              <a:gd name="connsiteY2" fmla="*/ 119146 h 238295"/>
              <a:gd name="connsiteX3" fmla="*/ 237679 w 248248"/>
              <a:gd name="connsiteY3" fmla="*/ 233481 h 238295"/>
              <a:gd name="connsiteX4" fmla="*/ 119146 w 248248"/>
              <a:gd name="connsiteY4" fmla="*/ 238292 h 238295"/>
              <a:gd name="connsiteX5" fmla="*/ 0 w 248248"/>
              <a:gd name="connsiteY5" fmla="*/ 119146 h 238295"/>
              <a:gd name="connsiteX0" fmla="*/ 0 w 240986"/>
              <a:gd name="connsiteY0" fmla="*/ 119146 h 238295"/>
              <a:gd name="connsiteX1" fmla="*/ 119146 w 240986"/>
              <a:gd name="connsiteY1" fmla="*/ 0 h 238295"/>
              <a:gd name="connsiteX2" fmla="*/ 238292 w 240986"/>
              <a:gd name="connsiteY2" fmla="*/ 119146 h 238295"/>
              <a:gd name="connsiteX3" fmla="*/ 237679 w 240986"/>
              <a:gd name="connsiteY3" fmla="*/ 233481 h 238295"/>
              <a:gd name="connsiteX4" fmla="*/ 119146 w 240986"/>
              <a:gd name="connsiteY4" fmla="*/ 238292 h 238295"/>
              <a:gd name="connsiteX5" fmla="*/ 0 w 240986"/>
              <a:gd name="connsiteY5" fmla="*/ 119146 h 238295"/>
              <a:gd name="connsiteX0" fmla="*/ 0 w 240530"/>
              <a:gd name="connsiteY0" fmla="*/ 119146 h 238295"/>
              <a:gd name="connsiteX1" fmla="*/ 119146 w 240530"/>
              <a:gd name="connsiteY1" fmla="*/ 0 h 238295"/>
              <a:gd name="connsiteX2" fmla="*/ 238292 w 240530"/>
              <a:gd name="connsiteY2" fmla="*/ 119146 h 238295"/>
              <a:gd name="connsiteX3" fmla="*/ 237679 w 240530"/>
              <a:gd name="connsiteY3" fmla="*/ 233481 h 238295"/>
              <a:gd name="connsiteX4" fmla="*/ 119146 w 240530"/>
              <a:gd name="connsiteY4" fmla="*/ 238292 h 238295"/>
              <a:gd name="connsiteX5" fmla="*/ 0 w 240530"/>
              <a:gd name="connsiteY5" fmla="*/ 119146 h 238295"/>
              <a:gd name="connsiteX0" fmla="*/ 0 w 240530"/>
              <a:gd name="connsiteY0" fmla="*/ 119146 h 238293"/>
              <a:gd name="connsiteX1" fmla="*/ 119146 w 240530"/>
              <a:gd name="connsiteY1" fmla="*/ 0 h 238293"/>
              <a:gd name="connsiteX2" fmla="*/ 238292 w 240530"/>
              <a:gd name="connsiteY2" fmla="*/ 119146 h 238293"/>
              <a:gd name="connsiteX3" fmla="*/ 237679 w 240530"/>
              <a:gd name="connsiteY3" fmla="*/ 233481 h 238293"/>
              <a:gd name="connsiteX4" fmla="*/ 119146 w 240530"/>
              <a:gd name="connsiteY4" fmla="*/ 238292 h 238293"/>
              <a:gd name="connsiteX5" fmla="*/ 0 w 240530"/>
              <a:gd name="connsiteY5" fmla="*/ 119146 h 238293"/>
              <a:gd name="connsiteX0" fmla="*/ 0 w 239239"/>
              <a:gd name="connsiteY0" fmla="*/ 119146 h 238293"/>
              <a:gd name="connsiteX1" fmla="*/ 119146 w 239239"/>
              <a:gd name="connsiteY1" fmla="*/ 0 h 238293"/>
              <a:gd name="connsiteX2" fmla="*/ 238292 w 239239"/>
              <a:gd name="connsiteY2" fmla="*/ 119146 h 238293"/>
              <a:gd name="connsiteX3" fmla="*/ 237679 w 239239"/>
              <a:gd name="connsiteY3" fmla="*/ 233481 h 238293"/>
              <a:gd name="connsiteX4" fmla="*/ 119146 w 239239"/>
              <a:gd name="connsiteY4" fmla="*/ 238292 h 238293"/>
              <a:gd name="connsiteX5" fmla="*/ 0 w 239239"/>
              <a:gd name="connsiteY5" fmla="*/ 119146 h 238293"/>
              <a:gd name="connsiteX0" fmla="*/ 0 w 247225"/>
              <a:gd name="connsiteY0" fmla="*/ 119146 h 246332"/>
              <a:gd name="connsiteX1" fmla="*/ 119146 w 247225"/>
              <a:gd name="connsiteY1" fmla="*/ 0 h 246332"/>
              <a:gd name="connsiteX2" fmla="*/ 238292 w 247225"/>
              <a:gd name="connsiteY2" fmla="*/ 119146 h 246332"/>
              <a:gd name="connsiteX3" fmla="*/ 236920 w 247225"/>
              <a:gd name="connsiteY3" fmla="*/ 234998 h 246332"/>
              <a:gd name="connsiteX4" fmla="*/ 119146 w 247225"/>
              <a:gd name="connsiteY4" fmla="*/ 238292 h 246332"/>
              <a:gd name="connsiteX5" fmla="*/ 0 w 247225"/>
              <a:gd name="connsiteY5" fmla="*/ 119146 h 246332"/>
              <a:gd name="connsiteX0" fmla="*/ 0 w 247225"/>
              <a:gd name="connsiteY0" fmla="*/ 119146 h 238520"/>
              <a:gd name="connsiteX1" fmla="*/ 119146 w 247225"/>
              <a:gd name="connsiteY1" fmla="*/ 0 h 238520"/>
              <a:gd name="connsiteX2" fmla="*/ 238292 w 247225"/>
              <a:gd name="connsiteY2" fmla="*/ 119146 h 238520"/>
              <a:gd name="connsiteX3" fmla="*/ 236920 w 247225"/>
              <a:gd name="connsiteY3" fmla="*/ 234998 h 238520"/>
              <a:gd name="connsiteX4" fmla="*/ 119146 w 247225"/>
              <a:gd name="connsiteY4" fmla="*/ 238292 h 238520"/>
              <a:gd name="connsiteX5" fmla="*/ 0 w 247225"/>
              <a:gd name="connsiteY5" fmla="*/ 119146 h 238520"/>
              <a:gd name="connsiteX0" fmla="*/ 0 w 238828"/>
              <a:gd name="connsiteY0" fmla="*/ 119146 h 238520"/>
              <a:gd name="connsiteX1" fmla="*/ 119146 w 238828"/>
              <a:gd name="connsiteY1" fmla="*/ 0 h 238520"/>
              <a:gd name="connsiteX2" fmla="*/ 238292 w 238828"/>
              <a:gd name="connsiteY2" fmla="*/ 119146 h 238520"/>
              <a:gd name="connsiteX3" fmla="*/ 236920 w 238828"/>
              <a:gd name="connsiteY3" fmla="*/ 234998 h 238520"/>
              <a:gd name="connsiteX4" fmla="*/ 119146 w 238828"/>
              <a:gd name="connsiteY4" fmla="*/ 238292 h 238520"/>
              <a:gd name="connsiteX5" fmla="*/ 0 w 238828"/>
              <a:gd name="connsiteY5" fmla="*/ 119146 h 23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828" h="238520">
                <a:moveTo>
                  <a:pt x="0" y="119146"/>
                </a:moveTo>
                <a:cubicBezTo>
                  <a:pt x="0" y="53343"/>
                  <a:pt x="53343" y="0"/>
                  <a:pt x="119146" y="0"/>
                </a:cubicBezTo>
                <a:cubicBezTo>
                  <a:pt x="184949" y="0"/>
                  <a:pt x="237631" y="54183"/>
                  <a:pt x="238292" y="119146"/>
                </a:cubicBezTo>
                <a:cubicBezTo>
                  <a:pt x="238953" y="184109"/>
                  <a:pt x="239456" y="239396"/>
                  <a:pt x="236920" y="234998"/>
                </a:cubicBezTo>
                <a:cubicBezTo>
                  <a:pt x="239485" y="236226"/>
                  <a:pt x="173049" y="239391"/>
                  <a:pt x="119146" y="238292"/>
                </a:cubicBezTo>
                <a:cubicBezTo>
                  <a:pt x="65243" y="237193"/>
                  <a:pt x="0" y="184949"/>
                  <a:pt x="0" y="119146"/>
                </a:cubicBezTo>
                <a:close/>
              </a:path>
            </a:pathLst>
          </a:custGeom>
          <a:solidFill>
            <a:srgbClr val="0070C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ko-KR" altLang="en-US" sz="9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07550" y="2007552"/>
            <a:ext cx="5350636" cy="2730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ko-KR" altLang="en-US" sz="10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시작부터 끝까지 함께하는 여행 가이드</a:t>
            </a:r>
            <a:r>
              <a:rPr lang="en-US" altLang="ko-KR" sz="10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고객에게 안내가 필요한 모든 페이지에서 </a:t>
            </a:r>
            <a:r>
              <a:rPr lang="ko-KR" altLang="en-US" sz="1000" dirty="0" err="1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큐레이션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서비스 제공</a:t>
            </a:r>
            <a:b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상품을 찾고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예약을 하는 과정에서 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쉽다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라는 느낌을 줄 수 있는 </a:t>
            </a:r>
            <a:r>
              <a:rPr lang="ko-KR" altLang="en-US" sz="1000" dirty="0" err="1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큐레이션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고객의 개인별 상황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비로그인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 있음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 없음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맞도록 시나리오 세분화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000" dirty="0">
              <a:solidFill>
                <a:schemeClr val="accent3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 꼭 필요한 핵심정보만 제공</a:t>
            </a:r>
            <a:endParaRPr lang="en-US" altLang="ko-KR" sz="1000" b="1" dirty="0">
              <a:solidFill>
                <a:schemeClr val="accent3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페이지당 최대 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 알림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필요하다고 느끼는 최적의 시간에 노출 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에이스카운터 </a:t>
            </a:r>
            <a:r>
              <a:rPr lang="ko-KR" altLang="en-US" sz="1000" dirty="0" err="1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체류시간 데이터 활용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00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추천과 같이 내용이 많은 알림일 경우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원할 </a:t>
            </a:r>
            <a:r>
              <a:rPr lang="ko-KR" altLang="en-US" sz="1000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때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화면으로 </a:t>
            </a:r>
            <a:r>
              <a:rPr lang="ko-KR" altLang="en-US" sz="1000" dirty="0" smtClean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전환 가능</a:t>
            </a: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-&gt; </a:t>
            </a:r>
            <a:r>
              <a:rPr lang="ko-KR" altLang="en-US" sz="1000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고객이 기존에 보고 있던 내용의 흐름 끊김 최소화  </a:t>
            </a:r>
            <a:endParaRPr lang="en-US" altLang="ko-KR" sz="1000" dirty="0">
              <a:solidFill>
                <a:schemeClr val="accent3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118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119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</p:spTree>
    <p:extLst>
      <p:ext uri="{BB962C8B-B14F-4D97-AF65-F5344CB8AC3E}">
        <p14:creationId xmlns:p14="http://schemas.microsoft.com/office/powerpoint/2010/main" val="69891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1638164" y="953652"/>
            <a:ext cx="880136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메인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891660" y="1377102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메인페이지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화살표 연결선 11"/>
          <p:cNvCxnSpPr>
            <a:stCxn id="3" idx="3"/>
            <a:endCxn id="117" idx="1"/>
          </p:cNvCxnSpPr>
          <p:nvPr/>
        </p:nvCxnSpPr>
        <p:spPr>
          <a:xfrm>
            <a:off x="2820844" y="1585332"/>
            <a:ext cx="519582" cy="32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76"/>
          <p:cNvSpPr/>
          <p:nvPr/>
        </p:nvSpPr>
        <p:spPr>
          <a:xfrm>
            <a:off x="5183186" y="1965714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여행지 선택 안내 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96788" y="1926886"/>
            <a:ext cx="847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(+20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061460" y="1965714"/>
            <a:ext cx="1204612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or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맞춤검색 페이지</a:t>
            </a:r>
          </a:p>
        </p:txBody>
      </p:sp>
      <p:cxnSp>
        <p:nvCxnSpPr>
          <p:cNvPr id="87" name="직선 화살표 연결선 86"/>
          <p:cNvCxnSpPr>
            <a:stCxn id="77" idx="3"/>
            <a:endCxn id="85" idx="1"/>
          </p:cNvCxnSpPr>
          <p:nvPr/>
        </p:nvCxnSpPr>
        <p:spPr>
          <a:xfrm>
            <a:off x="6505989" y="2173943"/>
            <a:ext cx="555471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638165" y="2393092"/>
            <a:ext cx="99406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895337" y="2851695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검색페이지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5191213" y="2851697"/>
            <a:ext cx="1422009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추천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5195232" y="3420815"/>
            <a:ext cx="1422009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검색 서비스 </a:t>
            </a: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234825" y="2813700"/>
            <a:ext cx="703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 (+5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088607" y="3420815"/>
            <a:ext cx="1204612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맞춤검색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232292"/>
              </p:ext>
            </p:extLst>
          </p:nvPr>
        </p:nvGraphicFramePr>
        <p:xfrm>
          <a:off x="435007" y="3999719"/>
          <a:ext cx="11585359" cy="242920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27968"/>
                <a:gridCol w="861134"/>
                <a:gridCol w="1154097"/>
                <a:gridCol w="2885243"/>
                <a:gridCol w="3293615"/>
                <a:gridCol w="745724"/>
                <a:gridCol w="1917578"/>
              </a:tblGrid>
              <a:tr h="2753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417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여행이력 有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 이내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여행후기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즐거운 여행 되셨나요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소중한 추억을 여행후기에 남겨보세요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 베스트 여행후기를 선정하여 소정의 선물을 드리고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[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후기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작성하러가기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(3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번째 방문까지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81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여행이력 無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비로그인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여행지 선택 안내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!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나만의 맞춤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트래블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캐스터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아직 여행지를 결정하지 못하셨나요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(1)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화면을 오른쪽으로 밀어 데이터 기반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트랜드를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확인해 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[go]</a:t>
                      </a: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(2)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화면을 왼쪽으로 밀어 맞춤검색 서비스를 이용해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[go]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286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 주 대비 검색 횟수가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급상승한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TOP 5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키워드 중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}’ ({#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횟수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급상승한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TOP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5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‘{#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}’ ({#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횟수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2. ‘{#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}’ ({#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횟수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최초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방문횟수 상관 없음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2861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다른 검색 서비스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찾기 어려우신가요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</a:p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카테고리 또는 맞춤검색 서비스를 이용해 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번째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방문횟수 상관 없음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17" name="순서도: 판단 116"/>
          <p:cNvSpPr/>
          <p:nvPr/>
        </p:nvSpPr>
        <p:spPr>
          <a:xfrm>
            <a:off x="3340426" y="1377423"/>
            <a:ext cx="896293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434113" y="1393771"/>
            <a:ext cx="708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 후 고객</a:t>
            </a:r>
          </a:p>
        </p:txBody>
      </p:sp>
      <p:cxnSp>
        <p:nvCxnSpPr>
          <p:cNvPr id="50" name="꺾인 연결선 49"/>
          <p:cNvCxnSpPr>
            <a:stCxn id="117" idx="2"/>
            <a:endCxn id="77" idx="1"/>
          </p:cNvCxnSpPr>
          <p:nvPr/>
        </p:nvCxnSpPr>
        <p:spPr>
          <a:xfrm rot="16200000" flipH="1">
            <a:off x="4295849" y="1286605"/>
            <a:ext cx="380061" cy="1394613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122"/>
          <p:cNvSpPr/>
          <p:nvPr/>
        </p:nvSpPr>
        <p:spPr>
          <a:xfrm>
            <a:off x="5183185" y="1377104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여행후기 작성 안내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7048695" y="1377104"/>
            <a:ext cx="1204612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여행후기 작성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cxnSp>
        <p:nvCxnSpPr>
          <p:cNvPr id="125" name="직선 화살표 연결선 124"/>
          <p:cNvCxnSpPr>
            <a:stCxn id="123" idx="3"/>
            <a:endCxn id="124" idx="1"/>
          </p:cNvCxnSpPr>
          <p:nvPr/>
        </p:nvCxnSpPr>
        <p:spPr>
          <a:xfrm>
            <a:off x="6505987" y="1585333"/>
            <a:ext cx="542708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117" idx="3"/>
            <a:endCxn id="123" idx="1"/>
          </p:cNvCxnSpPr>
          <p:nvPr/>
        </p:nvCxnSpPr>
        <p:spPr>
          <a:xfrm flipV="1">
            <a:off x="4236719" y="1585333"/>
            <a:ext cx="946466" cy="3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236716" y="1341773"/>
            <a:ext cx="8527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 (+5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02583" y="6422423"/>
            <a:ext cx="3227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예약고객의 경우 별도의 예약안내 화면이 뜨기 때문에 </a:t>
            </a:r>
            <a:r>
              <a:rPr lang="ko-KR" altLang="en-US" sz="800" b="1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ko-KR" altLang="en-US" sz="8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안내 없음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63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64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65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3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  <p:sp>
        <p:nvSpPr>
          <p:cNvPr id="66" name="순서도: 판단 65"/>
          <p:cNvSpPr/>
          <p:nvPr/>
        </p:nvSpPr>
        <p:spPr>
          <a:xfrm>
            <a:off x="3340424" y="2851694"/>
            <a:ext cx="896293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434112" y="2936811"/>
            <a:ext cx="708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최초 방문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화살표 연결선 7"/>
          <p:cNvCxnSpPr>
            <a:stCxn id="91" idx="3"/>
            <a:endCxn id="66" idx="1"/>
          </p:cNvCxnSpPr>
          <p:nvPr/>
        </p:nvCxnSpPr>
        <p:spPr>
          <a:xfrm flipV="1">
            <a:off x="2824521" y="3059924"/>
            <a:ext cx="515903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66" idx="3"/>
            <a:endCxn id="96" idx="1"/>
          </p:cNvCxnSpPr>
          <p:nvPr/>
        </p:nvCxnSpPr>
        <p:spPr>
          <a:xfrm>
            <a:off x="4236717" y="3059924"/>
            <a:ext cx="954496" cy="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66" idx="2"/>
            <a:endCxn id="99" idx="1"/>
          </p:cNvCxnSpPr>
          <p:nvPr/>
        </p:nvCxnSpPr>
        <p:spPr>
          <a:xfrm rot="16200000" flipH="1">
            <a:off x="4311456" y="2745267"/>
            <a:ext cx="360891" cy="1406661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99" idx="3"/>
            <a:endCxn id="106" idx="1"/>
          </p:cNvCxnSpPr>
          <p:nvPr/>
        </p:nvCxnSpPr>
        <p:spPr>
          <a:xfrm>
            <a:off x="6617241" y="3629044"/>
            <a:ext cx="471366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796788" y="3376606"/>
            <a:ext cx="725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 (+5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042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918292" y="1397359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마스터리스트 페이지</a:t>
            </a:r>
          </a:p>
        </p:txBody>
      </p:sp>
      <p:cxnSp>
        <p:nvCxnSpPr>
          <p:cNvPr id="12" name="직선 화살표 연결선 11"/>
          <p:cNvCxnSpPr>
            <a:stCxn id="3" idx="3"/>
            <a:endCxn id="46" idx="1"/>
          </p:cNvCxnSpPr>
          <p:nvPr/>
        </p:nvCxnSpPr>
        <p:spPr>
          <a:xfrm flipV="1">
            <a:off x="2847476" y="1605586"/>
            <a:ext cx="748012" cy="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305130"/>
              </p:ext>
            </p:extLst>
          </p:nvPr>
        </p:nvGraphicFramePr>
        <p:xfrm>
          <a:off x="350328" y="3812484"/>
          <a:ext cx="11394829" cy="27044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94891"/>
                <a:gridCol w="994299"/>
                <a:gridCol w="1225119"/>
                <a:gridCol w="3045041"/>
                <a:gridCol w="2441359"/>
                <a:gridCol w="763480"/>
                <a:gridCol w="2130640"/>
              </a:tblGrid>
              <a:tr h="2581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0186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리스트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미만 조회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동반자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유형별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추천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이번 여행은 누구와 떠나시나요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동반자별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 여행지를 확인해보세요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유형별 추천 상품 항목별 노출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친구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혼자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 리스트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방문 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방문횟수 상관 없음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01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이상 조회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기반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추천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고객님이 조회하신 상품을 기반으로 한 추천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상품이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건수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 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기반 추천 상품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최대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r>
                        <a:rPr lang="en-US" altLang="ko-KR" sz="1000" baseline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 리스트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방문 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 상품이 달라진 경우에만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018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비교 기능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어떤 상품을 선택할지 고민이신가요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상단의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비교 기능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통해 한눈에 비교해보세요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마스터와 마스터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행사와 행사간 비교가 가능합니다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첫 마스터 방문 시에만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62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행사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예약 현황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주일간 이 상품의 예약 건수는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건수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 입니다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행사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 마스터에 대한 행사 방문 시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회까지만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6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유도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 상품이 마음에 드시나요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관심상품으로 등록을 하거나 예약을 진행해보세요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직원과의 상담을 통해 최종 여행지를 결정하실 수 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행사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방문횟수 상관 없음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9" name="모서리가 둥근 직사각형 28"/>
          <p:cNvSpPr/>
          <p:nvPr/>
        </p:nvSpPr>
        <p:spPr>
          <a:xfrm>
            <a:off x="5671125" y="1397357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동반자 유형별 </a:t>
            </a:r>
            <a: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추천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918293" y="3170521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행사페이지</a:t>
            </a:r>
          </a:p>
        </p:txBody>
      </p:sp>
      <p:cxnSp>
        <p:nvCxnSpPr>
          <p:cNvPr id="35" name="직선 화살표 연결선 34"/>
          <p:cNvCxnSpPr>
            <a:stCxn id="34" idx="3"/>
            <a:endCxn id="36" idx="1"/>
          </p:cNvCxnSpPr>
          <p:nvPr/>
        </p:nvCxnSpPr>
        <p:spPr>
          <a:xfrm>
            <a:off x="2847478" y="3378751"/>
            <a:ext cx="1114177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/>
          <p:cNvSpPr/>
          <p:nvPr/>
        </p:nvSpPr>
        <p:spPr>
          <a:xfrm>
            <a:off x="3961655" y="3170523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예약 현황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160337" y="3170521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 유도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8" name="직선 화살표 연결선 37"/>
          <p:cNvCxnSpPr>
            <a:stCxn id="36" idx="3"/>
            <a:endCxn id="37" idx="1"/>
          </p:cNvCxnSpPr>
          <p:nvPr/>
        </p:nvCxnSpPr>
        <p:spPr>
          <a:xfrm flipV="1">
            <a:off x="5284458" y="3378749"/>
            <a:ext cx="875879" cy="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55008" y="3116557"/>
            <a:ext cx="575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7472" y="3117139"/>
            <a:ext cx="577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+20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8102645" y="3170519"/>
            <a:ext cx="1032596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 페이지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2" name="직선 화살표 연결선 41"/>
          <p:cNvCxnSpPr>
            <a:stCxn id="37" idx="3"/>
            <a:endCxn id="41" idx="1"/>
          </p:cNvCxnSpPr>
          <p:nvPr/>
        </p:nvCxnSpPr>
        <p:spPr>
          <a:xfrm flipV="1">
            <a:off x="7483139" y="3378749"/>
            <a:ext cx="619506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65659" y="1362748"/>
            <a:ext cx="806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(+10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순서도: 판단 45"/>
          <p:cNvSpPr/>
          <p:nvPr/>
        </p:nvSpPr>
        <p:spPr>
          <a:xfrm>
            <a:off x="3595488" y="1397356"/>
            <a:ext cx="896293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045663" y="1804936"/>
            <a:ext cx="657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 (+3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8163" y="953652"/>
            <a:ext cx="1410423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마스터리스트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38165" y="2721566"/>
            <a:ext cx="99406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행사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직선 화살표 연결선 5"/>
          <p:cNvCxnSpPr>
            <a:stCxn id="46" idx="2"/>
            <a:endCxn id="33" idx="0"/>
          </p:cNvCxnSpPr>
          <p:nvPr/>
        </p:nvCxnSpPr>
        <p:spPr>
          <a:xfrm flipH="1">
            <a:off x="4041434" y="1813815"/>
            <a:ext cx="2201" cy="28731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46" idx="3"/>
            <a:endCxn id="29" idx="1"/>
          </p:cNvCxnSpPr>
          <p:nvPr/>
        </p:nvCxnSpPr>
        <p:spPr>
          <a:xfrm>
            <a:off x="4491781" y="1605586"/>
            <a:ext cx="117934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52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53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4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8730" y="1405530"/>
            <a:ext cx="625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개이상조회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3380032" y="2101128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빅데이터</a:t>
            </a: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기반 </a:t>
            </a:r>
            <a: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추천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7957541" y="1397357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비교 기능 안내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화살표 연결선 6"/>
          <p:cNvCxnSpPr>
            <a:stCxn id="29" idx="3"/>
            <a:endCxn id="49" idx="1"/>
          </p:cNvCxnSpPr>
          <p:nvPr/>
        </p:nvCxnSpPr>
        <p:spPr>
          <a:xfrm>
            <a:off x="6993928" y="1605586"/>
            <a:ext cx="9636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33" idx="3"/>
            <a:endCxn id="49" idx="2"/>
          </p:cNvCxnSpPr>
          <p:nvPr/>
        </p:nvCxnSpPr>
        <p:spPr>
          <a:xfrm flipV="1">
            <a:off x="4702835" y="1813814"/>
            <a:ext cx="3916108" cy="495543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17882" y="2063135"/>
            <a:ext cx="806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+20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72325" y="1362748"/>
            <a:ext cx="806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+20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024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935613" y="1419264"/>
            <a:ext cx="961661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기획전리스트 페이지</a:t>
            </a:r>
          </a:p>
        </p:txBody>
      </p:sp>
      <p:cxnSp>
        <p:nvCxnSpPr>
          <p:cNvPr id="12" name="직선 화살표 연결선 11"/>
          <p:cNvCxnSpPr>
            <a:stCxn id="3" idx="3"/>
            <a:endCxn id="20" idx="1"/>
          </p:cNvCxnSpPr>
          <p:nvPr/>
        </p:nvCxnSpPr>
        <p:spPr>
          <a:xfrm flipV="1">
            <a:off x="2897273" y="1627491"/>
            <a:ext cx="1081700" cy="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3978974" y="1419263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 </a:t>
            </a:r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전환율이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높은 기획전 안내 </a:t>
            </a:r>
          </a:p>
        </p:txBody>
      </p:sp>
      <p:cxnSp>
        <p:nvCxnSpPr>
          <p:cNvPr id="82" name="직선 화살표 연결선 81"/>
          <p:cNvCxnSpPr>
            <a:stCxn id="20" idx="3"/>
            <a:endCxn id="32" idx="1"/>
          </p:cNvCxnSpPr>
          <p:nvPr/>
        </p:nvCxnSpPr>
        <p:spPr>
          <a:xfrm flipV="1">
            <a:off x="5301776" y="1627199"/>
            <a:ext cx="875880" cy="29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1935613" y="2500939"/>
            <a:ext cx="961661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웹진리스트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2897273" y="2780193"/>
            <a:ext cx="1081702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모서리가 둥근 직사각형 95"/>
          <p:cNvSpPr/>
          <p:nvPr/>
        </p:nvSpPr>
        <p:spPr>
          <a:xfrm>
            <a:off x="3978976" y="2500941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구독수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증가 큰 웹진 안내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09562" y="2447558"/>
            <a:ext cx="638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57949"/>
              </p:ext>
            </p:extLst>
          </p:nvPr>
        </p:nvGraphicFramePr>
        <p:xfrm>
          <a:off x="417251" y="4665326"/>
          <a:ext cx="11381171" cy="190409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60769"/>
                <a:gridCol w="2287285"/>
                <a:gridCol w="2961315"/>
                <a:gridCol w="2452891"/>
                <a:gridCol w="683580"/>
                <a:gridCol w="1935331"/>
              </a:tblGrid>
              <a:tr h="2581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018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전환율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높은 기획전 안내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7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r>
                        <a:rPr lang="en-US" altLang="ko-KR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개편 시</a:t>
                      </a:r>
                      <a:r>
                        <a:rPr lang="en-US" altLang="ko-KR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상품예약 </a:t>
                      </a:r>
                      <a:r>
                        <a:rPr lang="ko-KR" altLang="en-US" sz="700" b="1" baseline="0" dirty="0" err="1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트래킹</a:t>
                      </a:r>
                      <a:r>
                        <a:rPr lang="ko-KR" altLang="en-US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경로 개발 필요</a:t>
                      </a:r>
                      <a:endParaRPr lang="ko-KR" altLang="en-US" sz="7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이런 기획전은 어떠신가요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 동안 예약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전환율이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가장 높았던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지역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기획전입니다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기획전 노출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앱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78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구독수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증가 건수 큰 웹진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이런 웹진은 어떠신가요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 동안 조회수 증가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폭이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가장 큰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지역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웹진입니다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웹진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앱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이벤트할인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더 많은 할인 정보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원하는 할인 상품이 없으신가요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일요일만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페이지 이동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매주 금요일에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오픈하는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주말할인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을 통해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더 많은 할인 상품을 보실 수 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앱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1935612" y="3567891"/>
            <a:ext cx="961661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이벤트할인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리스트 페이지</a:t>
            </a:r>
          </a:p>
        </p:txBody>
      </p:sp>
      <p:cxnSp>
        <p:nvCxnSpPr>
          <p:cNvPr id="35" name="직선 화살표 연결선 34"/>
          <p:cNvCxnSpPr>
            <a:stCxn id="34" idx="3"/>
            <a:endCxn id="36" idx="1"/>
          </p:cNvCxnSpPr>
          <p:nvPr/>
        </p:nvCxnSpPr>
        <p:spPr>
          <a:xfrm>
            <a:off x="2897273" y="3776121"/>
            <a:ext cx="1081701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/>
          <p:cNvSpPr/>
          <p:nvPr/>
        </p:nvSpPr>
        <p:spPr>
          <a:xfrm>
            <a:off x="3978974" y="3567893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더 많은 할인 정보 안내 </a:t>
            </a:r>
          </a:p>
        </p:txBody>
      </p:sp>
      <p:cxnSp>
        <p:nvCxnSpPr>
          <p:cNvPr id="38" name="직선 화살표 연결선 37"/>
          <p:cNvCxnSpPr>
            <a:stCxn id="36" idx="3"/>
            <a:endCxn id="49" idx="1"/>
          </p:cNvCxnSpPr>
          <p:nvPr/>
        </p:nvCxnSpPr>
        <p:spPr>
          <a:xfrm flipV="1">
            <a:off x="5301776" y="3776119"/>
            <a:ext cx="892324" cy="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72327" y="3513927"/>
            <a:ext cx="575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8119965" y="3567889"/>
            <a:ext cx="965579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주말할인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cxnSp>
        <p:nvCxnSpPr>
          <p:cNvPr id="42" name="직선 화살표 연결선 41"/>
          <p:cNvCxnSpPr>
            <a:stCxn id="49" idx="3"/>
            <a:endCxn id="41" idx="1"/>
          </p:cNvCxnSpPr>
          <p:nvPr/>
        </p:nvCxnSpPr>
        <p:spPr>
          <a:xfrm>
            <a:off x="7090394" y="3776118"/>
            <a:ext cx="102957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37021" y="1365590"/>
            <a:ext cx="577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177656" y="1418970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기획전 상세</a:t>
            </a:r>
          </a:p>
        </p:txBody>
      </p:sp>
      <p:cxnSp>
        <p:nvCxnSpPr>
          <p:cNvPr id="45" name="직선 화살표 연결선 44"/>
          <p:cNvCxnSpPr/>
          <p:nvPr/>
        </p:nvCxnSpPr>
        <p:spPr>
          <a:xfrm flipV="1">
            <a:off x="5301778" y="2780191"/>
            <a:ext cx="875878" cy="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6177656" y="2500938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웹진 상세</a:t>
            </a:r>
          </a:p>
        </p:txBody>
      </p:sp>
      <p:sp>
        <p:nvSpPr>
          <p:cNvPr id="49" name="순서도: 판단 48"/>
          <p:cNvSpPr/>
          <p:nvPr/>
        </p:nvSpPr>
        <p:spPr>
          <a:xfrm>
            <a:off x="6194101" y="3567889"/>
            <a:ext cx="896293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85728" y="3601712"/>
            <a:ext cx="708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주말할인오픈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7190781" y="4124931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기존페이지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유지</a:t>
            </a:r>
          </a:p>
        </p:txBody>
      </p:sp>
      <p:cxnSp>
        <p:nvCxnSpPr>
          <p:cNvPr id="53" name="꺾인 연결선 52"/>
          <p:cNvCxnSpPr>
            <a:stCxn id="21" idx="2"/>
            <a:endCxn id="52" idx="1"/>
          </p:cNvCxnSpPr>
          <p:nvPr/>
        </p:nvCxnSpPr>
        <p:spPr>
          <a:xfrm rot="16200000" flipH="1">
            <a:off x="6749814" y="3892193"/>
            <a:ext cx="331339" cy="550595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2621" y="4001821"/>
            <a:ext cx="346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168022" y="3513927"/>
            <a:ext cx="806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38163" y="953652"/>
            <a:ext cx="1410423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기획전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38162" y="2056519"/>
            <a:ext cx="1410423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웹진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38162" y="3136490"/>
            <a:ext cx="1410423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이벤트할인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50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51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5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</p:spTree>
    <p:extLst>
      <p:ext uri="{BB962C8B-B14F-4D97-AF65-F5344CB8AC3E}">
        <p14:creationId xmlns:p14="http://schemas.microsoft.com/office/powerpoint/2010/main" val="361571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89475" y="1493120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행사 페이지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예약하기</a:t>
            </a:r>
          </a:p>
        </p:txBody>
      </p:sp>
      <p:cxnSp>
        <p:nvCxnSpPr>
          <p:cNvPr id="12" name="직선 화살표 연결선 11"/>
          <p:cNvCxnSpPr>
            <a:stCxn id="3" idx="3"/>
            <a:endCxn id="35" idx="1"/>
          </p:cNvCxnSpPr>
          <p:nvPr/>
        </p:nvCxnSpPr>
        <p:spPr>
          <a:xfrm flipV="1">
            <a:off x="2818660" y="1701347"/>
            <a:ext cx="413219" cy="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20585"/>
              </p:ext>
            </p:extLst>
          </p:nvPr>
        </p:nvGraphicFramePr>
        <p:xfrm>
          <a:off x="435005" y="4362320"/>
          <a:ext cx="11345662" cy="19660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3480"/>
                <a:gridCol w="1285351"/>
                <a:gridCol w="3659512"/>
                <a:gridCol w="3284737"/>
                <a:gridCol w="692459"/>
                <a:gridCol w="1660123"/>
              </a:tblGrid>
              <a:tr h="259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86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예약접수 과정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회원가입 유도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아직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참좋은여행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회원이 아니신가요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회원가입 후 다양한 서비스를 누려보세요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축하 포인트 지급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시 결제금액의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적립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모두 회원가입 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포인트 합산 및 양도 가능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 등록 및 알림 내역 보기 가능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회원가입하기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8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 제한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비회원 예약일 경우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문의글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작성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 등록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포인트 적립 등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일부 서비스 사용이 제한됩니다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위의 서비스를 이용하고 싶으신가요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회원가입 후 다양한 서비스를 누려보세요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축하 포인트 지급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시 결제금액의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적립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 모두 회원가입 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포인트 합산 및 양도 가능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 등록 및 알림 내역 보기 가능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회원가입하기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4" name="모서리가 둥근 직사각형 83"/>
          <p:cNvSpPr/>
          <p:nvPr/>
        </p:nvSpPr>
        <p:spPr>
          <a:xfrm>
            <a:off x="4773447" y="1493120"/>
            <a:ext cx="1141487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회원가입 유도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231878" y="1493118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cxnSp>
        <p:nvCxnSpPr>
          <p:cNvPr id="38" name="직선 화살표 연결선 37"/>
          <p:cNvCxnSpPr>
            <a:stCxn id="35" idx="3"/>
            <a:endCxn id="84" idx="1"/>
          </p:cNvCxnSpPr>
          <p:nvPr/>
        </p:nvCxnSpPr>
        <p:spPr>
          <a:xfrm>
            <a:off x="4161062" y="1701348"/>
            <a:ext cx="612384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순서도: 판단 42"/>
          <p:cNvSpPr/>
          <p:nvPr/>
        </p:nvSpPr>
        <p:spPr>
          <a:xfrm>
            <a:off x="4844468" y="2197023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기존회원</a:t>
            </a:r>
          </a:p>
        </p:txBody>
      </p:sp>
      <p:sp>
        <p:nvSpPr>
          <p:cNvPr id="47" name="순서도: 판단 46"/>
          <p:cNvSpPr/>
          <p:nvPr/>
        </p:nvSpPr>
        <p:spPr>
          <a:xfrm>
            <a:off x="4844468" y="2945889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화살표 연결선 44"/>
          <p:cNvCxnSpPr>
            <a:stCxn id="43" idx="2"/>
            <a:endCxn id="47" idx="0"/>
          </p:cNvCxnSpPr>
          <p:nvPr/>
        </p:nvCxnSpPr>
        <p:spPr>
          <a:xfrm>
            <a:off x="5346116" y="2613482"/>
            <a:ext cx="0" cy="33240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89751" y="2981289"/>
            <a:ext cx="71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회원가입 동의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249829" y="2197023"/>
            <a:ext cx="108810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 예약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</a:p>
        </p:txBody>
      </p:sp>
      <p:cxnSp>
        <p:nvCxnSpPr>
          <p:cNvPr id="53" name="직선 화살표 연결선 52"/>
          <p:cNvCxnSpPr>
            <a:stCxn id="43" idx="3"/>
            <a:endCxn id="52" idx="1"/>
          </p:cNvCxnSpPr>
          <p:nvPr/>
        </p:nvCxnSpPr>
        <p:spPr>
          <a:xfrm>
            <a:off x="5847764" y="2405253"/>
            <a:ext cx="4020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249829" y="2945889"/>
            <a:ext cx="108810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비회원 예약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예약확인 페이지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6" name="직선 화살표 연결선 55"/>
          <p:cNvCxnSpPr>
            <a:stCxn id="47" idx="3"/>
            <a:endCxn id="55" idx="1"/>
          </p:cNvCxnSpPr>
          <p:nvPr/>
        </p:nvCxnSpPr>
        <p:spPr>
          <a:xfrm>
            <a:off x="5847764" y="3154119"/>
            <a:ext cx="4020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4881524" y="3723420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회원가입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</a:t>
            </a:r>
          </a:p>
        </p:txBody>
      </p:sp>
      <p:cxnSp>
        <p:nvCxnSpPr>
          <p:cNvPr id="60" name="직선 화살표 연결선 59"/>
          <p:cNvCxnSpPr>
            <a:stCxn id="51" idx="2"/>
            <a:endCxn id="59" idx="0"/>
          </p:cNvCxnSpPr>
          <p:nvPr/>
        </p:nvCxnSpPr>
        <p:spPr>
          <a:xfrm>
            <a:off x="5346116" y="3381399"/>
            <a:ext cx="0" cy="3420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837867" y="2157167"/>
            <a:ext cx="293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46115" y="3381400"/>
            <a:ext cx="299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46115" y="2602433"/>
            <a:ext cx="299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31569" y="2915880"/>
            <a:ext cx="299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7839580" y="2945889"/>
            <a:ext cx="961738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제한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</a:p>
        </p:txBody>
      </p:sp>
      <p:cxnSp>
        <p:nvCxnSpPr>
          <p:cNvPr id="79" name="직선 화살표 연결선 78"/>
          <p:cNvCxnSpPr>
            <a:stCxn id="55" idx="3"/>
            <a:endCxn id="72" idx="1"/>
          </p:cNvCxnSpPr>
          <p:nvPr/>
        </p:nvCxnSpPr>
        <p:spPr>
          <a:xfrm flipV="1">
            <a:off x="7337933" y="3154118"/>
            <a:ext cx="501647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161047" y="1458361"/>
            <a:ext cx="50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34354" y="2915880"/>
            <a:ext cx="553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8163" y="953652"/>
            <a:ext cx="2703018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예약접수 과정 </a:t>
            </a:r>
            <a:r>
              <a:rPr lang="en-US" altLang="ko-KR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 상태</a:t>
            </a:r>
            <a:r>
              <a:rPr lang="en-US" altLang="ko-KR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화살표 연결선 6"/>
          <p:cNvCxnSpPr>
            <a:stCxn id="84" idx="2"/>
            <a:endCxn id="43" idx="0"/>
          </p:cNvCxnSpPr>
          <p:nvPr/>
        </p:nvCxnSpPr>
        <p:spPr>
          <a:xfrm>
            <a:off x="5344191" y="1909577"/>
            <a:ext cx="1925" cy="28744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40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41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6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  <p:cxnSp>
        <p:nvCxnSpPr>
          <p:cNvPr id="13" name="꺾인 연결선 12"/>
          <p:cNvCxnSpPr>
            <a:stCxn id="59" idx="1"/>
            <a:endCxn id="43" idx="1"/>
          </p:cNvCxnSpPr>
          <p:nvPr/>
        </p:nvCxnSpPr>
        <p:spPr>
          <a:xfrm rot="10800000">
            <a:off x="4844468" y="2405254"/>
            <a:ext cx="37056" cy="1526397"/>
          </a:xfrm>
          <a:prstGeom prst="bentConnector3">
            <a:avLst>
              <a:gd name="adj1" fmla="val 1100224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69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323746"/>
              </p:ext>
            </p:extLst>
          </p:nvPr>
        </p:nvGraphicFramePr>
        <p:xfrm>
          <a:off x="758701" y="4292398"/>
          <a:ext cx="10924314" cy="19965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07063"/>
                <a:gridCol w="1075091"/>
                <a:gridCol w="1100831"/>
                <a:gridCol w="4660776"/>
                <a:gridCol w="603682"/>
                <a:gridCol w="816746"/>
                <a:gridCol w="1660125"/>
              </a:tblGrid>
              <a:tr h="259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마이페이지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담당자확인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정보등록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예약건에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대한 결제 진행은 예약확정 이후 진행해주시기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마이페이지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예약확정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예약확정 직후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정보등록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예약이 확정 되었습니다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여권등록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결제를 진행해 주시기 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결제 금액은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금액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입금해주세요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 안된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 마감일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입금 마감이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남았습니다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결제 금액은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금액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입금이 안 되는 경우 예약이 자동 취소 됩니다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마이페이지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결제진행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금액 및 결제 시한 안내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{#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미납액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미납액이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결제를 완료해 주시기 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604777" y="1521622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담당자확인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화살표 연결선 66"/>
          <p:cNvCxnSpPr>
            <a:stCxn id="61" idx="3"/>
            <a:endCxn id="68" idx="1"/>
          </p:cNvCxnSpPr>
          <p:nvPr/>
        </p:nvCxnSpPr>
        <p:spPr>
          <a:xfrm flipV="1">
            <a:off x="3533961" y="1729847"/>
            <a:ext cx="866632" cy="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7"/>
          <p:cNvSpPr/>
          <p:nvPr/>
        </p:nvSpPr>
        <p:spPr>
          <a:xfrm>
            <a:off x="4400593" y="1521619"/>
            <a:ext cx="1003296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정보등록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2604777" y="2124514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예약확정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6310448" y="2125672"/>
            <a:ext cx="961738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정보등록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18060" y="1591802"/>
            <a:ext cx="570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STEP1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918060" y="2203917"/>
            <a:ext cx="570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STEP2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35711" y="1489623"/>
            <a:ext cx="50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28" name="순서도: 판단 27"/>
          <p:cNvSpPr/>
          <p:nvPr/>
        </p:nvSpPr>
        <p:spPr>
          <a:xfrm>
            <a:off x="4396660" y="2125672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직선 화살표 연결선 5"/>
          <p:cNvCxnSpPr>
            <a:stCxn id="75" idx="3"/>
            <a:endCxn id="28" idx="1"/>
          </p:cNvCxnSpPr>
          <p:nvPr/>
        </p:nvCxnSpPr>
        <p:spPr>
          <a:xfrm>
            <a:off x="3533962" y="2332743"/>
            <a:ext cx="862699" cy="115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46629" y="2153663"/>
            <a:ext cx="71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예약확정 직후</a:t>
            </a:r>
          </a:p>
        </p:txBody>
      </p:sp>
      <p:cxnSp>
        <p:nvCxnSpPr>
          <p:cNvPr id="8" name="직선 화살표 연결선 7"/>
          <p:cNvCxnSpPr>
            <a:stCxn id="28" idx="3"/>
            <a:endCxn id="79" idx="1"/>
          </p:cNvCxnSpPr>
          <p:nvPr/>
        </p:nvCxnSpPr>
        <p:spPr>
          <a:xfrm flipV="1">
            <a:off x="5399956" y="2333901"/>
            <a:ext cx="910492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99307" y="2087680"/>
            <a:ext cx="696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 (+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8308" y="2547762"/>
            <a:ext cx="696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 (+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순서도: 판단 39"/>
          <p:cNvSpPr/>
          <p:nvPr/>
        </p:nvSpPr>
        <p:spPr>
          <a:xfrm>
            <a:off x="6310448" y="2685333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54513" y="2720844"/>
            <a:ext cx="715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결제완료 여부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8226206" y="2685335"/>
            <a:ext cx="961738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 마감일 안내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" name="직선 화살표 연결선 12"/>
          <p:cNvCxnSpPr>
            <a:stCxn id="40" idx="3"/>
            <a:endCxn id="42" idx="1"/>
          </p:cNvCxnSpPr>
          <p:nvPr/>
        </p:nvCxnSpPr>
        <p:spPr>
          <a:xfrm>
            <a:off x="7313744" y="2893563"/>
            <a:ext cx="912462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419573" y="2647341"/>
            <a:ext cx="696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 (+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38163" y="953652"/>
            <a:ext cx="223950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예약 있음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3" name="꺾인 연결선 22"/>
          <p:cNvCxnSpPr>
            <a:stCxn id="28" idx="2"/>
            <a:endCxn id="40" idx="1"/>
          </p:cNvCxnSpPr>
          <p:nvPr/>
        </p:nvCxnSpPr>
        <p:spPr>
          <a:xfrm rot="16200000" flipH="1">
            <a:off x="5428662" y="2011777"/>
            <a:ext cx="351432" cy="1412140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64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65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7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604776" y="3656466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결제진행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3" name="직선 화살표 연결선 72"/>
          <p:cNvCxnSpPr>
            <a:stCxn id="72" idx="3"/>
            <a:endCxn id="76" idx="1"/>
          </p:cNvCxnSpPr>
          <p:nvPr/>
        </p:nvCxnSpPr>
        <p:spPr>
          <a:xfrm>
            <a:off x="3533960" y="3864696"/>
            <a:ext cx="866632" cy="255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75"/>
          <p:cNvSpPr/>
          <p:nvPr/>
        </p:nvSpPr>
        <p:spPr>
          <a:xfrm>
            <a:off x="4400593" y="3659024"/>
            <a:ext cx="99936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금액 및 결제 시한 안내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18059" y="3745094"/>
            <a:ext cx="570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STEP3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633031" y="3619656"/>
            <a:ext cx="50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7272186" y="3203954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결제진행 </a:t>
            </a:r>
            <a: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 이동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" name="꺾인 연결선 49"/>
          <p:cNvCxnSpPr>
            <a:stCxn id="40" idx="2"/>
            <a:endCxn id="87" idx="1"/>
          </p:cNvCxnSpPr>
          <p:nvPr/>
        </p:nvCxnSpPr>
        <p:spPr>
          <a:xfrm rot="16200000" flipH="1">
            <a:off x="6886945" y="3026943"/>
            <a:ext cx="310392" cy="460090"/>
          </a:xfrm>
          <a:prstGeom prst="bentConnector2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812096" y="3165404"/>
            <a:ext cx="696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75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07696"/>
              </p:ext>
            </p:extLst>
          </p:nvPr>
        </p:nvGraphicFramePr>
        <p:xfrm>
          <a:off x="124287" y="3255176"/>
          <a:ext cx="11922712" cy="324327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66953"/>
                <a:gridCol w="719135"/>
                <a:gridCol w="1183745"/>
                <a:gridCol w="4696288"/>
                <a:gridCol w="2175029"/>
                <a:gridCol w="630314"/>
                <a:gridCol w="1651248"/>
              </a:tblGrid>
              <a:tr h="259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마이페이지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결제완료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이후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 동의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여행자 계약서에 동의를 해주세요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여권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등록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1)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예약자 또는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출발자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여권을 아직 등록하지 않으셨습니다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입력해 주시기 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2)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예약자인데 본인 외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출발자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중 여권 미등록이 있는 경우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외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출발자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님이 여권을 아직 등록하지 않으셨습니다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입력해 주시기 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3)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예약자인데 출발자중 여권 미등록이 있는 경우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출발자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님이 여권을 아직 등록하지 않으셨습니다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입력해 주시기 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페이지 방문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자유여행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액티비티상품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지역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떠나시나요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지역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즐길 수 있는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액티비티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상품이 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</a:t>
                      </a:r>
                      <a:r>
                        <a:rPr lang="en-US" altLang="ko-KR" sz="700" b="1" baseline="0" dirty="0" err="1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</a:t>
                      </a:r>
                      <a:r>
                        <a:rPr lang="ko-KR" altLang="en-US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행사 일정표 내 등록된 도시 데이터 이용</a:t>
                      </a:r>
                      <a:r>
                        <a:rPr lang="en-US" altLang="ko-KR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="1" baseline="0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여러 개일 경우 랜덤으로 노출</a:t>
                      </a:r>
                      <a:endParaRPr lang="en-US" altLang="ko-KR" sz="700" b="1" baseline="0" dirty="0" smtClean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고객의 여행지역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액티비티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상품 노출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전까지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전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체크사항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 출발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 체크사항 리스트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여권 만료일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현지 날씨 등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전부터 당일 까지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패키지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마이트래블가이드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까지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남았습니다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마이트래블가이드를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통해 개인별 여행 정보 및 가이드를 받아보세요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8" name="직사각형 87"/>
          <p:cNvSpPr/>
          <p:nvPr/>
        </p:nvSpPr>
        <p:spPr>
          <a:xfrm>
            <a:off x="2516001" y="1432729"/>
            <a:ext cx="999390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결제완료 이후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5761569" y="2414992"/>
            <a:ext cx="945464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여권 등록</a:t>
            </a:r>
            <a: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순서도: 판단 96"/>
          <p:cNvSpPr/>
          <p:nvPr/>
        </p:nvSpPr>
        <p:spPr>
          <a:xfrm>
            <a:off x="5734620" y="1433899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871011" y="1475239"/>
            <a:ext cx="71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여권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등록여부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순서도: 판단 116"/>
          <p:cNvSpPr/>
          <p:nvPr/>
        </p:nvSpPr>
        <p:spPr>
          <a:xfrm>
            <a:off x="7349369" y="1432729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507819" y="1475239"/>
            <a:ext cx="691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자유여행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예약</a:t>
            </a:r>
          </a:p>
        </p:txBody>
      </p:sp>
      <p:cxnSp>
        <p:nvCxnSpPr>
          <p:cNvPr id="119" name="직선 화살표 연결선 118"/>
          <p:cNvCxnSpPr>
            <a:stCxn id="97" idx="3"/>
            <a:endCxn id="117" idx="1"/>
          </p:cNvCxnSpPr>
          <p:nvPr/>
        </p:nvCxnSpPr>
        <p:spPr>
          <a:xfrm flipV="1">
            <a:off x="6737917" y="1640958"/>
            <a:ext cx="611453" cy="117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6740164" y="1393951"/>
            <a:ext cx="293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9" name="직선 화살표 연결선 128"/>
          <p:cNvCxnSpPr>
            <a:stCxn id="97" idx="2"/>
            <a:endCxn id="96" idx="0"/>
          </p:cNvCxnSpPr>
          <p:nvPr/>
        </p:nvCxnSpPr>
        <p:spPr>
          <a:xfrm flipH="1">
            <a:off x="6234301" y="1850358"/>
            <a:ext cx="1967" cy="56463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96" idx="3"/>
            <a:endCxn id="117" idx="1"/>
          </p:cNvCxnSpPr>
          <p:nvPr/>
        </p:nvCxnSpPr>
        <p:spPr>
          <a:xfrm flipV="1">
            <a:off x="6707033" y="1640959"/>
            <a:ext cx="642336" cy="982262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246767" y="1851145"/>
            <a:ext cx="8517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10501717" y="1431946"/>
            <a:ext cx="1059715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출발 전</a:t>
            </a:r>
            <a: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체크사항 안내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8333031" y="1389159"/>
            <a:ext cx="3355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8716817" y="2409885"/>
            <a:ext cx="1256506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마이트래블가이드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소개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57612" y="1865703"/>
            <a:ext cx="718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 (+10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829284" y="1526063"/>
            <a:ext cx="570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STEP4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163" y="953652"/>
            <a:ext cx="223950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예약 있음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39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40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8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  <p:sp>
        <p:nvSpPr>
          <p:cNvPr id="45" name="순서도: 판단 44"/>
          <p:cNvSpPr/>
          <p:nvPr/>
        </p:nvSpPr>
        <p:spPr>
          <a:xfrm>
            <a:off x="3829316" y="1431944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74598" y="1440117"/>
            <a:ext cx="71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일전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화살표 연결선 8"/>
          <p:cNvCxnSpPr>
            <a:stCxn id="88" idx="3"/>
            <a:endCxn id="45" idx="1"/>
          </p:cNvCxnSpPr>
          <p:nvPr/>
        </p:nvCxnSpPr>
        <p:spPr>
          <a:xfrm flipV="1">
            <a:off x="3515391" y="1640174"/>
            <a:ext cx="313925" cy="78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45" idx="3"/>
            <a:endCxn id="97" idx="1"/>
          </p:cNvCxnSpPr>
          <p:nvPr/>
        </p:nvCxnSpPr>
        <p:spPr>
          <a:xfrm>
            <a:off x="4832612" y="1640174"/>
            <a:ext cx="902008" cy="195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순서도: 판단 51"/>
          <p:cNvSpPr/>
          <p:nvPr/>
        </p:nvSpPr>
        <p:spPr>
          <a:xfrm>
            <a:off x="3829316" y="2068303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974598" y="2058720"/>
            <a:ext cx="71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계약서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동의 여부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" name="직선 화살표 연결선 13"/>
          <p:cNvCxnSpPr>
            <a:stCxn id="45" idx="2"/>
            <a:endCxn id="53" idx="0"/>
          </p:cNvCxnSpPr>
          <p:nvPr/>
        </p:nvCxnSpPr>
        <p:spPr>
          <a:xfrm>
            <a:off x="4330964" y="1848403"/>
            <a:ext cx="0" cy="2103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27974" y="1816759"/>
            <a:ext cx="353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11898" y="1393951"/>
            <a:ext cx="353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" name="꺾인 연결선 15"/>
          <p:cNvCxnSpPr>
            <a:stCxn id="52" idx="3"/>
            <a:endCxn id="97" idx="1"/>
          </p:cNvCxnSpPr>
          <p:nvPr/>
        </p:nvCxnSpPr>
        <p:spPr>
          <a:xfrm flipV="1">
            <a:off x="4832612" y="1642129"/>
            <a:ext cx="902008" cy="634404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840183" y="2039189"/>
            <a:ext cx="353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856903" y="2752281"/>
            <a:ext cx="945464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계약서 동의안내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" name="직선 화살표 연결선 17"/>
          <p:cNvCxnSpPr>
            <a:stCxn id="52" idx="2"/>
            <a:endCxn id="61" idx="0"/>
          </p:cNvCxnSpPr>
          <p:nvPr/>
        </p:nvCxnSpPr>
        <p:spPr>
          <a:xfrm flipH="1">
            <a:off x="4329635" y="2484762"/>
            <a:ext cx="1329" cy="2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327974" y="2482445"/>
            <a:ext cx="693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 (+5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순서도: 판단 66"/>
          <p:cNvSpPr/>
          <p:nvPr/>
        </p:nvSpPr>
        <p:spPr>
          <a:xfrm>
            <a:off x="8685838" y="1432729"/>
            <a:ext cx="1003296" cy="416459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844288" y="1475239"/>
            <a:ext cx="691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액티비티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예약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" name="직선 화살표 연결선 19"/>
          <p:cNvCxnSpPr>
            <a:stCxn id="117" idx="3"/>
            <a:endCxn id="67" idx="1"/>
          </p:cNvCxnSpPr>
          <p:nvPr/>
        </p:nvCxnSpPr>
        <p:spPr>
          <a:xfrm>
            <a:off x="8352665" y="1640959"/>
            <a:ext cx="33317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17" idx="2"/>
            <a:endCxn id="150" idx="1"/>
          </p:cNvCxnSpPr>
          <p:nvPr/>
        </p:nvCxnSpPr>
        <p:spPr>
          <a:xfrm rot="16200000" flipH="1">
            <a:off x="7899454" y="1800751"/>
            <a:ext cx="768926" cy="865800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67" idx="3"/>
            <a:endCxn id="138" idx="1"/>
          </p:cNvCxnSpPr>
          <p:nvPr/>
        </p:nvCxnSpPr>
        <p:spPr>
          <a:xfrm flipV="1">
            <a:off x="9689134" y="1640175"/>
            <a:ext cx="812583" cy="78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682908" y="1400154"/>
            <a:ext cx="762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Y (+10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0501717" y="1928618"/>
            <a:ext cx="1059715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액티비티상품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안내</a:t>
            </a:r>
          </a:p>
        </p:txBody>
      </p:sp>
      <p:cxnSp>
        <p:nvCxnSpPr>
          <p:cNvPr id="49" name="꺾인 연결선 48"/>
          <p:cNvCxnSpPr>
            <a:stCxn id="67" idx="2"/>
            <a:endCxn id="81" idx="1"/>
          </p:cNvCxnSpPr>
          <p:nvPr/>
        </p:nvCxnSpPr>
        <p:spPr>
          <a:xfrm rot="16200000" flipH="1">
            <a:off x="9700772" y="1335901"/>
            <a:ext cx="287659" cy="1314231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187486" y="1847317"/>
            <a:ext cx="762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 (+10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10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944926" y="1539870"/>
            <a:ext cx="929184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순서도: 판단 8"/>
          <p:cNvSpPr/>
          <p:nvPr/>
        </p:nvSpPr>
        <p:spPr>
          <a:xfrm>
            <a:off x="3177121" y="1504953"/>
            <a:ext cx="1003296" cy="484366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" name="직선 화살표 연결선 14"/>
          <p:cNvCxnSpPr>
            <a:stCxn id="9" idx="3"/>
            <a:endCxn id="20" idx="1"/>
          </p:cNvCxnSpPr>
          <p:nvPr/>
        </p:nvCxnSpPr>
        <p:spPr>
          <a:xfrm>
            <a:off x="4180418" y="1747136"/>
            <a:ext cx="1000779" cy="96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9" idx="2"/>
            <a:endCxn id="70" idx="1"/>
          </p:cNvCxnSpPr>
          <p:nvPr/>
        </p:nvCxnSpPr>
        <p:spPr>
          <a:xfrm rot="16200000" flipH="1">
            <a:off x="3423126" y="2244962"/>
            <a:ext cx="934928" cy="423642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5181197" y="1539870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 답변 완료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0240" y="1476149"/>
            <a:ext cx="885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 (+3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7046707" y="1539870"/>
            <a:ext cx="1204612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글 페이지</a:t>
            </a:r>
          </a:p>
        </p:txBody>
      </p:sp>
      <p:cxnSp>
        <p:nvCxnSpPr>
          <p:cNvPr id="82" name="직선 화살표 연결선 81"/>
          <p:cNvCxnSpPr>
            <a:stCxn id="20" idx="3"/>
            <a:endCxn id="80" idx="1"/>
          </p:cNvCxnSpPr>
          <p:nvPr/>
        </p:nvCxnSpPr>
        <p:spPr>
          <a:xfrm>
            <a:off x="6503999" y="1748099"/>
            <a:ext cx="542708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8275642" y="2716019"/>
            <a:ext cx="1204612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관심상품 페이지</a:t>
            </a:r>
          </a:p>
        </p:txBody>
      </p:sp>
      <p:cxnSp>
        <p:nvCxnSpPr>
          <p:cNvPr id="87" name="직선 화살표 연결선 86"/>
          <p:cNvCxnSpPr>
            <a:stCxn id="73" idx="3"/>
            <a:endCxn id="85" idx="1"/>
          </p:cNvCxnSpPr>
          <p:nvPr/>
        </p:nvCxnSpPr>
        <p:spPr>
          <a:xfrm>
            <a:off x="7691418" y="2924248"/>
            <a:ext cx="584224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188808"/>
              </p:ext>
            </p:extLst>
          </p:nvPr>
        </p:nvGraphicFramePr>
        <p:xfrm>
          <a:off x="401431" y="4548750"/>
          <a:ext cx="11388115" cy="138399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28740"/>
                <a:gridCol w="1260433"/>
                <a:gridCol w="1459447"/>
                <a:gridCol w="4046384"/>
                <a:gridCol w="1438182"/>
                <a:gridCol w="1029810"/>
                <a:gridCol w="1225119"/>
              </a:tblGrid>
              <a:tr h="259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토스트 메시지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참여글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답변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有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답변 완료 안내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글 유형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글에 대한 답변이 완료되었습니다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지금 확인해보세요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번째 방문까지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 有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 안내 및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유도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관심상품이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{#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개수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등록되어있습니다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지금 확인 후 예약을 진행해 보시겠습니까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등록한 관심상품 노출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최대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 無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마이트래블가이드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소개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후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마이트래블가이드를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통해 여행 정보 및 가이드를 받아보세요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322403" y="1536628"/>
            <a:ext cx="712731" cy="402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참여글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답변 여부</a:t>
            </a:r>
          </a:p>
        </p:txBody>
      </p:sp>
      <p:cxnSp>
        <p:nvCxnSpPr>
          <p:cNvPr id="47" name="꺾인 연결선 46"/>
          <p:cNvCxnSpPr>
            <a:stCxn id="80" idx="2"/>
            <a:endCxn id="70" idx="0"/>
          </p:cNvCxnSpPr>
          <p:nvPr/>
        </p:nvCxnSpPr>
        <p:spPr>
          <a:xfrm rot="5400000">
            <a:off x="5763668" y="796719"/>
            <a:ext cx="725736" cy="3044954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판단 69"/>
          <p:cNvSpPr/>
          <p:nvPr/>
        </p:nvSpPr>
        <p:spPr>
          <a:xfrm>
            <a:off x="4102411" y="2682064"/>
            <a:ext cx="1003296" cy="484366"/>
          </a:xfrm>
          <a:prstGeom prst="flowChartDecision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47694" y="2743441"/>
            <a:ext cx="71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관심상품 여부</a:t>
            </a:r>
          </a:p>
        </p:txBody>
      </p:sp>
      <p:sp>
        <p:nvSpPr>
          <p:cNvPr id="73" name="모서리가 둥근 직사각형 72"/>
          <p:cNvSpPr/>
          <p:nvPr/>
        </p:nvSpPr>
        <p:spPr>
          <a:xfrm>
            <a:off x="6368616" y="2716019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관심상품 안내 및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 유도</a:t>
            </a:r>
          </a:p>
        </p:txBody>
      </p:sp>
      <p:cxnSp>
        <p:nvCxnSpPr>
          <p:cNvPr id="74" name="직선 화살표 연결선 73"/>
          <p:cNvCxnSpPr>
            <a:stCxn id="70" idx="3"/>
            <a:endCxn id="73" idx="1"/>
          </p:cNvCxnSpPr>
          <p:nvPr/>
        </p:nvCxnSpPr>
        <p:spPr>
          <a:xfrm>
            <a:off x="5105707" y="2924247"/>
            <a:ext cx="1262908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066917" y="2656180"/>
            <a:ext cx="1216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 (+5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or 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1" name="직선 화살표 연결선 80"/>
          <p:cNvCxnSpPr>
            <a:stCxn id="70" idx="2"/>
            <a:endCxn id="84" idx="0"/>
          </p:cNvCxnSpPr>
          <p:nvPr/>
        </p:nvCxnSpPr>
        <p:spPr>
          <a:xfrm flipH="1">
            <a:off x="4604059" y="3166431"/>
            <a:ext cx="1" cy="37517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83"/>
          <p:cNvSpPr/>
          <p:nvPr/>
        </p:nvSpPr>
        <p:spPr>
          <a:xfrm>
            <a:off x="3942657" y="3541610"/>
            <a:ext cx="1322803" cy="416457"/>
          </a:xfrm>
          <a:prstGeom prst="roundRect">
            <a:avLst>
              <a:gd name="adj" fmla="val 25363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마이트래블가이드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소개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05242" y="3139740"/>
            <a:ext cx="1162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 ( +10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685631" y="1997481"/>
            <a:ext cx="349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1" name="직선 화살표 연결선 60"/>
          <p:cNvCxnSpPr>
            <a:stCxn id="84" idx="3"/>
            <a:endCxn id="94" idx="1"/>
          </p:cNvCxnSpPr>
          <p:nvPr/>
        </p:nvCxnSpPr>
        <p:spPr>
          <a:xfrm flipV="1">
            <a:off x="5265459" y="3749838"/>
            <a:ext cx="1103156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6368615" y="3541608"/>
            <a:ext cx="1204612" cy="416459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메인페이지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화살표 연결선 4"/>
          <p:cNvCxnSpPr>
            <a:stCxn id="3" idx="3"/>
            <a:endCxn id="9" idx="1"/>
          </p:cNvCxnSpPr>
          <p:nvPr/>
        </p:nvCxnSpPr>
        <p:spPr>
          <a:xfrm flipV="1">
            <a:off x="2874111" y="1747137"/>
            <a:ext cx="303011" cy="96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50328" y="361905"/>
            <a:ext cx="460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2400" b="1" dirty="0">
                <a:solidFill>
                  <a:schemeClr val="accent3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흐름도 및 상세 내용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163" y="953652"/>
            <a:ext cx="223950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마이페이지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3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예약 없음</a:t>
            </a:r>
            <a:endParaRPr lang="en-US" altLang="ko-KR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날짜 개체 틀 72"/>
          <p:cNvSpPr txBox="1">
            <a:spLocks/>
          </p:cNvSpPr>
          <p:nvPr/>
        </p:nvSpPr>
        <p:spPr>
          <a:xfrm>
            <a:off x="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2019-05-21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52" name="바닥글 개체 틀 73"/>
          <p:cNvSpPr txBox="1">
            <a:spLocks/>
          </p:cNvSpPr>
          <p:nvPr/>
        </p:nvSpPr>
        <p:spPr>
          <a:xfrm>
            <a:off x="9105900" y="6637867"/>
            <a:ext cx="30861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IT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미래전략부문</a:t>
            </a:r>
            <a:endParaRPr lang="ko-KR" altLang="en-US" dirty="0">
              <a:solidFill>
                <a:srgbClr val="000000">
                  <a:lumMod val="50000"/>
                  <a:lumOff val="5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55" name="슬라이드 번호 개체 틀 99"/>
          <p:cNvSpPr txBox="1">
            <a:spLocks/>
          </p:cNvSpPr>
          <p:nvPr/>
        </p:nvSpPr>
        <p:spPr>
          <a:xfrm>
            <a:off x="5067300" y="6637867"/>
            <a:ext cx="205740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9</a:t>
            </a:r>
            <a:r>
              <a:rPr lang="ko-KR" altLang="en-US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나눔고딕"/>
                <a:ea typeface="나눔고딕"/>
              </a:rPr>
              <a:t>/ 9</a:t>
            </a:r>
          </a:p>
        </p:txBody>
      </p:sp>
    </p:spTree>
    <p:extLst>
      <p:ext uri="{BB962C8B-B14F-4D97-AF65-F5344CB8AC3E}">
        <p14:creationId xmlns:p14="http://schemas.microsoft.com/office/powerpoint/2010/main" val="230542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37049</TotalTime>
  <Words>1312</Words>
  <Application>Microsoft Office PowerPoint</Application>
  <PresentationFormat>와이드스크린</PresentationFormat>
  <Paragraphs>421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나눔고딕</vt:lpstr>
      <vt:lpstr>나눔고딕 ExtraBold</vt:lpstr>
      <vt:lpstr>나눔스퀘어</vt:lpstr>
      <vt:lpstr>맑은 고딕</vt:lpstr>
      <vt:lpstr>Arial</vt:lpstr>
      <vt:lpstr>Calibri</vt:lpstr>
      <vt:lpstr>Calibri Light</vt:lpstr>
      <vt:lpstr>Segoe UI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VGL_P1801</dc:creator>
  <cp:lastModifiedBy>yeo seungeun</cp:lastModifiedBy>
  <cp:revision>874</cp:revision>
  <cp:lastPrinted>2019-05-29T04:48:09Z</cp:lastPrinted>
  <dcterms:created xsi:type="dcterms:W3CDTF">2018-03-21T03:52:21Z</dcterms:created>
  <dcterms:modified xsi:type="dcterms:W3CDTF">2019-05-29T06:05:21Z</dcterms:modified>
</cp:coreProperties>
</file>