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notesSlides/notesSlide3.xml" ContentType="application/vnd.openxmlformats-officedocument.presentationml.notesSlide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notesSlides/notesSlide4.xml" ContentType="application/vnd.openxmlformats-officedocument.presentationml.notesSlide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notesSlides/notesSlide5.xml" ContentType="application/vnd.openxmlformats-officedocument.presentationml.notesSlide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notesSlides/notesSlide13.xml" ContentType="application/vnd.openxmlformats-officedocument.presentationml.notesSlide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notesSlides/notesSlide14.xml" ContentType="application/vnd.openxmlformats-officedocument.presentationml.notesSlide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60" r:id="rId2"/>
    <p:sldId id="324" r:id="rId3"/>
    <p:sldId id="355" r:id="rId4"/>
    <p:sldId id="659" r:id="rId5"/>
    <p:sldId id="616" r:id="rId6"/>
    <p:sldId id="643" r:id="rId7"/>
    <p:sldId id="652" r:id="rId8"/>
    <p:sldId id="651" r:id="rId9"/>
    <p:sldId id="646" r:id="rId10"/>
    <p:sldId id="654" r:id="rId11"/>
    <p:sldId id="648" r:id="rId12"/>
    <p:sldId id="647" r:id="rId13"/>
    <p:sldId id="649" r:id="rId14"/>
    <p:sldId id="650" r:id="rId15"/>
    <p:sldId id="644" r:id="rId16"/>
    <p:sldId id="657" r:id="rId17"/>
    <p:sldId id="658" r:id="rId18"/>
    <p:sldId id="653" r:id="rId19"/>
    <p:sldId id="617" r:id="rId20"/>
    <p:sldId id="618" r:id="rId21"/>
    <p:sldId id="660" r:id="rId22"/>
    <p:sldId id="635" r:id="rId23"/>
    <p:sldId id="662" r:id="rId24"/>
    <p:sldId id="280" r:id="rId25"/>
    <p:sldId id="626" r:id="rId26"/>
    <p:sldId id="655" r:id="rId27"/>
    <p:sldId id="656" r:id="rId28"/>
    <p:sldId id="627" r:id="rId29"/>
    <p:sldId id="628" r:id="rId30"/>
    <p:sldId id="614" r:id="rId31"/>
  </p:sldIdLst>
  <p:sldSz cx="12192000" cy="6858000"/>
  <p:notesSz cx="6735763" cy="98663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A560C192-1894-45C4-B168-5EB1FFC77DD3}">
          <p14:sldIdLst>
            <p14:sldId id="260"/>
            <p14:sldId id="324"/>
          </p14:sldIdLst>
        </p14:section>
        <p14:section name="별첨" id="{489F38AA-6F49-4801-9A8F-AF492CF50FF0}">
          <p14:sldIdLst>
            <p14:sldId id="355"/>
            <p14:sldId id="659"/>
          </p14:sldIdLst>
        </p14:section>
        <p14:section name="통합청약신청" id="{0B0055D0-5954-49CE-ABB8-37587E19157D}">
          <p14:sldIdLst>
            <p14:sldId id="616"/>
            <p14:sldId id="643"/>
            <p14:sldId id="652"/>
            <p14:sldId id="651"/>
            <p14:sldId id="646"/>
            <p14:sldId id="654"/>
            <p14:sldId id="648"/>
            <p14:sldId id="647"/>
            <p14:sldId id="649"/>
            <p14:sldId id="650"/>
            <p14:sldId id="644"/>
            <p14:sldId id="657"/>
            <p14:sldId id="658"/>
            <p14:sldId id="653"/>
          </p14:sldIdLst>
        </p14:section>
        <p14:section name="계약내역" id="{09C84F97-7706-4340-9BC1-F2635C3D0D98}">
          <p14:sldIdLst>
            <p14:sldId id="617"/>
            <p14:sldId id="618"/>
            <p14:sldId id="660"/>
            <p14:sldId id="635"/>
            <p14:sldId id="662"/>
            <p14:sldId id="280"/>
          </p14:sldIdLst>
        </p14:section>
        <p14:section name="고객사관리" id="{82626725-AA51-4969-860F-02555DB1F411}">
          <p14:sldIdLst>
            <p14:sldId id="626"/>
            <p14:sldId id="655"/>
            <p14:sldId id="656"/>
            <p14:sldId id="627"/>
            <p14:sldId id="628"/>
            <p14:sldId id="614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eungeun yeo" initials="sy" lastIdx="1" clrIdx="0">
    <p:extLst>
      <p:ext uri="{19B8F6BF-5375-455C-9EA6-DF929625EA0E}">
        <p15:presenceInfo xmlns:p15="http://schemas.microsoft.com/office/powerpoint/2012/main" userId="e6276c134f20bc8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212529"/>
    <a:srgbClr val="F05014"/>
    <a:srgbClr val="3459E6"/>
    <a:srgbClr val="F9FAFA"/>
    <a:srgbClr val="FDE6DD"/>
    <a:srgbClr val="F3F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352" autoAdjust="0"/>
    <p:restoredTop sz="83215" autoAdjust="0"/>
  </p:normalViewPr>
  <p:slideViewPr>
    <p:cSldViewPr snapToGrid="0">
      <p:cViewPr varScale="1">
        <p:scale>
          <a:sx n="94" d="100"/>
          <a:sy n="94" d="100"/>
        </p:scale>
        <p:origin x="1554" y="66"/>
      </p:cViewPr>
      <p:guideLst/>
    </p:cSldViewPr>
  </p:slideViewPr>
  <p:notesTextViewPr>
    <p:cViewPr>
      <p:scale>
        <a:sx n="66" d="100"/>
        <a:sy n="66" d="100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400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4763" y="0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6576A8-E7E2-4C82-83DC-C6B9CF71470B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100" y="4748213"/>
            <a:ext cx="5389563" cy="38846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371013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4763" y="9371013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92EFD2-BE21-4390-B4F0-7C7C91ABF3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08238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3" name="Google Shape;2093;p58:notes"/>
          <p:cNvSpPr txBox="1">
            <a:spLocks noGrp="1"/>
          </p:cNvSpPr>
          <p:nvPr>
            <p:ph type="body" idx="1"/>
          </p:nvPr>
        </p:nvSpPr>
        <p:spPr>
          <a:xfrm>
            <a:off x="992664" y="3271381"/>
            <a:ext cx="7941310" cy="2676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094" name="Google Shape;2094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49313"/>
            <a:ext cx="4075112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3" name="Google Shape;2093;p58:notes"/>
          <p:cNvSpPr txBox="1">
            <a:spLocks noGrp="1"/>
          </p:cNvSpPr>
          <p:nvPr>
            <p:ph type="body" idx="1"/>
          </p:nvPr>
        </p:nvSpPr>
        <p:spPr>
          <a:xfrm>
            <a:off x="992664" y="3271381"/>
            <a:ext cx="7941310" cy="2676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094" name="Google Shape;2094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49313"/>
            <a:ext cx="4075112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460141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92EFD2-BE21-4390-B4F0-7C7C91ABF384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9717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92EFD2-BE21-4390-B4F0-7C7C91ABF384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2174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92EFD2-BE21-4390-B4F0-7C7C91ABF384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7066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92EFD2-BE21-4390-B4F0-7C7C91ABF384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23433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92EFD2-BE21-4390-B4F0-7C7C91ABF384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63860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92EFD2-BE21-4390-B4F0-7C7C91ABF384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72273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92EFD2-BE21-4390-B4F0-7C7C91ABF384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68707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92EFD2-BE21-4390-B4F0-7C7C91ABF384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24250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92EFD2-BE21-4390-B4F0-7C7C91ABF384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37853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92EFD2-BE21-4390-B4F0-7C7C91ABF384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27752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92EFD2-BE21-4390-B4F0-7C7C91ABF384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96506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92EFD2-BE21-4390-B4F0-7C7C91ABF384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50556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5AAD3D-13CB-443F-AEE8-B316B9E6A3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8CDE13F-3986-42E1-AB72-88DE776C70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24F34F1-BD72-47FE-ACB2-6348FCF58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23A57-F53E-4F74-9D14-C305A212A80C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CD0507A-5AEA-45A4-8208-9BE70FD18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A5FE93A-B52E-44A1-BCC1-E7ECC7CB6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1711A-BF86-4F54-9B07-459B93C2CC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0446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87339E-90A1-41E3-B0A8-3D948C533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07FE09-2903-4BB1-8728-530011EAC5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7DB2F4-89EC-4A44-ADDF-B22B42BE8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23A57-F53E-4F74-9D14-C305A212A80C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813139-08E8-43E9-BD7B-A07B9CE80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EFB8406-1DFA-4919-99D1-A261CEF7A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1711A-BF86-4F54-9B07-459B93C2CC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8201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992FAD-9918-4C1C-B2D7-3E41612CB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A78024-5C31-4DCB-8DC3-ECB28586DC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A926FD1-9565-4806-BB7F-D54A1D55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23A57-F53E-4F74-9D14-C305A212A80C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821D9B9-6902-4EDF-ADC6-60AF518E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31F41C-211A-4045-B388-C90B08C8C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1711A-BF86-4F54-9B07-459B93C2CC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977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BA42EC-FF71-44BC-B6FF-310B77624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01FD4C-D02F-469B-9F1A-500494AF8A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1D13DCE-2992-4BB6-8EEF-43BBCEAB28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C6B2E7B-3301-493A-B59F-4E96ED4FC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23A57-F53E-4F74-9D14-C305A212A80C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4903AE0-746E-4CAB-9F2B-96EF38A08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9950E55-96FD-45E3-8E47-5DE86FC87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1711A-BF86-4F54-9B07-459B93C2CC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0289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F2DB0C-0807-4C67-8EB2-2DD090FFB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76024A4-A667-4D99-BFCE-9B143F133E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95FCC8-C5AB-446E-AA93-7F492315C8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A3BED41-C9E1-49B1-B01F-FC8F797777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E7CB52B-0722-4207-97F2-BD87164972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497D710-E5F5-47D6-BE0C-B1DD012E9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23A57-F53E-4F74-9D14-C305A212A80C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88F91C7-2393-4575-96F4-E9E26728F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9A66390-F9AA-4FB5-81FA-A0DADCCEF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1711A-BF86-4F54-9B07-459B93C2CC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9718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280AEB-F2F2-40A3-952B-239ADAC50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E164AEB-3E51-44AC-BF5E-27B73EA29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23A57-F53E-4F74-9D14-C305A212A80C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0D51244-A182-4BD1-89FA-74019D945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C516B38-A4BC-4BC8-AD50-FC97AB0BF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1711A-BF86-4F54-9B07-459B93C2CC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93541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AE1EAA6-12B7-4D8C-9097-CDF9479FC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23A57-F53E-4F74-9D14-C305A212A80C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28BF27A-8DAB-4087-8A17-37C324DDC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6A12D9F-D178-4F58-B363-E7A584254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1711A-BF86-4F54-9B07-459B93C2CC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855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32389B-A1B7-4DC9-AC6D-AFD282A18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6CC0E9-9E0F-4514-B200-A191B4496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0129EFC-51E5-4EF7-AABA-055CCB3F29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8F423A3-542D-41B9-A172-A3A113200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23A57-F53E-4F74-9D14-C305A212A80C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E153EAE-F825-426C-A345-ECDDDA2C0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B7C99B7-A497-4C83-A679-F39F69BE7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1711A-BF86-4F54-9B07-459B93C2CC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4573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6B301A-29FC-4F4F-B14C-F55B3B774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FEE9137-F0F5-42D8-9C37-E4164057A0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0017836-91F3-4915-A108-387D047632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44ABFF4-DE7F-4E85-8BCF-16C1D7B07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23A57-F53E-4F74-9D14-C305A212A80C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9141919-1CC8-400D-A864-235AF35CF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6BBC180-7889-45D5-B0A6-EE94EC093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1711A-BF86-4F54-9B07-459B93C2CC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7635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9D4C32-743A-44D7-A683-CED6DFD6C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5111820-0D1E-4E32-8586-891EC05E1B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C86CAA-1A67-4221-B1EC-DF3D9B23F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23A57-F53E-4F74-9D14-C305A212A80C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6C086F0-08B2-409C-9DC1-D388D285F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AC8EBCB-BC4C-4EB0-8F5E-8C58DC413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1711A-BF86-4F54-9B07-459B93C2CC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6763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D3CBA67-232C-4808-B6A8-8A21BE578B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6D19E92-40A2-4508-AB4E-6774F69868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657C67-C7F0-4463-8E07-BFB62C99B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23A57-F53E-4F74-9D14-C305A212A80C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030A9C-A986-47FB-85A1-CB9121665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FAF0DEB-6E27-4399-8AF8-8AC03C91E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1711A-BF86-4F54-9B07-459B93C2CC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00073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97490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ChangeArrowheads="1"/>
          </p:cNvSpPr>
          <p:nvPr userDrawn="1"/>
        </p:nvSpPr>
        <p:spPr bwMode="auto">
          <a:xfrm>
            <a:off x="409579" y="423861"/>
            <a:ext cx="11410947" cy="19685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ko-KR" sz="800">
              <a:solidFill>
                <a:prstClr val="black">
                  <a:lumMod val="50000"/>
                  <a:lumOff val="50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Rectangle 10"/>
          <p:cNvSpPr>
            <a:spLocks noChangeArrowheads="1"/>
          </p:cNvSpPr>
          <p:nvPr userDrawn="1"/>
        </p:nvSpPr>
        <p:spPr bwMode="auto">
          <a:xfrm>
            <a:off x="409579" y="201611"/>
            <a:ext cx="11410947" cy="19685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ko-KR" sz="800">
              <a:solidFill>
                <a:prstClr val="black">
                  <a:lumMod val="50000"/>
                  <a:lumOff val="50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Rectangle 11"/>
          <p:cNvSpPr>
            <a:spLocks noChangeArrowheads="1"/>
          </p:cNvSpPr>
          <p:nvPr userDrawn="1"/>
        </p:nvSpPr>
        <p:spPr bwMode="auto">
          <a:xfrm>
            <a:off x="409578" y="201611"/>
            <a:ext cx="822327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Project</a:t>
            </a:r>
          </a:p>
        </p:txBody>
      </p:sp>
      <p:sp>
        <p:nvSpPr>
          <p:cNvPr id="10" name="Rectangle 15"/>
          <p:cNvSpPr>
            <a:spLocks noChangeArrowheads="1"/>
          </p:cNvSpPr>
          <p:nvPr userDrawn="1"/>
        </p:nvSpPr>
        <p:spPr bwMode="auto">
          <a:xfrm>
            <a:off x="409578" y="423861"/>
            <a:ext cx="822327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Page No.</a:t>
            </a:r>
          </a:p>
        </p:txBody>
      </p:sp>
      <p:sp>
        <p:nvSpPr>
          <p:cNvPr id="11" name="Rectangle 12"/>
          <p:cNvSpPr>
            <a:spLocks noChangeArrowheads="1"/>
          </p:cNvSpPr>
          <p:nvPr userDrawn="1"/>
        </p:nvSpPr>
        <p:spPr bwMode="auto">
          <a:xfrm>
            <a:off x="3405438" y="201611"/>
            <a:ext cx="900459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Page Name</a:t>
            </a:r>
          </a:p>
        </p:txBody>
      </p:sp>
      <p:sp>
        <p:nvSpPr>
          <p:cNvPr id="12" name="Rectangle 16"/>
          <p:cNvSpPr>
            <a:spLocks noChangeArrowheads="1"/>
          </p:cNvSpPr>
          <p:nvPr userDrawn="1"/>
        </p:nvSpPr>
        <p:spPr bwMode="auto">
          <a:xfrm>
            <a:off x="3405438" y="423861"/>
            <a:ext cx="900459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Page Route</a:t>
            </a:r>
          </a:p>
        </p:txBody>
      </p:sp>
      <p:sp>
        <p:nvSpPr>
          <p:cNvPr id="13" name="Rectangle 17"/>
          <p:cNvSpPr>
            <a:spLocks noChangeArrowheads="1"/>
          </p:cNvSpPr>
          <p:nvPr userDrawn="1"/>
        </p:nvSpPr>
        <p:spPr bwMode="auto">
          <a:xfrm>
            <a:off x="9997911" y="201611"/>
            <a:ext cx="831700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Date</a:t>
            </a:r>
          </a:p>
        </p:txBody>
      </p:sp>
      <p:sp>
        <p:nvSpPr>
          <p:cNvPr id="14" name="Rectangle 18"/>
          <p:cNvSpPr>
            <a:spLocks noChangeArrowheads="1"/>
          </p:cNvSpPr>
          <p:nvPr userDrawn="1"/>
        </p:nvSpPr>
        <p:spPr bwMode="auto">
          <a:xfrm>
            <a:off x="9997911" y="423861"/>
            <a:ext cx="831700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Page Type</a:t>
            </a:r>
          </a:p>
        </p:txBody>
      </p:sp>
      <p:sp>
        <p:nvSpPr>
          <p:cNvPr id="15" name="직사각형 14"/>
          <p:cNvSpPr/>
          <p:nvPr userDrawn="1"/>
        </p:nvSpPr>
        <p:spPr>
          <a:xfrm>
            <a:off x="1231904" y="415551"/>
            <a:ext cx="31451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9800CC23-1CEB-4679-8533-849E50F3EED3}" type="slidenum">
              <a:rPr lang="ko-KR" altLang="en-US" sz="8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pPr/>
              <a:t>‹#›</a:t>
            </a:fld>
            <a:endParaRPr lang="ko-KR" altLang="en-US" sz="80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1245493" y="190749"/>
            <a:ext cx="21508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캐롯손해보험</a:t>
            </a:r>
            <a:endParaRPr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3" name="직사각형 22"/>
          <p:cNvSpPr/>
          <p:nvPr userDrawn="1"/>
        </p:nvSpPr>
        <p:spPr>
          <a:xfrm>
            <a:off x="406877" y="825789"/>
            <a:ext cx="8005604" cy="573917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kumimoji="0" lang="ko-KR" altLang="en-US" sz="800">
              <a:solidFill>
                <a:schemeClr val="bg1">
                  <a:lumMod val="50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F640CCC-BD4A-4F0D-8363-28DEDD56823D}"/>
              </a:ext>
            </a:extLst>
          </p:cNvPr>
          <p:cNvSpPr/>
          <p:nvPr userDrawn="1"/>
        </p:nvSpPr>
        <p:spPr>
          <a:xfrm>
            <a:off x="10814371" y="199761"/>
            <a:ext cx="999965" cy="19685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2025-07-10</a:t>
            </a:r>
            <a:endParaRPr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01268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AFD3CB5-9F64-422F-BEAA-AF782C24A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11F89FE-83C7-4A73-8A3E-3B6017752E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905D64-2577-45FD-95AE-24A67647D5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723A57-F53E-4F74-9D14-C305A212A80C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69A6B7E-CAD3-4BC3-A4E4-0C1EC09074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313B2F2-4A48-48F2-BCA6-7C7BE208FB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21711A-BF86-4F54-9B07-459B93C2CC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31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image" Target="../media/image3.png"/><Relationship Id="rId2" Type="http://schemas.openxmlformats.org/officeDocument/2006/relationships/tags" Target="../tags/tag2.xml"/><Relationship Id="rId16" Type="http://schemas.openxmlformats.org/officeDocument/2006/relationships/slide" Target="slide8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slide" Target="slide9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21.xml"/><Relationship Id="rId13" Type="http://schemas.openxmlformats.org/officeDocument/2006/relationships/tags" Target="../tags/tag26.xml"/><Relationship Id="rId18" Type="http://schemas.openxmlformats.org/officeDocument/2006/relationships/slide" Target="slide14.xml"/><Relationship Id="rId3" Type="http://schemas.openxmlformats.org/officeDocument/2006/relationships/tags" Target="../tags/tag16.xml"/><Relationship Id="rId7" Type="http://schemas.openxmlformats.org/officeDocument/2006/relationships/tags" Target="../tags/tag20.xml"/><Relationship Id="rId12" Type="http://schemas.openxmlformats.org/officeDocument/2006/relationships/tags" Target="../tags/tag25.xml"/><Relationship Id="rId17" Type="http://schemas.openxmlformats.org/officeDocument/2006/relationships/slide" Target="slide8.xml"/><Relationship Id="rId2" Type="http://schemas.openxmlformats.org/officeDocument/2006/relationships/tags" Target="../tags/tag15.xml"/><Relationship Id="rId16" Type="http://schemas.openxmlformats.org/officeDocument/2006/relationships/slide" Target="slide11.xml"/><Relationship Id="rId20" Type="http://schemas.openxmlformats.org/officeDocument/2006/relationships/image" Target="../media/image3.png"/><Relationship Id="rId1" Type="http://schemas.openxmlformats.org/officeDocument/2006/relationships/tags" Target="../tags/tag14.xml"/><Relationship Id="rId6" Type="http://schemas.openxmlformats.org/officeDocument/2006/relationships/tags" Target="../tags/tag19.xml"/><Relationship Id="rId11" Type="http://schemas.openxmlformats.org/officeDocument/2006/relationships/tags" Target="../tags/tag24.xml"/><Relationship Id="rId5" Type="http://schemas.openxmlformats.org/officeDocument/2006/relationships/tags" Target="../tags/tag18.xml"/><Relationship Id="rId15" Type="http://schemas.openxmlformats.org/officeDocument/2006/relationships/slide" Target="slide10.xml"/><Relationship Id="rId10" Type="http://schemas.openxmlformats.org/officeDocument/2006/relationships/tags" Target="../tags/tag23.xml"/><Relationship Id="rId19" Type="http://schemas.openxmlformats.org/officeDocument/2006/relationships/slide" Target="slide15.xml"/><Relationship Id="rId4" Type="http://schemas.openxmlformats.org/officeDocument/2006/relationships/tags" Target="../tags/tag17.xml"/><Relationship Id="rId9" Type="http://schemas.openxmlformats.org/officeDocument/2006/relationships/tags" Target="../tags/tag22.xml"/><Relationship Id="rId14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tags" Target="../tags/tag39.xml"/><Relationship Id="rId18" Type="http://schemas.openxmlformats.org/officeDocument/2006/relationships/tags" Target="../tags/tag44.xml"/><Relationship Id="rId26" Type="http://schemas.openxmlformats.org/officeDocument/2006/relationships/tags" Target="../tags/tag52.xml"/><Relationship Id="rId39" Type="http://schemas.openxmlformats.org/officeDocument/2006/relationships/tags" Target="../tags/tag65.xml"/><Relationship Id="rId21" Type="http://schemas.openxmlformats.org/officeDocument/2006/relationships/tags" Target="../tags/tag47.xml"/><Relationship Id="rId34" Type="http://schemas.openxmlformats.org/officeDocument/2006/relationships/tags" Target="../tags/tag60.xml"/><Relationship Id="rId42" Type="http://schemas.openxmlformats.org/officeDocument/2006/relationships/tags" Target="../tags/tag68.xml"/><Relationship Id="rId47" Type="http://schemas.openxmlformats.org/officeDocument/2006/relationships/tags" Target="../tags/tag73.xml"/><Relationship Id="rId50" Type="http://schemas.openxmlformats.org/officeDocument/2006/relationships/tags" Target="../tags/tag76.xml"/><Relationship Id="rId55" Type="http://schemas.openxmlformats.org/officeDocument/2006/relationships/image" Target="../media/image3.png"/><Relationship Id="rId7" Type="http://schemas.openxmlformats.org/officeDocument/2006/relationships/tags" Target="../tags/tag33.xml"/><Relationship Id="rId2" Type="http://schemas.openxmlformats.org/officeDocument/2006/relationships/tags" Target="../tags/tag28.xml"/><Relationship Id="rId16" Type="http://schemas.openxmlformats.org/officeDocument/2006/relationships/tags" Target="../tags/tag42.xml"/><Relationship Id="rId29" Type="http://schemas.openxmlformats.org/officeDocument/2006/relationships/tags" Target="../tags/tag55.xml"/><Relationship Id="rId11" Type="http://schemas.openxmlformats.org/officeDocument/2006/relationships/tags" Target="../tags/tag37.xml"/><Relationship Id="rId24" Type="http://schemas.openxmlformats.org/officeDocument/2006/relationships/tags" Target="../tags/tag50.xml"/><Relationship Id="rId32" Type="http://schemas.openxmlformats.org/officeDocument/2006/relationships/tags" Target="../tags/tag58.xml"/><Relationship Id="rId37" Type="http://schemas.openxmlformats.org/officeDocument/2006/relationships/tags" Target="../tags/tag63.xml"/><Relationship Id="rId40" Type="http://schemas.openxmlformats.org/officeDocument/2006/relationships/tags" Target="../tags/tag66.xml"/><Relationship Id="rId45" Type="http://schemas.openxmlformats.org/officeDocument/2006/relationships/tags" Target="../tags/tag71.xml"/><Relationship Id="rId53" Type="http://schemas.openxmlformats.org/officeDocument/2006/relationships/tags" Target="../tags/tag79.xml"/><Relationship Id="rId5" Type="http://schemas.openxmlformats.org/officeDocument/2006/relationships/tags" Target="../tags/tag31.xml"/><Relationship Id="rId10" Type="http://schemas.openxmlformats.org/officeDocument/2006/relationships/tags" Target="../tags/tag36.xml"/><Relationship Id="rId19" Type="http://schemas.openxmlformats.org/officeDocument/2006/relationships/tags" Target="../tags/tag45.xml"/><Relationship Id="rId31" Type="http://schemas.openxmlformats.org/officeDocument/2006/relationships/tags" Target="../tags/tag57.xml"/><Relationship Id="rId44" Type="http://schemas.openxmlformats.org/officeDocument/2006/relationships/tags" Target="../tags/tag70.xml"/><Relationship Id="rId52" Type="http://schemas.openxmlformats.org/officeDocument/2006/relationships/tags" Target="../tags/tag78.xml"/><Relationship Id="rId4" Type="http://schemas.openxmlformats.org/officeDocument/2006/relationships/tags" Target="../tags/tag30.xml"/><Relationship Id="rId9" Type="http://schemas.openxmlformats.org/officeDocument/2006/relationships/tags" Target="../tags/tag35.xml"/><Relationship Id="rId14" Type="http://schemas.openxmlformats.org/officeDocument/2006/relationships/tags" Target="../tags/tag40.xml"/><Relationship Id="rId22" Type="http://schemas.openxmlformats.org/officeDocument/2006/relationships/tags" Target="../tags/tag48.xml"/><Relationship Id="rId27" Type="http://schemas.openxmlformats.org/officeDocument/2006/relationships/tags" Target="../tags/tag53.xml"/><Relationship Id="rId30" Type="http://schemas.openxmlformats.org/officeDocument/2006/relationships/tags" Target="../tags/tag56.xml"/><Relationship Id="rId35" Type="http://schemas.openxmlformats.org/officeDocument/2006/relationships/tags" Target="../tags/tag61.xml"/><Relationship Id="rId43" Type="http://schemas.openxmlformats.org/officeDocument/2006/relationships/tags" Target="../tags/tag69.xml"/><Relationship Id="rId48" Type="http://schemas.openxmlformats.org/officeDocument/2006/relationships/tags" Target="../tags/tag74.xml"/><Relationship Id="rId8" Type="http://schemas.openxmlformats.org/officeDocument/2006/relationships/tags" Target="../tags/tag34.xml"/><Relationship Id="rId51" Type="http://schemas.openxmlformats.org/officeDocument/2006/relationships/tags" Target="../tags/tag77.xml"/><Relationship Id="rId3" Type="http://schemas.openxmlformats.org/officeDocument/2006/relationships/tags" Target="../tags/tag29.xml"/><Relationship Id="rId12" Type="http://schemas.openxmlformats.org/officeDocument/2006/relationships/tags" Target="../tags/tag38.xml"/><Relationship Id="rId17" Type="http://schemas.openxmlformats.org/officeDocument/2006/relationships/tags" Target="../tags/tag43.xml"/><Relationship Id="rId25" Type="http://schemas.openxmlformats.org/officeDocument/2006/relationships/tags" Target="../tags/tag51.xml"/><Relationship Id="rId33" Type="http://schemas.openxmlformats.org/officeDocument/2006/relationships/tags" Target="../tags/tag59.xml"/><Relationship Id="rId38" Type="http://schemas.openxmlformats.org/officeDocument/2006/relationships/tags" Target="../tags/tag64.xml"/><Relationship Id="rId46" Type="http://schemas.openxmlformats.org/officeDocument/2006/relationships/tags" Target="../tags/tag72.xml"/><Relationship Id="rId20" Type="http://schemas.openxmlformats.org/officeDocument/2006/relationships/tags" Target="../tags/tag46.xml"/><Relationship Id="rId41" Type="http://schemas.openxmlformats.org/officeDocument/2006/relationships/tags" Target="../tags/tag67.xml"/><Relationship Id="rId54" Type="http://schemas.openxmlformats.org/officeDocument/2006/relationships/slideLayout" Target="../slideLayouts/slideLayout13.xml"/><Relationship Id="rId1" Type="http://schemas.openxmlformats.org/officeDocument/2006/relationships/tags" Target="../tags/tag27.xml"/><Relationship Id="rId6" Type="http://schemas.openxmlformats.org/officeDocument/2006/relationships/tags" Target="../tags/tag32.xml"/><Relationship Id="rId15" Type="http://schemas.openxmlformats.org/officeDocument/2006/relationships/tags" Target="../tags/tag41.xml"/><Relationship Id="rId23" Type="http://schemas.openxmlformats.org/officeDocument/2006/relationships/tags" Target="../tags/tag49.xml"/><Relationship Id="rId28" Type="http://schemas.openxmlformats.org/officeDocument/2006/relationships/tags" Target="../tags/tag54.xml"/><Relationship Id="rId36" Type="http://schemas.openxmlformats.org/officeDocument/2006/relationships/tags" Target="../tags/tag62.xml"/><Relationship Id="rId49" Type="http://schemas.openxmlformats.org/officeDocument/2006/relationships/tags" Target="../tags/tag75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87.xml"/><Relationship Id="rId13" Type="http://schemas.openxmlformats.org/officeDocument/2006/relationships/tags" Target="../tags/tag92.xml"/><Relationship Id="rId18" Type="http://schemas.openxmlformats.org/officeDocument/2006/relationships/tags" Target="../tags/tag97.xml"/><Relationship Id="rId26" Type="http://schemas.openxmlformats.org/officeDocument/2006/relationships/tags" Target="../tags/tag105.xml"/><Relationship Id="rId3" Type="http://schemas.openxmlformats.org/officeDocument/2006/relationships/tags" Target="../tags/tag82.xml"/><Relationship Id="rId21" Type="http://schemas.openxmlformats.org/officeDocument/2006/relationships/tags" Target="../tags/tag100.xml"/><Relationship Id="rId7" Type="http://schemas.openxmlformats.org/officeDocument/2006/relationships/tags" Target="../tags/tag86.xml"/><Relationship Id="rId12" Type="http://schemas.openxmlformats.org/officeDocument/2006/relationships/tags" Target="../tags/tag91.xml"/><Relationship Id="rId17" Type="http://schemas.openxmlformats.org/officeDocument/2006/relationships/tags" Target="../tags/tag96.xml"/><Relationship Id="rId25" Type="http://schemas.openxmlformats.org/officeDocument/2006/relationships/tags" Target="../tags/tag104.xml"/><Relationship Id="rId2" Type="http://schemas.openxmlformats.org/officeDocument/2006/relationships/tags" Target="../tags/tag81.xml"/><Relationship Id="rId16" Type="http://schemas.openxmlformats.org/officeDocument/2006/relationships/tags" Target="../tags/tag95.xml"/><Relationship Id="rId20" Type="http://schemas.openxmlformats.org/officeDocument/2006/relationships/tags" Target="../tags/tag99.xml"/><Relationship Id="rId29" Type="http://schemas.openxmlformats.org/officeDocument/2006/relationships/slideLayout" Target="../slideLayouts/slideLayout13.xml"/><Relationship Id="rId1" Type="http://schemas.openxmlformats.org/officeDocument/2006/relationships/tags" Target="../tags/tag80.xml"/><Relationship Id="rId6" Type="http://schemas.openxmlformats.org/officeDocument/2006/relationships/tags" Target="../tags/tag85.xml"/><Relationship Id="rId11" Type="http://schemas.openxmlformats.org/officeDocument/2006/relationships/tags" Target="../tags/tag90.xml"/><Relationship Id="rId24" Type="http://schemas.openxmlformats.org/officeDocument/2006/relationships/tags" Target="../tags/tag103.xml"/><Relationship Id="rId32" Type="http://schemas.openxmlformats.org/officeDocument/2006/relationships/image" Target="../media/image3.png"/><Relationship Id="rId5" Type="http://schemas.openxmlformats.org/officeDocument/2006/relationships/tags" Target="../tags/tag84.xml"/><Relationship Id="rId15" Type="http://schemas.openxmlformats.org/officeDocument/2006/relationships/tags" Target="../tags/tag94.xml"/><Relationship Id="rId23" Type="http://schemas.openxmlformats.org/officeDocument/2006/relationships/tags" Target="../tags/tag102.xml"/><Relationship Id="rId28" Type="http://schemas.openxmlformats.org/officeDocument/2006/relationships/tags" Target="../tags/tag107.xml"/><Relationship Id="rId10" Type="http://schemas.openxmlformats.org/officeDocument/2006/relationships/tags" Target="../tags/tag89.xml"/><Relationship Id="rId19" Type="http://schemas.openxmlformats.org/officeDocument/2006/relationships/tags" Target="../tags/tag98.xml"/><Relationship Id="rId31" Type="http://schemas.openxmlformats.org/officeDocument/2006/relationships/slide" Target="slide6.xml"/><Relationship Id="rId4" Type="http://schemas.openxmlformats.org/officeDocument/2006/relationships/tags" Target="../tags/tag83.xml"/><Relationship Id="rId9" Type="http://schemas.openxmlformats.org/officeDocument/2006/relationships/tags" Target="../tags/tag88.xml"/><Relationship Id="rId14" Type="http://schemas.openxmlformats.org/officeDocument/2006/relationships/tags" Target="../tags/tag93.xml"/><Relationship Id="rId22" Type="http://schemas.openxmlformats.org/officeDocument/2006/relationships/tags" Target="../tags/tag101.xml"/><Relationship Id="rId27" Type="http://schemas.openxmlformats.org/officeDocument/2006/relationships/tags" Target="../tags/tag106.xml"/><Relationship Id="rId30" Type="http://schemas.openxmlformats.org/officeDocument/2006/relationships/notesSlide" Target="../notesSlides/notesSlide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115.xml"/><Relationship Id="rId13" Type="http://schemas.openxmlformats.org/officeDocument/2006/relationships/slide" Target="slide11.xml"/><Relationship Id="rId3" Type="http://schemas.openxmlformats.org/officeDocument/2006/relationships/tags" Target="../tags/tag110.xml"/><Relationship Id="rId7" Type="http://schemas.openxmlformats.org/officeDocument/2006/relationships/tags" Target="../tags/tag114.xml"/><Relationship Id="rId12" Type="http://schemas.openxmlformats.org/officeDocument/2006/relationships/slideLayout" Target="../slideLayouts/slideLayout13.xml"/><Relationship Id="rId2" Type="http://schemas.openxmlformats.org/officeDocument/2006/relationships/tags" Target="../tags/tag109.xml"/><Relationship Id="rId1" Type="http://schemas.openxmlformats.org/officeDocument/2006/relationships/tags" Target="../tags/tag108.xml"/><Relationship Id="rId6" Type="http://schemas.openxmlformats.org/officeDocument/2006/relationships/tags" Target="../tags/tag113.xml"/><Relationship Id="rId11" Type="http://schemas.openxmlformats.org/officeDocument/2006/relationships/tags" Target="../tags/tag118.xml"/><Relationship Id="rId5" Type="http://schemas.openxmlformats.org/officeDocument/2006/relationships/tags" Target="../tags/tag112.xml"/><Relationship Id="rId15" Type="http://schemas.openxmlformats.org/officeDocument/2006/relationships/image" Target="../media/image4.png"/><Relationship Id="rId10" Type="http://schemas.openxmlformats.org/officeDocument/2006/relationships/tags" Target="../tags/tag117.xml"/><Relationship Id="rId4" Type="http://schemas.openxmlformats.org/officeDocument/2006/relationships/tags" Target="../tags/tag111.xml"/><Relationship Id="rId9" Type="http://schemas.openxmlformats.org/officeDocument/2006/relationships/tags" Target="../tags/tag116.xml"/><Relationship Id="rId1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tags" Target="../tags/tag131.xml"/><Relationship Id="rId18" Type="http://schemas.openxmlformats.org/officeDocument/2006/relationships/tags" Target="../tags/tag136.xml"/><Relationship Id="rId26" Type="http://schemas.openxmlformats.org/officeDocument/2006/relationships/tags" Target="../tags/tag144.xml"/><Relationship Id="rId3" Type="http://schemas.openxmlformats.org/officeDocument/2006/relationships/tags" Target="../tags/tag121.xml"/><Relationship Id="rId21" Type="http://schemas.openxmlformats.org/officeDocument/2006/relationships/tags" Target="../tags/tag139.xml"/><Relationship Id="rId34" Type="http://schemas.openxmlformats.org/officeDocument/2006/relationships/image" Target="../media/image3.png"/><Relationship Id="rId7" Type="http://schemas.openxmlformats.org/officeDocument/2006/relationships/tags" Target="../tags/tag125.xml"/><Relationship Id="rId12" Type="http://schemas.openxmlformats.org/officeDocument/2006/relationships/tags" Target="../tags/tag130.xml"/><Relationship Id="rId17" Type="http://schemas.openxmlformats.org/officeDocument/2006/relationships/tags" Target="../tags/tag135.xml"/><Relationship Id="rId25" Type="http://schemas.openxmlformats.org/officeDocument/2006/relationships/tags" Target="../tags/tag143.xml"/><Relationship Id="rId33" Type="http://schemas.openxmlformats.org/officeDocument/2006/relationships/slide" Target="slide15.xml"/><Relationship Id="rId2" Type="http://schemas.openxmlformats.org/officeDocument/2006/relationships/tags" Target="../tags/tag120.xml"/><Relationship Id="rId16" Type="http://schemas.openxmlformats.org/officeDocument/2006/relationships/tags" Target="../tags/tag134.xml"/><Relationship Id="rId20" Type="http://schemas.openxmlformats.org/officeDocument/2006/relationships/tags" Target="../tags/tag138.xml"/><Relationship Id="rId29" Type="http://schemas.openxmlformats.org/officeDocument/2006/relationships/slideLayout" Target="../slideLayouts/slideLayout13.xml"/><Relationship Id="rId1" Type="http://schemas.openxmlformats.org/officeDocument/2006/relationships/tags" Target="../tags/tag119.xml"/><Relationship Id="rId6" Type="http://schemas.openxmlformats.org/officeDocument/2006/relationships/tags" Target="../tags/tag124.xml"/><Relationship Id="rId11" Type="http://schemas.openxmlformats.org/officeDocument/2006/relationships/tags" Target="../tags/tag129.xml"/><Relationship Id="rId24" Type="http://schemas.openxmlformats.org/officeDocument/2006/relationships/tags" Target="../tags/tag142.xml"/><Relationship Id="rId32" Type="http://schemas.openxmlformats.org/officeDocument/2006/relationships/slide" Target="slide13.xml"/><Relationship Id="rId5" Type="http://schemas.openxmlformats.org/officeDocument/2006/relationships/tags" Target="../tags/tag123.xml"/><Relationship Id="rId15" Type="http://schemas.openxmlformats.org/officeDocument/2006/relationships/tags" Target="../tags/tag133.xml"/><Relationship Id="rId23" Type="http://schemas.openxmlformats.org/officeDocument/2006/relationships/tags" Target="../tags/tag141.xml"/><Relationship Id="rId28" Type="http://schemas.openxmlformats.org/officeDocument/2006/relationships/tags" Target="../tags/tag146.xml"/><Relationship Id="rId36" Type="http://schemas.openxmlformats.org/officeDocument/2006/relationships/image" Target="../media/image6.svg"/><Relationship Id="rId10" Type="http://schemas.openxmlformats.org/officeDocument/2006/relationships/tags" Target="../tags/tag128.xml"/><Relationship Id="rId19" Type="http://schemas.openxmlformats.org/officeDocument/2006/relationships/tags" Target="../tags/tag137.xml"/><Relationship Id="rId31" Type="http://schemas.openxmlformats.org/officeDocument/2006/relationships/slide" Target="slide12.xml"/><Relationship Id="rId4" Type="http://schemas.openxmlformats.org/officeDocument/2006/relationships/tags" Target="../tags/tag122.xml"/><Relationship Id="rId9" Type="http://schemas.openxmlformats.org/officeDocument/2006/relationships/tags" Target="../tags/tag127.xml"/><Relationship Id="rId14" Type="http://schemas.openxmlformats.org/officeDocument/2006/relationships/tags" Target="../tags/tag132.xml"/><Relationship Id="rId22" Type="http://schemas.openxmlformats.org/officeDocument/2006/relationships/tags" Target="../tags/tag140.xml"/><Relationship Id="rId27" Type="http://schemas.openxmlformats.org/officeDocument/2006/relationships/tags" Target="../tags/tag145.xml"/><Relationship Id="rId30" Type="http://schemas.openxmlformats.org/officeDocument/2006/relationships/notesSlide" Target="../notesSlides/notesSlide4.xml"/><Relationship Id="rId35" Type="http://schemas.openxmlformats.org/officeDocument/2006/relationships/image" Target="../media/image5.png"/><Relationship Id="rId8" Type="http://schemas.openxmlformats.org/officeDocument/2006/relationships/tags" Target="../tags/tag126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154.xml"/><Relationship Id="rId13" Type="http://schemas.openxmlformats.org/officeDocument/2006/relationships/tags" Target="../tags/tag159.xml"/><Relationship Id="rId18" Type="http://schemas.openxmlformats.org/officeDocument/2006/relationships/tags" Target="../tags/tag164.xml"/><Relationship Id="rId26" Type="http://schemas.openxmlformats.org/officeDocument/2006/relationships/tags" Target="../tags/tag172.xml"/><Relationship Id="rId3" Type="http://schemas.openxmlformats.org/officeDocument/2006/relationships/tags" Target="../tags/tag149.xml"/><Relationship Id="rId21" Type="http://schemas.openxmlformats.org/officeDocument/2006/relationships/tags" Target="../tags/tag167.xml"/><Relationship Id="rId7" Type="http://schemas.openxmlformats.org/officeDocument/2006/relationships/tags" Target="../tags/tag153.xml"/><Relationship Id="rId12" Type="http://schemas.openxmlformats.org/officeDocument/2006/relationships/tags" Target="../tags/tag158.xml"/><Relationship Id="rId17" Type="http://schemas.openxmlformats.org/officeDocument/2006/relationships/tags" Target="../tags/tag163.xml"/><Relationship Id="rId25" Type="http://schemas.openxmlformats.org/officeDocument/2006/relationships/tags" Target="../tags/tag171.xml"/><Relationship Id="rId2" Type="http://schemas.openxmlformats.org/officeDocument/2006/relationships/tags" Target="../tags/tag148.xml"/><Relationship Id="rId16" Type="http://schemas.openxmlformats.org/officeDocument/2006/relationships/tags" Target="../tags/tag162.xml"/><Relationship Id="rId20" Type="http://schemas.openxmlformats.org/officeDocument/2006/relationships/tags" Target="../tags/tag166.xml"/><Relationship Id="rId29" Type="http://schemas.openxmlformats.org/officeDocument/2006/relationships/slideLayout" Target="../slideLayouts/slideLayout13.xml"/><Relationship Id="rId1" Type="http://schemas.openxmlformats.org/officeDocument/2006/relationships/tags" Target="../tags/tag147.xml"/><Relationship Id="rId6" Type="http://schemas.openxmlformats.org/officeDocument/2006/relationships/tags" Target="../tags/tag152.xml"/><Relationship Id="rId11" Type="http://schemas.openxmlformats.org/officeDocument/2006/relationships/tags" Target="../tags/tag157.xml"/><Relationship Id="rId24" Type="http://schemas.openxmlformats.org/officeDocument/2006/relationships/tags" Target="../tags/tag170.xml"/><Relationship Id="rId32" Type="http://schemas.openxmlformats.org/officeDocument/2006/relationships/image" Target="../media/image6.svg"/><Relationship Id="rId5" Type="http://schemas.openxmlformats.org/officeDocument/2006/relationships/tags" Target="../tags/tag151.xml"/><Relationship Id="rId15" Type="http://schemas.openxmlformats.org/officeDocument/2006/relationships/tags" Target="../tags/tag161.xml"/><Relationship Id="rId23" Type="http://schemas.openxmlformats.org/officeDocument/2006/relationships/tags" Target="../tags/tag169.xml"/><Relationship Id="rId28" Type="http://schemas.openxmlformats.org/officeDocument/2006/relationships/tags" Target="../tags/tag174.xml"/><Relationship Id="rId10" Type="http://schemas.openxmlformats.org/officeDocument/2006/relationships/tags" Target="../tags/tag156.xml"/><Relationship Id="rId19" Type="http://schemas.openxmlformats.org/officeDocument/2006/relationships/tags" Target="../tags/tag165.xml"/><Relationship Id="rId31" Type="http://schemas.openxmlformats.org/officeDocument/2006/relationships/image" Target="../media/image5.png"/><Relationship Id="rId4" Type="http://schemas.openxmlformats.org/officeDocument/2006/relationships/tags" Target="../tags/tag150.xml"/><Relationship Id="rId9" Type="http://schemas.openxmlformats.org/officeDocument/2006/relationships/tags" Target="../tags/tag155.xml"/><Relationship Id="rId14" Type="http://schemas.openxmlformats.org/officeDocument/2006/relationships/tags" Target="../tags/tag160.xml"/><Relationship Id="rId22" Type="http://schemas.openxmlformats.org/officeDocument/2006/relationships/tags" Target="../tags/tag168.xml"/><Relationship Id="rId27" Type="http://schemas.openxmlformats.org/officeDocument/2006/relationships/tags" Target="../tags/tag173.xml"/><Relationship Id="rId30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tags" Target="../tags/tag187.xml"/><Relationship Id="rId18" Type="http://schemas.openxmlformats.org/officeDocument/2006/relationships/tags" Target="../tags/tag192.xml"/><Relationship Id="rId26" Type="http://schemas.openxmlformats.org/officeDocument/2006/relationships/tags" Target="../tags/tag200.xml"/><Relationship Id="rId3" Type="http://schemas.openxmlformats.org/officeDocument/2006/relationships/tags" Target="../tags/tag177.xml"/><Relationship Id="rId21" Type="http://schemas.openxmlformats.org/officeDocument/2006/relationships/tags" Target="../tags/tag195.xml"/><Relationship Id="rId34" Type="http://schemas.openxmlformats.org/officeDocument/2006/relationships/image" Target="../media/image6.svg"/><Relationship Id="rId7" Type="http://schemas.openxmlformats.org/officeDocument/2006/relationships/tags" Target="../tags/tag181.xml"/><Relationship Id="rId12" Type="http://schemas.openxmlformats.org/officeDocument/2006/relationships/tags" Target="../tags/tag186.xml"/><Relationship Id="rId17" Type="http://schemas.openxmlformats.org/officeDocument/2006/relationships/tags" Target="../tags/tag191.xml"/><Relationship Id="rId25" Type="http://schemas.openxmlformats.org/officeDocument/2006/relationships/tags" Target="../tags/tag199.xml"/><Relationship Id="rId33" Type="http://schemas.openxmlformats.org/officeDocument/2006/relationships/image" Target="../media/image5.png"/><Relationship Id="rId2" Type="http://schemas.openxmlformats.org/officeDocument/2006/relationships/tags" Target="../tags/tag176.xml"/><Relationship Id="rId16" Type="http://schemas.openxmlformats.org/officeDocument/2006/relationships/tags" Target="../tags/tag190.xml"/><Relationship Id="rId20" Type="http://schemas.openxmlformats.org/officeDocument/2006/relationships/tags" Target="../tags/tag194.xml"/><Relationship Id="rId29" Type="http://schemas.openxmlformats.org/officeDocument/2006/relationships/tags" Target="../tags/tag203.xml"/><Relationship Id="rId1" Type="http://schemas.openxmlformats.org/officeDocument/2006/relationships/tags" Target="../tags/tag175.xml"/><Relationship Id="rId6" Type="http://schemas.openxmlformats.org/officeDocument/2006/relationships/tags" Target="../tags/tag180.xml"/><Relationship Id="rId11" Type="http://schemas.openxmlformats.org/officeDocument/2006/relationships/tags" Target="../tags/tag185.xml"/><Relationship Id="rId24" Type="http://schemas.openxmlformats.org/officeDocument/2006/relationships/tags" Target="../tags/tag198.xml"/><Relationship Id="rId32" Type="http://schemas.openxmlformats.org/officeDocument/2006/relationships/image" Target="../media/image3.png"/><Relationship Id="rId5" Type="http://schemas.openxmlformats.org/officeDocument/2006/relationships/tags" Target="../tags/tag179.xml"/><Relationship Id="rId15" Type="http://schemas.openxmlformats.org/officeDocument/2006/relationships/tags" Target="../tags/tag189.xml"/><Relationship Id="rId23" Type="http://schemas.openxmlformats.org/officeDocument/2006/relationships/tags" Target="../tags/tag197.xml"/><Relationship Id="rId28" Type="http://schemas.openxmlformats.org/officeDocument/2006/relationships/tags" Target="../tags/tag202.xml"/><Relationship Id="rId10" Type="http://schemas.openxmlformats.org/officeDocument/2006/relationships/tags" Target="../tags/tag184.xml"/><Relationship Id="rId19" Type="http://schemas.openxmlformats.org/officeDocument/2006/relationships/tags" Target="../tags/tag193.xml"/><Relationship Id="rId31" Type="http://schemas.openxmlformats.org/officeDocument/2006/relationships/slideLayout" Target="../slideLayouts/slideLayout13.xml"/><Relationship Id="rId4" Type="http://schemas.openxmlformats.org/officeDocument/2006/relationships/tags" Target="../tags/tag178.xml"/><Relationship Id="rId9" Type="http://schemas.openxmlformats.org/officeDocument/2006/relationships/tags" Target="../tags/tag183.xml"/><Relationship Id="rId14" Type="http://schemas.openxmlformats.org/officeDocument/2006/relationships/tags" Target="../tags/tag188.xml"/><Relationship Id="rId22" Type="http://schemas.openxmlformats.org/officeDocument/2006/relationships/tags" Target="../tags/tag196.xml"/><Relationship Id="rId27" Type="http://schemas.openxmlformats.org/officeDocument/2006/relationships/tags" Target="../tags/tag201.xml"/><Relationship Id="rId30" Type="http://schemas.openxmlformats.org/officeDocument/2006/relationships/tags" Target="../tags/tag204.xml"/><Relationship Id="rId8" Type="http://schemas.openxmlformats.org/officeDocument/2006/relationships/tags" Target="../tags/tag18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212.xml"/><Relationship Id="rId13" Type="http://schemas.openxmlformats.org/officeDocument/2006/relationships/tags" Target="../tags/tag217.xml"/><Relationship Id="rId18" Type="http://schemas.openxmlformats.org/officeDocument/2006/relationships/tags" Target="../tags/tag222.xml"/><Relationship Id="rId3" Type="http://schemas.openxmlformats.org/officeDocument/2006/relationships/tags" Target="../tags/tag207.xml"/><Relationship Id="rId21" Type="http://schemas.openxmlformats.org/officeDocument/2006/relationships/tags" Target="../tags/tag225.xml"/><Relationship Id="rId7" Type="http://schemas.openxmlformats.org/officeDocument/2006/relationships/tags" Target="../tags/tag211.xml"/><Relationship Id="rId12" Type="http://schemas.openxmlformats.org/officeDocument/2006/relationships/tags" Target="../tags/tag216.xml"/><Relationship Id="rId17" Type="http://schemas.openxmlformats.org/officeDocument/2006/relationships/tags" Target="../tags/tag221.xml"/><Relationship Id="rId2" Type="http://schemas.openxmlformats.org/officeDocument/2006/relationships/tags" Target="../tags/tag206.xml"/><Relationship Id="rId16" Type="http://schemas.openxmlformats.org/officeDocument/2006/relationships/tags" Target="../tags/tag220.xml"/><Relationship Id="rId20" Type="http://schemas.openxmlformats.org/officeDocument/2006/relationships/tags" Target="../tags/tag224.xml"/><Relationship Id="rId1" Type="http://schemas.openxmlformats.org/officeDocument/2006/relationships/tags" Target="../tags/tag205.xml"/><Relationship Id="rId6" Type="http://schemas.openxmlformats.org/officeDocument/2006/relationships/tags" Target="../tags/tag210.xml"/><Relationship Id="rId11" Type="http://schemas.openxmlformats.org/officeDocument/2006/relationships/tags" Target="../tags/tag215.xml"/><Relationship Id="rId5" Type="http://schemas.openxmlformats.org/officeDocument/2006/relationships/tags" Target="../tags/tag209.xml"/><Relationship Id="rId15" Type="http://schemas.openxmlformats.org/officeDocument/2006/relationships/tags" Target="../tags/tag219.xml"/><Relationship Id="rId23" Type="http://schemas.openxmlformats.org/officeDocument/2006/relationships/image" Target="../media/image3.png"/><Relationship Id="rId10" Type="http://schemas.openxmlformats.org/officeDocument/2006/relationships/tags" Target="../tags/tag214.xml"/><Relationship Id="rId19" Type="http://schemas.openxmlformats.org/officeDocument/2006/relationships/tags" Target="../tags/tag223.xml"/><Relationship Id="rId4" Type="http://schemas.openxmlformats.org/officeDocument/2006/relationships/tags" Target="../tags/tag208.xml"/><Relationship Id="rId9" Type="http://schemas.openxmlformats.org/officeDocument/2006/relationships/tags" Target="../tags/tag213.xml"/><Relationship Id="rId14" Type="http://schemas.openxmlformats.org/officeDocument/2006/relationships/tags" Target="../tags/tag218.xml"/><Relationship Id="rId22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233.xml"/><Relationship Id="rId13" Type="http://schemas.openxmlformats.org/officeDocument/2006/relationships/tags" Target="../tags/tag238.xml"/><Relationship Id="rId18" Type="http://schemas.openxmlformats.org/officeDocument/2006/relationships/tags" Target="../tags/tag243.xml"/><Relationship Id="rId3" Type="http://schemas.openxmlformats.org/officeDocument/2006/relationships/tags" Target="../tags/tag228.xml"/><Relationship Id="rId21" Type="http://schemas.openxmlformats.org/officeDocument/2006/relationships/tags" Target="../tags/tag246.xml"/><Relationship Id="rId7" Type="http://schemas.openxmlformats.org/officeDocument/2006/relationships/tags" Target="../tags/tag232.xml"/><Relationship Id="rId12" Type="http://schemas.openxmlformats.org/officeDocument/2006/relationships/tags" Target="../tags/tag237.xml"/><Relationship Id="rId17" Type="http://schemas.openxmlformats.org/officeDocument/2006/relationships/tags" Target="../tags/tag242.xml"/><Relationship Id="rId25" Type="http://schemas.openxmlformats.org/officeDocument/2006/relationships/image" Target="../media/image6.svg"/><Relationship Id="rId2" Type="http://schemas.openxmlformats.org/officeDocument/2006/relationships/tags" Target="../tags/tag227.xml"/><Relationship Id="rId16" Type="http://schemas.openxmlformats.org/officeDocument/2006/relationships/tags" Target="../tags/tag241.xml"/><Relationship Id="rId20" Type="http://schemas.openxmlformats.org/officeDocument/2006/relationships/tags" Target="../tags/tag245.xml"/><Relationship Id="rId1" Type="http://schemas.openxmlformats.org/officeDocument/2006/relationships/tags" Target="../tags/tag226.xml"/><Relationship Id="rId6" Type="http://schemas.openxmlformats.org/officeDocument/2006/relationships/tags" Target="../tags/tag231.xml"/><Relationship Id="rId11" Type="http://schemas.openxmlformats.org/officeDocument/2006/relationships/tags" Target="../tags/tag236.xml"/><Relationship Id="rId24" Type="http://schemas.openxmlformats.org/officeDocument/2006/relationships/image" Target="../media/image5.png"/><Relationship Id="rId5" Type="http://schemas.openxmlformats.org/officeDocument/2006/relationships/tags" Target="../tags/tag230.xml"/><Relationship Id="rId15" Type="http://schemas.openxmlformats.org/officeDocument/2006/relationships/tags" Target="../tags/tag240.xml"/><Relationship Id="rId23" Type="http://schemas.openxmlformats.org/officeDocument/2006/relationships/image" Target="../media/image3.png"/><Relationship Id="rId10" Type="http://schemas.openxmlformats.org/officeDocument/2006/relationships/tags" Target="../tags/tag235.xml"/><Relationship Id="rId19" Type="http://schemas.openxmlformats.org/officeDocument/2006/relationships/tags" Target="../tags/tag244.xml"/><Relationship Id="rId4" Type="http://schemas.openxmlformats.org/officeDocument/2006/relationships/tags" Target="../tags/tag229.xml"/><Relationship Id="rId9" Type="http://schemas.openxmlformats.org/officeDocument/2006/relationships/tags" Target="../tags/tag234.xml"/><Relationship Id="rId14" Type="http://schemas.openxmlformats.org/officeDocument/2006/relationships/tags" Target="../tags/tag239.xml"/><Relationship Id="rId22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254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6.svg"/><Relationship Id="rId3" Type="http://schemas.openxmlformats.org/officeDocument/2006/relationships/tags" Target="../tags/tag249.xml"/><Relationship Id="rId7" Type="http://schemas.openxmlformats.org/officeDocument/2006/relationships/tags" Target="../tags/tag253.xml"/><Relationship Id="rId12" Type="http://schemas.openxmlformats.org/officeDocument/2006/relationships/tags" Target="../tags/tag258.xml"/><Relationship Id="rId17" Type="http://schemas.openxmlformats.org/officeDocument/2006/relationships/image" Target="../media/image5.png"/><Relationship Id="rId2" Type="http://schemas.openxmlformats.org/officeDocument/2006/relationships/tags" Target="../tags/tag248.xml"/><Relationship Id="rId16" Type="http://schemas.openxmlformats.org/officeDocument/2006/relationships/image" Target="../media/image3.png"/><Relationship Id="rId1" Type="http://schemas.openxmlformats.org/officeDocument/2006/relationships/tags" Target="../tags/tag247.xml"/><Relationship Id="rId6" Type="http://schemas.openxmlformats.org/officeDocument/2006/relationships/tags" Target="../tags/tag252.xml"/><Relationship Id="rId11" Type="http://schemas.openxmlformats.org/officeDocument/2006/relationships/tags" Target="../tags/tag257.xml"/><Relationship Id="rId5" Type="http://schemas.openxmlformats.org/officeDocument/2006/relationships/tags" Target="../tags/tag251.xml"/><Relationship Id="rId15" Type="http://schemas.openxmlformats.org/officeDocument/2006/relationships/slide" Target="slide17.xml"/><Relationship Id="rId10" Type="http://schemas.openxmlformats.org/officeDocument/2006/relationships/tags" Target="../tags/tag256.xml"/><Relationship Id="rId4" Type="http://schemas.openxmlformats.org/officeDocument/2006/relationships/tags" Target="../tags/tag250.xml"/><Relationship Id="rId9" Type="http://schemas.openxmlformats.org/officeDocument/2006/relationships/tags" Target="../tags/tag255.xml"/><Relationship Id="rId14" Type="http://schemas.openxmlformats.org/officeDocument/2006/relationships/notesSlide" Target="../notesSlides/notesSlide5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3" Type="http://schemas.openxmlformats.org/officeDocument/2006/relationships/tags" Target="../tags/tag261.xml"/><Relationship Id="rId7" Type="http://schemas.openxmlformats.org/officeDocument/2006/relationships/tags" Target="../tags/tag265.xml"/><Relationship Id="rId2" Type="http://schemas.openxmlformats.org/officeDocument/2006/relationships/tags" Target="../tags/tag260.xml"/><Relationship Id="rId1" Type="http://schemas.openxmlformats.org/officeDocument/2006/relationships/tags" Target="../tags/tag259.xml"/><Relationship Id="rId6" Type="http://schemas.openxmlformats.org/officeDocument/2006/relationships/tags" Target="../tags/tag264.xml"/><Relationship Id="rId5" Type="http://schemas.openxmlformats.org/officeDocument/2006/relationships/tags" Target="../tags/tag263.xml"/><Relationship Id="rId4" Type="http://schemas.openxmlformats.org/officeDocument/2006/relationships/tags" Target="../tags/tag262.xml"/><Relationship Id="rId9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tags" Target="../tags/tag268.xml"/><Relationship Id="rId7" Type="http://schemas.openxmlformats.org/officeDocument/2006/relationships/notesSlide" Target="../notesSlides/notesSlide9.xml"/><Relationship Id="rId2" Type="http://schemas.openxmlformats.org/officeDocument/2006/relationships/tags" Target="../tags/tag267.xml"/><Relationship Id="rId1" Type="http://schemas.openxmlformats.org/officeDocument/2006/relationships/tags" Target="../tags/tag266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270.xml"/><Relationship Id="rId10" Type="http://schemas.openxmlformats.org/officeDocument/2006/relationships/image" Target="../media/image10.png"/><Relationship Id="rId4" Type="http://schemas.openxmlformats.org/officeDocument/2006/relationships/tags" Target="../tags/tag269.xml"/><Relationship Id="rId9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tags" Target="../tags/tag273.xml"/><Relationship Id="rId7" Type="http://schemas.openxmlformats.org/officeDocument/2006/relationships/image" Target="../media/image8.png"/><Relationship Id="rId2" Type="http://schemas.openxmlformats.org/officeDocument/2006/relationships/tags" Target="../tags/tag272.xml"/><Relationship Id="rId1" Type="http://schemas.openxmlformats.org/officeDocument/2006/relationships/tags" Target="../tags/tag271.xml"/><Relationship Id="rId6" Type="http://schemas.openxmlformats.org/officeDocument/2006/relationships/image" Target="../media/image3.png"/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26" Type="http://schemas.openxmlformats.org/officeDocument/2006/relationships/tags" Target="../tags/tag299.xml"/><Relationship Id="rId21" Type="http://schemas.openxmlformats.org/officeDocument/2006/relationships/tags" Target="../tags/tag294.xml"/><Relationship Id="rId42" Type="http://schemas.openxmlformats.org/officeDocument/2006/relationships/tags" Target="../tags/tag315.xml"/><Relationship Id="rId47" Type="http://schemas.openxmlformats.org/officeDocument/2006/relationships/tags" Target="../tags/tag320.xml"/><Relationship Id="rId63" Type="http://schemas.openxmlformats.org/officeDocument/2006/relationships/tags" Target="../tags/tag336.xml"/><Relationship Id="rId68" Type="http://schemas.openxmlformats.org/officeDocument/2006/relationships/tags" Target="../tags/tag341.xml"/><Relationship Id="rId84" Type="http://schemas.openxmlformats.org/officeDocument/2006/relationships/tags" Target="../tags/tag357.xml"/><Relationship Id="rId89" Type="http://schemas.openxmlformats.org/officeDocument/2006/relationships/tags" Target="../tags/tag362.xml"/><Relationship Id="rId16" Type="http://schemas.openxmlformats.org/officeDocument/2006/relationships/tags" Target="../tags/tag289.xml"/><Relationship Id="rId11" Type="http://schemas.openxmlformats.org/officeDocument/2006/relationships/tags" Target="../tags/tag284.xml"/><Relationship Id="rId32" Type="http://schemas.openxmlformats.org/officeDocument/2006/relationships/tags" Target="../tags/tag305.xml"/><Relationship Id="rId37" Type="http://schemas.openxmlformats.org/officeDocument/2006/relationships/tags" Target="../tags/tag310.xml"/><Relationship Id="rId53" Type="http://schemas.openxmlformats.org/officeDocument/2006/relationships/tags" Target="../tags/tag326.xml"/><Relationship Id="rId58" Type="http://schemas.openxmlformats.org/officeDocument/2006/relationships/tags" Target="../tags/tag331.xml"/><Relationship Id="rId74" Type="http://schemas.openxmlformats.org/officeDocument/2006/relationships/tags" Target="../tags/tag347.xml"/><Relationship Id="rId79" Type="http://schemas.openxmlformats.org/officeDocument/2006/relationships/tags" Target="../tags/tag352.xml"/><Relationship Id="rId102" Type="http://schemas.openxmlformats.org/officeDocument/2006/relationships/tags" Target="../tags/tag375.xml"/><Relationship Id="rId5" Type="http://schemas.openxmlformats.org/officeDocument/2006/relationships/tags" Target="../tags/tag278.xml"/><Relationship Id="rId90" Type="http://schemas.openxmlformats.org/officeDocument/2006/relationships/tags" Target="../tags/tag363.xml"/><Relationship Id="rId95" Type="http://schemas.openxmlformats.org/officeDocument/2006/relationships/tags" Target="../tags/tag368.xml"/><Relationship Id="rId22" Type="http://schemas.openxmlformats.org/officeDocument/2006/relationships/tags" Target="../tags/tag295.xml"/><Relationship Id="rId27" Type="http://schemas.openxmlformats.org/officeDocument/2006/relationships/tags" Target="../tags/tag300.xml"/><Relationship Id="rId43" Type="http://schemas.openxmlformats.org/officeDocument/2006/relationships/tags" Target="../tags/tag316.xml"/><Relationship Id="rId48" Type="http://schemas.openxmlformats.org/officeDocument/2006/relationships/tags" Target="../tags/tag321.xml"/><Relationship Id="rId64" Type="http://schemas.openxmlformats.org/officeDocument/2006/relationships/tags" Target="../tags/tag337.xml"/><Relationship Id="rId69" Type="http://schemas.openxmlformats.org/officeDocument/2006/relationships/tags" Target="../tags/tag342.xml"/><Relationship Id="rId80" Type="http://schemas.openxmlformats.org/officeDocument/2006/relationships/tags" Target="../tags/tag353.xml"/><Relationship Id="rId85" Type="http://schemas.openxmlformats.org/officeDocument/2006/relationships/tags" Target="../tags/tag358.xml"/><Relationship Id="rId12" Type="http://schemas.openxmlformats.org/officeDocument/2006/relationships/tags" Target="../tags/tag285.xml"/><Relationship Id="rId17" Type="http://schemas.openxmlformats.org/officeDocument/2006/relationships/tags" Target="../tags/tag290.xml"/><Relationship Id="rId33" Type="http://schemas.openxmlformats.org/officeDocument/2006/relationships/tags" Target="../tags/tag306.xml"/><Relationship Id="rId38" Type="http://schemas.openxmlformats.org/officeDocument/2006/relationships/tags" Target="../tags/tag311.xml"/><Relationship Id="rId59" Type="http://schemas.openxmlformats.org/officeDocument/2006/relationships/tags" Target="../tags/tag332.xml"/><Relationship Id="rId103" Type="http://schemas.openxmlformats.org/officeDocument/2006/relationships/slideLayout" Target="../slideLayouts/slideLayout13.xml"/><Relationship Id="rId20" Type="http://schemas.openxmlformats.org/officeDocument/2006/relationships/tags" Target="../tags/tag293.xml"/><Relationship Id="rId41" Type="http://schemas.openxmlformats.org/officeDocument/2006/relationships/tags" Target="../tags/tag314.xml"/><Relationship Id="rId54" Type="http://schemas.openxmlformats.org/officeDocument/2006/relationships/tags" Target="../tags/tag327.xml"/><Relationship Id="rId62" Type="http://schemas.openxmlformats.org/officeDocument/2006/relationships/tags" Target="../tags/tag335.xml"/><Relationship Id="rId70" Type="http://schemas.openxmlformats.org/officeDocument/2006/relationships/tags" Target="../tags/tag343.xml"/><Relationship Id="rId75" Type="http://schemas.openxmlformats.org/officeDocument/2006/relationships/tags" Target="../tags/tag348.xml"/><Relationship Id="rId83" Type="http://schemas.openxmlformats.org/officeDocument/2006/relationships/tags" Target="../tags/tag356.xml"/><Relationship Id="rId88" Type="http://schemas.openxmlformats.org/officeDocument/2006/relationships/tags" Target="../tags/tag361.xml"/><Relationship Id="rId91" Type="http://schemas.openxmlformats.org/officeDocument/2006/relationships/tags" Target="../tags/tag364.xml"/><Relationship Id="rId96" Type="http://schemas.openxmlformats.org/officeDocument/2006/relationships/tags" Target="../tags/tag369.xml"/><Relationship Id="rId1" Type="http://schemas.openxmlformats.org/officeDocument/2006/relationships/tags" Target="../tags/tag274.xml"/><Relationship Id="rId6" Type="http://schemas.openxmlformats.org/officeDocument/2006/relationships/tags" Target="../tags/tag279.xml"/><Relationship Id="rId15" Type="http://schemas.openxmlformats.org/officeDocument/2006/relationships/tags" Target="../tags/tag288.xml"/><Relationship Id="rId23" Type="http://schemas.openxmlformats.org/officeDocument/2006/relationships/tags" Target="../tags/tag296.xml"/><Relationship Id="rId28" Type="http://schemas.openxmlformats.org/officeDocument/2006/relationships/tags" Target="../tags/tag301.xml"/><Relationship Id="rId36" Type="http://schemas.openxmlformats.org/officeDocument/2006/relationships/tags" Target="../tags/tag309.xml"/><Relationship Id="rId49" Type="http://schemas.openxmlformats.org/officeDocument/2006/relationships/tags" Target="../tags/tag322.xml"/><Relationship Id="rId57" Type="http://schemas.openxmlformats.org/officeDocument/2006/relationships/tags" Target="../tags/tag330.xml"/><Relationship Id="rId10" Type="http://schemas.openxmlformats.org/officeDocument/2006/relationships/tags" Target="../tags/tag283.xml"/><Relationship Id="rId31" Type="http://schemas.openxmlformats.org/officeDocument/2006/relationships/tags" Target="../tags/tag304.xml"/><Relationship Id="rId44" Type="http://schemas.openxmlformats.org/officeDocument/2006/relationships/tags" Target="../tags/tag317.xml"/><Relationship Id="rId52" Type="http://schemas.openxmlformats.org/officeDocument/2006/relationships/tags" Target="../tags/tag325.xml"/><Relationship Id="rId60" Type="http://schemas.openxmlformats.org/officeDocument/2006/relationships/tags" Target="../tags/tag333.xml"/><Relationship Id="rId65" Type="http://schemas.openxmlformats.org/officeDocument/2006/relationships/tags" Target="../tags/tag338.xml"/><Relationship Id="rId73" Type="http://schemas.openxmlformats.org/officeDocument/2006/relationships/tags" Target="../tags/tag346.xml"/><Relationship Id="rId78" Type="http://schemas.openxmlformats.org/officeDocument/2006/relationships/tags" Target="../tags/tag351.xml"/><Relationship Id="rId81" Type="http://schemas.openxmlformats.org/officeDocument/2006/relationships/tags" Target="../tags/tag354.xml"/><Relationship Id="rId86" Type="http://schemas.openxmlformats.org/officeDocument/2006/relationships/tags" Target="../tags/tag359.xml"/><Relationship Id="rId94" Type="http://schemas.openxmlformats.org/officeDocument/2006/relationships/tags" Target="../tags/tag367.xml"/><Relationship Id="rId99" Type="http://schemas.openxmlformats.org/officeDocument/2006/relationships/tags" Target="../tags/tag372.xml"/><Relationship Id="rId101" Type="http://schemas.openxmlformats.org/officeDocument/2006/relationships/tags" Target="../tags/tag374.xml"/><Relationship Id="rId4" Type="http://schemas.openxmlformats.org/officeDocument/2006/relationships/tags" Target="../tags/tag277.xml"/><Relationship Id="rId9" Type="http://schemas.openxmlformats.org/officeDocument/2006/relationships/tags" Target="../tags/tag282.xml"/><Relationship Id="rId13" Type="http://schemas.openxmlformats.org/officeDocument/2006/relationships/tags" Target="../tags/tag286.xml"/><Relationship Id="rId18" Type="http://schemas.openxmlformats.org/officeDocument/2006/relationships/tags" Target="../tags/tag291.xml"/><Relationship Id="rId39" Type="http://schemas.openxmlformats.org/officeDocument/2006/relationships/tags" Target="../tags/tag312.xml"/><Relationship Id="rId34" Type="http://schemas.openxmlformats.org/officeDocument/2006/relationships/tags" Target="../tags/tag307.xml"/><Relationship Id="rId50" Type="http://schemas.openxmlformats.org/officeDocument/2006/relationships/tags" Target="../tags/tag323.xml"/><Relationship Id="rId55" Type="http://schemas.openxmlformats.org/officeDocument/2006/relationships/tags" Target="../tags/tag328.xml"/><Relationship Id="rId76" Type="http://schemas.openxmlformats.org/officeDocument/2006/relationships/tags" Target="../tags/tag349.xml"/><Relationship Id="rId97" Type="http://schemas.openxmlformats.org/officeDocument/2006/relationships/tags" Target="../tags/tag370.xml"/><Relationship Id="rId104" Type="http://schemas.openxmlformats.org/officeDocument/2006/relationships/notesSlide" Target="../notesSlides/notesSlide13.xml"/><Relationship Id="rId7" Type="http://schemas.openxmlformats.org/officeDocument/2006/relationships/tags" Target="../tags/tag280.xml"/><Relationship Id="rId71" Type="http://schemas.openxmlformats.org/officeDocument/2006/relationships/tags" Target="../tags/tag344.xml"/><Relationship Id="rId92" Type="http://schemas.openxmlformats.org/officeDocument/2006/relationships/tags" Target="../tags/tag365.xml"/><Relationship Id="rId2" Type="http://schemas.openxmlformats.org/officeDocument/2006/relationships/tags" Target="../tags/tag275.xml"/><Relationship Id="rId29" Type="http://schemas.openxmlformats.org/officeDocument/2006/relationships/tags" Target="../tags/tag302.xml"/><Relationship Id="rId24" Type="http://schemas.openxmlformats.org/officeDocument/2006/relationships/tags" Target="../tags/tag297.xml"/><Relationship Id="rId40" Type="http://schemas.openxmlformats.org/officeDocument/2006/relationships/tags" Target="../tags/tag313.xml"/><Relationship Id="rId45" Type="http://schemas.openxmlformats.org/officeDocument/2006/relationships/tags" Target="../tags/tag318.xml"/><Relationship Id="rId66" Type="http://schemas.openxmlformats.org/officeDocument/2006/relationships/tags" Target="../tags/tag339.xml"/><Relationship Id="rId87" Type="http://schemas.openxmlformats.org/officeDocument/2006/relationships/tags" Target="../tags/tag360.xml"/><Relationship Id="rId61" Type="http://schemas.openxmlformats.org/officeDocument/2006/relationships/tags" Target="../tags/tag334.xml"/><Relationship Id="rId82" Type="http://schemas.openxmlformats.org/officeDocument/2006/relationships/tags" Target="../tags/tag355.xml"/><Relationship Id="rId19" Type="http://schemas.openxmlformats.org/officeDocument/2006/relationships/tags" Target="../tags/tag292.xml"/><Relationship Id="rId14" Type="http://schemas.openxmlformats.org/officeDocument/2006/relationships/tags" Target="../tags/tag287.xml"/><Relationship Id="rId30" Type="http://schemas.openxmlformats.org/officeDocument/2006/relationships/tags" Target="../tags/tag303.xml"/><Relationship Id="rId35" Type="http://schemas.openxmlformats.org/officeDocument/2006/relationships/tags" Target="../tags/tag308.xml"/><Relationship Id="rId56" Type="http://schemas.openxmlformats.org/officeDocument/2006/relationships/tags" Target="../tags/tag329.xml"/><Relationship Id="rId77" Type="http://schemas.openxmlformats.org/officeDocument/2006/relationships/tags" Target="../tags/tag350.xml"/><Relationship Id="rId100" Type="http://schemas.openxmlformats.org/officeDocument/2006/relationships/tags" Target="../tags/tag373.xml"/><Relationship Id="rId105" Type="http://schemas.openxmlformats.org/officeDocument/2006/relationships/image" Target="../media/image3.png"/><Relationship Id="rId8" Type="http://schemas.openxmlformats.org/officeDocument/2006/relationships/tags" Target="../tags/tag281.xml"/><Relationship Id="rId51" Type="http://schemas.openxmlformats.org/officeDocument/2006/relationships/tags" Target="../tags/tag324.xml"/><Relationship Id="rId72" Type="http://schemas.openxmlformats.org/officeDocument/2006/relationships/tags" Target="../tags/tag345.xml"/><Relationship Id="rId93" Type="http://schemas.openxmlformats.org/officeDocument/2006/relationships/tags" Target="../tags/tag366.xml"/><Relationship Id="rId98" Type="http://schemas.openxmlformats.org/officeDocument/2006/relationships/tags" Target="../tags/tag371.xml"/><Relationship Id="rId3" Type="http://schemas.openxmlformats.org/officeDocument/2006/relationships/tags" Target="../tags/tag276.xml"/><Relationship Id="rId25" Type="http://schemas.openxmlformats.org/officeDocument/2006/relationships/tags" Target="../tags/tag298.xml"/><Relationship Id="rId46" Type="http://schemas.openxmlformats.org/officeDocument/2006/relationships/tags" Target="../tags/tag319.xml"/><Relationship Id="rId67" Type="http://schemas.openxmlformats.org/officeDocument/2006/relationships/tags" Target="../tags/tag340.xml"/></Relationships>
</file>

<file path=ppt/slides/_rels/slide26.xml.rels><?xml version="1.0" encoding="UTF-8" standalone="yes"?>
<Relationships xmlns="http://schemas.openxmlformats.org/package/2006/relationships"><Relationship Id="rId13" Type="http://schemas.openxmlformats.org/officeDocument/2006/relationships/tags" Target="../tags/tag388.xml"/><Relationship Id="rId18" Type="http://schemas.openxmlformats.org/officeDocument/2006/relationships/tags" Target="../tags/tag393.xml"/><Relationship Id="rId26" Type="http://schemas.openxmlformats.org/officeDocument/2006/relationships/tags" Target="../tags/tag401.xml"/><Relationship Id="rId3" Type="http://schemas.openxmlformats.org/officeDocument/2006/relationships/tags" Target="../tags/tag378.xml"/><Relationship Id="rId21" Type="http://schemas.openxmlformats.org/officeDocument/2006/relationships/tags" Target="../tags/tag396.xml"/><Relationship Id="rId34" Type="http://schemas.openxmlformats.org/officeDocument/2006/relationships/image" Target="../media/image3.png"/><Relationship Id="rId7" Type="http://schemas.openxmlformats.org/officeDocument/2006/relationships/tags" Target="../tags/tag382.xml"/><Relationship Id="rId12" Type="http://schemas.openxmlformats.org/officeDocument/2006/relationships/tags" Target="../tags/tag387.xml"/><Relationship Id="rId17" Type="http://schemas.openxmlformats.org/officeDocument/2006/relationships/tags" Target="../tags/tag392.xml"/><Relationship Id="rId25" Type="http://schemas.openxmlformats.org/officeDocument/2006/relationships/tags" Target="../tags/tag400.xml"/><Relationship Id="rId33" Type="http://schemas.openxmlformats.org/officeDocument/2006/relationships/notesSlide" Target="../notesSlides/notesSlide14.xml"/><Relationship Id="rId2" Type="http://schemas.openxmlformats.org/officeDocument/2006/relationships/tags" Target="../tags/tag377.xml"/><Relationship Id="rId16" Type="http://schemas.openxmlformats.org/officeDocument/2006/relationships/tags" Target="../tags/tag391.xml"/><Relationship Id="rId20" Type="http://schemas.openxmlformats.org/officeDocument/2006/relationships/tags" Target="../tags/tag395.xml"/><Relationship Id="rId29" Type="http://schemas.openxmlformats.org/officeDocument/2006/relationships/tags" Target="../tags/tag404.xml"/><Relationship Id="rId1" Type="http://schemas.openxmlformats.org/officeDocument/2006/relationships/tags" Target="../tags/tag376.xml"/><Relationship Id="rId6" Type="http://schemas.openxmlformats.org/officeDocument/2006/relationships/tags" Target="../tags/tag381.xml"/><Relationship Id="rId11" Type="http://schemas.openxmlformats.org/officeDocument/2006/relationships/tags" Target="../tags/tag386.xml"/><Relationship Id="rId24" Type="http://schemas.openxmlformats.org/officeDocument/2006/relationships/tags" Target="../tags/tag399.xml"/><Relationship Id="rId32" Type="http://schemas.openxmlformats.org/officeDocument/2006/relationships/slideLayout" Target="../slideLayouts/slideLayout13.xml"/><Relationship Id="rId5" Type="http://schemas.openxmlformats.org/officeDocument/2006/relationships/tags" Target="../tags/tag380.xml"/><Relationship Id="rId15" Type="http://schemas.openxmlformats.org/officeDocument/2006/relationships/tags" Target="../tags/tag390.xml"/><Relationship Id="rId23" Type="http://schemas.openxmlformats.org/officeDocument/2006/relationships/tags" Target="../tags/tag398.xml"/><Relationship Id="rId28" Type="http://schemas.openxmlformats.org/officeDocument/2006/relationships/tags" Target="../tags/tag403.xml"/><Relationship Id="rId10" Type="http://schemas.openxmlformats.org/officeDocument/2006/relationships/tags" Target="../tags/tag385.xml"/><Relationship Id="rId19" Type="http://schemas.openxmlformats.org/officeDocument/2006/relationships/tags" Target="../tags/tag394.xml"/><Relationship Id="rId31" Type="http://schemas.openxmlformats.org/officeDocument/2006/relationships/tags" Target="../tags/tag406.xml"/><Relationship Id="rId4" Type="http://schemas.openxmlformats.org/officeDocument/2006/relationships/tags" Target="../tags/tag379.xml"/><Relationship Id="rId9" Type="http://schemas.openxmlformats.org/officeDocument/2006/relationships/tags" Target="../tags/tag384.xml"/><Relationship Id="rId14" Type="http://schemas.openxmlformats.org/officeDocument/2006/relationships/tags" Target="../tags/tag389.xml"/><Relationship Id="rId22" Type="http://schemas.openxmlformats.org/officeDocument/2006/relationships/tags" Target="../tags/tag397.xml"/><Relationship Id="rId27" Type="http://schemas.openxmlformats.org/officeDocument/2006/relationships/tags" Target="../tags/tag402.xml"/><Relationship Id="rId30" Type="http://schemas.openxmlformats.org/officeDocument/2006/relationships/tags" Target="../tags/tag405.xml"/><Relationship Id="rId8" Type="http://schemas.openxmlformats.org/officeDocument/2006/relationships/tags" Target="../tags/tag383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tags" Target="../tags/tag414.xml"/><Relationship Id="rId13" Type="http://schemas.openxmlformats.org/officeDocument/2006/relationships/tags" Target="../tags/tag419.xml"/><Relationship Id="rId18" Type="http://schemas.openxmlformats.org/officeDocument/2006/relationships/tags" Target="../tags/tag424.xml"/><Relationship Id="rId3" Type="http://schemas.openxmlformats.org/officeDocument/2006/relationships/tags" Target="../tags/tag409.xml"/><Relationship Id="rId21" Type="http://schemas.openxmlformats.org/officeDocument/2006/relationships/tags" Target="../tags/tag427.xml"/><Relationship Id="rId7" Type="http://schemas.openxmlformats.org/officeDocument/2006/relationships/tags" Target="../tags/tag413.xml"/><Relationship Id="rId12" Type="http://schemas.openxmlformats.org/officeDocument/2006/relationships/tags" Target="../tags/tag418.xml"/><Relationship Id="rId17" Type="http://schemas.openxmlformats.org/officeDocument/2006/relationships/tags" Target="../tags/tag423.xml"/><Relationship Id="rId2" Type="http://schemas.openxmlformats.org/officeDocument/2006/relationships/tags" Target="../tags/tag408.xml"/><Relationship Id="rId16" Type="http://schemas.openxmlformats.org/officeDocument/2006/relationships/tags" Target="../tags/tag422.xml"/><Relationship Id="rId20" Type="http://schemas.openxmlformats.org/officeDocument/2006/relationships/tags" Target="../tags/tag426.xml"/><Relationship Id="rId1" Type="http://schemas.openxmlformats.org/officeDocument/2006/relationships/tags" Target="../tags/tag407.xml"/><Relationship Id="rId6" Type="http://schemas.openxmlformats.org/officeDocument/2006/relationships/tags" Target="../tags/tag412.xml"/><Relationship Id="rId11" Type="http://schemas.openxmlformats.org/officeDocument/2006/relationships/tags" Target="../tags/tag417.xml"/><Relationship Id="rId5" Type="http://schemas.openxmlformats.org/officeDocument/2006/relationships/tags" Target="../tags/tag411.xml"/><Relationship Id="rId15" Type="http://schemas.openxmlformats.org/officeDocument/2006/relationships/tags" Target="../tags/tag421.xml"/><Relationship Id="rId23" Type="http://schemas.openxmlformats.org/officeDocument/2006/relationships/image" Target="../media/image3.png"/><Relationship Id="rId10" Type="http://schemas.openxmlformats.org/officeDocument/2006/relationships/tags" Target="../tags/tag416.xml"/><Relationship Id="rId19" Type="http://schemas.openxmlformats.org/officeDocument/2006/relationships/tags" Target="../tags/tag425.xml"/><Relationship Id="rId4" Type="http://schemas.openxmlformats.org/officeDocument/2006/relationships/tags" Target="../tags/tag410.xml"/><Relationship Id="rId9" Type="http://schemas.openxmlformats.org/officeDocument/2006/relationships/tags" Target="../tags/tag415.xml"/><Relationship Id="rId14" Type="http://schemas.openxmlformats.org/officeDocument/2006/relationships/tags" Target="../tags/tag420.xml"/><Relationship Id="rId22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6" Type="http://schemas.openxmlformats.org/officeDocument/2006/relationships/tags" Target="../tags/tag453.xml"/><Relationship Id="rId21" Type="http://schemas.openxmlformats.org/officeDocument/2006/relationships/tags" Target="../tags/tag448.xml"/><Relationship Id="rId42" Type="http://schemas.openxmlformats.org/officeDocument/2006/relationships/tags" Target="../tags/tag469.xml"/><Relationship Id="rId47" Type="http://schemas.openxmlformats.org/officeDocument/2006/relationships/tags" Target="../tags/tag474.xml"/><Relationship Id="rId63" Type="http://schemas.openxmlformats.org/officeDocument/2006/relationships/tags" Target="../tags/tag490.xml"/><Relationship Id="rId68" Type="http://schemas.openxmlformats.org/officeDocument/2006/relationships/tags" Target="../tags/tag495.xml"/><Relationship Id="rId84" Type="http://schemas.openxmlformats.org/officeDocument/2006/relationships/tags" Target="../tags/tag511.xml"/><Relationship Id="rId89" Type="http://schemas.openxmlformats.org/officeDocument/2006/relationships/tags" Target="../tags/tag516.xml"/><Relationship Id="rId112" Type="http://schemas.openxmlformats.org/officeDocument/2006/relationships/image" Target="../media/image3.png"/><Relationship Id="rId16" Type="http://schemas.openxmlformats.org/officeDocument/2006/relationships/tags" Target="../tags/tag443.xml"/><Relationship Id="rId107" Type="http://schemas.openxmlformats.org/officeDocument/2006/relationships/tags" Target="../tags/tag534.xml"/><Relationship Id="rId11" Type="http://schemas.openxmlformats.org/officeDocument/2006/relationships/tags" Target="../tags/tag438.xml"/><Relationship Id="rId32" Type="http://schemas.openxmlformats.org/officeDocument/2006/relationships/tags" Target="../tags/tag459.xml"/><Relationship Id="rId37" Type="http://schemas.openxmlformats.org/officeDocument/2006/relationships/tags" Target="../tags/tag464.xml"/><Relationship Id="rId53" Type="http://schemas.openxmlformats.org/officeDocument/2006/relationships/tags" Target="../tags/tag480.xml"/><Relationship Id="rId58" Type="http://schemas.openxmlformats.org/officeDocument/2006/relationships/tags" Target="../tags/tag485.xml"/><Relationship Id="rId74" Type="http://schemas.openxmlformats.org/officeDocument/2006/relationships/tags" Target="../tags/tag501.xml"/><Relationship Id="rId79" Type="http://schemas.openxmlformats.org/officeDocument/2006/relationships/tags" Target="../tags/tag506.xml"/><Relationship Id="rId102" Type="http://schemas.openxmlformats.org/officeDocument/2006/relationships/tags" Target="../tags/tag529.xml"/><Relationship Id="rId5" Type="http://schemas.openxmlformats.org/officeDocument/2006/relationships/tags" Target="../tags/tag432.xml"/><Relationship Id="rId90" Type="http://schemas.openxmlformats.org/officeDocument/2006/relationships/tags" Target="../tags/tag517.xml"/><Relationship Id="rId95" Type="http://schemas.openxmlformats.org/officeDocument/2006/relationships/tags" Target="../tags/tag522.xml"/><Relationship Id="rId22" Type="http://schemas.openxmlformats.org/officeDocument/2006/relationships/tags" Target="../tags/tag449.xml"/><Relationship Id="rId27" Type="http://schemas.openxmlformats.org/officeDocument/2006/relationships/tags" Target="../tags/tag454.xml"/><Relationship Id="rId43" Type="http://schemas.openxmlformats.org/officeDocument/2006/relationships/tags" Target="../tags/tag470.xml"/><Relationship Id="rId48" Type="http://schemas.openxmlformats.org/officeDocument/2006/relationships/tags" Target="../tags/tag475.xml"/><Relationship Id="rId64" Type="http://schemas.openxmlformats.org/officeDocument/2006/relationships/tags" Target="../tags/tag491.xml"/><Relationship Id="rId69" Type="http://schemas.openxmlformats.org/officeDocument/2006/relationships/tags" Target="../tags/tag496.xml"/><Relationship Id="rId80" Type="http://schemas.openxmlformats.org/officeDocument/2006/relationships/tags" Target="../tags/tag507.xml"/><Relationship Id="rId85" Type="http://schemas.openxmlformats.org/officeDocument/2006/relationships/tags" Target="../tags/tag512.xml"/><Relationship Id="rId12" Type="http://schemas.openxmlformats.org/officeDocument/2006/relationships/tags" Target="../tags/tag439.xml"/><Relationship Id="rId17" Type="http://schemas.openxmlformats.org/officeDocument/2006/relationships/tags" Target="../tags/tag444.xml"/><Relationship Id="rId33" Type="http://schemas.openxmlformats.org/officeDocument/2006/relationships/tags" Target="../tags/tag460.xml"/><Relationship Id="rId38" Type="http://schemas.openxmlformats.org/officeDocument/2006/relationships/tags" Target="../tags/tag465.xml"/><Relationship Id="rId59" Type="http://schemas.openxmlformats.org/officeDocument/2006/relationships/tags" Target="../tags/tag486.xml"/><Relationship Id="rId103" Type="http://schemas.openxmlformats.org/officeDocument/2006/relationships/tags" Target="../tags/tag530.xml"/><Relationship Id="rId108" Type="http://schemas.openxmlformats.org/officeDocument/2006/relationships/tags" Target="../tags/tag535.xml"/><Relationship Id="rId54" Type="http://schemas.openxmlformats.org/officeDocument/2006/relationships/tags" Target="../tags/tag481.xml"/><Relationship Id="rId70" Type="http://schemas.openxmlformats.org/officeDocument/2006/relationships/tags" Target="../tags/tag497.xml"/><Relationship Id="rId75" Type="http://schemas.openxmlformats.org/officeDocument/2006/relationships/tags" Target="../tags/tag502.xml"/><Relationship Id="rId91" Type="http://schemas.openxmlformats.org/officeDocument/2006/relationships/tags" Target="../tags/tag518.xml"/><Relationship Id="rId96" Type="http://schemas.openxmlformats.org/officeDocument/2006/relationships/tags" Target="../tags/tag523.xml"/><Relationship Id="rId1" Type="http://schemas.openxmlformats.org/officeDocument/2006/relationships/tags" Target="../tags/tag428.xml"/><Relationship Id="rId6" Type="http://schemas.openxmlformats.org/officeDocument/2006/relationships/tags" Target="../tags/tag433.xml"/><Relationship Id="rId15" Type="http://schemas.openxmlformats.org/officeDocument/2006/relationships/tags" Target="../tags/tag442.xml"/><Relationship Id="rId23" Type="http://schemas.openxmlformats.org/officeDocument/2006/relationships/tags" Target="../tags/tag450.xml"/><Relationship Id="rId28" Type="http://schemas.openxmlformats.org/officeDocument/2006/relationships/tags" Target="../tags/tag455.xml"/><Relationship Id="rId36" Type="http://schemas.openxmlformats.org/officeDocument/2006/relationships/tags" Target="../tags/tag463.xml"/><Relationship Id="rId49" Type="http://schemas.openxmlformats.org/officeDocument/2006/relationships/tags" Target="../tags/tag476.xml"/><Relationship Id="rId57" Type="http://schemas.openxmlformats.org/officeDocument/2006/relationships/tags" Target="../tags/tag484.xml"/><Relationship Id="rId106" Type="http://schemas.openxmlformats.org/officeDocument/2006/relationships/tags" Target="../tags/tag533.xml"/><Relationship Id="rId10" Type="http://schemas.openxmlformats.org/officeDocument/2006/relationships/tags" Target="../tags/tag437.xml"/><Relationship Id="rId31" Type="http://schemas.openxmlformats.org/officeDocument/2006/relationships/tags" Target="../tags/tag458.xml"/><Relationship Id="rId44" Type="http://schemas.openxmlformats.org/officeDocument/2006/relationships/tags" Target="../tags/tag471.xml"/><Relationship Id="rId52" Type="http://schemas.openxmlformats.org/officeDocument/2006/relationships/tags" Target="../tags/tag479.xml"/><Relationship Id="rId60" Type="http://schemas.openxmlformats.org/officeDocument/2006/relationships/tags" Target="../tags/tag487.xml"/><Relationship Id="rId65" Type="http://schemas.openxmlformats.org/officeDocument/2006/relationships/tags" Target="../tags/tag492.xml"/><Relationship Id="rId73" Type="http://schemas.openxmlformats.org/officeDocument/2006/relationships/tags" Target="../tags/tag500.xml"/><Relationship Id="rId78" Type="http://schemas.openxmlformats.org/officeDocument/2006/relationships/tags" Target="../tags/tag505.xml"/><Relationship Id="rId81" Type="http://schemas.openxmlformats.org/officeDocument/2006/relationships/tags" Target="../tags/tag508.xml"/><Relationship Id="rId86" Type="http://schemas.openxmlformats.org/officeDocument/2006/relationships/tags" Target="../tags/tag513.xml"/><Relationship Id="rId94" Type="http://schemas.openxmlformats.org/officeDocument/2006/relationships/tags" Target="../tags/tag521.xml"/><Relationship Id="rId99" Type="http://schemas.openxmlformats.org/officeDocument/2006/relationships/tags" Target="../tags/tag526.xml"/><Relationship Id="rId101" Type="http://schemas.openxmlformats.org/officeDocument/2006/relationships/tags" Target="../tags/tag528.xml"/><Relationship Id="rId4" Type="http://schemas.openxmlformats.org/officeDocument/2006/relationships/tags" Target="../tags/tag431.xml"/><Relationship Id="rId9" Type="http://schemas.openxmlformats.org/officeDocument/2006/relationships/tags" Target="../tags/tag436.xml"/><Relationship Id="rId13" Type="http://schemas.openxmlformats.org/officeDocument/2006/relationships/tags" Target="../tags/tag440.xml"/><Relationship Id="rId18" Type="http://schemas.openxmlformats.org/officeDocument/2006/relationships/tags" Target="../tags/tag445.xml"/><Relationship Id="rId39" Type="http://schemas.openxmlformats.org/officeDocument/2006/relationships/tags" Target="../tags/tag466.xml"/><Relationship Id="rId109" Type="http://schemas.openxmlformats.org/officeDocument/2006/relationships/tags" Target="../tags/tag536.xml"/><Relationship Id="rId34" Type="http://schemas.openxmlformats.org/officeDocument/2006/relationships/tags" Target="../tags/tag461.xml"/><Relationship Id="rId50" Type="http://schemas.openxmlformats.org/officeDocument/2006/relationships/tags" Target="../tags/tag477.xml"/><Relationship Id="rId55" Type="http://schemas.openxmlformats.org/officeDocument/2006/relationships/tags" Target="../tags/tag482.xml"/><Relationship Id="rId76" Type="http://schemas.openxmlformats.org/officeDocument/2006/relationships/tags" Target="../tags/tag503.xml"/><Relationship Id="rId97" Type="http://schemas.openxmlformats.org/officeDocument/2006/relationships/tags" Target="../tags/tag524.xml"/><Relationship Id="rId104" Type="http://schemas.openxmlformats.org/officeDocument/2006/relationships/tags" Target="../tags/tag531.xml"/><Relationship Id="rId7" Type="http://schemas.openxmlformats.org/officeDocument/2006/relationships/tags" Target="../tags/tag434.xml"/><Relationship Id="rId71" Type="http://schemas.openxmlformats.org/officeDocument/2006/relationships/tags" Target="../tags/tag498.xml"/><Relationship Id="rId92" Type="http://schemas.openxmlformats.org/officeDocument/2006/relationships/tags" Target="../tags/tag519.xml"/><Relationship Id="rId2" Type="http://schemas.openxmlformats.org/officeDocument/2006/relationships/tags" Target="../tags/tag429.xml"/><Relationship Id="rId29" Type="http://schemas.openxmlformats.org/officeDocument/2006/relationships/tags" Target="../tags/tag456.xml"/><Relationship Id="rId24" Type="http://schemas.openxmlformats.org/officeDocument/2006/relationships/tags" Target="../tags/tag451.xml"/><Relationship Id="rId40" Type="http://schemas.openxmlformats.org/officeDocument/2006/relationships/tags" Target="../tags/tag467.xml"/><Relationship Id="rId45" Type="http://schemas.openxmlformats.org/officeDocument/2006/relationships/tags" Target="../tags/tag472.xml"/><Relationship Id="rId66" Type="http://schemas.openxmlformats.org/officeDocument/2006/relationships/tags" Target="../tags/tag493.xml"/><Relationship Id="rId87" Type="http://schemas.openxmlformats.org/officeDocument/2006/relationships/tags" Target="../tags/tag514.xml"/><Relationship Id="rId110" Type="http://schemas.openxmlformats.org/officeDocument/2006/relationships/tags" Target="../tags/tag537.xml"/><Relationship Id="rId61" Type="http://schemas.openxmlformats.org/officeDocument/2006/relationships/tags" Target="../tags/tag488.xml"/><Relationship Id="rId82" Type="http://schemas.openxmlformats.org/officeDocument/2006/relationships/tags" Target="../tags/tag509.xml"/><Relationship Id="rId19" Type="http://schemas.openxmlformats.org/officeDocument/2006/relationships/tags" Target="../tags/tag446.xml"/><Relationship Id="rId14" Type="http://schemas.openxmlformats.org/officeDocument/2006/relationships/tags" Target="../tags/tag441.xml"/><Relationship Id="rId30" Type="http://schemas.openxmlformats.org/officeDocument/2006/relationships/tags" Target="../tags/tag457.xml"/><Relationship Id="rId35" Type="http://schemas.openxmlformats.org/officeDocument/2006/relationships/tags" Target="../tags/tag462.xml"/><Relationship Id="rId56" Type="http://schemas.openxmlformats.org/officeDocument/2006/relationships/tags" Target="../tags/tag483.xml"/><Relationship Id="rId77" Type="http://schemas.openxmlformats.org/officeDocument/2006/relationships/tags" Target="../tags/tag504.xml"/><Relationship Id="rId100" Type="http://schemas.openxmlformats.org/officeDocument/2006/relationships/tags" Target="../tags/tag527.xml"/><Relationship Id="rId105" Type="http://schemas.openxmlformats.org/officeDocument/2006/relationships/tags" Target="../tags/tag532.xml"/><Relationship Id="rId8" Type="http://schemas.openxmlformats.org/officeDocument/2006/relationships/tags" Target="../tags/tag435.xml"/><Relationship Id="rId51" Type="http://schemas.openxmlformats.org/officeDocument/2006/relationships/tags" Target="../tags/tag478.xml"/><Relationship Id="rId72" Type="http://schemas.openxmlformats.org/officeDocument/2006/relationships/tags" Target="../tags/tag499.xml"/><Relationship Id="rId93" Type="http://schemas.openxmlformats.org/officeDocument/2006/relationships/tags" Target="../tags/tag520.xml"/><Relationship Id="rId98" Type="http://schemas.openxmlformats.org/officeDocument/2006/relationships/tags" Target="../tags/tag525.xml"/><Relationship Id="rId3" Type="http://schemas.openxmlformats.org/officeDocument/2006/relationships/tags" Target="../tags/tag430.xml"/><Relationship Id="rId25" Type="http://schemas.openxmlformats.org/officeDocument/2006/relationships/tags" Target="../tags/tag452.xml"/><Relationship Id="rId46" Type="http://schemas.openxmlformats.org/officeDocument/2006/relationships/tags" Target="../tags/tag473.xml"/><Relationship Id="rId67" Type="http://schemas.openxmlformats.org/officeDocument/2006/relationships/tags" Target="../tags/tag494.xml"/><Relationship Id="rId20" Type="http://schemas.openxmlformats.org/officeDocument/2006/relationships/tags" Target="../tags/tag447.xml"/><Relationship Id="rId41" Type="http://schemas.openxmlformats.org/officeDocument/2006/relationships/tags" Target="../tags/tag468.xml"/><Relationship Id="rId62" Type="http://schemas.openxmlformats.org/officeDocument/2006/relationships/tags" Target="../tags/tag489.xml"/><Relationship Id="rId83" Type="http://schemas.openxmlformats.org/officeDocument/2006/relationships/tags" Target="../tags/tag510.xml"/><Relationship Id="rId88" Type="http://schemas.openxmlformats.org/officeDocument/2006/relationships/tags" Target="../tags/tag515.xml"/><Relationship Id="rId11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6" Type="http://schemas.openxmlformats.org/officeDocument/2006/relationships/tags" Target="../tags/tag563.xml"/><Relationship Id="rId117" Type="http://schemas.openxmlformats.org/officeDocument/2006/relationships/tags" Target="../tags/tag654.xml"/><Relationship Id="rId21" Type="http://schemas.openxmlformats.org/officeDocument/2006/relationships/tags" Target="../tags/tag558.xml"/><Relationship Id="rId42" Type="http://schemas.openxmlformats.org/officeDocument/2006/relationships/tags" Target="../tags/tag579.xml"/><Relationship Id="rId47" Type="http://schemas.openxmlformats.org/officeDocument/2006/relationships/tags" Target="../tags/tag584.xml"/><Relationship Id="rId63" Type="http://schemas.openxmlformats.org/officeDocument/2006/relationships/tags" Target="../tags/tag600.xml"/><Relationship Id="rId68" Type="http://schemas.openxmlformats.org/officeDocument/2006/relationships/tags" Target="../tags/tag605.xml"/><Relationship Id="rId84" Type="http://schemas.openxmlformats.org/officeDocument/2006/relationships/tags" Target="../tags/tag621.xml"/><Relationship Id="rId89" Type="http://schemas.openxmlformats.org/officeDocument/2006/relationships/tags" Target="../tags/tag626.xml"/><Relationship Id="rId112" Type="http://schemas.openxmlformats.org/officeDocument/2006/relationships/tags" Target="../tags/tag649.xml"/><Relationship Id="rId16" Type="http://schemas.openxmlformats.org/officeDocument/2006/relationships/tags" Target="../tags/tag553.xml"/><Relationship Id="rId107" Type="http://schemas.openxmlformats.org/officeDocument/2006/relationships/tags" Target="../tags/tag644.xml"/><Relationship Id="rId11" Type="http://schemas.openxmlformats.org/officeDocument/2006/relationships/tags" Target="../tags/tag548.xml"/><Relationship Id="rId32" Type="http://schemas.openxmlformats.org/officeDocument/2006/relationships/tags" Target="../tags/tag569.xml"/><Relationship Id="rId37" Type="http://schemas.openxmlformats.org/officeDocument/2006/relationships/tags" Target="../tags/tag574.xml"/><Relationship Id="rId53" Type="http://schemas.openxmlformats.org/officeDocument/2006/relationships/tags" Target="../tags/tag590.xml"/><Relationship Id="rId58" Type="http://schemas.openxmlformats.org/officeDocument/2006/relationships/tags" Target="../tags/tag595.xml"/><Relationship Id="rId74" Type="http://schemas.openxmlformats.org/officeDocument/2006/relationships/tags" Target="../tags/tag611.xml"/><Relationship Id="rId79" Type="http://schemas.openxmlformats.org/officeDocument/2006/relationships/tags" Target="../tags/tag616.xml"/><Relationship Id="rId102" Type="http://schemas.openxmlformats.org/officeDocument/2006/relationships/tags" Target="../tags/tag639.xml"/><Relationship Id="rId5" Type="http://schemas.openxmlformats.org/officeDocument/2006/relationships/tags" Target="../tags/tag542.xml"/><Relationship Id="rId90" Type="http://schemas.openxmlformats.org/officeDocument/2006/relationships/tags" Target="../tags/tag627.xml"/><Relationship Id="rId95" Type="http://schemas.openxmlformats.org/officeDocument/2006/relationships/tags" Target="../tags/tag632.xml"/><Relationship Id="rId22" Type="http://schemas.openxmlformats.org/officeDocument/2006/relationships/tags" Target="../tags/tag559.xml"/><Relationship Id="rId27" Type="http://schemas.openxmlformats.org/officeDocument/2006/relationships/tags" Target="../tags/tag564.xml"/><Relationship Id="rId43" Type="http://schemas.openxmlformats.org/officeDocument/2006/relationships/tags" Target="../tags/tag580.xml"/><Relationship Id="rId48" Type="http://schemas.openxmlformats.org/officeDocument/2006/relationships/tags" Target="../tags/tag585.xml"/><Relationship Id="rId64" Type="http://schemas.openxmlformats.org/officeDocument/2006/relationships/tags" Target="../tags/tag601.xml"/><Relationship Id="rId69" Type="http://schemas.openxmlformats.org/officeDocument/2006/relationships/tags" Target="../tags/tag606.xml"/><Relationship Id="rId113" Type="http://schemas.openxmlformats.org/officeDocument/2006/relationships/tags" Target="../tags/tag650.xml"/><Relationship Id="rId118" Type="http://schemas.openxmlformats.org/officeDocument/2006/relationships/tags" Target="../tags/tag655.xml"/><Relationship Id="rId80" Type="http://schemas.openxmlformats.org/officeDocument/2006/relationships/tags" Target="../tags/tag617.xml"/><Relationship Id="rId85" Type="http://schemas.openxmlformats.org/officeDocument/2006/relationships/tags" Target="../tags/tag622.xml"/><Relationship Id="rId12" Type="http://schemas.openxmlformats.org/officeDocument/2006/relationships/tags" Target="../tags/tag549.xml"/><Relationship Id="rId17" Type="http://schemas.openxmlformats.org/officeDocument/2006/relationships/tags" Target="../tags/tag554.xml"/><Relationship Id="rId33" Type="http://schemas.openxmlformats.org/officeDocument/2006/relationships/tags" Target="../tags/tag570.xml"/><Relationship Id="rId38" Type="http://schemas.openxmlformats.org/officeDocument/2006/relationships/tags" Target="../tags/tag575.xml"/><Relationship Id="rId59" Type="http://schemas.openxmlformats.org/officeDocument/2006/relationships/tags" Target="../tags/tag596.xml"/><Relationship Id="rId103" Type="http://schemas.openxmlformats.org/officeDocument/2006/relationships/tags" Target="../tags/tag640.xml"/><Relationship Id="rId108" Type="http://schemas.openxmlformats.org/officeDocument/2006/relationships/tags" Target="../tags/tag645.xml"/><Relationship Id="rId54" Type="http://schemas.openxmlformats.org/officeDocument/2006/relationships/tags" Target="../tags/tag591.xml"/><Relationship Id="rId70" Type="http://schemas.openxmlformats.org/officeDocument/2006/relationships/tags" Target="../tags/tag607.xml"/><Relationship Id="rId75" Type="http://schemas.openxmlformats.org/officeDocument/2006/relationships/tags" Target="../tags/tag612.xml"/><Relationship Id="rId91" Type="http://schemas.openxmlformats.org/officeDocument/2006/relationships/tags" Target="../tags/tag628.xml"/><Relationship Id="rId96" Type="http://schemas.openxmlformats.org/officeDocument/2006/relationships/tags" Target="../tags/tag633.xml"/><Relationship Id="rId1" Type="http://schemas.openxmlformats.org/officeDocument/2006/relationships/tags" Target="../tags/tag538.xml"/><Relationship Id="rId6" Type="http://schemas.openxmlformats.org/officeDocument/2006/relationships/tags" Target="../tags/tag543.xml"/><Relationship Id="rId23" Type="http://schemas.openxmlformats.org/officeDocument/2006/relationships/tags" Target="../tags/tag560.xml"/><Relationship Id="rId28" Type="http://schemas.openxmlformats.org/officeDocument/2006/relationships/tags" Target="../tags/tag565.xml"/><Relationship Id="rId49" Type="http://schemas.openxmlformats.org/officeDocument/2006/relationships/tags" Target="../tags/tag586.xml"/><Relationship Id="rId114" Type="http://schemas.openxmlformats.org/officeDocument/2006/relationships/tags" Target="../tags/tag651.xml"/><Relationship Id="rId119" Type="http://schemas.openxmlformats.org/officeDocument/2006/relationships/tags" Target="../tags/tag656.xml"/><Relationship Id="rId44" Type="http://schemas.openxmlformats.org/officeDocument/2006/relationships/tags" Target="../tags/tag581.xml"/><Relationship Id="rId60" Type="http://schemas.openxmlformats.org/officeDocument/2006/relationships/tags" Target="../tags/tag597.xml"/><Relationship Id="rId65" Type="http://schemas.openxmlformats.org/officeDocument/2006/relationships/tags" Target="../tags/tag602.xml"/><Relationship Id="rId81" Type="http://schemas.openxmlformats.org/officeDocument/2006/relationships/tags" Target="../tags/tag618.xml"/><Relationship Id="rId86" Type="http://schemas.openxmlformats.org/officeDocument/2006/relationships/tags" Target="../tags/tag623.xml"/><Relationship Id="rId4" Type="http://schemas.openxmlformats.org/officeDocument/2006/relationships/tags" Target="../tags/tag541.xml"/><Relationship Id="rId9" Type="http://schemas.openxmlformats.org/officeDocument/2006/relationships/tags" Target="../tags/tag546.xml"/><Relationship Id="rId13" Type="http://schemas.openxmlformats.org/officeDocument/2006/relationships/tags" Target="../tags/tag550.xml"/><Relationship Id="rId18" Type="http://schemas.openxmlformats.org/officeDocument/2006/relationships/tags" Target="../tags/tag555.xml"/><Relationship Id="rId39" Type="http://schemas.openxmlformats.org/officeDocument/2006/relationships/tags" Target="../tags/tag576.xml"/><Relationship Id="rId109" Type="http://schemas.openxmlformats.org/officeDocument/2006/relationships/tags" Target="../tags/tag646.xml"/><Relationship Id="rId34" Type="http://schemas.openxmlformats.org/officeDocument/2006/relationships/tags" Target="../tags/tag571.xml"/><Relationship Id="rId50" Type="http://schemas.openxmlformats.org/officeDocument/2006/relationships/tags" Target="../tags/tag587.xml"/><Relationship Id="rId55" Type="http://schemas.openxmlformats.org/officeDocument/2006/relationships/tags" Target="../tags/tag592.xml"/><Relationship Id="rId76" Type="http://schemas.openxmlformats.org/officeDocument/2006/relationships/tags" Target="../tags/tag613.xml"/><Relationship Id="rId97" Type="http://schemas.openxmlformats.org/officeDocument/2006/relationships/tags" Target="../tags/tag634.xml"/><Relationship Id="rId104" Type="http://schemas.openxmlformats.org/officeDocument/2006/relationships/tags" Target="../tags/tag641.xml"/><Relationship Id="rId120" Type="http://schemas.openxmlformats.org/officeDocument/2006/relationships/tags" Target="../tags/tag657.xml"/><Relationship Id="rId7" Type="http://schemas.openxmlformats.org/officeDocument/2006/relationships/tags" Target="../tags/tag544.xml"/><Relationship Id="rId71" Type="http://schemas.openxmlformats.org/officeDocument/2006/relationships/tags" Target="../tags/tag608.xml"/><Relationship Id="rId92" Type="http://schemas.openxmlformats.org/officeDocument/2006/relationships/tags" Target="../tags/tag629.xml"/><Relationship Id="rId2" Type="http://schemas.openxmlformats.org/officeDocument/2006/relationships/tags" Target="../tags/tag539.xml"/><Relationship Id="rId29" Type="http://schemas.openxmlformats.org/officeDocument/2006/relationships/tags" Target="../tags/tag566.xml"/><Relationship Id="rId24" Type="http://schemas.openxmlformats.org/officeDocument/2006/relationships/tags" Target="../tags/tag561.xml"/><Relationship Id="rId40" Type="http://schemas.openxmlformats.org/officeDocument/2006/relationships/tags" Target="../tags/tag577.xml"/><Relationship Id="rId45" Type="http://schemas.openxmlformats.org/officeDocument/2006/relationships/tags" Target="../tags/tag582.xml"/><Relationship Id="rId66" Type="http://schemas.openxmlformats.org/officeDocument/2006/relationships/tags" Target="../tags/tag603.xml"/><Relationship Id="rId87" Type="http://schemas.openxmlformats.org/officeDocument/2006/relationships/tags" Target="../tags/tag624.xml"/><Relationship Id="rId110" Type="http://schemas.openxmlformats.org/officeDocument/2006/relationships/tags" Target="../tags/tag647.xml"/><Relationship Id="rId115" Type="http://schemas.openxmlformats.org/officeDocument/2006/relationships/tags" Target="../tags/tag652.xml"/><Relationship Id="rId61" Type="http://schemas.openxmlformats.org/officeDocument/2006/relationships/tags" Target="../tags/tag598.xml"/><Relationship Id="rId82" Type="http://schemas.openxmlformats.org/officeDocument/2006/relationships/tags" Target="../tags/tag619.xml"/><Relationship Id="rId19" Type="http://schemas.openxmlformats.org/officeDocument/2006/relationships/tags" Target="../tags/tag556.xml"/><Relationship Id="rId14" Type="http://schemas.openxmlformats.org/officeDocument/2006/relationships/tags" Target="../tags/tag551.xml"/><Relationship Id="rId30" Type="http://schemas.openxmlformats.org/officeDocument/2006/relationships/tags" Target="../tags/tag567.xml"/><Relationship Id="rId35" Type="http://schemas.openxmlformats.org/officeDocument/2006/relationships/tags" Target="../tags/tag572.xml"/><Relationship Id="rId56" Type="http://schemas.openxmlformats.org/officeDocument/2006/relationships/tags" Target="../tags/tag593.xml"/><Relationship Id="rId77" Type="http://schemas.openxmlformats.org/officeDocument/2006/relationships/tags" Target="../tags/tag614.xml"/><Relationship Id="rId100" Type="http://schemas.openxmlformats.org/officeDocument/2006/relationships/tags" Target="../tags/tag637.xml"/><Relationship Id="rId105" Type="http://schemas.openxmlformats.org/officeDocument/2006/relationships/tags" Target="../tags/tag642.xml"/><Relationship Id="rId8" Type="http://schemas.openxmlformats.org/officeDocument/2006/relationships/tags" Target="../tags/tag545.xml"/><Relationship Id="rId51" Type="http://schemas.openxmlformats.org/officeDocument/2006/relationships/tags" Target="../tags/tag588.xml"/><Relationship Id="rId72" Type="http://schemas.openxmlformats.org/officeDocument/2006/relationships/tags" Target="../tags/tag609.xml"/><Relationship Id="rId93" Type="http://schemas.openxmlformats.org/officeDocument/2006/relationships/tags" Target="../tags/tag630.xml"/><Relationship Id="rId98" Type="http://schemas.openxmlformats.org/officeDocument/2006/relationships/tags" Target="../tags/tag635.xml"/><Relationship Id="rId121" Type="http://schemas.openxmlformats.org/officeDocument/2006/relationships/slideLayout" Target="../slideLayouts/slideLayout13.xml"/><Relationship Id="rId3" Type="http://schemas.openxmlformats.org/officeDocument/2006/relationships/tags" Target="../tags/tag540.xml"/><Relationship Id="rId25" Type="http://schemas.openxmlformats.org/officeDocument/2006/relationships/tags" Target="../tags/tag562.xml"/><Relationship Id="rId46" Type="http://schemas.openxmlformats.org/officeDocument/2006/relationships/tags" Target="../tags/tag583.xml"/><Relationship Id="rId67" Type="http://schemas.openxmlformats.org/officeDocument/2006/relationships/tags" Target="../tags/tag604.xml"/><Relationship Id="rId116" Type="http://schemas.openxmlformats.org/officeDocument/2006/relationships/tags" Target="../tags/tag653.xml"/><Relationship Id="rId20" Type="http://schemas.openxmlformats.org/officeDocument/2006/relationships/tags" Target="../tags/tag557.xml"/><Relationship Id="rId41" Type="http://schemas.openxmlformats.org/officeDocument/2006/relationships/tags" Target="../tags/tag578.xml"/><Relationship Id="rId62" Type="http://schemas.openxmlformats.org/officeDocument/2006/relationships/tags" Target="../tags/tag599.xml"/><Relationship Id="rId83" Type="http://schemas.openxmlformats.org/officeDocument/2006/relationships/tags" Target="../tags/tag620.xml"/><Relationship Id="rId88" Type="http://schemas.openxmlformats.org/officeDocument/2006/relationships/tags" Target="../tags/tag625.xml"/><Relationship Id="rId111" Type="http://schemas.openxmlformats.org/officeDocument/2006/relationships/tags" Target="../tags/tag648.xml"/><Relationship Id="rId15" Type="http://schemas.openxmlformats.org/officeDocument/2006/relationships/tags" Target="../tags/tag552.xml"/><Relationship Id="rId36" Type="http://schemas.openxmlformats.org/officeDocument/2006/relationships/tags" Target="../tags/tag573.xml"/><Relationship Id="rId57" Type="http://schemas.openxmlformats.org/officeDocument/2006/relationships/tags" Target="../tags/tag594.xml"/><Relationship Id="rId106" Type="http://schemas.openxmlformats.org/officeDocument/2006/relationships/tags" Target="../tags/tag643.xml"/><Relationship Id="rId10" Type="http://schemas.openxmlformats.org/officeDocument/2006/relationships/tags" Target="../tags/tag547.xml"/><Relationship Id="rId31" Type="http://schemas.openxmlformats.org/officeDocument/2006/relationships/tags" Target="../tags/tag568.xml"/><Relationship Id="rId52" Type="http://schemas.openxmlformats.org/officeDocument/2006/relationships/tags" Target="../tags/tag589.xml"/><Relationship Id="rId73" Type="http://schemas.openxmlformats.org/officeDocument/2006/relationships/tags" Target="../tags/tag610.xml"/><Relationship Id="rId78" Type="http://schemas.openxmlformats.org/officeDocument/2006/relationships/tags" Target="../tags/tag615.xml"/><Relationship Id="rId94" Type="http://schemas.openxmlformats.org/officeDocument/2006/relationships/tags" Target="../tags/tag631.xml"/><Relationship Id="rId99" Type="http://schemas.openxmlformats.org/officeDocument/2006/relationships/tags" Target="../tags/tag636.xml"/><Relationship Id="rId101" Type="http://schemas.openxmlformats.org/officeDocument/2006/relationships/tags" Target="../tags/tag638.xml"/><Relationship Id="rId122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26" Type="http://schemas.openxmlformats.org/officeDocument/2006/relationships/tags" Target="../tags/tag683.xml"/><Relationship Id="rId21" Type="http://schemas.openxmlformats.org/officeDocument/2006/relationships/tags" Target="../tags/tag678.xml"/><Relationship Id="rId42" Type="http://schemas.openxmlformats.org/officeDocument/2006/relationships/tags" Target="../tags/tag699.xml"/><Relationship Id="rId47" Type="http://schemas.openxmlformats.org/officeDocument/2006/relationships/tags" Target="../tags/tag704.xml"/><Relationship Id="rId63" Type="http://schemas.openxmlformats.org/officeDocument/2006/relationships/tags" Target="../tags/tag720.xml"/><Relationship Id="rId68" Type="http://schemas.openxmlformats.org/officeDocument/2006/relationships/tags" Target="../tags/tag725.xml"/><Relationship Id="rId84" Type="http://schemas.openxmlformats.org/officeDocument/2006/relationships/tags" Target="../tags/tag741.xml"/><Relationship Id="rId89" Type="http://schemas.openxmlformats.org/officeDocument/2006/relationships/tags" Target="../tags/tag746.xml"/><Relationship Id="rId112" Type="http://schemas.openxmlformats.org/officeDocument/2006/relationships/tags" Target="../tags/tag769.xml"/><Relationship Id="rId16" Type="http://schemas.openxmlformats.org/officeDocument/2006/relationships/tags" Target="../tags/tag673.xml"/><Relationship Id="rId107" Type="http://schemas.openxmlformats.org/officeDocument/2006/relationships/tags" Target="../tags/tag764.xml"/><Relationship Id="rId11" Type="http://schemas.openxmlformats.org/officeDocument/2006/relationships/tags" Target="../tags/tag668.xml"/><Relationship Id="rId32" Type="http://schemas.openxmlformats.org/officeDocument/2006/relationships/tags" Target="../tags/tag689.xml"/><Relationship Id="rId37" Type="http://schemas.openxmlformats.org/officeDocument/2006/relationships/tags" Target="../tags/tag694.xml"/><Relationship Id="rId53" Type="http://schemas.openxmlformats.org/officeDocument/2006/relationships/tags" Target="../tags/tag710.xml"/><Relationship Id="rId58" Type="http://schemas.openxmlformats.org/officeDocument/2006/relationships/tags" Target="../tags/tag715.xml"/><Relationship Id="rId74" Type="http://schemas.openxmlformats.org/officeDocument/2006/relationships/tags" Target="../tags/tag731.xml"/><Relationship Id="rId79" Type="http://schemas.openxmlformats.org/officeDocument/2006/relationships/tags" Target="../tags/tag736.xml"/><Relationship Id="rId102" Type="http://schemas.openxmlformats.org/officeDocument/2006/relationships/tags" Target="../tags/tag759.xml"/><Relationship Id="rId5" Type="http://schemas.openxmlformats.org/officeDocument/2006/relationships/tags" Target="../tags/tag662.xml"/><Relationship Id="rId90" Type="http://schemas.openxmlformats.org/officeDocument/2006/relationships/tags" Target="../tags/tag747.xml"/><Relationship Id="rId95" Type="http://schemas.openxmlformats.org/officeDocument/2006/relationships/tags" Target="../tags/tag752.xml"/><Relationship Id="rId22" Type="http://schemas.openxmlformats.org/officeDocument/2006/relationships/tags" Target="../tags/tag679.xml"/><Relationship Id="rId27" Type="http://schemas.openxmlformats.org/officeDocument/2006/relationships/tags" Target="../tags/tag684.xml"/><Relationship Id="rId43" Type="http://schemas.openxmlformats.org/officeDocument/2006/relationships/tags" Target="../tags/tag700.xml"/><Relationship Id="rId48" Type="http://schemas.openxmlformats.org/officeDocument/2006/relationships/tags" Target="../tags/tag705.xml"/><Relationship Id="rId64" Type="http://schemas.openxmlformats.org/officeDocument/2006/relationships/tags" Target="../tags/tag721.xml"/><Relationship Id="rId69" Type="http://schemas.openxmlformats.org/officeDocument/2006/relationships/tags" Target="../tags/tag726.xml"/><Relationship Id="rId113" Type="http://schemas.openxmlformats.org/officeDocument/2006/relationships/slideLayout" Target="../slideLayouts/slideLayout13.xml"/><Relationship Id="rId80" Type="http://schemas.openxmlformats.org/officeDocument/2006/relationships/tags" Target="../tags/tag737.xml"/><Relationship Id="rId85" Type="http://schemas.openxmlformats.org/officeDocument/2006/relationships/tags" Target="../tags/tag742.xml"/><Relationship Id="rId12" Type="http://schemas.openxmlformats.org/officeDocument/2006/relationships/tags" Target="../tags/tag669.xml"/><Relationship Id="rId17" Type="http://schemas.openxmlformats.org/officeDocument/2006/relationships/tags" Target="../tags/tag674.xml"/><Relationship Id="rId33" Type="http://schemas.openxmlformats.org/officeDocument/2006/relationships/tags" Target="../tags/tag690.xml"/><Relationship Id="rId38" Type="http://schemas.openxmlformats.org/officeDocument/2006/relationships/tags" Target="../tags/tag695.xml"/><Relationship Id="rId59" Type="http://schemas.openxmlformats.org/officeDocument/2006/relationships/tags" Target="../tags/tag716.xml"/><Relationship Id="rId103" Type="http://schemas.openxmlformats.org/officeDocument/2006/relationships/tags" Target="../tags/tag760.xml"/><Relationship Id="rId108" Type="http://schemas.openxmlformats.org/officeDocument/2006/relationships/tags" Target="../tags/tag765.xml"/><Relationship Id="rId54" Type="http://schemas.openxmlformats.org/officeDocument/2006/relationships/tags" Target="../tags/tag711.xml"/><Relationship Id="rId70" Type="http://schemas.openxmlformats.org/officeDocument/2006/relationships/tags" Target="../tags/tag727.xml"/><Relationship Id="rId75" Type="http://schemas.openxmlformats.org/officeDocument/2006/relationships/tags" Target="../tags/tag732.xml"/><Relationship Id="rId91" Type="http://schemas.openxmlformats.org/officeDocument/2006/relationships/tags" Target="../tags/tag748.xml"/><Relationship Id="rId96" Type="http://schemas.openxmlformats.org/officeDocument/2006/relationships/tags" Target="../tags/tag753.xml"/><Relationship Id="rId1" Type="http://schemas.openxmlformats.org/officeDocument/2006/relationships/tags" Target="../tags/tag658.xml"/><Relationship Id="rId6" Type="http://schemas.openxmlformats.org/officeDocument/2006/relationships/tags" Target="../tags/tag663.xml"/><Relationship Id="rId15" Type="http://schemas.openxmlformats.org/officeDocument/2006/relationships/tags" Target="../tags/tag672.xml"/><Relationship Id="rId23" Type="http://schemas.openxmlformats.org/officeDocument/2006/relationships/tags" Target="../tags/tag680.xml"/><Relationship Id="rId28" Type="http://schemas.openxmlformats.org/officeDocument/2006/relationships/tags" Target="../tags/tag685.xml"/><Relationship Id="rId36" Type="http://schemas.openxmlformats.org/officeDocument/2006/relationships/tags" Target="../tags/tag693.xml"/><Relationship Id="rId49" Type="http://schemas.openxmlformats.org/officeDocument/2006/relationships/tags" Target="../tags/tag706.xml"/><Relationship Id="rId57" Type="http://schemas.openxmlformats.org/officeDocument/2006/relationships/tags" Target="../tags/tag714.xml"/><Relationship Id="rId106" Type="http://schemas.openxmlformats.org/officeDocument/2006/relationships/tags" Target="../tags/tag763.xml"/><Relationship Id="rId114" Type="http://schemas.openxmlformats.org/officeDocument/2006/relationships/image" Target="../media/image3.png"/><Relationship Id="rId10" Type="http://schemas.openxmlformats.org/officeDocument/2006/relationships/tags" Target="../tags/tag667.xml"/><Relationship Id="rId31" Type="http://schemas.openxmlformats.org/officeDocument/2006/relationships/tags" Target="../tags/tag688.xml"/><Relationship Id="rId44" Type="http://schemas.openxmlformats.org/officeDocument/2006/relationships/tags" Target="../tags/tag701.xml"/><Relationship Id="rId52" Type="http://schemas.openxmlformats.org/officeDocument/2006/relationships/tags" Target="../tags/tag709.xml"/><Relationship Id="rId60" Type="http://schemas.openxmlformats.org/officeDocument/2006/relationships/tags" Target="../tags/tag717.xml"/><Relationship Id="rId65" Type="http://schemas.openxmlformats.org/officeDocument/2006/relationships/tags" Target="../tags/tag722.xml"/><Relationship Id="rId73" Type="http://schemas.openxmlformats.org/officeDocument/2006/relationships/tags" Target="../tags/tag730.xml"/><Relationship Id="rId78" Type="http://schemas.openxmlformats.org/officeDocument/2006/relationships/tags" Target="../tags/tag735.xml"/><Relationship Id="rId81" Type="http://schemas.openxmlformats.org/officeDocument/2006/relationships/tags" Target="../tags/tag738.xml"/><Relationship Id="rId86" Type="http://schemas.openxmlformats.org/officeDocument/2006/relationships/tags" Target="../tags/tag743.xml"/><Relationship Id="rId94" Type="http://schemas.openxmlformats.org/officeDocument/2006/relationships/tags" Target="../tags/tag751.xml"/><Relationship Id="rId99" Type="http://schemas.openxmlformats.org/officeDocument/2006/relationships/tags" Target="../tags/tag756.xml"/><Relationship Id="rId101" Type="http://schemas.openxmlformats.org/officeDocument/2006/relationships/tags" Target="../tags/tag758.xml"/><Relationship Id="rId4" Type="http://schemas.openxmlformats.org/officeDocument/2006/relationships/tags" Target="../tags/tag661.xml"/><Relationship Id="rId9" Type="http://schemas.openxmlformats.org/officeDocument/2006/relationships/tags" Target="../tags/tag666.xml"/><Relationship Id="rId13" Type="http://schemas.openxmlformats.org/officeDocument/2006/relationships/tags" Target="../tags/tag670.xml"/><Relationship Id="rId18" Type="http://schemas.openxmlformats.org/officeDocument/2006/relationships/tags" Target="../tags/tag675.xml"/><Relationship Id="rId39" Type="http://schemas.openxmlformats.org/officeDocument/2006/relationships/tags" Target="../tags/tag696.xml"/><Relationship Id="rId109" Type="http://schemas.openxmlformats.org/officeDocument/2006/relationships/tags" Target="../tags/tag766.xml"/><Relationship Id="rId34" Type="http://schemas.openxmlformats.org/officeDocument/2006/relationships/tags" Target="../tags/tag691.xml"/><Relationship Id="rId50" Type="http://schemas.openxmlformats.org/officeDocument/2006/relationships/tags" Target="../tags/tag707.xml"/><Relationship Id="rId55" Type="http://schemas.openxmlformats.org/officeDocument/2006/relationships/tags" Target="../tags/tag712.xml"/><Relationship Id="rId76" Type="http://schemas.openxmlformats.org/officeDocument/2006/relationships/tags" Target="../tags/tag733.xml"/><Relationship Id="rId97" Type="http://schemas.openxmlformats.org/officeDocument/2006/relationships/tags" Target="../tags/tag754.xml"/><Relationship Id="rId104" Type="http://schemas.openxmlformats.org/officeDocument/2006/relationships/tags" Target="../tags/tag761.xml"/><Relationship Id="rId7" Type="http://schemas.openxmlformats.org/officeDocument/2006/relationships/tags" Target="../tags/tag664.xml"/><Relationship Id="rId71" Type="http://schemas.openxmlformats.org/officeDocument/2006/relationships/tags" Target="../tags/tag728.xml"/><Relationship Id="rId92" Type="http://schemas.openxmlformats.org/officeDocument/2006/relationships/tags" Target="../tags/tag749.xml"/><Relationship Id="rId2" Type="http://schemas.openxmlformats.org/officeDocument/2006/relationships/tags" Target="../tags/tag659.xml"/><Relationship Id="rId29" Type="http://schemas.openxmlformats.org/officeDocument/2006/relationships/tags" Target="../tags/tag686.xml"/><Relationship Id="rId24" Type="http://schemas.openxmlformats.org/officeDocument/2006/relationships/tags" Target="../tags/tag681.xml"/><Relationship Id="rId40" Type="http://schemas.openxmlformats.org/officeDocument/2006/relationships/tags" Target="../tags/tag697.xml"/><Relationship Id="rId45" Type="http://schemas.openxmlformats.org/officeDocument/2006/relationships/tags" Target="../tags/tag702.xml"/><Relationship Id="rId66" Type="http://schemas.openxmlformats.org/officeDocument/2006/relationships/tags" Target="../tags/tag723.xml"/><Relationship Id="rId87" Type="http://schemas.openxmlformats.org/officeDocument/2006/relationships/tags" Target="../tags/tag744.xml"/><Relationship Id="rId110" Type="http://schemas.openxmlformats.org/officeDocument/2006/relationships/tags" Target="../tags/tag767.xml"/><Relationship Id="rId61" Type="http://schemas.openxmlformats.org/officeDocument/2006/relationships/tags" Target="../tags/tag718.xml"/><Relationship Id="rId82" Type="http://schemas.openxmlformats.org/officeDocument/2006/relationships/tags" Target="../tags/tag739.xml"/><Relationship Id="rId19" Type="http://schemas.openxmlformats.org/officeDocument/2006/relationships/tags" Target="../tags/tag676.xml"/><Relationship Id="rId14" Type="http://schemas.openxmlformats.org/officeDocument/2006/relationships/tags" Target="../tags/tag671.xml"/><Relationship Id="rId30" Type="http://schemas.openxmlformats.org/officeDocument/2006/relationships/tags" Target="../tags/tag687.xml"/><Relationship Id="rId35" Type="http://schemas.openxmlformats.org/officeDocument/2006/relationships/tags" Target="../tags/tag692.xml"/><Relationship Id="rId56" Type="http://schemas.openxmlformats.org/officeDocument/2006/relationships/tags" Target="../tags/tag713.xml"/><Relationship Id="rId77" Type="http://schemas.openxmlformats.org/officeDocument/2006/relationships/tags" Target="../tags/tag734.xml"/><Relationship Id="rId100" Type="http://schemas.openxmlformats.org/officeDocument/2006/relationships/tags" Target="../tags/tag757.xml"/><Relationship Id="rId105" Type="http://schemas.openxmlformats.org/officeDocument/2006/relationships/tags" Target="../tags/tag762.xml"/><Relationship Id="rId8" Type="http://schemas.openxmlformats.org/officeDocument/2006/relationships/tags" Target="../tags/tag665.xml"/><Relationship Id="rId51" Type="http://schemas.openxmlformats.org/officeDocument/2006/relationships/tags" Target="../tags/tag708.xml"/><Relationship Id="rId72" Type="http://schemas.openxmlformats.org/officeDocument/2006/relationships/tags" Target="../tags/tag729.xml"/><Relationship Id="rId93" Type="http://schemas.openxmlformats.org/officeDocument/2006/relationships/tags" Target="../tags/tag750.xml"/><Relationship Id="rId98" Type="http://schemas.openxmlformats.org/officeDocument/2006/relationships/tags" Target="../tags/tag755.xml"/><Relationship Id="rId3" Type="http://schemas.openxmlformats.org/officeDocument/2006/relationships/tags" Target="../tags/tag660.xml"/><Relationship Id="rId25" Type="http://schemas.openxmlformats.org/officeDocument/2006/relationships/tags" Target="../tags/tag682.xml"/><Relationship Id="rId46" Type="http://schemas.openxmlformats.org/officeDocument/2006/relationships/tags" Target="../tags/tag703.xml"/><Relationship Id="rId67" Type="http://schemas.openxmlformats.org/officeDocument/2006/relationships/tags" Target="../tags/tag724.xml"/><Relationship Id="rId20" Type="http://schemas.openxmlformats.org/officeDocument/2006/relationships/tags" Target="../tags/tag677.xml"/><Relationship Id="rId41" Type="http://schemas.openxmlformats.org/officeDocument/2006/relationships/tags" Target="../tags/tag698.xml"/><Relationship Id="rId62" Type="http://schemas.openxmlformats.org/officeDocument/2006/relationships/tags" Target="../tags/tag719.xml"/><Relationship Id="rId83" Type="http://schemas.openxmlformats.org/officeDocument/2006/relationships/tags" Target="../tags/tag740.xml"/><Relationship Id="rId88" Type="http://schemas.openxmlformats.org/officeDocument/2006/relationships/tags" Target="../tags/tag745.xml"/><Relationship Id="rId111" Type="http://schemas.openxmlformats.org/officeDocument/2006/relationships/tags" Target="../tags/tag76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2495550" y="5157789"/>
            <a:ext cx="174783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7851" tIns="33927" rIns="67851" bIns="33927">
            <a:spAutoFit/>
          </a:bodyPr>
          <a:lstStyle/>
          <a:p>
            <a:pPr defTabSz="592138" latinLnBrk="0">
              <a:lnSpc>
                <a:spcPct val="120000"/>
              </a:lnSpc>
              <a:buClr>
                <a:srgbClr val="000000"/>
              </a:buClr>
              <a:buSzPct val="100000"/>
              <a:tabLst>
                <a:tab pos="0" algn="l"/>
                <a:tab pos="674688" algn="l"/>
                <a:tab pos="1352550" algn="l"/>
                <a:tab pos="2032000" algn="l"/>
                <a:tab pos="2708275" algn="l"/>
                <a:tab pos="3386138" algn="l"/>
                <a:tab pos="4065588" algn="l"/>
                <a:tab pos="4741863" algn="l"/>
                <a:tab pos="5419725" algn="l"/>
                <a:tab pos="6097588" algn="l"/>
                <a:tab pos="6777038" algn="l"/>
              </a:tabLst>
              <a:defRPr/>
            </a:pPr>
            <a:r>
              <a:rPr lang="en-US" altLang="ko-KR" sz="1400" b="1" dirty="0">
                <a:latin typeface="맑은 고딕" panose="020B0503020000020004" pitchFamily="50" charset="-127"/>
                <a:ea typeface="+mj-ea"/>
                <a:cs typeface="Arial" pitchFamily="34" charset="0"/>
              </a:rPr>
              <a:t>Ver 2.0</a:t>
            </a:r>
          </a:p>
          <a:p>
            <a:pPr defTabSz="592138" latinLnBrk="0">
              <a:lnSpc>
                <a:spcPct val="120000"/>
              </a:lnSpc>
              <a:buClr>
                <a:srgbClr val="000000"/>
              </a:buClr>
              <a:buSzPct val="100000"/>
              <a:tabLst>
                <a:tab pos="0" algn="l"/>
                <a:tab pos="674688" algn="l"/>
                <a:tab pos="1352550" algn="l"/>
                <a:tab pos="2032000" algn="l"/>
                <a:tab pos="2708275" algn="l"/>
                <a:tab pos="3386138" algn="l"/>
                <a:tab pos="4065588" algn="l"/>
                <a:tab pos="4741863" algn="l"/>
                <a:tab pos="5419725" algn="l"/>
                <a:tab pos="6097588" algn="l"/>
                <a:tab pos="6777038" algn="l"/>
              </a:tabLst>
              <a:defRPr/>
            </a:pPr>
            <a:r>
              <a:rPr lang="en-US" altLang="ko-KR" sz="1000" dirty="0">
                <a:latin typeface="맑은 고딕" panose="020B0503020000020004" pitchFamily="50" charset="-127"/>
                <a:ea typeface="+mj-ea"/>
                <a:cs typeface="Arial" pitchFamily="34" charset="0"/>
              </a:rPr>
              <a:t>2026.02.23</a:t>
            </a:r>
          </a:p>
        </p:txBody>
      </p:sp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2495550" y="2133601"/>
            <a:ext cx="7345363" cy="11669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7851" tIns="33927" rIns="67851" bIns="33927">
            <a:spAutoFit/>
          </a:bodyPr>
          <a:lstStyle/>
          <a:p>
            <a:pPr defTabSz="592138" latinLnBrk="0">
              <a:lnSpc>
                <a:spcPct val="85000"/>
              </a:lnSpc>
              <a:buClr>
                <a:srgbClr val="000000"/>
              </a:buClr>
              <a:buSzPct val="100000"/>
              <a:tabLst>
                <a:tab pos="0" algn="l"/>
                <a:tab pos="674688" algn="l"/>
                <a:tab pos="1352550" algn="l"/>
                <a:tab pos="2032000" algn="l"/>
                <a:tab pos="2708275" algn="l"/>
                <a:tab pos="3386138" algn="l"/>
                <a:tab pos="4065588" algn="l"/>
                <a:tab pos="4741863" algn="l"/>
                <a:tab pos="5419725" algn="l"/>
                <a:tab pos="6097588" algn="l"/>
                <a:tab pos="6777038" algn="l"/>
              </a:tabLst>
            </a:pPr>
            <a:r>
              <a:rPr lang="ko-KR" altLang="en-US" sz="3200" b="1" dirty="0" err="1">
                <a:latin typeface="맑은 고딕" panose="020B0503020000020004" pitchFamily="50" charset="-127"/>
                <a:ea typeface="+mj-ea"/>
                <a:cs typeface="Arial" pitchFamily="34" charset="0"/>
              </a:rPr>
              <a:t>캐롯손해보험</a:t>
            </a:r>
            <a:r>
              <a:rPr lang="en-US" altLang="ko-KR" sz="3200" b="1" dirty="0">
                <a:latin typeface="+mj-ea"/>
                <a:ea typeface="+mj-ea"/>
                <a:cs typeface="Arial" pitchFamily="34" charset="0"/>
              </a:rPr>
              <a:t>_</a:t>
            </a:r>
            <a:r>
              <a:rPr lang="ko-KR" altLang="en-US" sz="3200" b="1" dirty="0">
                <a:latin typeface="+mj-ea"/>
                <a:ea typeface="+mj-ea"/>
                <a:cs typeface="Arial" pitchFamily="34" charset="0"/>
              </a:rPr>
              <a:t>청약신청</a:t>
            </a:r>
            <a:r>
              <a:rPr lang="en-US" altLang="ko-KR" sz="3200" b="1" dirty="0">
                <a:latin typeface="+mj-ea"/>
                <a:ea typeface="+mj-ea"/>
                <a:cs typeface="Arial" pitchFamily="34" charset="0"/>
              </a:rPr>
              <a:t>_</a:t>
            </a:r>
            <a:r>
              <a:rPr lang="ko-KR" altLang="en-US" sz="3200" b="1" dirty="0">
                <a:latin typeface="+mj-ea"/>
                <a:ea typeface="+mj-ea"/>
                <a:cs typeface="Arial" pitchFamily="34" charset="0"/>
              </a:rPr>
              <a:t>편의성</a:t>
            </a:r>
            <a:r>
              <a:rPr lang="en-US" altLang="ko-KR" sz="3200" b="1" dirty="0">
                <a:latin typeface="+mj-ea"/>
                <a:ea typeface="+mj-ea"/>
                <a:cs typeface="Arial" pitchFamily="34" charset="0"/>
              </a:rPr>
              <a:t>_</a:t>
            </a:r>
            <a:r>
              <a:rPr lang="ko-KR" altLang="en-US" sz="3200" b="1" dirty="0">
                <a:latin typeface="+mj-ea"/>
                <a:ea typeface="+mj-ea"/>
                <a:cs typeface="Arial" pitchFamily="34" charset="0"/>
              </a:rPr>
              <a:t>개선</a:t>
            </a:r>
            <a:endParaRPr lang="en-US" altLang="ko-KR" sz="3200" b="1" dirty="0">
              <a:latin typeface="맑은 고딕" panose="020B0503020000020004" pitchFamily="50" charset="-127"/>
              <a:ea typeface="+mj-ea"/>
              <a:cs typeface="Arial" pitchFamily="34" charset="0"/>
            </a:endParaRPr>
          </a:p>
          <a:p>
            <a:pPr defTabSz="592138" latinLnBrk="0">
              <a:lnSpc>
                <a:spcPct val="120000"/>
              </a:lnSpc>
              <a:buClr>
                <a:srgbClr val="000000"/>
              </a:buClr>
              <a:buSzPct val="100000"/>
              <a:tabLst>
                <a:tab pos="0" algn="l"/>
                <a:tab pos="674688" algn="l"/>
                <a:tab pos="1352550" algn="l"/>
                <a:tab pos="2032000" algn="l"/>
                <a:tab pos="2708275" algn="l"/>
                <a:tab pos="3386138" algn="l"/>
                <a:tab pos="4065588" algn="l"/>
                <a:tab pos="4741863" algn="l"/>
                <a:tab pos="5419725" algn="l"/>
                <a:tab pos="6097588" algn="l"/>
                <a:tab pos="6777038" algn="l"/>
              </a:tabLst>
            </a:pPr>
            <a:endParaRPr lang="en-US" altLang="ko-KR" sz="1200" dirty="0">
              <a:latin typeface="+mj-ea"/>
              <a:ea typeface="+mj-ea"/>
              <a:cs typeface="Arial" pitchFamily="34" charset="0"/>
            </a:endParaRPr>
          </a:p>
          <a:p>
            <a:pPr lvl="0" latinLnBrk="0">
              <a:lnSpc>
                <a:spcPct val="120000"/>
              </a:lnSpc>
              <a:buClr>
                <a:srgbClr val="000000"/>
              </a:buClr>
              <a:buSzPct val="100000"/>
              <a:defRPr/>
            </a:pP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기획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 / IT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개발운영팀</a:t>
            </a:r>
            <a:endParaRPr lang="en-US" altLang="ko-KR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lvl="0" latinLnBrk="0">
              <a:lnSpc>
                <a:spcPct val="120000"/>
              </a:lnSpc>
              <a:buClr>
                <a:srgbClr val="000000"/>
              </a:buClr>
              <a:buSzPct val="100000"/>
              <a:defRPr/>
            </a:pPr>
            <a:r>
              <a:rPr lang="en-US" altLang="ko-KR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SM C&amp;C</a:t>
            </a:r>
          </a:p>
        </p:txBody>
      </p:sp>
      <p:pic>
        <p:nvPicPr>
          <p:cNvPr id="19" name="Picture 2">
            <a:extLst>
              <a:ext uri="{FF2B5EF4-FFF2-40B4-BE49-F238E27FC236}">
                <a16:creationId xmlns:a16="http://schemas.microsoft.com/office/drawing/2014/main" id="{70FCA911-DDD5-48C0-8818-1CE83644BB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95551" y="5033964"/>
            <a:ext cx="485775" cy="161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F9BB0D7F-6155-E288-061E-7DD164F89E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1756" y="1633539"/>
            <a:ext cx="1495425" cy="43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4380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98DDB897-00EC-4761-91E4-6F0B658E98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1681003"/>
              </p:ext>
            </p:extLst>
          </p:nvPr>
        </p:nvGraphicFramePr>
        <p:xfrm>
          <a:off x="198804" y="208621"/>
          <a:ext cx="11774122" cy="466065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251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66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692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31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226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Version.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Date.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Content.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Owner.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39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v1.0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2025-07-10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itchFamily="34" charset="0"/>
                        <a:buNone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최초 작성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–ERP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연동 문서는 기획서가 없어서 작성진행</a:t>
                      </a:r>
                      <a:br>
                        <a:rPr lang="en-US" altLang="ko-KR" sz="9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추가된 페이지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#3~#21PAGE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그리고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#23PAGE, #27page, #28page #41PAGE, #47PAGE</a:t>
                      </a:r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여승은</a:t>
                      </a:r>
                      <a:endParaRPr lang="en-US" altLang="ko-KR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99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V1.1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2025-07-21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피드백 후 수정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여승은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7399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V1.2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2025-08-11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#43~46PAGE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엑셀 업로드 폼과 동일한 형태로 인터페이스 변경한 시안 추가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tx1"/>
                          </a:solidFill>
                        </a:rPr>
                        <a:t>여승은</a:t>
                      </a:r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2301453"/>
                  </a:ext>
                </a:extLst>
              </a:tr>
              <a:tr h="27399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V1.3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2025-12-08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UX/UI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변경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여승은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915982"/>
                  </a:ext>
                </a:extLst>
              </a:tr>
              <a:tr h="27399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V1.4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2025-12-18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9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디스크립션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업데이트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여승은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219850"/>
                  </a:ext>
                </a:extLst>
              </a:tr>
              <a:tr h="27399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V1.5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2026-01-05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요구사항 변경 및 추가로 기획서 수정</a:t>
                      </a:r>
                      <a:b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프로세스 변경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5PAGE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참고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하나의 페이지에 기능 통합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(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엑셀 업로드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+ ERP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연동 일괄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+ ERP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연동 개별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+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온라인신청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b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이메일 발송 기능 발신자 수정 가능하도록 변경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ERP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연동 조회 시 여러 </a:t>
                      </a:r>
                      <a:r>
                        <a:rPr lang="ko-KR" altLang="en-US" sz="9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예약건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모달에서 바스켓에 담을 수 있도록 변경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통합으로 인한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UX/UI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변경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여승은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3742271"/>
                  </a:ext>
                </a:extLst>
              </a:tr>
              <a:tr h="27399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V1.6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2026-01-06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ERP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연동 조회 시 여러 </a:t>
                      </a:r>
                      <a:r>
                        <a:rPr lang="ko-KR" altLang="en-US" sz="9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예약건을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모달에서 바스켓에 담을 수 있도록 한 화면 제거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여승은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4750569"/>
                  </a:ext>
                </a:extLst>
              </a:tr>
              <a:tr h="27399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V1.7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2026-01-21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바스켓 화면 제거 후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ERP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조회 반복을 통해 테이블에 추가할 수 있도록 내용 변경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#8PAGE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참고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보험료 선택 영역 각 고객별 카드로 노출될 수 있도록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UX/UI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변경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여승은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1947165"/>
                  </a:ext>
                </a:extLst>
              </a:tr>
              <a:tr h="27399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V1.8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2026-02-04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보험 플랜 화면 추가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#17PAGE,</a:t>
                      </a:r>
                      <a:b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보험료 조회 </a:t>
                      </a:r>
                      <a:r>
                        <a:rPr lang="ko-KR" altLang="en-US" sz="9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실패시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9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재조회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9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모달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추가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#11PAGE</a:t>
                      </a:r>
                    </a:p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고정보험플랜 테이블에 플랜 </a:t>
                      </a:r>
                      <a:r>
                        <a:rPr lang="ko-KR" altLang="en-US" sz="9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있는경우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없는 경우 로직 추가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22~24PAGE</a:t>
                      </a:r>
                    </a:p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그 이외 전체 페이지 문구 및 버튼 문구 다듬기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카드 결제화면에서 후정산으로 전환하는 버튼 추가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#12PAGE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여승은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1874507"/>
                  </a:ext>
                </a:extLst>
              </a:tr>
              <a:tr h="27399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V1.9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2026-02-05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TO-BE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예약 프로세스 작성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# 4PAGE</a:t>
                      </a:r>
                    </a:p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고정보험플랜이 존재할 경우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CASE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청약신청 화면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로직 작성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#24, #25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여승은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0211690"/>
                  </a:ext>
                </a:extLst>
              </a:tr>
              <a:tr h="27399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V2.0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2026-02-23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16 PAGE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 노출 로직 수정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여승은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16094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80062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1" name="Google Shape;2131;p58"/>
          <p:cNvSpPr txBox="1"/>
          <p:nvPr/>
        </p:nvSpPr>
        <p:spPr>
          <a:xfrm>
            <a:off x="8422025" y="106306"/>
            <a:ext cx="2785005" cy="582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lang="en-US" altLang="ko-KR" b="1">
                <a:solidFill>
                  <a:schemeClr val="lt1"/>
                </a:solidFill>
                <a:latin typeface="나눔고딕" pitchFamily="50" charset="-127"/>
                <a:ea typeface="나눔고딕" pitchFamily="50" charset="-127"/>
                <a:cs typeface="Calibri"/>
                <a:sym typeface="Calibri"/>
              </a:rPr>
              <a:t>1</a:t>
            </a:r>
            <a:r>
              <a:rPr lang="ko-KR" sz="1400" b="1" i="0" u="none" strike="noStrike" cap="none">
                <a:solidFill>
                  <a:schemeClr val="lt1"/>
                </a:solidFill>
                <a:latin typeface="나눔고딕" pitchFamily="50" charset="-127"/>
                <a:ea typeface="나눔고딕" pitchFamily="50" charset="-127"/>
                <a:cs typeface="Calibri"/>
                <a:sym typeface="Calibri"/>
              </a:rPr>
              <a:t>. 별첨</a:t>
            </a:r>
            <a:endParaRPr sz="1400" b="1" i="0" u="none" strike="noStrike" cap="none">
              <a:solidFill>
                <a:schemeClr val="lt1"/>
              </a:solidFill>
              <a:latin typeface="나눔고딕" pitchFamily="50" charset="-127"/>
              <a:ea typeface="나눔고딕" pitchFamily="50" charset="-127"/>
              <a:cs typeface="Calibri"/>
              <a:sym typeface="Calibri"/>
            </a:endParaRPr>
          </a:p>
        </p:txBody>
      </p:sp>
      <p:sp>
        <p:nvSpPr>
          <p:cNvPr id="117" name="모서리가 둥근 직사각형 116"/>
          <p:cNvSpPr/>
          <p:nvPr/>
        </p:nvSpPr>
        <p:spPr>
          <a:xfrm>
            <a:off x="262785" y="309155"/>
            <a:ext cx="2951519" cy="3600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/>
            <a:r>
              <a:rPr lang="en-US" altLang="ko-KR" b="1" dirty="0">
                <a:solidFill>
                  <a:schemeClr val="bg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  <a:cs typeface="Malgun Gothic"/>
                <a:sym typeface="Malgun Gothic"/>
              </a:rPr>
              <a:t>[AS-IS]</a:t>
            </a:r>
          </a:p>
          <a:p>
            <a:pPr lvl="0"/>
            <a:r>
              <a:rPr lang="ko-KR" altLang="en-US" b="1" dirty="0">
                <a:solidFill>
                  <a:schemeClr val="bg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  <a:cs typeface="Malgun Gothic"/>
                <a:sym typeface="Malgun Gothic"/>
              </a:rPr>
              <a:t>청약 프로세스</a:t>
            </a:r>
          </a:p>
        </p:txBody>
      </p:sp>
      <p:cxnSp>
        <p:nvCxnSpPr>
          <p:cNvPr id="119" name="직선 연결선 118"/>
          <p:cNvCxnSpPr/>
          <p:nvPr/>
        </p:nvCxnSpPr>
        <p:spPr>
          <a:xfrm flipV="1">
            <a:off x="2832781" y="309156"/>
            <a:ext cx="0" cy="551619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순서도: 수행의 시작/종료 119"/>
          <p:cNvSpPr/>
          <p:nvPr/>
        </p:nvSpPr>
        <p:spPr>
          <a:xfrm>
            <a:off x="3318304" y="263135"/>
            <a:ext cx="1092152" cy="288040"/>
          </a:xfrm>
          <a:prstGeom prst="flowChartTerminator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Start</a:t>
            </a:r>
            <a:endParaRPr lang="ko-KR" altLang="en-US" sz="80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21" name="순서도: 처리 120"/>
          <p:cNvSpPr/>
          <p:nvPr/>
        </p:nvSpPr>
        <p:spPr>
          <a:xfrm>
            <a:off x="4618455" y="263135"/>
            <a:ext cx="1092152" cy="288040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구 </a:t>
            </a:r>
            <a:r>
              <a:rPr lang="en-US" altLang="ko-KR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ERP</a:t>
            </a:r>
            <a:endParaRPr lang="ko-KR" altLang="en-US" sz="800" dirty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22" name="순서도: 처리 121"/>
          <p:cNvSpPr/>
          <p:nvPr/>
        </p:nvSpPr>
        <p:spPr>
          <a:xfrm>
            <a:off x="5918604" y="263135"/>
            <a:ext cx="1092152" cy="288040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캐롯손해보험</a:t>
            </a:r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 페이지 연결</a:t>
            </a:r>
          </a:p>
        </p:txBody>
      </p:sp>
      <p:cxnSp>
        <p:nvCxnSpPr>
          <p:cNvPr id="123" name="직선 화살표 연결선 95"/>
          <p:cNvCxnSpPr>
            <a:stCxn id="122" idx="2"/>
            <a:endCxn id="124" idx="0"/>
          </p:cNvCxnSpPr>
          <p:nvPr/>
        </p:nvCxnSpPr>
        <p:spPr>
          <a:xfrm flipH="1">
            <a:off x="6463927" y="551175"/>
            <a:ext cx="753" cy="291085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순서도: 처리 123"/>
          <p:cNvSpPr/>
          <p:nvPr/>
        </p:nvSpPr>
        <p:spPr>
          <a:xfrm>
            <a:off x="5917851" y="842260"/>
            <a:ext cx="1092152" cy="288040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청약신청</a:t>
            </a:r>
          </a:p>
        </p:txBody>
      </p:sp>
      <p:cxnSp>
        <p:nvCxnSpPr>
          <p:cNvPr id="125" name="직선 화살표 연결선 124"/>
          <p:cNvCxnSpPr>
            <a:stCxn id="120" idx="3"/>
            <a:endCxn id="121" idx="1"/>
          </p:cNvCxnSpPr>
          <p:nvPr/>
        </p:nvCxnSpPr>
        <p:spPr>
          <a:xfrm>
            <a:off x="4410457" y="407155"/>
            <a:ext cx="207999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직선 화살표 연결선 125"/>
          <p:cNvCxnSpPr>
            <a:stCxn id="121" idx="3"/>
            <a:endCxn id="122" idx="1"/>
          </p:cNvCxnSpPr>
          <p:nvPr/>
        </p:nvCxnSpPr>
        <p:spPr>
          <a:xfrm>
            <a:off x="5710606" y="407155"/>
            <a:ext cx="207999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직사각형 126"/>
          <p:cNvSpPr/>
          <p:nvPr/>
        </p:nvSpPr>
        <p:spPr>
          <a:xfrm>
            <a:off x="2056341" y="113665"/>
            <a:ext cx="768107" cy="6179629"/>
          </a:xfrm>
          <a:prstGeom prst="rect">
            <a:avLst/>
          </a:prstGeom>
          <a:noFill/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청약 진행</a:t>
            </a:r>
          </a:p>
        </p:txBody>
      </p:sp>
      <p:cxnSp>
        <p:nvCxnSpPr>
          <p:cNvPr id="137" name="직선 화살표 연결선 95"/>
          <p:cNvCxnSpPr>
            <a:cxnSpLocks/>
            <a:stCxn id="124" idx="2"/>
            <a:endCxn id="5" idx="0"/>
          </p:cNvCxnSpPr>
          <p:nvPr/>
        </p:nvCxnSpPr>
        <p:spPr>
          <a:xfrm>
            <a:off x="6463927" y="1130300"/>
            <a:ext cx="0" cy="33968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직선 연결선 148"/>
          <p:cNvCxnSpPr/>
          <p:nvPr/>
        </p:nvCxnSpPr>
        <p:spPr>
          <a:xfrm>
            <a:off x="2137332" y="99219"/>
            <a:ext cx="794964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직선 연결선 149"/>
          <p:cNvCxnSpPr/>
          <p:nvPr/>
        </p:nvCxnSpPr>
        <p:spPr>
          <a:xfrm>
            <a:off x="2832781" y="6293295"/>
            <a:ext cx="794964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순서도: 처리 4">
            <a:extLst>
              <a:ext uri="{FF2B5EF4-FFF2-40B4-BE49-F238E27FC236}">
                <a16:creationId xmlns:a16="http://schemas.microsoft.com/office/drawing/2014/main" id="{A6C4D69B-37E2-F1D7-A347-615D3310779A}"/>
              </a:ext>
            </a:extLst>
          </p:cNvPr>
          <p:cNvSpPr/>
          <p:nvPr/>
        </p:nvSpPr>
        <p:spPr>
          <a:xfrm>
            <a:off x="5917851" y="1469980"/>
            <a:ext cx="1092152" cy="288040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엑셀 업로드</a:t>
            </a:r>
          </a:p>
        </p:txBody>
      </p:sp>
      <p:sp>
        <p:nvSpPr>
          <p:cNvPr id="6" name="순서도: 처리 5">
            <a:extLst>
              <a:ext uri="{FF2B5EF4-FFF2-40B4-BE49-F238E27FC236}">
                <a16:creationId xmlns:a16="http://schemas.microsoft.com/office/drawing/2014/main" id="{EA564BC6-5611-40D6-8FA8-5869D566E1A8}"/>
              </a:ext>
            </a:extLst>
          </p:cNvPr>
          <p:cNvSpPr/>
          <p:nvPr/>
        </p:nvSpPr>
        <p:spPr>
          <a:xfrm>
            <a:off x="8883023" y="1469980"/>
            <a:ext cx="1092152" cy="288040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ERP </a:t>
            </a:r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연동</a:t>
            </a:r>
          </a:p>
        </p:txBody>
      </p:sp>
      <p:sp>
        <p:nvSpPr>
          <p:cNvPr id="23" name="순서도: 수행의 시작/종료 22">
            <a:extLst>
              <a:ext uri="{FF2B5EF4-FFF2-40B4-BE49-F238E27FC236}">
                <a16:creationId xmlns:a16="http://schemas.microsoft.com/office/drawing/2014/main" id="{DF81CA87-FF71-3CAB-8556-A406D041AD17}"/>
              </a:ext>
            </a:extLst>
          </p:cNvPr>
          <p:cNvSpPr/>
          <p:nvPr/>
        </p:nvSpPr>
        <p:spPr>
          <a:xfrm>
            <a:off x="5914630" y="5907393"/>
            <a:ext cx="1092152" cy="288040"/>
          </a:xfrm>
          <a:prstGeom prst="flowChartTerminator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End</a:t>
            </a:r>
            <a:endParaRPr lang="ko-KR" altLang="en-US" sz="80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91" name="순서도: 처리 90">
            <a:extLst>
              <a:ext uri="{FF2B5EF4-FFF2-40B4-BE49-F238E27FC236}">
                <a16:creationId xmlns:a16="http://schemas.microsoft.com/office/drawing/2014/main" id="{F06864A1-1717-DACB-276E-B6317DB2DE30}"/>
              </a:ext>
            </a:extLst>
          </p:cNvPr>
          <p:cNvSpPr/>
          <p:nvPr/>
        </p:nvSpPr>
        <p:spPr>
          <a:xfrm>
            <a:off x="5914630" y="2777876"/>
            <a:ext cx="1092152" cy="288040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엑셀 업로드</a:t>
            </a:r>
          </a:p>
        </p:txBody>
      </p:sp>
      <p:cxnSp>
        <p:nvCxnSpPr>
          <p:cNvPr id="92" name="직선 화살표 연결선 95">
            <a:extLst>
              <a:ext uri="{FF2B5EF4-FFF2-40B4-BE49-F238E27FC236}">
                <a16:creationId xmlns:a16="http://schemas.microsoft.com/office/drawing/2014/main" id="{56EF333F-4F47-647F-A77B-E816E32E316F}"/>
              </a:ext>
            </a:extLst>
          </p:cNvPr>
          <p:cNvCxnSpPr>
            <a:cxnSpLocks/>
          </p:cNvCxnSpPr>
          <p:nvPr/>
        </p:nvCxnSpPr>
        <p:spPr>
          <a:xfrm>
            <a:off x="6460706" y="1758020"/>
            <a:ext cx="0" cy="365908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화살표 연결선 95">
            <a:extLst>
              <a:ext uri="{FF2B5EF4-FFF2-40B4-BE49-F238E27FC236}">
                <a16:creationId xmlns:a16="http://schemas.microsoft.com/office/drawing/2014/main" id="{84819201-7DA3-4F78-007A-06341557579B}"/>
              </a:ext>
            </a:extLst>
          </p:cNvPr>
          <p:cNvCxnSpPr>
            <a:cxnSpLocks/>
            <a:endCxn id="91" idx="0"/>
          </p:cNvCxnSpPr>
          <p:nvPr/>
        </p:nvCxnSpPr>
        <p:spPr>
          <a:xfrm flipH="1">
            <a:off x="6460706" y="2411968"/>
            <a:ext cx="3221" cy="365908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3" name="직선 화살표 연결선 95">
            <a:extLst>
              <a:ext uri="{FF2B5EF4-FFF2-40B4-BE49-F238E27FC236}">
                <a16:creationId xmlns:a16="http://schemas.microsoft.com/office/drawing/2014/main" id="{EC10ED3A-C35D-812B-1E51-3EB6AAAFF569}"/>
              </a:ext>
            </a:extLst>
          </p:cNvPr>
          <p:cNvCxnSpPr>
            <a:cxnSpLocks/>
            <a:stCxn id="91" idx="2"/>
            <a:endCxn id="111" idx="0"/>
          </p:cNvCxnSpPr>
          <p:nvPr/>
        </p:nvCxnSpPr>
        <p:spPr>
          <a:xfrm>
            <a:off x="6460706" y="3065916"/>
            <a:ext cx="0" cy="342637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순서도: 처리 95">
            <a:extLst>
              <a:ext uri="{FF2B5EF4-FFF2-40B4-BE49-F238E27FC236}">
                <a16:creationId xmlns:a16="http://schemas.microsoft.com/office/drawing/2014/main" id="{D84F9808-8B78-C3D1-B4CF-EB816255877E}"/>
              </a:ext>
            </a:extLst>
          </p:cNvPr>
          <p:cNvSpPr/>
          <p:nvPr/>
        </p:nvSpPr>
        <p:spPr>
          <a:xfrm>
            <a:off x="5914630" y="4142033"/>
            <a:ext cx="1092152" cy="288040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청약 진행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5E9B2A04-61CD-9220-1217-5BEE085D776F}"/>
              </a:ext>
            </a:extLst>
          </p:cNvPr>
          <p:cNvSpPr txBox="1"/>
          <p:nvPr/>
        </p:nvSpPr>
        <p:spPr>
          <a:xfrm>
            <a:off x="4220090" y="3800387"/>
            <a:ext cx="23342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800" dirty="0"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  <a:t>엑셀 </a:t>
            </a:r>
            <a:r>
              <a:rPr lang="ko-KR" altLang="en-US" sz="800" dirty="0" err="1"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  <a:t>재업로드</a:t>
            </a:r>
            <a:r>
              <a:rPr lang="ko-KR" altLang="en-US" sz="800" dirty="0"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en-US" altLang="ko-KR" sz="800" dirty="0"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  <a:t>X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800" dirty="0"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  <a:t>페이지 </a:t>
            </a:r>
            <a:r>
              <a:rPr lang="en-US" altLang="ko-KR" sz="800" dirty="0"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  <a:t>INPUT BOX</a:t>
            </a:r>
            <a:r>
              <a:rPr lang="ko-KR" altLang="en-US" sz="800" dirty="0"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  <a:t>에서 수정 진행 </a:t>
            </a:r>
          </a:p>
        </p:txBody>
      </p:sp>
      <p:sp>
        <p:nvSpPr>
          <p:cNvPr id="111" name="순서도: 판단 110">
            <a:extLst>
              <a:ext uri="{FF2B5EF4-FFF2-40B4-BE49-F238E27FC236}">
                <a16:creationId xmlns:a16="http://schemas.microsoft.com/office/drawing/2014/main" id="{BB303065-2CA5-16F7-AC9B-4961036A4AAD}"/>
              </a:ext>
            </a:extLst>
          </p:cNvPr>
          <p:cNvSpPr/>
          <p:nvPr/>
        </p:nvSpPr>
        <p:spPr>
          <a:xfrm>
            <a:off x="5914630" y="3408553"/>
            <a:ext cx="1092152" cy="396618"/>
          </a:xfrm>
          <a:prstGeom prst="flowChartDecision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Valid Check PASS</a:t>
            </a:r>
          </a:p>
        </p:txBody>
      </p:sp>
      <p:cxnSp>
        <p:nvCxnSpPr>
          <p:cNvPr id="114" name="직선 화살표 연결선 95">
            <a:extLst>
              <a:ext uri="{FF2B5EF4-FFF2-40B4-BE49-F238E27FC236}">
                <a16:creationId xmlns:a16="http://schemas.microsoft.com/office/drawing/2014/main" id="{DF451E73-F094-2F9C-4B9F-1A531942E5EB}"/>
              </a:ext>
            </a:extLst>
          </p:cNvPr>
          <p:cNvCxnSpPr>
            <a:cxnSpLocks/>
            <a:stCxn id="111" idx="2"/>
            <a:endCxn id="96" idx="0"/>
          </p:cNvCxnSpPr>
          <p:nvPr/>
        </p:nvCxnSpPr>
        <p:spPr>
          <a:xfrm>
            <a:off x="6460706" y="3805171"/>
            <a:ext cx="0" cy="336862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순서도: 처리 139">
            <a:extLst>
              <a:ext uri="{FF2B5EF4-FFF2-40B4-BE49-F238E27FC236}">
                <a16:creationId xmlns:a16="http://schemas.microsoft.com/office/drawing/2014/main" id="{C0D6585D-B76F-A8B0-2514-5B2C68A87432}"/>
              </a:ext>
            </a:extLst>
          </p:cNvPr>
          <p:cNvSpPr/>
          <p:nvPr/>
        </p:nvSpPr>
        <p:spPr>
          <a:xfrm>
            <a:off x="4457492" y="3465892"/>
            <a:ext cx="1092152" cy="288040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가입자 정보 </a:t>
            </a:r>
            <a:br>
              <a:rPr lang="en-US" altLang="ko-KR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</a:br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수정</a:t>
            </a:r>
          </a:p>
        </p:txBody>
      </p:sp>
      <p:cxnSp>
        <p:nvCxnSpPr>
          <p:cNvPr id="159" name="직선 화살표 연결선 95">
            <a:extLst>
              <a:ext uri="{FF2B5EF4-FFF2-40B4-BE49-F238E27FC236}">
                <a16:creationId xmlns:a16="http://schemas.microsoft.com/office/drawing/2014/main" id="{AFAE34D0-58D1-AA40-08F2-2E304CABFBA9}"/>
              </a:ext>
            </a:extLst>
          </p:cNvPr>
          <p:cNvCxnSpPr>
            <a:cxnSpLocks/>
            <a:stCxn id="111" idx="1"/>
            <a:endCxn id="140" idx="3"/>
          </p:cNvCxnSpPr>
          <p:nvPr/>
        </p:nvCxnSpPr>
        <p:spPr>
          <a:xfrm flipH="1">
            <a:off x="5549644" y="3606862"/>
            <a:ext cx="364986" cy="305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6" name="TextBox 2145">
            <a:extLst>
              <a:ext uri="{FF2B5EF4-FFF2-40B4-BE49-F238E27FC236}">
                <a16:creationId xmlns:a16="http://schemas.microsoft.com/office/drawing/2014/main" id="{8511D42F-2E74-2235-01A2-CE1DBBEEF24E}"/>
              </a:ext>
            </a:extLst>
          </p:cNvPr>
          <p:cNvSpPr txBox="1"/>
          <p:nvPr/>
        </p:nvSpPr>
        <p:spPr>
          <a:xfrm>
            <a:off x="6200769" y="2491118"/>
            <a:ext cx="23342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  <a:t>* </a:t>
            </a:r>
            <a:r>
              <a:rPr lang="ko-KR" altLang="en-US" sz="800" dirty="0"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  <a:t>엑셀 업로드 시 보험 플랜까지 작성하여 진행 </a:t>
            </a:r>
          </a:p>
        </p:txBody>
      </p:sp>
      <p:sp>
        <p:nvSpPr>
          <p:cNvPr id="2147" name="TextBox 2146">
            <a:extLst>
              <a:ext uri="{FF2B5EF4-FFF2-40B4-BE49-F238E27FC236}">
                <a16:creationId xmlns:a16="http://schemas.microsoft.com/office/drawing/2014/main" id="{0FADC57E-9344-6C8C-093D-2AA50D1ECE7A}"/>
              </a:ext>
            </a:extLst>
          </p:cNvPr>
          <p:cNvSpPr txBox="1"/>
          <p:nvPr/>
        </p:nvSpPr>
        <p:spPr>
          <a:xfrm>
            <a:off x="5600530" y="3368191"/>
            <a:ext cx="26321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>
                <a:latin typeface="나눔고딕" pitchFamily="50" charset="-127"/>
                <a:ea typeface="나눔고딕" pitchFamily="50" charset="-127"/>
              </a:rPr>
              <a:t>N</a:t>
            </a:r>
            <a:endParaRPr lang="ko-KR" altLang="en-US" sz="80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2148" name="TextBox 2147">
            <a:extLst>
              <a:ext uri="{FF2B5EF4-FFF2-40B4-BE49-F238E27FC236}">
                <a16:creationId xmlns:a16="http://schemas.microsoft.com/office/drawing/2014/main" id="{E22566A4-47F1-A370-3280-EDCFF11ED5AE}"/>
              </a:ext>
            </a:extLst>
          </p:cNvPr>
          <p:cNvSpPr txBox="1"/>
          <p:nvPr/>
        </p:nvSpPr>
        <p:spPr>
          <a:xfrm>
            <a:off x="6483842" y="3791262"/>
            <a:ext cx="2535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latin typeface="나눔고딕" pitchFamily="50" charset="-127"/>
                <a:ea typeface="나눔고딕" pitchFamily="50" charset="-127"/>
              </a:rPr>
              <a:t>Y</a:t>
            </a:r>
            <a:endParaRPr lang="ko-KR" altLang="en-US" sz="800" dirty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2152" name="순서도: 판단 2151">
            <a:extLst>
              <a:ext uri="{FF2B5EF4-FFF2-40B4-BE49-F238E27FC236}">
                <a16:creationId xmlns:a16="http://schemas.microsoft.com/office/drawing/2014/main" id="{52EA4347-24E2-E0BA-433B-F468D341B6EC}"/>
              </a:ext>
            </a:extLst>
          </p:cNvPr>
          <p:cNvSpPr/>
          <p:nvPr/>
        </p:nvSpPr>
        <p:spPr>
          <a:xfrm>
            <a:off x="5914630" y="4732195"/>
            <a:ext cx="1092152" cy="396618"/>
          </a:xfrm>
          <a:prstGeom prst="flowChartDecision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캐롯</a:t>
            </a:r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 유효성 검사</a:t>
            </a:r>
            <a:endParaRPr lang="en-US" altLang="ko-KR" sz="800" dirty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153" name="직선 화살표 연결선 95">
            <a:extLst>
              <a:ext uri="{FF2B5EF4-FFF2-40B4-BE49-F238E27FC236}">
                <a16:creationId xmlns:a16="http://schemas.microsoft.com/office/drawing/2014/main" id="{583B1363-DE55-137A-27E4-AFCF14DF7CA5}"/>
              </a:ext>
            </a:extLst>
          </p:cNvPr>
          <p:cNvCxnSpPr>
            <a:cxnSpLocks/>
            <a:stCxn id="96" idx="2"/>
            <a:endCxn id="2152" idx="0"/>
          </p:cNvCxnSpPr>
          <p:nvPr/>
        </p:nvCxnSpPr>
        <p:spPr>
          <a:xfrm>
            <a:off x="6460706" y="4430073"/>
            <a:ext cx="0" cy="302122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4" name="직선 화살표 연결선 95">
            <a:extLst>
              <a:ext uri="{FF2B5EF4-FFF2-40B4-BE49-F238E27FC236}">
                <a16:creationId xmlns:a16="http://schemas.microsoft.com/office/drawing/2014/main" id="{854BA152-E792-9DF0-7887-7F0073A064A4}"/>
              </a:ext>
            </a:extLst>
          </p:cNvPr>
          <p:cNvCxnSpPr>
            <a:cxnSpLocks/>
            <a:stCxn id="2152" idx="2"/>
            <a:endCxn id="23" idx="0"/>
          </p:cNvCxnSpPr>
          <p:nvPr/>
        </p:nvCxnSpPr>
        <p:spPr>
          <a:xfrm>
            <a:off x="6460706" y="5128813"/>
            <a:ext cx="0" cy="77858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0" name="TextBox 2169">
            <a:extLst>
              <a:ext uri="{FF2B5EF4-FFF2-40B4-BE49-F238E27FC236}">
                <a16:creationId xmlns:a16="http://schemas.microsoft.com/office/drawing/2014/main" id="{EF2FABA0-1571-C0C6-0FE0-3FC1046F287C}"/>
              </a:ext>
            </a:extLst>
          </p:cNvPr>
          <p:cNvSpPr txBox="1"/>
          <p:nvPr/>
        </p:nvSpPr>
        <p:spPr>
          <a:xfrm>
            <a:off x="6483842" y="5115610"/>
            <a:ext cx="2535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>
                <a:latin typeface="나눔고딕" pitchFamily="50" charset="-127"/>
                <a:ea typeface="나눔고딕" pitchFamily="50" charset="-127"/>
              </a:rPr>
              <a:t>Y</a:t>
            </a:r>
            <a:endParaRPr lang="ko-KR" altLang="en-US" sz="80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2171" name="TextBox 2170">
            <a:extLst>
              <a:ext uri="{FF2B5EF4-FFF2-40B4-BE49-F238E27FC236}">
                <a16:creationId xmlns:a16="http://schemas.microsoft.com/office/drawing/2014/main" id="{353512AB-7A64-7572-06A2-42B1EA21C2D8}"/>
              </a:ext>
            </a:extLst>
          </p:cNvPr>
          <p:cNvSpPr txBox="1"/>
          <p:nvPr/>
        </p:nvSpPr>
        <p:spPr>
          <a:xfrm>
            <a:off x="5650419" y="4678871"/>
            <a:ext cx="26321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>
                <a:latin typeface="나눔고딕" pitchFamily="50" charset="-127"/>
                <a:ea typeface="나눔고딕" pitchFamily="50" charset="-127"/>
              </a:rPr>
              <a:t>N</a:t>
            </a:r>
            <a:endParaRPr lang="ko-KR" altLang="en-US" sz="800"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172" name="직선 화살표 연결선 95">
            <a:extLst>
              <a:ext uri="{FF2B5EF4-FFF2-40B4-BE49-F238E27FC236}">
                <a16:creationId xmlns:a16="http://schemas.microsoft.com/office/drawing/2014/main" id="{8129459A-423B-64F7-97CD-57C1645F46CC}"/>
              </a:ext>
            </a:extLst>
          </p:cNvPr>
          <p:cNvCxnSpPr>
            <a:cxnSpLocks/>
            <a:stCxn id="2152" idx="1"/>
            <a:endCxn id="2183" idx="3"/>
          </p:cNvCxnSpPr>
          <p:nvPr/>
        </p:nvCxnSpPr>
        <p:spPr>
          <a:xfrm flipH="1" flipV="1">
            <a:off x="5551640" y="4927533"/>
            <a:ext cx="362990" cy="2971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83" name="순서도: 문서 2182">
            <a:extLst>
              <a:ext uri="{FF2B5EF4-FFF2-40B4-BE49-F238E27FC236}">
                <a16:creationId xmlns:a16="http://schemas.microsoft.com/office/drawing/2014/main" id="{7FB440FB-C776-3D23-6C8A-BEB3BD9DA664}"/>
              </a:ext>
            </a:extLst>
          </p:cNvPr>
          <p:cNvSpPr/>
          <p:nvPr/>
        </p:nvSpPr>
        <p:spPr>
          <a:xfrm>
            <a:off x="4459488" y="4749757"/>
            <a:ext cx="1092152" cy="355551"/>
          </a:xfrm>
          <a:prstGeom prst="flowChartDocumen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처리 실패 </a:t>
            </a:r>
            <a:r>
              <a:rPr lang="en-US" altLang="ko-KR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RAW</a:t>
            </a:r>
            <a:br>
              <a:rPr lang="en-US" altLang="ko-KR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</a:br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엑셀 다운로드</a:t>
            </a:r>
          </a:p>
        </p:txBody>
      </p:sp>
      <p:sp>
        <p:nvSpPr>
          <p:cNvPr id="2186" name="순서도: 문서 2185">
            <a:extLst>
              <a:ext uri="{FF2B5EF4-FFF2-40B4-BE49-F238E27FC236}">
                <a16:creationId xmlns:a16="http://schemas.microsoft.com/office/drawing/2014/main" id="{F4C96266-9923-8B79-E9E6-83DD606F1781}"/>
              </a:ext>
            </a:extLst>
          </p:cNvPr>
          <p:cNvSpPr/>
          <p:nvPr/>
        </p:nvSpPr>
        <p:spPr>
          <a:xfrm>
            <a:off x="5914630" y="2116400"/>
            <a:ext cx="1092152" cy="355551"/>
          </a:xfrm>
          <a:prstGeom prst="flowChartDocumen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엑셀템플릿</a:t>
            </a:r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 다운로드 </a:t>
            </a:r>
            <a:r>
              <a:rPr lang="en-US" altLang="ko-KR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/ </a:t>
            </a:r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작성</a:t>
            </a:r>
          </a:p>
        </p:txBody>
      </p:sp>
      <p:cxnSp>
        <p:nvCxnSpPr>
          <p:cNvPr id="2189" name="꺾인 연결선 68">
            <a:extLst>
              <a:ext uri="{FF2B5EF4-FFF2-40B4-BE49-F238E27FC236}">
                <a16:creationId xmlns:a16="http://schemas.microsoft.com/office/drawing/2014/main" id="{931137A8-48EE-623A-4E84-98B1C657EB30}"/>
              </a:ext>
            </a:extLst>
          </p:cNvPr>
          <p:cNvCxnSpPr>
            <a:cxnSpLocks/>
            <a:stCxn id="2183" idx="1"/>
            <a:endCxn id="5" idx="1"/>
          </p:cNvCxnSpPr>
          <p:nvPr/>
        </p:nvCxnSpPr>
        <p:spPr>
          <a:xfrm rot="10800000" flipH="1">
            <a:off x="4459487" y="1614001"/>
            <a:ext cx="1458363" cy="3313533"/>
          </a:xfrm>
          <a:prstGeom prst="bentConnector3">
            <a:avLst>
              <a:gd name="adj1" fmla="val -15675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3" name="꺾인 연결선 68">
            <a:extLst>
              <a:ext uri="{FF2B5EF4-FFF2-40B4-BE49-F238E27FC236}">
                <a16:creationId xmlns:a16="http://schemas.microsoft.com/office/drawing/2014/main" id="{715C72BD-CB41-B01C-ED21-459A19CB38D9}"/>
              </a:ext>
            </a:extLst>
          </p:cNvPr>
          <p:cNvCxnSpPr>
            <a:cxnSpLocks/>
            <a:stCxn id="124" idx="2"/>
            <a:endCxn id="6" idx="0"/>
          </p:cNvCxnSpPr>
          <p:nvPr/>
        </p:nvCxnSpPr>
        <p:spPr>
          <a:xfrm rot="16200000" flipH="1">
            <a:off x="7776673" y="-182446"/>
            <a:ext cx="339680" cy="2965172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7" name="순서도: 처리 2196">
            <a:extLst>
              <a:ext uri="{FF2B5EF4-FFF2-40B4-BE49-F238E27FC236}">
                <a16:creationId xmlns:a16="http://schemas.microsoft.com/office/drawing/2014/main" id="{BC93F40A-F40D-87AD-76B1-0B82A041F40E}"/>
              </a:ext>
            </a:extLst>
          </p:cNvPr>
          <p:cNvSpPr/>
          <p:nvPr/>
        </p:nvSpPr>
        <p:spPr>
          <a:xfrm>
            <a:off x="8886799" y="2107729"/>
            <a:ext cx="1092152" cy="288040"/>
          </a:xfrm>
          <a:prstGeom prst="flowChartProcess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ERP</a:t>
            </a:r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 연동 </a:t>
            </a:r>
            <a:r>
              <a:rPr lang="en-US" altLang="ko-KR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(</a:t>
            </a:r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개별</a:t>
            </a:r>
            <a:r>
              <a:rPr lang="en-US" altLang="ko-KR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일괄</a:t>
            </a:r>
            <a:r>
              <a:rPr lang="en-US" altLang="ko-KR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)</a:t>
            </a:r>
            <a:endParaRPr lang="ko-KR" altLang="en-US" sz="800" dirty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2203" name="순서도: 처리 2202">
            <a:extLst>
              <a:ext uri="{FF2B5EF4-FFF2-40B4-BE49-F238E27FC236}">
                <a16:creationId xmlns:a16="http://schemas.microsoft.com/office/drawing/2014/main" id="{0ACD422A-4115-CD5E-71D0-BEA1CF8965F7}"/>
              </a:ext>
            </a:extLst>
          </p:cNvPr>
          <p:cNvSpPr/>
          <p:nvPr/>
        </p:nvSpPr>
        <p:spPr>
          <a:xfrm>
            <a:off x="8883023" y="2745403"/>
            <a:ext cx="1092152" cy="288040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ERP </a:t>
            </a:r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예약번호 입력 </a:t>
            </a:r>
            <a:r>
              <a:rPr lang="en-US" altLang="ko-KR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/ </a:t>
            </a:r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검색</a:t>
            </a:r>
          </a:p>
        </p:txBody>
      </p:sp>
      <p:cxnSp>
        <p:nvCxnSpPr>
          <p:cNvPr id="2213" name="직선 화살표 연결선 95">
            <a:extLst>
              <a:ext uri="{FF2B5EF4-FFF2-40B4-BE49-F238E27FC236}">
                <a16:creationId xmlns:a16="http://schemas.microsoft.com/office/drawing/2014/main" id="{927AB0A3-691B-EFE0-CF43-AF230AF55026}"/>
              </a:ext>
            </a:extLst>
          </p:cNvPr>
          <p:cNvCxnSpPr>
            <a:cxnSpLocks/>
            <a:stCxn id="2203" idx="2"/>
            <a:endCxn id="2215" idx="0"/>
          </p:cNvCxnSpPr>
          <p:nvPr/>
        </p:nvCxnSpPr>
        <p:spPr>
          <a:xfrm flipH="1">
            <a:off x="9429098" y="3033443"/>
            <a:ext cx="1" cy="42410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15" name="순서도: 처리 2214">
            <a:extLst>
              <a:ext uri="{FF2B5EF4-FFF2-40B4-BE49-F238E27FC236}">
                <a16:creationId xmlns:a16="http://schemas.microsoft.com/office/drawing/2014/main" id="{A1A63506-9EAC-F646-7F09-7ED16753F90B}"/>
              </a:ext>
            </a:extLst>
          </p:cNvPr>
          <p:cNvSpPr/>
          <p:nvPr/>
        </p:nvSpPr>
        <p:spPr>
          <a:xfrm>
            <a:off x="8883022" y="3457543"/>
            <a:ext cx="1092152" cy="288040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출장자 선택</a:t>
            </a:r>
          </a:p>
        </p:txBody>
      </p:sp>
      <p:cxnSp>
        <p:nvCxnSpPr>
          <p:cNvPr id="2219" name="직선 화살표 연결선 95">
            <a:extLst>
              <a:ext uri="{FF2B5EF4-FFF2-40B4-BE49-F238E27FC236}">
                <a16:creationId xmlns:a16="http://schemas.microsoft.com/office/drawing/2014/main" id="{C3B49E44-234B-426E-2659-93BC9B5EC067}"/>
              </a:ext>
            </a:extLst>
          </p:cNvPr>
          <p:cNvCxnSpPr>
            <a:cxnSpLocks/>
            <a:stCxn id="2215" idx="2"/>
            <a:endCxn id="2221" idx="0"/>
          </p:cNvCxnSpPr>
          <p:nvPr/>
        </p:nvCxnSpPr>
        <p:spPr>
          <a:xfrm>
            <a:off x="9429098" y="3745583"/>
            <a:ext cx="1" cy="393358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1" name="순서도: 처리 2220">
            <a:extLst>
              <a:ext uri="{FF2B5EF4-FFF2-40B4-BE49-F238E27FC236}">
                <a16:creationId xmlns:a16="http://schemas.microsoft.com/office/drawing/2014/main" id="{B7A1F2EE-327E-D47C-56D1-D4F6406FF8E2}"/>
              </a:ext>
            </a:extLst>
          </p:cNvPr>
          <p:cNvSpPr/>
          <p:nvPr/>
        </p:nvSpPr>
        <p:spPr>
          <a:xfrm>
            <a:off x="8883023" y="4138941"/>
            <a:ext cx="1092152" cy="288040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계약자 정보 입력</a:t>
            </a:r>
          </a:p>
        </p:txBody>
      </p:sp>
      <p:sp>
        <p:nvSpPr>
          <p:cNvPr id="2226" name="순서도: 처리 2225">
            <a:extLst>
              <a:ext uri="{FF2B5EF4-FFF2-40B4-BE49-F238E27FC236}">
                <a16:creationId xmlns:a16="http://schemas.microsoft.com/office/drawing/2014/main" id="{64B667E8-3A30-5365-F108-DA4B6FF43269}"/>
              </a:ext>
            </a:extLst>
          </p:cNvPr>
          <p:cNvSpPr/>
          <p:nvPr/>
        </p:nvSpPr>
        <p:spPr>
          <a:xfrm>
            <a:off x="8883023" y="4737357"/>
            <a:ext cx="1092152" cy="288040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보험료 확인</a:t>
            </a:r>
          </a:p>
        </p:txBody>
      </p:sp>
      <p:sp>
        <p:nvSpPr>
          <p:cNvPr id="2229" name="순서도: 처리 2228">
            <a:extLst>
              <a:ext uri="{FF2B5EF4-FFF2-40B4-BE49-F238E27FC236}">
                <a16:creationId xmlns:a16="http://schemas.microsoft.com/office/drawing/2014/main" id="{B42EFC26-C6B7-ABD0-9D61-DD9188FB29BA}"/>
              </a:ext>
            </a:extLst>
          </p:cNvPr>
          <p:cNvSpPr/>
          <p:nvPr/>
        </p:nvSpPr>
        <p:spPr>
          <a:xfrm>
            <a:off x="8883021" y="5331054"/>
            <a:ext cx="1092152" cy="288040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결제방법 선택</a:t>
            </a:r>
            <a:endParaRPr lang="ko-KR" altLang="en-US" sz="800" dirty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2232" name="순서도: 처리 2231">
            <a:extLst>
              <a:ext uri="{FF2B5EF4-FFF2-40B4-BE49-F238E27FC236}">
                <a16:creationId xmlns:a16="http://schemas.microsoft.com/office/drawing/2014/main" id="{9652B901-A83B-61EB-963E-F896E4BB66A3}"/>
              </a:ext>
            </a:extLst>
          </p:cNvPr>
          <p:cNvSpPr/>
          <p:nvPr/>
        </p:nvSpPr>
        <p:spPr>
          <a:xfrm>
            <a:off x="8883022" y="5908368"/>
            <a:ext cx="1092152" cy="288040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보험 플랜 선택</a:t>
            </a:r>
          </a:p>
        </p:txBody>
      </p:sp>
      <p:sp>
        <p:nvSpPr>
          <p:cNvPr id="2241" name="순서도: 처리 2240">
            <a:extLst>
              <a:ext uri="{FF2B5EF4-FFF2-40B4-BE49-F238E27FC236}">
                <a16:creationId xmlns:a16="http://schemas.microsoft.com/office/drawing/2014/main" id="{A7772294-3C5B-E227-72B8-DE6A5D0B3D58}"/>
              </a:ext>
            </a:extLst>
          </p:cNvPr>
          <p:cNvSpPr/>
          <p:nvPr/>
        </p:nvSpPr>
        <p:spPr>
          <a:xfrm>
            <a:off x="7531779" y="5906628"/>
            <a:ext cx="1092152" cy="288040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총금액</a:t>
            </a:r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 확인</a:t>
            </a:r>
          </a:p>
        </p:txBody>
      </p:sp>
      <p:cxnSp>
        <p:nvCxnSpPr>
          <p:cNvPr id="2242" name="직선 화살표 연결선 95">
            <a:extLst>
              <a:ext uri="{FF2B5EF4-FFF2-40B4-BE49-F238E27FC236}">
                <a16:creationId xmlns:a16="http://schemas.microsoft.com/office/drawing/2014/main" id="{F580B69B-1750-D7FA-C32C-A53910D0BD66}"/>
              </a:ext>
            </a:extLst>
          </p:cNvPr>
          <p:cNvCxnSpPr>
            <a:cxnSpLocks/>
            <a:endCxn id="2226" idx="0"/>
          </p:cNvCxnSpPr>
          <p:nvPr/>
        </p:nvCxnSpPr>
        <p:spPr>
          <a:xfrm>
            <a:off x="9429098" y="4426981"/>
            <a:ext cx="1" cy="310376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6" name="직선 화살표 연결선 95">
            <a:extLst>
              <a:ext uri="{FF2B5EF4-FFF2-40B4-BE49-F238E27FC236}">
                <a16:creationId xmlns:a16="http://schemas.microsoft.com/office/drawing/2014/main" id="{6FD17260-2E8F-05DE-C4B2-9D1468B3F8FF}"/>
              </a:ext>
            </a:extLst>
          </p:cNvPr>
          <p:cNvCxnSpPr>
            <a:cxnSpLocks/>
            <a:stCxn id="2226" idx="2"/>
            <a:endCxn id="2229" idx="0"/>
          </p:cNvCxnSpPr>
          <p:nvPr/>
        </p:nvCxnSpPr>
        <p:spPr>
          <a:xfrm flipH="1">
            <a:off x="9429097" y="5025397"/>
            <a:ext cx="2" cy="305657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9" name="직선 화살표 연결선 95">
            <a:extLst>
              <a:ext uri="{FF2B5EF4-FFF2-40B4-BE49-F238E27FC236}">
                <a16:creationId xmlns:a16="http://schemas.microsoft.com/office/drawing/2014/main" id="{0E693CA1-B1A8-0D0F-1DF4-4F48E982A697}"/>
              </a:ext>
            </a:extLst>
          </p:cNvPr>
          <p:cNvCxnSpPr>
            <a:cxnSpLocks/>
            <a:stCxn id="2229" idx="2"/>
            <a:endCxn id="2232" idx="0"/>
          </p:cNvCxnSpPr>
          <p:nvPr/>
        </p:nvCxnSpPr>
        <p:spPr>
          <a:xfrm>
            <a:off x="9429097" y="5619094"/>
            <a:ext cx="1" cy="289274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6" name="직선 화살표 연결선 95">
            <a:extLst>
              <a:ext uri="{FF2B5EF4-FFF2-40B4-BE49-F238E27FC236}">
                <a16:creationId xmlns:a16="http://schemas.microsoft.com/office/drawing/2014/main" id="{953C1F5F-42EF-84EA-8758-C10DE17FAED2}"/>
              </a:ext>
            </a:extLst>
          </p:cNvPr>
          <p:cNvCxnSpPr>
            <a:cxnSpLocks/>
            <a:stCxn id="2232" idx="1"/>
            <a:endCxn id="2241" idx="3"/>
          </p:cNvCxnSpPr>
          <p:nvPr/>
        </p:nvCxnSpPr>
        <p:spPr>
          <a:xfrm flipH="1" flipV="1">
            <a:off x="8623931" y="6050648"/>
            <a:ext cx="259091" cy="174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9" name="직선 화살표 연결선 95">
            <a:extLst>
              <a:ext uri="{FF2B5EF4-FFF2-40B4-BE49-F238E27FC236}">
                <a16:creationId xmlns:a16="http://schemas.microsoft.com/office/drawing/2014/main" id="{3163DADC-F210-2CDB-70CB-219E5EEBAD67}"/>
              </a:ext>
            </a:extLst>
          </p:cNvPr>
          <p:cNvCxnSpPr>
            <a:cxnSpLocks/>
            <a:stCxn id="2241" idx="1"/>
            <a:endCxn id="23" idx="3"/>
          </p:cNvCxnSpPr>
          <p:nvPr/>
        </p:nvCxnSpPr>
        <p:spPr>
          <a:xfrm flipH="1">
            <a:off x="7006782" y="6050648"/>
            <a:ext cx="524997" cy="765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62" name="TextBox 2261">
            <a:extLst>
              <a:ext uri="{FF2B5EF4-FFF2-40B4-BE49-F238E27FC236}">
                <a16:creationId xmlns:a16="http://schemas.microsoft.com/office/drawing/2014/main" id="{816CE766-F426-7F48-025F-613C46D5308F}"/>
              </a:ext>
            </a:extLst>
          </p:cNvPr>
          <p:cNvSpPr txBox="1"/>
          <p:nvPr/>
        </p:nvSpPr>
        <p:spPr>
          <a:xfrm>
            <a:off x="9514177" y="3808692"/>
            <a:ext cx="190747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  <a:t>* </a:t>
            </a:r>
            <a:r>
              <a:rPr lang="ko-KR" altLang="en-US" sz="800" dirty="0" err="1"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  <a:t>단건</a:t>
            </a:r>
            <a:r>
              <a:rPr lang="en-US" altLang="ko-KR" sz="800" dirty="0"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800" dirty="0" err="1"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  <a:t>복수건</a:t>
            </a:r>
            <a:r>
              <a:rPr lang="ko-KR" altLang="en-US" sz="800" dirty="0"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  <a:t> 청약 가능</a:t>
            </a:r>
            <a:r>
              <a:rPr lang="en-US" altLang="ko-KR" sz="800" dirty="0"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  <a:t>,</a:t>
            </a:r>
            <a:endParaRPr lang="ko-KR" altLang="en-US" sz="800" dirty="0">
              <a:solidFill>
                <a:srgbClr val="FF0000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85" name="꺾인 연결선 68">
            <a:extLst>
              <a:ext uri="{FF2B5EF4-FFF2-40B4-BE49-F238E27FC236}">
                <a16:creationId xmlns:a16="http://schemas.microsoft.com/office/drawing/2014/main" id="{E6354CF7-BFF9-4E07-90B5-C200023B862C}"/>
              </a:ext>
            </a:extLst>
          </p:cNvPr>
          <p:cNvCxnSpPr>
            <a:cxnSpLocks/>
            <a:stCxn id="2197" idx="2"/>
            <a:endCxn id="2203" idx="0"/>
          </p:cNvCxnSpPr>
          <p:nvPr/>
        </p:nvCxnSpPr>
        <p:spPr>
          <a:xfrm rot="5400000">
            <a:off x="9256170" y="2568698"/>
            <a:ext cx="349634" cy="3776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F1F2AEFA-34C8-4DCF-8EA6-6FED7F026034}"/>
              </a:ext>
            </a:extLst>
          </p:cNvPr>
          <p:cNvSpPr txBox="1"/>
          <p:nvPr/>
        </p:nvSpPr>
        <p:spPr>
          <a:xfrm>
            <a:off x="9939741" y="2141556"/>
            <a:ext cx="16853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  <a:t>* </a:t>
            </a:r>
            <a:r>
              <a:rPr lang="ko-KR" altLang="en-US" sz="800" dirty="0"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  <a:t>개별</a:t>
            </a:r>
            <a:r>
              <a:rPr lang="en-US" altLang="ko-KR" sz="800" dirty="0"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800" dirty="0"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  <a:t>일괄을 통합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7187862-1CA7-2BC2-DBF0-A772324FD216}"/>
              </a:ext>
            </a:extLst>
          </p:cNvPr>
          <p:cNvSpPr txBox="1"/>
          <p:nvPr/>
        </p:nvSpPr>
        <p:spPr>
          <a:xfrm>
            <a:off x="9975173" y="4386212"/>
            <a:ext cx="17827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  <a:t>* ERP </a:t>
            </a:r>
            <a:r>
              <a:rPr lang="ko-KR" altLang="en-US" sz="800" dirty="0"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  <a:t>휴대폰 번호 호출</a:t>
            </a:r>
            <a:r>
              <a:rPr lang="en-US" altLang="ko-KR" sz="800" dirty="0"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800" dirty="0"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  <a:t>자동 입력</a:t>
            </a:r>
            <a:br>
              <a:rPr lang="en-US" altLang="ko-KR" sz="800" dirty="0"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</a:br>
            <a:r>
              <a:rPr lang="en-US" altLang="ko-KR" sz="800" dirty="0"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  <a:t>* </a:t>
            </a:r>
            <a:r>
              <a:rPr lang="ko-KR" altLang="en-US" sz="800" dirty="0"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  <a:t>휴대폰번호 </a:t>
            </a:r>
            <a:r>
              <a:rPr lang="ko-KR" altLang="en-US" sz="800" dirty="0" err="1"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  <a:t>정규식</a:t>
            </a:r>
            <a:r>
              <a:rPr lang="ko-KR" altLang="en-US" sz="800" dirty="0"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  <a:t> 처리</a:t>
            </a:r>
          </a:p>
        </p:txBody>
      </p:sp>
      <p:sp>
        <p:nvSpPr>
          <p:cNvPr id="2141" name="직사각형 2140">
            <a:extLst>
              <a:ext uri="{FF2B5EF4-FFF2-40B4-BE49-F238E27FC236}">
                <a16:creationId xmlns:a16="http://schemas.microsoft.com/office/drawing/2014/main" id="{5F9ED227-92B3-2CD4-2DF4-2AEA73A0E743}"/>
              </a:ext>
            </a:extLst>
          </p:cNvPr>
          <p:cNvSpPr/>
          <p:nvPr/>
        </p:nvSpPr>
        <p:spPr>
          <a:xfrm>
            <a:off x="2064674" y="6283007"/>
            <a:ext cx="768107" cy="574993"/>
          </a:xfrm>
          <a:prstGeom prst="rect">
            <a:avLst/>
          </a:prstGeom>
          <a:noFill/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계약 확인</a:t>
            </a:r>
          </a:p>
        </p:txBody>
      </p:sp>
      <p:cxnSp>
        <p:nvCxnSpPr>
          <p:cNvPr id="2142" name="직선 연결선 2141">
            <a:extLst>
              <a:ext uri="{FF2B5EF4-FFF2-40B4-BE49-F238E27FC236}">
                <a16:creationId xmlns:a16="http://schemas.microsoft.com/office/drawing/2014/main" id="{4497AD7F-0687-1559-91D1-902BF3E47027}"/>
              </a:ext>
            </a:extLst>
          </p:cNvPr>
          <p:cNvCxnSpPr/>
          <p:nvPr/>
        </p:nvCxnSpPr>
        <p:spPr>
          <a:xfrm>
            <a:off x="2832781" y="6858000"/>
            <a:ext cx="794964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순서도: 수행의 시작/종료 96">
            <a:extLst>
              <a:ext uri="{FF2B5EF4-FFF2-40B4-BE49-F238E27FC236}">
                <a16:creationId xmlns:a16="http://schemas.microsoft.com/office/drawing/2014/main" id="{227ACE31-ED03-A92F-B942-6EE64F7F5A05}"/>
              </a:ext>
            </a:extLst>
          </p:cNvPr>
          <p:cNvSpPr/>
          <p:nvPr/>
        </p:nvSpPr>
        <p:spPr>
          <a:xfrm>
            <a:off x="3017902" y="6450849"/>
            <a:ext cx="1092152" cy="288040"/>
          </a:xfrm>
          <a:prstGeom prst="flowChartTerminator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Start</a:t>
            </a:r>
            <a:endParaRPr lang="ko-KR" altLang="en-US" sz="80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98" name="직선 화살표 연결선 97">
            <a:extLst>
              <a:ext uri="{FF2B5EF4-FFF2-40B4-BE49-F238E27FC236}">
                <a16:creationId xmlns:a16="http://schemas.microsoft.com/office/drawing/2014/main" id="{051AC5A6-B1F7-0FFE-DAA1-7575A654C615}"/>
              </a:ext>
            </a:extLst>
          </p:cNvPr>
          <p:cNvCxnSpPr>
            <a:cxnSpLocks/>
            <a:stCxn id="97" idx="3"/>
            <a:endCxn id="99" idx="1"/>
          </p:cNvCxnSpPr>
          <p:nvPr/>
        </p:nvCxnSpPr>
        <p:spPr>
          <a:xfrm>
            <a:off x="4110054" y="6594869"/>
            <a:ext cx="300402" cy="484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순서도: 처리 98">
            <a:extLst>
              <a:ext uri="{FF2B5EF4-FFF2-40B4-BE49-F238E27FC236}">
                <a16:creationId xmlns:a16="http://schemas.microsoft.com/office/drawing/2014/main" id="{BF87AA32-0DA0-493C-3A41-C9AAE3845777}"/>
              </a:ext>
            </a:extLst>
          </p:cNvPr>
          <p:cNvSpPr/>
          <p:nvPr/>
        </p:nvSpPr>
        <p:spPr>
          <a:xfrm>
            <a:off x="4410456" y="6451333"/>
            <a:ext cx="1092152" cy="288040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계약내역</a:t>
            </a:r>
          </a:p>
        </p:txBody>
      </p:sp>
      <p:sp>
        <p:nvSpPr>
          <p:cNvPr id="103" name="순서도: 처리 102">
            <a:extLst>
              <a:ext uri="{FF2B5EF4-FFF2-40B4-BE49-F238E27FC236}">
                <a16:creationId xmlns:a16="http://schemas.microsoft.com/office/drawing/2014/main" id="{7242FB53-1DCC-DDE2-11B0-CBA3BD62B69F}"/>
              </a:ext>
            </a:extLst>
          </p:cNvPr>
          <p:cNvSpPr/>
          <p:nvPr/>
        </p:nvSpPr>
        <p:spPr>
          <a:xfrm>
            <a:off x="5732137" y="6450780"/>
            <a:ext cx="1092152" cy="288040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검색</a:t>
            </a:r>
            <a:endParaRPr lang="ko-KR" altLang="en-US" sz="800" dirty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104" name="직선 화살표 연결선 103">
            <a:extLst>
              <a:ext uri="{FF2B5EF4-FFF2-40B4-BE49-F238E27FC236}">
                <a16:creationId xmlns:a16="http://schemas.microsoft.com/office/drawing/2014/main" id="{E2F3D1A5-BF41-9FE1-15CD-D12BF207165B}"/>
              </a:ext>
            </a:extLst>
          </p:cNvPr>
          <p:cNvCxnSpPr>
            <a:cxnSpLocks/>
            <a:stCxn id="99" idx="3"/>
            <a:endCxn id="103" idx="1"/>
          </p:cNvCxnSpPr>
          <p:nvPr/>
        </p:nvCxnSpPr>
        <p:spPr>
          <a:xfrm flipV="1">
            <a:off x="5502608" y="6594800"/>
            <a:ext cx="229529" cy="553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순서도: 처리 108">
            <a:extLst>
              <a:ext uri="{FF2B5EF4-FFF2-40B4-BE49-F238E27FC236}">
                <a16:creationId xmlns:a16="http://schemas.microsoft.com/office/drawing/2014/main" id="{9A671210-D4A7-C9B7-40B9-61DE19D87183}"/>
              </a:ext>
            </a:extLst>
          </p:cNvPr>
          <p:cNvSpPr/>
          <p:nvPr/>
        </p:nvSpPr>
        <p:spPr>
          <a:xfrm>
            <a:off x="7070798" y="6450677"/>
            <a:ext cx="1092152" cy="288040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검색 결과</a:t>
            </a:r>
          </a:p>
        </p:txBody>
      </p:sp>
      <p:cxnSp>
        <p:nvCxnSpPr>
          <p:cNvPr id="110" name="직선 화살표 연결선 109">
            <a:extLst>
              <a:ext uri="{FF2B5EF4-FFF2-40B4-BE49-F238E27FC236}">
                <a16:creationId xmlns:a16="http://schemas.microsoft.com/office/drawing/2014/main" id="{3FD826BE-6D43-D14A-A9D9-28BB9F4A7EDE}"/>
              </a:ext>
            </a:extLst>
          </p:cNvPr>
          <p:cNvCxnSpPr>
            <a:cxnSpLocks/>
          </p:cNvCxnSpPr>
          <p:nvPr/>
        </p:nvCxnSpPr>
        <p:spPr>
          <a:xfrm flipV="1">
            <a:off x="8491003" y="6568563"/>
            <a:ext cx="361136" cy="388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순서도: 처리 111">
            <a:extLst>
              <a:ext uri="{FF2B5EF4-FFF2-40B4-BE49-F238E27FC236}">
                <a16:creationId xmlns:a16="http://schemas.microsoft.com/office/drawing/2014/main" id="{F5673217-5982-88D9-52EA-2B6B248DE3E4}"/>
              </a:ext>
            </a:extLst>
          </p:cNvPr>
          <p:cNvSpPr/>
          <p:nvPr/>
        </p:nvSpPr>
        <p:spPr>
          <a:xfrm>
            <a:off x="8422025" y="6444170"/>
            <a:ext cx="1092152" cy="288040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계약 상세</a:t>
            </a:r>
          </a:p>
        </p:txBody>
      </p:sp>
      <p:sp>
        <p:nvSpPr>
          <p:cNvPr id="113" name="순서도: 수행의 시작/종료 112">
            <a:extLst>
              <a:ext uri="{FF2B5EF4-FFF2-40B4-BE49-F238E27FC236}">
                <a16:creationId xmlns:a16="http://schemas.microsoft.com/office/drawing/2014/main" id="{AC6AD50D-0826-541E-7B56-146A99A2524F}"/>
              </a:ext>
            </a:extLst>
          </p:cNvPr>
          <p:cNvSpPr/>
          <p:nvPr/>
        </p:nvSpPr>
        <p:spPr>
          <a:xfrm>
            <a:off x="9774380" y="6438290"/>
            <a:ext cx="1092152" cy="288040"/>
          </a:xfrm>
          <a:prstGeom prst="flowChartTerminator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End</a:t>
            </a:r>
            <a:endParaRPr lang="ko-KR" altLang="en-US" sz="80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128" name="직선 화살표 연결선 127">
            <a:extLst>
              <a:ext uri="{FF2B5EF4-FFF2-40B4-BE49-F238E27FC236}">
                <a16:creationId xmlns:a16="http://schemas.microsoft.com/office/drawing/2014/main" id="{05920B7F-3BDA-6C16-93FD-7F9911E52201}"/>
              </a:ext>
            </a:extLst>
          </p:cNvPr>
          <p:cNvCxnSpPr>
            <a:cxnSpLocks/>
            <a:stCxn id="103" idx="3"/>
            <a:endCxn id="109" idx="1"/>
          </p:cNvCxnSpPr>
          <p:nvPr/>
        </p:nvCxnSpPr>
        <p:spPr>
          <a:xfrm flipV="1">
            <a:off x="6824289" y="6594697"/>
            <a:ext cx="246509" cy="103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직선 화살표 연결선 130">
            <a:extLst>
              <a:ext uri="{FF2B5EF4-FFF2-40B4-BE49-F238E27FC236}">
                <a16:creationId xmlns:a16="http://schemas.microsoft.com/office/drawing/2014/main" id="{C6DC3FC8-B9EE-F4FF-56AF-6FB81A91247E}"/>
              </a:ext>
            </a:extLst>
          </p:cNvPr>
          <p:cNvCxnSpPr>
            <a:cxnSpLocks/>
          </p:cNvCxnSpPr>
          <p:nvPr/>
        </p:nvCxnSpPr>
        <p:spPr>
          <a:xfrm flipV="1">
            <a:off x="8169166" y="6579595"/>
            <a:ext cx="246509" cy="103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직선 화살표 연결선 131">
            <a:extLst>
              <a:ext uri="{FF2B5EF4-FFF2-40B4-BE49-F238E27FC236}">
                <a16:creationId xmlns:a16="http://schemas.microsoft.com/office/drawing/2014/main" id="{AEB4667C-D28F-27A6-8685-2E56F681269E}"/>
              </a:ext>
            </a:extLst>
          </p:cNvPr>
          <p:cNvCxnSpPr>
            <a:cxnSpLocks/>
          </p:cNvCxnSpPr>
          <p:nvPr/>
        </p:nvCxnSpPr>
        <p:spPr>
          <a:xfrm flipV="1">
            <a:off x="9525824" y="6582310"/>
            <a:ext cx="246509" cy="103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꺾인 연결선 68">
            <a:extLst>
              <a:ext uri="{FF2B5EF4-FFF2-40B4-BE49-F238E27FC236}">
                <a16:creationId xmlns:a16="http://schemas.microsoft.com/office/drawing/2014/main" id="{E8042D24-AF5D-166C-3AE1-5F798F5332B3}"/>
              </a:ext>
            </a:extLst>
          </p:cNvPr>
          <p:cNvCxnSpPr>
            <a:cxnSpLocks/>
            <a:stCxn id="23" idx="2"/>
            <a:endCxn id="99" idx="0"/>
          </p:cNvCxnSpPr>
          <p:nvPr/>
        </p:nvCxnSpPr>
        <p:spPr>
          <a:xfrm rot="5400000">
            <a:off x="5580669" y="5571296"/>
            <a:ext cx="255900" cy="1504174"/>
          </a:xfrm>
          <a:prstGeom prst="bentConnector3">
            <a:avLst>
              <a:gd name="adj1" fmla="val 232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화살표 연결선 95">
            <a:extLst>
              <a:ext uri="{FF2B5EF4-FFF2-40B4-BE49-F238E27FC236}">
                <a16:creationId xmlns:a16="http://schemas.microsoft.com/office/drawing/2014/main" id="{F7F49406-E30C-4F42-B0A5-722340E0F93D}"/>
              </a:ext>
            </a:extLst>
          </p:cNvPr>
          <p:cNvCxnSpPr>
            <a:cxnSpLocks/>
            <a:stCxn id="6" idx="2"/>
            <a:endCxn id="2197" idx="0"/>
          </p:cNvCxnSpPr>
          <p:nvPr/>
        </p:nvCxnSpPr>
        <p:spPr>
          <a:xfrm>
            <a:off x="9429099" y="1758020"/>
            <a:ext cx="3776" cy="349709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꺾인 연결선 68">
            <a:extLst>
              <a:ext uri="{FF2B5EF4-FFF2-40B4-BE49-F238E27FC236}">
                <a16:creationId xmlns:a16="http://schemas.microsoft.com/office/drawing/2014/main" id="{945BE3C0-CCE3-4E05-9ABE-30A13E8FAA5D}"/>
              </a:ext>
            </a:extLst>
          </p:cNvPr>
          <p:cNvCxnSpPr>
            <a:cxnSpLocks/>
          </p:cNvCxnSpPr>
          <p:nvPr/>
        </p:nvCxnSpPr>
        <p:spPr>
          <a:xfrm rot="5400000">
            <a:off x="4804540" y="-169040"/>
            <a:ext cx="302982" cy="3016737"/>
          </a:xfrm>
          <a:prstGeom prst="bentConnector3">
            <a:avLst>
              <a:gd name="adj1" fmla="val 40569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직선 화살표 연결선 95">
            <a:extLst>
              <a:ext uri="{FF2B5EF4-FFF2-40B4-BE49-F238E27FC236}">
                <a16:creationId xmlns:a16="http://schemas.microsoft.com/office/drawing/2014/main" id="{F1BD0CBD-0215-4FBC-A4F7-87543662F62A}"/>
              </a:ext>
            </a:extLst>
          </p:cNvPr>
          <p:cNvCxnSpPr>
            <a:cxnSpLocks/>
            <a:stCxn id="142" idx="2"/>
            <a:endCxn id="145" idx="0"/>
          </p:cNvCxnSpPr>
          <p:nvPr/>
        </p:nvCxnSpPr>
        <p:spPr>
          <a:xfrm>
            <a:off x="3447190" y="1721322"/>
            <a:ext cx="0" cy="365908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순서도: 처리 128">
            <a:extLst>
              <a:ext uri="{FF2B5EF4-FFF2-40B4-BE49-F238E27FC236}">
                <a16:creationId xmlns:a16="http://schemas.microsoft.com/office/drawing/2014/main" id="{536D48BF-FF4E-49B2-AD1F-52AFA4614A19}"/>
              </a:ext>
            </a:extLst>
          </p:cNvPr>
          <p:cNvSpPr/>
          <p:nvPr/>
        </p:nvSpPr>
        <p:spPr>
          <a:xfrm>
            <a:off x="2903580" y="3520379"/>
            <a:ext cx="1092152" cy="288040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결제방법 선택</a:t>
            </a:r>
            <a:endParaRPr lang="ko-KR" altLang="en-US" sz="800" dirty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136" name="직선 화살표 연결선 95">
            <a:extLst>
              <a:ext uri="{FF2B5EF4-FFF2-40B4-BE49-F238E27FC236}">
                <a16:creationId xmlns:a16="http://schemas.microsoft.com/office/drawing/2014/main" id="{2B86C267-2950-4D7B-B5EF-C615642562BF}"/>
              </a:ext>
            </a:extLst>
          </p:cNvPr>
          <p:cNvCxnSpPr>
            <a:cxnSpLocks/>
            <a:stCxn id="147" idx="2"/>
            <a:endCxn id="129" idx="0"/>
          </p:cNvCxnSpPr>
          <p:nvPr/>
        </p:nvCxnSpPr>
        <p:spPr>
          <a:xfrm>
            <a:off x="3447190" y="3033443"/>
            <a:ext cx="2466" cy="486936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직선 화살표 연결선 95">
            <a:extLst>
              <a:ext uri="{FF2B5EF4-FFF2-40B4-BE49-F238E27FC236}">
                <a16:creationId xmlns:a16="http://schemas.microsoft.com/office/drawing/2014/main" id="{60A9759A-84C2-4783-8F2C-FCDF928EFD0D}"/>
              </a:ext>
            </a:extLst>
          </p:cNvPr>
          <p:cNvCxnSpPr>
            <a:cxnSpLocks/>
            <a:stCxn id="129" idx="2"/>
          </p:cNvCxnSpPr>
          <p:nvPr/>
        </p:nvCxnSpPr>
        <p:spPr>
          <a:xfrm flipH="1">
            <a:off x="3447662" y="3808419"/>
            <a:ext cx="1994" cy="388059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직선 화살표 연결선 95">
            <a:extLst>
              <a:ext uri="{FF2B5EF4-FFF2-40B4-BE49-F238E27FC236}">
                <a16:creationId xmlns:a16="http://schemas.microsoft.com/office/drawing/2014/main" id="{A257C5E5-4329-4C7B-9277-BDA4C3ECEB84}"/>
              </a:ext>
            </a:extLst>
          </p:cNvPr>
          <p:cNvCxnSpPr>
            <a:cxnSpLocks/>
          </p:cNvCxnSpPr>
          <p:nvPr/>
        </p:nvCxnSpPr>
        <p:spPr>
          <a:xfrm>
            <a:off x="3447662" y="4484518"/>
            <a:ext cx="0" cy="354502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순서도: 처리 141">
            <a:extLst>
              <a:ext uri="{FF2B5EF4-FFF2-40B4-BE49-F238E27FC236}">
                <a16:creationId xmlns:a16="http://schemas.microsoft.com/office/drawing/2014/main" id="{7860046D-2196-452C-B3F9-736504EC4CEF}"/>
              </a:ext>
            </a:extLst>
          </p:cNvPr>
          <p:cNvSpPr/>
          <p:nvPr/>
        </p:nvSpPr>
        <p:spPr>
          <a:xfrm>
            <a:off x="2901114" y="1433282"/>
            <a:ext cx="1092152" cy="288040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온라인 신청</a:t>
            </a:r>
          </a:p>
        </p:txBody>
      </p:sp>
      <p:cxnSp>
        <p:nvCxnSpPr>
          <p:cNvPr id="143" name="꺾인 연결선 68">
            <a:extLst>
              <a:ext uri="{FF2B5EF4-FFF2-40B4-BE49-F238E27FC236}">
                <a16:creationId xmlns:a16="http://schemas.microsoft.com/office/drawing/2014/main" id="{F86179B8-24E2-4A1B-BDBF-983CA7262C9F}"/>
              </a:ext>
            </a:extLst>
          </p:cNvPr>
          <p:cNvCxnSpPr>
            <a:cxnSpLocks/>
            <a:endCxn id="142" idx="0"/>
          </p:cNvCxnSpPr>
          <p:nvPr/>
        </p:nvCxnSpPr>
        <p:spPr>
          <a:xfrm rot="5400000">
            <a:off x="4804068" y="-226577"/>
            <a:ext cx="302982" cy="3016737"/>
          </a:xfrm>
          <a:prstGeom prst="bentConnector3">
            <a:avLst>
              <a:gd name="adj1" fmla="val 56288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꺾인 연결선 68">
            <a:extLst>
              <a:ext uri="{FF2B5EF4-FFF2-40B4-BE49-F238E27FC236}">
                <a16:creationId xmlns:a16="http://schemas.microsoft.com/office/drawing/2014/main" id="{E4F3246A-4F11-4EE0-A25A-63D010C6D7C8}"/>
              </a:ext>
            </a:extLst>
          </p:cNvPr>
          <p:cNvCxnSpPr>
            <a:cxnSpLocks/>
            <a:stCxn id="152" idx="2"/>
          </p:cNvCxnSpPr>
          <p:nvPr/>
        </p:nvCxnSpPr>
        <p:spPr>
          <a:xfrm rot="16200000" flipH="1">
            <a:off x="4189965" y="4326748"/>
            <a:ext cx="981890" cy="2467440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순서도: 처리 144">
            <a:extLst>
              <a:ext uri="{FF2B5EF4-FFF2-40B4-BE49-F238E27FC236}">
                <a16:creationId xmlns:a16="http://schemas.microsoft.com/office/drawing/2014/main" id="{D397E6D8-20E6-43DF-8377-FFDBF9FE41DF}"/>
              </a:ext>
            </a:extLst>
          </p:cNvPr>
          <p:cNvSpPr/>
          <p:nvPr/>
        </p:nvSpPr>
        <p:spPr>
          <a:xfrm>
            <a:off x="2901114" y="2087230"/>
            <a:ext cx="1092152" cy="288040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계약자 정보 입력</a:t>
            </a:r>
          </a:p>
        </p:txBody>
      </p:sp>
      <p:sp>
        <p:nvSpPr>
          <p:cNvPr id="147" name="순서도: 처리 146">
            <a:extLst>
              <a:ext uri="{FF2B5EF4-FFF2-40B4-BE49-F238E27FC236}">
                <a16:creationId xmlns:a16="http://schemas.microsoft.com/office/drawing/2014/main" id="{487B8A97-1FCF-4EDB-B864-84E228886B12}"/>
              </a:ext>
            </a:extLst>
          </p:cNvPr>
          <p:cNvSpPr/>
          <p:nvPr/>
        </p:nvSpPr>
        <p:spPr>
          <a:xfrm>
            <a:off x="2901114" y="2745403"/>
            <a:ext cx="1092152" cy="288040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보험료 확인</a:t>
            </a:r>
          </a:p>
        </p:txBody>
      </p:sp>
      <p:sp>
        <p:nvSpPr>
          <p:cNvPr id="151" name="순서도: 처리 150">
            <a:extLst>
              <a:ext uri="{FF2B5EF4-FFF2-40B4-BE49-F238E27FC236}">
                <a16:creationId xmlns:a16="http://schemas.microsoft.com/office/drawing/2014/main" id="{B4829441-61E1-4824-9B64-15C29B09A067}"/>
              </a:ext>
            </a:extLst>
          </p:cNvPr>
          <p:cNvSpPr/>
          <p:nvPr/>
        </p:nvSpPr>
        <p:spPr>
          <a:xfrm>
            <a:off x="2901114" y="4138941"/>
            <a:ext cx="1092152" cy="288040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보험 플랜 선택</a:t>
            </a:r>
          </a:p>
        </p:txBody>
      </p:sp>
      <p:sp>
        <p:nvSpPr>
          <p:cNvPr id="152" name="순서도: 처리 151">
            <a:extLst>
              <a:ext uri="{FF2B5EF4-FFF2-40B4-BE49-F238E27FC236}">
                <a16:creationId xmlns:a16="http://schemas.microsoft.com/office/drawing/2014/main" id="{9A9E96D9-8204-45A4-A0DA-74D10506C43F}"/>
              </a:ext>
            </a:extLst>
          </p:cNvPr>
          <p:cNvSpPr/>
          <p:nvPr/>
        </p:nvSpPr>
        <p:spPr>
          <a:xfrm>
            <a:off x="2901114" y="4781483"/>
            <a:ext cx="1092152" cy="288040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총금액</a:t>
            </a:r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 확인</a:t>
            </a:r>
          </a:p>
        </p:txBody>
      </p:sp>
      <p:cxnSp>
        <p:nvCxnSpPr>
          <p:cNvPr id="153" name="직선 화살표 연결선 95">
            <a:extLst>
              <a:ext uri="{FF2B5EF4-FFF2-40B4-BE49-F238E27FC236}">
                <a16:creationId xmlns:a16="http://schemas.microsoft.com/office/drawing/2014/main" id="{E27DD277-289C-4143-82EB-6A24710A39D1}"/>
              </a:ext>
            </a:extLst>
          </p:cNvPr>
          <p:cNvCxnSpPr>
            <a:cxnSpLocks/>
            <a:stCxn id="145" idx="2"/>
            <a:endCxn id="147" idx="0"/>
          </p:cNvCxnSpPr>
          <p:nvPr/>
        </p:nvCxnSpPr>
        <p:spPr>
          <a:xfrm>
            <a:off x="3447190" y="2375270"/>
            <a:ext cx="0" cy="370133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직선 화살표 연결선 95">
            <a:extLst>
              <a:ext uri="{FF2B5EF4-FFF2-40B4-BE49-F238E27FC236}">
                <a16:creationId xmlns:a16="http://schemas.microsoft.com/office/drawing/2014/main" id="{CE094BDD-DE6A-4F8D-B8FB-6B51D84EF1A6}"/>
              </a:ext>
            </a:extLst>
          </p:cNvPr>
          <p:cNvCxnSpPr>
            <a:cxnSpLocks/>
            <a:endCxn id="151" idx="0"/>
          </p:cNvCxnSpPr>
          <p:nvPr/>
        </p:nvCxnSpPr>
        <p:spPr>
          <a:xfrm flipH="1">
            <a:off x="3447190" y="3750882"/>
            <a:ext cx="1994" cy="388059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직선 화살표 연결선 95">
            <a:extLst>
              <a:ext uri="{FF2B5EF4-FFF2-40B4-BE49-F238E27FC236}">
                <a16:creationId xmlns:a16="http://schemas.microsoft.com/office/drawing/2014/main" id="{15DF8C0C-ADD2-48DC-ABF8-2D566BAC27E6}"/>
              </a:ext>
            </a:extLst>
          </p:cNvPr>
          <p:cNvCxnSpPr>
            <a:cxnSpLocks/>
            <a:stCxn id="151" idx="2"/>
            <a:endCxn id="152" idx="0"/>
          </p:cNvCxnSpPr>
          <p:nvPr/>
        </p:nvCxnSpPr>
        <p:spPr>
          <a:xfrm>
            <a:off x="3447190" y="4426981"/>
            <a:ext cx="0" cy="354502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1" name="Google Shape;2131;p58"/>
          <p:cNvSpPr txBox="1"/>
          <p:nvPr/>
        </p:nvSpPr>
        <p:spPr>
          <a:xfrm>
            <a:off x="8422025" y="106306"/>
            <a:ext cx="2785005" cy="582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lang="en-US" altLang="ko-KR" b="1">
                <a:solidFill>
                  <a:schemeClr val="lt1"/>
                </a:solidFill>
                <a:latin typeface="나눔고딕" pitchFamily="50" charset="-127"/>
                <a:ea typeface="나눔고딕" pitchFamily="50" charset="-127"/>
                <a:cs typeface="Calibri"/>
                <a:sym typeface="Calibri"/>
              </a:rPr>
              <a:t>1</a:t>
            </a:r>
            <a:r>
              <a:rPr lang="ko-KR" sz="1400" b="1" i="0" u="none" strike="noStrike" cap="none">
                <a:solidFill>
                  <a:schemeClr val="lt1"/>
                </a:solidFill>
                <a:latin typeface="나눔고딕" pitchFamily="50" charset="-127"/>
                <a:ea typeface="나눔고딕" pitchFamily="50" charset="-127"/>
                <a:cs typeface="Calibri"/>
                <a:sym typeface="Calibri"/>
              </a:rPr>
              <a:t>. 별첨</a:t>
            </a:r>
            <a:endParaRPr sz="1400" b="1" i="0" u="none" strike="noStrike" cap="none">
              <a:solidFill>
                <a:schemeClr val="lt1"/>
              </a:solidFill>
              <a:latin typeface="나눔고딕" pitchFamily="50" charset="-127"/>
              <a:ea typeface="나눔고딕" pitchFamily="50" charset="-127"/>
              <a:cs typeface="Calibri"/>
              <a:sym typeface="Calibri"/>
            </a:endParaRPr>
          </a:p>
        </p:txBody>
      </p:sp>
      <p:sp>
        <p:nvSpPr>
          <p:cNvPr id="117" name="모서리가 둥근 직사각형 116"/>
          <p:cNvSpPr/>
          <p:nvPr/>
        </p:nvSpPr>
        <p:spPr>
          <a:xfrm>
            <a:off x="174450" y="139389"/>
            <a:ext cx="2951519" cy="1008221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/>
            <a:r>
              <a:rPr lang="en-US" altLang="ko-KR" b="1" dirty="0">
                <a:solidFill>
                  <a:schemeClr val="bg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  <a:cs typeface="Malgun Gothic"/>
                <a:sym typeface="Malgun Gothic"/>
              </a:rPr>
              <a:t>[TO-BE] </a:t>
            </a:r>
            <a:br>
              <a:rPr lang="en-US" altLang="ko-KR" b="1" dirty="0">
                <a:solidFill>
                  <a:schemeClr val="bg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  <a:cs typeface="Malgun Gothic"/>
                <a:sym typeface="Malgun Gothic"/>
              </a:rPr>
            </a:br>
            <a:r>
              <a:rPr lang="ko-KR" altLang="en-US" b="1" dirty="0">
                <a:solidFill>
                  <a:schemeClr val="bg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  <a:cs typeface="Malgun Gothic"/>
                <a:sym typeface="Malgun Gothic"/>
              </a:rPr>
              <a:t>청약 프로세스</a:t>
            </a:r>
            <a:endParaRPr lang="en-US" altLang="ko-KR" b="1" dirty="0">
              <a:solidFill>
                <a:schemeClr val="bg1">
                  <a:lumMod val="50000"/>
                </a:schemeClr>
              </a:solidFill>
              <a:latin typeface="나눔고딕" pitchFamily="50" charset="-127"/>
              <a:ea typeface="나눔고딕" pitchFamily="50" charset="-127"/>
              <a:cs typeface="Malgun Gothic"/>
              <a:sym typeface="Malgun Gothic"/>
            </a:endParaRPr>
          </a:p>
          <a:p>
            <a:pPr lvl="0"/>
            <a:r>
              <a:rPr lang="en-US" altLang="ko-KR" b="1" dirty="0">
                <a:solidFill>
                  <a:schemeClr val="bg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  <a:cs typeface="Malgun Gothic"/>
                <a:sym typeface="Malgun Gothic"/>
              </a:rPr>
              <a:t>(2026-02-05</a:t>
            </a:r>
            <a:r>
              <a:rPr lang="ko-KR" altLang="en-US" b="1" dirty="0">
                <a:solidFill>
                  <a:schemeClr val="bg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  <a:cs typeface="Malgun Gothic"/>
                <a:sym typeface="Malgun Gothic"/>
              </a:rPr>
              <a:t>기준</a:t>
            </a:r>
            <a:r>
              <a:rPr lang="en-US" altLang="ko-KR" b="1" dirty="0">
                <a:solidFill>
                  <a:schemeClr val="bg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  <a:cs typeface="Malgun Gothic"/>
                <a:sym typeface="Malgun Gothic"/>
              </a:rPr>
              <a:t>)</a:t>
            </a:r>
            <a:endParaRPr lang="ko-KR" altLang="en-US" b="1" dirty="0">
              <a:solidFill>
                <a:schemeClr val="bg1">
                  <a:lumMod val="50000"/>
                </a:schemeClr>
              </a:solidFill>
              <a:latin typeface="나눔고딕" pitchFamily="50" charset="-127"/>
              <a:ea typeface="나눔고딕" pitchFamily="50" charset="-127"/>
              <a:cs typeface="Malgun Gothic"/>
              <a:sym typeface="Malgun Gothic"/>
            </a:endParaRPr>
          </a:p>
        </p:txBody>
      </p:sp>
      <p:cxnSp>
        <p:nvCxnSpPr>
          <p:cNvPr id="119" name="직선 연결선 118"/>
          <p:cNvCxnSpPr/>
          <p:nvPr/>
        </p:nvCxnSpPr>
        <p:spPr>
          <a:xfrm flipV="1">
            <a:off x="2832781" y="309156"/>
            <a:ext cx="0" cy="551619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순서도: 수행의 시작/종료 119"/>
          <p:cNvSpPr/>
          <p:nvPr/>
        </p:nvSpPr>
        <p:spPr>
          <a:xfrm>
            <a:off x="3318304" y="263135"/>
            <a:ext cx="1092152" cy="288040"/>
          </a:xfrm>
          <a:prstGeom prst="flowChartTerminator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Start</a:t>
            </a:r>
            <a:endParaRPr lang="ko-KR" altLang="en-US" sz="80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21" name="순서도: 처리 120"/>
          <p:cNvSpPr/>
          <p:nvPr/>
        </p:nvSpPr>
        <p:spPr>
          <a:xfrm>
            <a:off x="4618455" y="263135"/>
            <a:ext cx="1092152" cy="288040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구 </a:t>
            </a:r>
            <a:r>
              <a:rPr lang="en-US" altLang="ko-KR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ERP</a:t>
            </a:r>
            <a:endParaRPr lang="ko-KR" altLang="en-US" sz="800" dirty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22" name="순서도: 처리 121"/>
          <p:cNvSpPr/>
          <p:nvPr/>
        </p:nvSpPr>
        <p:spPr>
          <a:xfrm>
            <a:off x="5918604" y="263135"/>
            <a:ext cx="1092152" cy="288040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캐롯손해보험</a:t>
            </a:r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 페이지 연결</a:t>
            </a:r>
          </a:p>
        </p:txBody>
      </p:sp>
      <p:cxnSp>
        <p:nvCxnSpPr>
          <p:cNvPr id="123" name="직선 화살표 연결선 95"/>
          <p:cNvCxnSpPr>
            <a:cxnSpLocks/>
            <a:stCxn id="122" idx="3"/>
            <a:endCxn id="124" idx="1"/>
          </p:cNvCxnSpPr>
          <p:nvPr/>
        </p:nvCxnSpPr>
        <p:spPr>
          <a:xfrm flipV="1">
            <a:off x="7010756" y="405014"/>
            <a:ext cx="319067" cy="2141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순서도: 처리 123"/>
          <p:cNvSpPr/>
          <p:nvPr/>
        </p:nvSpPr>
        <p:spPr>
          <a:xfrm>
            <a:off x="7329823" y="260994"/>
            <a:ext cx="1092152" cy="288040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청약신청</a:t>
            </a:r>
          </a:p>
        </p:txBody>
      </p:sp>
      <p:cxnSp>
        <p:nvCxnSpPr>
          <p:cNvPr id="125" name="직선 화살표 연결선 124"/>
          <p:cNvCxnSpPr>
            <a:stCxn id="120" idx="3"/>
            <a:endCxn id="121" idx="1"/>
          </p:cNvCxnSpPr>
          <p:nvPr/>
        </p:nvCxnSpPr>
        <p:spPr>
          <a:xfrm>
            <a:off x="4410457" y="407155"/>
            <a:ext cx="207999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직선 화살표 연결선 125"/>
          <p:cNvCxnSpPr>
            <a:stCxn id="121" idx="3"/>
            <a:endCxn id="122" idx="1"/>
          </p:cNvCxnSpPr>
          <p:nvPr/>
        </p:nvCxnSpPr>
        <p:spPr>
          <a:xfrm>
            <a:off x="5710606" y="407155"/>
            <a:ext cx="207999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직사각형 126"/>
          <p:cNvSpPr/>
          <p:nvPr/>
        </p:nvSpPr>
        <p:spPr>
          <a:xfrm>
            <a:off x="2056341" y="113665"/>
            <a:ext cx="768107" cy="6179629"/>
          </a:xfrm>
          <a:prstGeom prst="rect">
            <a:avLst/>
          </a:prstGeom>
          <a:noFill/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청약 진행</a:t>
            </a:r>
          </a:p>
        </p:txBody>
      </p:sp>
      <p:cxnSp>
        <p:nvCxnSpPr>
          <p:cNvPr id="149" name="직선 연결선 148"/>
          <p:cNvCxnSpPr/>
          <p:nvPr/>
        </p:nvCxnSpPr>
        <p:spPr>
          <a:xfrm>
            <a:off x="2137332" y="99219"/>
            <a:ext cx="794964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직선 연결선 149"/>
          <p:cNvCxnSpPr/>
          <p:nvPr/>
        </p:nvCxnSpPr>
        <p:spPr>
          <a:xfrm>
            <a:off x="2832781" y="6293295"/>
            <a:ext cx="794964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순서도: 처리 4">
            <a:extLst>
              <a:ext uri="{FF2B5EF4-FFF2-40B4-BE49-F238E27FC236}">
                <a16:creationId xmlns:a16="http://schemas.microsoft.com/office/drawing/2014/main" id="{A6C4D69B-37E2-F1D7-A347-615D3310779A}"/>
              </a:ext>
            </a:extLst>
          </p:cNvPr>
          <p:cNvSpPr/>
          <p:nvPr/>
        </p:nvSpPr>
        <p:spPr>
          <a:xfrm>
            <a:off x="7329822" y="945200"/>
            <a:ext cx="1092152" cy="288040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엑셀 업로드</a:t>
            </a:r>
          </a:p>
        </p:txBody>
      </p:sp>
      <p:sp>
        <p:nvSpPr>
          <p:cNvPr id="6" name="순서도: 처리 5">
            <a:extLst>
              <a:ext uri="{FF2B5EF4-FFF2-40B4-BE49-F238E27FC236}">
                <a16:creationId xmlns:a16="http://schemas.microsoft.com/office/drawing/2014/main" id="{EA564BC6-5611-40D6-8FA8-5869D566E1A8}"/>
              </a:ext>
            </a:extLst>
          </p:cNvPr>
          <p:cNvSpPr/>
          <p:nvPr/>
        </p:nvSpPr>
        <p:spPr>
          <a:xfrm>
            <a:off x="10320456" y="945200"/>
            <a:ext cx="1092152" cy="288040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ERP </a:t>
            </a:r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연동</a:t>
            </a:r>
          </a:p>
        </p:txBody>
      </p:sp>
      <p:sp>
        <p:nvSpPr>
          <p:cNvPr id="23" name="순서도: 수행의 시작/종료 22">
            <a:extLst>
              <a:ext uri="{FF2B5EF4-FFF2-40B4-BE49-F238E27FC236}">
                <a16:creationId xmlns:a16="http://schemas.microsoft.com/office/drawing/2014/main" id="{DF81CA87-FF71-3CAB-8556-A406D041AD17}"/>
              </a:ext>
            </a:extLst>
          </p:cNvPr>
          <p:cNvSpPr/>
          <p:nvPr/>
        </p:nvSpPr>
        <p:spPr>
          <a:xfrm>
            <a:off x="8837267" y="5766906"/>
            <a:ext cx="1092152" cy="288040"/>
          </a:xfrm>
          <a:prstGeom prst="flowChartTerminator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End</a:t>
            </a:r>
            <a:endParaRPr lang="ko-KR" altLang="en-US" sz="800" dirty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91" name="순서도: 처리 90">
            <a:extLst>
              <a:ext uri="{FF2B5EF4-FFF2-40B4-BE49-F238E27FC236}">
                <a16:creationId xmlns:a16="http://schemas.microsoft.com/office/drawing/2014/main" id="{F06864A1-1717-DACB-276E-B6317DB2DE30}"/>
              </a:ext>
            </a:extLst>
          </p:cNvPr>
          <p:cNvSpPr/>
          <p:nvPr/>
        </p:nvSpPr>
        <p:spPr>
          <a:xfrm>
            <a:off x="7329873" y="2030764"/>
            <a:ext cx="1092152" cy="288040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엑셀 업로드</a:t>
            </a:r>
          </a:p>
        </p:txBody>
      </p:sp>
      <p:cxnSp>
        <p:nvCxnSpPr>
          <p:cNvPr id="92" name="직선 화살표 연결선 95">
            <a:extLst>
              <a:ext uri="{FF2B5EF4-FFF2-40B4-BE49-F238E27FC236}">
                <a16:creationId xmlns:a16="http://schemas.microsoft.com/office/drawing/2014/main" id="{56EF333F-4F47-647F-A77B-E816E32E316F}"/>
              </a:ext>
            </a:extLst>
          </p:cNvPr>
          <p:cNvCxnSpPr>
            <a:cxnSpLocks/>
            <a:stCxn id="5" idx="2"/>
            <a:endCxn id="2186" idx="0"/>
          </p:cNvCxnSpPr>
          <p:nvPr/>
        </p:nvCxnSpPr>
        <p:spPr>
          <a:xfrm>
            <a:off x="7875898" y="1233240"/>
            <a:ext cx="51" cy="200576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화살표 연결선 95">
            <a:extLst>
              <a:ext uri="{FF2B5EF4-FFF2-40B4-BE49-F238E27FC236}">
                <a16:creationId xmlns:a16="http://schemas.microsoft.com/office/drawing/2014/main" id="{84819201-7DA3-4F78-007A-06341557579B}"/>
              </a:ext>
            </a:extLst>
          </p:cNvPr>
          <p:cNvCxnSpPr>
            <a:cxnSpLocks/>
            <a:stCxn id="2186" idx="2"/>
            <a:endCxn id="91" idx="0"/>
          </p:cNvCxnSpPr>
          <p:nvPr/>
        </p:nvCxnSpPr>
        <p:spPr>
          <a:xfrm>
            <a:off x="7875949" y="1765861"/>
            <a:ext cx="0" cy="264903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86" name="순서도: 문서 2185">
            <a:extLst>
              <a:ext uri="{FF2B5EF4-FFF2-40B4-BE49-F238E27FC236}">
                <a16:creationId xmlns:a16="http://schemas.microsoft.com/office/drawing/2014/main" id="{F4C96266-9923-8B79-E9E6-83DD606F1781}"/>
              </a:ext>
            </a:extLst>
          </p:cNvPr>
          <p:cNvSpPr/>
          <p:nvPr/>
        </p:nvSpPr>
        <p:spPr>
          <a:xfrm>
            <a:off x="7329873" y="1433816"/>
            <a:ext cx="1092152" cy="355551"/>
          </a:xfrm>
          <a:prstGeom prst="flowChartDocumen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엑셀템플릿</a:t>
            </a:r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 다운로드 </a:t>
            </a:r>
            <a:r>
              <a:rPr lang="en-US" altLang="ko-KR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/ </a:t>
            </a:r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작성</a:t>
            </a:r>
          </a:p>
        </p:txBody>
      </p:sp>
      <p:cxnSp>
        <p:nvCxnSpPr>
          <p:cNvPr id="2193" name="꺾인 연결선 68">
            <a:extLst>
              <a:ext uri="{FF2B5EF4-FFF2-40B4-BE49-F238E27FC236}">
                <a16:creationId xmlns:a16="http://schemas.microsoft.com/office/drawing/2014/main" id="{715C72BD-CB41-B01C-ED21-459A19CB38D9}"/>
              </a:ext>
            </a:extLst>
          </p:cNvPr>
          <p:cNvCxnSpPr>
            <a:cxnSpLocks/>
            <a:stCxn id="124" idx="2"/>
            <a:endCxn id="6" idx="0"/>
          </p:cNvCxnSpPr>
          <p:nvPr/>
        </p:nvCxnSpPr>
        <p:spPr>
          <a:xfrm rot="16200000" flipH="1">
            <a:off x="9173132" y="-748200"/>
            <a:ext cx="396166" cy="2990633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03" name="순서도: 처리 2202">
            <a:extLst>
              <a:ext uri="{FF2B5EF4-FFF2-40B4-BE49-F238E27FC236}">
                <a16:creationId xmlns:a16="http://schemas.microsoft.com/office/drawing/2014/main" id="{0ACD422A-4115-CD5E-71D0-BEA1CF8965F7}"/>
              </a:ext>
            </a:extLst>
          </p:cNvPr>
          <p:cNvSpPr/>
          <p:nvPr/>
        </p:nvSpPr>
        <p:spPr>
          <a:xfrm>
            <a:off x="10320456" y="1525863"/>
            <a:ext cx="1092152" cy="288040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ERP </a:t>
            </a:r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예약번호 입력 </a:t>
            </a:r>
            <a:r>
              <a:rPr lang="en-US" altLang="ko-KR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/ </a:t>
            </a:r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검색</a:t>
            </a:r>
          </a:p>
        </p:txBody>
      </p:sp>
      <p:sp>
        <p:nvSpPr>
          <p:cNvPr id="2141" name="직사각형 2140">
            <a:extLst>
              <a:ext uri="{FF2B5EF4-FFF2-40B4-BE49-F238E27FC236}">
                <a16:creationId xmlns:a16="http://schemas.microsoft.com/office/drawing/2014/main" id="{5F9ED227-92B3-2CD4-2DF4-2AEA73A0E743}"/>
              </a:ext>
            </a:extLst>
          </p:cNvPr>
          <p:cNvSpPr/>
          <p:nvPr/>
        </p:nvSpPr>
        <p:spPr>
          <a:xfrm>
            <a:off x="2064674" y="6283007"/>
            <a:ext cx="768107" cy="574993"/>
          </a:xfrm>
          <a:prstGeom prst="rect">
            <a:avLst/>
          </a:prstGeom>
          <a:noFill/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계약 확인</a:t>
            </a:r>
          </a:p>
        </p:txBody>
      </p:sp>
      <p:cxnSp>
        <p:nvCxnSpPr>
          <p:cNvPr id="2142" name="직선 연결선 2141">
            <a:extLst>
              <a:ext uri="{FF2B5EF4-FFF2-40B4-BE49-F238E27FC236}">
                <a16:creationId xmlns:a16="http://schemas.microsoft.com/office/drawing/2014/main" id="{4497AD7F-0687-1559-91D1-902BF3E47027}"/>
              </a:ext>
            </a:extLst>
          </p:cNvPr>
          <p:cNvCxnSpPr/>
          <p:nvPr/>
        </p:nvCxnSpPr>
        <p:spPr>
          <a:xfrm>
            <a:off x="2832781" y="6858000"/>
            <a:ext cx="794964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순서도: 수행의 시작/종료 96">
            <a:extLst>
              <a:ext uri="{FF2B5EF4-FFF2-40B4-BE49-F238E27FC236}">
                <a16:creationId xmlns:a16="http://schemas.microsoft.com/office/drawing/2014/main" id="{227ACE31-ED03-A92F-B942-6EE64F7F5A05}"/>
              </a:ext>
            </a:extLst>
          </p:cNvPr>
          <p:cNvSpPr/>
          <p:nvPr/>
        </p:nvSpPr>
        <p:spPr>
          <a:xfrm>
            <a:off x="3017902" y="6450849"/>
            <a:ext cx="1092152" cy="288040"/>
          </a:xfrm>
          <a:prstGeom prst="flowChartTerminator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Start</a:t>
            </a:r>
            <a:endParaRPr lang="ko-KR" altLang="en-US" sz="80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98" name="직선 화살표 연결선 97">
            <a:extLst>
              <a:ext uri="{FF2B5EF4-FFF2-40B4-BE49-F238E27FC236}">
                <a16:creationId xmlns:a16="http://schemas.microsoft.com/office/drawing/2014/main" id="{051AC5A6-B1F7-0FFE-DAA1-7575A654C615}"/>
              </a:ext>
            </a:extLst>
          </p:cNvPr>
          <p:cNvCxnSpPr>
            <a:cxnSpLocks/>
            <a:stCxn id="97" idx="3"/>
            <a:endCxn id="99" idx="1"/>
          </p:cNvCxnSpPr>
          <p:nvPr/>
        </p:nvCxnSpPr>
        <p:spPr>
          <a:xfrm>
            <a:off x="4110054" y="6594869"/>
            <a:ext cx="300402" cy="484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순서도: 처리 98">
            <a:extLst>
              <a:ext uri="{FF2B5EF4-FFF2-40B4-BE49-F238E27FC236}">
                <a16:creationId xmlns:a16="http://schemas.microsoft.com/office/drawing/2014/main" id="{BF87AA32-0DA0-493C-3A41-C9AAE3845777}"/>
              </a:ext>
            </a:extLst>
          </p:cNvPr>
          <p:cNvSpPr/>
          <p:nvPr/>
        </p:nvSpPr>
        <p:spPr>
          <a:xfrm>
            <a:off x="4410456" y="6451333"/>
            <a:ext cx="1092152" cy="288040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계약내역</a:t>
            </a:r>
          </a:p>
        </p:txBody>
      </p:sp>
      <p:sp>
        <p:nvSpPr>
          <p:cNvPr id="103" name="순서도: 처리 102">
            <a:extLst>
              <a:ext uri="{FF2B5EF4-FFF2-40B4-BE49-F238E27FC236}">
                <a16:creationId xmlns:a16="http://schemas.microsoft.com/office/drawing/2014/main" id="{7242FB53-1DCC-DDE2-11B0-CBA3BD62B69F}"/>
              </a:ext>
            </a:extLst>
          </p:cNvPr>
          <p:cNvSpPr/>
          <p:nvPr/>
        </p:nvSpPr>
        <p:spPr>
          <a:xfrm>
            <a:off x="5732137" y="6450780"/>
            <a:ext cx="1092152" cy="288040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검색</a:t>
            </a:r>
            <a:endParaRPr lang="ko-KR" altLang="en-US" sz="800" dirty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104" name="직선 화살표 연결선 103">
            <a:extLst>
              <a:ext uri="{FF2B5EF4-FFF2-40B4-BE49-F238E27FC236}">
                <a16:creationId xmlns:a16="http://schemas.microsoft.com/office/drawing/2014/main" id="{E2F3D1A5-BF41-9FE1-15CD-D12BF207165B}"/>
              </a:ext>
            </a:extLst>
          </p:cNvPr>
          <p:cNvCxnSpPr>
            <a:cxnSpLocks/>
            <a:stCxn id="99" idx="3"/>
            <a:endCxn id="103" idx="1"/>
          </p:cNvCxnSpPr>
          <p:nvPr/>
        </p:nvCxnSpPr>
        <p:spPr>
          <a:xfrm flipV="1">
            <a:off x="5502608" y="6594800"/>
            <a:ext cx="229529" cy="553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순서도: 처리 108">
            <a:extLst>
              <a:ext uri="{FF2B5EF4-FFF2-40B4-BE49-F238E27FC236}">
                <a16:creationId xmlns:a16="http://schemas.microsoft.com/office/drawing/2014/main" id="{9A671210-D4A7-C9B7-40B9-61DE19D87183}"/>
              </a:ext>
            </a:extLst>
          </p:cNvPr>
          <p:cNvSpPr/>
          <p:nvPr/>
        </p:nvSpPr>
        <p:spPr>
          <a:xfrm>
            <a:off x="7070798" y="6450677"/>
            <a:ext cx="1092152" cy="288040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검색 결과</a:t>
            </a:r>
          </a:p>
        </p:txBody>
      </p:sp>
      <p:cxnSp>
        <p:nvCxnSpPr>
          <p:cNvPr id="110" name="직선 화살표 연결선 109">
            <a:extLst>
              <a:ext uri="{FF2B5EF4-FFF2-40B4-BE49-F238E27FC236}">
                <a16:creationId xmlns:a16="http://schemas.microsoft.com/office/drawing/2014/main" id="{3FD826BE-6D43-D14A-A9D9-28BB9F4A7EDE}"/>
              </a:ext>
            </a:extLst>
          </p:cNvPr>
          <p:cNvCxnSpPr>
            <a:cxnSpLocks/>
          </p:cNvCxnSpPr>
          <p:nvPr/>
        </p:nvCxnSpPr>
        <p:spPr>
          <a:xfrm flipV="1">
            <a:off x="8491003" y="6568563"/>
            <a:ext cx="361136" cy="388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순서도: 처리 111">
            <a:extLst>
              <a:ext uri="{FF2B5EF4-FFF2-40B4-BE49-F238E27FC236}">
                <a16:creationId xmlns:a16="http://schemas.microsoft.com/office/drawing/2014/main" id="{F5673217-5982-88D9-52EA-2B6B248DE3E4}"/>
              </a:ext>
            </a:extLst>
          </p:cNvPr>
          <p:cNvSpPr/>
          <p:nvPr/>
        </p:nvSpPr>
        <p:spPr>
          <a:xfrm>
            <a:off x="8422025" y="6444170"/>
            <a:ext cx="1092152" cy="288040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계약 상세</a:t>
            </a:r>
          </a:p>
        </p:txBody>
      </p:sp>
      <p:sp>
        <p:nvSpPr>
          <p:cNvPr id="113" name="순서도: 수행의 시작/종료 112">
            <a:extLst>
              <a:ext uri="{FF2B5EF4-FFF2-40B4-BE49-F238E27FC236}">
                <a16:creationId xmlns:a16="http://schemas.microsoft.com/office/drawing/2014/main" id="{AC6AD50D-0826-541E-7B56-146A99A2524F}"/>
              </a:ext>
            </a:extLst>
          </p:cNvPr>
          <p:cNvSpPr/>
          <p:nvPr/>
        </p:nvSpPr>
        <p:spPr>
          <a:xfrm>
            <a:off x="9774380" y="6438290"/>
            <a:ext cx="1092152" cy="288040"/>
          </a:xfrm>
          <a:prstGeom prst="flowChartTerminator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End</a:t>
            </a:r>
            <a:endParaRPr lang="ko-KR" altLang="en-US" sz="80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128" name="직선 화살표 연결선 127">
            <a:extLst>
              <a:ext uri="{FF2B5EF4-FFF2-40B4-BE49-F238E27FC236}">
                <a16:creationId xmlns:a16="http://schemas.microsoft.com/office/drawing/2014/main" id="{05920B7F-3BDA-6C16-93FD-7F9911E52201}"/>
              </a:ext>
            </a:extLst>
          </p:cNvPr>
          <p:cNvCxnSpPr>
            <a:cxnSpLocks/>
            <a:stCxn id="103" idx="3"/>
            <a:endCxn id="109" idx="1"/>
          </p:cNvCxnSpPr>
          <p:nvPr/>
        </p:nvCxnSpPr>
        <p:spPr>
          <a:xfrm flipV="1">
            <a:off x="6824289" y="6594697"/>
            <a:ext cx="246509" cy="103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직선 화살표 연결선 130">
            <a:extLst>
              <a:ext uri="{FF2B5EF4-FFF2-40B4-BE49-F238E27FC236}">
                <a16:creationId xmlns:a16="http://schemas.microsoft.com/office/drawing/2014/main" id="{C6DC3FC8-B9EE-F4FF-56AF-6FB81A91247E}"/>
              </a:ext>
            </a:extLst>
          </p:cNvPr>
          <p:cNvCxnSpPr>
            <a:cxnSpLocks/>
          </p:cNvCxnSpPr>
          <p:nvPr/>
        </p:nvCxnSpPr>
        <p:spPr>
          <a:xfrm flipV="1">
            <a:off x="8169166" y="6579595"/>
            <a:ext cx="246509" cy="103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직선 화살표 연결선 131">
            <a:extLst>
              <a:ext uri="{FF2B5EF4-FFF2-40B4-BE49-F238E27FC236}">
                <a16:creationId xmlns:a16="http://schemas.microsoft.com/office/drawing/2014/main" id="{AEB4667C-D28F-27A6-8685-2E56F681269E}"/>
              </a:ext>
            </a:extLst>
          </p:cNvPr>
          <p:cNvCxnSpPr>
            <a:cxnSpLocks/>
          </p:cNvCxnSpPr>
          <p:nvPr/>
        </p:nvCxnSpPr>
        <p:spPr>
          <a:xfrm flipV="1">
            <a:off x="9525824" y="6582310"/>
            <a:ext cx="246509" cy="103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꺾인 연결선 68">
            <a:extLst>
              <a:ext uri="{FF2B5EF4-FFF2-40B4-BE49-F238E27FC236}">
                <a16:creationId xmlns:a16="http://schemas.microsoft.com/office/drawing/2014/main" id="{E8042D24-AF5D-166C-3AE1-5F798F5332B3}"/>
              </a:ext>
            </a:extLst>
          </p:cNvPr>
          <p:cNvCxnSpPr>
            <a:cxnSpLocks/>
            <a:stCxn id="23" idx="2"/>
            <a:endCxn id="99" idx="0"/>
          </p:cNvCxnSpPr>
          <p:nvPr/>
        </p:nvCxnSpPr>
        <p:spPr>
          <a:xfrm rot="5400000">
            <a:off x="6971745" y="4039734"/>
            <a:ext cx="396387" cy="4426811"/>
          </a:xfrm>
          <a:prstGeom prst="bentConnector3">
            <a:avLst>
              <a:gd name="adj1" fmla="val 30776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화살표 연결선 95">
            <a:extLst>
              <a:ext uri="{FF2B5EF4-FFF2-40B4-BE49-F238E27FC236}">
                <a16:creationId xmlns:a16="http://schemas.microsoft.com/office/drawing/2014/main" id="{F7F49406-E30C-4F42-B0A5-722340E0F93D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10866532" y="1233240"/>
            <a:ext cx="0" cy="339274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꺾인 연결선 68">
            <a:extLst>
              <a:ext uri="{FF2B5EF4-FFF2-40B4-BE49-F238E27FC236}">
                <a16:creationId xmlns:a16="http://schemas.microsoft.com/office/drawing/2014/main" id="{945BE3C0-CCE3-4E05-9ABE-30A13E8FAA5D}"/>
              </a:ext>
            </a:extLst>
          </p:cNvPr>
          <p:cNvCxnSpPr>
            <a:cxnSpLocks/>
            <a:stCxn id="124" idx="2"/>
            <a:endCxn id="142" idx="0"/>
          </p:cNvCxnSpPr>
          <p:nvPr/>
        </p:nvCxnSpPr>
        <p:spPr>
          <a:xfrm rot="5400000">
            <a:off x="6093539" y="-837160"/>
            <a:ext cx="396166" cy="3168555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직선 화살표 연결선 95">
            <a:extLst>
              <a:ext uri="{FF2B5EF4-FFF2-40B4-BE49-F238E27FC236}">
                <a16:creationId xmlns:a16="http://schemas.microsoft.com/office/drawing/2014/main" id="{F1BD0CBD-0215-4FBC-A4F7-87543662F62A}"/>
              </a:ext>
            </a:extLst>
          </p:cNvPr>
          <p:cNvCxnSpPr>
            <a:cxnSpLocks/>
            <a:stCxn id="142" idx="2"/>
            <a:endCxn id="145" idx="0"/>
          </p:cNvCxnSpPr>
          <p:nvPr/>
        </p:nvCxnSpPr>
        <p:spPr>
          <a:xfrm>
            <a:off x="4707344" y="1233240"/>
            <a:ext cx="0" cy="325589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순서도: 처리 141">
            <a:extLst>
              <a:ext uri="{FF2B5EF4-FFF2-40B4-BE49-F238E27FC236}">
                <a16:creationId xmlns:a16="http://schemas.microsoft.com/office/drawing/2014/main" id="{7860046D-2196-452C-B3F9-736504EC4CEF}"/>
              </a:ext>
            </a:extLst>
          </p:cNvPr>
          <p:cNvSpPr/>
          <p:nvPr/>
        </p:nvSpPr>
        <p:spPr>
          <a:xfrm>
            <a:off x="4161268" y="945200"/>
            <a:ext cx="1092152" cy="288040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수기 작성</a:t>
            </a:r>
          </a:p>
        </p:txBody>
      </p:sp>
      <p:sp>
        <p:nvSpPr>
          <p:cNvPr id="145" name="순서도: 처리 144">
            <a:extLst>
              <a:ext uri="{FF2B5EF4-FFF2-40B4-BE49-F238E27FC236}">
                <a16:creationId xmlns:a16="http://schemas.microsoft.com/office/drawing/2014/main" id="{D397E6D8-20E6-43DF-8377-FFDBF9FE41DF}"/>
              </a:ext>
            </a:extLst>
          </p:cNvPr>
          <p:cNvSpPr/>
          <p:nvPr/>
        </p:nvSpPr>
        <p:spPr>
          <a:xfrm>
            <a:off x="4161268" y="1558829"/>
            <a:ext cx="1092152" cy="288040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계약자 정보 입력</a:t>
            </a:r>
          </a:p>
        </p:txBody>
      </p:sp>
      <p:sp>
        <p:nvSpPr>
          <p:cNvPr id="102" name="순서도: 판단 101">
            <a:extLst>
              <a:ext uri="{FF2B5EF4-FFF2-40B4-BE49-F238E27FC236}">
                <a16:creationId xmlns:a16="http://schemas.microsoft.com/office/drawing/2014/main" id="{10FF3772-4CE8-4F4D-8373-710F75048A1D}"/>
              </a:ext>
            </a:extLst>
          </p:cNvPr>
          <p:cNvSpPr/>
          <p:nvPr/>
        </p:nvSpPr>
        <p:spPr>
          <a:xfrm>
            <a:off x="7332936" y="2557370"/>
            <a:ext cx="1092152" cy="396618"/>
          </a:xfrm>
          <a:prstGeom prst="flowChartDecision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보험료 조회</a:t>
            </a:r>
            <a:endParaRPr lang="en-US" altLang="ko-KR" sz="800" dirty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105" name="직선 화살표 연결선 95">
            <a:extLst>
              <a:ext uri="{FF2B5EF4-FFF2-40B4-BE49-F238E27FC236}">
                <a16:creationId xmlns:a16="http://schemas.microsoft.com/office/drawing/2014/main" id="{2881978D-8639-4BC4-AB08-CA7031BA8A44}"/>
              </a:ext>
            </a:extLst>
          </p:cNvPr>
          <p:cNvCxnSpPr>
            <a:cxnSpLocks/>
            <a:stCxn id="91" idx="2"/>
            <a:endCxn id="102" idx="0"/>
          </p:cNvCxnSpPr>
          <p:nvPr/>
        </p:nvCxnSpPr>
        <p:spPr>
          <a:xfrm>
            <a:off x="7875949" y="2318804"/>
            <a:ext cx="3063" cy="238566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C7DC4795-1791-4A31-A185-41DFCB3971E7}"/>
              </a:ext>
            </a:extLst>
          </p:cNvPr>
          <p:cNvSpPr txBox="1"/>
          <p:nvPr/>
        </p:nvSpPr>
        <p:spPr>
          <a:xfrm>
            <a:off x="7111861" y="2498008"/>
            <a:ext cx="26321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latin typeface="나눔고딕" pitchFamily="50" charset="-127"/>
                <a:ea typeface="나눔고딕" pitchFamily="50" charset="-127"/>
              </a:rPr>
              <a:t>N</a:t>
            </a:r>
            <a:endParaRPr lang="ko-KR" altLang="en-US" sz="800" dirty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F896FD8B-697B-452F-BAF7-FF2DBD4DD0F7}"/>
              </a:ext>
            </a:extLst>
          </p:cNvPr>
          <p:cNvSpPr txBox="1"/>
          <p:nvPr/>
        </p:nvSpPr>
        <p:spPr>
          <a:xfrm>
            <a:off x="6460706" y="3436768"/>
            <a:ext cx="2535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latin typeface="나눔고딕" pitchFamily="50" charset="-127"/>
                <a:ea typeface="나눔고딕" pitchFamily="50" charset="-127"/>
              </a:rPr>
              <a:t>Y</a:t>
            </a:r>
            <a:endParaRPr lang="ko-KR" altLang="en-US" sz="800" dirty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18" name="순서도: 처리 117">
            <a:extLst>
              <a:ext uri="{FF2B5EF4-FFF2-40B4-BE49-F238E27FC236}">
                <a16:creationId xmlns:a16="http://schemas.microsoft.com/office/drawing/2014/main" id="{1EE63395-A67F-4AFF-AC77-7E1C6BB003E5}"/>
              </a:ext>
            </a:extLst>
          </p:cNvPr>
          <p:cNvSpPr/>
          <p:nvPr/>
        </p:nvSpPr>
        <p:spPr>
          <a:xfrm>
            <a:off x="7329873" y="3156333"/>
            <a:ext cx="1092152" cy="288040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보험료 확인</a:t>
            </a:r>
          </a:p>
        </p:txBody>
      </p:sp>
      <p:cxnSp>
        <p:nvCxnSpPr>
          <p:cNvPr id="130" name="직선 화살표 연결선 95">
            <a:extLst>
              <a:ext uri="{FF2B5EF4-FFF2-40B4-BE49-F238E27FC236}">
                <a16:creationId xmlns:a16="http://schemas.microsoft.com/office/drawing/2014/main" id="{1E61576C-2AD6-4A9B-B18D-1AE6E56D56AF}"/>
              </a:ext>
            </a:extLst>
          </p:cNvPr>
          <p:cNvCxnSpPr>
            <a:cxnSpLocks/>
            <a:stCxn id="102" idx="2"/>
            <a:endCxn id="118" idx="0"/>
          </p:cNvCxnSpPr>
          <p:nvPr/>
        </p:nvCxnSpPr>
        <p:spPr>
          <a:xfrm flipH="1">
            <a:off x="7875949" y="2953988"/>
            <a:ext cx="3063" cy="202345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순서도: 처리 140">
            <a:extLst>
              <a:ext uri="{FF2B5EF4-FFF2-40B4-BE49-F238E27FC236}">
                <a16:creationId xmlns:a16="http://schemas.microsoft.com/office/drawing/2014/main" id="{1A5DA546-3455-44CF-8892-09569AAFCFAA}"/>
              </a:ext>
            </a:extLst>
          </p:cNvPr>
          <p:cNvSpPr/>
          <p:nvPr/>
        </p:nvSpPr>
        <p:spPr>
          <a:xfrm>
            <a:off x="5855391" y="3708875"/>
            <a:ext cx="1092152" cy="288040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보험료 플랜</a:t>
            </a:r>
            <a:br>
              <a:rPr lang="en-US" altLang="ko-KR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</a:br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최종 확인 </a:t>
            </a:r>
            <a:r>
              <a:rPr lang="en-US" altLang="ko-KR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/ </a:t>
            </a:r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선택</a:t>
            </a:r>
          </a:p>
        </p:txBody>
      </p:sp>
      <p:cxnSp>
        <p:nvCxnSpPr>
          <p:cNvPr id="146" name="직선 화살표 연결선 95">
            <a:extLst>
              <a:ext uri="{FF2B5EF4-FFF2-40B4-BE49-F238E27FC236}">
                <a16:creationId xmlns:a16="http://schemas.microsoft.com/office/drawing/2014/main" id="{9BE8A20E-5F72-4442-BEFB-6B9EB177DA40}"/>
              </a:ext>
            </a:extLst>
          </p:cNvPr>
          <p:cNvCxnSpPr>
            <a:cxnSpLocks/>
            <a:stCxn id="118" idx="1"/>
            <a:endCxn id="154" idx="3"/>
          </p:cNvCxnSpPr>
          <p:nvPr/>
        </p:nvCxnSpPr>
        <p:spPr>
          <a:xfrm flipH="1">
            <a:off x="6947543" y="3300353"/>
            <a:ext cx="382330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순서도: 판단 153">
            <a:extLst>
              <a:ext uri="{FF2B5EF4-FFF2-40B4-BE49-F238E27FC236}">
                <a16:creationId xmlns:a16="http://schemas.microsoft.com/office/drawing/2014/main" id="{70FDAF63-67D0-4B76-A806-7C1E51CC89C4}"/>
              </a:ext>
            </a:extLst>
          </p:cNvPr>
          <p:cNvSpPr/>
          <p:nvPr/>
        </p:nvSpPr>
        <p:spPr>
          <a:xfrm>
            <a:off x="5855391" y="3102044"/>
            <a:ext cx="1092152" cy="396618"/>
          </a:xfrm>
          <a:prstGeom prst="flowChartDecision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조회</a:t>
            </a:r>
            <a:br>
              <a:rPr lang="en-US" altLang="ko-KR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</a:br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성공</a:t>
            </a:r>
            <a:br>
              <a:rPr lang="en-US" altLang="ko-KR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</a:br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여부 </a:t>
            </a:r>
            <a:endParaRPr lang="en-US" altLang="ko-KR" sz="800" dirty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C446ED35-8779-40C8-8CD4-8FAC2DF353E2}"/>
              </a:ext>
            </a:extLst>
          </p:cNvPr>
          <p:cNvSpPr txBox="1"/>
          <p:nvPr/>
        </p:nvSpPr>
        <p:spPr>
          <a:xfrm>
            <a:off x="7909354" y="2908637"/>
            <a:ext cx="2535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latin typeface="나눔고딕" pitchFamily="50" charset="-127"/>
                <a:ea typeface="나눔고딕" pitchFamily="50" charset="-127"/>
              </a:rPr>
              <a:t>Y</a:t>
            </a:r>
            <a:endParaRPr lang="ko-KR" altLang="en-US" sz="800" dirty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3F95EC1E-17D0-4706-B7A2-9205F94BAFA4}"/>
              </a:ext>
            </a:extLst>
          </p:cNvPr>
          <p:cNvSpPr txBox="1"/>
          <p:nvPr/>
        </p:nvSpPr>
        <p:spPr>
          <a:xfrm>
            <a:off x="5738955" y="3048343"/>
            <a:ext cx="26321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latin typeface="나눔고딕" pitchFamily="50" charset="-127"/>
                <a:ea typeface="나눔고딕" pitchFamily="50" charset="-127"/>
              </a:rPr>
              <a:t>N</a:t>
            </a:r>
            <a:endParaRPr lang="ko-KR" altLang="en-US" sz="800" dirty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64" name="순서도: 처리 163">
            <a:extLst>
              <a:ext uri="{FF2B5EF4-FFF2-40B4-BE49-F238E27FC236}">
                <a16:creationId xmlns:a16="http://schemas.microsoft.com/office/drawing/2014/main" id="{8917358C-5513-4B84-9779-A0535121A65F}"/>
              </a:ext>
            </a:extLst>
          </p:cNvPr>
          <p:cNvSpPr/>
          <p:nvPr/>
        </p:nvSpPr>
        <p:spPr>
          <a:xfrm>
            <a:off x="5851595" y="4245702"/>
            <a:ext cx="1092152" cy="288040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결제방법 선택</a:t>
            </a:r>
          </a:p>
        </p:txBody>
      </p:sp>
      <p:sp>
        <p:nvSpPr>
          <p:cNvPr id="165" name="순서도: 처리 164">
            <a:extLst>
              <a:ext uri="{FF2B5EF4-FFF2-40B4-BE49-F238E27FC236}">
                <a16:creationId xmlns:a16="http://schemas.microsoft.com/office/drawing/2014/main" id="{373572B7-AF3E-407B-A41C-45DF7DD08E4F}"/>
              </a:ext>
            </a:extLst>
          </p:cNvPr>
          <p:cNvSpPr/>
          <p:nvPr/>
        </p:nvSpPr>
        <p:spPr>
          <a:xfrm>
            <a:off x="7329822" y="3704193"/>
            <a:ext cx="1092152" cy="288040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총금액</a:t>
            </a:r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 확인</a:t>
            </a:r>
          </a:p>
        </p:txBody>
      </p:sp>
      <p:sp>
        <p:nvSpPr>
          <p:cNvPr id="166" name="순서도: 처리 165">
            <a:extLst>
              <a:ext uri="{FF2B5EF4-FFF2-40B4-BE49-F238E27FC236}">
                <a16:creationId xmlns:a16="http://schemas.microsoft.com/office/drawing/2014/main" id="{63482295-708B-453A-BBBA-518A3781C4D6}"/>
              </a:ext>
            </a:extLst>
          </p:cNvPr>
          <p:cNvSpPr/>
          <p:nvPr/>
        </p:nvSpPr>
        <p:spPr>
          <a:xfrm>
            <a:off x="7323523" y="4244831"/>
            <a:ext cx="1092152" cy="288040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청약 신청</a:t>
            </a:r>
          </a:p>
        </p:txBody>
      </p:sp>
      <p:sp>
        <p:nvSpPr>
          <p:cNvPr id="168" name="순서도: 판단 167">
            <a:extLst>
              <a:ext uri="{FF2B5EF4-FFF2-40B4-BE49-F238E27FC236}">
                <a16:creationId xmlns:a16="http://schemas.microsoft.com/office/drawing/2014/main" id="{A05FE1EC-2C61-4249-B1DE-3CC1DE26F99C}"/>
              </a:ext>
            </a:extLst>
          </p:cNvPr>
          <p:cNvSpPr/>
          <p:nvPr/>
        </p:nvSpPr>
        <p:spPr>
          <a:xfrm>
            <a:off x="7329873" y="4802698"/>
            <a:ext cx="1092152" cy="396618"/>
          </a:xfrm>
          <a:prstGeom prst="flowChartDecision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청약</a:t>
            </a:r>
            <a:br>
              <a:rPr lang="en-US" altLang="ko-KR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</a:br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성공</a:t>
            </a:r>
            <a:br>
              <a:rPr lang="en-US" altLang="ko-KR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</a:br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여부</a:t>
            </a:r>
            <a:endParaRPr lang="en-US" altLang="ko-KR" sz="800" dirty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69" name="순서도: 처리 168">
            <a:extLst>
              <a:ext uri="{FF2B5EF4-FFF2-40B4-BE49-F238E27FC236}">
                <a16:creationId xmlns:a16="http://schemas.microsoft.com/office/drawing/2014/main" id="{C0AE6BD7-17D7-4F7E-9D8B-13A74CB9FB9D}"/>
              </a:ext>
            </a:extLst>
          </p:cNvPr>
          <p:cNvSpPr/>
          <p:nvPr/>
        </p:nvSpPr>
        <p:spPr>
          <a:xfrm>
            <a:off x="5848140" y="5765685"/>
            <a:ext cx="1092152" cy="288040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청약 </a:t>
            </a:r>
            <a:r>
              <a:rPr lang="ko-KR" altLang="en-US" sz="800" dirty="0" err="1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재신청</a:t>
            </a:r>
            <a:endParaRPr lang="ko-KR" altLang="en-US" sz="800" dirty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70" name="순서도: 처리 169">
            <a:extLst>
              <a:ext uri="{FF2B5EF4-FFF2-40B4-BE49-F238E27FC236}">
                <a16:creationId xmlns:a16="http://schemas.microsoft.com/office/drawing/2014/main" id="{4E0A34E6-1EEB-45E2-8F93-43B87929C18A}"/>
              </a:ext>
            </a:extLst>
          </p:cNvPr>
          <p:cNvSpPr/>
          <p:nvPr/>
        </p:nvSpPr>
        <p:spPr>
          <a:xfrm>
            <a:off x="5848140" y="5247389"/>
            <a:ext cx="1092152" cy="288040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계약자 정보 재입력 </a:t>
            </a:r>
            <a:r>
              <a:rPr lang="en-US" altLang="ko-KR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/</a:t>
            </a:r>
          </a:p>
          <a:p>
            <a:pPr algn="ctr"/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동일 조건 </a:t>
            </a:r>
            <a:r>
              <a:rPr lang="ko-KR" altLang="en-US" sz="800" dirty="0" err="1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재청약</a:t>
            </a:r>
            <a:endParaRPr lang="ko-KR" altLang="en-US" sz="800" dirty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171" name="꺾인 연결선 68">
            <a:extLst>
              <a:ext uri="{FF2B5EF4-FFF2-40B4-BE49-F238E27FC236}">
                <a16:creationId xmlns:a16="http://schemas.microsoft.com/office/drawing/2014/main" id="{69CC52F3-1D06-41C7-9943-6CE15162ADEE}"/>
              </a:ext>
            </a:extLst>
          </p:cNvPr>
          <p:cNvCxnSpPr>
            <a:cxnSpLocks/>
            <a:stCxn id="124" idx="2"/>
            <a:endCxn id="5" idx="0"/>
          </p:cNvCxnSpPr>
          <p:nvPr/>
        </p:nvCxnSpPr>
        <p:spPr>
          <a:xfrm rot="5400000">
            <a:off x="7677816" y="747117"/>
            <a:ext cx="396166" cy="1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꺾인 연결선 68">
            <a:extLst>
              <a:ext uri="{FF2B5EF4-FFF2-40B4-BE49-F238E27FC236}">
                <a16:creationId xmlns:a16="http://schemas.microsoft.com/office/drawing/2014/main" id="{F74BAB9F-8550-451F-8F75-57A7A95833B3}"/>
              </a:ext>
            </a:extLst>
          </p:cNvPr>
          <p:cNvCxnSpPr>
            <a:cxnSpLocks/>
            <a:stCxn id="102" idx="1"/>
            <a:endCxn id="164" idx="1"/>
          </p:cNvCxnSpPr>
          <p:nvPr/>
        </p:nvCxnSpPr>
        <p:spPr>
          <a:xfrm rot="10800000" flipV="1">
            <a:off x="5851596" y="2755678"/>
            <a:ext cx="1481341" cy="1634043"/>
          </a:xfrm>
          <a:prstGeom prst="bentConnector3">
            <a:avLst>
              <a:gd name="adj1" fmla="val 203523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꺾인 연결선 68">
            <a:extLst>
              <a:ext uri="{FF2B5EF4-FFF2-40B4-BE49-F238E27FC236}">
                <a16:creationId xmlns:a16="http://schemas.microsoft.com/office/drawing/2014/main" id="{F9A193C2-D2EF-46B3-957C-30EEF76D334F}"/>
              </a:ext>
            </a:extLst>
          </p:cNvPr>
          <p:cNvCxnSpPr>
            <a:cxnSpLocks/>
            <a:stCxn id="145" idx="2"/>
          </p:cNvCxnSpPr>
          <p:nvPr/>
        </p:nvCxnSpPr>
        <p:spPr>
          <a:xfrm rot="16200000" flipH="1">
            <a:off x="5996037" y="558175"/>
            <a:ext cx="591218" cy="3168605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직선 화살표 연결선 95">
            <a:extLst>
              <a:ext uri="{FF2B5EF4-FFF2-40B4-BE49-F238E27FC236}">
                <a16:creationId xmlns:a16="http://schemas.microsoft.com/office/drawing/2014/main" id="{A7397D10-A200-4B52-BCB3-889EF8E8E475}"/>
              </a:ext>
            </a:extLst>
          </p:cNvPr>
          <p:cNvCxnSpPr>
            <a:cxnSpLocks/>
            <a:stCxn id="154" idx="2"/>
            <a:endCxn id="141" idx="0"/>
          </p:cNvCxnSpPr>
          <p:nvPr/>
        </p:nvCxnSpPr>
        <p:spPr>
          <a:xfrm>
            <a:off x="6401467" y="3498662"/>
            <a:ext cx="0" cy="210213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직선 화살표 연결선 95">
            <a:extLst>
              <a:ext uri="{FF2B5EF4-FFF2-40B4-BE49-F238E27FC236}">
                <a16:creationId xmlns:a16="http://schemas.microsoft.com/office/drawing/2014/main" id="{336C7582-421C-4B5E-87E1-48564BEBE12A}"/>
              </a:ext>
            </a:extLst>
          </p:cNvPr>
          <p:cNvCxnSpPr>
            <a:cxnSpLocks/>
            <a:stCxn id="164" idx="3"/>
            <a:endCxn id="166" idx="1"/>
          </p:cNvCxnSpPr>
          <p:nvPr/>
        </p:nvCxnSpPr>
        <p:spPr>
          <a:xfrm flipV="1">
            <a:off x="6943747" y="4388851"/>
            <a:ext cx="379776" cy="871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꺾인 연결선 68">
            <a:extLst>
              <a:ext uri="{FF2B5EF4-FFF2-40B4-BE49-F238E27FC236}">
                <a16:creationId xmlns:a16="http://schemas.microsoft.com/office/drawing/2014/main" id="{AD563547-6243-4D13-ADFE-89E649063649}"/>
              </a:ext>
            </a:extLst>
          </p:cNvPr>
          <p:cNvCxnSpPr>
            <a:cxnSpLocks/>
            <a:stCxn id="2203" idx="2"/>
          </p:cNvCxnSpPr>
          <p:nvPr/>
        </p:nvCxnSpPr>
        <p:spPr>
          <a:xfrm rot="5400000">
            <a:off x="9075851" y="647406"/>
            <a:ext cx="624184" cy="2957178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직선 화살표 연결선 95">
            <a:extLst>
              <a:ext uri="{FF2B5EF4-FFF2-40B4-BE49-F238E27FC236}">
                <a16:creationId xmlns:a16="http://schemas.microsoft.com/office/drawing/2014/main" id="{7DCF1842-D3E4-461B-963A-AA371784E1DF}"/>
              </a:ext>
            </a:extLst>
          </p:cNvPr>
          <p:cNvCxnSpPr>
            <a:cxnSpLocks/>
            <a:stCxn id="166" idx="2"/>
            <a:endCxn id="168" idx="0"/>
          </p:cNvCxnSpPr>
          <p:nvPr/>
        </p:nvCxnSpPr>
        <p:spPr>
          <a:xfrm>
            <a:off x="7869599" y="4532871"/>
            <a:ext cx="6350" cy="269827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4" name="TextBox 223">
            <a:extLst>
              <a:ext uri="{FF2B5EF4-FFF2-40B4-BE49-F238E27FC236}">
                <a16:creationId xmlns:a16="http://schemas.microsoft.com/office/drawing/2014/main" id="{A57DC8D0-8EB0-4F4B-A517-694755925D2B}"/>
              </a:ext>
            </a:extLst>
          </p:cNvPr>
          <p:cNvSpPr txBox="1"/>
          <p:nvPr/>
        </p:nvSpPr>
        <p:spPr>
          <a:xfrm>
            <a:off x="7909354" y="5162920"/>
            <a:ext cx="2535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latin typeface="나눔고딕" pitchFamily="50" charset="-127"/>
                <a:ea typeface="나눔고딕" pitchFamily="50" charset="-127"/>
              </a:rPr>
              <a:t>Y</a:t>
            </a:r>
            <a:endParaRPr lang="ko-KR" altLang="en-US" sz="800" dirty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2F80ECCD-6CB6-4238-80EC-BE715DEF8624}"/>
              </a:ext>
            </a:extLst>
          </p:cNvPr>
          <p:cNvSpPr txBox="1"/>
          <p:nvPr/>
        </p:nvSpPr>
        <p:spPr>
          <a:xfrm>
            <a:off x="7187603" y="4774495"/>
            <a:ext cx="26321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latin typeface="나눔고딕" pitchFamily="50" charset="-127"/>
                <a:ea typeface="나눔고딕" pitchFamily="50" charset="-127"/>
              </a:rPr>
              <a:t>N</a:t>
            </a:r>
            <a:endParaRPr lang="ko-KR" altLang="en-US" sz="800" dirty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238" name="순서도: 문서 237">
            <a:extLst>
              <a:ext uri="{FF2B5EF4-FFF2-40B4-BE49-F238E27FC236}">
                <a16:creationId xmlns:a16="http://schemas.microsoft.com/office/drawing/2014/main" id="{205362D6-2250-4364-B852-94143BDC1EA8}"/>
              </a:ext>
            </a:extLst>
          </p:cNvPr>
          <p:cNvSpPr/>
          <p:nvPr/>
        </p:nvSpPr>
        <p:spPr>
          <a:xfrm>
            <a:off x="5851595" y="4691226"/>
            <a:ext cx="1092152" cy="355551"/>
          </a:xfrm>
          <a:prstGeom prst="flowChartDocumen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실패인원 엑셀</a:t>
            </a:r>
            <a:br>
              <a:rPr lang="en-US" altLang="ko-KR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</a:br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다운로드</a:t>
            </a:r>
          </a:p>
        </p:txBody>
      </p:sp>
      <p:cxnSp>
        <p:nvCxnSpPr>
          <p:cNvPr id="240" name="꺾인 연결선 68">
            <a:extLst>
              <a:ext uri="{FF2B5EF4-FFF2-40B4-BE49-F238E27FC236}">
                <a16:creationId xmlns:a16="http://schemas.microsoft.com/office/drawing/2014/main" id="{0B4A0FDD-4BEE-45F4-BA36-957C2F132567}"/>
              </a:ext>
            </a:extLst>
          </p:cNvPr>
          <p:cNvCxnSpPr>
            <a:cxnSpLocks/>
            <a:stCxn id="168" idx="1"/>
            <a:endCxn id="170" idx="3"/>
          </p:cNvCxnSpPr>
          <p:nvPr/>
        </p:nvCxnSpPr>
        <p:spPr>
          <a:xfrm rot="10800000" flipV="1">
            <a:off x="6940293" y="5001007"/>
            <a:ext cx="389581" cy="390402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꺾인 연결선 68">
            <a:extLst>
              <a:ext uri="{FF2B5EF4-FFF2-40B4-BE49-F238E27FC236}">
                <a16:creationId xmlns:a16="http://schemas.microsoft.com/office/drawing/2014/main" id="{3E2BD75A-5512-4AD5-B0EF-8A242A278500}"/>
              </a:ext>
            </a:extLst>
          </p:cNvPr>
          <p:cNvCxnSpPr>
            <a:cxnSpLocks/>
            <a:stCxn id="168" idx="1"/>
            <a:endCxn id="238" idx="3"/>
          </p:cNvCxnSpPr>
          <p:nvPr/>
        </p:nvCxnSpPr>
        <p:spPr>
          <a:xfrm rot="10800000">
            <a:off x="6943747" y="4869003"/>
            <a:ext cx="386126" cy="132005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1" name="연결선: 꺾임 2300">
            <a:extLst>
              <a:ext uri="{FF2B5EF4-FFF2-40B4-BE49-F238E27FC236}">
                <a16:creationId xmlns:a16="http://schemas.microsoft.com/office/drawing/2014/main" id="{6BAE6417-D070-4773-8F12-29D1B8C8FCBF}"/>
              </a:ext>
            </a:extLst>
          </p:cNvPr>
          <p:cNvCxnSpPr>
            <a:cxnSpLocks/>
            <a:stCxn id="253" idx="1"/>
            <a:endCxn id="91" idx="1"/>
          </p:cNvCxnSpPr>
          <p:nvPr/>
        </p:nvCxnSpPr>
        <p:spPr>
          <a:xfrm rot="10800000" flipH="1">
            <a:off x="4172773" y="2174785"/>
            <a:ext cx="3157099" cy="2685589"/>
          </a:xfrm>
          <a:prstGeom prst="bentConnector3">
            <a:avLst>
              <a:gd name="adj1" fmla="val -7241"/>
            </a:avLst>
          </a:prstGeom>
          <a:ln w="22225">
            <a:solidFill>
              <a:srgbClr val="C0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3" name="순서도: 처리 252">
            <a:extLst>
              <a:ext uri="{FF2B5EF4-FFF2-40B4-BE49-F238E27FC236}">
                <a16:creationId xmlns:a16="http://schemas.microsoft.com/office/drawing/2014/main" id="{63806126-0C6B-446B-B8A8-7FC21B3BF358}"/>
              </a:ext>
            </a:extLst>
          </p:cNvPr>
          <p:cNvSpPr/>
          <p:nvPr/>
        </p:nvSpPr>
        <p:spPr>
          <a:xfrm>
            <a:off x="4172774" y="4716353"/>
            <a:ext cx="1092152" cy="288040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엑셀 수정</a:t>
            </a:r>
          </a:p>
        </p:txBody>
      </p:sp>
      <p:cxnSp>
        <p:nvCxnSpPr>
          <p:cNvPr id="257" name="직선 화살표 연결선 95">
            <a:extLst>
              <a:ext uri="{FF2B5EF4-FFF2-40B4-BE49-F238E27FC236}">
                <a16:creationId xmlns:a16="http://schemas.microsoft.com/office/drawing/2014/main" id="{1E16D520-00EE-4003-BB8B-E574F6C25F3A}"/>
              </a:ext>
            </a:extLst>
          </p:cNvPr>
          <p:cNvCxnSpPr>
            <a:cxnSpLocks/>
            <a:stCxn id="238" idx="1"/>
            <a:endCxn id="253" idx="3"/>
          </p:cNvCxnSpPr>
          <p:nvPr/>
        </p:nvCxnSpPr>
        <p:spPr>
          <a:xfrm flipH="1" flipV="1">
            <a:off x="5264926" y="4860373"/>
            <a:ext cx="586669" cy="8629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직선 화살표 연결선 95">
            <a:extLst>
              <a:ext uri="{FF2B5EF4-FFF2-40B4-BE49-F238E27FC236}">
                <a16:creationId xmlns:a16="http://schemas.microsoft.com/office/drawing/2014/main" id="{55917022-7773-4159-B37B-A89C74ED8191}"/>
              </a:ext>
            </a:extLst>
          </p:cNvPr>
          <p:cNvCxnSpPr>
            <a:cxnSpLocks/>
            <a:stCxn id="170" idx="2"/>
            <a:endCxn id="169" idx="0"/>
          </p:cNvCxnSpPr>
          <p:nvPr/>
        </p:nvCxnSpPr>
        <p:spPr>
          <a:xfrm>
            <a:off x="6394216" y="5535429"/>
            <a:ext cx="0" cy="230256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5" name="순서도: 처리 284">
            <a:extLst>
              <a:ext uri="{FF2B5EF4-FFF2-40B4-BE49-F238E27FC236}">
                <a16:creationId xmlns:a16="http://schemas.microsoft.com/office/drawing/2014/main" id="{C9715CE5-2969-405D-9D25-26408FC57CE8}"/>
              </a:ext>
            </a:extLst>
          </p:cNvPr>
          <p:cNvSpPr/>
          <p:nvPr/>
        </p:nvSpPr>
        <p:spPr>
          <a:xfrm>
            <a:off x="7329873" y="5760850"/>
            <a:ext cx="1092152" cy="288040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청약신청 완료</a:t>
            </a:r>
          </a:p>
        </p:txBody>
      </p:sp>
      <p:cxnSp>
        <p:nvCxnSpPr>
          <p:cNvPr id="292" name="직선 화살표 연결선 95">
            <a:extLst>
              <a:ext uri="{FF2B5EF4-FFF2-40B4-BE49-F238E27FC236}">
                <a16:creationId xmlns:a16="http://schemas.microsoft.com/office/drawing/2014/main" id="{5A165642-8ABE-4A72-9F29-E5563489CAAE}"/>
              </a:ext>
            </a:extLst>
          </p:cNvPr>
          <p:cNvCxnSpPr>
            <a:cxnSpLocks/>
            <a:stCxn id="141" idx="3"/>
            <a:endCxn id="165" idx="1"/>
          </p:cNvCxnSpPr>
          <p:nvPr/>
        </p:nvCxnSpPr>
        <p:spPr>
          <a:xfrm flipV="1">
            <a:off x="6947543" y="3848213"/>
            <a:ext cx="382279" cy="4682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2" name="순서도: 처리 301">
            <a:extLst>
              <a:ext uri="{FF2B5EF4-FFF2-40B4-BE49-F238E27FC236}">
                <a16:creationId xmlns:a16="http://schemas.microsoft.com/office/drawing/2014/main" id="{1408AD8B-19CE-4D4F-BBFE-70C9D511CED6}"/>
              </a:ext>
            </a:extLst>
          </p:cNvPr>
          <p:cNvSpPr/>
          <p:nvPr/>
        </p:nvSpPr>
        <p:spPr>
          <a:xfrm>
            <a:off x="4507951" y="3157497"/>
            <a:ext cx="1092152" cy="288040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계약자 정보 재입력</a:t>
            </a:r>
            <a:endParaRPr lang="ko-KR" altLang="en-US" sz="800" dirty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303" name="직선 화살표 연결선 95">
            <a:extLst>
              <a:ext uri="{FF2B5EF4-FFF2-40B4-BE49-F238E27FC236}">
                <a16:creationId xmlns:a16="http://schemas.microsoft.com/office/drawing/2014/main" id="{598E9857-DCBE-4D2E-A845-BC7869C948E6}"/>
              </a:ext>
            </a:extLst>
          </p:cNvPr>
          <p:cNvCxnSpPr>
            <a:cxnSpLocks/>
            <a:stCxn id="154" idx="1"/>
            <a:endCxn id="302" idx="3"/>
          </p:cNvCxnSpPr>
          <p:nvPr/>
        </p:nvCxnSpPr>
        <p:spPr>
          <a:xfrm flipH="1">
            <a:off x="5600103" y="3300353"/>
            <a:ext cx="255288" cy="1164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8" name="순서도: 처리 307">
            <a:extLst>
              <a:ext uri="{FF2B5EF4-FFF2-40B4-BE49-F238E27FC236}">
                <a16:creationId xmlns:a16="http://schemas.microsoft.com/office/drawing/2014/main" id="{0B11408F-53DE-4C1B-A3A6-817BE2A1C116}"/>
              </a:ext>
            </a:extLst>
          </p:cNvPr>
          <p:cNvSpPr/>
          <p:nvPr/>
        </p:nvSpPr>
        <p:spPr>
          <a:xfrm>
            <a:off x="4507951" y="3708184"/>
            <a:ext cx="1092152" cy="288040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재입력 대상 </a:t>
            </a:r>
            <a:r>
              <a:rPr lang="ko-KR" altLang="en-US" sz="800" dirty="0" err="1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재조회</a:t>
            </a:r>
            <a:endParaRPr lang="ko-KR" altLang="en-US" sz="800" dirty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309" name="직선 화살표 연결선 95">
            <a:extLst>
              <a:ext uri="{FF2B5EF4-FFF2-40B4-BE49-F238E27FC236}">
                <a16:creationId xmlns:a16="http://schemas.microsoft.com/office/drawing/2014/main" id="{E1EF608C-86D4-4ABB-A874-5F9BDFC865BC}"/>
              </a:ext>
            </a:extLst>
          </p:cNvPr>
          <p:cNvCxnSpPr>
            <a:cxnSpLocks/>
            <a:stCxn id="302" idx="2"/>
            <a:endCxn id="308" idx="0"/>
          </p:cNvCxnSpPr>
          <p:nvPr/>
        </p:nvCxnSpPr>
        <p:spPr>
          <a:xfrm>
            <a:off x="5054027" y="3445537"/>
            <a:ext cx="0" cy="262647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직선 화살표 연결선 95">
            <a:extLst>
              <a:ext uri="{FF2B5EF4-FFF2-40B4-BE49-F238E27FC236}">
                <a16:creationId xmlns:a16="http://schemas.microsoft.com/office/drawing/2014/main" id="{923DCC2C-EE31-4DA1-B8B0-83CEF79BE7A3}"/>
              </a:ext>
            </a:extLst>
          </p:cNvPr>
          <p:cNvCxnSpPr>
            <a:cxnSpLocks/>
            <a:stCxn id="308" idx="3"/>
            <a:endCxn id="141" idx="1"/>
          </p:cNvCxnSpPr>
          <p:nvPr/>
        </p:nvCxnSpPr>
        <p:spPr>
          <a:xfrm>
            <a:off x="5600103" y="3852204"/>
            <a:ext cx="255288" cy="691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2" name="직선 화살표 연결선 95">
            <a:extLst>
              <a:ext uri="{FF2B5EF4-FFF2-40B4-BE49-F238E27FC236}">
                <a16:creationId xmlns:a16="http://schemas.microsoft.com/office/drawing/2014/main" id="{B8A8CC02-E534-4ED3-B475-D6979D33D074}"/>
              </a:ext>
            </a:extLst>
          </p:cNvPr>
          <p:cNvCxnSpPr>
            <a:cxnSpLocks/>
            <a:stCxn id="168" idx="2"/>
            <a:endCxn id="285" idx="0"/>
          </p:cNvCxnSpPr>
          <p:nvPr/>
        </p:nvCxnSpPr>
        <p:spPr>
          <a:xfrm>
            <a:off x="7875949" y="5199316"/>
            <a:ext cx="0" cy="561534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6" name="직선 화살표 연결선 95">
            <a:extLst>
              <a:ext uri="{FF2B5EF4-FFF2-40B4-BE49-F238E27FC236}">
                <a16:creationId xmlns:a16="http://schemas.microsoft.com/office/drawing/2014/main" id="{CA16DDAD-6007-4FEC-8395-687E5C1C3371}"/>
              </a:ext>
            </a:extLst>
          </p:cNvPr>
          <p:cNvCxnSpPr>
            <a:cxnSpLocks/>
            <a:stCxn id="169" idx="3"/>
            <a:endCxn id="285" idx="1"/>
          </p:cNvCxnSpPr>
          <p:nvPr/>
        </p:nvCxnSpPr>
        <p:spPr>
          <a:xfrm flipV="1">
            <a:off x="6940292" y="5904870"/>
            <a:ext cx="389581" cy="4835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9" name="직선 화살표 연결선 95">
            <a:extLst>
              <a:ext uri="{FF2B5EF4-FFF2-40B4-BE49-F238E27FC236}">
                <a16:creationId xmlns:a16="http://schemas.microsoft.com/office/drawing/2014/main" id="{8FC0A414-8E6F-4BF4-B918-AC66981665DA}"/>
              </a:ext>
            </a:extLst>
          </p:cNvPr>
          <p:cNvCxnSpPr>
            <a:cxnSpLocks/>
            <a:stCxn id="285" idx="3"/>
            <a:endCxn id="23" idx="1"/>
          </p:cNvCxnSpPr>
          <p:nvPr/>
        </p:nvCxnSpPr>
        <p:spPr>
          <a:xfrm>
            <a:off x="8422025" y="5904870"/>
            <a:ext cx="415242" cy="6056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4" name="TextBox 343">
            <a:extLst>
              <a:ext uri="{FF2B5EF4-FFF2-40B4-BE49-F238E27FC236}">
                <a16:creationId xmlns:a16="http://schemas.microsoft.com/office/drawing/2014/main" id="{25309258-7F81-425C-8826-15DDA4916C7F}"/>
              </a:ext>
            </a:extLst>
          </p:cNvPr>
          <p:cNvSpPr txBox="1"/>
          <p:nvPr/>
        </p:nvSpPr>
        <p:spPr>
          <a:xfrm>
            <a:off x="7909354" y="588400"/>
            <a:ext cx="33659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  <a:t>* </a:t>
            </a:r>
            <a:r>
              <a:rPr lang="ko-KR" altLang="en-US" sz="800" dirty="0"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  <a:t>엑셀</a:t>
            </a:r>
            <a:r>
              <a:rPr lang="en-US" altLang="ko-KR" sz="800" dirty="0"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  <a:t>, ERP</a:t>
            </a:r>
            <a:r>
              <a:rPr lang="ko-KR" altLang="en-US" sz="800" dirty="0"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  <a:t>연동</a:t>
            </a:r>
            <a:r>
              <a:rPr lang="en-US" altLang="ko-KR" sz="800" dirty="0"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800" dirty="0"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  <a:t>온라인 신청  페이지 통합</a:t>
            </a:r>
          </a:p>
        </p:txBody>
      </p:sp>
      <p:sp>
        <p:nvSpPr>
          <p:cNvPr id="345" name="TextBox 344">
            <a:extLst>
              <a:ext uri="{FF2B5EF4-FFF2-40B4-BE49-F238E27FC236}">
                <a16:creationId xmlns:a16="http://schemas.microsoft.com/office/drawing/2014/main" id="{4E3DBB9D-4669-4CE9-836C-67473F9FD165}"/>
              </a:ext>
            </a:extLst>
          </p:cNvPr>
          <p:cNvSpPr txBox="1"/>
          <p:nvPr/>
        </p:nvSpPr>
        <p:spPr>
          <a:xfrm>
            <a:off x="8410520" y="2091906"/>
            <a:ext cx="23342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  <a:t>* </a:t>
            </a:r>
            <a:r>
              <a:rPr lang="ko-KR" altLang="en-US" sz="800" dirty="0"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  <a:t>엑셀 업로드 시 보험 플랜까지 작성하여 진행 </a:t>
            </a:r>
          </a:p>
        </p:txBody>
      </p:sp>
      <p:sp>
        <p:nvSpPr>
          <p:cNvPr id="346" name="TextBox 345">
            <a:extLst>
              <a:ext uri="{FF2B5EF4-FFF2-40B4-BE49-F238E27FC236}">
                <a16:creationId xmlns:a16="http://schemas.microsoft.com/office/drawing/2014/main" id="{14F1A879-BABC-46E0-91B6-3F26B8C459BA}"/>
              </a:ext>
            </a:extLst>
          </p:cNvPr>
          <p:cNvSpPr txBox="1"/>
          <p:nvPr/>
        </p:nvSpPr>
        <p:spPr>
          <a:xfrm>
            <a:off x="3723726" y="5244760"/>
            <a:ext cx="2246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  <a:t>* </a:t>
            </a:r>
            <a:r>
              <a:rPr lang="ko-KR" altLang="en-US" sz="800" dirty="0"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  <a:t>카드결제 실패 또는 </a:t>
            </a:r>
            <a:r>
              <a:rPr lang="ko-KR" altLang="en-US" sz="800" dirty="0" err="1"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  <a:t>통신오류일때</a:t>
            </a:r>
            <a:r>
              <a:rPr lang="ko-KR" altLang="en-US" sz="800" dirty="0"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en-US" altLang="ko-KR" sz="800" dirty="0"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ko-KR" altLang="en-US" sz="800" dirty="0"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  <a:t>전체 실패</a:t>
            </a:r>
            <a:br>
              <a:rPr lang="en-US" altLang="ko-KR" sz="800" dirty="0"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</a:br>
            <a:r>
              <a:rPr lang="en-US" altLang="ko-KR" sz="800" dirty="0"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ko-KR" altLang="en-US" sz="800" dirty="0"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  <a:t> 케이스 시 동일 조건 </a:t>
            </a:r>
            <a:r>
              <a:rPr lang="ko-KR" altLang="en-US" sz="800" dirty="0" err="1"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  <a:t>재청약</a:t>
            </a:r>
            <a:r>
              <a:rPr lang="ko-KR" altLang="en-US" sz="800" dirty="0"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  <a:t> 버튼으로 진행</a:t>
            </a:r>
          </a:p>
        </p:txBody>
      </p:sp>
    </p:spTree>
    <p:extLst>
      <p:ext uri="{BB962C8B-B14F-4D97-AF65-F5344CB8AC3E}">
        <p14:creationId xmlns:p14="http://schemas.microsoft.com/office/powerpoint/2010/main" val="406279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8">
            <a:extLst>
              <a:ext uri="{FF2B5EF4-FFF2-40B4-BE49-F238E27FC236}">
                <a16:creationId xmlns:a16="http://schemas.microsoft.com/office/drawing/2014/main" id="{357728BF-1A19-4991-AC5B-62C7F4BF0BD8}"/>
              </a:ext>
            </a:extLst>
          </p:cNvPr>
          <p:cNvSpPr txBox="1">
            <a:spLocks/>
          </p:cNvSpPr>
          <p:nvPr/>
        </p:nvSpPr>
        <p:spPr>
          <a:xfrm>
            <a:off x="4097194" y="531549"/>
            <a:ext cx="3600400" cy="258655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285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ko-KR" altLang="en-US" sz="1600" dirty="0">
                <a:solidFill>
                  <a:prstClr val="black"/>
                </a:solidFill>
                <a:latin typeface="+mj-lt"/>
                <a:ea typeface="맑은 고딕" panose="020B0503020000020004" pitchFamily="50" charset="-127"/>
              </a:rPr>
              <a:t>엑셀 업로드 메뉴 </a:t>
            </a:r>
            <a:r>
              <a:rPr lang="en-US" altLang="ko-KR" sz="1600" dirty="0">
                <a:solidFill>
                  <a:prstClr val="black"/>
                </a:solidFill>
                <a:latin typeface="+mj-lt"/>
                <a:ea typeface="맑은 고딕" panose="020B0503020000020004" pitchFamily="50" charset="-127"/>
              </a:rPr>
              <a:t>Wire-Frame </a:t>
            </a:r>
            <a:endParaRPr lang="ko-KR" altLang="en-US" sz="1600" dirty="0">
              <a:solidFill>
                <a:prstClr val="black"/>
              </a:solidFill>
              <a:latin typeface="+mj-lt"/>
              <a:ea typeface="맑은 고딕" panose="020B0503020000020004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98763D3-E8E6-4CA5-8BF9-792F9DE943FA}"/>
              </a:ext>
            </a:extLst>
          </p:cNvPr>
          <p:cNvSpPr/>
          <p:nvPr/>
        </p:nvSpPr>
        <p:spPr>
          <a:xfrm>
            <a:off x="3815502" y="1082937"/>
            <a:ext cx="3988534" cy="40735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sz="1000" b="1">
              <a:solidFill>
                <a:prstClr val="white">
                  <a:lumMod val="65000"/>
                </a:prstClr>
              </a:solidFill>
              <a:latin typeface="+mj-lt"/>
              <a:ea typeface="맑은 고딕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A796335-B775-4C39-A807-D0E8EE45436E}"/>
              </a:ext>
            </a:extLst>
          </p:cNvPr>
          <p:cNvSpPr/>
          <p:nvPr/>
        </p:nvSpPr>
        <p:spPr>
          <a:xfrm>
            <a:off x="3820586" y="1093806"/>
            <a:ext cx="3983450" cy="23950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000" b="1" dirty="0">
                <a:solidFill>
                  <a:prstClr val="white">
                    <a:lumMod val="65000"/>
                  </a:prstClr>
                </a:solidFill>
                <a:latin typeface="+mj-lt"/>
                <a:ea typeface="맑은 고딕" panose="020B0503020000020004" pitchFamily="50" charset="-127"/>
              </a:rPr>
              <a:t>청약신청</a:t>
            </a:r>
            <a:r>
              <a:rPr kumimoji="1" lang="en-US" altLang="ko-KR" sz="1000" b="1" dirty="0">
                <a:solidFill>
                  <a:prstClr val="white">
                    <a:lumMod val="65000"/>
                  </a:prstClr>
                </a:solidFill>
                <a:latin typeface="+mj-lt"/>
                <a:ea typeface="맑은 고딕" panose="020B0503020000020004" pitchFamily="50" charset="-127"/>
              </a:rPr>
              <a:t>, </a:t>
            </a:r>
            <a:r>
              <a:rPr kumimoji="1" lang="ko-KR" altLang="en-US" sz="1000" b="1" dirty="0">
                <a:solidFill>
                  <a:prstClr val="white">
                    <a:lumMod val="65000"/>
                  </a:prstClr>
                </a:solidFill>
                <a:latin typeface="+mj-lt"/>
                <a:ea typeface="맑은 고딕" panose="020B0503020000020004" pitchFamily="50" charset="-127"/>
              </a:rPr>
              <a:t>계약내역</a:t>
            </a:r>
            <a:r>
              <a:rPr kumimoji="1" lang="en-US" altLang="ko-KR" sz="1000" b="1" dirty="0">
                <a:solidFill>
                  <a:prstClr val="white">
                    <a:lumMod val="65000"/>
                  </a:prstClr>
                </a:solidFill>
                <a:latin typeface="+mj-lt"/>
                <a:ea typeface="맑은 고딕" panose="020B0503020000020004" pitchFamily="50" charset="-127"/>
              </a:rPr>
              <a:t>, HELP, MYPAGE [GNB] </a:t>
            </a:r>
            <a:endParaRPr kumimoji="1" lang="ko-KR" altLang="en-US" sz="1000" b="1" dirty="0">
              <a:solidFill>
                <a:prstClr val="white">
                  <a:lumMod val="65000"/>
                </a:prstClr>
              </a:solidFill>
              <a:latin typeface="+mj-lt"/>
              <a:ea typeface="맑은 고딕" panose="020B0503020000020004" pitchFamily="50" charset="-127"/>
            </a:endParaRP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B0F8799F-D3B9-48C0-949C-0B96BA36BD3B}"/>
              </a:ext>
            </a:extLst>
          </p:cNvPr>
          <p:cNvCxnSpPr/>
          <p:nvPr/>
        </p:nvCxnSpPr>
        <p:spPr>
          <a:xfrm>
            <a:off x="3820586" y="1005833"/>
            <a:ext cx="397184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5376984-695E-493B-9D86-E6D397D16890}"/>
              </a:ext>
            </a:extLst>
          </p:cNvPr>
          <p:cNvSpPr/>
          <p:nvPr/>
        </p:nvSpPr>
        <p:spPr>
          <a:xfrm>
            <a:off x="5536006" y="862869"/>
            <a:ext cx="541006" cy="1644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000" b="1">
                <a:solidFill>
                  <a:prstClr val="black"/>
                </a:solidFill>
                <a:latin typeface="+mj-lt"/>
                <a:ea typeface="맑은 고딕" panose="020B0503020000020004" pitchFamily="50" charset="-127"/>
              </a:rPr>
              <a:t>100%</a:t>
            </a:r>
            <a:endParaRPr kumimoji="1" lang="ko-KR" altLang="en-US" sz="1000" b="1">
              <a:solidFill>
                <a:prstClr val="black"/>
              </a:solidFill>
              <a:latin typeface="+mj-lt"/>
              <a:ea typeface="맑은 고딕" panose="020B0503020000020004" pitchFamily="50" charset="-127"/>
            </a:endParaRP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650EC465-BE4C-45EE-843D-169E8F3846D2}"/>
              </a:ext>
            </a:extLst>
          </p:cNvPr>
          <p:cNvGrpSpPr/>
          <p:nvPr/>
        </p:nvGrpSpPr>
        <p:grpSpPr>
          <a:xfrm>
            <a:off x="4175542" y="1415933"/>
            <a:ext cx="3167690" cy="164428"/>
            <a:chOff x="1128956" y="1798216"/>
            <a:chExt cx="3167690" cy="164428"/>
          </a:xfrm>
        </p:grpSpPr>
        <p:cxnSp>
          <p:nvCxnSpPr>
            <p:cNvPr id="18" name="직선 화살표 연결선 17">
              <a:extLst>
                <a:ext uri="{FF2B5EF4-FFF2-40B4-BE49-F238E27FC236}">
                  <a16:creationId xmlns:a16="http://schemas.microsoft.com/office/drawing/2014/main" id="{F4127673-4F82-461C-8C98-FF7C8CF01FFF}"/>
                </a:ext>
              </a:extLst>
            </p:cNvPr>
            <p:cNvCxnSpPr/>
            <p:nvPr/>
          </p:nvCxnSpPr>
          <p:spPr>
            <a:xfrm>
              <a:off x="1128956" y="1877698"/>
              <a:ext cx="3167690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DC1D87D5-42E2-49C3-91FF-FD0DA8970D1F}"/>
                </a:ext>
              </a:extLst>
            </p:cNvPr>
            <p:cNvSpPr/>
            <p:nvPr/>
          </p:nvSpPr>
          <p:spPr>
            <a:xfrm>
              <a:off x="2451761" y="1798216"/>
              <a:ext cx="522081" cy="1644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ko-KR" sz="700">
                  <a:solidFill>
                    <a:prstClr val="black"/>
                  </a:solidFill>
                  <a:latin typeface="+mj-lt"/>
                  <a:ea typeface="맑은 고딕" panose="020B0503020000020004" pitchFamily="50" charset="-127"/>
                </a:rPr>
                <a:t>100%</a:t>
              </a:r>
              <a:endParaRPr kumimoji="1" lang="ko-KR" altLang="en-US" sz="700">
                <a:solidFill>
                  <a:prstClr val="black"/>
                </a:solidFill>
                <a:latin typeface="+mj-lt"/>
                <a:ea typeface="맑은 고딕" panose="020B0503020000020004" pitchFamily="50" charset="-127"/>
              </a:endParaRPr>
            </a:p>
          </p:txBody>
        </p:sp>
      </p:grp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690A40AD-F2B3-D04B-9759-E06990CC87EB}"/>
              </a:ext>
            </a:extLst>
          </p:cNvPr>
          <p:cNvCxnSpPr/>
          <p:nvPr/>
        </p:nvCxnSpPr>
        <p:spPr>
          <a:xfrm>
            <a:off x="1488608" y="1073334"/>
            <a:ext cx="9308750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5D3740A-1AE2-4C52-A5D5-9355E22084AE}"/>
              </a:ext>
            </a:extLst>
          </p:cNvPr>
          <p:cNvSpPr/>
          <p:nvPr/>
        </p:nvSpPr>
        <p:spPr>
          <a:xfrm>
            <a:off x="3832190" y="1701563"/>
            <a:ext cx="3971846" cy="7474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000" b="1" dirty="0">
                <a:solidFill>
                  <a:prstClr val="white">
                    <a:lumMod val="65000"/>
                  </a:prstClr>
                </a:solidFill>
                <a:latin typeface="+mj-lt"/>
                <a:ea typeface="맑은 고딕" panose="020B0503020000020004" pitchFamily="50" charset="-127"/>
              </a:rPr>
              <a:t>청약 데이터 호출 방식 선택</a:t>
            </a:r>
            <a:endParaRPr kumimoji="1" lang="en-US" altLang="ko-KR" sz="1000" b="1" dirty="0">
              <a:solidFill>
                <a:prstClr val="white">
                  <a:lumMod val="65000"/>
                </a:prstClr>
              </a:solidFill>
              <a:latin typeface="+mj-lt"/>
              <a:ea typeface="맑은 고딕" panose="020B0503020000020004" pitchFamily="50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38AA96B-A1D7-4EC9-A3C4-7B6AA0060325}"/>
              </a:ext>
            </a:extLst>
          </p:cNvPr>
          <p:cNvSpPr/>
          <p:nvPr/>
        </p:nvSpPr>
        <p:spPr>
          <a:xfrm>
            <a:off x="3832190" y="2477753"/>
            <a:ext cx="3971846" cy="11580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000" b="1" dirty="0">
                <a:solidFill>
                  <a:prstClr val="white">
                    <a:lumMod val="65000"/>
                  </a:prstClr>
                </a:solidFill>
                <a:latin typeface="+mj-lt"/>
                <a:ea typeface="맑은 고딕" panose="020B0503020000020004" pitchFamily="50" charset="-127"/>
              </a:rPr>
              <a:t>가입자 정보 테이블</a:t>
            </a:r>
            <a:br>
              <a:rPr kumimoji="1" lang="en-US" altLang="ko-KR" sz="1000" b="1" dirty="0">
                <a:solidFill>
                  <a:prstClr val="white">
                    <a:lumMod val="65000"/>
                  </a:prstClr>
                </a:solidFill>
                <a:latin typeface="+mj-lt"/>
                <a:ea typeface="맑은 고딕" panose="020B0503020000020004" pitchFamily="50" charset="-127"/>
              </a:rPr>
            </a:br>
            <a:r>
              <a:rPr kumimoji="1" lang="en-US" altLang="ko-KR" sz="1000" b="1" dirty="0">
                <a:solidFill>
                  <a:prstClr val="white">
                    <a:lumMod val="65000"/>
                  </a:prstClr>
                </a:solidFill>
                <a:latin typeface="+mj-lt"/>
                <a:ea typeface="맑은 고딕" panose="020B0503020000020004" pitchFamily="50" charset="-127"/>
              </a:rPr>
              <a:t>(</a:t>
            </a:r>
            <a:r>
              <a:rPr kumimoji="1" lang="ko-KR" altLang="en-US" sz="1000" b="1" dirty="0">
                <a:solidFill>
                  <a:prstClr val="white">
                    <a:lumMod val="65000"/>
                  </a:prstClr>
                </a:solidFill>
                <a:latin typeface="+mj-lt"/>
                <a:ea typeface="맑은 고딕" panose="020B0503020000020004" pitchFamily="50" charset="-127"/>
              </a:rPr>
              <a:t>청약 데이터 호출 방식 </a:t>
            </a:r>
            <a:r>
              <a:rPr kumimoji="1" lang="ko-KR" altLang="en-US" sz="1000" b="1" dirty="0" err="1">
                <a:solidFill>
                  <a:prstClr val="white">
                    <a:lumMod val="65000"/>
                  </a:prstClr>
                </a:solidFill>
                <a:latin typeface="+mj-lt"/>
                <a:ea typeface="맑은 고딕" panose="020B0503020000020004" pitchFamily="50" charset="-127"/>
              </a:rPr>
              <a:t>미선택</a:t>
            </a:r>
            <a:r>
              <a:rPr kumimoji="1" lang="ko-KR" altLang="en-US" sz="1000" b="1" dirty="0">
                <a:solidFill>
                  <a:prstClr val="white">
                    <a:lumMod val="65000"/>
                  </a:prstClr>
                </a:solidFill>
                <a:latin typeface="+mj-lt"/>
                <a:ea typeface="맑은 고딕" panose="020B0503020000020004" pitchFamily="50" charset="-127"/>
              </a:rPr>
              <a:t> 시 바로 테이블 작성 가능</a:t>
            </a:r>
            <a:r>
              <a:rPr kumimoji="1" lang="en-US" altLang="ko-KR" sz="1000" b="1" dirty="0">
                <a:solidFill>
                  <a:prstClr val="white">
                    <a:lumMod val="65000"/>
                  </a:prstClr>
                </a:solidFill>
                <a:latin typeface="+mj-lt"/>
                <a:ea typeface="맑은 고딕" panose="020B0503020000020004" pitchFamily="50" charset="-127"/>
              </a:rPr>
              <a:t>)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4A413F7-407E-477C-87F1-93159C1CACB7}"/>
              </a:ext>
            </a:extLst>
          </p:cNvPr>
          <p:cNvSpPr/>
          <p:nvPr/>
        </p:nvSpPr>
        <p:spPr>
          <a:xfrm>
            <a:off x="3832190" y="3662725"/>
            <a:ext cx="3971846" cy="149371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000" b="1" dirty="0">
                <a:solidFill>
                  <a:prstClr val="white">
                    <a:lumMod val="65000"/>
                  </a:prstClr>
                </a:solidFill>
                <a:latin typeface="+mj-lt"/>
                <a:ea typeface="맑은 고딕" panose="020B0503020000020004" pitchFamily="50" charset="-127"/>
              </a:rPr>
              <a:t>결제정보</a:t>
            </a:r>
            <a:endParaRPr kumimoji="1" lang="en-US" altLang="ko-KR" sz="1000" b="1" dirty="0">
              <a:solidFill>
                <a:prstClr val="white">
                  <a:lumMod val="65000"/>
                </a:prstClr>
              </a:solidFill>
              <a:latin typeface="+mj-lt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146411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F887A-BAB4-AE73-C156-62A3B724C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직사각형 85">
            <a:extLst>
              <a:ext uri="{FF2B5EF4-FFF2-40B4-BE49-F238E27FC236}">
                <a16:creationId xmlns:a16="http://schemas.microsoft.com/office/drawing/2014/main" id="{02769467-A1B9-4735-8637-29900D23D477}"/>
              </a:ext>
            </a:extLst>
          </p:cNvPr>
          <p:cNvSpPr/>
          <p:nvPr/>
        </p:nvSpPr>
        <p:spPr>
          <a:xfrm>
            <a:off x="4491665" y="1843803"/>
            <a:ext cx="3910099" cy="91949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00866A2-73CD-4560-9DA5-3E9D64C1EDDC}"/>
              </a:ext>
            </a:extLst>
          </p:cNvPr>
          <p:cNvSpPr/>
          <p:nvPr/>
        </p:nvSpPr>
        <p:spPr>
          <a:xfrm>
            <a:off x="404237" y="1843803"/>
            <a:ext cx="4089244" cy="91949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6C713790-DE53-4281-0476-CB87470294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73585"/>
              </p:ext>
            </p:extLst>
          </p:nvPr>
        </p:nvGraphicFramePr>
        <p:xfrm>
          <a:off x="8696507" y="811447"/>
          <a:ext cx="3128548" cy="72430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02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8202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ko-KR" sz="800" b="0" kern="12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Description</a:t>
                      </a:r>
                      <a:endParaRPr lang="ko-KR" altLang="en-US" sz="800" b="0" kern="1200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en-US" altLang="ko-KR" sz="8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544">
                <a:tc gridSpan="2">
                  <a:txBody>
                    <a:bodyPr/>
                    <a:lstStyle/>
                    <a:p>
                      <a:pPr marL="0" indent="0" algn="l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ERP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연동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온라인신청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엑셀업로드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각각 따로 존재하던 페이지들을 하나의 페이지에서 진행할 수 있도록 기능 통합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9071" marR="99071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0085253"/>
                  </a:ext>
                </a:extLst>
              </a:tr>
              <a:tr h="68588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ERP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연동</a:t>
                      </a:r>
                      <a:endParaRPr lang="en-US" altLang="ko-KR" sz="8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   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항공 예약번호 입력을 통한 출장자 검색 기능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ERP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에서 데이터 호출 버튼</a:t>
                      </a:r>
                      <a:b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ㄴ 클릭 시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ERP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예약번호 조회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모달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노출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(9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hlinkClick r:id="rId15" action="ppaction://hlinksldjump"/>
                        </a:rPr>
                        <a:t>PAGE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hlinkClick r:id="rId15" action="ppaction://hlinksldjump"/>
                        </a:rPr>
                        <a:t>참고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잘못된 예약번호 입력 시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alert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노출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hlinkClick r:id="rId16" action="ppaction://hlinksldjump"/>
                        </a:rPr>
                        <a:t>8page 11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hlinkClick r:id="rId16" action="ppaction://hlinksldjump"/>
                        </a:rPr>
                        <a:t>번 참고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99071" marR="99071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82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85551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엑셀 업로드 기능</a:t>
                      </a:r>
                      <a:endParaRPr lang="en-US" altLang="ko-KR" sz="800" b="1" dirty="0">
                        <a:latin typeface="+mn-ea"/>
                        <a:ea typeface="+mn-ea"/>
                      </a:endParaRPr>
                    </a:p>
                    <a:p>
                      <a:pPr marL="0" marR="0" indent="0" algn="l" defTabSz="85551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 - 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파일 형식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xlsx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제공된 양식의</a:t>
                      </a:r>
                      <a:br>
                        <a:rPr lang="en-US" altLang="ko-KR" sz="800" dirty="0">
                          <a:latin typeface="+mn-ea"/>
                          <a:ea typeface="+mn-ea"/>
                        </a:rPr>
                      </a:b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  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엑셀 파일 업로드 지원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  <a:p>
                      <a:pPr marL="0" marR="0" indent="0" algn="l" defTabSz="85551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 - 2-1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양식 다운로드 버튼 클릭 시 엑셀 작성 양식 다운</a:t>
                      </a:r>
                      <a:br>
                        <a:rPr lang="en-US" altLang="ko-KR" sz="800" dirty="0">
                          <a:latin typeface="+mn-ea"/>
                          <a:ea typeface="+mn-ea"/>
                        </a:rPr>
                      </a:b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 - 2-2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업로드 버튼 클릭 시 파일 선택 창 노출</a:t>
                      </a:r>
                      <a:br>
                        <a:rPr lang="en-US" altLang="ko-KR" sz="800" dirty="0">
                          <a:latin typeface="+mn-ea"/>
                          <a:ea typeface="+mn-ea"/>
                        </a:rPr>
                      </a:b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   -&gt;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파일 선택 후 열기 클릭 시 업로드</a:t>
                      </a:r>
                      <a:endParaRPr lang="en-US" altLang="ko-KR" sz="8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9071" marR="99071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5424848"/>
                  </a:ext>
                </a:extLst>
              </a:tr>
              <a:tr h="924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85551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초기화 버튼</a:t>
                      </a:r>
                      <a:endParaRPr lang="en-US" altLang="ko-KR" sz="8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marR="0" indent="-171450" algn="l" defTabSz="85551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클릭 시 전체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row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삭제 처리 및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No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ERP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연동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엑셀업로드를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통해 불러온 데이터 포함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ㄴ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(ERP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연동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엑셀 업로드 선택 할 수 있도록 활성화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  <a:p>
                      <a:pPr marL="0" marR="0" indent="0" algn="l" defTabSz="85551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3-2 + Row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추가 버튼 클릭 시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Row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가 하나씩 추가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indent="0" algn="l" defTabSz="85551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3-1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선택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row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삭제버튼</a:t>
                      </a:r>
                      <a:b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ㄴ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4-1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체크박스 선택 후 클릭 시 선택한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Row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삭제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ㄴ 체크박스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미선택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후 클릭 시 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hlinkClick r:id="rId16" action="ppaction://hlinksldjump"/>
                        </a:rPr>
                        <a:t>8 PAGE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번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alert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노출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9071" marR="99071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5966088"/>
                  </a:ext>
                </a:extLst>
              </a:tr>
              <a:tr h="17045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85551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청약 대상자 리스트 입력 테이블</a:t>
                      </a:r>
                      <a:endParaRPr lang="en-US" altLang="ko-KR" sz="8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marR="0" indent="-171450" algn="l" defTabSz="85551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ERP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연동 및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엑셀업로드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기능을 사용하지 않고 해당 테이블에 바로 입력하여 청약신청 가능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marR="0" indent="-171450" algn="l" defTabSz="85551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고객사명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(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필수값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placeholder) </a:t>
                      </a:r>
                    </a:p>
                    <a:p>
                      <a:pPr marL="171450" marR="0" indent="-171450" algn="l" defTabSz="85551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한글성명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(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필수값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placeholder)</a:t>
                      </a:r>
                    </a:p>
                    <a:p>
                      <a:pPr marL="171450" marR="0" indent="-171450" algn="l" defTabSz="85551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주민등록번호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(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필수값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placeholder)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ㄴ 하이픈 제외 입력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(only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숫자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  <a:p>
                      <a:pPr marL="171450" marR="0" indent="-171450" algn="l" defTabSz="85551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보험시작일시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보험종료일시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필수값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en-US" altLang="ko-KR" sz="800" b="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datepicker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제공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  <a:p>
                      <a:pPr marL="171450" marR="0" indent="-171450" algn="l" defTabSz="85551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플랜명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필수값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dropdown)</a:t>
                      </a:r>
                    </a:p>
                    <a:p>
                      <a:pPr marL="171450" marR="0" indent="-171450" algn="l" defTabSz="85551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영문성명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핸드폰번호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티켓번호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국적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여행지 국가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옵션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ㄴ 국적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여행국가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dropdown</a:t>
                      </a:r>
                    </a:p>
                    <a:p>
                      <a:pPr marL="171450" marR="0" indent="-171450" algn="l" defTabSz="85551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여러 </a:t>
                      </a:r>
                      <a:r>
                        <a:rPr lang="en-US" altLang="ko-KR" sz="800" b="0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ROW</a:t>
                      </a:r>
                      <a:r>
                        <a:rPr lang="ko-KR" altLang="en-US" sz="800" b="0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중 한 </a:t>
                      </a:r>
                      <a:r>
                        <a:rPr lang="en-US" altLang="ko-KR" sz="800" b="0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ROW</a:t>
                      </a:r>
                      <a:r>
                        <a:rPr lang="ko-KR" altLang="en-US" sz="800" b="0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에 한글성명만 있더라도 보험료 조회</a:t>
                      </a:r>
                      <a:br>
                        <a:rPr lang="en-US" altLang="ko-KR" sz="800" b="0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800" b="0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STEP</a:t>
                      </a:r>
                      <a:r>
                        <a:rPr lang="ko-KR" altLang="en-US" sz="800" b="0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으로 진행 가능</a:t>
                      </a:r>
                      <a:r>
                        <a:rPr lang="en-US" altLang="ko-KR" sz="800" b="0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다만 한글성명만 있는 고객은 보험료</a:t>
                      </a:r>
                      <a:br>
                        <a:rPr lang="en-US" altLang="ko-KR" sz="800" b="0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800" b="0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</a:t>
                      </a:r>
                      <a:r>
                        <a:rPr lang="ko-KR" altLang="en-US" sz="800" b="0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조회 </a:t>
                      </a:r>
                      <a:r>
                        <a:rPr lang="en-US" altLang="ko-KR" sz="800" b="0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X </a:t>
                      </a:r>
                      <a:r>
                        <a:rPr lang="ko-KR" altLang="en-US" sz="800" b="0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추가정보 </a:t>
                      </a:r>
                      <a:r>
                        <a:rPr lang="ko-KR" altLang="en-US" sz="800" b="0" dirty="0" err="1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입력해야됨</a:t>
                      </a:r>
                      <a:endParaRPr lang="en-US" altLang="ko-KR" sz="800" b="0" dirty="0">
                        <a:solidFill>
                          <a:srgbClr val="C0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marR="0" indent="-171450" algn="l" defTabSz="85551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필수값</a:t>
                      </a:r>
                      <a:r>
                        <a:rPr lang="ko-KR" altLang="en-US" sz="800" b="0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800" b="0" dirty="0" err="1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미입력</a:t>
                      </a:r>
                      <a:r>
                        <a:rPr lang="ko-KR" altLang="en-US" sz="800" b="0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상태일 경우 </a:t>
                      </a:r>
                      <a:r>
                        <a:rPr lang="en-US" altLang="ko-KR" sz="800" b="0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input box </a:t>
                      </a:r>
                      <a:r>
                        <a:rPr lang="ko-KR" altLang="en-US" sz="800" b="0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빨간색 </a:t>
                      </a:r>
                      <a:r>
                        <a:rPr lang="en-US" altLang="ko-KR" sz="800" b="0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valid box</a:t>
                      </a:r>
                      <a:br>
                        <a:rPr lang="en-US" altLang="ko-KR" sz="800" b="0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800" b="0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표기</a:t>
                      </a:r>
                      <a:endParaRPr lang="en-US" altLang="ko-KR" sz="800" b="0" dirty="0">
                        <a:solidFill>
                          <a:srgbClr val="C0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9071" marR="99071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9296289"/>
                  </a:ext>
                </a:extLst>
              </a:tr>
            </a:tbl>
          </a:graphicData>
        </a:graphic>
      </p:graphicFrame>
      <p:sp>
        <p:nvSpPr>
          <p:cNvPr id="65" name="TextBox 64">
            <a:extLst>
              <a:ext uri="{FF2B5EF4-FFF2-40B4-BE49-F238E27FC236}">
                <a16:creationId xmlns:a16="http://schemas.microsoft.com/office/drawing/2014/main" id="{28EE15C2-726D-1206-37B5-A1B5551B8BB9}"/>
              </a:ext>
            </a:extLst>
          </p:cNvPr>
          <p:cNvSpPr txBox="1"/>
          <p:nvPr/>
        </p:nvSpPr>
        <p:spPr>
          <a:xfrm>
            <a:off x="4312366" y="199627"/>
            <a:ext cx="321589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청약신청 메인 페이지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CC5D9C1-99DF-3DA3-205C-4EC37F011E43}"/>
              </a:ext>
            </a:extLst>
          </p:cNvPr>
          <p:cNvSpPr txBox="1"/>
          <p:nvPr/>
        </p:nvSpPr>
        <p:spPr>
          <a:xfrm>
            <a:off x="4312366" y="419389"/>
            <a:ext cx="32158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ko-KR" altLang="en-US" sz="900" dirty="0">
                <a:latin typeface="+mn-ea"/>
              </a:rPr>
              <a:t>메인 </a:t>
            </a:r>
            <a:r>
              <a:rPr lang="en-US" altLang="ko-KR" sz="900" dirty="0">
                <a:latin typeface="+mn-ea"/>
              </a:rPr>
              <a:t>&gt;</a:t>
            </a:r>
          </a:p>
        </p:txBody>
      </p:sp>
      <p:sp>
        <p:nvSpPr>
          <p:cNvPr id="354" name="TextBox 353">
            <a:extLst>
              <a:ext uri="{FF2B5EF4-FFF2-40B4-BE49-F238E27FC236}">
                <a16:creationId xmlns:a16="http://schemas.microsoft.com/office/drawing/2014/main" id="{5D3F8AB6-1831-B76D-B4B7-FF8771D3C835}"/>
              </a:ext>
            </a:extLst>
          </p:cNvPr>
          <p:cNvSpPr txBox="1"/>
          <p:nvPr/>
        </p:nvSpPr>
        <p:spPr>
          <a:xfrm>
            <a:off x="10848513" y="421528"/>
            <a:ext cx="9765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Page</a:t>
            </a:r>
            <a:endParaRPr lang="ko-KR" altLang="en-US" sz="80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4CBD29E-8571-8A7C-F2EC-405859348E90}"/>
              </a:ext>
            </a:extLst>
          </p:cNvPr>
          <p:cNvSpPr/>
          <p:nvPr/>
        </p:nvSpPr>
        <p:spPr>
          <a:xfrm>
            <a:off x="404237" y="811446"/>
            <a:ext cx="8000854" cy="4446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800" b="1" dirty="0">
              <a:solidFill>
                <a:schemeClr val="bg1">
                  <a:lumMod val="50000"/>
                </a:schemeClr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93BB3D0-508B-AF64-E175-7C5B3193B098}"/>
              </a:ext>
            </a:extLst>
          </p:cNvPr>
          <p:cNvSpPr txBox="1"/>
          <p:nvPr/>
        </p:nvSpPr>
        <p:spPr>
          <a:xfrm>
            <a:off x="499489" y="892976"/>
            <a:ext cx="152327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나눔고딕" pitchFamily="2" charset="-127"/>
                <a:ea typeface="나눔고딕" pitchFamily="2" charset="-127"/>
              </a:rPr>
              <a:t>캐롯손해보험</a:t>
            </a:r>
            <a:r>
              <a:rPr lang="ko-KR" alt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itchFamily="2" charset="-127"/>
                <a:ea typeface="나눔고딕" pitchFamily="2" charset="-127"/>
              </a:rPr>
              <a:t> 관리자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E66C289-79C8-AAF2-C948-7FBAC9E62BEE}"/>
              </a:ext>
            </a:extLst>
          </p:cNvPr>
          <p:cNvSpPr txBox="1"/>
          <p:nvPr/>
        </p:nvSpPr>
        <p:spPr>
          <a:xfrm>
            <a:off x="6865733" y="898520"/>
            <a:ext cx="152327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itchFamily="2" charset="-127"/>
                <a:ea typeface="나눔고딕" pitchFamily="2" charset="-127"/>
              </a:rPr>
              <a:t>{NAME}</a:t>
            </a:r>
            <a:endParaRPr lang="ko-KR" altLang="en-US" sz="1050" b="1" dirty="0">
              <a:solidFill>
                <a:schemeClr val="tx1">
                  <a:lumMod val="65000"/>
                  <a:lumOff val="35000"/>
                </a:schemeClr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00E838E-E647-F2FF-1FE8-1B0B0D7F5610}"/>
              </a:ext>
            </a:extLst>
          </p:cNvPr>
          <p:cNvSpPr txBox="1"/>
          <p:nvPr/>
        </p:nvSpPr>
        <p:spPr>
          <a:xfrm>
            <a:off x="7591343" y="909155"/>
            <a:ext cx="69121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u="sng" dirty="0">
                <a:solidFill>
                  <a:schemeClr val="bg1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로그아웃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BF231A9-EC8E-1711-7FC6-5A8FDBA142E5}"/>
              </a:ext>
            </a:extLst>
          </p:cNvPr>
          <p:cNvSpPr txBox="1"/>
          <p:nvPr/>
        </p:nvSpPr>
        <p:spPr>
          <a:xfrm>
            <a:off x="2878844" y="874552"/>
            <a:ext cx="71686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+mj-lt"/>
                <a:ea typeface="나눔고딕" pitchFamily="2" charset="-127"/>
              </a:rPr>
              <a:t>계약내역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F438CF2-3EA6-C775-1471-8E7C4E244BCC}"/>
              </a:ext>
            </a:extLst>
          </p:cNvPr>
          <p:cNvSpPr txBox="1"/>
          <p:nvPr/>
        </p:nvSpPr>
        <p:spPr>
          <a:xfrm>
            <a:off x="5550091" y="873968"/>
            <a:ext cx="55816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+mj-lt"/>
                <a:ea typeface="나눔고딕" pitchFamily="2" charset="-127"/>
              </a:rPr>
              <a:t>HELP </a:t>
            </a:r>
            <a:endParaRPr lang="ko-KR" altLang="en-US" sz="1100" dirty="0">
              <a:solidFill>
                <a:schemeClr val="bg1">
                  <a:lumMod val="50000"/>
                </a:schemeClr>
              </a:solidFill>
              <a:latin typeface="+mj-lt"/>
              <a:ea typeface="나눔고딕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8428569-F7A0-DB0D-4797-7517C0721580}"/>
              </a:ext>
            </a:extLst>
          </p:cNvPr>
          <p:cNvSpPr txBox="1"/>
          <p:nvPr/>
        </p:nvSpPr>
        <p:spPr>
          <a:xfrm>
            <a:off x="2048020" y="874552"/>
            <a:ext cx="7665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나눔고딕" pitchFamily="2" charset="-127"/>
              </a:rPr>
              <a:t>청약신청 </a:t>
            </a:r>
          </a:p>
        </p:txBody>
      </p:sp>
      <p:pic>
        <p:nvPicPr>
          <p:cNvPr id="238" name="그림 237">
            <a:extLst>
              <a:ext uri="{FF2B5EF4-FFF2-40B4-BE49-F238E27FC236}">
                <a16:creationId xmlns:a16="http://schemas.microsoft.com/office/drawing/2014/main" id="{F648D153-5058-7BCA-E3B4-8825BD54D9D0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5224" y="957994"/>
            <a:ext cx="142662" cy="142662"/>
          </a:xfrm>
          <a:prstGeom prst="rect">
            <a:avLst/>
          </a:prstGeom>
        </p:spPr>
      </p:pic>
      <p:sp>
        <p:nvSpPr>
          <p:cNvPr id="66" name="직사각형 65">
            <a:extLst>
              <a:ext uri="{FF2B5EF4-FFF2-40B4-BE49-F238E27FC236}">
                <a16:creationId xmlns:a16="http://schemas.microsoft.com/office/drawing/2014/main" id="{4DDE4465-F7C3-4A95-AC7D-EC269B0C3E4E}"/>
              </a:ext>
            </a:extLst>
          </p:cNvPr>
          <p:cNvSpPr/>
          <p:nvPr/>
        </p:nvSpPr>
        <p:spPr>
          <a:xfrm>
            <a:off x="515132" y="1933509"/>
            <a:ext cx="247137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b="1" dirty="0">
                <a:latin typeface="나눔고딕" pitchFamily="2" charset="-127"/>
                <a:ea typeface="나눔고딕" pitchFamily="2" charset="-127"/>
              </a:rPr>
              <a:t>ERP</a:t>
            </a:r>
            <a:r>
              <a:rPr lang="ko-KR" altLang="en-US" sz="1400" b="1" dirty="0">
                <a:latin typeface="나눔고딕" pitchFamily="2" charset="-127"/>
                <a:ea typeface="나눔고딕" pitchFamily="2" charset="-127"/>
              </a:rPr>
              <a:t>연동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B77264C-8A17-AB67-07D3-6FF14FF560CA}"/>
              </a:ext>
            </a:extLst>
          </p:cNvPr>
          <p:cNvSpPr txBox="1"/>
          <p:nvPr/>
        </p:nvSpPr>
        <p:spPr>
          <a:xfrm>
            <a:off x="3701236" y="884162"/>
            <a:ext cx="93968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고객사 관리</a:t>
            </a:r>
          </a:p>
        </p:txBody>
      </p:sp>
      <p:sp>
        <p:nvSpPr>
          <p:cNvPr id="53" name="Text Box">
            <a:extLst>
              <a:ext uri="{FF2B5EF4-FFF2-40B4-BE49-F238E27FC236}">
                <a16:creationId xmlns:a16="http://schemas.microsoft.com/office/drawing/2014/main" id="{E1BA9B03-10C3-4797-802A-40797B964491}"/>
              </a:ext>
            </a:extLst>
          </p:cNvPr>
          <p:cNvSpPr/>
          <p:nvPr/>
        </p:nvSpPr>
        <p:spPr>
          <a:xfrm>
            <a:off x="5452106" y="2251346"/>
            <a:ext cx="2321009" cy="225703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22860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atinLnBrk="0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파일 업로드 </a:t>
            </a:r>
            <a:endParaRPr lang="en-US" sz="800" dirty="0">
              <a:solidFill>
                <a:schemeClr val="bg1">
                  <a:lumMod val="50000"/>
                </a:schemeClr>
              </a:solidFill>
              <a:latin typeface="나눔고딕" pitchFamily="2" charset="-127"/>
              <a:ea typeface="나눔고딕" pitchFamily="2" charset="-127"/>
              <a:cs typeface="Segoe UI" panose="020B0502040204020203" pitchFamily="34" charset="0"/>
            </a:endParaRPr>
          </a:p>
        </p:txBody>
      </p:sp>
      <p:sp>
        <p:nvSpPr>
          <p:cNvPr id="79" name="Button">
            <a:extLst>
              <a:ext uri="{FF2B5EF4-FFF2-40B4-BE49-F238E27FC236}">
                <a16:creationId xmlns:a16="http://schemas.microsoft.com/office/drawing/2014/main" id="{801D6CB2-687F-4F9C-9D34-A9BCCE50C0FF}"/>
              </a:ext>
            </a:extLst>
          </p:cNvPr>
          <p:cNvSpPr>
            <a:spLocks/>
          </p:cNvSpPr>
          <p:nvPr/>
        </p:nvSpPr>
        <p:spPr bwMode="auto">
          <a:xfrm>
            <a:off x="7838529" y="2268692"/>
            <a:ext cx="497821" cy="209729"/>
          </a:xfrm>
          <a:prstGeom prst="roundRect">
            <a:avLst>
              <a:gd name="adj" fmla="val 8776"/>
            </a:avLst>
          </a:prstGeom>
          <a:solidFill>
            <a:schemeClr val="tx1">
              <a:lumMod val="65000"/>
              <a:lumOff val="35000"/>
            </a:schemeClr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700" dirty="0">
                <a:solidFill>
                  <a:prstClr val="white"/>
                </a:solidFill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업로드</a:t>
            </a:r>
            <a:endParaRPr lang="en-US" sz="700" dirty="0">
              <a:solidFill>
                <a:prstClr val="white"/>
              </a:solidFill>
              <a:latin typeface="나눔고딕" pitchFamily="2" charset="-127"/>
              <a:ea typeface="나눔고딕" pitchFamily="2" charset="-127"/>
              <a:cs typeface="Segoe UI" panose="020B0502040204020203" pitchFamily="34" charset="0"/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2FED14A7-DADF-44EC-AF04-D8B49315347C}"/>
              </a:ext>
            </a:extLst>
          </p:cNvPr>
          <p:cNvSpPr/>
          <p:nvPr/>
        </p:nvSpPr>
        <p:spPr>
          <a:xfrm>
            <a:off x="4504614" y="1933544"/>
            <a:ext cx="247137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나눔고딕" pitchFamily="2" charset="-127"/>
                <a:ea typeface="나눔고딕" pitchFamily="2" charset="-127"/>
              </a:rPr>
              <a:t>엑셀 업로드</a:t>
            </a:r>
          </a:p>
        </p:txBody>
      </p:sp>
      <p:sp>
        <p:nvSpPr>
          <p:cNvPr id="85" name="Button">
            <a:extLst>
              <a:ext uri="{FF2B5EF4-FFF2-40B4-BE49-F238E27FC236}">
                <a16:creationId xmlns:a16="http://schemas.microsoft.com/office/drawing/2014/main" id="{65827CD3-F2B8-4330-A6D0-FE16787F502B}"/>
              </a:ext>
            </a:extLst>
          </p:cNvPr>
          <p:cNvSpPr>
            <a:spLocks/>
          </p:cNvSpPr>
          <p:nvPr/>
        </p:nvSpPr>
        <p:spPr bwMode="auto">
          <a:xfrm>
            <a:off x="4608142" y="2266735"/>
            <a:ext cx="807768" cy="209729"/>
          </a:xfrm>
          <a:prstGeom prst="roundRect">
            <a:avLst>
              <a:gd name="adj" fmla="val 8776"/>
            </a:avLst>
          </a:prstGeom>
          <a:solidFill>
            <a:schemeClr val="tx1">
              <a:lumMod val="65000"/>
              <a:lumOff val="35000"/>
            </a:schemeClr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700" dirty="0">
                <a:solidFill>
                  <a:prstClr val="white"/>
                </a:solidFill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양식 다운로드</a:t>
            </a:r>
            <a:endParaRPr lang="en-US" sz="700" dirty="0">
              <a:solidFill>
                <a:prstClr val="white"/>
              </a:solidFill>
              <a:latin typeface="나눔고딕" pitchFamily="2" charset="-127"/>
              <a:ea typeface="나눔고딕" pitchFamily="2" charset="-127"/>
              <a:cs typeface="Segoe UI" panose="020B0502040204020203" pitchFamily="34" charset="0"/>
            </a:endParaRPr>
          </a:p>
        </p:txBody>
      </p:sp>
      <p:sp>
        <p:nvSpPr>
          <p:cNvPr id="64" name="Oval 35">
            <a:extLst>
              <a:ext uri="{FF2B5EF4-FFF2-40B4-BE49-F238E27FC236}">
                <a16:creationId xmlns:a16="http://schemas.microsoft.com/office/drawing/2014/main" id="{BFB17E01-290A-44F0-9826-A05F382C76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087" y="1764219"/>
            <a:ext cx="179388" cy="179387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8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B20F6E2-151B-4DD9-B576-6267E7B1820A}"/>
              </a:ext>
            </a:extLst>
          </p:cNvPr>
          <p:cNvSpPr/>
          <p:nvPr/>
        </p:nvSpPr>
        <p:spPr>
          <a:xfrm>
            <a:off x="540206" y="2498040"/>
            <a:ext cx="401424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atinLnBrk="0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ERP</a:t>
            </a: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조회를 통해 데이터를 호출 및 아래 청약 신청 테이블에 적용합니다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.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94EE4D56-34C8-465A-B0CA-C8283036F0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1011342"/>
              </p:ext>
            </p:extLst>
          </p:nvPr>
        </p:nvGraphicFramePr>
        <p:xfrm>
          <a:off x="445312" y="3211527"/>
          <a:ext cx="7866824" cy="86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0285">
                  <a:extLst>
                    <a:ext uri="{9D8B030D-6E8A-4147-A177-3AD203B41FA5}">
                      <a16:colId xmlns:a16="http://schemas.microsoft.com/office/drawing/2014/main" val="3149999645"/>
                    </a:ext>
                  </a:extLst>
                </a:gridCol>
                <a:gridCol w="881138">
                  <a:extLst>
                    <a:ext uri="{9D8B030D-6E8A-4147-A177-3AD203B41FA5}">
                      <a16:colId xmlns:a16="http://schemas.microsoft.com/office/drawing/2014/main" val="144949006"/>
                    </a:ext>
                  </a:extLst>
                </a:gridCol>
                <a:gridCol w="887580">
                  <a:extLst>
                    <a:ext uri="{9D8B030D-6E8A-4147-A177-3AD203B41FA5}">
                      <a16:colId xmlns:a16="http://schemas.microsoft.com/office/drawing/2014/main" val="3613674393"/>
                    </a:ext>
                  </a:extLst>
                </a:gridCol>
                <a:gridCol w="1019073">
                  <a:extLst>
                    <a:ext uri="{9D8B030D-6E8A-4147-A177-3AD203B41FA5}">
                      <a16:colId xmlns:a16="http://schemas.microsoft.com/office/drawing/2014/main" val="2622731716"/>
                    </a:ext>
                  </a:extLst>
                </a:gridCol>
                <a:gridCol w="1079542">
                  <a:extLst>
                    <a:ext uri="{9D8B030D-6E8A-4147-A177-3AD203B41FA5}">
                      <a16:colId xmlns:a16="http://schemas.microsoft.com/office/drawing/2014/main" val="1881976941"/>
                    </a:ext>
                  </a:extLst>
                </a:gridCol>
                <a:gridCol w="1079542">
                  <a:extLst>
                    <a:ext uri="{9D8B030D-6E8A-4147-A177-3AD203B41FA5}">
                      <a16:colId xmlns:a16="http://schemas.microsoft.com/office/drawing/2014/main" val="366950901"/>
                    </a:ext>
                  </a:extLst>
                </a:gridCol>
                <a:gridCol w="845834">
                  <a:extLst>
                    <a:ext uri="{9D8B030D-6E8A-4147-A177-3AD203B41FA5}">
                      <a16:colId xmlns:a16="http://schemas.microsoft.com/office/drawing/2014/main" val="3548355476"/>
                    </a:ext>
                  </a:extLst>
                </a:gridCol>
                <a:gridCol w="706431">
                  <a:extLst>
                    <a:ext uri="{9D8B030D-6E8A-4147-A177-3AD203B41FA5}">
                      <a16:colId xmlns:a16="http://schemas.microsoft.com/office/drawing/2014/main" val="2697319228"/>
                    </a:ext>
                  </a:extLst>
                </a:gridCol>
                <a:gridCol w="897399">
                  <a:extLst>
                    <a:ext uri="{9D8B030D-6E8A-4147-A177-3AD203B41FA5}">
                      <a16:colId xmlns:a16="http://schemas.microsoft.com/office/drawing/2014/main" val="1424734495"/>
                    </a:ext>
                  </a:extLst>
                </a:gridCol>
              </a:tblGrid>
              <a:tr h="224170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* </a:t>
                      </a:r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고객사명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* </a:t>
                      </a:r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한글성명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*</a:t>
                      </a:r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주민등록번호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*</a:t>
                      </a:r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보험시작일시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*</a:t>
                      </a:r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보험종료일시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*</a:t>
                      </a:r>
                      <a:r>
                        <a:rPr lang="ko-KR" altLang="en-US" sz="800" b="1" dirty="0" err="1">
                          <a:solidFill>
                            <a:schemeClr val="bg1"/>
                          </a:solidFill>
                        </a:rPr>
                        <a:t>플랜명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영문성명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핸드폰번호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4863723"/>
                  </a:ext>
                </a:extLst>
              </a:tr>
              <a:tr h="304230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SM C&amp;C</a:t>
                      </a:r>
                      <a:endParaRPr lang="ko-KR" altLang="en-US" sz="8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홍길동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-</a:t>
                      </a:r>
                      <a:r>
                        <a:rPr lang="ko-KR" altLang="en-US" sz="8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하이픈없이 </a:t>
                      </a:r>
                      <a:br>
                        <a:rPr lang="en-US" altLang="ko-KR" sz="8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</a:br>
                      <a:r>
                        <a:rPr lang="ko-KR" altLang="en-US" sz="8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입력해주세요</a:t>
                      </a:r>
                      <a:r>
                        <a:rPr lang="en-US" altLang="ko-KR" sz="8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.</a:t>
                      </a:r>
                      <a:endParaRPr lang="ko-KR" altLang="en-US" sz="8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8413740"/>
                  </a:ext>
                </a:extLst>
              </a:tr>
              <a:tr h="304230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SM C&amp;C</a:t>
                      </a:r>
                      <a:endParaRPr lang="ko-KR" altLang="en-US" sz="8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홍길동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9820604"/>
                  </a:ext>
                </a:extLst>
              </a:tr>
            </a:tbl>
          </a:graphicData>
        </a:graphic>
      </p:graphicFrame>
      <p:sp>
        <p:nvSpPr>
          <p:cNvPr id="87" name="Box" descr="&lt;SmartSettings&gt;&lt;SmartResize anchorLeft=&quot;Absolute&quot; anchorTop=&quot;None&quot; anchorRight=&quot;None&quot; anchorBottom=&quot;None&quot; /&gt;&lt;/SmartSettings&gt;">
            <a:extLst>
              <a:ext uri="{FF2B5EF4-FFF2-40B4-BE49-F238E27FC236}">
                <a16:creationId xmlns:a16="http://schemas.microsoft.com/office/drawing/2014/main" id="{CEC9C0BC-8FB6-4F43-AEAD-D76D86996BFC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13173" y="3542205"/>
            <a:ext cx="131556" cy="131556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800" dirty="0">
              <a:solidFill>
                <a:srgbClr val="5F5F5F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89" name="Track">
            <a:extLst>
              <a:ext uri="{FF2B5EF4-FFF2-40B4-BE49-F238E27FC236}">
                <a16:creationId xmlns:a16="http://schemas.microsoft.com/office/drawing/2014/main" id="{5D706130-8AE5-4D05-9243-E3D3EC6DB82F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 rot="10800000">
            <a:off x="432306" y="4240387"/>
            <a:ext cx="7956453" cy="118619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2" name="화살표: 오른쪽 91">
            <a:extLst>
              <a:ext uri="{FF2B5EF4-FFF2-40B4-BE49-F238E27FC236}">
                <a16:creationId xmlns:a16="http://schemas.microsoft.com/office/drawing/2014/main" id="{8DD21B8A-B6DE-4831-8F7A-DB216A0962DB}"/>
              </a:ext>
            </a:extLst>
          </p:cNvPr>
          <p:cNvSpPr/>
          <p:nvPr/>
        </p:nvSpPr>
        <p:spPr>
          <a:xfrm>
            <a:off x="553144" y="4511882"/>
            <a:ext cx="1134818" cy="254153"/>
          </a:xfrm>
          <a:prstGeom prst="right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이어서</a:t>
            </a:r>
          </a:p>
        </p:txBody>
      </p:sp>
      <p:sp>
        <p:nvSpPr>
          <p:cNvPr id="98" name="화살표: 오른쪽 97">
            <a:extLst>
              <a:ext uri="{FF2B5EF4-FFF2-40B4-BE49-F238E27FC236}">
                <a16:creationId xmlns:a16="http://schemas.microsoft.com/office/drawing/2014/main" id="{42B85BE6-8A0B-4388-A24F-4CBF0D716295}"/>
              </a:ext>
            </a:extLst>
          </p:cNvPr>
          <p:cNvSpPr/>
          <p:nvPr/>
        </p:nvSpPr>
        <p:spPr>
          <a:xfrm>
            <a:off x="7286477" y="4430122"/>
            <a:ext cx="1134818" cy="254153"/>
          </a:xfrm>
          <a:prstGeom prst="right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이어서</a:t>
            </a:r>
          </a:p>
        </p:txBody>
      </p:sp>
      <p:graphicFrame>
        <p:nvGraphicFramePr>
          <p:cNvPr id="100" name="표 99">
            <a:extLst>
              <a:ext uri="{FF2B5EF4-FFF2-40B4-BE49-F238E27FC236}">
                <a16:creationId xmlns:a16="http://schemas.microsoft.com/office/drawing/2014/main" id="{F96E5863-0690-4077-AF87-82B5F06C28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3155935"/>
              </p:ext>
            </p:extLst>
          </p:nvPr>
        </p:nvGraphicFramePr>
        <p:xfrm>
          <a:off x="432305" y="4839771"/>
          <a:ext cx="7900743" cy="8326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5340">
                  <a:extLst>
                    <a:ext uri="{9D8B030D-6E8A-4147-A177-3AD203B41FA5}">
                      <a16:colId xmlns:a16="http://schemas.microsoft.com/office/drawing/2014/main" val="661249736"/>
                    </a:ext>
                  </a:extLst>
                </a:gridCol>
                <a:gridCol w="2015340">
                  <a:extLst>
                    <a:ext uri="{9D8B030D-6E8A-4147-A177-3AD203B41FA5}">
                      <a16:colId xmlns:a16="http://schemas.microsoft.com/office/drawing/2014/main" val="1431671760"/>
                    </a:ext>
                  </a:extLst>
                </a:gridCol>
                <a:gridCol w="1993593">
                  <a:extLst>
                    <a:ext uri="{9D8B030D-6E8A-4147-A177-3AD203B41FA5}">
                      <a16:colId xmlns:a16="http://schemas.microsoft.com/office/drawing/2014/main" val="1878946727"/>
                    </a:ext>
                  </a:extLst>
                </a:gridCol>
                <a:gridCol w="1876470">
                  <a:extLst>
                    <a:ext uri="{9D8B030D-6E8A-4147-A177-3AD203B41FA5}">
                      <a16:colId xmlns:a16="http://schemas.microsoft.com/office/drawing/2014/main" val="1288515220"/>
                    </a:ext>
                  </a:extLst>
                </a:gridCol>
              </a:tblGrid>
              <a:tr h="2241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티켓번호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국적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여행 국가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이메일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5921844"/>
                  </a:ext>
                </a:extLst>
              </a:tr>
              <a:tr h="304230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20038"/>
                  </a:ext>
                </a:extLst>
              </a:tr>
              <a:tr h="304230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5674826"/>
                  </a:ext>
                </a:extLst>
              </a:tr>
            </a:tbl>
          </a:graphicData>
        </a:graphic>
      </p:graphicFrame>
      <p:sp>
        <p:nvSpPr>
          <p:cNvPr id="103" name="사각형: 둥근 모서리 102">
            <a:extLst>
              <a:ext uri="{FF2B5EF4-FFF2-40B4-BE49-F238E27FC236}">
                <a16:creationId xmlns:a16="http://schemas.microsoft.com/office/drawing/2014/main" id="{F3EB129F-47AC-4661-A86E-9B72F604290B}"/>
              </a:ext>
            </a:extLst>
          </p:cNvPr>
          <p:cNvSpPr/>
          <p:nvPr/>
        </p:nvSpPr>
        <p:spPr>
          <a:xfrm>
            <a:off x="4630401" y="5109300"/>
            <a:ext cx="1925435" cy="23080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itchFamily="2" charset="-127"/>
                <a:ea typeface="나눔고딕" pitchFamily="2" charset="-127"/>
              </a:rPr>
              <a:t>국가 선택    </a:t>
            </a:r>
          </a:p>
        </p:txBody>
      </p:sp>
      <p:sp>
        <p:nvSpPr>
          <p:cNvPr id="104" name="Chevron">
            <a:extLst>
              <a:ext uri="{FF2B5EF4-FFF2-40B4-BE49-F238E27FC236}">
                <a16:creationId xmlns:a16="http://schemas.microsoft.com/office/drawing/2014/main" id="{0E4C091A-7104-4281-B14F-84A8A33476B3}"/>
              </a:ext>
            </a:extLst>
          </p:cNvPr>
          <p:cNvSpPr>
            <a:spLocks noChangeAspect="1"/>
          </p:cNvSpPr>
          <p:nvPr>
            <p:custDataLst>
              <p:tags r:id="rId3"/>
            </p:custDataLst>
          </p:nvPr>
        </p:nvSpPr>
        <p:spPr bwMode="auto">
          <a:xfrm flipH="1">
            <a:off x="6310589" y="5193661"/>
            <a:ext cx="122664" cy="52131"/>
          </a:xfrm>
          <a:custGeom>
            <a:avLst/>
            <a:gdLst>
              <a:gd name="T0" fmla="*/ 0 w 197"/>
              <a:gd name="T1" fmla="*/ 0 h 115"/>
              <a:gd name="T2" fmla="*/ 99 w 197"/>
              <a:gd name="T3" fmla="*/ 115 h 115"/>
              <a:gd name="T4" fmla="*/ 197 w 197"/>
              <a:gd name="T5" fmla="*/ 0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7" h="115">
                <a:moveTo>
                  <a:pt x="0" y="0"/>
                </a:moveTo>
                <a:lnTo>
                  <a:pt x="99" y="115"/>
                </a:lnTo>
                <a:lnTo>
                  <a:pt x="197" y="0"/>
                </a:lnTo>
              </a:path>
            </a:pathLst>
          </a:custGeom>
          <a:noFill/>
          <a:ln w="6350" cap="sq">
            <a:solidFill>
              <a:srgbClr val="80808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7" name="Scroll Thumb">
            <a:extLst>
              <a:ext uri="{FF2B5EF4-FFF2-40B4-BE49-F238E27FC236}">
                <a16:creationId xmlns:a16="http://schemas.microsoft.com/office/drawing/2014/main" id="{0CB441AD-2200-47A0-BBCA-4EFFC96AB5D6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 rot="10800000">
            <a:off x="678952" y="4269075"/>
            <a:ext cx="5882364" cy="61243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8" name="Chevron">
            <a:extLst>
              <a:ext uri="{FF2B5EF4-FFF2-40B4-BE49-F238E27FC236}">
                <a16:creationId xmlns:a16="http://schemas.microsoft.com/office/drawing/2014/main" id="{970B054A-B384-4E51-A46B-DD91554B14C7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 bwMode="auto">
          <a:xfrm rot="5400000" flipH="1">
            <a:off x="513863" y="4278926"/>
            <a:ext cx="88545" cy="53979"/>
          </a:xfrm>
          <a:custGeom>
            <a:avLst/>
            <a:gdLst>
              <a:gd name="T0" fmla="*/ 0 w 197"/>
              <a:gd name="T1" fmla="*/ 0 h 115"/>
              <a:gd name="T2" fmla="*/ 99 w 197"/>
              <a:gd name="T3" fmla="*/ 115 h 115"/>
              <a:gd name="T4" fmla="*/ 197 w 197"/>
              <a:gd name="T5" fmla="*/ 0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7" h="115">
                <a:moveTo>
                  <a:pt x="0" y="0"/>
                </a:moveTo>
                <a:lnTo>
                  <a:pt x="99" y="115"/>
                </a:lnTo>
                <a:lnTo>
                  <a:pt x="197" y="0"/>
                </a:lnTo>
              </a:path>
            </a:pathLst>
          </a:custGeom>
          <a:noFill/>
          <a:ln w="6350" cap="sq">
            <a:solidFill>
              <a:srgbClr val="80808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9" name="Chevron">
            <a:extLst>
              <a:ext uri="{FF2B5EF4-FFF2-40B4-BE49-F238E27FC236}">
                <a16:creationId xmlns:a16="http://schemas.microsoft.com/office/drawing/2014/main" id="{41847578-DDFC-4C2A-9379-9B661395EC07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 rot="16200000" flipH="1">
            <a:off x="8186305" y="4285778"/>
            <a:ext cx="88545" cy="53979"/>
          </a:xfrm>
          <a:custGeom>
            <a:avLst/>
            <a:gdLst>
              <a:gd name="T0" fmla="*/ 0 w 197"/>
              <a:gd name="T1" fmla="*/ 0 h 115"/>
              <a:gd name="T2" fmla="*/ 99 w 197"/>
              <a:gd name="T3" fmla="*/ 115 h 115"/>
              <a:gd name="T4" fmla="*/ 197 w 197"/>
              <a:gd name="T5" fmla="*/ 0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7" h="115">
                <a:moveTo>
                  <a:pt x="0" y="0"/>
                </a:moveTo>
                <a:lnTo>
                  <a:pt x="99" y="115"/>
                </a:lnTo>
                <a:lnTo>
                  <a:pt x="197" y="0"/>
                </a:lnTo>
              </a:path>
            </a:pathLst>
          </a:custGeom>
          <a:noFill/>
          <a:ln w="6350" cap="sq">
            <a:solidFill>
              <a:srgbClr val="80808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0" name="Rectangle 89">
            <a:extLst>
              <a:ext uri="{FF2B5EF4-FFF2-40B4-BE49-F238E27FC236}">
                <a16:creationId xmlns:a16="http://schemas.microsoft.com/office/drawing/2014/main" id="{903EB9B0-145E-46C5-8786-366D3D433C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5496" y="2885725"/>
            <a:ext cx="641885" cy="23470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chemeClr val="tx1"/>
                </a:solidFill>
              </a:rPr>
              <a:t>선택</a:t>
            </a:r>
            <a:r>
              <a:rPr kumimoji="0" lang="en-US" altLang="ko-KR" sz="700" kern="0" dirty="0">
                <a:solidFill>
                  <a:schemeClr val="tx1"/>
                </a:solidFill>
              </a:rPr>
              <a:t> Row</a:t>
            </a:r>
            <a:r>
              <a:rPr kumimoji="0" lang="ko-KR" altLang="en-US" sz="700" kern="0" dirty="0">
                <a:solidFill>
                  <a:schemeClr val="tx1"/>
                </a:solidFill>
              </a:rPr>
              <a:t> 삭제</a:t>
            </a:r>
          </a:p>
        </p:txBody>
      </p:sp>
      <p:sp>
        <p:nvSpPr>
          <p:cNvPr id="111" name="Rectangle 89">
            <a:extLst>
              <a:ext uri="{FF2B5EF4-FFF2-40B4-BE49-F238E27FC236}">
                <a16:creationId xmlns:a16="http://schemas.microsoft.com/office/drawing/2014/main" id="{F405DA43-6477-4D43-A3EA-2B9355049D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23405" y="2893295"/>
            <a:ext cx="641885" cy="23470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700" kern="0" dirty="0">
                <a:solidFill>
                  <a:schemeClr val="bg1"/>
                </a:solidFill>
              </a:rPr>
              <a:t>+ Row </a:t>
            </a:r>
            <a:r>
              <a:rPr kumimoji="0" lang="ko-KR" altLang="en-US" sz="700" kern="0" dirty="0">
                <a:solidFill>
                  <a:schemeClr val="bg1"/>
                </a:solidFill>
              </a:rPr>
              <a:t>추가</a:t>
            </a:r>
          </a:p>
        </p:txBody>
      </p:sp>
      <p:sp>
        <p:nvSpPr>
          <p:cNvPr id="112" name="사각형: 둥근 모서리 111">
            <a:extLst>
              <a:ext uri="{FF2B5EF4-FFF2-40B4-BE49-F238E27FC236}">
                <a16:creationId xmlns:a16="http://schemas.microsoft.com/office/drawing/2014/main" id="{B3A62C95-77BD-479E-BAE5-71FD8EF6339F}"/>
              </a:ext>
            </a:extLst>
          </p:cNvPr>
          <p:cNvSpPr/>
          <p:nvPr/>
        </p:nvSpPr>
        <p:spPr>
          <a:xfrm>
            <a:off x="3896285" y="5850388"/>
            <a:ext cx="1007666" cy="23774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>
                <a:latin typeface="나눔고딕" pitchFamily="2" charset="-127"/>
                <a:ea typeface="나눔고딕" pitchFamily="2" charset="-127"/>
              </a:rPr>
              <a:t>보험료 조회</a:t>
            </a:r>
          </a:p>
        </p:txBody>
      </p:sp>
      <p:sp>
        <p:nvSpPr>
          <p:cNvPr id="114" name="Rectangle 89">
            <a:extLst>
              <a:ext uri="{FF2B5EF4-FFF2-40B4-BE49-F238E27FC236}">
                <a16:creationId xmlns:a16="http://schemas.microsoft.com/office/drawing/2014/main" id="{D9028C65-BFF6-443E-A373-765F8883B1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8564" y="2893297"/>
            <a:ext cx="700908" cy="22713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chemeClr val="bg1"/>
                </a:solidFill>
              </a:rPr>
              <a:t>초기화</a:t>
            </a:r>
          </a:p>
        </p:txBody>
      </p:sp>
      <p:sp>
        <p:nvSpPr>
          <p:cNvPr id="116" name="Oval 35">
            <a:extLst>
              <a:ext uri="{FF2B5EF4-FFF2-40B4-BE49-F238E27FC236}">
                <a16:creationId xmlns:a16="http://schemas.microsoft.com/office/drawing/2014/main" id="{CF3B612D-0B05-4B15-88DF-3FA6FF7114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9648" y="1771276"/>
            <a:ext cx="179388" cy="179387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8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7" name="Oval 35">
            <a:extLst>
              <a:ext uri="{FF2B5EF4-FFF2-40B4-BE49-F238E27FC236}">
                <a16:creationId xmlns:a16="http://schemas.microsoft.com/office/drawing/2014/main" id="{89B7FDE8-F64C-4A72-9EE6-FC30E9A29D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4682" y="2212139"/>
            <a:ext cx="179388" cy="179387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800" b="1" dirty="0">
                <a:solidFill>
                  <a:srgbClr val="FFFFFF"/>
                </a:solidFill>
              </a:rPr>
              <a:t>2-1</a:t>
            </a:r>
          </a:p>
        </p:txBody>
      </p:sp>
      <p:sp>
        <p:nvSpPr>
          <p:cNvPr id="118" name="Oval 35">
            <a:extLst>
              <a:ext uri="{FF2B5EF4-FFF2-40B4-BE49-F238E27FC236}">
                <a16:creationId xmlns:a16="http://schemas.microsoft.com/office/drawing/2014/main" id="{54281743-7C23-42C1-8C60-AECF5700D5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25837" y="2283864"/>
            <a:ext cx="179388" cy="179387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800" b="1" dirty="0">
                <a:solidFill>
                  <a:srgbClr val="FFFFFF"/>
                </a:solidFill>
              </a:rPr>
              <a:t>2-2</a:t>
            </a:r>
          </a:p>
        </p:txBody>
      </p:sp>
      <p:sp>
        <p:nvSpPr>
          <p:cNvPr id="119" name="Oval 35">
            <a:extLst>
              <a:ext uri="{FF2B5EF4-FFF2-40B4-BE49-F238E27FC236}">
                <a16:creationId xmlns:a16="http://schemas.microsoft.com/office/drawing/2014/main" id="{B4F78FD5-1CDC-4AAF-A4B7-DDA7A5ECF9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223" y="3201944"/>
            <a:ext cx="179388" cy="179387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8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20" name="Oval 35">
            <a:extLst>
              <a:ext uri="{FF2B5EF4-FFF2-40B4-BE49-F238E27FC236}">
                <a16:creationId xmlns:a16="http://schemas.microsoft.com/office/drawing/2014/main" id="{A23A116B-1EA7-448B-9F32-A6936C3C0E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5858" y="2789260"/>
            <a:ext cx="179388" cy="179387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8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1" name="Oval 35">
            <a:extLst>
              <a:ext uri="{FF2B5EF4-FFF2-40B4-BE49-F238E27FC236}">
                <a16:creationId xmlns:a16="http://schemas.microsoft.com/office/drawing/2014/main" id="{ACCAC991-A3CC-4DB6-9C00-798D10D527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5692" y="2763284"/>
            <a:ext cx="179388" cy="179387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800" b="1" dirty="0">
                <a:solidFill>
                  <a:srgbClr val="FFFFFF"/>
                </a:solidFill>
              </a:rPr>
              <a:t>3-1</a:t>
            </a:r>
          </a:p>
        </p:txBody>
      </p:sp>
      <p:sp>
        <p:nvSpPr>
          <p:cNvPr id="122" name="Oval 35">
            <a:extLst>
              <a:ext uri="{FF2B5EF4-FFF2-40B4-BE49-F238E27FC236}">
                <a16:creationId xmlns:a16="http://schemas.microsoft.com/office/drawing/2014/main" id="{9F4A0461-DB0E-4752-AD4A-A2F2E83BF3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8260" y="2781379"/>
            <a:ext cx="179388" cy="179387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800" b="1" dirty="0">
                <a:solidFill>
                  <a:srgbClr val="FFFFFF"/>
                </a:solidFill>
              </a:rPr>
              <a:t>3-2</a:t>
            </a:r>
          </a:p>
        </p:txBody>
      </p:sp>
      <p:sp>
        <p:nvSpPr>
          <p:cNvPr id="49" name="Box" descr="&lt;SmartSettings&gt;&lt;SmartResize anchorLeft=&quot;Absolute&quot; anchorTop=&quot;None&quot; anchorRight=&quot;None&quot; anchorBottom=&quot;None&quot; /&gt;&lt;/SmartSettings&gt;">
            <a:extLst>
              <a:ext uri="{FF2B5EF4-FFF2-40B4-BE49-F238E27FC236}">
                <a16:creationId xmlns:a16="http://schemas.microsoft.com/office/drawing/2014/main" id="{40F69474-4627-43DE-9820-AEAF426A2A48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613173" y="3836313"/>
            <a:ext cx="131556" cy="131556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800" dirty="0">
              <a:solidFill>
                <a:srgbClr val="5F5F5F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D17718B9-4C6F-4A9C-838A-8E0178F61921}"/>
              </a:ext>
            </a:extLst>
          </p:cNvPr>
          <p:cNvSpPr/>
          <p:nvPr/>
        </p:nvSpPr>
        <p:spPr>
          <a:xfrm>
            <a:off x="4630400" y="5398584"/>
            <a:ext cx="1925435" cy="23080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itchFamily="2" charset="-127"/>
                <a:ea typeface="나눔고딕" pitchFamily="2" charset="-127"/>
              </a:rPr>
              <a:t>국가 선택    </a:t>
            </a:r>
          </a:p>
        </p:txBody>
      </p:sp>
      <p:sp>
        <p:nvSpPr>
          <p:cNvPr id="51" name="Chevron">
            <a:extLst>
              <a:ext uri="{FF2B5EF4-FFF2-40B4-BE49-F238E27FC236}">
                <a16:creationId xmlns:a16="http://schemas.microsoft.com/office/drawing/2014/main" id="{521396FD-AE90-43BB-BE07-EC5D22A676B1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 flipH="1">
            <a:off x="6286616" y="5486174"/>
            <a:ext cx="122664" cy="52131"/>
          </a:xfrm>
          <a:custGeom>
            <a:avLst/>
            <a:gdLst>
              <a:gd name="T0" fmla="*/ 0 w 197"/>
              <a:gd name="T1" fmla="*/ 0 h 115"/>
              <a:gd name="T2" fmla="*/ 99 w 197"/>
              <a:gd name="T3" fmla="*/ 115 h 115"/>
              <a:gd name="T4" fmla="*/ 197 w 197"/>
              <a:gd name="T5" fmla="*/ 0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7" h="115">
                <a:moveTo>
                  <a:pt x="0" y="0"/>
                </a:moveTo>
                <a:lnTo>
                  <a:pt x="99" y="115"/>
                </a:lnTo>
                <a:lnTo>
                  <a:pt x="197" y="0"/>
                </a:lnTo>
              </a:path>
            </a:pathLst>
          </a:custGeom>
          <a:noFill/>
          <a:ln w="6350" cap="sq">
            <a:solidFill>
              <a:srgbClr val="80808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4" name="Oval 35">
            <a:extLst>
              <a:ext uri="{FF2B5EF4-FFF2-40B4-BE49-F238E27FC236}">
                <a16:creationId xmlns:a16="http://schemas.microsoft.com/office/drawing/2014/main" id="{AE50C1A5-477F-4D59-9BD2-F413A3615A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108" y="3603275"/>
            <a:ext cx="179388" cy="179387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800" b="1" dirty="0">
                <a:solidFill>
                  <a:srgbClr val="FFFFFF"/>
                </a:solidFill>
              </a:rPr>
              <a:t>4-1</a:t>
            </a:r>
          </a:p>
        </p:txBody>
      </p:sp>
      <p:sp>
        <p:nvSpPr>
          <p:cNvPr id="74" name="Text Box">
            <a:extLst>
              <a:ext uri="{FF2B5EF4-FFF2-40B4-BE49-F238E27FC236}">
                <a16:creationId xmlns:a16="http://schemas.microsoft.com/office/drawing/2014/main" id="{3F89476A-B9DB-4C8B-AC42-D94E46882544}"/>
              </a:ext>
            </a:extLst>
          </p:cNvPr>
          <p:cNvSpPr/>
          <p:nvPr/>
        </p:nvSpPr>
        <p:spPr>
          <a:xfrm>
            <a:off x="635274" y="2250761"/>
            <a:ext cx="3195405" cy="225703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22860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atinLnBrk="0"/>
            <a:endParaRPr lang="en-US" sz="800" dirty="0">
              <a:solidFill>
                <a:schemeClr val="bg1">
                  <a:lumMod val="50000"/>
                </a:schemeClr>
              </a:solidFill>
              <a:latin typeface="나눔고딕" pitchFamily="2" charset="-127"/>
              <a:ea typeface="나눔고딕" pitchFamily="2" charset="-127"/>
              <a:cs typeface="Segoe UI" panose="020B0502040204020203" pitchFamily="34" charset="0"/>
            </a:endParaRPr>
          </a:p>
        </p:txBody>
      </p:sp>
      <p:sp>
        <p:nvSpPr>
          <p:cNvPr id="75" name="Button">
            <a:extLst>
              <a:ext uri="{FF2B5EF4-FFF2-40B4-BE49-F238E27FC236}">
                <a16:creationId xmlns:a16="http://schemas.microsoft.com/office/drawing/2014/main" id="{A4AA150C-0107-4325-860D-ADDF3A557F6B}"/>
              </a:ext>
            </a:extLst>
          </p:cNvPr>
          <p:cNvSpPr>
            <a:spLocks/>
          </p:cNvSpPr>
          <p:nvPr/>
        </p:nvSpPr>
        <p:spPr bwMode="auto">
          <a:xfrm>
            <a:off x="3912818" y="2250761"/>
            <a:ext cx="497821" cy="209729"/>
          </a:xfrm>
          <a:prstGeom prst="roundRect">
            <a:avLst>
              <a:gd name="adj" fmla="val 8776"/>
            </a:avLst>
          </a:prstGeom>
          <a:solidFill>
            <a:schemeClr val="tx1">
              <a:lumMod val="65000"/>
              <a:lumOff val="35000"/>
            </a:schemeClr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700" dirty="0">
                <a:solidFill>
                  <a:prstClr val="white"/>
                </a:solidFill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검색</a:t>
            </a:r>
            <a:endParaRPr lang="en-US" sz="700" dirty="0">
              <a:solidFill>
                <a:prstClr val="white"/>
              </a:solidFill>
              <a:latin typeface="나눔고딕" pitchFamily="2" charset="-127"/>
              <a:ea typeface="나눔고딕" pitchFamily="2" charset="-127"/>
              <a:cs typeface="Segoe UI" panose="020B0502040204020203" pitchFamily="34" charset="0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99F574A8-B620-47C6-A8A5-DCFF253BF7B7}"/>
              </a:ext>
            </a:extLst>
          </p:cNvPr>
          <p:cNvSpPr/>
          <p:nvPr/>
        </p:nvSpPr>
        <p:spPr>
          <a:xfrm>
            <a:off x="4527906" y="2531797"/>
            <a:ext cx="276870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atinLnBrk="0"/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엑셀에서 데이터를 가져와 테이블에 적용합니다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.</a:t>
            </a:r>
          </a:p>
        </p:txBody>
      </p:sp>
      <p:sp>
        <p:nvSpPr>
          <p:cNvPr id="77" name="Box" descr="&lt;SmartSettings&gt;&lt;SmartResize anchorLeft=&quot;Absolute&quot; anchorTop=&quot;None&quot; anchorRight=&quot;None&quot; anchorBottom=&quot;None&quot; /&gt;&lt;/SmartSettings&gt;">
            <a:extLst>
              <a:ext uri="{FF2B5EF4-FFF2-40B4-BE49-F238E27FC236}">
                <a16:creationId xmlns:a16="http://schemas.microsoft.com/office/drawing/2014/main" id="{747CD643-8DB7-487B-8A9F-B46149DCDBCC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613173" y="3241848"/>
            <a:ext cx="131556" cy="131556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800" dirty="0">
              <a:solidFill>
                <a:srgbClr val="5F5F5F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057CF504-3C82-4038-86B2-C1E62DF385AB}"/>
              </a:ext>
            </a:extLst>
          </p:cNvPr>
          <p:cNvSpPr/>
          <p:nvPr/>
        </p:nvSpPr>
        <p:spPr>
          <a:xfrm>
            <a:off x="2585909" y="5109300"/>
            <a:ext cx="1824729" cy="23080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itchFamily="2" charset="-127"/>
                <a:ea typeface="나눔고딕" pitchFamily="2" charset="-127"/>
              </a:rPr>
              <a:t>국가 선택    </a:t>
            </a:r>
          </a:p>
        </p:txBody>
      </p:sp>
      <p:sp>
        <p:nvSpPr>
          <p:cNvPr id="80" name="Chevron">
            <a:extLst>
              <a:ext uri="{FF2B5EF4-FFF2-40B4-BE49-F238E27FC236}">
                <a16:creationId xmlns:a16="http://schemas.microsoft.com/office/drawing/2014/main" id="{97E98195-D46C-4FFF-8902-8DA7F3E9AC88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 flipH="1">
            <a:off x="4189702" y="5172569"/>
            <a:ext cx="122664" cy="52131"/>
          </a:xfrm>
          <a:custGeom>
            <a:avLst/>
            <a:gdLst>
              <a:gd name="T0" fmla="*/ 0 w 197"/>
              <a:gd name="T1" fmla="*/ 0 h 115"/>
              <a:gd name="T2" fmla="*/ 99 w 197"/>
              <a:gd name="T3" fmla="*/ 115 h 115"/>
              <a:gd name="T4" fmla="*/ 197 w 197"/>
              <a:gd name="T5" fmla="*/ 0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7" h="115">
                <a:moveTo>
                  <a:pt x="0" y="0"/>
                </a:moveTo>
                <a:lnTo>
                  <a:pt x="99" y="115"/>
                </a:lnTo>
                <a:lnTo>
                  <a:pt x="197" y="0"/>
                </a:lnTo>
              </a:path>
            </a:pathLst>
          </a:custGeom>
          <a:noFill/>
          <a:ln w="6350" cap="sq">
            <a:solidFill>
              <a:srgbClr val="80808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AB73E1E1-ECC6-454D-A019-2634ED756E80}"/>
              </a:ext>
            </a:extLst>
          </p:cNvPr>
          <p:cNvSpPr/>
          <p:nvPr/>
        </p:nvSpPr>
        <p:spPr>
          <a:xfrm>
            <a:off x="2585909" y="5398584"/>
            <a:ext cx="1824729" cy="23080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itchFamily="2" charset="-127"/>
                <a:ea typeface="나눔고딕" pitchFamily="2" charset="-127"/>
              </a:rPr>
              <a:t>국가 선택    </a:t>
            </a:r>
          </a:p>
        </p:txBody>
      </p:sp>
      <p:sp>
        <p:nvSpPr>
          <p:cNvPr id="83" name="Chevron">
            <a:extLst>
              <a:ext uri="{FF2B5EF4-FFF2-40B4-BE49-F238E27FC236}">
                <a16:creationId xmlns:a16="http://schemas.microsoft.com/office/drawing/2014/main" id="{C9CA4754-4AB7-4A34-BDF9-A8EAA722E960}"/>
              </a:ext>
            </a:extLst>
          </p:cNvPr>
          <p:cNvSpPr>
            <a:spLocks noChangeAspect="1"/>
          </p:cNvSpPr>
          <p:nvPr>
            <p:custDataLst>
              <p:tags r:id="rId11"/>
            </p:custDataLst>
          </p:nvPr>
        </p:nvSpPr>
        <p:spPr bwMode="auto">
          <a:xfrm flipH="1">
            <a:off x="4181823" y="5494357"/>
            <a:ext cx="122664" cy="52131"/>
          </a:xfrm>
          <a:custGeom>
            <a:avLst/>
            <a:gdLst>
              <a:gd name="T0" fmla="*/ 0 w 197"/>
              <a:gd name="T1" fmla="*/ 0 h 115"/>
              <a:gd name="T2" fmla="*/ 99 w 197"/>
              <a:gd name="T3" fmla="*/ 115 h 115"/>
              <a:gd name="T4" fmla="*/ 197 w 197"/>
              <a:gd name="T5" fmla="*/ 0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7" h="115">
                <a:moveTo>
                  <a:pt x="0" y="0"/>
                </a:moveTo>
                <a:lnTo>
                  <a:pt x="99" y="115"/>
                </a:lnTo>
                <a:lnTo>
                  <a:pt x="197" y="0"/>
                </a:lnTo>
              </a:path>
            </a:pathLst>
          </a:custGeom>
          <a:noFill/>
          <a:ln w="6350" cap="sq">
            <a:solidFill>
              <a:srgbClr val="80808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8" name="사각형: 둥근 모서리 87">
            <a:extLst>
              <a:ext uri="{FF2B5EF4-FFF2-40B4-BE49-F238E27FC236}">
                <a16:creationId xmlns:a16="http://schemas.microsoft.com/office/drawing/2014/main" id="{70476E45-6376-4EBE-AFA5-B2F33910D39A}"/>
              </a:ext>
            </a:extLst>
          </p:cNvPr>
          <p:cNvSpPr/>
          <p:nvPr/>
        </p:nvSpPr>
        <p:spPr>
          <a:xfrm>
            <a:off x="4984332" y="5850388"/>
            <a:ext cx="1528701" cy="23774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>
                <a:latin typeface="나눔고딕" pitchFamily="2" charset="-127"/>
                <a:ea typeface="나눔고딕" pitchFamily="2" charset="-127"/>
              </a:rPr>
              <a:t>카드로 바로 결제</a:t>
            </a:r>
          </a:p>
        </p:txBody>
      </p:sp>
      <p:sp>
        <p:nvSpPr>
          <p:cNvPr id="90" name="사각형: 둥근 모서리 89">
            <a:extLst>
              <a:ext uri="{FF2B5EF4-FFF2-40B4-BE49-F238E27FC236}">
                <a16:creationId xmlns:a16="http://schemas.microsoft.com/office/drawing/2014/main" id="{87B127CA-EB01-406A-BAEE-F47F43694AB8}"/>
              </a:ext>
            </a:extLst>
          </p:cNvPr>
          <p:cNvSpPr/>
          <p:nvPr/>
        </p:nvSpPr>
        <p:spPr>
          <a:xfrm>
            <a:off x="6603427" y="5850388"/>
            <a:ext cx="1729620" cy="23774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>
                <a:latin typeface="나눔고딕" pitchFamily="2" charset="-127"/>
                <a:ea typeface="나눔고딕" pitchFamily="2" charset="-127"/>
              </a:rPr>
              <a:t>후정산으로 바로 청약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CF830F80-03A5-4DA3-82E7-46FFC8B531DF}"/>
              </a:ext>
            </a:extLst>
          </p:cNvPr>
          <p:cNvGrpSpPr/>
          <p:nvPr/>
        </p:nvGrpSpPr>
        <p:grpSpPr>
          <a:xfrm>
            <a:off x="5931764" y="3473111"/>
            <a:ext cx="701520" cy="232657"/>
            <a:chOff x="5255661" y="3461822"/>
            <a:chExt cx="701520" cy="232657"/>
          </a:xfrm>
        </p:grpSpPr>
        <p:sp>
          <p:nvSpPr>
            <p:cNvPr id="93" name="사각형: 둥근 모서리 92">
              <a:extLst>
                <a:ext uri="{FF2B5EF4-FFF2-40B4-BE49-F238E27FC236}">
                  <a16:creationId xmlns:a16="http://schemas.microsoft.com/office/drawing/2014/main" id="{199FF2EB-2255-4BFB-91A8-ACC00DAB6262}"/>
                </a:ext>
              </a:extLst>
            </p:cNvPr>
            <p:cNvSpPr/>
            <p:nvPr/>
          </p:nvSpPr>
          <p:spPr>
            <a:xfrm>
              <a:off x="5255661" y="3461822"/>
              <a:ext cx="701520" cy="232657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>
                  <a:solidFill>
                    <a:schemeClr val="bg1">
                      <a:lumMod val="65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플랜 선택</a:t>
              </a:r>
            </a:p>
          </p:txBody>
        </p:sp>
        <p:sp>
          <p:nvSpPr>
            <p:cNvPr id="94" name="Chevron">
              <a:extLst>
                <a:ext uri="{FF2B5EF4-FFF2-40B4-BE49-F238E27FC236}">
                  <a16:creationId xmlns:a16="http://schemas.microsoft.com/office/drawing/2014/main" id="{CD0AA9C5-36CD-472F-B38F-481026264C09}"/>
                </a:ext>
              </a:extLst>
            </p:cNvPr>
            <p:cNvSpPr>
              <a:spLocks noChangeAspect="1"/>
            </p:cNvSpPr>
            <p:nvPr>
              <p:custDataLst>
                <p:tags r:id="rId13"/>
              </p:custDataLst>
            </p:nvPr>
          </p:nvSpPr>
          <p:spPr bwMode="auto">
            <a:xfrm flipH="1">
              <a:off x="5829174" y="3551876"/>
              <a:ext cx="66124" cy="52550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no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607B401C-5943-418B-B35E-A1D8F278F868}"/>
              </a:ext>
            </a:extLst>
          </p:cNvPr>
          <p:cNvGrpSpPr/>
          <p:nvPr/>
        </p:nvGrpSpPr>
        <p:grpSpPr>
          <a:xfrm>
            <a:off x="5931764" y="3769348"/>
            <a:ext cx="701520" cy="232657"/>
            <a:chOff x="5255661" y="3759623"/>
            <a:chExt cx="701520" cy="232657"/>
          </a:xfrm>
        </p:grpSpPr>
        <p:sp>
          <p:nvSpPr>
            <p:cNvPr id="95" name="사각형: 둥근 모서리 94">
              <a:extLst>
                <a:ext uri="{FF2B5EF4-FFF2-40B4-BE49-F238E27FC236}">
                  <a16:creationId xmlns:a16="http://schemas.microsoft.com/office/drawing/2014/main" id="{0371566B-2FDE-4E0D-94C1-804B6C495EA2}"/>
                </a:ext>
              </a:extLst>
            </p:cNvPr>
            <p:cNvSpPr/>
            <p:nvPr/>
          </p:nvSpPr>
          <p:spPr>
            <a:xfrm>
              <a:off x="5255661" y="3759623"/>
              <a:ext cx="701520" cy="232657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>
                  <a:solidFill>
                    <a:schemeClr val="bg1">
                      <a:lumMod val="65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플랜 선택</a:t>
              </a:r>
            </a:p>
          </p:txBody>
        </p:sp>
        <p:sp>
          <p:nvSpPr>
            <p:cNvPr id="96" name="Chevron">
              <a:extLst>
                <a:ext uri="{FF2B5EF4-FFF2-40B4-BE49-F238E27FC236}">
                  <a16:creationId xmlns:a16="http://schemas.microsoft.com/office/drawing/2014/main" id="{1B6CB189-E7F0-4D4F-8CA0-0BA730FB18E3}"/>
                </a:ext>
              </a:extLst>
            </p:cNvPr>
            <p:cNvSpPr>
              <a:spLocks noChangeAspect="1"/>
            </p:cNvSpPr>
            <p:nvPr>
              <p:custDataLst>
                <p:tags r:id="rId12"/>
              </p:custDataLst>
            </p:nvPr>
          </p:nvSpPr>
          <p:spPr bwMode="auto">
            <a:xfrm flipH="1">
              <a:off x="5829174" y="3849676"/>
              <a:ext cx="66124" cy="52550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no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3A16665E-B6A4-4BA8-88A8-6223F349DE91}"/>
              </a:ext>
            </a:extLst>
          </p:cNvPr>
          <p:cNvSpPr/>
          <p:nvPr/>
        </p:nvSpPr>
        <p:spPr>
          <a:xfrm>
            <a:off x="515132" y="1418587"/>
            <a:ext cx="247137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solidFill>
                  <a:schemeClr val="accent2">
                    <a:lumMod val="75000"/>
                  </a:schemeClr>
                </a:solidFill>
                <a:latin typeface="나눔고딕" pitchFamily="2" charset="-127"/>
                <a:ea typeface="나눔고딕" pitchFamily="2" charset="-127"/>
              </a:rPr>
              <a:t>청약신청</a:t>
            </a:r>
          </a:p>
        </p:txBody>
      </p:sp>
      <p:sp>
        <p:nvSpPr>
          <p:cNvPr id="129" name="Oval 35">
            <a:extLst>
              <a:ext uri="{FF2B5EF4-FFF2-40B4-BE49-F238E27FC236}">
                <a16:creationId xmlns:a16="http://schemas.microsoft.com/office/drawing/2014/main" id="{A5AC3723-1E49-4D77-97BA-D928507492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8268" y="3102798"/>
            <a:ext cx="179388" cy="179387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800" b="1" dirty="0">
                <a:solidFill>
                  <a:srgbClr val="FFFFFF"/>
                </a:solidFill>
              </a:rPr>
              <a:t>4-2</a:t>
            </a:r>
          </a:p>
        </p:txBody>
      </p: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2C53CCB4-19B2-4ED9-87A0-C08605D9087B}"/>
              </a:ext>
            </a:extLst>
          </p:cNvPr>
          <p:cNvSpPr/>
          <p:nvPr/>
        </p:nvSpPr>
        <p:spPr>
          <a:xfrm>
            <a:off x="932956" y="3437682"/>
            <a:ext cx="809780" cy="311138"/>
          </a:xfrm>
          <a:prstGeom prst="rect">
            <a:avLst/>
          </a:prstGeom>
          <a:solidFill>
            <a:schemeClr val="bg1">
              <a:alpha val="56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29A6E0A8-F8BE-4290-8F63-F3458AE22C97}"/>
              </a:ext>
            </a:extLst>
          </p:cNvPr>
          <p:cNvSpPr/>
          <p:nvPr/>
        </p:nvSpPr>
        <p:spPr>
          <a:xfrm>
            <a:off x="1750818" y="3445395"/>
            <a:ext cx="891227" cy="306277"/>
          </a:xfrm>
          <a:prstGeom prst="rect">
            <a:avLst/>
          </a:prstGeom>
          <a:solidFill>
            <a:schemeClr val="bg1">
              <a:alpha val="56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8" name="직사각형 137">
            <a:extLst>
              <a:ext uri="{FF2B5EF4-FFF2-40B4-BE49-F238E27FC236}">
                <a16:creationId xmlns:a16="http://schemas.microsoft.com/office/drawing/2014/main" id="{096F8B3F-950D-4192-B129-D626EB980ED6}"/>
              </a:ext>
            </a:extLst>
          </p:cNvPr>
          <p:cNvSpPr/>
          <p:nvPr/>
        </p:nvSpPr>
        <p:spPr>
          <a:xfrm>
            <a:off x="2642045" y="3445395"/>
            <a:ext cx="1166513" cy="302215"/>
          </a:xfrm>
          <a:prstGeom prst="rect">
            <a:avLst/>
          </a:prstGeom>
          <a:solidFill>
            <a:schemeClr val="bg1">
              <a:alpha val="56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8F5E308B-217A-4143-B658-71A52B57961D}"/>
              </a:ext>
            </a:extLst>
          </p:cNvPr>
          <p:cNvSpPr/>
          <p:nvPr/>
        </p:nvSpPr>
        <p:spPr>
          <a:xfrm>
            <a:off x="3808556" y="3444693"/>
            <a:ext cx="1054195" cy="293170"/>
          </a:xfrm>
          <a:prstGeom prst="rect">
            <a:avLst/>
          </a:prstGeom>
          <a:solidFill>
            <a:schemeClr val="bg1">
              <a:alpha val="56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1" name="직사각형 140">
            <a:extLst>
              <a:ext uri="{FF2B5EF4-FFF2-40B4-BE49-F238E27FC236}">
                <a16:creationId xmlns:a16="http://schemas.microsoft.com/office/drawing/2014/main" id="{FDF78770-9FC9-4E7E-8A16-AAAD0314B4A2}"/>
              </a:ext>
            </a:extLst>
          </p:cNvPr>
          <p:cNvSpPr/>
          <p:nvPr/>
        </p:nvSpPr>
        <p:spPr>
          <a:xfrm>
            <a:off x="4871683" y="3445395"/>
            <a:ext cx="979301" cy="292467"/>
          </a:xfrm>
          <a:prstGeom prst="rect">
            <a:avLst/>
          </a:prstGeom>
          <a:solidFill>
            <a:schemeClr val="bg1">
              <a:alpha val="56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08FCBD28-FFA4-4FC1-85A5-B54277C54705}"/>
              </a:ext>
            </a:extLst>
          </p:cNvPr>
          <p:cNvSpPr/>
          <p:nvPr/>
        </p:nvSpPr>
        <p:spPr>
          <a:xfrm>
            <a:off x="933574" y="3758402"/>
            <a:ext cx="809780" cy="292467"/>
          </a:xfrm>
          <a:prstGeom prst="rect">
            <a:avLst/>
          </a:prstGeom>
          <a:solidFill>
            <a:schemeClr val="bg1">
              <a:alpha val="56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02EC9722-C9C3-4203-B60B-2D7F2CBB9482}"/>
              </a:ext>
            </a:extLst>
          </p:cNvPr>
          <p:cNvSpPr/>
          <p:nvPr/>
        </p:nvSpPr>
        <p:spPr>
          <a:xfrm>
            <a:off x="1745929" y="3758402"/>
            <a:ext cx="895185" cy="292467"/>
          </a:xfrm>
          <a:prstGeom prst="rect">
            <a:avLst/>
          </a:prstGeom>
          <a:solidFill>
            <a:schemeClr val="bg1">
              <a:alpha val="56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832A3501-7AC9-40E6-9D89-347433239364}"/>
              </a:ext>
            </a:extLst>
          </p:cNvPr>
          <p:cNvSpPr/>
          <p:nvPr/>
        </p:nvSpPr>
        <p:spPr>
          <a:xfrm>
            <a:off x="2641114" y="3755735"/>
            <a:ext cx="1167442" cy="292468"/>
          </a:xfrm>
          <a:prstGeom prst="rect">
            <a:avLst/>
          </a:prstGeom>
          <a:solidFill>
            <a:schemeClr val="bg1">
              <a:alpha val="56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5" name="직사각형 144">
            <a:extLst>
              <a:ext uri="{FF2B5EF4-FFF2-40B4-BE49-F238E27FC236}">
                <a16:creationId xmlns:a16="http://schemas.microsoft.com/office/drawing/2014/main" id="{437E078C-B898-414E-9473-876FFC9821E9}"/>
              </a:ext>
            </a:extLst>
          </p:cNvPr>
          <p:cNvSpPr/>
          <p:nvPr/>
        </p:nvSpPr>
        <p:spPr>
          <a:xfrm>
            <a:off x="3815904" y="3748116"/>
            <a:ext cx="1054195" cy="292467"/>
          </a:xfrm>
          <a:prstGeom prst="rect">
            <a:avLst/>
          </a:prstGeom>
          <a:solidFill>
            <a:schemeClr val="bg1">
              <a:alpha val="56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5544DCB0-5617-4860-85B8-86406015B606}"/>
              </a:ext>
            </a:extLst>
          </p:cNvPr>
          <p:cNvSpPr/>
          <p:nvPr/>
        </p:nvSpPr>
        <p:spPr>
          <a:xfrm>
            <a:off x="4871683" y="3748819"/>
            <a:ext cx="979301" cy="292467"/>
          </a:xfrm>
          <a:prstGeom prst="rect">
            <a:avLst/>
          </a:prstGeom>
          <a:solidFill>
            <a:schemeClr val="bg1">
              <a:alpha val="56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7" name="Oval 35">
            <a:extLst>
              <a:ext uri="{FF2B5EF4-FFF2-40B4-BE49-F238E27FC236}">
                <a16:creationId xmlns:a16="http://schemas.microsoft.com/office/drawing/2014/main" id="{F2634EA0-33F0-4EFB-8462-25D2D0CF2A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480" y="3893559"/>
            <a:ext cx="179388" cy="179387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800" b="1" dirty="0">
                <a:solidFill>
                  <a:srgbClr val="FFFFFF"/>
                </a:solidFill>
              </a:rPr>
              <a:t>3-2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7BC20F4-9E13-4EA1-9912-7811885C05D3}"/>
              </a:ext>
            </a:extLst>
          </p:cNvPr>
          <p:cNvSpPr/>
          <p:nvPr/>
        </p:nvSpPr>
        <p:spPr>
          <a:xfrm>
            <a:off x="417033" y="2820851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rgbClr val="DF382C"/>
                </a:solidFill>
              </a:rPr>
              <a:t>영문 가입증명서가 필요한 경우 영문성명 필드를 입력해주세요</a:t>
            </a:r>
            <a:r>
              <a:rPr lang="en-US" altLang="ko-KR" sz="900" dirty="0">
                <a:solidFill>
                  <a:srgbClr val="DF382C"/>
                </a:solidFill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rgbClr val="C00000"/>
                </a:solidFill>
              </a:rPr>
              <a:t>주민등록번호 </a:t>
            </a:r>
            <a:r>
              <a:rPr lang="en-US" altLang="ko-KR" sz="900" dirty="0">
                <a:solidFill>
                  <a:srgbClr val="C00000"/>
                </a:solidFill>
              </a:rPr>
              <a:t>: </a:t>
            </a:r>
            <a:r>
              <a:rPr lang="ko-KR" altLang="en-US" sz="900" dirty="0">
                <a:solidFill>
                  <a:srgbClr val="C00000"/>
                </a:solidFill>
              </a:rPr>
              <a:t>주민등록번호는 </a:t>
            </a:r>
            <a:r>
              <a:rPr lang="en-US" altLang="ko-KR" sz="900" dirty="0">
                <a:solidFill>
                  <a:srgbClr val="C00000"/>
                </a:solidFill>
              </a:rPr>
              <a:t>13</a:t>
            </a:r>
            <a:r>
              <a:rPr lang="ko-KR" altLang="en-US" sz="900" dirty="0">
                <a:solidFill>
                  <a:srgbClr val="C00000"/>
                </a:solidFill>
              </a:rPr>
              <a:t>자리 숫자로 입력해주세요</a:t>
            </a:r>
            <a:r>
              <a:rPr lang="en-US" altLang="ko-KR" sz="900" dirty="0">
                <a:solidFill>
                  <a:srgbClr val="C00000"/>
                </a:solidFill>
              </a:rPr>
              <a:t>.</a:t>
            </a:r>
            <a:endParaRPr lang="ko-KR" altLang="en-US" sz="900" dirty="0"/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502552D1-65AF-404B-89AB-E5588932CFCA}"/>
              </a:ext>
            </a:extLst>
          </p:cNvPr>
          <p:cNvSpPr txBox="1"/>
          <p:nvPr/>
        </p:nvSpPr>
        <p:spPr>
          <a:xfrm>
            <a:off x="4705184" y="884162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보험플랜</a:t>
            </a:r>
          </a:p>
        </p:txBody>
      </p:sp>
    </p:spTree>
    <p:extLst>
      <p:ext uri="{BB962C8B-B14F-4D97-AF65-F5344CB8AC3E}">
        <p14:creationId xmlns:p14="http://schemas.microsoft.com/office/powerpoint/2010/main" val="30439395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F887A-BAB4-AE73-C156-62A3B724C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직사각형 85">
            <a:extLst>
              <a:ext uri="{FF2B5EF4-FFF2-40B4-BE49-F238E27FC236}">
                <a16:creationId xmlns:a16="http://schemas.microsoft.com/office/drawing/2014/main" id="{02769467-A1B9-4735-8637-29900D23D477}"/>
              </a:ext>
            </a:extLst>
          </p:cNvPr>
          <p:cNvSpPr/>
          <p:nvPr/>
        </p:nvSpPr>
        <p:spPr>
          <a:xfrm>
            <a:off x="4491665" y="1843803"/>
            <a:ext cx="3910099" cy="91949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00866A2-73CD-4560-9DA5-3E9D64C1EDDC}"/>
              </a:ext>
            </a:extLst>
          </p:cNvPr>
          <p:cNvSpPr/>
          <p:nvPr/>
        </p:nvSpPr>
        <p:spPr>
          <a:xfrm>
            <a:off x="404237" y="1843803"/>
            <a:ext cx="4089244" cy="91949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6C713790-DE53-4281-0476-CB87470294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2391659"/>
              </p:ext>
            </p:extLst>
          </p:nvPr>
        </p:nvGraphicFramePr>
        <p:xfrm>
          <a:off x="8696507" y="811448"/>
          <a:ext cx="3128548" cy="7245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02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2982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ko-KR" sz="800" b="0" kern="12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Description</a:t>
                      </a:r>
                      <a:endParaRPr lang="ko-KR" altLang="en-US" sz="800" b="0" kern="1200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en-US" altLang="ko-KR" sz="8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4663">
                <a:tc gridSpan="2">
                  <a:txBody>
                    <a:bodyPr/>
                    <a:lstStyle/>
                    <a:p>
                      <a:pPr marL="0" indent="0" algn="l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ERP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연동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온라인신청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엑셀업로드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각각 따로 존재하던 페이지들을 하나의 페이지에서 진행할 수 있도록 기능 통합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9071" marR="99071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0085253"/>
                  </a:ext>
                </a:extLst>
              </a:tr>
              <a:tr h="152181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85551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보험료 조회하기 버튼</a:t>
                      </a:r>
                      <a:endParaRPr lang="en-US" altLang="ko-KR" sz="8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marR="0" indent="-171450" algn="l" defTabSz="85551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정보 입력 후 클릭 시 보험료 조회 로딩 화면 노출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hlinkClick r:id="rId15" action="ppaction://hlinksldjump"/>
                        </a:rPr>
                        <a:t>10PAGE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hlinkClick r:id="rId15" action="ppaction://hlinksldjump"/>
                        </a:rPr>
                        <a:t>참고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  <a:p>
                      <a:pPr marL="171450" marR="0" indent="-171450" algn="l" defTabSz="85551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보험료 조회 완료 시 보험료 확인 영역 노출 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hlinkClick r:id="rId16" action="ppaction://hlinksldjump"/>
                        </a:rPr>
                        <a:t>11PAGE 1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hlinkClick r:id="rId16" action="ppaction://hlinksldjump"/>
                        </a:rPr>
                        <a:t>번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hlinkClick r:id="rId16" action="ppaction://hlinksldjump"/>
                        </a:rPr>
                        <a:t>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hlinkClick r:id="rId16" action="ppaction://hlinksldjump"/>
                        </a:rPr>
                        <a:t>참고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800" b="0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r>
                        <a:rPr lang="ko-KR" altLang="en-US" sz="800" b="0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최소 한글 성명이라도 입력 시 보험료 확인 영역 노출</a:t>
                      </a:r>
                      <a:br>
                        <a:rPr lang="en-US" altLang="ko-KR" sz="800" b="0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800" b="0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r>
                        <a:rPr lang="ko-KR" altLang="en-US" sz="800" b="0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다만 필수 값이 없을 시 보험료가 </a:t>
                      </a:r>
                      <a:r>
                        <a:rPr lang="ko-KR" altLang="en-US" sz="800" b="0" dirty="0" err="1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노출되진</a:t>
                      </a:r>
                      <a:r>
                        <a:rPr lang="ko-KR" altLang="en-US" sz="800" b="0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않음</a:t>
                      </a:r>
                      <a:br>
                        <a:rPr lang="en-US" altLang="ko-KR" sz="800" b="0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800" b="0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9PAGE 2-2 </a:t>
                      </a:r>
                      <a:r>
                        <a:rPr lang="ko-KR" altLang="en-US" sz="800" b="0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참고</a:t>
                      </a:r>
                      <a:endParaRPr lang="en-US" altLang="ko-KR" sz="800" b="0" dirty="0">
                        <a:solidFill>
                          <a:srgbClr val="C0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marR="0" lvl="0" indent="-171450" algn="l" defTabSz="85551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성명도 입력하지 않았을 경우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“</a:t>
                      </a:r>
                      <a:r>
                        <a:rPr lang="ko-KR" altLang="en-US" sz="800" noProof="1">
                          <a:solidFill>
                            <a:prstClr val="black"/>
                          </a:solidFill>
                          <a:latin typeface="맑은 고딕" panose="020B0503020000020004" pitchFamily="50" charset="-127"/>
                          <a:ea typeface="+mn-ea"/>
                          <a:cs typeface="Segoe UI" panose="020B0502040204020203" pitchFamily="34" charset="0"/>
                        </a:rPr>
                        <a:t>최소 한글성명은 작성되어야 합니다</a:t>
                      </a:r>
                      <a:r>
                        <a:rPr lang="en-US" altLang="ko-KR" sz="800" noProof="1">
                          <a:solidFill>
                            <a:prstClr val="black"/>
                          </a:solidFill>
                          <a:latin typeface="맑은 고딕" panose="020B0503020000020004" pitchFamily="50" charset="-127"/>
                          <a:ea typeface="+mn-ea"/>
                          <a:cs typeface="Segoe UI" panose="020B0502040204020203" pitchFamily="34" charset="0"/>
                        </a:rPr>
                        <a:t>.”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ALERT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노출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hlinkClick r:id="rId17" action="ppaction://hlinksldjump"/>
                        </a:rPr>
                        <a:t>8PAGE 9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hlinkClick r:id="rId17" action="ppaction://hlinksldjump"/>
                        </a:rPr>
                        <a:t>번 참고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99071" marR="99071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4946677"/>
                  </a:ext>
                </a:extLst>
              </a:tr>
              <a:tr h="14058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85551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카드로 바로 결제</a:t>
                      </a:r>
                      <a:endParaRPr lang="en-US" altLang="ko-KR" sz="8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marR="0" indent="-171450" algn="l" defTabSz="85551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고객 선택 후 카드로 바로 결제 버튼 클릭 시 보험료 조회 없이 바로 결제 페이지로 이동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hlinkClick r:id="rId18" action="ppaction://hlinksldjump"/>
                        </a:rPr>
                        <a:t>14PAGE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hlinkClick r:id="rId18" action="ppaction://hlinksldjump"/>
                        </a:rPr>
                        <a:t> 참고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ㄴ 보험료 조회 없이 바로 결제 단계로 가기 위해 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필수값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[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고객사명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한글성명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주민등록번호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보험시작종료일시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플랜 명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]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입력 필수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marR="0" indent="-171450" algn="l" defTabSz="85551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필수 값 입력 누락 및 고객 체크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미선택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시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“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확인 및 선택해주세요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...” ALERT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노출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hlinkClick r:id="rId17" action="ppaction://hlinksldjump"/>
                        </a:rPr>
                        <a:t>8PAGE 10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hlinkClick r:id="rId17" action="ppaction://hlinksldjump"/>
                        </a:rPr>
                        <a:t>번 참고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99071" marR="99071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0584106"/>
                  </a:ext>
                </a:extLst>
              </a:tr>
              <a:tr h="15798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85551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후정산으로 바로 청약</a:t>
                      </a:r>
                      <a:endParaRPr lang="en-US" altLang="ko-KR" sz="8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marR="0" indent="-171450" algn="l" defTabSz="85551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버튼 클릭 시 바로 청약 신청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API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전송 및 로딩 화면 노출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indent="0" algn="l" defTabSz="85551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hlinkClick r:id="rId19" action="ppaction://hlinksldjump"/>
                        </a:rPr>
                        <a:t>15PAGE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hlinkClick r:id="rId19" action="ppaction://hlinksldjump"/>
                        </a:rPr>
                        <a:t>참고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  <a:p>
                      <a:pPr marL="171450" marR="0" indent="-171450" algn="l" defTabSz="85551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ㄴ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보험료 조회 없이 바로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청액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단계로 가기 위해 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필수값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[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고객사명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한글성명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주민등록번호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보험시작종료일시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플랜 명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]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입력 필수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marR="0" indent="-171450" algn="l" defTabSz="85551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필수 값 입력 누락 및 고객 체크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미선택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시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“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확인 및 선택해주세요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...” ALERT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노출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(8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hlinkClick r:id="rId17" action="ppaction://hlinksldjump"/>
                        </a:rPr>
                        <a:t>PAGE 10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hlinkClick r:id="rId17" action="ppaction://hlinksldjump"/>
                        </a:rPr>
                        <a:t>번 참고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  <a:p>
                      <a:pPr marL="0" marR="0" indent="0" algn="l" defTabSz="85551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9071" marR="99071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619868"/>
                  </a:ext>
                </a:extLst>
              </a:tr>
              <a:tr h="8838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85551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테이블 컬럼 영역</a:t>
                      </a:r>
                      <a:endParaRPr lang="en-US" altLang="ko-KR" sz="8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marR="0" indent="-171450" algn="l" defTabSz="85551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각 테이블 컬럼 클릭 시 정렬 기능 제공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marR="0" indent="-171450" algn="l" defTabSz="85551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위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아래 화살표를 통해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아랫차순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오름차순 구분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marR="0" indent="-171450" algn="l" defTabSz="85551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동일 컬럼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재클릭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시 정렬 방향 반전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marR="0" indent="-171450" algn="l" defTabSz="85551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선택한 컬럼 기준으로 나머지 컬럼 정렬 적용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9071" marR="99071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087991"/>
                  </a:ext>
                </a:extLst>
              </a:tr>
              <a:tr h="7995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</a:rPr>
                        <a:t>영문 가입증명서 가이드 문구</a:t>
                      </a:r>
                      <a:endParaRPr lang="en-US" altLang="ko-KR" sz="800" b="1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dirty="0">
                          <a:solidFill>
                            <a:srgbClr val="DF382C"/>
                          </a:solidFill>
                        </a:rPr>
                        <a:t>영문 가입증명서가 필요한 경우 영문성명 필드를 입력해주세요</a:t>
                      </a:r>
                      <a:r>
                        <a:rPr lang="en-US" altLang="ko-KR" sz="800" dirty="0">
                          <a:solidFill>
                            <a:srgbClr val="DF382C"/>
                          </a:solidFill>
                        </a:rPr>
                        <a:t>.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</a:rPr>
                        <a:t>주민등록번호 입력 가이드 문구</a:t>
                      </a:r>
                      <a:endParaRPr lang="en-US" altLang="ko-KR" sz="800" b="1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dirty="0">
                          <a:solidFill>
                            <a:srgbClr val="FF0000"/>
                          </a:solidFill>
                        </a:rPr>
                        <a:t>주민등록번호는 숫자만 입력됩니다</a:t>
                      </a:r>
                      <a:r>
                        <a:rPr lang="en-US" altLang="ko-KR" sz="800" dirty="0">
                          <a:solidFill>
                            <a:srgbClr val="FF0000"/>
                          </a:solidFill>
                        </a:rPr>
                        <a:t>. (-)</a:t>
                      </a:r>
                      <a:r>
                        <a:rPr lang="ko-KR" altLang="en-US" sz="800" dirty="0">
                          <a:solidFill>
                            <a:srgbClr val="FF0000"/>
                          </a:solidFill>
                        </a:rPr>
                        <a:t>는 자동 처리됩니다</a:t>
                      </a:r>
                      <a:r>
                        <a:rPr lang="en-US" altLang="ko-KR" sz="800" dirty="0">
                          <a:solidFill>
                            <a:srgbClr val="FF0000"/>
                          </a:solidFill>
                        </a:rPr>
                        <a:t>.</a:t>
                      </a:r>
                    </a:p>
                    <a:p>
                      <a:pPr marL="0" marR="0" indent="0" algn="l" defTabSz="85551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9071" marR="99071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0880836"/>
                  </a:ext>
                </a:extLst>
              </a:tr>
            </a:tbl>
          </a:graphicData>
        </a:graphic>
      </p:graphicFrame>
      <p:sp>
        <p:nvSpPr>
          <p:cNvPr id="65" name="TextBox 64">
            <a:extLst>
              <a:ext uri="{FF2B5EF4-FFF2-40B4-BE49-F238E27FC236}">
                <a16:creationId xmlns:a16="http://schemas.microsoft.com/office/drawing/2014/main" id="{28EE15C2-726D-1206-37B5-A1B5551B8BB9}"/>
              </a:ext>
            </a:extLst>
          </p:cNvPr>
          <p:cNvSpPr txBox="1"/>
          <p:nvPr/>
        </p:nvSpPr>
        <p:spPr>
          <a:xfrm>
            <a:off x="4312366" y="199627"/>
            <a:ext cx="321589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청약신청 메인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CC5D9C1-99DF-3DA3-205C-4EC37F011E43}"/>
              </a:ext>
            </a:extLst>
          </p:cNvPr>
          <p:cNvSpPr txBox="1"/>
          <p:nvPr/>
        </p:nvSpPr>
        <p:spPr>
          <a:xfrm>
            <a:off x="4312366" y="419389"/>
            <a:ext cx="321589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메인</a:t>
            </a:r>
            <a:endParaRPr lang="en-US" altLang="ko-KR" sz="900" dirty="0">
              <a:latin typeface="+mn-ea"/>
            </a:endParaRPr>
          </a:p>
        </p:txBody>
      </p:sp>
      <p:sp>
        <p:nvSpPr>
          <p:cNvPr id="354" name="TextBox 353">
            <a:extLst>
              <a:ext uri="{FF2B5EF4-FFF2-40B4-BE49-F238E27FC236}">
                <a16:creationId xmlns:a16="http://schemas.microsoft.com/office/drawing/2014/main" id="{5D3F8AB6-1831-B76D-B4B7-FF8771D3C835}"/>
              </a:ext>
            </a:extLst>
          </p:cNvPr>
          <p:cNvSpPr txBox="1"/>
          <p:nvPr/>
        </p:nvSpPr>
        <p:spPr>
          <a:xfrm>
            <a:off x="10848513" y="421528"/>
            <a:ext cx="9765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Page</a:t>
            </a:r>
            <a:endParaRPr lang="ko-KR" altLang="en-US" sz="80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4CBD29E-8571-8A7C-F2EC-405859348E90}"/>
              </a:ext>
            </a:extLst>
          </p:cNvPr>
          <p:cNvSpPr/>
          <p:nvPr/>
        </p:nvSpPr>
        <p:spPr>
          <a:xfrm>
            <a:off x="404237" y="811446"/>
            <a:ext cx="8000854" cy="4446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800" b="1" dirty="0">
              <a:solidFill>
                <a:schemeClr val="bg1">
                  <a:lumMod val="50000"/>
                </a:schemeClr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E66C289-79C8-AAF2-C948-7FBAC9E62BEE}"/>
              </a:ext>
            </a:extLst>
          </p:cNvPr>
          <p:cNvSpPr txBox="1"/>
          <p:nvPr/>
        </p:nvSpPr>
        <p:spPr>
          <a:xfrm>
            <a:off x="6865733" y="898520"/>
            <a:ext cx="152327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itchFamily="2" charset="-127"/>
                <a:ea typeface="나눔고딕" pitchFamily="2" charset="-127"/>
              </a:rPr>
              <a:t>{NAME}</a:t>
            </a:r>
            <a:endParaRPr lang="ko-KR" altLang="en-US" sz="1050" b="1" dirty="0">
              <a:solidFill>
                <a:schemeClr val="tx1">
                  <a:lumMod val="65000"/>
                  <a:lumOff val="35000"/>
                </a:schemeClr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00E838E-E647-F2FF-1FE8-1B0B0D7F5610}"/>
              </a:ext>
            </a:extLst>
          </p:cNvPr>
          <p:cNvSpPr txBox="1"/>
          <p:nvPr/>
        </p:nvSpPr>
        <p:spPr>
          <a:xfrm>
            <a:off x="7591343" y="909155"/>
            <a:ext cx="69121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u="sng" dirty="0">
                <a:solidFill>
                  <a:schemeClr val="bg1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로그아웃</a:t>
            </a:r>
          </a:p>
        </p:txBody>
      </p:sp>
      <p:pic>
        <p:nvPicPr>
          <p:cNvPr id="238" name="그림 237">
            <a:extLst>
              <a:ext uri="{FF2B5EF4-FFF2-40B4-BE49-F238E27FC236}">
                <a16:creationId xmlns:a16="http://schemas.microsoft.com/office/drawing/2014/main" id="{F648D153-5058-7BCA-E3B4-8825BD54D9D0}"/>
              </a:ext>
            </a:extLst>
          </p:cNvPr>
          <p:cNvPicPr>
            <a:picLocks noChangeAspect="1"/>
          </p:cNvPicPr>
          <p:nvPr/>
        </p:nvPicPr>
        <p:blipFill>
          <a:blip r:embed="rId20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5224" y="957994"/>
            <a:ext cx="142662" cy="142662"/>
          </a:xfrm>
          <a:prstGeom prst="rect">
            <a:avLst/>
          </a:prstGeom>
        </p:spPr>
      </p:pic>
      <p:sp>
        <p:nvSpPr>
          <p:cNvPr id="66" name="직사각형 65">
            <a:extLst>
              <a:ext uri="{FF2B5EF4-FFF2-40B4-BE49-F238E27FC236}">
                <a16:creationId xmlns:a16="http://schemas.microsoft.com/office/drawing/2014/main" id="{4DDE4465-F7C3-4A95-AC7D-EC269B0C3E4E}"/>
              </a:ext>
            </a:extLst>
          </p:cNvPr>
          <p:cNvSpPr/>
          <p:nvPr/>
        </p:nvSpPr>
        <p:spPr>
          <a:xfrm>
            <a:off x="515132" y="1933509"/>
            <a:ext cx="247137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b="1" dirty="0">
                <a:latin typeface="나눔고딕" pitchFamily="2" charset="-127"/>
                <a:ea typeface="나눔고딕" pitchFamily="2" charset="-127"/>
              </a:rPr>
              <a:t>ERP</a:t>
            </a:r>
            <a:r>
              <a:rPr lang="ko-KR" altLang="en-US" sz="1400" b="1" dirty="0">
                <a:latin typeface="나눔고딕" pitchFamily="2" charset="-127"/>
                <a:ea typeface="나눔고딕" pitchFamily="2" charset="-127"/>
              </a:rPr>
              <a:t>연동</a:t>
            </a:r>
          </a:p>
        </p:txBody>
      </p:sp>
      <p:sp>
        <p:nvSpPr>
          <p:cNvPr id="53" name="Text Box">
            <a:extLst>
              <a:ext uri="{FF2B5EF4-FFF2-40B4-BE49-F238E27FC236}">
                <a16:creationId xmlns:a16="http://schemas.microsoft.com/office/drawing/2014/main" id="{E1BA9B03-10C3-4797-802A-40797B964491}"/>
              </a:ext>
            </a:extLst>
          </p:cNvPr>
          <p:cNvSpPr/>
          <p:nvPr/>
        </p:nvSpPr>
        <p:spPr>
          <a:xfrm>
            <a:off x="5452106" y="2251346"/>
            <a:ext cx="2321009" cy="225703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22860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atinLnBrk="0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파일 업로드 </a:t>
            </a:r>
            <a:endParaRPr lang="en-US" sz="800" dirty="0">
              <a:solidFill>
                <a:schemeClr val="bg1">
                  <a:lumMod val="50000"/>
                </a:schemeClr>
              </a:solidFill>
              <a:latin typeface="나눔고딕" pitchFamily="2" charset="-127"/>
              <a:ea typeface="나눔고딕" pitchFamily="2" charset="-127"/>
              <a:cs typeface="Segoe UI" panose="020B0502040204020203" pitchFamily="34" charset="0"/>
            </a:endParaRPr>
          </a:p>
        </p:txBody>
      </p:sp>
      <p:sp>
        <p:nvSpPr>
          <p:cNvPr id="79" name="Button">
            <a:extLst>
              <a:ext uri="{FF2B5EF4-FFF2-40B4-BE49-F238E27FC236}">
                <a16:creationId xmlns:a16="http://schemas.microsoft.com/office/drawing/2014/main" id="{801D6CB2-687F-4F9C-9D34-A9BCCE50C0FF}"/>
              </a:ext>
            </a:extLst>
          </p:cNvPr>
          <p:cNvSpPr>
            <a:spLocks/>
          </p:cNvSpPr>
          <p:nvPr/>
        </p:nvSpPr>
        <p:spPr bwMode="auto">
          <a:xfrm>
            <a:off x="7838529" y="2268692"/>
            <a:ext cx="497821" cy="209729"/>
          </a:xfrm>
          <a:prstGeom prst="roundRect">
            <a:avLst>
              <a:gd name="adj" fmla="val 8776"/>
            </a:avLst>
          </a:prstGeom>
          <a:solidFill>
            <a:schemeClr val="tx1">
              <a:lumMod val="65000"/>
              <a:lumOff val="35000"/>
            </a:schemeClr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700" dirty="0">
                <a:solidFill>
                  <a:prstClr val="white"/>
                </a:solidFill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업로드</a:t>
            </a:r>
            <a:endParaRPr lang="en-US" sz="700" dirty="0">
              <a:solidFill>
                <a:prstClr val="white"/>
              </a:solidFill>
              <a:latin typeface="나눔고딕" pitchFamily="2" charset="-127"/>
              <a:ea typeface="나눔고딕" pitchFamily="2" charset="-127"/>
              <a:cs typeface="Segoe UI" panose="020B0502040204020203" pitchFamily="34" charset="0"/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2FED14A7-DADF-44EC-AF04-D8B49315347C}"/>
              </a:ext>
            </a:extLst>
          </p:cNvPr>
          <p:cNvSpPr/>
          <p:nvPr/>
        </p:nvSpPr>
        <p:spPr>
          <a:xfrm>
            <a:off x="4504614" y="1933544"/>
            <a:ext cx="247137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나눔고딕" pitchFamily="2" charset="-127"/>
                <a:ea typeface="나눔고딕" pitchFamily="2" charset="-127"/>
              </a:rPr>
              <a:t>엑셀 업로드</a:t>
            </a:r>
          </a:p>
        </p:txBody>
      </p:sp>
      <p:sp>
        <p:nvSpPr>
          <p:cNvPr id="85" name="Button">
            <a:extLst>
              <a:ext uri="{FF2B5EF4-FFF2-40B4-BE49-F238E27FC236}">
                <a16:creationId xmlns:a16="http://schemas.microsoft.com/office/drawing/2014/main" id="{65827CD3-F2B8-4330-A6D0-FE16787F502B}"/>
              </a:ext>
            </a:extLst>
          </p:cNvPr>
          <p:cNvSpPr>
            <a:spLocks/>
          </p:cNvSpPr>
          <p:nvPr/>
        </p:nvSpPr>
        <p:spPr bwMode="auto">
          <a:xfrm>
            <a:off x="4608142" y="2266735"/>
            <a:ext cx="807768" cy="209729"/>
          </a:xfrm>
          <a:prstGeom prst="roundRect">
            <a:avLst>
              <a:gd name="adj" fmla="val 8776"/>
            </a:avLst>
          </a:prstGeom>
          <a:solidFill>
            <a:schemeClr val="tx1">
              <a:lumMod val="65000"/>
              <a:lumOff val="35000"/>
            </a:schemeClr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700" dirty="0">
                <a:solidFill>
                  <a:prstClr val="white"/>
                </a:solidFill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양식 다운로드</a:t>
            </a:r>
            <a:endParaRPr lang="en-US" sz="700" dirty="0">
              <a:solidFill>
                <a:prstClr val="white"/>
              </a:solidFill>
              <a:latin typeface="나눔고딕" pitchFamily="2" charset="-127"/>
              <a:ea typeface="나눔고딕" pitchFamily="2" charset="-127"/>
              <a:cs typeface="Segoe UI" panose="020B0502040204020203" pitchFamily="34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B20F6E2-151B-4DD9-B576-6267E7B1820A}"/>
              </a:ext>
            </a:extLst>
          </p:cNvPr>
          <p:cNvSpPr/>
          <p:nvPr/>
        </p:nvSpPr>
        <p:spPr>
          <a:xfrm>
            <a:off x="540206" y="2498040"/>
            <a:ext cx="401424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atinLnBrk="0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ERP</a:t>
            </a: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조회를 통해 데이터를 호출 및 아래 청약 신청 테이블에 적용합니다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.</a:t>
            </a:r>
          </a:p>
        </p:txBody>
      </p:sp>
      <p:sp>
        <p:nvSpPr>
          <p:cNvPr id="89" name="Track">
            <a:extLst>
              <a:ext uri="{FF2B5EF4-FFF2-40B4-BE49-F238E27FC236}">
                <a16:creationId xmlns:a16="http://schemas.microsoft.com/office/drawing/2014/main" id="{5D706130-8AE5-4D05-9243-E3D3EC6DB82F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 rot="10800000">
            <a:off x="432306" y="4240387"/>
            <a:ext cx="7956453" cy="118619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2" name="화살표: 오른쪽 91">
            <a:extLst>
              <a:ext uri="{FF2B5EF4-FFF2-40B4-BE49-F238E27FC236}">
                <a16:creationId xmlns:a16="http://schemas.microsoft.com/office/drawing/2014/main" id="{8DD21B8A-B6DE-4831-8F7A-DB216A0962DB}"/>
              </a:ext>
            </a:extLst>
          </p:cNvPr>
          <p:cNvSpPr/>
          <p:nvPr/>
        </p:nvSpPr>
        <p:spPr>
          <a:xfrm>
            <a:off x="553144" y="4511882"/>
            <a:ext cx="1134818" cy="254153"/>
          </a:xfrm>
          <a:prstGeom prst="right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이어서</a:t>
            </a:r>
          </a:p>
        </p:txBody>
      </p:sp>
      <p:sp>
        <p:nvSpPr>
          <p:cNvPr id="98" name="화살표: 오른쪽 97">
            <a:extLst>
              <a:ext uri="{FF2B5EF4-FFF2-40B4-BE49-F238E27FC236}">
                <a16:creationId xmlns:a16="http://schemas.microsoft.com/office/drawing/2014/main" id="{42B85BE6-8A0B-4388-A24F-4CBF0D716295}"/>
              </a:ext>
            </a:extLst>
          </p:cNvPr>
          <p:cNvSpPr/>
          <p:nvPr/>
        </p:nvSpPr>
        <p:spPr>
          <a:xfrm>
            <a:off x="7286477" y="4430122"/>
            <a:ext cx="1134818" cy="254153"/>
          </a:xfrm>
          <a:prstGeom prst="right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이어서</a:t>
            </a:r>
          </a:p>
        </p:txBody>
      </p:sp>
      <p:sp>
        <p:nvSpPr>
          <p:cNvPr id="107" name="Scroll Thumb">
            <a:extLst>
              <a:ext uri="{FF2B5EF4-FFF2-40B4-BE49-F238E27FC236}">
                <a16:creationId xmlns:a16="http://schemas.microsoft.com/office/drawing/2014/main" id="{0CB441AD-2200-47A0-BBCA-4EFFC96AB5D6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 rot="10800000">
            <a:off x="678952" y="4269075"/>
            <a:ext cx="5882364" cy="61243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8" name="Chevron">
            <a:extLst>
              <a:ext uri="{FF2B5EF4-FFF2-40B4-BE49-F238E27FC236}">
                <a16:creationId xmlns:a16="http://schemas.microsoft.com/office/drawing/2014/main" id="{970B054A-B384-4E51-A46B-DD91554B14C7}"/>
              </a:ext>
            </a:extLst>
          </p:cNvPr>
          <p:cNvSpPr>
            <a:spLocks noChangeAspect="1"/>
          </p:cNvSpPr>
          <p:nvPr>
            <p:custDataLst>
              <p:tags r:id="rId3"/>
            </p:custDataLst>
          </p:nvPr>
        </p:nvSpPr>
        <p:spPr bwMode="auto">
          <a:xfrm rot="5400000" flipH="1">
            <a:off x="513863" y="4278926"/>
            <a:ext cx="88545" cy="53979"/>
          </a:xfrm>
          <a:custGeom>
            <a:avLst/>
            <a:gdLst>
              <a:gd name="T0" fmla="*/ 0 w 197"/>
              <a:gd name="T1" fmla="*/ 0 h 115"/>
              <a:gd name="T2" fmla="*/ 99 w 197"/>
              <a:gd name="T3" fmla="*/ 115 h 115"/>
              <a:gd name="T4" fmla="*/ 197 w 197"/>
              <a:gd name="T5" fmla="*/ 0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7" h="115">
                <a:moveTo>
                  <a:pt x="0" y="0"/>
                </a:moveTo>
                <a:lnTo>
                  <a:pt x="99" y="115"/>
                </a:lnTo>
                <a:lnTo>
                  <a:pt x="197" y="0"/>
                </a:lnTo>
              </a:path>
            </a:pathLst>
          </a:custGeom>
          <a:noFill/>
          <a:ln w="6350" cap="sq">
            <a:solidFill>
              <a:srgbClr val="80808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9" name="Chevron">
            <a:extLst>
              <a:ext uri="{FF2B5EF4-FFF2-40B4-BE49-F238E27FC236}">
                <a16:creationId xmlns:a16="http://schemas.microsoft.com/office/drawing/2014/main" id="{41847578-DDFC-4C2A-9379-9B661395EC07}"/>
              </a:ext>
            </a:extLst>
          </p:cNvPr>
          <p:cNvSpPr>
            <a:spLocks noChangeAspect="1"/>
          </p:cNvSpPr>
          <p:nvPr>
            <p:custDataLst>
              <p:tags r:id="rId4"/>
            </p:custDataLst>
          </p:nvPr>
        </p:nvSpPr>
        <p:spPr bwMode="auto">
          <a:xfrm rot="16200000" flipH="1">
            <a:off x="8186305" y="4285778"/>
            <a:ext cx="88545" cy="53979"/>
          </a:xfrm>
          <a:custGeom>
            <a:avLst/>
            <a:gdLst>
              <a:gd name="T0" fmla="*/ 0 w 197"/>
              <a:gd name="T1" fmla="*/ 0 h 115"/>
              <a:gd name="T2" fmla="*/ 99 w 197"/>
              <a:gd name="T3" fmla="*/ 115 h 115"/>
              <a:gd name="T4" fmla="*/ 197 w 197"/>
              <a:gd name="T5" fmla="*/ 0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7" h="115">
                <a:moveTo>
                  <a:pt x="0" y="0"/>
                </a:moveTo>
                <a:lnTo>
                  <a:pt x="99" y="115"/>
                </a:lnTo>
                <a:lnTo>
                  <a:pt x="197" y="0"/>
                </a:lnTo>
              </a:path>
            </a:pathLst>
          </a:custGeom>
          <a:noFill/>
          <a:ln w="6350" cap="sq">
            <a:solidFill>
              <a:srgbClr val="80808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0" name="Rectangle 89">
            <a:extLst>
              <a:ext uri="{FF2B5EF4-FFF2-40B4-BE49-F238E27FC236}">
                <a16:creationId xmlns:a16="http://schemas.microsoft.com/office/drawing/2014/main" id="{903EB9B0-145E-46C5-8786-366D3D433C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5496" y="2885725"/>
            <a:ext cx="641885" cy="23470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chemeClr val="tx1"/>
                </a:solidFill>
              </a:rPr>
              <a:t>선택</a:t>
            </a:r>
            <a:r>
              <a:rPr kumimoji="0" lang="en-US" altLang="ko-KR" sz="700" kern="0" dirty="0">
                <a:solidFill>
                  <a:schemeClr val="tx1"/>
                </a:solidFill>
              </a:rPr>
              <a:t> Row</a:t>
            </a:r>
            <a:r>
              <a:rPr kumimoji="0" lang="ko-KR" altLang="en-US" sz="700" kern="0" dirty="0">
                <a:solidFill>
                  <a:schemeClr val="tx1"/>
                </a:solidFill>
              </a:rPr>
              <a:t> 삭제</a:t>
            </a:r>
          </a:p>
        </p:txBody>
      </p:sp>
      <p:sp>
        <p:nvSpPr>
          <p:cNvPr id="111" name="Rectangle 89">
            <a:extLst>
              <a:ext uri="{FF2B5EF4-FFF2-40B4-BE49-F238E27FC236}">
                <a16:creationId xmlns:a16="http://schemas.microsoft.com/office/drawing/2014/main" id="{F405DA43-6477-4D43-A3EA-2B9355049D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23405" y="2893295"/>
            <a:ext cx="641885" cy="23470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700" kern="0" dirty="0">
                <a:solidFill>
                  <a:schemeClr val="bg1"/>
                </a:solidFill>
              </a:rPr>
              <a:t>+ Row </a:t>
            </a:r>
            <a:r>
              <a:rPr kumimoji="0" lang="ko-KR" altLang="en-US" sz="700" kern="0" dirty="0">
                <a:solidFill>
                  <a:schemeClr val="bg1"/>
                </a:solidFill>
              </a:rPr>
              <a:t>추가</a:t>
            </a:r>
          </a:p>
        </p:txBody>
      </p:sp>
      <p:sp>
        <p:nvSpPr>
          <p:cNvPr id="112" name="사각형: 둥근 모서리 111">
            <a:extLst>
              <a:ext uri="{FF2B5EF4-FFF2-40B4-BE49-F238E27FC236}">
                <a16:creationId xmlns:a16="http://schemas.microsoft.com/office/drawing/2014/main" id="{B3A62C95-77BD-479E-BAE5-71FD8EF6339F}"/>
              </a:ext>
            </a:extLst>
          </p:cNvPr>
          <p:cNvSpPr/>
          <p:nvPr/>
        </p:nvSpPr>
        <p:spPr>
          <a:xfrm>
            <a:off x="3896285" y="5850388"/>
            <a:ext cx="1007666" cy="23774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>
                <a:latin typeface="나눔고딕" pitchFamily="2" charset="-127"/>
                <a:ea typeface="나눔고딕" pitchFamily="2" charset="-127"/>
              </a:rPr>
              <a:t>보험료 조회</a:t>
            </a:r>
          </a:p>
        </p:txBody>
      </p:sp>
      <p:sp>
        <p:nvSpPr>
          <p:cNvPr id="114" name="Rectangle 89">
            <a:extLst>
              <a:ext uri="{FF2B5EF4-FFF2-40B4-BE49-F238E27FC236}">
                <a16:creationId xmlns:a16="http://schemas.microsoft.com/office/drawing/2014/main" id="{D9028C65-BFF6-443E-A373-765F8883B1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8564" y="2893297"/>
            <a:ext cx="700908" cy="22713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chemeClr val="bg1"/>
                </a:solidFill>
              </a:rPr>
              <a:t>초기화</a:t>
            </a:r>
          </a:p>
        </p:txBody>
      </p:sp>
      <p:sp>
        <p:nvSpPr>
          <p:cNvPr id="74" name="Text Box">
            <a:extLst>
              <a:ext uri="{FF2B5EF4-FFF2-40B4-BE49-F238E27FC236}">
                <a16:creationId xmlns:a16="http://schemas.microsoft.com/office/drawing/2014/main" id="{3F89476A-B9DB-4C8B-AC42-D94E46882544}"/>
              </a:ext>
            </a:extLst>
          </p:cNvPr>
          <p:cNvSpPr/>
          <p:nvPr/>
        </p:nvSpPr>
        <p:spPr>
          <a:xfrm>
            <a:off x="635274" y="2250761"/>
            <a:ext cx="3195405" cy="225703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22860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atinLnBrk="0"/>
            <a:endParaRPr lang="en-US" sz="800" dirty="0">
              <a:solidFill>
                <a:schemeClr val="bg1">
                  <a:lumMod val="50000"/>
                </a:schemeClr>
              </a:solidFill>
              <a:latin typeface="나눔고딕" pitchFamily="2" charset="-127"/>
              <a:ea typeface="나눔고딕" pitchFamily="2" charset="-127"/>
              <a:cs typeface="Segoe UI" panose="020B0502040204020203" pitchFamily="34" charset="0"/>
            </a:endParaRPr>
          </a:p>
        </p:txBody>
      </p:sp>
      <p:sp>
        <p:nvSpPr>
          <p:cNvPr id="75" name="Button">
            <a:extLst>
              <a:ext uri="{FF2B5EF4-FFF2-40B4-BE49-F238E27FC236}">
                <a16:creationId xmlns:a16="http://schemas.microsoft.com/office/drawing/2014/main" id="{A4AA150C-0107-4325-860D-ADDF3A557F6B}"/>
              </a:ext>
            </a:extLst>
          </p:cNvPr>
          <p:cNvSpPr>
            <a:spLocks/>
          </p:cNvSpPr>
          <p:nvPr/>
        </p:nvSpPr>
        <p:spPr bwMode="auto">
          <a:xfrm>
            <a:off x="3912818" y="2250761"/>
            <a:ext cx="497821" cy="209729"/>
          </a:xfrm>
          <a:prstGeom prst="roundRect">
            <a:avLst>
              <a:gd name="adj" fmla="val 8776"/>
            </a:avLst>
          </a:prstGeom>
          <a:solidFill>
            <a:schemeClr val="tx1">
              <a:lumMod val="65000"/>
              <a:lumOff val="35000"/>
            </a:schemeClr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700" dirty="0">
                <a:solidFill>
                  <a:prstClr val="white"/>
                </a:solidFill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검색</a:t>
            </a:r>
            <a:endParaRPr lang="en-US" sz="700" dirty="0">
              <a:solidFill>
                <a:prstClr val="white"/>
              </a:solidFill>
              <a:latin typeface="나눔고딕" pitchFamily="2" charset="-127"/>
              <a:ea typeface="나눔고딕" pitchFamily="2" charset="-127"/>
              <a:cs typeface="Segoe UI" panose="020B0502040204020203" pitchFamily="34" charset="0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99F574A8-B620-47C6-A8A5-DCFF253BF7B7}"/>
              </a:ext>
            </a:extLst>
          </p:cNvPr>
          <p:cNvSpPr/>
          <p:nvPr/>
        </p:nvSpPr>
        <p:spPr>
          <a:xfrm>
            <a:off x="4527906" y="2531797"/>
            <a:ext cx="276870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atinLnBrk="0"/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엑셀에서 데이터를 가져와 테이블에 적용합니다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.</a:t>
            </a:r>
          </a:p>
        </p:txBody>
      </p:sp>
      <p:sp>
        <p:nvSpPr>
          <p:cNvPr id="88" name="사각형: 둥근 모서리 87">
            <a:extLst>
              <a:ext uri="{FF2B5EF4-FFF2-40B4-BE49-F238E27FC236}">
                <a16:creationId xmlns:a16="http://schemas.microsoft.com/office/drawing/2014/main" id="{70476E45-6376-4EBE-AFA5-B2F33910D39A}"/>
              </a:ext>
            </a:extLst>
          </p:cNvPr>
          <p:cNvSpPr/>
          <p:nvPr/>
        </p:nvSpPr>
        <p:spPr>
          <a:xfrm>
            <a:off x="4984332" y="5850388"/>
            <a:ext cx="1528701" cy="23774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>
                <a:latin typeface="나눔고딕" pitchFamily="2" charset="-127"/>
                <a:ea typeface="나눔고딕" pitchFamily="2" charset="-127"/>
              </a:rPr>
              <a:t>카드로 바로 결제</a:t>
            </a:r>
          </a:p>
        </p:txBody>
      </p:sp>
      <p:sp>
        <p:nvSpPr>
          <p:cNvPr id="90" name="사각형: 둥근 모서리 89">
            <a:extLst>
              <a:ext uri="{FF2B5EF4-FFF2-40B4-BE49-F238E27FC236}">
                <a16:creationId xmlns:a16="http://schemas.microsoft.com/office/drawing/2014/main" id="{87B127CA-EB01-406A-BAEE-F47F43694AB8}"/>
              </a:ext>
            </a:extLst>
          </p:cNvPr>
          <p:cNvSpPr/>
          <p:nvPr/>
        </p:nvSpPr>
        <p:spPr>
          <a:xfrm>
            <a:off x="6603427" y="5850388"/>
            <a:ext cx="1729620" cy="23774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>
                <a:latin typeface="나눔고딕" pitchFamily="2" charset="-127"/>
                <a:ea typeface="나눔고딕" pitchFamily="2" charset="-127"/>
              </a:rPr>
              <a:t>후정산으로 바로 청약</a:t>
            </a: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3A16665E-B6A4-4BA8-88A8-6223F349DE91}"/>
              </a:ext>
            </a:extLst>
          </p:cNvPr>
          <p:cNvSpPr/>
          <p:nvPr/>
        </p:nvSpPr>
        <p:spPr>
          <a:xfrm>
            <a:off x="515132" y="1418587"/>
            <a:ext cx="247137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solidFill>
                  <a:schemeClr val="accent2">
                    <a:lumMod val="75000"/>
                  </a:schemeClr>
                </a:solidFill>
                <a:latin typeface="나눔고딕" pitchFamily="2" charset="-127"/>
                <a:ea typeface="나눔고딕" pitchFamily="2" charset="-127"/>
              </a:rPr>
              <a:t>청약신청</a:t>
            </a:r>
          </a:p>
        </p:txBody>
      </p:sp>
      <p:sp>
        <p:nvSpPr>
          <p:cNvPr id="130" name="Oval 35">
            <a:extLst>
              <a:ext uri="{FF2B5EF4-FFF2-40B4-BE49-F238E27FC236}">
                <a16:creationId xmlns:a16="http://schemas.microsoft.com/office/drawing/2014/main" id="{268D5FDC-8964-4513-A2E2-399B70132A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5904" y="5758653"/>
            <a:ext cx="179388" cy="179387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800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31" name="Oval 35">
            <a:extLst>
              <a:ext uri="{FF2B5EF4-FFF2-40B4-BE49-F238E27FC236}">
                <a16:creationId xmlns:a16="http://schemas.microsoft.com/office/drawing/2014/main" id="{3643DAE9-2F93-4324-8909-42833DA2C0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4036" y="5738203"/>
            <a:ext cx="179388" cy="179387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800" b="1" dirty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32" name="Oval 35">
            <a:extLst>
              <a:ext uri="{FF2B5EF4-FFF2-40B4-BE49-F238E27FC236}">
                <a16:creationId xmlns:a16="http://schemas.microsoft.com/office/drawing/2014/main" id="{C16349D8-83FE-4503-AC2F-3B75A9BD0E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5836" y="5738203"/>
            <a:ext cx="179388" cy="179387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800" b="1" dirty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7BC20F4-9E13-4EA1-9912-7811885C05D3}"/>
              </a:ext>
            </a:extLst>
          </p:cNvPr>
          <p:cNvSpPr/>
          <p:nvPr/>
        </p:nvSpPr>
        <p:spPr>
          <a:xfrm>
            <a:off x="492530" y="2791984"/>
            <a:ext cx="6096000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rgbClr val="DF382C"/>
                </a:solidFill>
              </a:rPr>
              <a:t>영문 가입증명서가 필요한 경우 영문성명 필드를 입력해주세요</a:t>
            </a:r>
            <a:r>
              <a:rPr lang="en-US" altLang="ko-KR" sz="900" dirty="0">
                <a:solidFill>
                  <a:srgbClr val="DF382C"/>
                </a:solidFill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rgbClr val="C00000"/>
                </a:solidFill>
              </a:rPr>
              <a:t>주민등록번호는 숫자만 입력됩니다</a:t>
            </a:r>
            <a:r>
              <a:rPr lang="en-US" altLang="ko-KR" sz="900" dirty="0">
                <a:solidFill>
                  <a:srgbClr val="C00000"/>
                </a:solidFill>
              </a:rPr>
              <a:t>. (-)</a:t>
            </a:r>
            <a:r>
              <a:rPr lang="ko-KR" altLang="en-US" sz="900" dirty="0">
                <a:solidFill>
                  <a:srgbClr val="C00000"/>
                </a:solidFill>
              </a:rPr>
              <a:t>는 자동 처리됩니다</a:t>
            </a:r>
            <a:r>
              <a:rPr lang="en-US" altLang="ko-KR" sz="900" dirty="0">
                <a:solidFill>
                  <a:srgbClr val="C00000"/>
                </a:solidFill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900" dirty="0">
              <a:solidFill>
                <a:srgbClr val="DF382C"/>
              </a:solidFill>
            </a:endParaRPr>
          </a:p>
          <a:p>
            <a:br>
              <a:rPr lang="ko-KR" altLang="en-US" sz="900" dirty="0"/>
            </a:br>
            <a:endParaRPr lang="ko-KR" altLang="en-US" sz="900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9614375-1CC3-460D-BE0F-FF00C7107752}"/>
              </a:ext>
            </a:extLst>
          </p:cNvPr>
          <p:cNvSpPr txBox="1"/>
          <p:nvPr/>
        </p:nvSpPr>
        <p:spPr>
          <a:xfrm>
            <a:off x="499489" y="892976"/>
            <a:ext cx="152327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나눔고딕" pitchFamily="2" charset="-127"/>
                <a:ea typeface="나눔고딕" pitchFamily="2" charset="-127"/>
              </a:rPr>
              <a:t>캐롯손해보험</a:t>
            </a:r>
            <a:r>
              <a:rPr lang="ko-KR" alt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itchFamily="2" charset="-127"/>
                <a:ea typeface="나눔고딕" pitchFamily="2" charset="-127"/>
              </a:rPr>
              <a:t> 관리자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200E1FB9-0B15-4830-AB8B-56CC3349255F}"/>
              </a:ext>
            </a:extLst>
          </p:cNvPr>
          <p:cNvSpPr txBox="1"/>
          <p:nvPr/>
        </p:nvSpPr>
        <p:spPr>
          <a:xfrm>
            <a:off x="2878844" y="874552"/>
            <a:ext cx="71686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+mj-lt"/>
                <a:ea typeface="나눔고딕" pitchFamily="2" charset="-127"/>
              </a:rPr>
              <a:t>계약내역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ED0348E5-C74F-4BB4-AD1A-DBE1357014A3}"/>
              </a:ext>
            </a:extLst>
          </p:cNvPr>
          <p:cNvSpPr txBox="1"/>
          <p:nvPr/>
        </p:nvSpPr>
        <p:spPr>
          <a:xfrm>
            <a:off x="5550091" y="873968"/>
            <a:ext cx="55816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+mj-lt"/>
                <a:ea typeface="나눔고딕" pitchFamily="2" charset="-127"/>
              </a:rPr>
              <a:t>HELP </a:t>
            </a:r>
            <a:endParaRPr lang="ko-KR" altLang="en-US" sz="1100" dirty="0">
              <a:solidFill>
                <a:schemeClr val="bg1">
                  <a:lumMod val="50000"/>
                </a:schemeClr>
              </a:solidFill>
              <a:latin typeface="+mj-lt"/>
              <a:ea typeface="나눔고딕" pitchFamily="2" charset="-127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F204F67B-33FD-45D7-B1CF-3675093101BC}"/>
              </a:ext>
            </a:extLst>
          </p:cNvPr>
          <p:cNvSpPr txBox="1"/>
          <p:nvPr/>
        </p:nvSpPr>
        <p:spPr>
          <a:xfrm>
            <a:off x="2048020" y="874552"/>
            <a:ext cx="7665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나눔고딕" pitchFamily="2" charset="-127"/>
              </a:rPr>
              <a:t>청약신청 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ADC18AC7-339F-4BAB-A566-30DC960A87E5}"/>
              </a:ext>
            </a:extLst>
          </p:cNvPr>
          <p:cNvSpPr txBox="1"/>
          <p:nvPr/>
        </p:nvSpPr>
        <p:spPr>
          <a:xfrm>
            <a:off x="3701236" y="884162"/>
            <a:ext cx="93968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고객사 관리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C54D7B06-5030-4DC0-98EE-F10A97C4B64F}"/>
              </a:ext>
            </a:extLst>
          </p:cNvPr>
          <p:cNvSpPr txBox="1"/>
          <p:nvPr/>
        </p:nvSpPr>
        <p:spPr>
          <a:xfrm>
            <a:off x="4705184" y="884162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보험플랜</a:t>
            </a:r>
          </a:p>
        </p:txBody>
      </p:sp>
      <p:graphicFrame>
        <p:nvGraphicFramePr>
          <p:cNvPr id="124" name="표 123">
            <a:extLst>
              <a:ext uri="{FF2B5EF4-FFF2-40B4-BE49-F238E27FC236}">
                <a16:creationId xmlns:a16="http://schemas.microsoft.com/office/drawing/2014/main" id="{8E996732-9DB8-4FCF-93F6-833C3EC907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5444703"/>
              </p:ext>
            </p:extLst>
          </p:nvPr>
        </p:nvGraphicFramePr>
        <p:xfrm>
          <a:off x="432305" y="4839771"/>
          <a:ext cx="7900743" cy="8326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5340">
                  <a:extLst>
                    <a:ext uri="{9D8B030D-6E8A-4147-A177-3AD203B41FA5}">
                      <a16:colId xmlns:a16="http://schemas.microsoft.com/office/drawing/2014/main" val="661249736"/>
                    </a:ext>
                  </a:extLst>
                </a:gridCol>
                <a:gridCol w="2015340">
                  <a:extLst>
                    <a:ext uri="{9D8B030D-6E8A-4147-A177-3AD203B41FA5}">
                      <a16:colId xmlns:a16="http://schemas.microsoft.com/office/drawing/2014/main" val="1431671760"/>
                    </a:ext>
                  </a:extLst>
                </a:gridCol>
                <a:gridCol w="1993593">
                  <a:extLst>
                    <a:ext uri="{9D8B030D-6E8A-4147-A177-3AD203B41FA5}">
                      <a16:colId xmlns:a16="http://schemas.microsoft.com/office/drawing/2014/main" val="1878946727"/>
                    </a:ext>
                  </a:extLst>
                </a:gridCol>
                <a:gridCol w="1876470">
                  <a:extLst>
                    <a:ext uri="{9D8B030D-6E8A-4147-A177-3AD203B41FA5}">
                      <a16:colId xmlns:a16="http://schemas.microsoft.com/office/drawing/2014/main" val="1288515220"/>
                    </a:ext>
                  </a:extLst>
                </a:gridCol>
              </a:tblGrid>
              <a:tr h="2241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티켓번호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국적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여행 국가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이메일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5921844"/>
                  </a:ext>
                </a:extLst>
              </a:tr>
              <a:tr h="304230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20038"/>
                  </a:ext>
                </a:extLst>
              </a:tr>
              <a:tr h="304230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5674826"/>
                  </a:ext>
                </a:extLst>
              </a:tr>
            </a:tbl>
          </a:graphicData>
        </a:graphic>
      </p:graphicFrame>
      <p:sp>
        <p:nvSpPr>
          <p:cNvPr id="125" name="사각형: 둥근 모서리 124">
            <a:extLst>
              <a:ext uri="{FF2B5EF4-FFF2-40B4-BE49-F238E27FC236}">
                <a16:creationId xmlns:a16="http://schemas.microsoft.com/office/drawing/2014/main" id="{9605B6C6-6628-4517-960F-62A915581310}"/>
              </a:ext>
            </a:extLst>
          </p:cNvPr>
          <p:cNvSpPr/>
          <p:nvPr/>
        </p:nvSpPr>
        <p:spPr>
          <a:xfrm>
            <a:off x="4630401" y="5109300"/>
            <a:ext cx="1925435" cy="23080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itchFamily="2" charset="-127"/>
                <a:ea typeface="나눔고딕" pitchFamily="2" charset="-127"/>
              </a:rPr>
              <a:t>국가 선택    </a:t>
            </a:r>
          </a:p>
        </p:txBody>
      </p:sp>
      <p:sp>
        <p:nvSpPr>
          <p:cNvPr id="126" name="Chevron">
            <a:extLst>
              <a:ext uri="{FF2B5EF4-FFF2-40B4-BE49-F238E27FC236}">
                <a16:creationId xmlns:a16="http://schemas.microsoft.com/office/drawing/2014/main" id="{72F1F1D8-C77E-4785-BAFD-82A8304C2843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 bwMode="auto">
          <a:xfrm flipH="1">
            <a:off x="6310589" y="5193661"/>
            <a:ext cx="122664" cy="52131"/>
          </a:xfrm>
          <a:custGeom>
            <a:avLst/>
            <a:gdLst>
              <a:gd name="T0" fmla="*/ 0 w 197"/>
              <a:gd name="T1" fmla="*/ 0 h 115"/>
              <a:gd name="T2" fmla="*/ 99 w 197"/>
              <a:gd name="T3" fmla="*/ 115 h 115"/>
              <a:gd name="T4" fmla="*/ 197 w 197"/>
              <a:gd name="T5" fmla="*/ 0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7" h="115">
                <a:moveTo>
                  <a:pt x="0" y="0"/>
                </a:moveTo>
                <a:lnTo>
                  <a:pt x="99" y="115"/>
                </a:lnTo>
                <a:lnTo>
                  <a:pt x="197" y="0"/>
                </a:lnTo>
              </a:path>
            </a:pathLst>
          </a:custGeom>
          <a:noFill/>
          <a:ln w="6350" cap="sq">
            <a:solidFill>
              <a:srgbClr val="80808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7" name="사각형: 둥근 모서리 126">
            <a:extLst>
              <a:ext uri="{FF2B5EF4-FFF2-40B4-BE49-F238E27FC236}">
                <a16:creationId xmlns:a16="http://schemas.microsoft.com/office/drawing/2014/main" id="{B57C3FD1-6C26-4450-8985-438DB37B6819}"/>
              </a:ext>
            </a:extLst>
          </p:cNvPr>
          <p:cNvSpPr/>
          <p:nvPr/>
        </p:nvSpPr>
        <p:spPr>
          <a:xfrm>
            <a:off x="4630400" y="5398584"/>
            <a:ext cx="1925435" cy="23080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itchFamily="2" charset="-127"/>
                <a:ea typeface="나눔고딕" pitchFamily="2" charset="-127"/>
              </a:rPr>
              <a:t>국가 선택    </a:t>
            </a:r>
          </a:p>
        </p:txBody>
      </p:sp>
      <p:sp>
        <p:nvSpPr>
          <p:cNvPr id="128" name="Chevron">
            <a:extLst>
              <a:ext uri="{FF2B5EF4-FFF2-40B4-BE49-F238E27FC236}">
                <a16:creationId xmlns:a16="http://schemas.microsoft.com/office/drawing/2014/main" id="{EAC16B69-824E-4726-8BA4-6A592AB28FCB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 flipH="1">
            <a:off x="6286616" y="5486174"/>
            <a:ext cx="122664" cy="52131"/>
          </a:xfrm>
          <a:custGeom>
            <a:avLst/>
            <a:gdLst>
              <a:gd name="T0" fmla="*/ 0 w 197"/>
              <a:gd name="T1" fmla="*/ 0 h 115"/>
              <a:gd name="T2" fmla="*/ 99 w 197"/>
              <a:gd name="T3" fmla="*/ 115 h 115"/>
              <a:gd name="T4" fmla="*/ 197 w 197"/>
              <a:gd name="T5" fmla="*/ 0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7" h="115">
                <a:moveTo>
                  <a:pt x="0" y="0"/>
                </a:moveTo>
                <a:lnTo>
                  <a:pt x="99" y="115"/>
                </a:lnTo>
                <a:lnTo>
                  <a:pt x="197" y="0"/>
                </a:lnTo>
              </a:path>
            </a:pathLst>
          </a:custGeom>
          <a:noFill/>
          <a:ln w="6350" cap="sq">
            <a:solidFill>
              <a:srgbClr val="80808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4" name="사각형: 둥근 모서리 133">
            <a:extLst>
              <a:ext uri="{FF2B5EF4-FFF2-40B4-BE49-F238E27FC236}">
                <a16:creationId xmlns:a16="http://schemas.microsoft.com/office/drawing/2014/main" id="{5DCADB76-D410-4608-90CC-07D5A7EA57A1}"/>
              </a:ext>
            </a:extLst>
          </p:cNvPr>
          <p:cNvSpPr/>
          <p:nvPr/>
        </p:nvSpPr>
        <p:spPr>
          <a:xfrm>
            <a:off x="2585909" y="5109300"/>
            <a:ext cx="1824729" cy="23080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itchFamily="2" charset="-127"/>
                <a:ea typeface="나눔고딕" pitchFamily="2" charset="-127"/>
              </a:rPr>
              <a:t>국가 선택    </a:t>
            </a:r>
          </a:p>
        </p:txBody>
      </p:sp>
      <p:sp>
        <p:nvSpPr>
          <p:cNvPr id="135" name="Chevron">
            <a:extLst>
              <a:ext uri="{FF2B5EF4-FFF2-40B4-BE49-F238E27FC236}">
                <a16:creationId xmlns:a16="http://schemas.microsoft.com/office/drawing/2014/main" id="{6E3DAF5A-2563-4B82-8346-4E59F9D7EFEB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 flipH="1">
            <a:off x="4189702" y="5172569"/>
            <a:ext cx="122664" cy="52131"/>
          </a:xfrm>
          <a:custGeom>
            <a:avLst/>
            <a:gdLst>
              <a:gd name="T0" fmla="*/ 0 w 197"/>
              <a:gd name="T1" fmla="*/ 0 h 115"/>
              <a:gd name="T2" fmla="*/ 99 w 197"/>
              <a:gd name="T3" fmla="*/ 115 h 115"/>
              <a:gd name="T4" fmla="*/ 197 w 197"/>
              <a:gd name="T5" fmla="*/ 0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7" h="115">
                <a:moveTo>
                  <a:pt x="0" y="0"/>
                </a:moveTo>
                <a:lnTo>
                  <a:pt x="99" y="115"/>
                </a:lnTo>
                <a:lnTo>
                  <a:pt x="197" y="0"/>
                </a:lnTo>
              </a:path>
            </a:pathLst>
          </a:custGeom>
          <a:noFill/>
          <a:ln w="6350" cap="sq">
            <a:solidFill>
              <a:srgbClr val="80808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6" name="사각형: 둥근 모서리 135">
            <a:extLst>
              <a:ext uri="{FF2B5EF4-FFF2-40B4-BE49-F238E27FC236}">
                <a16:creationId xmlns:a16="http://schemas.microsoft.com/office/drawing/2014/main" id="{65B93196-709E-4754-B8B8-D34E1A060669}"/>
              </a:ext>
            </a:extLst>
          </p:cNvPr>
          <p:cNvSpPr/>
          <p:nvPr/>
        </p:nvSpPr>
        <p:spPr>
          <a:xfrm>
            <a:off x="2585909" y="5398584"/>
            <a:ext cx="1824729" cy="23080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itchFamily="2" charset="-127"/>
                <a:ea typeface="나눔고딕" pitchFamily="2" charset="-127"/>
              </a:rPr>
              <a:t>국가 선택    </a:t>
            </a:r>
          </a:p>
        </p:txBody>
      </p:sp>
      <p:sp>
        <p:nvSpPr>
          <p:cNvPr id="139" name="Chevron">
            <a:extLst>
              <a:ext uri="{FF2B5EF4-FFF2-40B4-BE49-F238E27FC236}">
                <a16:creationId xmlns:a16="http://schemas.microsoft.com/office/drawing/2014/main" id="{A9F34116-1758-4656-AD10-420022577A08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 flipH="1">
            <a:off x="4181823" y="5494357"/>
            <a:ext cx="122664" cy="52131"/>
          </a:xfrm>
          <a:custGeom>
            <a:avLst/>
            <a:gdLst>
              <a:gd name="T0" fmla="*/ 0 w 197"/>
              <a:gd name="T1" fmla="*/ 0 h 115"/>
              <a:gd name="T2" fmla="*/ 99 w 197"/>
              <a:gd name="T3" fmla="*/ 115 h 115"/>
              <a:gd name="T4" fmla="*/ 197 w 197"/>
              <a:gd name="T5" fmla="*/ 0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7" h="115">
                <a:moveTo>
                  <a:pt x="0" y="0"/>
                </a:moveTo>
                <a:lnTo>
                  <a:pt x="99" y="115"/>
                </a:lnTo>
                <a:lnTo>
                  <a:pt x="197" y="0"/>
                </a:lnTo>
              </a:path>
            </a:pathLst>
          </a:custGeom>
          <a:noFill/>
          <a:ln w="6350" cap="sq">
            <a:solidFill>
              <a:srgbClr val="80808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148" name="표 147">
            <a:extLst>
              <a:ext uri="{FF2B5EF4-FFF2-40B4-BE49-F238E27FC236}">
                <a16:creationId xmlns:a16="http://schemas.microsoft.com/office/drawing/2014/main" id="{52F7E1F3-5F1C-4993-9B65-0C607EB195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9655082"/>
              </p:ext>
            </p:extLst>
          </p:nvPr>
        </p:nvGraphicFramePr>
        <p:xfrm>
          <a:off x="415734" y="3212013"/>
          <a:ext cx="7866824" cy="86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0285">
                  <a:extLst>
                    <a:ext uri="{9D8B030D-6E8A-4147-A177-3AD203B41FA5}">
                      <a16:colId xmlns:a16="http://schemas.microsoft.com/office/drawing/2014/main" val="3149999645"/>
                    </a:ext>
                  </a:extLst>
                </a:gridCol>
                <a:gridCol w="881138">
                  <a:extLst>
                    <a:ext uri="{9D8B030D-6E8A-4147-A177-3AD203B41FA5}">
                      <a16:colId xmlns:a16="http://schemas.microsoft.com/office/drawing/2014/main" val="144949006"/>
                    </a:ext>
                  </a:extLst>
                </a:gridCol>
                <a:gridCol w="810943">
                  <a:extLst>
                    <a:ext uri="{9D8B030D-6E8A-4147-A177-3AD203B41FA5}">
                      <a16:colId xmlns:a16="http://schemas.microsoft.com/office/drawing/2014/main" val="3613674393"/>
                    </a:ext>
                  </a:extLst>
                </a:gridCol>
                <a:gridCol w="1241425">
                  <a:extLst>
                    <a:ext uri="{9D8B030D-6E8A-4147-A177-3AD203B41FA5}">
                      <a16:colId xmlns:a16="http://schemas.microsoft.com/office/drawing/2014/main" val="2622731716"/>
                    </a:ext>
                  </a:extLst>
                </a:gridCol>
                <a:gridCol w="1044575">
                  <a:extLst>
                    <a:ext uri="{9D8B030D-6E8A-4147-A177-3AD203B41FA5}">
                      <a16:colId xmlns:a16="http://schemas.microsoft.com/office/drawing/2014/main" val="1881976941"/>
                    </a:ext>
                  </a:extLst>
                </a:gridCol>
                <a:gridCol w="968794">
                  <a:extLst>
                    <a:ext uri="{9D8B030D-6E8A-4147-A177-3AD203B41FA5}">
                      <a16:colId xmlns:a16="http://schemas.microsoft.com/office/drawing/2014/main" val="366950901"/>
                    </a:ext>
                  </a:extLst>
                </a:gridCol>
                <a:gridCol w="845834">
                  <a:extLst>
                    <a:ext uri="{9D8B030D-6E8A-4147-A177-3AD203B41FA5}">
                      <a16:colId xmlns:a16="http://schemas.microsoft.com/office/drawing/2014/main" val="3548355476"/>
                    </a:ext>
                  </a:extLst>
                </a:gridCol>
                <a:gridCol w="706431">
                  <a:extLst>
                    <a:ext uri="{9D8B030D-6E8A-4147-A177-3AD203B41FA5}">
                      <a16:colId xmlns:a16="http://schemas.microsoft.com/office/drawing/2014/main" val="2697319228"/>
                    </a:ext>
                  </a:extLst>
                </a:gridCol>
                <a:gridCol w="897399">
                  <a:extLst>
                    <a:ext uri="{9D8B030D-6E8A-4147-A177-3AD203B41FA5}">
                      <a16:colId xmlns:a16="http://schemas.microsoft.com/office/drawing/2014/main" val="1424734495"/>
                    </a:ext>
                  </a:extLst>
                </a:gridCol>
              </a:tblGrid>
              <a:tr h="224170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* </a:t>
                      </a:r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고객사명↑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* </a:t>
                      </a:r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한글성명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*</a:t>
                      </a:r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주민등록번호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*</a:t>
                      </a:r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보험시작일시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*</a:t>
                      </a:r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보험종료일시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*</a:t>
                      </a:r>
                      <a:r>
                        <a:rPr lang="ko-KR" altLang="en-US" sz="800" b="1" dirty="0" err="1">
                          <a:solidFill>
                            <a:schemeClr val="bg1"/>
                          </a:solidFill>
                        </a:rPr>
                        <a:t>플랜명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영문성명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핸드폰번호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4863723"/>
                  </a:ext>
                </a:extLst>
              </a:tr>
              <a:tr h="304230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SM C&amp;C</a:t>
                      </a:r>
                      <a:endParaRPr lang="ko-KR" altLang="en-US" sz="8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홍길동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-</a:t>
                      </a:r>
                      <a:r>
                        <a:rPr lang="ko-KR" altLang="en-US" sz="8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하이픈없이 </a:t>
                      </a:r>
                      <a:br>
                        <a:rPr lang="en-US" altLang="ko-KR" sz="8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</a:br>
                      <a:r>
                        <a:rPr lang="ko-KR" altLang="en-US" sz="8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입력해주세요</a:t>
                      </a:r>
                      <a:r>
                        <a:rPr lang="en-US" altLang="ko-KR" sz="8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.</a:t>
                      </a:r>
                      <a:endParaRPr lang="ko-KR" altLang="en-US" sz="8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8413740"/>
                  </a:ext>
                </a:extLst>
              </a:tr>
              <a:tr h="304230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SM C&amp;C</a:t>
                      </a:r>
                      <a:endParaRPr lang="ko-KR" altLang="en-US" sz="8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홍길동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9820604"/>
                  </a:ext>
                </a:extLst>
              </a:tr>
            </a:tbl>
          </a:graphicData>
        </a:graphic>
      </p:graphicFrame>
      <p:sp>
        <p:nvSpPr>
          <p:cNvPr id="149" name="Box" descr="&lt;SmartSettings&gt;&lt;SmartResize anchorLeft=&quot;Absolute&quot; anchorTop=&quot;None&quot; anchorRight=&quot;None&quot; anchorBottom=&quot;None&quot; /&gt;&lt;/SmartSettings&gt;">
            <a:extLst>
              <a:ext uri="{FF2B5EF4-FFF2-40B4-BE49-F238E27FC236}">
                <a16:creationId xmlns:a16="http://schemas.microsoft.com/office/drawing/2014/main" id="{1A90C61F-6862-4B44-83C9-B3E4E7CB143E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613173" y="3542205"/>
            <a:ext cx="131556" cy="131556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800" dirty="0">
              <a:solidFill>
                <a:srgbClr val="5F5F5F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50" name="Oval 35">
            <a:extLst>
              <a:ext uri="{FF2B5EF4-FFF2-40B4-BE49-F238E27FC236}">
                <a16:creationId xmlns:a16="http://schemas.microsoft.com/office/drawing/2014/main" id="{FC587EDF-2154-4FC3-8EE8-507DC23C82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8518" y="3105826"/>
            <a:ext cx="179388" cy="179387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800" b="1" dirty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151" name="Box" descr="&lt;SmartSettings&gt;&lt;SmartResize anchorLeft=&quot;Absolute&quot; anchorTop=&quot;None&quot; anchorRight=&quot;None&quot; anchorBottom=&quot;None&quot; /&gt;&lt;/SmartSettings&gt;">
            <a:extLst>
              <a:ext uri="{FF2B5EF4-FFF2-40B4-BE49-F238E27FC236}">
                <a16:creationId xmlns:a16="http://schemas.microsoft.com/office/drawing/2014/main" id="{BFD54D22-A872-4863-80FB-76B552AB013E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613173" y="3836313"/>
            <a:ext cx="131556" cy="131556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800" dirty="0">
              <a:solidFill>
                <a:srgbClr val="5F5F5F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53" name="Box" descr="&lt;SmartSettings&gt;&lt;SmartResize anchorLeft=&quot;Absolute&quot; anchorTop=&quot;None&quot; anchorRight=&quot;None&quot; anchorBottom=&quot;None&quot; /&gt;&lt;/SmartSettings&gt;">
            <a:extLst>
              <a:ext uri="{FF2B5EF4-FFF2-40B4-BE49-F238E27FC236}">
                <a16:creationId xmlns:a16="http://schemas.microsoft.com/office/drawing/2014/main" id="{3EFD448E-44EF-47D5-AD23-63A8339DC036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13173" y="3241848"/>
            <a:ext cx="131556" cy="131556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800" dirty="0">
              <a:solidFill>
                <a:srgbClr val="5F5F5F"/>
              </a:solidFill>
              <a:latin typeface="+mn-ea"/>
              <a:cs typeface="Segoe UI" panose="020B0502040204020203" pitchFamily="34" charset="0"/>
            </a:endParaRPr>
          </a:p>
        </p:txBody>
      </p:sp>
      <p:grpSp>
        <p:nvGrpSpPr>
          <p:cNvPr id="154" name="그룹 153">
            <a:extLst>
              <a:ext uri="{FF2B5EF4-FFF2-40B4-BE49-F238E27FC236}">
                <a16:creationId xmlns:a16="http://schemas.microsoft.com/office/drawing/2014/main" id="{E34FFF92-7F38-439A-ABF0-1F891CC3B982}"/>
              </a:ext>
            </a:extLst>
          </p:cNvPr>
          <p:cNvGrpSpPr/>
          <p:nvPr/>
        </p:nvGrpSpPr>
        <p:grpSpPr>
          <a:xfrm>
            <a:off x="5931764" y="3473111"/>
            <a:ext cx="701520" cy="232657"/>
            <a:chOff x="5255661" y="3461822"/>
            <a:chExt cx="701520" cy="232657"/>
          </a:xfrm>
        </p:grpSpPr>
        <p:sp>
          <p:nvSpPr>
            <p:cNvPr id="155" name="사각형: 둥근 모서리 154">
              <a:extLst>
                <a:ext uri="{FF2B5EF4-FFF2-40B4-BE49-F238E27FC236}">
                  <a16:creationId xmlns:a16="http://schemas.microsoft.com/office/drawing/2014/main" id="{4B4893F8-EA67-41EB-9A54-A13A91BFA257}"/>
                </a:ext>
              </a:extLst>
            </p:cNvPr>
            <p:cNvSpPr/>
            <p:nvPr/>
          </p:nvSpPr>
          <p:spPr>
            <a:xfrm>
              <a:off x="5255661" y="3461822"/>
              <a:ext cx="701520" cy="232657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>
                  <a:solidFill>
                    <a:schemeClr val="bg1">
                      <a:lumMod val="65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플랜 선택</a:t>
              </a:r>
            </a:p>
          </p:txBody>
        </p:sp>
        <p:sp>
          <p:nvSpPr>
            <p:cNvPr id="156" name="Chevron">
              <a:extLst>
                <a:ext uri="{FF2B5EF4-FFF2-40B4-BE49-F238E27FC236}">
                  <a16:creationId xmlns:a16="http://schemas.microsoft.com/office/drawing/2014/main" id="{251A42DE-EFF9-4497-B014-148091205268}"/>
                </a:ext>
              </a:extLst>
            </p:cNvPr>
            <p:cNvSpPr>
              <a:spLocks noChangeAspect="1"/>
            </p:cNvSpPr>
            <p:nvPr>
              <p:custDataLst>
                <p:tags r:id="rId13"/>
              </p:custDataLst>
            </p:nvPr>
          </p:nvSpPr>
          <p:spPr bwMode="auto">
            <a:xfrm flipH="1">
              <a:off x="5829174" y="3551876"/>
              <a:ext cx="66124" cy="52550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no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57" name="그룹 156">
            <a:extLst>
              <a:ext uri="{FF2B5EF4-FFF2-40B4-BE49-F238E27FC236}">
                <a16:creationId xmlns:a16="http://schemas.microsoft.com/office/drawing/2014/main" id="{C4F460D4-869E-4104-A140-B34E4CB0B493}"/>
              </a:ext>
            </a:extLst>
          </p:cNvPr>
          <p:cNvGrpSpPr/>
          <p:nvPr/>
        </p:nvGrpSpPr>
        <p:grpSpPr>
          <a:xfrm>
            <a:off x="5931764" y="3769348"/>
            <a:ext cx="701520" cy="232657"/>
            <a:chOff x="5255661" y="3759623"/>
            <a:chExt cx="701520" cy="232657"/>
          </a:xfrm>
        </p:grpSpPr>
        <p:sp>
          <p:nvSpPr>
            <p:cNvPr id="158" name="사각형: 둥근 모서리 157">
              <a:extLst>
                <a:ext uri="{FF2B5EF4-FFF2-40B4-BE49-F238E27FC236}">
                  <a16:creationId xmlns:a16="http://schemas.microsoft.com/office/drawing/2014/main" id="{E3C26618-A54E-4E40-B456-2AAE3E06BCCB}"/>
                </a:ext>
              </a:extLst>
            </p:cNvPr>
            <p:cNvSpPr/>
            <p:nvPr/>
          </p:nvSpPr>
          <p:spPr>
            <a:xfrm>
              <a:off x="5255661" y="3759623"/>
              <a:ext cx="701520" cy="232657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>
                  <a:solidFill>
                    <a:schemeClr val="bg1">
                      <a:lumMod val="65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플랜 선택</a:t>
              </a:r>
            </a:p>
          </p:txBody>
        </p:sp>
        <p:sp>
          <p:nvSpPr>
            <p:cNvPr id="159" name="Chevron">
              <a:extLst>
                <a:ext uri="{FF2B5EF4-FFF2-40B4-BE49-F238E27FC236}">
                  <a16:creationId xmlns:a16="http://schemas.microsoft.com/office/drawing/2014/main" id="{EAA1B6DE-06D3-4F35-97EC-332DF2FBDD18}"/>
                </a:ext>
              </a:extLst>
            </p:cNvPr>
            <p:cNvSpPr>
              <a:spLocks noChangeAspect="1"/>
            </p:cNvSpPr>
            <p:nvPr>
              <p:custDataLst>
                <p:tags r:id="rId12"/>
              </p:custDataLst>
            </p:nvPr>
          </p:nvSpPr>
          <p:spPr bwMode="auto">
            <a:xfrm flipH="1">
              <a:off x="5829174" y="3849676"/>
              <a:ext cx="66124" cy="52550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no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61" name="직사각형 160">
            <a:extLst>
              <a:ext uri="{FF2B5EF4-FFF2-40B4-BE49-F238E27FC236}">
                <a16:creationId xmlns:a16="http://schemas.microsoft.com/office/drawing/2014/main" id="{F6793427-00E9-428F-A537-51A8AE714B7F}"/>
              </a:ext>
            </a:extLst>
          </p:cNvPr>
          <p:cNvSpPr/>
          <p:nvPr/>
        </p:nvSpPr>
        <p:spPr>
          <a:xfrm>
            <a:off x="932956" y="3437682"/>
            <a:ext cx="809780" cy="311138"/>
          </a:xfrm>
          <a:prstGeom prst="rect">
            <a:avLst/>
          </a:prstGeom>
          <a:solidFill>
            <a:schemeClr val="bg1">
              <a:alpha val="56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2" name="직사각형 161">
            <a:extLst>
              <a:ext uri="{FF2B5EF4-FFF2-40B4-BE49-F238E27FC236}">
                <a16:creationId xmlns:a16="http://schemas.microsoft.com/office/drawing/2014/main" id="{E2996866-BEF7-49A2-9DED-A5F52D9B6FF6}"/>
              </a:ext>
            </a:extLst>
          </p:cNvPr>
          <p:cNvSpPr/>
          <p:nvPr/>
        </p:nvSpPr>
        <p:spPr>
          <a:xfrm>
            <a:off x="1750819" y="3445395"/>
            <a:ext cx="835092" cy="306277"/>
          </a:xfrm>
          <a:prstGeom prst="rect">
            <a:avLst/>
          </a:prstGeom>
          <a:solidFill>
            <a:schemeClr val="bg1">
              <a:alpha val="56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3" name="직사각형 162">
            <a:extLst>
              <a:ext uri="{FF2B5EF4-FFF2-40B4-BE49-F238E27FC236}">
                <a16:creationId xmlns:a16="http://schemas.microsoft.com/office/drawing/2014/main" id="{9A1A62EA-655D-4356-B03A-21B02AB7D401}"/>
              </a:ext>
            </a:extLst>
          </p:cNvPr>
          <p:cNvSpPr/>
          <p:nvPr/>
        </p:nvSpPr>
        <p:spPr>
          <a:xfrm>
            <a:off x="2585911" y="3445395"/>
            <a:ext cx="1222647" cy="302215"/>
          </a:xfrm>
          <a:prstGeom prst="rect">
            <a:avLst/>
          </a:prstGeom>
          <a:solidFill>
            <a:schemeClr val="bg1">
              <a:alpha val="56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4" name="직사각형 163">
            <a:extLst>
              <a:ext uri="{FF2B5EF4-FFF2-40B4-BE49-F238E27FC236}">
                <a16:creationId xmlns:a16="http://schemas.microsoft.com/office/drawing/2014/main" id="{28D98BFD-5513-4532-8E62-E06CC5E9E9F2}"/>
              </a:ext>
            </a:extLst>
          </p:cNvPr>
          <p:cNvSpPr/>
          <p:nvPr/>
        </p:nvSpPr>
        <p:spPr>
          <a:xfrm>
            <a:off x="3808556" y="3444693"/>
            <a:ext cx="1054195" cy="293170"/>
          </a:xfrm>
          <a:prstGeom prst="rect">
            <a:avLst/>
          </a:prstGeom>
          <a:solidFill>
            <a:schemeClr val="bg1">
              <a:alpha val="56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5" name="직사각형 164">
            <a:extLst>
              <a:ext uri="{FF2B5EF4-FFF2-40B4-BE49-F238E27FC236}">
                <a16:creationId xmlns:a16="http://schemas.microsoft.com/office/drawing/2014/main" id="{53CF1F2E-5991-459F-9F6E-1F8D2706C40F}"/>
              </a:ext>
            </a:extLst>
          </p:cNvPr>
          <p:cNvSpPr/>
          <p:nvPr/>
        </p:nvSpPr>
        <p:spPr>
          <a:xfrm>
            <a:off x="4871683" y="3445395"/>
            <a:ext cx="979301" cy="292467"/>
          </a:xfrm>
          <a:prstGeom prst="rect">
            <a:avLst/>
          </a:prstGeom>
          <a:solidFill>
            <a:schemeClr val="bg1">
              <a:alpha val="56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6" name="직사각형 165">
            <a:extLst>
              <a:ext uri="{FF2B5EF4-FFF2-40B4-BE49-F238E27FC236}">
                <a16:creationId xmlns:a16="http://schemas.microsoft.com/office/drawing/2014/main" id="{142686BE-DB39-470A-9EFE-7BA52E372B4C}"/>
              </a:ext>
            </a:extLst>
          </p:cNvPr>
          <p:cNvSpPr/>
          <p:nvPr/>
        </p:nvSpPr>
        <p:spPr>
          <a:xfrm>
            <a:off x="933574" y="3758402"/>
            <a:ext cx="809780" cy="292467"/>
          </a:xfrm>
          <a:prstGeom prst="rect">
            <a:avLst/>
          </a:prstGeom>
          <a:solidFill>
            <a:schemeClr val="bg1">
              <a:alpha val="56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7" name="직사각형 166">
            <a:extLst>
              <a:ext uri="{FF2B5EF4-FFF2-40B4-BE49-F238E27FC236}">
                <a16:creationId xmlns:a16="http://schemas.microsoft.com/office/drawing/2014/main" id="{9AC7BE47-C79A-441F-BC88-A0E7B19610C1}"/>
              </a:ext>
            </a:extLst>
          </p:cNvPr>
          <p:cNvSpPr/>
          <p:nvPr/>
        </p:nvSpPr>
        <p:spPr>
          <a:xfrm>
            <a:off x="1745929" y="3758402"/>
            <a:ext cx="839981" cy="292467"/>
          </a:xfrm>
          <a:prstGeom prst="rect">
            <a:avLst/>
          </a:prstGeom>
          <a:solidFill>
            <a:schemeClr val="bg1">
              <a:alpha val="56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8" name="직사각형 167">
            <a:extLst>
              <a:ext uri="{FF2B5EF4-FFF2-40B4-BE49-F238E27FC236}">
                <a16:creationId xmlns:a16="http://schemas.microsoft.com/office/drawing/2014/main" id="{37C0BD07-22D2-4721-9A8A-1C8D9B4DF663}"/>
              </a:ext>
            </a:extLst>
          </p:cNvPr>
          <p:cNvSpPr/>
          <p:nvPr/>
        </p:nvSpPr>
        <p:spPr>
          <a:xfrm>
            <a:off x="2585909" y="3755735"/>
            <a:ext cx="1222647" cy="292468"/>
          </a:xfrm>
          <a:prstGeom prst="rect">
            <a:avLst/>
          </a:prstGeom>
          <a:solidFill>
            <a:schemeClr val="bg1">
              <a:alpha val="56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9" name="직사각형 168">
            <a:extLst>
              <a:ext uri="{FF2B5EF4-FFF2-40B4-BE49-F238E27FC236}">
                <a16:creationId xmlns:a16="http://schemas.microsoft.com/office/drawing/2014/main" id="{BFDB0F2C-2E4E-414F-B0F1-D9142705CE56}"/>
              </a:ext>
            </a:extLst>
          </p:cNvPr>
          <p:cNvSpPr/>
          <p:nvPr/>
        </p:nvSpPr>
        <p:spPr>
          <a:xfrm>
            <a:off x="3815904" y="3748116"/>
            <a:ext cx="1054195" cy="292467"/>
          </a:xfrm>
          <a:prstGeom prst="rect">
            <a:avLst/>
          </a:prstGeom>
          <a:solidFill>
            <a:schemeClr val="bg1">
              <a:alpha val="56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0" name="직사각형 169">
            <a:extLst>
              <a:ext uri="{FF2B5EF4-FFF2-40B4-BE49-F238E27FC236}">
                <a16:creationId xmlns:a16="http://schemas.microsoft.com/office/drawing/2014/main" id="{C965D820-B75F-4738-84E2-FC515CC37FC5}"/>
              </a:ext>
            </a:extLst>
          </p:cNvPr>
          <p:cNvSpPr/>
          <p:nvPr/>
        </p:nvSpPr>
        <p:spPr>
          <a:xfrm>
            <a:off x="4871683" y="3748819"/>
            <a:ext cx="979301" cy="292467"/>
          </a:xfrm>
          <a:prstGeom prst="rect">
            <a:avLst/>
          </a:prstGeom>
          <a:solidFill>
            <a:schemeClr val="bg1">
              <a:alpha val="56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50586EF-32B6-4D6A-8E63-4BF09F8ED644}"/>
              </a:ext>
            </a:extLst>
          </p:cNvPr>
          <p:cNvSpPr/>
          <p:nvPr/>
        </p:nvSpPr>
        <p:spPr>
          <a:xfrm>
            <a:off x="999978" y="3220597"/>
            <a:ext cx="7203609" cy="19200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3" name="직사각형 172">
            <a:extLst>
              <a:ext uri="{FF2B5EF4-FFF2-40B4-BE49-F238E27FC236}">
                <a16:creationId xmlns:a16="http://schemas.microsoft.com/office/drawing/2014/main" id="{158B60B2-9FBC-4BFD-A48A-360DC8AA7D7E}"/>
              </a:ext>
            </a:extLst>
          </p:cNvPr>
          <p:cNvSpPr/>
          <p:nvPr/>
        </p:nvSpPr>
        <p:spPr>
          <a:xfrm>
            <a:off x="881342" y="4850253"/>
            <a:ext cx="7203609" cy="19200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4" name="Oval 35">
            <a:extLst>
              <a:ext uri="{FF2B5EF4-FFF2-40B4-BE49-F238E27FC236}">
                <a16:creationId xmlns:a16="http://schemas.microsoft.com/office/drawing/2014/main" id="{431689F8-BA3D-4BBF-B4F4-D943B9E06C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824" y="4771517"/>
            <a:ext cx="179388" cy="179387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800" b="1" dirty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175" name="Oval 35">
            <a:extLst>
              <a:ext uri="{FF2B5EF4-FFF2-40B4-BE49-F238E27FC236}">
                <a16:creationId xmlns:a16="http://schemas.microsoft.com/office/drawing/2014/main" id="{C88DB56A-6ECA-448C-8344-A963510333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280" y="2782808"/>
            <a:ext cx="179388" cy="179387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800" b="1" dirty="0">
                <a:solidFill>
                  <a:srgbClr val="FFFFFF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978331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F887A-BAB4-AE73-C156-62A3B724C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직사각형 85">
            <a:extLst>
              <a:ext uri="{FF2B5EF4-FFF2-40B4-BE49-F238E27FC236}">
                <a16:creationId xmlns:a16="http://schemas.microsoft.com/office/drawing/2014/main" id="{02769467-A1B9-4735-8637-29900D23D477}"/>
              </a:ext>
            </a:extLst>
          </p:cNvPr>
          <p:cNvSpPr/>
          <p:nvPr/>
        </p:nvSpPr>
        <p:spPr>
          <a:xfrm>
            <a:off x="4491665" y="1843803"/>
            <a:ext cx="3910099" cy="91949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00866A2-73CD-4560-9DA5-3E9D64C1EDDC}"/>
              </a:ext>
            </a:extLst>
          </p:cNvPr>
          <p:cNvSpPr/>
          <p:nvPr/>
        </p:nvSpPr>
        <p:spPr>
          <a:xfrm>
            <a:off x="404237" y="1843803"/>
            <a:ext cx="4089244" cy="91949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6C713790-DE53-4281-0476-CB87470294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0089766"/>
              </p:ext>
            </p:extLst>
          </p:nvPr>
        </p:nvGraphicFramePr>
        <p:xfrm>
          <a:off x="8696507" y="811447"/>
          <a:ext cx="3236498" cy="39907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2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02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8202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ko-KR" sz="800" b="0" kern="12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Description</a:t>
                      </a:r>
                      <a:endParaRPr lang="ko-KR" altLang="en-US" sz="800" b="0" kern="1200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en-US" altLang="ko-KR" sz="8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544">
                <a:tc gridSpan="2"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endParaRPr lang="en-US" altLang="ko-KR" sz="8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9071" marR="99071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0085253"/>
                  </a:ext>
                </a:extLst>
              </a:tr>
              <a:tr h="68588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3-1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선택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row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삭제버튼</a:t>
                      </a:r>
                      <a:endParaRPr lang="en-US" altLang="ko-KR" sz="8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체크박스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미선택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후 클릭 시 노출되는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ALERT</a:t>
                      </a:r>
                    </a:p>
                  </a:txBody>
                  <a:tcPr marL="99071" marR="99071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82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85551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필수정보를 입력하지 않고 보험료조회 버튼 클릭 시 노출되는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ALERT</a:t>
                      </a:r>
                    </a:p>
                  </a:txBody>
                  <a:tcPr marL="99071" marR="99071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5424848"/>
                  </a:ext>
                </a:extLst>
              </a:tr>
              <a:tr h="924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85551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정보 입력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X OR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고객 정보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미선택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후 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카드로 바로 결제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후정산으로 바로 청약 버튼 클릭 시 해당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ALERT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노출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9071" marR="99071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5966088"/>
                  </a:ext>
                </a:extLst>
              </a:tr>
              <a:tr h="924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11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85551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800" b="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Erp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예약 번호 조회 시 잘못된 예약번호 입력 시 노출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9071" marR="99071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0105246"/>
                  </a:ext>
                </a:extLst>
              </a:tr>
            </a:tbl>
          </a:graphicData>
        </a:graphic>
      </p:graphicFrame>
      <p:sp>
        <p:nvSpPr>
          <p:cNvPr id="65" name="TextBox 64">
            <a:extLst>
              <a:ext uri="{FF2B5EF4-FFF2-40B4-BE49-F238E27FC236}">
                <a16:creationId xmlns:a16="http://schemas.microsoft.com/office/drawing/2014/main" id="{28EE15C2-726D-1206-37B5-A1B5551B8BB9}"/>
              </a:ext>
            </a:extLst>
          </p:cNvPr>
          <p:cNvSpPr txBox="1"/>
          <p:nvPr/>
        </p:nvSpPr>
        <p:spPr>
          <a:xfrm>
            <a:off x="4312366" y="199627"/>
            <a:ext cx="321589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메인 버튼 관련 </a:t>
            </a: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ALERT 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모음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CC5D9C1-99DF-3DA3-205C-4EC37F011E43}"/>
              </a:ext>
            </a:extLst>
          </p:cNvPr>
          <p:cNvSpPr txBox="1"/>
          <p:nvPr/>
        </p:nvSpPr>
        <p:spPr>
          <a:xfrm>
            <a:off x="4312366" y="419389"/>
            <a:ext cx="321589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메인</a:t>
            </a:r>
            <a:endParaRPr lang="en-US" altLang="ko-KR" sz="900" dirty="0">
              <a:latin typeface="+mn-ea"/>
            </a:endParaRPr>
          </a:p>
        </p:txBody>
      </p:sp>
      <p:sp>
        <p:nvSpPr>
          <p:cNvPr id="354" name="TextBox 353">
            <a:extLst>
              <a:ext uri="{FF2B5EF4-FFF2-40B4-BE49-F238E27FC236}">
                <a16:creationId xmlns:a16="http://schemas.microsoft.com/office/drawing/2014/main" id="{5D3F8AB6-1831-B76D-B4B7-FF8771D3C835}"/>
              </a:ext>
            </a:extLst>
          </p:cNvPr>
          <p:cNvSpPr txBox="1"/>
          <p:nvPr/>
        </p:nvSpPr>
        <p:spPr>
          <a:xfrm>
            <a:off x="10848513" y="421528"/>
            <a:ext cx="9765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Page</a:t>
            </a:r>
            <a:endParaRPr lang="ko-KR" altLang="en-US" sz="80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4CBD29E-8571-8A7C-F2EC-405859348E90}"/>
              </a:ext>
            </a:extLst>
          </p:cNvPr>
          <p:cNvSpPr/>
          <p:nvPr/>
        </p:nvSpPr>
        <p:spPr>
          <a:xfrm>
            <a:off x="404237" y="811446"/>
            <a:ext cx="8000854" cy="4446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800" b="1" dirty="0">
              <a:solidFill>
                <a:schemeClr val="bg1">
                  <a:lumMod val="50000"/>
                </a:schemeClr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93BB3D0-508B-AF64-E175-7C5B3193B098}"/>
              </a:ext>
            </a:extLst>
          </p:cNvPr>
          <p:cNvSpPr txBox="1"/>
          <p:nvPr/>
        </p:nvSpPr>
        <p:spPr>
          <a:xfrm>
            <a:off x="499489" y="892976"/>
            <a:ext cx="152327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나눔고딕" pitchFamily="2" charset="-127"/>
                <a:ea typeface="나눔고딕" pitchFamily="2" charset="-127"/>
              </a:rPr>
              <a:t>캐롯손해보험</a:t>
            </a:r>
            <a:r>
              <a:rPr lang="ko-KR" alt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itchFamily="2" charset="-127"/>
                <a:ea typeface="나눔고딕" pitchFamily="2" charset="-127"/>
              </a:rPr>
              <a:t> 관리자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E66C289-79C8-AAF2-C948-7FBAC9E62BEE}"/>
              </a:ext>
            </a:extLst>
          </p:cNvPr>
          <p:cNvSpPr txBox="1"/>
          <p:nvPr/>
        </p:nvSpPr>
        <p:spPr>
          <a:xfrm>
            <a:off x="6865733" y="898520"/>
            <a:ext cx="152327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itchFamily="2" charset="-127"/>
                <a:ea typeface="나눔고딕" pitchFamily="2" charset="-127"/>
              </a:rPr>
              <a:t>{NAME}</a:t>
            </a:r>
            <a:endParaRPr lang="ko-KR" altLang="en-US" sz="1050" b="1" dirty="0">
              <a:solidFill>
                <a:schemeClr val="tx1">
                  <a:lumMod val="65000"/>
                  <a:lumOff val="35000"/>
                </a:schemeClr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00E838E-E647-F2FF-1FE8-1B0B0D7F5610}"/>
              </a:ext>
            </a:extLst>
          </p:cNvPr>
          <p:cNvSpPr txBox="1"/>
          <p:nvPr/>
        </p:nvSpPr>
        <p:spPr>
          <a:xfrm>
            <a:off x="7591343" y="909155"/>
            <a:ext cx="69121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u="sng" dirty="0">
                <a:solidFill>
                  <a:schemeClr val="bg1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로그아웃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BF231A9-EC8E-1711-7FC6-5A8FDBA142E5}"/>
              </a:ext>
            </a:extLst>
          </p:cNvPr>
          <p:cNvSpPr txBox="1"/>
          <p:nvPr/>
        </p:nvSpPr>
        <p:spPr>
          <a:xfrm>
            <a:off x="3502392" y="892976"/>
            <a:ext cx="71686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itchFamily="2" charset="-127"/>
                <a:ea typeface="나눔고딕" pitchFamily="2" charset="-127"/>
              </a:rPr>
              <a:t>계약내역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F438CF2-3EA6-C775-1471-8E7C4E244BCC}"/>
              </a:ext>
            </a:extLst>
          </p:cNvPr>
          <p:cNvSpPr txBox="1"/>
          <p:nvPr/>
        </p:nvSpPr>
        <p:spPr>
          <a:xfrm>
            <a:off x="4506112" y="890796"/>
            <a:ext cx="55816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itchFamily="2" charset="-127"/>
                <a:ea typeface="나눔고딕" pitchFamily="2" charset="-127"/>
              </a:rPr>
              <a:t>HELP </a:t>
            </a:r>
            <a:endParaRPr lang="ko-KR" altLang="en-US" sz="1100" dirty="0">
              <a:solidFill>
                <a:schemeClr val="tx1">
                  <a:lumMod val="65000"/>
                  <a:lumOff val="35000"/>
                </a:schemeClr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8428569-F7A0-DB0D-4797-7517C0721580}"/>
              </a:ext>
            </a:extLst>
          </p:cNvPr>
          <p:cNvSpPr txBox="1"/>
          <p:nvPr/>
        </p:nvSpPr>
        <p:spPr>
          <a:xfrm>
            <a:off x="2406338" y="898520"/>
            <a:ext cx="75693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itchFamily="2" charset="-127"/>
                <a:ea typeface="나눔고딕" pitchFamily="2" charset="-127"/>
              </a:rPr>
              <a:t>청약신청 </a:t>
            </a:r>
          </a:p>
        </p:txBody>
      </p:sp>
      <p:pic>
        <p:nvPicPr>
          <p:cNvPr id="238" name="그림 237">
            <a:extLst>
              <a:ext uri="{FF2B5EF4-FFF2-40B4-BE49-F238E27FC236}">
                <a16:creationId xmlns:a16="http://schemas.microsoft.com/office/drawing/2014/main" id="{F648D153-5058-7BCA-E3B4-8825BD54D9D0}"/>
              </a:ext>
            </a:extLst>
          </p:cNvPr>
          <p:cNvPicPr>
            <a:picLocks noChangeAspect="1"/>
          </p:cNvPicPr>
          <p:nvPr/>
        </p:nvPicPr>
        <p:blipFill>
          <a:blip r:embed="rId55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5224" y="957994"/>
            <a:ext cx="142662" cy="142662"/>
          </a:xfrm>
          <a:prstGeom prst="rect">
            <a:avLst/>
          </a:prstGeom>
        </p:spPr>
      </p:pic>
      <p:sp>
        <p:nvSpPr>
          <p:cNvPr id="66" name="직사각형 65">
            <a:extLst>
              <a:ext uri="{FF2B5EF4-FFF2-40B4-BE49-F238E27FC236}">
                <a16:creationId xmlns:a16="http://schemas.microsoft.com/office/drawing/2014/main" id="{4DDE4465-F7C3-4A95-AC7D-EC269B0C3E4E}"/>
              </a:ext>
            </a:extLst>
          </p:cNvPr>
          <p:cNvSpPr/>
          <p:nvPr/>
        </p:nvSpPr>
        <p:spPr>
          <a:xfrm>
            <a:off x="515132" y="1933509"/>
            <a:ext cx="247137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b="1" dirty="0">
                <a:latin typeface="나눔고딕" pitchFamily="2" charset="-127"/>
                <a:ea typeface="나눔고딕" pitchFamily="2" charset="-127"/>
              </a:rPr>
              <a:t>ERP</a:t>
            </a:r>
            <a:r>
              <a:rPr lang="ko-KR" altLang="en-US" sz="1400" b="1" dirty="0">
                <a:latin typeface="나눔고딕" pitchFamily="2" charset="-127"/>
                <a:ea typeface="나눔고딕" pitchFamily="2" charset="-127"/>
              </a:rPr>
              <a:t>연동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B77264C-8A17-AB67-07D3-6FF14FF560CA}"/>
              </a:ext>
            </a:extLst>
          </p:cNvPr>
          <p:cNvSpPr txBox="1"/>
          <p:nvPr/>
        </p:nvSpPr>
        <p:spPr>
          <a:xfrm>
            <a:off x="5301572" y="896302"/>
            <a:ext cx="93968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</a:rPr>
              <a:t>고객사 관리</a:t>
            </a:r>
          </a:p>
        </p:txBody>
      </p:sp>
      <p:sp>
        <p:nvSpPr>
          <p:cNvPr id="53" name="Text Box">
            <a:extLst>
              <a:ext uri="{FF2B5EF4-FFF2-40B4-BE49-F238E27FC236}">
                <a16:creationId xmlns:a16="http://schemas.microsoft.com/office/drawing/2014/main" id="{E1BA9B03-10C3-4797-802A-40797B964491}"/>
              </a:ext>
            </a:extLst>
          </p:cNvPr>
          <p:cNvSpPr/>
          <p:nvPr/>
        </p:nvSpPr>
        <p:spPr>
          <a:xfrm>
            <a:off x="5452106" y="2251346"/>
            <a:ext cx="2321009" cy="225703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22860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atinLnBrk="0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파일 업로드 </a:t>
            </a:r>
            <a:endParaRPr lang="en-US" sz="800" dirty="0">
              <a:solidFill>
                <a:schemeClr val="bg1">
                  <a:lumMod val="50000"/>
                </a:schemeClr>
              </a:solidFill>
              <a:latin typeface="나눔고딕" pitchFamily="2" charset="-127"/>
              <a:ea typeface="나눔고딕" pitchFamily="2" charset="-127"/>
              <a:cs typeface="Segoe UI" panose="020B0502040204020203" pitchFamily="34" charset="0"/>
            </a:endParaRPr>
          </a:p>
        </p:txBody>
      </p:sp>
      <p:sp>
        <p:nvSpPr>
          <p:cNvPr id="79" name="Button">
            <a:extLst>
              <a:ext uri="{FF2B5EF4-FFF2-40B4-BE49-F238E27FC236}">
                <a16:creationId xmlns:a16="http://schemas.microsoft.com/office/drawing/2014/main" id="{801D6CB2-687F-4F9C-9D34-A9BCCE50C0FF}"/>
              </a:ext>
            </a:extLst>
          </p:cNvPr>
          <p:cNvSpPr>
            <a:spLocks/>
          </p:cNvSpPr>
          <p:nvPr/>
        </p:nvSpPr>
        <p:spPr bwMode="auto">
          <a:xfrm>
            <a:off x="7838529" y="2268692"/>
            <a:ext cx="497821" cy="209729"/>
          </a:xfrm>
          <a:prstGeom prst="roundRect">
            <a:avLst>
              <a:gd name="adj" fmla="val 8776"/>
            </a:avLst>
          </a:prstGeom>
          <a:solidFill>
            <a:schemeClr val="tx1">
              <a:lumMod val="65000"/>
              <a:lumOff val="35000"/>
            </a:schemeClr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700" dirty="0">
                <a:solidFill>
                  <a:prstClr val="white"/>
                </a:solidFill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업로드</a:t>
            </a:r>
            <a:endParaRPr lang="en-US" sz="700" dirty="0">
              <a:solidFill>
                <a:prstClr val="white"/>
              </a:solidFill>
              <a:latin typeface="나눔고딕" pitchFamily="2" charset="-127"/>
              <a:ea typeface="나눔고딕" pitchFamily="2" charset="-127"/>
              <a:cs typeface="Segoe UI" panose="020B0502040204020203" pitchFamily="34" charset="0"/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2FED14A7-DADF-44EC-AF04-D8B49315347C}"/>
              </a:ext>
            </a:extLst>
          </p:cNvPr>
          <p:cNvSpPr/>
          <p:nvPr/>
        </p:nvSpPr>
        <p:spPr>
          <a:xfrm>
            <a:off x="4504614" y="1933544"/>
            <a:ext cx="247137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나눔고딕" pitchFamily="2" charset="-127"/>
                <a:ea typeface="나눔고딕" pitchFamily="2" charset="-127"/>
              </a:rPr>
              <a:t>엑셀 업로드</a:t>
            </a:r>
          </a:p>
        </p:txBody>
      </p:sp>
      <p:sp>
        <p:nvSpPr>
          <p:cNvPr id="85" name="Button">
            <a:extLst>
              <a:ext uri="{FF2B5EF4-FFF2-40B4-BE49-F238E27FC236}">
                <a16:creationId xmlns:a16="http://schemas.microsoft.com/office/drawing/2014/main" id="{65827CD3-F2B8-4330-A6D0-FE16787F502B}"/>
              </a:ext>
            </a:extLst>
          </p:cNvPr>
          <p:cNvSpPr>
            <a:spLocks/>
          </p:cNvSpPr>
          <p:nvPr/>
        </p:nvSpPr>
        <p:spPr bwMode="auto">
          <a:xfrm>
            <a:off x="4608142" y="2266735"/>
            <a:ext cx="807768" cy="209729"/>
          </a:xfrm>
          <a:prstGeom prst="roundRect">
            <a:avLst>
              <a:gd name="adj" fmla="val 8776"/>
            </a:avLst>
          </a:prstGeom>
          <a:solidFill>
            <a:schemeClr val="tx1">
              <a:lumMod val="65000"/>
              <a:lumOff val="35000"/>
            </a:schemeClr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700" dirty="0">
                <a:solidFill>
                  <a:prstClr val="white"/>
                </a:solidFill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양식 다운로드</a:t>
            </a:r>
            <a:endParaRPr lang="en-US" sz="700" dirty="0">
              <a:solidFill>
                <a:prstClr val="white"/>
              </a:solidFill>
              <a:latin typeface="나눔고딕" pitchFamily="2" charset="-127"/>
              <a:ea typeface="나눔고딕" pitchFamily="2" charset="-127"/>
              <a:cs typeface="Segoe UI" panose="020B0502040204020203" pitchFamily="34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B20F6E2-151B-4DD9-B576-6267E7B1820A}"/>
              </a:ext>
            </a:extLst>
          </p:cNvPr>
          <p:cNvSpPr/>
          <p:nvPr/>
        </p:nvSpPr>
        <p:spPr>
          <a:xfrm>
            <a:off x="540206" y="2498040"/>
            <a:ext cx="401424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atinLnBrk="0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ERP</a:t>
            </a: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조회를 통해 데이터를 호출 및 아래 청약 신청 테이블에 적용합니다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.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94EE4D56-34C8-465A-B0CA-C8283036F0AA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45312" y="3211527"/>
          <a:ext cx="7987362" cy="86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6603">
                  <a:extLst>
                    <a:ext uri="{9D8B030D-6E8A-4147-A177-3AD203B41FA5}">
                      <a16:colId xmlns:a16="http://schemas.microsoft.com/office/drawing/2014/main" val="3149999645"/>
                    </a:ext>
                  </a:extLst>
                </a:gridCol>
                <a:gridCol w="780557">
                  <a:extLst>
                    <a:ext uri="{9D8B030D-6E8A-4147-A177-3AD203B41FA5}">
                      <a16:colId xmlns:a16="http://schemas.microsoft.com/office/drawing/2014/main" val="144949006"/>
                    </a:ext>
                  </a:extLst>
                </a:gridCol>
                <a:gridCol w="786264">
                  <a:extLst>
                    <a:ext uri="{9D8B030D-6E8A-4147-A177-3AD203B41FA5}">
                      <a16:colId xmlns:a16="http://schemas.microsoft.com/office/drawing/2014/main" val="3613674393"/>
                    </a:ext>
                  </a:extLst>
                </a:gridCol>
                <a:gridCol w="902747">
                  <a:extLst>
                    <a:ext uri="{9D8B030D-6E8A-4147-A177-3AD203B41FA5}">
                      <a16:colId xmlns:a16="http://schemas.microsoft.com/office/drawing/2014/main" val="2622731716"/>
                    </a:ext>
                  </a:extLst>
                </a:gridCol>
                <a:gridCol w="956314">
                  <a:extLst>
                    <a:ext uri="{9D8B030D-6E8A-4147-A177-3AD203B41FA5}">
                      <a16:colId xmlns:a16="http://schemas.microsoft.com/office/drawing/2014/main" val="1881976941"/>
                    </a:ext>
                  </a:extLst>
                </a:gridCol>
                <a:gridCol w="956314">
                  <a:extLst>
                    <a:ext uri="{9D8B030D-6E8A-4147-A177-3AD203B41FA5}">
                      <a16:colId xmlns:a16="http://schemas.microsoft.com/office/drawing/2014/main" val="366950901"/>
                    </a:ext>
                  </a:extLst>
                </a:gridCol>
                <a:gridCol w="749283">
                  <a:extLst>
                    <a:ext uri="{9D8B030D-6E8A-4147-A177-3AD203B41FA5}">
                      <a16:colId xmlns:a16="http://schemas.microsoft.com/office/drawing/2014/main" val="3548355476"/>
                    </a:ext>
                  </a:extLst>
                </a:gridCol>
                <a:gridCol w="625793">
                  <a:extLst>
                    <a:ext uri="{9D8B030D-6E8A-4147-A177-3AD203B41FA5}">
                      <a16:colId xmlns:a16="http://schemas.microsoft.com/office/drawing/2014/main" val="2697319228"/>
                    </a:ext>
                  </a:extLst>
                </a:gridCol>
                <a:gridCol w="794962">
                  <a:extLst>
                    <a:ext uri="{9D8B030D-6E8A-4147-A177-3AD203B41FA5}">
                      <a16:colId xmlns:a16="http://schemas.microsoft.com/office/drawing/2014/main" val="1424734495"/>
                    </a:ext>
                  </a:extLst>
                </a:gridCol>
                <a:gridCol w="1018525">
                  <a:extLst>
                    <a:ext uri="{9D8B030D-6E8A-4147-A177-3AD203B41FA5}">
                      <a16:colId xmlns:a16="http://schemas.microsoft.com/office/drawing/2014/main" val="2460541664"/>
                    </a:ext>
                  </a:extLst>
                </a:gridCol>
              </a:tblGrid>
              <a:tr h="224170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* </a:t>
                      </a:r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고객사명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* </a:t>
                      </a:r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한글성명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*</a:t>
                      </a:r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주민등록번호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*</a:t>
                      </a:r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보험시작일시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*</a:t>
                      </a:r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보험종료일시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*</a:t>
                      </a:r>
                      <a:r>
                        <a:rPr lang="ko-KR" altLang="en-US" sz="800" b="1" dirty="0" err="1">
                          <a:solidFill>
                            <a:schemeClr val="bg1"/>
                          </a:solidFill>
                        </a:rPr>
                        <a:t>플랜명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영문성명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핸드폰번호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티켓번호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4863723"/>
                  </a:ext>
                </a:extLst>
              </a:tr>
              <a:tr h="304230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SM C&amp;C</a:t>
                      </a:r>
                      <a:endParaRPr lang="ko-KR" altLang="en-US" sz="8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홍길동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-</a:t>
                      </a:r>
                      <a:r>
                        <a:rPr lang="ko-KR" altLang="en-US" sz="8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하이픈없이 </a:t>
                      </a:r>
                      <a:br>
                        <a:rPr lang="en-US" altLang="ko-KR" sz="8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</a:br>
                      <a:r>
                        <a:rPr lang="ko-KR" altLang="en-US" sz="8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입력해주세요</a:t>
                      </a:r>
                      <a:r>
                        <a:rPr lang="en-US" altLang="ko-KR" sz="8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.</a:t>
                      </a:r>
                      <a:endParaRPr lang="ko-KR" altLang="en-US" sz="8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8413740"/>
                  </a:ext>
                </a:extLst>
              </a:tr>
              <a:tr h="304230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SM C&amp;C</a:t>
                      </a:r>
                      <a:endParaRPr lang="ko-KR" altLang="en-US" sz="8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홍길동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9820604"/>
                  </a:ext>
                </a:extLst>
              </a:tr>
            </a:tbl>
          </a:graphicData>
        </a:graphic>
      </p:graphicFrame>
      <p:sp>
        <p:nvSpPr>
          <p:cNvPr id="87" name="Box" descr="&lt;SmartSettings&gt;&lt;SmartResize anchorLeft=&quot;Absolute&quot; anchorTop=&quot;None&quot; anchorRight=&quot;None&quot; anchorBottom=&quot;None&quot; /&gt;&lt;/SmartSettings&gt;">
            <a:extLst>
              <a:ext uri="{FF2B5EF4-FFF2-40B4-BE49-F238E27FC236}">
                <a16:creationId xmlns:a16="http://schemas.microsoft.com/office/drawing/2014/main" id="{CEC9C0BC-8FB6-4F43-AEAD-D76D86996BFC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13173" y="3542205"/>
            <a:ext cx="131556" cy="131556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800" dirty="0">
              <a:solidFill>
                <a:srgbClr val="5F5F5F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89" name="Track">
            <a:extLst>
              <a:ext uri="{FF2B5EF4-FFF2-40B4-BE49-F238E27FC236}">
                <a16:creationId xmlns:a16="http://schemas.microsoft.com/office/drawing/2014/main" id="{5D706130-8AE5-4D05-9243-E3D3EC6DB82F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 rot="10800000">
            <a:off x="432306" y="4240387"/>
            <a:ext cx="7956453" cy="118619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2" name="화살표: 오른쪽 91">
            <a:extLst>
              <a:ext uri="{FF2B5EF4-FFF2-40B4-BE49-F238E27FC236}">
                <a16:creationId xmlns:a16="http://schemas.microsoft.com/office/drawing/2014/main" id="{8DD21B8A-B6DE-4831-8F7A-DB216A0962DB}"/>
              </a:ext>
            </a:extLst>
          </p:cNvPr>
          <p:cNvSpPr/>
          <p:nvPr/>
        </p:nvSpPr>
        <p:spPr>
          <a:xfrm>
            <a:off x="553144" y="4511882"/>
            <a:ext cx="1134818" cy="254153"/>
          </a:xfrm>
          <a:prstGeom prst="right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이어서</a:t>
            </a:r>
          </a:p>
        </p:txBody>
      </p:sp>
      <p:sp>
        <p:nvSpPr>
          <p:cNvPr id="98" name="화살표: 오른쪽 97">
            <a:extLst>
              <a:ext uri="{FF2B5EF4-FFF2-40B4-BE49-F238E27FC236}">
                <a16:creationId xmlns:a16="http://schemas.microsoft.com/office/drawing/2014/main" id="{42B85BE6-8A0B-4388-A24F-4CBF0D716295}"/>
              </a:ext>
            </a:extLst>
          </p:cNvPr>
          <p:cNvSpPr/>
          <p:nvPr/>
        </p:nvSpPr>
        <p:spPr>
          <a:xfrm>
            <a:off x="7286477" y="4430122"/>
            <a:ext cx="1134818" cy="254153"/>
          </a:xfrm>
          <a:prstGeom prst="right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이어서</a:t>
            </a:r>
          </a:p>
        </p:txBody>
      </p:sp>
      <p:graphicFrame>
        <p:nvGraphicFramePr>
          <p:cNvPr id="100" name="표 99">
            <a:extLst>
              <a:ext uri="{FF2B5EF4-FFF2-40B4-BE49-F238E27FC236}">
                <a16:creationId xmlns:a16="http://schemas.microsoft.com/office/drawing/2014/main" id="{F96E5863-0690-4077-AF87-82B5F06C28E7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32305" y="4839771"/>
          <a:ext cx="7904045" cy="8326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7411">
                  <a:extLst>
                    <a:ext uri="{9D8B030D-6E8A-4147-A177-3AD203B41FA5}">
                      <a16:colId xmlns:a16="http://schemas.microsoft.com/office/drawing/2014/main" val="1431671760"/>
                    </a:ext>
                  </a:extLst>
                </a:gridCol>
                <a:gridCol w="1599958">
                  <a:extLst>
                    <a:ext uri="{9D8B030D-6E8A-4147-A177-3AD203B41FA5}">
                      <a16:colId xmlns:a16="http://schemas.microsoft.com/office/drawing/2014/main" val="1878946727"/>
                    </a:ext>
                  </a:extLst>
                </a:gridCol>
                <a:gridCol w="1505961">
                  <a:extLst>
                    <a:ext uri="{9D8B030D-6E8A-4147-A177-3AD203B41FA5}">
                      <a16:colId xmlns:a16="http://schemas.microsoft.com/office/drawing/2014/main" val="1288515220"/>
                    </a:ext>
                  </a:extLst>
                </a:gridCol>
                <a:gridCol w="1614302">
                  <a:extLst>
                    <a:ext uri="{9D8B030D-6E8A-4147-A177-3AD203B41FA5}">
                      <a16:colId xmlns:a16="http://schemas.microsoft.com/office/drawing/2014/main" val="352145204"/>
                    </a:ext>
                  </a:extLst>
                </a:gridCol>
                <a:gridCol w="1566413">
                  <a:extLst>
                    <a:ext uri="{9D8B030D-6E8A-4147-A177-3AD203B41FA5}">
                      <a16:colId xmlns:a16="http://schemas.microsoft.com/office/drawing/2014/main" val="3551288772"/>
                    </a:ext>
                  </a:extLst>
                </a:gridCol>
              </a:tblGrid>
              <a:tr h="2241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국적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여행 국가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이메일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상태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메시지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5921844"/>
                  </a:ext>
                </a:extLst>
              </a:tr>
              <a:tr h="304230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20038"/>
                  </a:ext>
                </a:extLst>
              </a:tr>
              <a:tr h="304230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5674826"/>
                  </a:ext>
                </a:extLst>
              </a:tr>
            </a:tbl>
          </a:graphicData>
        </a:graphic>
      </p:graphicFrame>
      <p:sp>
        <p:nvSpPr>
          <p:cNvPr id="103" name="사각형: 둥근 모서리 102">
            <a:extLst>
              <a:ext uri="{FF2B5EF4-FFF2-40B4-BE49-F238E27FC236}">
                <a16:creationId xmlns:a16="http://schemas.microsoft.com/office/drawing/2014/main" id="{F3EB129F-47AC-4661-A86E-9B72F604290B}"/>
              </a:ext>
            </a:extLst>
          </p:cNvPr>
          <p:cNvSpPr/>
          <p:nvPr/>
        </p:nvSpPr>
        <p:spPr>
          <a:xfrm>
            <a:off x="2267350" y="5101266"/>
            <a:ext cx="1301363" cy="23080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itchFamily="2" charset="-127"/>
                <a:ea typeface="나눔고딕" pitchFamily="2" charset="-127"/>
              </a:rPr>
              <a:t>국가 선택    </a:t>
            </a:r>
          </a:p>
        </p:txBody>
      </p:sp>
      <p:sp>
        <p:nvSpPr>
          <p:cNvPr id="104" name="Chevron">
            <a:extLst>
              <a:ext uri="{FF2B5EF4-FFF2-40B4-BE49-F238E27FC236}">
                <a16:creationId xmlns:a16="http://schemas.microsoft.com/office/drawing/2014/main" id="{0E4C091A-7104-4281-B14F-84A8A33476B3}"/>
              </a:ext>
            </a:extLst>
          </p:cNvPr>
          <p:cNvSpPr>
            <a:spLocks noChangeAspect="1"/>
          </p:cNvSpPr>
          <p:nvPr>
            <p:custDataLst>
              <p:tags r:id="rId3"/>
            </p:custDataLst>
          </p:nvPr>
        </p:nvSpPr>
        <p:spPr bwMode="auto">
          <a:xfrm flipH="1">
            <a:off x="3368692" y="5164535"/>
            <a:ext cx="122664" cy="52131"/>
          </a:xfrm>
          <a:custGeom>
            <a:avLst/>
            <a:gdLst>
              <a:gd name="T0" fmla="*/ 0 w 197"/>
              <a:gd name="T1" fmla="*/ 0 h 115"/>
              <a:gd name="T2" fmla="*/ 99 w 197"/>
              <a:gd name="T3" fmla="*/ 115 h 115"/>
              <a:gd name="T4" fmla="*/ 197 w 197"/>
              <a:gd name="T5" fmla="*/ 0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7" h="115">
                <a:moveTo>
                  <a:pt x="0" y="0"/>
                </a:moveTo>
                <a:lnTo>
                  <a:pt x="99" y="115"/>
                </a:lnTo>
                <a:lnTo>
                  <a:pt x="197" y="0"/>
                </a:lnTo>
              </a:path>
            </a:pathLst>
          </a:custGeom>
          <a:noFill/>
          <a:ln w="6350" cap="sq">
            <a:solidFill>
              <a:srgbClr val="80808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7" name="Scroll Thumb">
            <a:extLst>
              <a:ext uri="{FF2B5EF4-FFF2-40B4-BE49-F238E27FC236}">
                <a16:creationId xmlns:a16="http://schemas.microsoft.com/office/drawing/2014/main" id="{0CB441AD-2200-47A0-BBCA-4EFFC96AB5D6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 rot="10800000">
            <a:off x="678952" y="4269075"/>
            <a:ext cx="5882364" cy="61243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8" name="Chevron">
            <a:extLst>
              <a:ext uri="{FF2B5EF4-FFF2-40B4-BE49-F238E27FC236}">
                <a16:creationId xmlns:a16="http://schemas.microsoft.com/office/drawing/2014/main" id="{970B054A-B384-4E51-A46B-DD91554B14C7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 bwMode="auto">
          <a:xfrm rot="5400000" flipH="1">
            <a:off x="513863" y="4278926"/>
            <a:ext cx="88545" cy="53979"/>
          </a:xfrm>
          <a:custGeom>
            <a:avLst/>
            <a:gdLst>
              <a:gd name="T0" fmla="*/ 0 w 197"/>
              <a:gd name="T1" fmla="*/ 0 h 115"/>
              <a:gd name="T2" fmla="*/ 99 w 197"/>
              <a:gd name="T3" fmla="*/ 115 h 115"/>
              <a:gd name="T4" fmla="*/ 197 w 197"/>
              <a:gd name="T5" fmla="*/ 0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7" h="115">
                <a:moveTo>
                  <a:pt x="0" y="0"/>
                </a:moveTo>
                <a:lnTo>
                  <a:pt x="99" y="115"/>
                </a:lnTo>
                <a:lnTo>
                  <a:pt x="197" y="0"/>
                </a:lnTo>
              </a:path>
            </a:pathLst>
          </a:custGeom>
          <a:noFill/>
          <a:ln w="6350" cap="sq">
            <a:solidFill>
              <a:srgbClr val="80808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9" name="Chevron">
            <a:extLst>
              <a:ext uri="{FF2B5EF4-FFF2-40B4-BE49-F238E27FC236}">
                <a16:creationId xmlns:a16="http://schemas.microsoft.com/office/drawing/2014/main" id="{41847578-DDFC-4C2A-9379-9B661395EC07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 rot="16200000" flipH="1">
            <a:off x="8186305" y="4285778"/>
            <a:ext cx="88545" cy="53979"/>
          </a:xfrm>
          <a:custGeom>
            <a:avLst/>
            <a:gdLst>
              <a:gd name="T0" fmla="*/ 0 w 197"/>
              <a:gd name="T1" fmla="*/ 0 h 115"/>
              <a:gd name="T2" fmla="*/ 99 w 197"/>
              <a:gd name="T3" fmla="*/ 115 h 115"/>
              <a:gd name="T4" fmla="*/ 197 w 197"/>
              <a:gd name="T5" fmla="*/ 0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7" h="115">
                <a:moveTo>
                  <a:pt x="0" y="0"/>
                </a:moveTo>
                <a:lnTo>
                  <a:pt x="99" y="115"/>
                </a:lnTo>
                <a:lnTo>
                  <a:pt x="197" y="0"/>
                </a:lnTo>
              </a:path>
            </a:pathLst>
          </a:custGeom>
          <a:noFill/>
          <a:ln w="6350" cap="sq">
            <a:solidFill>
              <a:srgbClr val="80808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0" name="Rectangle 89">
            <a:extLst>
              <a:ext uri="{FF2B5EF4-FFF2-40B4-BE49-F238E27FC236}">
                <a16:creationId xmlns:a16="http://schemas.microsoft.com/office/drawing/2014/main" id="{903EB9B0-145E-46C5-8786-366D3D433C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5496" y="2885725"/>
            <a:ext cx="641885" cy="23470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chemeClr val="tx1"/>
                </a:solidFill>
              </a:rPr>
              <a:t>선택</a:t>
            </a:r>
            <a:r>
              <a:rPr kumimoji="0" lang="en-US" altLang="ko-KR" sz="700" kern="0" dirty="0">
                <a:solidFill>
                  <a:schemeClr val="tx1"/>
                </a:solidFill>
              </a:rPr>
              <a:t> Row</a:t>
            </a:r>
            <a:r>
              <a:rPr kumimoji="0" lang="ko-KR" altLang="en-US" sz="700" kern="0" dirty="0">
                <a:solidFill>
                  <a:schemeClr val="tx1"/>
                </a:solidFill>
              </a:rPr>
              <a:t> 삭제</a:t>
            </a:r>
          </a:p>
        </p:txBody>
      </p:sp>
      <p:sp>
        <p:nvSpPr>
          <p:cNvPr id="111" name="Rectangle 89">
            <a:extLst>
              <a:ext uri="{FF2B5EF4-FFF2-40B4-BE49-F238E27FC236}">
                <a16:creationId xmlns:a16="http://schemas.microsoft.com/office/drawing/2014/main" id="{F405DA43-6477-4D43-A3EA-2B9355049D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23405" y="2893295"/>
            <a:ext cx="641885" cy="23470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700" kern="0" dirty="0">
                <a:solidFill>
                  <a:schemeClr val="bg1"/>
                </a:solidFill>
              </a:rPr>
              <a:t>+ Row </a:t>
            </a:r>
            <a:r>
              <a:rPr kumimoji="0" lang="ko-KR" altLang="en-US" sz="700" kern="0" dirty="0">
                <a:solidFill>
                  <a:schemeClr val="bg1"/>
                </a:solidFill>
              </a:rPr>
              <a:t>추가</a:t>
            </a:r>
          </a:p>
        </p:txBody>
      </p:sp>
      <p:sp>
        <p:nvSpPr>
          <p:cNvPr id="112" name="사각형: 둥근 모서리 111">
            <a:extLst>
              <a:ext uri="{FF2B5EF4-FFF2-40B4-BE49-F238E27FC236}">
                <a16:creationId xmlns:a16="http://schemas.microsoft.com/office/drawing/2014/main" id="{B3A62C95-77BD-479E-BAE5-71FD8EF6339F}"/>
              </a:ext>
            </a:extLst>
          </p:cNvPr>
          <p:cNvSpPr/>
          <p:nvPr/>
        </p:nvSpPr>
        <p:spPr>
          <a:xfrm>
            <a:off x="3896285" y="5850388"/>
            <a:ext cx="1007666" cy="23774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>
                <a:latin typeface="나눔고딕" pitchFamily="2" charset="-127"/>
                <a:ea typeface="나눔고딕" pitchFamily="2" charset="-127"/>
              </a:rPr>
              <a:t>보험료 조회</a:t>
            </a:r>
          </a:p>
        </p:txBody>
      </p:sp>
      <p:sp>
        <p:nvSpPr>
          <p:cNvPr id="114" name="Rectangle 89">
            <a:extLst>
              <a:ext uri="{FF2B5EF4-FFF2-40B4-BE49-F238E27FC236}">
                <a16:creationId xmlns:a16="http://schemas.microsoft.com/office/drawing/2014/main" id="{D9028C65-BFF6-443E-A373-765F8883B1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8564" y="2893297"/>
            <a:ext cx="700908" cy="22713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chemeClr val="bg1"/>
                </a:solidFill>
              </a:rPr>
              <a:t>초기화</a:t>
            </a:r>
          </a:p>
        </p:txBody>
      </p:sp>
      <p:sp>
        <p:nvSpPr>
          <p:cNvPr id="116" name="Oval 35">
            <a:extLst>
              <a:ext uri="{FF2B5EF4-FFF2-40B4-BE49-F238E27FC236}">
                <a16:creationId xmlns:a16="http://schemas.microsoft.com/office/drawing/2014/main" id="{CF3B612D-0B05-4B15-88DF-3FA6FF7114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9648" y="1771276"/>
            <a:ext cx="179388" cy="179387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8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7" name="Oval 35">
            <a:extLst>
              <a:ext uri="{FF2B5EF4-FFF2-40B4-BE49-F238E27FC236}">
                <a16:creationId xmlns:a16="http://schemas.microsoft.com/office/drawing/2014/main" id="{89B7FDE8-F64C-4A72-9EE6-FC30E9A29D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4682" y="2212139"/>
            <a:ext cx="179388" cy="179387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800" b="1" dirty="0">
                <a:solidFill>
                  <a:srgbClr val="FFFFFF"/>
                </a:solidFill>
              </a:rPr>
              <a:t>2-1</a:t>
            </a:r>
          </a:p>
        </p:txBody>
      </p:sp>
      <p:sp>
        <p:nvSpPr>
          <p:cNvPr id="49" name="Box" descr="&lt;SmartSettings&gt;&lt;SmartResize anchorLeft=&quot;Absolute&quot; anchorTop=&quot;None&quot; anchorRight=&quot;None&quot; anchorBottom=&quot;None&quot; /&gt;&lt;/SmartSettings&gt;">
            <a:extLst>
              <a:ext uri="{FF2B5EF4-FFF2-40B4-BE49-F238E27FC236}">
                <a16:creationId xmlns:a16="http://schemas.microsoft.com/office/drawing/2014/main" id="{40F69474-4627-43DE-9820-AEAF426A2A48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613173" y="3836313"/>
            <a:ext cx="131556" cy="131556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800" dirty="0">
              <a:solidFill>
                <a:srgbClr val="5F5F5F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D17718B9-4C6F-4A9C-838A-8E0178F61921}"/>
              </a:ext>
            </a:extLst>
          </p:cNvPr>
          <p:cNvSpPr/>
          <p:nvPr/>
        </p:nvSpPr>
        <p:spPr>
          <a:xfrm>
            <a:off x="2267349" y="5390550"/>
            <a:ext cx="1301363" cy="23080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itchFamily="2" charset="-127"/>
                <a:ea typeface="나눔고딕" pitchFamily="2" charset="-127"/>
              </a:rPr>
              <a:t>국가 선택    </a:t>
            </a:r>
          </a:p>
        </p:txBody>
      </p:sp>
      <p:sp>
        <p:nvSpPr>
          <p:cNvPr id="51" name="Chevron">
            <a:extLst>
              <a:ext uri="{FF2B5EF4-FFF2-40B4-BE49-F238E27FC236}">
                <a16:creationId xmlns:a16="http://schemas.microsoft.com/office/drawing/2014/main" id="{521396FD-AE90-43BB-BE07-EC5D22A676B1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 flipH="1">
            <a:off x="3368692" y="5486323"/>
            <a:ext cx="122664" cy="52131"/>
          </a:xfrm>
          <a:custGeom>
            <a:avLst/>
            <a:gdLst>
              <a:gd name="T0" fmla="*/ 0 w 197"/>
              <a:gd name="T1" fmla="*/ 0 h 115"/>
              <a:gd name="T2" fmla="*/ 99 w 197"/>
              <a:gd name="T3" fmla="*/ 115 h 115"/>
              <a:gd name="T4" fmla="*/ 197 w 197"/>
              <a:gd name="T5" fmla="*/ 0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7" h="115">
                <a:moveTo>
                  <a:pt x="0" y="0"/>
                </a:moveTo>
                <a:lnTo>
                  <a:pt x="99" y="115"/>
                </a:lnTo>
                <a:lnTo>
                  <a:pt x="197" y="0"/>
                </a:lnTo>
              </a:path>
            </a:pathLst>
          </a:custGeom>
          <a:noFill/>
          <a:ln w="6350" cap="sq">
            <a:solidFill>
              <a:srgbClr val="80808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4" name="Text Box">
            <a:extLst>
              <a:ext uri="{FF2B5EF4-FFF2-40B4-BE49-F238E27FC236}">
                <a16:creationId xmlns:a16="http://schemas.microsoft.com/office/drawing/2014/main" id="{3F89476A-B9DB-4C8B-AC42-D94E46882544}"/>
              </a:ext>
            </a:extLst>
          </p:cNvPr>
          <p:cNvSpPr/>
          <p:nvPr/>
        </p:nvSpPr>
        <p:spPr>
          <a:xfrm>
            <a:off x="635274" y="2250761"/>
            <a:ext cx="3195405" cy="225703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22860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atinLnBrk="0"/>
            <a:endParaRPr lang="en-US" sz="800" dirty="0">
              <a:solidFill>
                <a:schemeClr val="bg1">
                  <a:lumMod val="50000"/>
                </a:schemeClr>
              </a:solidFill>
              <a:latin typeface="나눔고딕" pitchFamily="2" charset="-127"/>
              <a:ea typeface="나눔고딕" pitchFamily="2" charset="-127"/>
              <a:cs typeface="Segoe UI" panose="020B0502040204020203" pitchFamily="34" charset="0"/>
            </a:endParaRPr>
          </a:p>
        </p:txBody>
      </p:sp>
      <p:sp>
        <p:nvSpPr>
          <p:cNvPr id="75" name="Button">
            <a:extLst>
              <a:ext uri="{FF2B5EF4-FFF2-40B4-BE49-F238E27FC236}">
                <a16:creationId xmlns:a16="http://schemas.microsoft.com/office/drawing/2014/main" id="{A4AA150C-0107-4325-860D-ADDF3A557F6B}"/>
              </a:ext>
            </a:extLst>
          </p:cNvPr>
          <p:cNvSpPr>
            <a:spLocks/>
          </p:cNvSpPr>
          <p:nvPr/>
        </p:nvSpPr>
        <p:spPr bwMode="auto">
          <a:xfrm>
            <a:off x="3912818" y="2250761"/>
            <a:ext cx="497821" cy="209729"/>
          </a:xfrm>
          <a:prstGeom prst="roundRect">
            <a:avLst>
              <a:gd name="adj" fmla="val 8776"/>
            </a:avLst>
          </a:prstGeom>
          <a:solidFill>
            <a:schemeClr val="tx1">
              <a:lumMod val="65000"/>
              <a:lumOff val="35000"/>
            </a:schemeClr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700" dirty="0">
                <a:solidFill>
                  <a:prstClr val="white"/>
                </a:solidFill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검색</a:t>
            </a:r>
            <a:endParaRPr lang="en-US" sz="700" dirty="0">
              <a:solidFill>
                <a:prstClr val="white"/>
              </a:solidFill>
              <a:latin typeface="나눔고딕" pitchFamily="2" charset="-127"/>
              <a:ea typeface="나눔고딕" pitchFamily="2" charset="-127"/>
              <a:cs typeface="Segoe UI" panose="020B0502040204020203" pitchFamily="34" charset="0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99F574A8-B620-47C6-A8A5-DCFF253BF7B7}"/>
              </a:ext>
            </a:extLst>
          </p:cNvPr>
          <p:cNvSpPr/>
          <p:nvPr/>
        </p:nvSpPr>
        <p:spPr>
          <a:xfrm>
            <a:off x="4527906" y="2531797"/>
            <a:ext cx="276870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atinLnBrk="0"/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엑셀에서 데이터를 가져와 테이블에 적용합니다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.</a:t>
            </a:r>
          </a:p>
        </p:txBody>
      </p:sp>
      <p:sp>
        <p:nvSpPr>
          <p:cNvPr id="77" name="Box" descr="&lt;SmartSettings&gt;&lt;SmartResize anchorLeft=&quot;Absolute&quot; anchorTop=&quot;None&quot; anchorRight=&quot;None&quot; anchorBottom=&quot;None&quot; /&gt;&lt;/SmartSettings&gt;">
            <a:extLst>
              <a:ext uri="{FF2B5EF4-FFF2-40B4-BE49-F238E27FC236}">
                <a16:creationId xmlns:a16="http://schemas.microsoft.com/office/drawing/2014/main" id="{747CD643-8DB7-487B-8A9F-B46149DCDBCC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613173" y="3241848"/>
            <a:ext cx="131556" cy="131556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800" dirty="0">
              <a:solidFill>
                <a:srgbClr val="5F5F5F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057CF504-3C82-4038-86B2-C1E62DF385AB}"/>
              </a:ext>
            </a:extLst>
          </p:cNvPr>
          <p:cNvSpPr/>
          <p:nvPr/>
        </p:nvSpPr>
        <p:spPr>
          <a:xfrm>
            <a:off x="553145" y="5101266"/>
            <a:ext cx="1301363" cy="23080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itchFamily="2" charset="-127"/>
                <a:ea typeface="나눔고딕" pitchFamily="2" charset="-127"/>
              </a:rPr>
              <a:t>국가 선택    </a:t>
            </a:r>
          </a:p>
        </p:txBody>
      </p:sp>
      <p:sp>
        <p:nvSpPr>
          <p:cNvPr id="80" name="Chevron">
            <a:extLst>
              <a:ext uri="{FF2B5EF4-FFF2-40B4-BE49-F238E27FC236}">
                <a16:creationId xmlns:a16="http://schemas.microsoft.com/office/drawing/2014/main" id="{97E98195-D46C-4FFF-8902-8DA7F3E9AC88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 flipH="1">
            <a:off x="1654487" y="5164535"/>
            <a:ext cx="122664" cy="52131"/>
          </a:xfrm>
          <a:custGeom>
            <a:avLst/>
            <a:gdLst>
              <a:gd name="T0" fmla="*/ 0 w 197"/>
              <a:gd name="T1" fmla="*/ 0 h 115"/>
              <a:gd name="T2" fmla="*/ 99 w 197"/>
              <a:gd name="T3" fmla="*/ 115 h 115"/>
              <a:gd name="T4" fmla="*/ 197 w 197"/>
              <a:gd name="T5" fmla="*/ 0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7" h="115">
                <a:moveTo>
                  <a:pt x="0" y="0"/>
                </a:moveTo>
                <a:lnTo>
                  <a:pt x="99" y="115"/>
                </a:lnTo>
                <a:lnTo>
                  <a:pt x="197" y="0"/>
                </a:lnTo>
              </a:path>
            </a:pathLst>
          </a:custGeom>
          <a:noFill/>
          <a:ln w="6350" cap="sq">
            <a:solidFill>
              <a:srgbClr val="80808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AB73E1E1-ECC6-454D-A019-2634ED756E80}"/>
              </a:ext>
            </a:extLst>
          </p:cNvPr>
          <p:cNvSpPr/>
          <p:nvPr/>
        </p:nvSpPr>
        <p:spPr>
          <a:xfrm>
            <a:off x="553144" y="5390550"/>
            <a:ext cx="1301363" cy="23080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itchFamily="2" charset="-127"/>
                <a:ea typeface="나눔고딕" pitchFamily="2" charset="-127"/>
              </a:rPr>
              <a:t>국가 선택    </a:t>
            </a:r>
          </a:p>
        </p:txBody>
      </p:sp>
      <p:sp>
        <p:nvSpPr>
          <p:cNvPr id="83" name="Chevron">
            <a:extLst>
              <a:ext uri="{FF2B5EF4-FFF2-40B4-BE49-F238E27FC236}">
                <a16:creationId xmlns:a16="http://schemas.microsoft.com/office/drawing/2014/main" id="{C9CA4754-4AB7-4A34-BDF9-A8EAA722E960}"/>
              </a:ext>
            </a:extLst>
          </p:cNvPr>
          <p:cNvSpPr>
            <a:spLocks noChangeAspect="1"/>
          </p:cNvSpPr>
          <p:nvPr>
            <p:custDataLst>
              <p:tags r:id="rId11"/>
            </p:custDataLst>
          </p:nvPr>
        </p:nvSpPr>
        <p:spPr bwMode="auto">
          <a:xfrm flipH="1">
            <a:off x="1654487" y="5486323"/>
            <a:ext cx="122664" cy="52131"/>
          </a:xfrm>
          <a:custGeom>
            <a:avLst/>
            <a:gdLst>
              <a:gd name="T0" fmla="*/ 0 w 197"/>
              <a:gd name="T1" fmla="*/ 0 h 115"/>
              <a:gd name="T2" fmla="*/ 99 w 197"/>
              <a:gd name="T3" fmla="*/ 115 h 115"/>
              <a:gd name="T4" fmla="*/ 197 w 197"/>
              <a:gd name="T5" fmla="*/ 0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7" h="115">
                <a:moveTo>
                  <a:pt x="0" y="0"/>
                </a:moveTo>
                <a:lnTo>
                  <a:pt x="99" y="115"/>
                </a:lnTo>
                <a:lnTo>
                  <a:pt x="197" y="0"/>
                </a:lnTo>
              </a:path>
            </a:pathLst>
          </a:custGeom>
          <a:noFill/>
          <a:ln w="6350" cap="sq">
            <a:solidFill>
              <a:srgbClr val="80808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8" name="사각형: 둥근 모서리 87">
            <a:extLst>
              <a:ext uri="{FF2B5EF4-FFF2-40B4-BE49-F238E27FC236}">
                <a16:creationId xmlns:a16="http://schemas.microsoft.com/office/drawing/2014/main" id="{70476E45-6376-4EBE-AFA5-B2F33910D39A}"/>
              </a:ext>
            </a:extLst>
          </p:cNvPr>
          <p:cNvSpPr/>
          <p:nvPr/>
        </p:nvSpPr>
        <p:spPr>
          <a:xfrm>
            <a:off x="4984332" y="5850388"/>
            <a:ext cx="1528701" cy="23774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>
                <a:latin typeface="나눔고딕" pitchFamily="2" charset="-127"/>
                <a:ea typeface="나눔고딕" pitchFamily="2" charset="-127"/>
              </a:rPr>
              <a:t>카드로 바로 결제</a:t>
            </a:r>
          </a:p>
        </p:txBody>
      </p:sp>
      <p:sp>
        <p:nvSpPr>
          <p:cNvPr id="90" name="사각형: 둥근 모서리 89">
            <a:extLst>
              <a:ext uri="{FF2B5EF4-FFF2-40B4-BE49-F238E27FC236}">
                <a16:creationId xmlns:a16="http://schemas.microsoft.com/office/drawing/2014/main" id="{87B127CA-EB01-406A-BAEE-F47F43694AB8}"/>
              </a:ext>
            </a:extLst>
          </p:cNvPr>
          <p:cNvSpPr/>
          <p:nvPr/>
        </p:nvSpPr>
        <p:spPr>
          <a:xfrm>
            <a:off x="6603427" y="5850388"/>
            <a:ext cx="1729620" cy="23774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>
                <a:latin typeface="나눔고딕" pitchFamily="2" charset="-127"/>
                <a:ea typeface="나눔고딕" pitchFamily="2" charset="-127"/>
              </a:rPr>
              <a:t>후정산으로 바로 청약</a:t>
            </a:r>
          </a:p>
        </p:txBody>
      </p:sp>
      <p:sp>
        <p:nvSpPr>
          <p:cNvPr id="93" name="사각형: 둥근 모서리 92">
            <a:extLst>
              <a:ext uri="{FF2B5EF4-FFF2-40B4-BE49-F238E27FC236}">
                <a16:creationId xmlns:a16="http://schemas.microsoft.com/office/drawing/2014/main" id="{199FF2EB-2255-4BFB-91A8-ACC00DAB6262}"/>
              </a:ext>
            </a:extLst>
          </p:cNvPr>
          <p:cNvSpPr/>
          <p:nvPr/>
        </p:nvSpPr>
        <p:spPr>
          <a:xfrm>
            <a:off x="5255661" y="3461822"/>
            <a:ext cx="701520" cy="232657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itchFamily="2" charset="-127"/>
                <a:ea typeface="나눔고딕" pitchFamily="2" charset="-127"/>
              </a:rPr>
              <a:t>플랜 선택</a:t>
            </a:r>
          </a:p>
        </p:txBody>
      </p:sp>
      <p:sp>
        <p:nvSpPr>
          <p:cNvPr id="94" name="Chevron">
            <a:extLst>
              <a:ext uri="{FF2B5EF4-FFF2-40B4-BE49-F238E27FC236}">
                <a16:creationId xmlns:a16="http://schemas.microsoft.com/office/drawing/2014/main" id="{CD0AA9C5-36CD-472F-B38F-481026264C09}"/>
              </a:ext>
            </a:extLst>
          </p:cNvPr>
          <p:cNvSpPr>
            <a:spLocks noChangeAspect="1"/>
          </p:cNvSpPr>
          <p:nvPr>
            <p:custDataLst>
              <p:tags r:id="rId12"/>
            </p:custDataLst>
          </p:nvPr>
        </p:nvSpPr>
        <p:spPr bwMode="auto">
          <a:xfrm flipH="1">
            <a:off x="5829174" y="3551876"/>
            <a:ext cx="66124" cy="52550"/>
          </a:xfrm>
          <a:custGeom>
            <a:avLst/>
            <a:gdLst>
              <a:gd name="T0" fmla="*/ 0 w 197"/>
              <a:gd name="T1" fmla="*/ 0 h 115"/>
              <a:gd name="T2" fmla="*/ 99 w 197"/>
              <a:gd name="T3" fmla="*/ 115 h 115"/>
              <a:gd name="T4" fmla="*/ 197 w 197"/>
              <a:gd name="T5" fmla="*/ 0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7" h="115">
                <a:moveTo>
                  <a:pt x="0" y="0"/>
                </a:moveTo>
                <a:lnTo>
                  <a:pt x="99" y="115"/>
                </a:lnTo>
                <a:lnTo>
                  <a:pt x="197" y="0"/>
                </a:lnTo>
              </a:path>
            </a:pathLst>
          </a:custGeom>
          <a:noFill/>
          <a:ln w="6350" cap="sq">
            <a:solidFill>
              <a:srgbClr val="80808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5" name="사각형: 둥근 모서리 94">
            <a:extLst>
              <a:ext uri="{FF2B5EF4-FFF2-40B4-BE49-F238E27FC236}">
                <a16:creationId xmlns:a16="http://schemas.microsoft.com/office/drawing/2014/main" id="{0371566B-2FDE-4E0D-94C1-804B6C495EA2}"/>
              </a:ext>
            </a:extLst>
          </p:cNvPr>
          <p:cNvSpPr/>
          <p:nvPr/>
        </p:nvSpPr>
        <p:spPr>
          <a:xfrm>
            <a:off x="5255661" y="3759623"/>
            <a:ext cx="701520" cy="232657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itchFamily="2" charset="-127"/>
                <a:ea typeface="나눔고딕" pitchFamily="2" charset="-127"/>
              </a:rPr>
              <a:t>플랜 선택</a:t>
            </a:r>
          </a:p>
        </p:txBody>
      </p:sp>
      <p:sp>
        <p:nvSpPr>
          <p:cNvPr id="96" name="Chevron">
            <a:extLst>
              <a:ext uri="{FF2B5EF4-FFF2-40B4-BE49-F238E27FC236}">
                <a16:creationId xmlns:a16="http://schemas.microsoft.com/office/drawing/2014/main" id="{1B6CB189-E7F0-4D4F-8CA0-0BA730FB18E3}"/>
              </a:ext>
            </a:extLst>
          </p:cNvPr>
          <p:cNvSpPr>
            <a:spLocks noChangeAspect="1"/>
          </p:cNvSpPr>
          <p:nvPr>
            <p:custDataLst>
              <p:tags r:id="rId13"/>
            </p:custDataLst>
          </p:nvPr>
        </p:nvSpPr>
        <p:spPr bwMode="auto">
          <a:xfrm flipH="1">
            <a:off x="5829174" y="3849676"/>
            <a:ext cx="66124" cy="52550"/>
          </a:xfrm>
          <a:custGeom>
            <a:avLst/>
            <a:gdLst>
              <a:gd name="T0" fmla="*/ 0 w 197"/>
              <a:gd name="T1" fmla="*/ 0 h 115"/>
              <a:gd name="T2" fmla="*/ 99 w 197"/>
              <a:gd name="T3" fmla="*/ 115 h 115"/>
              <a:gd name="T4" fmla="*/ 197 w 197"/>
              <a:gd name="T5" fmla="*/ 0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7" h="115">
                <a:moveTo>
                  <a:pt x="0" y="0"/>
                </a:moveTo>
                <a:lnTo>
                  <a:pt x="99" y="115"/>
                </a:lnTo>
                <a:lnTo>
                  <a:pt x="197" y="0"/>
                </a:lnTo>
              </a:path>
            </a:pathLst>
          </a:custGeom>
          <a:noFill/>
          <a:ln w="6350" cap="sq">
            <a:solidFill>
              <a:srgbClr val="80808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3A16665E-B6A4-4BA8-88A8-6223F349DE91}"/>
              </a:ext>
            </a:extLst>
          </p:cNvPr>
          <p:cNvSpPr/>
          <p:nvPr/>
        </p:nvSpPr>
        <p:spPr>
          <a:xfrm>
            <a:off x="515132" y="1418587"/>
            <a:ext cx="247137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solidFill>
                  <a:schemeClr val="accent2">
                    <a:lumMod val="75000"/>
                  </a:schemeClr>
                </a:solidFill>
                <a:latin typeface="나눔고딕" pitchFamily="2" charset="-127"/>
                <a:ea typeface="나눔고딕" pitchFamily="2" charset="-127"/>
              </a:rPr>
              <a:t>청약신청</a:t>
            </a:r>
          </a:p>
        </p:txBody>
      </p:sp>
      <p:sp>
        <p:nvSpPr>
          <p:cNvPr id="129" name="Oval 35">
            <a:extLst>
              <a:ext uri="{FF2B5EF4-FFF2-40B4-BE49-F238E27FC236}">
                <a16:creationId xmlns:a16="http://schemas.microsoft.com/office/drawing/2014/main" id="{A5AC3723-1E49-4D77-97BA-D928507492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8268" y="3102798"/>
            <a:ext cx="179388" cy="179387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800" b="1" dirty="0">
                <a:solidFill>
                  <a:srgbClr val="FFFFFF"/>
                </a:solidFill>
              </a:rPr>
              <a:t>4-2</a:t>
            </a:r>
          </a:p>
        </p:txBody>
      </p:sp>
      <p:sp>
        <p:nvSpPr>
          <p:cNvPr id="130" name="Oval 35">
            <a:extLst>
              <a:ext uri="{FF2B5EF4-FFF2-40B4-BE49-F238E27FC236}">
                <a16:creationId xmlns:a16="http://schemas.microsoft.com/office/drawing/2014/main" id="{268D5FDC-8964-4513-A2E2-399B70132A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5904" y="5758653"/>
            <a:ext cx="179388" cy="179387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800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31" name="Oval 35">
            <a:extLst>
              <a:ext uri="{FF2B5EF4-FFF2-40B4-BE49-F238E27FC236}">
                <a16:creationId xmlns:a16="http://schemas.microsoft.com/office/drawing/2014/main" id="{3643DAE9-2F93-4324-8909-42833DA2C0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4036" y="5738203"/>
            <a:ext cx="179388" cy="179387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800" b="1" dirty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32" name="Oval 35">
            <a:extLst>
              <a:ext uri="{FF2B5EF4-FFF2-40B4-BE49-F238E27FC236}">
                <a16:creationId xmlns:a16="http://schemas.microsoft.com/office/drawing/2014/main" id="{C16349D8-83FE-4503-AC2F-3B75A9BD0E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5836" y="5738203"/>
            <a:ext cx="179388" cy="179387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800" b="1" dirty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2C53CCB4-19B2-4ED9-87A0-C08605D9087B}"/>
              </a:ext>
            </a:extLst>
          </p:cNvPr>
          <p:cNvSpPr/>
          <p:nvPr/>
        </p:nvSpPr>
        <p:spPr>
          <a:xfrm>
            <a:off x="820936" y="3445328"/>
            <a:ext cx="809780" cy="292467"/>
          </a:xfrm>
          <a:prstGeom prst="rect">
            <a:avLst/>
          </a:prstGeom>
          <a:solidFill>
            <a:schemeClr val="bg1">
              <a:alpha val="56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29A6E0A8-F8BE-4290-8F63-F3458AE22C97}"/>
              </a:ext>
            </a:extLst>
          </p:cNvPr>
          <p:cNvSpPr/>
          <p:nvPr/>
        </p:nvSpPr>
        <p:spPr>
          <a:xfrm>
            <a:off x="1633697" y="3445328"/>
            <a:ext cx="809780" cy="292467"/>
          </a:xfrm>
          <a:prstGeom prst="rect">
            <a:avLst/>
          </a:prstGeom>
          <a:solidFill>
            <a:schemeClr val="bg1">
              <a:alpha val="56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8" name="직사각형 137">
            <a:extLst>
              <a:ext uri="{FF2B5EF4-FFF2-40B4-BE49-F238E27FC236}">
                <a16:creationId xmlns:a16="http://schemas.microsoft.com/office/drawing/2014/main" id="{096F8B3F-950D-4192-B129-D626EB980ED6}"/>
              </a:ext>
            </a:extLst>
          </p:cNvPr>
          <p:cNvSpPr/>
          <p:nvPr/>
        </p:nvSpPr>
        <p:spPr>
          <a:xfrm>
            <a:off x="2443477" y="3445328"/>
            <a:ext cx="809780" cy="292467"/>
          </a:xfrm>
          <a:prstGeom prst="rect">
            <a:avLst/>
          </a:prstGeom>
          <a:solidFill>
            <a:schemeClr val="bg1">
              <a:alpha val="56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8F5E308B-217A-4143-B658-71A52B57961D}"/>
              </a:ext>
            </a:extLst>
          </p:cNvPr>
          <p:cNvSpPr/>
          <p:nvPr/>
        </p:nvSpPr>
        <p:spPr>
          <a:xfrm>
            <a:off x="3253256" y="3445328"/>
            <a:ext cx="999657" cy="292467"/>
          </a:xfrm>
          <a:prstGeom prst="rect">
            <a:avLst/>
          </a:prstGeom>
          <a:solidFill>
            <a:schemeClr val="bg1">
              <a:alpha val="56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1" name="직사각형 140">
            <a:extLst>
              <a:ext uri="{FF2B5EF4-FFF2-40B4-BE49-F238E27FC236}">
                <a16:creationId xmlns:a16="http://schemas.microsoft.com/office/drawing/2014/main" id="{FDF78770-9FC9-4E7E-8A16-AAAD0314B4A2}"/>
              </a:ext>
            </a:extLst>
          </p:cNvPr>
          <p:cNvSpPr/>
          <p:nvPr/>
        </p:nvSpPr>
        <p:spPr>
          <a:xfrm>
            <a:off x="4254497" y="3445327"/>
            <a:ext cx="979301" cy="292467"/>
          </a:xfrm>
          <a:prstGeom prst="rect">
            <a:avLst/>
          </a:prstGeom>
          <a:solidFill>
            <a:schemeClr val="bg1">
              <a:alpha val="56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08FCBD28-FFA4-4FC1-85A5-B54277C54705}"/>
              </a:ext>
            </a:extLst>
          </p:cNvPr>
          <p:cNvSpPr/>
          <p:nvPr/>
        </p:nvSpPr>
        <p:spPr>
          <a:xfrm>
            <a:off x="820936" y="3748752"/>
            <a:ext cx="809780" cy="292467"/>
          </a:xfrm>
          <a:prstGeom prst="rect">
            <a:avLst/>
          </a:prstGeom>
          <a:solidFill>
            <a:schemeClr val="bg1">
              <a:alpha val="56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02EC9722-C9C3-4203-B60B-2D7F2CBB9482}"/>
              </a:ext>
            </a:extLst>
          </p:cNvPr>
          <p:cNvSpPr/>
          <p:nvPr/>
        </p:nvSpPr>
        <p:spPr>
          <a:xfrm>
            <a:off x="1633697" y="3748752"/>
            <a:ext cx="809780" cy="292467"/>
          </a:xfrm>
          <a:prstGeom prst="rect">
            <a:avLst/>
          </a:prstGeom>
          <a:solidFill>
            <a:schemeClr val="bg1">
              <a:alpha val="56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832A3501-7AC9-40E6-9D89-347433239364}"/>
              </a:ext>
            </a:extLst>
          </p:cNvPr>
          <p:cNvSpPr/>
          <p:nvPr/>
        </p:nvSpPr>
        <p:spPr>
          <a:xfrm>
            <a:off x="2443477" y="3748752"/>
            <a:ext cx="809780" cy="292467"/>
          </a:xfrm>
          <a:prstGeom prst="rect">
            <a:avLst/>
          </a:prstGeom>
          <a:solidFill>
            <a:schemeClr val="bg1">
              <a:alpha val="56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5" name="직사각형 144">
            <a:extLst>
              <a:ext uri="{FF2B5EF4-FFF2-40B4-BE49-F238E27FC236}">
                <a16:creationId xmlns:a16="http://schemas.microsoft.com/office/drawing/2014/main" id="{437E078C-B898-414E-9473-876FFC9821E9}"/>
              </a:ext>
            </a:extLst>
          </p:cNvPr>
          <p:cNvSpPr/>
          <p:nvPr/>
        </p:nvSpPr>
        <p:spPr>
          <a:xfrm>
            <a:off x="3253256" y="3748752"/>
            <a:ext cx="999657" cy="292467"/>
          </a:xfrm>
          <a:prstGeom prst="rect">
            <a:avLst/>
          </a:prstGeom>
          <a:solidFill>
            <a:schemeClr val="bg1">
              <a:alpha val="56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5544DCB0-5617-4860-85B8-86406015B606}"/>
              </a:ext>
            </a:extLst>
          </p:cNvPr>
          <p:cNvSpPr/>
          <p:nvPr/>
        </p:nvSpPr>
        <p:spPr>
          <a:xfrm>
            <a:off x="4254497" y="3748751"/>
            <a:ext cx="979301" cy="292467"/>
          </a:xfrm>
          <a:prstGeom prst="rect">
            <a:avLst/>
          </a:prstGeom>
          <a:solidFill>
            <a:schemeClr val="bg1">
              <a:alpha val="56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2" name="Oval 35">
            <a:extLst>
              <a:ext uri="{FF2B5EF4-FFF2-40B4-BE49-F238E27FC236}">
                <a16:creationId xmlns:a16="http://schemas.microsoft.com/office/drawing/2014/main" id="{D6872791-26C6-4E50-9DC9-BAB187C2C3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9789" y="6132434"/>
            <a:ext cx="179388" cy="179387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800" b="1" dirty="0">
                <a:solidFill>
                  <a:srgbClr val="FFFFFF"/>
                </a:solidFill>
              </a:rPr>
              <a:t>5-1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7BC20F4-9E13-4EA1-9912-7811885C05D3}"/>
              </a:ext>
            </a:extLst>
          </p:cNvPr>
          <p:cNvSpPr/>
          <p:nvPr/>
        </p:nvSpPr>
        <p:spPr>
          <a:xfrm>
            <a:off x="417033" y="2820851"/>
            <a:ext cx="6096000" cy="784830"/>
          </a:xfrm>
          <a:prstGeom prst="rect">
            <a:avLst/>
          </a:prstGeom>
        </p:spPr>
        <p:txBody>
          <a:bodyPr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rgbClr val="DF382C"/>
                </a:solidFill>
              </a:rPr>
              <a:t>영문 가입증명서가 필요한 경우 영문성명 필드를 입력해주세요</a:t>
            </a:r>
            <a:r>
              <a:rPr lang="en-US" altLang="ko-KR" sz="900" dirty="0">
                <a:solidFill>
                  <a:srgbClr val="DF382C"/>
                </a:solidFill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rgbClr val="C00000"/>
                </a:solidFill>
              </a:rPr>
              <a:t>주민등록번호는 숫자만 입력됩니다</a:t>
            </a:r>
            <a:r>
              <a:rPr lang="en-US" altLang="ko-KR" sz="900" dirty="0">
                <a:solidFill>
                  <a:srgbClr val="C00000"/>
                </a:solidFill>
              </a:rPr>
              <a:t>. (-)</a:t>
            </a:r>
            <a:r>
              <a:rPr lang="ko-KR" altLang="en-US" sz="900" dirty="0">
                <a:solidFill>
                  <a:srgbClr val="C00000"/>
                </a:solidFill>
              </a:rPr>
              <a:t>는 자동 처리됩니다</a:t>
            </a:r>
            <a:r>
              <a:rPr lang="en-US" altLang="ko-KR" sz="900" dirty="0">
                <a:solidFill>
                  <a:srgbClr val="C00000"/>
                </a:solidFill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900" dirty="0">
              <a:solidFill>
                <a:srgbClr val="DF382C"/>
              </a:solidFill>
            </a:endParaRPr>
          </a:p>
          <a:p>
            <a:br>
              <a:rPr lang="ko-KR" altLang="en-US" sz="900" dirty="0"/>
            </a:br>
            <a:endParaRPr lang="ko-KR" altLang="en-US" sz="900" dirty="0"/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931B13FF-1F54-4E59-A120-7F273F8F167C}"/>
              </a:ext>
            </a:extLst>
          </p:cNvPr>
          <p:cNvSpPr/>
          <p:nvPr/>
        </p:nvSpPr>
        <p:spPr>
          <a:xfrm>
            <a:off x="445312" y="845634"/>
            <a:ext cx="7943447" cy="6004989"/>
          </a:xfrm>
          <a:prstGeom prst="rect">
            <a:avLst/>
          </a:prstGeom>
          <a:solidFill>
            <a:schemeClr val="tx1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15" name="그룹 114">
            <a:extLst>
              <a:ext uri="{FF2B5EF4-FFF2-40B4-BE49-F238E27FC236}">
                <a16:creationId xmlns:a16="http://schemas.microsoft.com/office/drawing/2014/main" id="{A63E1A2A-5662-4D43-8355-10C56977E32A}"/>
              </a:ext>
            </a:extLst>
          </p:cNvPr>
          <p:cNvGrpSpPr/>
          <p:nvPr/>
        </p:nvGrpSpPr>
        <p:grpSpPr>
          <a:xfrm>
            <a:off x="1350298" y="1815778"/>
            <a:ext cx="3222246" cy="1507358"/>
            <a:chOff x="2189118" y="2266871"/>
            <a:chExt cx="3222246" cy="1507358"/>
          </a:xfrm>
        </p:grpSpPr>
        <p:grpSp>
          <p:nvGrpSpPr>
            <p:cNvPr id="123" name="Alert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9ftbPzdYjmrrprxs6peuBe+uy7PGWnG8otq+na9Gr9eZHV7+q7Nlw0hI52dZ9P8671F41q2dVV+zU7Hp5f5ssXLv3GyzBZ5s6IP07D1b5z84t84SelZrSdlMU2nZdY00ubLFRM0fRT8+SRrcnlDX+SX6+Iya/P07FU2K6on67atlmkxrZZny/PK/+yzdLkuy8NbvPndrF7SiL/ey6d1XdVf79WfWOcNBhp9+4b3q2Uuv71/1+2V/tZ8jXfnda4dx9/uv8+c8e1sOSvz+rt1tlrlNY/ee/1knk/f5rOTeba8yGf+C8NoxcBOuhS5DWAPtPBldZnXdTHL00lVlenZsmi3zny2hGymTeeDUXp2vFqlhMcdB9BjWzwT4ucxw+u/jRcDZPCIIG4dE77t63m2yps0836nIeRXqfftFkEZv86hn/KZfCSQPZwieOEpztMtD/b4rGG4nRcHXsZz9256PJulH53R1H6UTlWbxNu+1/TTECNzvXUWwvj9QyB3PI7xn7Pn2SQvGQH57bPeTI5pGPzdFo/l0UdDsCyQ8RdZfVEsFdmX2WxG07bV/Xr8PD9vR723xm+qVeTTV8XFnFrvDA7EG/vndbVeMQj5LT6m7gtbm8bFLYbH5X/tjSv42I4r+FTH1fv8SUWILdJP0vub0OrreAcoHCJNHrXdOHcdYGPlIAIaCMIU/XwmYoY/xnjv/cEqY6afCM63Yv+x/8eGLqMGbJgy2nwjcfogb00fffVrAf/ZpFLEUg/TiBtvpFAX3K3pwy9+DcA/m7SJuyLD5DHtN1IoAvTWRDLvfj3w3wSpNps59YFusnTv6ZEM2LonXSjvZ+0EiVvYOx3UsMnzIMWNQ7+BmofIF2wgIp+/v+kTIM03Yv0GHGu/i5407Kby2yDdYkAHREHnwEqD/j3+0oD4Gl144vAeDHkb3TEUS2wk156SqxmkVxTsexLsjYXxdTr5WSTZYAi1kWj3biZaHPD7ks2D8vU6+tkjXfzTOm/X9TJt63Ueee+X9D/KS5NX8J9fvBH6eUYv3Qze+/OXbAotL6tilj4tmlXV5FvDESOislsbsPR3lZj2FsHebUGOLYqRod8aSj+Ix9OhHIb6Huxy+8G+B9CNw30POIMDDj/gfECsy5B1NOHBLHMW0rzjB2xVk5+m2D9t8uUsr0fiSxzXF02aD/NYkN+pA4UkcNKsCRp1hoWJ81/TiUl/4S/0oRnlcPN8WR+QGSy9ReTVxeAz8fo6gVgklcEv37ITKI2hnvrxzG07G46VNvXXjRBu29tQ5LGpr4iXfdvuPB++/8bPVm4Lz4Aqv32Oyzz9GIVH+QF2wBdmoebPB3GWlxrj4Rgu0Y/Hm3zbCFvGXN2BSfwaHQ4JQ9RdfL9uN7qkg/3Gva337Dn06v5/II6Gpazb/OFCmS/XC6e+hiWMDMQo/EjVeOdTVredz4xOvDUqOs5BbCwrdzpyvNb9wmOFASzuUpbjcbNeUBx9fRR+/LpYrMrivAB/TGlRs0nbKm2ESarzNFumHzHaH4074O724ZnBykKgz3qP0jPxi7JJ6bnqnaHbFSpdeYm7XaYVg04LmjzMrvx1ixeuZGrf650cE/9eb/wiZYv3ekkYf/c92++9Z/t7nfbhGwOsYr7CaleRlcUPwC+sQx43Oc14nZ9/9pE34x/dPaKpadpsScvG5zWtBLTzPG1W+RS8NusDFpbzmMwiE2E0PBqB+SqMf7yCqRVw/Gt0IQ9PRIu186IZC+PRv1G9CgI8o/G4vrZcX90woxchKNKyECnq8UakLvJOm4F2eDS4DYXCs/g95ve+6zC5+ybeFZ4+l3vwAm7ufa5c2/tcuVM/v5UNeC8G/jxvSbHV5DvRT/Ake7kzUk5ldk1JDsqA4lO2TPRxVlYXX5Mp2b8MDQ+eD5xhGNnNhnXgRTycfvB5Y/yTRVOQSoZf8kUxraumOm/HX56fF9N8fFLV+fiLpnpTF69b0iLjBX5f+75q7FEevDEAM4/1k7rM+UNBbvPiFh6LXyggPxTsNi0t4bG49STxh4LeDYs6Pdk0D0nQ0/w8W5dtepmV60jyDs9tGSmSEWx+WBLVXBXtdJ5u8TA2kG8DCDxTyhx1Bvpo8xt4BkT59vO9gbPMMyyUt+vm2UCetfsMCdc328sGMflmO5rUefb2hnadSVdN9LM977cdwYdO/C3560fzzjr+/y+zftt+Pmzab8lb/2+edWM6fzTxPxu9fPDM35LDbjPxM/F0bjHRlBmsriQxV1+sF5QcPn03zVcYyNZHXy2b9WpV1ZSe8+IL9jvGg0vIeCLu0cDH33RoRTmvCeWnKY1kspg/G3GWSRz2UmB4In7XDzXa8oPgr+WSb4y/8fjh9Hv3wPJ0yy7ufUAXX98z9oMAk/zelO03zwDX47FB0//LJ+c9evh/z9xsXBIxz48m55Y9fMNzEy4aDb06bDDiX7x/NH8bQf65jOrjvHf7aTscIhWebzxl0KPmLVyNOO/fboS3dcLi3P8N93ELB6xPKaekfpZJdVs38v+9lPJUxv/3aXXbLm5Bqp8tr15p/cN17NWdvqyKWSrrtPnWzatlJ2We1Vs3rnndEDV89DKrG1ow5HDgorjMl/6SIk/zK6ytYUXxHNEFPkF8kbVkU1Z13hBF8XIf9CqrW17F/pBIQ1dQmTaRxT/3q7fm+D60638H0+VgwV/AUtiApRCzGoXT1tf9DzeYS9fn+M31ijselCoeNlpBrD6vq/UKS3gehJNqTdNCIHbxBa2mjvmVr9qibMYUKb7IFsHKKZrKAvJH72+vGQGG36QX+P2szRcNaQUPoc/t5xtECmTwAOgq5Nc30tEp8J8b3scDpqdVuzYtaEC7h/Tj8WfeKIXS9PEnn9ywfIPnFv3hYVoK9VK/s+8V37+F/sTDS9zTbPkqJ05v8tcKqr2dBsZzA+1cw1uOCY9l8/fk8ON1Kx/c6PJ3H+nNvn9jt0FLdC0KhuZ4ls9e5dOWmLn8umh8O2ve5O9IhZHwfVNxSPd5j9nA0w31jLqz6mT8QpH9SExjujukIIae98QIT4iRIHJLtvWfPv+f39Jb858N0XLs6UTQe7ck694PjawGo/9Pk/XeLcl674dGVoPR/3fI+h5NLfW/jvZ+RjEMWdHFe8zEe84CMAuWaTYwBhb3UzT8IXBGB6f/77AGHjvn3bWpDcTVRfQfFn37mP1/lMThstwGAvNq9Q+LvF2s/j9K3N5q5Ab6mnXhHxaJI7j9f4fKt2x6y2bnxTIryxsCNvO8B6nBAh3SvOe8fkEpknlWjhXESbX4cvLTFAuINdyUI/KfW5DhhiY3fH0rAt6CcIPDdYHoTWPegOnXTpvhmWacuz/58gubxEvzd5HpHBgmEiHPq4uLvB6zJt366FlWlJT8aysy1kVL6aniB5qDZU5p6OOGgr5pnp5T5onWQEqiBL3AU9+MPxqh/8OhBYd4jg7PBy72v6K8my7ze+m6L/KmyS7yJ9U7QR5JO4P/10266RDCFhHy9n2w4fTNwOwMMl4Ad4j3us4W+r6Z8PxmzMn55rDvgh4aQMSbeb8xdOz1NzeCEPAQ/j134f2w75vCb24APdhDY4jZ4/cbRpC7+OZG4IMdQr6TNvk6eGty4JvGe+8WeNu8xNfBW6Pvbxrve7fA2wb+t8Pb+1N/pR+/5P8B96SA2U9VAAA=&lt;/Code&gt;&lt;CodeSignature&gt;BLF4JWurVfxIUHaELsi3Nd7j9DhOHL/Mzfty2RbBJndEYSJzEH2XjlOCGM5N4Y9nV5FTIAS219vteJTD3Z/4XWVvkZtfgQxlLmoV4wsdfH8OKo8X1itX6TvbMBqX/oVA+6SyYCB5R8xQ4594vwKX3+d6QJj8QV8I9/euyLGJBof34ivmhhRbXnBaRyyay1r8dKnNOuIGkZTn/zoB/RFkN++hixRlxyYGoJYmk9hnLTUGhiN+xcV4T178pA3JDT3bqSjbV1YYEDUiXfNhZcEEDh1Y2sAb87IQ+7WlC694jPU9ip4XAQBKAedRPoA3wYsewBmLptQX6R00D9TbbxddDA==&lt;/CodeSignature&gt;&lt;/SmartOptions&gt;&lt;SmartResize enabled=&quot;True&quot; minWidth=&quot;190&quot; minHeight=&quot;110&quot; /&gt;&lt;/SmartSettings&gt;">
              <a:extLst>
                <a:ext uri="{FF2B5EF4-FFF2-40B4-BE49-F238E27FC236}">
                  <a16:creationId xmlns:a16="http://schemas.microsoft.com/office/drawing/2014/main" id="{8DFDE6C0-6DE5-4C1D-BACD-F39CC08093A0}"/>
                </a:ext>
              </a:extLst>
            </p:cNvPr>
            <p:cNvGrpSpPr/>
            <p:nvPr>
              <p:custDataLst>
                <p:tags r:id="rId45"/>
              </p:custDataLst>
            </p:nvPr>
          </p:nvGrpSpPr>
          <p:grpSpPr>
            <a:xfrm>
              <a:off x="2189118" y="2266871"/>
              <a:ext cx="3222246" cy="1507358"/>
              <a:chOff x="595686" y="1261242"/>
              <a:chExt cx="3222246" cy="1507358"/>
            </a:xfrm>
          </p:grpSpPr>
          <p:sp>
            <p:nvSpPr>
              <p:cNvPr id="127" name="Window Body" descr="&lt;SmartSettings&gt;&lt;SmartResize anchorLeft=&quot;Absolute&quot; anchorTop=&quot;Absolute&quot; anchorRight=&quot;Absolute&quot; anchorBottom=&quot;Absolute&quot; /&gt;&lt;/SmartSettings&gt;">
                <a:extLst>
                  <a:ext uri="{FF2B5EF4-FFF2-40B4-BE49-F238E27FC236}">
                    <a16:creationId xmlns:a16="http://schemas.microsoft.com/office/drawing/2014/main" id="{6FA706B4-182F-40F9-97EB-ABC3873CBFFC}"/>
                  </a:ext>
                </a:extLst>
              </p:cNvPr>
              <p:cNvSpPr/>
              <p:nvPr>
                <p:custDataLst>
                  <p:tags r:id="rId47"/>
                </p:custDataLst>
              </p:nvPr>
            </p:nvSpPr>
            <p:spPr>
              <a:xfrm>
                <a:off x="595686" y="1498986"/>
                <a:ext cx="3222246" cy="1269614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34" name="Text" descr="&lt;SmartSettings&gt;&lt;SmartResize anchorLeft=&quot;Absolute&quot; anchorTop=&quot;Absolute&quot; anchorRight=&quot;Absolute&quot; anchorBottom=&quot;Absolute&quot; /&gt;&lt;/SmartSettings&gt;">
                <a:extLst>
                  <a:ext uri="{FF2B5EF4-FFF2-40B4-BE49-F238E27FC236}">
                    <a16:creationId xmlns:a16="http://schemas.microsoft.com/office/drawing/2014/main" id="{26128085-E521-452F-9254-B29AAA71CFDB}"/>
                  </a:ext>
                </a:extLst>
              </p:cNvPr>
              <p:cNvSpPr txBox="1"/>
              <p:nvPr>
                <p:custDataLst>
                  <p:tags r:id="rId48"/>
                </p:custDataLst>
              </p:nvPr>
            </p:nvSpPr>
            <p:spPr>
              <a:xfrm>
                <a:off x="1335557" y="1635819"/>
                <a:ext cx="2294511" cy="688281"/>
              </a:xfrm>
              <a:prstGeom prst="rect">
                <a:avLst/>
              </a:prstGeom>
              <a:noFill/>
            </p:spPr>
            <p:txBody>
              <a:bodyPr wrap="square" lIns="73152" tIns="36576" rIns="73152" bIns="36576" rtlCol="0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ko-KR" altLang="en-US" sz="800" noProof="1">
                    <a:solidFill>
                      <a:prstClr val="black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삭제 대상 </a:t>
                </a:r>
                <a:r>
                  <a:rPr lang="en-US" altLang="ko-KR" sz="800" noProof="1">
                    <a:solidFill>
                      <a:prstClr val="black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Row</a:t>
                </a:r>
                <a:r>
                  <a:rPr lang="ko-KR" altLang="en-US" sz="800" noProof="1">
                    <a:solidFill>
                      <a:prstClr val="black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가 선택되지 않았습니다</a:t>
                </a:r>
                <a:r>
                  <a:rPr lang="en-US" altLang="ko-KR" sz="800" noProof="1">
                    <a:solidFill>
                      <a:prstClr val="black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.</a:t>
                </a:r>
                <a:endParaRPr lang="en-US" sz="800" noProof="1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endParaRPr>
              </a:p>
            </p:txBody>
          </p:sp>
          <p:sp>
            <p:nvSpPr>
              <p:cNvPr id="135" name="Title Bar" descr="&lt;SmartSettings&gt;&lt;SmartResize anchorLeft=&quot;Absolute&quot; anchorTop=&quot;Absolute&quot; anchorRight=&quot;Absolute&quot; anchorBottom=&quot;None&quot; /&gt;&lt;/SmartSettings&gt;">
                <a:extLst>
                  <a:ext uri="{FF2B5EF4-FFF2-40B4-BE49-F238E27FC236}">
                    <a16:creationId xmlns:a16="http://schemas.microsoft.com/office/drawing/2014/main" id="{EEF27064-45DE-41C7-846A-7D8938B42756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595686" y="1261242"/>
                <a:ext cx="3222246" cy="237744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2286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800" dirty="0">
                    <a:solidFill>
                      <a:srgbClr val="5F5F5F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Alert</a:t>
                </a:r>
              </a:p>
            </p:txBody>
          </p:sp>
          <p:sp>
            <p:nvSpPr>
              <p:cNvPr id="136" name="Close Button">
                <a:extLst>
                  <a:ext uri="{FF2B5EF4-FFF2-40B4-BE49-F238E27FC236}">
                    <a16:creationId xmlns:a16="http://schemas.microsoft.com/office/drawing/2014/main" id="{9A34162C-B506-47B3-BCFC-22FA2F935F66}"/>
                  </a:ext>
                </a:extLst>
              </p:cNvPr>
              <p:cNvSpPr>
                <a:spLocks noEditPoints="1"/>
              </p:cNvSpPr>
              <p:nvPr>
                <p:custDataLst>
                  <p:tags r:id="rId50"/>
                </p:custDataLst>
              </p:nvPr>
            </p:nvSpPr>
            <p:spPr bwMode="auto">
              <a:xfrm>
                <a:off x="3607048" y="1332489"/>
                <a:ext cx="98425" cy="95250"/>
              </a:xfrm>
              <a:custGeom>
                <a:avLst/>
                <a:gdLst>
                  <a:gd name="T0" fmla="*/ 254 w 254"/>
                  <a:gd name="T1" fmla="*/ 0 h 254"/>
                  <a:gd name="T2" fmla="*/ 0 w 254"/>
                  <a:gd name="T3" fmla="*/ 254 h 254"/>
                  <a:gd name="T4" fmla="*/ 0 w 254"/>
                  <a:gd name="T5" fmla="*/ 0 h 254"/>
                  <a:gd name="T6" fmla="*/ 254 w 254"/>
                  <a:gd name="T7" fmla="*/ 254 h 2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4" h="254">
                    <a:moveTo>
                      <a:pt x="254" y="0"/>
                    </a:moveTo>
                    <a:lnTo>
                      <a:pt x="0" y="254"/>
                    </a:lnTo>
                    <a:moveTo>
                      <a:pt x="0" y="0"/>
                    </a:moveTo>
                    <a:lnTo>
                      <a:pt x="254" y="254"/>
                    </a:lnTo>
                  </a:path>
                </a:pathLst>
              </a:custGeom>
              <a:noFill/>
              <a:ln w="9525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grpSp>
            <p:nvGrpSpPr>
              <p:cNvPr id="139" name="Icons">
                <a:extLst>
                  <a:ext uri="{FF2B5EF4-FFF2-40B4-BE49-F238E27FC236}">
                    <a16:creationId xmlns:a16="http://schemas.microsoft.com/office/drawing/2014/main" id="{E44D2FBC-3F9F-49AD-B244-EFCBE554AF5F}"/>
                  </a:ext>
                </a:extLst>
              </p:cNvPr>
              <p:cNvGrpSpPr/>
              <p:nvPr/>
            </p:nvGrpSpPr>
            <p:grpSpPr>
              <a:xfrm>
                <a:off x="773534" y="1669713"/>
                <a:ext cx="457200" cy="396875"/>
                <a:chOff x="773534" y="1669713"/>
                <a:chExt cx="457200" cy="396875"/>
              </a:xfrm>
            </p:grpSpPr>
            <p:sp>
              <p:nvSpPr>
                <p:cNvPr id="163" name="Warning Icon" hidden="1">
                  <a:extLst>
                    <a:ext uri="{FF2B5EF4-FFF2-40B4-BE49-F238E27FC236}">
                      <a16:creationId xmlns:a16="http://schemas.microsoft.com/office/drawing/2014/main" id="{C4E18878-CAE2-4F2E-8B82-0B08B8A57AD7}"/>
                    </a:ext>
                  </a:extLst>
                </p:cNvPr>
                <p:cNvSpPr>
                  <a:spLocks noChangeAspect="1" noEditPoints="1"/>
                </p:cNvSpPr>
                <p:nvPr>
                  <p:custDataLst>
                    <p:tags r:id="rId51"/>
                  </p:custDataLst>
                </p:nvPr>
              </p:nvSpPr>
              <p:spPr bwMode="auto">
                <a:xfrm>
                  <a:off x="773534" y="1670507"/>
                  <a:ext cx="457200" cy="395287"/>
                </a:xfrm>
                <a:custGeom>
                  <a:avLst/>
                  <a:gdLst>
                    <a:gd name="T0" fmla="*/ 1270 w 1270"/>
                    <a:gd name="T1" fmla="*/ 1101 h 1101"/>
                    <a:gd name="T2" fmla="*/ 0 w 1270"/>
                    <a:gd name="T3" fmla="*/ 1101 h 1101"/>
                    <a:gd name="T4" fmla="*/ 635 w 1270"/>
                    <a:gd name="T5" fmla="*/ 0 h 1101"/>
                    <a:gd name="T6" fmla="*/ 1270 w 1270"/>
                    <a:gd name="T7" fmla="*/ 1101 h 1101"/>
                    <a:gd name="T8" fmla="*/ 579 w 1270"/>
                    <a:gd name="T9" fmla="*/ 320 h 1101"/>
                    <a:gd name="T10" fmla="*/ 579 w 1270"/>
                    <a:gd name="T11" fmla="*/ 716 h 1101"/>
                    <a:gd name="T12" fmla="*/ 691 w 1270"/>
                    <a:gd name="T13" fmla="*/ 716 h 1101"/>
                    <a:gd name="T14" fmla="*/ 691 w 1270"/>
                    <a:gd name="T15" fmla="*/ 320 h 1101"/>
                    <a:gd name="T16" fmla="*/ 579 w 1270"/>
                    <a:gd name="T17" fmla="*/ 320 h 1101"/>
                    <a:gd name="T18" fmla="*/ 635 w 1270"/>
                    <a:gd name="T19" fmla="*/ 799 h 1101"/>
                    <a:gd name="T20" fmla="*/ 564 w 1270"/>
                    <a:gd name="T21" fmla="*/ 870 h 1101"/>
                    <a:gd name="T22" fmla="*/ 635 w 1270"/>
                    <a:gd name="T23" fmla="*/ 940 h 1101"/>
                    <a:gd name="T24" fmla="*/ 706 w 1270"/>
                    <a:gd name="T25" fmla="*/ 870 h 1101"/>
                    <a:gd name="T26" fmla="*/ 635 w 1270"/>
                    <a:gd name="T27" fmla="*/ 799 h 1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270" h="1101">
                      <a:moveTo>
                        <a:pt x="1270" y="1101"/>
                      </a:moveTo>
                      <a:lnTo>
                        <a:pt x="0" y="1101"/>
                      </a:lnTo>
                      <a:lnTo>
                        <a:pt x="635" y="0"/>
                      </a:lnTo>
                      <a:lnTo>
                        <a:pt x="1270" y="1101"/>
                      </a:lnTo>
                      <a:close/>
                      <a:moveTo>
                        <a:pt x="579" y="320"/>
                      </a:moveTo>
                      <a:lnTo>
                        <a:pt x="579" y="716"/>
                      </a:lnTo>
                      <a:lnTo>
                        <a:pt x="691" y="716"/>
                      </a:lnTo>
                      <a:lnTo>
                        <a:pt x="691" y="320"/>
                      </a:lnTo>
                      <a:lnTo>
                        <a:pt x="579" y="320"/>
                      </a:lnTo>
                      <a:close/>
                      <a:moveTo>
                        <a:pt x="635" y="799"/>
                      </a:moveTo>
                      <a:cubicBezTo>
                        <a:pt x="596" y="799"/>
                        <a:pt x="564" y="831"/>
                        <a:pt x="564" y="870"/>
                      </a:cubicBezTo>
                      <a:cubicBezTo>
                        <a:pt x="564" y="909"/>
                        <a:pt x="596" y="940"/>
                        <a:pt x="635" y="940"/>
                      </a:cubicBezTo>
                      <a:cubicBezTo>
                        <a:pt x="674" y="940"/>
                        <a:pt x="706" y="909"/>
                        <a:pt x="706" y="870"/>
                      </a:cubicBezTo>
                      <a:cubicBezTo>
                        <a:pt x="706" y="831"/>
                        <a:pt x="674" y="799"/>
                        <a:pt x="635" y="799"/>
                      </a:cubicBezTo>
                      <a:close/>
                    </a:path>
                  </a:pathLst>
                </a:custGeom>
                <a:noFill/>
                <a:ln w="6350" cap="rnd">
                  <a:solidFill>
                    <a:srgbClr val="80808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164" name="Error Icon" hidden="1">
                  <a:extLst>
                    <a:ext uri="{FF2B5EF4-FFF2-40B4-BE49-F238E27FC236}">
                      <a16:creationId xmlns:a16="http://schemas.microsoft.com/office/drawing/2014/main" id="{427E0CC0-154E-49E0-A756-00F328F24EA8}"/>
                    </a:ext>
                  </a:extLst>
                </p:cNvPr>
                <p:cNvSpPr>
                  <a:spLocks noChangeAspect="1" noEditPoints="1"/>
                </p:cNvSpPr>
                <p:nvPr>
                  <p:custDataLst>
                    <p:tags r:id="rId52"/>
                  </p:custDataLst>
                </p:nvPr>
              </p:nvSpPr>
              <p:spPr bwMode="auto">
                <a:xfrm>
                  <a:off x="802903" y="1670507"/>
                  <a:ext cx="398463" cy="395287"/>
                </a:xfrm>
                <a:custGeom>
                  <a:avLst/>
                  <a:gdLst>
                    <a:gd name="T0" fmla="*/ 1101 w 1101"/>
                    <a:gd name="T1" fmla="*/ 778 h 1100"/>
                    <a:gd name="T2" fmla="*/ 778 w 1101"/>
                    <a:gd name="T3" fmla="*/ 1100 h 1100"/>
                    <a:gd name="T4" fmla="*/ 322 w 1101"/>
                    <a:gd name="T5" fmla="*/ 1100 h 1100"/>
                    <a:gd name="T6" fmla="*/ 0 w 1101"/>
                    <a:gd name="T7" fmla="*/ 778 h 1100"/>
                    <a:gd name="T8" fmla="*/ 0 w 1101"/>
                    <a:gd name="T9" fmla="*/ 322 h 1100"/>
                    <a:gd name="T10" fmla="*/ 322 w 1101"/>
                    <a:gd name="T11" fmla="*/ 0 h 1100"/>
                    <a:gd name="T12" fmla="*/ 778 w 1101"/>
                    <a:gd name="T13" fmla="*/ 0 h 1100"/>
                    <a:gd name="T14" fmla="*/ 1101 w 1101"/>
                    <a:gd name="T15" fmla="*/ 322 h 1100"/>
                    <a:gd name="T16" fmla="*/ 1101 w 1101"/>
                    <a:gd name="T17" fmla="*/ 778 h 1100"/>
                    <a:gd name="T18" fmla="*/ 380 w 1101"/>
                    <a:gd name="T19" fmla="*/ 300 h 1100"/>
                    <a:gd name="T20" fmla="*/ 301 w 1101"/>
                    <a:gd name="T21" fmla="*/ 380 h 1100"/>
                    <a:gd name="T22" fmla="*/ 470 w 1101"/>
                    <a:gd name="T23" fmla="*/ 550 h 1100"/>
                    <a:gd name="T24" fmla="*/ 301 w 1101"/>
                    <a:gd name="T25" fmla="*/ 719 h 1100"/>
                    <a:gd name="T26" fmla="*/ 380 w 1101"/>
                    <a:gd name="T27" fmla="*/ 799 h 1100"/>
                    <a:gd name="T28" fmla="*/ 550 w 1101"/>
                    <a:gd name="T29" fmla="*/ 629 h 1100"/>
                    <a:gd name="T30" fmla="*/ 720 w 1101"/>
                    <a:gd name="T31" fmla="*/ 799 h 1100"/>
                    <a:gd name="T32" fmla="*/ 800 w 1101"/>
                    <a:gd name="T33" fmla="*/ 719 h 1100"/>
                    <a:gd name="T34" fmla="*/ 630 w 1101"/>
                    <a:gd name="T35" fmla="*/ 550 h 1100"/>
                    <a:gd name="T36" fmla="*/ 800 w 1101"/>
                    <a:gd name="T37" fmla="*/ 380 h 1100"/>
                    <a:gd name="T38" fmla="*/ 720 w 1101"/>
                    <a:gd name="T39" fmla="*/ 300 h 1100"/>
                    <a:gd name="T40" fmla="*/ 550 w 1101"/>
                    <a:gd name="T41" fmla="*/ 470 h 1100"/>
                    <a:gd name="T42" fmla="*/ 380 w 1101"/>
                    <a:gd name="T43" fmla="*/ 300 h 1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1101" h="1100">
                      <a:moveTo>
                        <a:pt x="1101" y="778"/>
                      </a:moveTo>
                      <a:lnTo>
                        <a:pt x="778" y="1100"/>
                      </a:lnTo>
                      <a:lnTo>
                        <a:pt x="322" y="1100"/>
                      </a:lnTo>
                      <a:lnTo>
                        <a:pt x="0" y="778"/>
                      </a:lnTo>
                      <a:lnTo>
                        <a:pt x="0" y="322"/>
                      </a:lnTo>
                      <a:lnTo>
                        <a:pt x="322" y="0"/>
                      </a:lnTo>
                      <a:lnTo>
                        <a:pt x="778" y="0"/>
                      </a:lnTo>
                      <a:lnTo>
                        <a:pt x="1101" y="322"/>
                      </a:lnTo>
                      <a:lnTo>
                        <a:pt x="1101" y="778"/>
                      </a:lnTo>
                      <a:close/>
                      <a:moveTo>
                        <a:pt x="380" y="300"/>
                      </a:moveTo>
                      <a:lnTo>
                        <a:pt x="301" y="380"/>
                      </a:lnTo>
                      <a:lnTo>
                        <a:pt x="470" y="550"/>
                      </a:lnTo>
                      <a:lnTo>
                        <a:pt x="301" y="719"/>
                      </a:lnTo>
                      <a:lnTo>
                        <a:pt x="380" y="799"/>
                      </a:lnTo>
                      <a:lnTo>
                        <a:pt x="550" y="629"/>
                      </a:lnTo>
                      <a:lnTo>
                        <a:pt x="720" y="799"/>
                      </a:lnTo>
                      <a:lnTo>
                        <a:pt x="800" y="719"/>
                      </a:lnTo>
                      <a:lnTo>
                        <a:pt x="630" y="550"/>
                      </a:lnTo>
                      <a:lnTo>
                        <a:pt x="800" y="380"/>
                      </a:lnTo>
                      <a:lnTo>
                        <a:pt x="720" y="300"/>
                      </a:lnTo>
                      <a:lnTo>
                        <a:pt x="550" y="470"/>
                      </a:lnTo>
                      <a:lnTo>
                        <a:pt x="380" y="300"/>
                      </a:lnTo>
                      <a:close/>
                    </a:path>
                  </a:pathLst>
                </a:custGeom>
                <a:noFill/>
                <a:ln w="6350" cap="rnd">
                  <a:solidFill>
                    <a:srgbClr val="80808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165" name="Question Icon" hidden="1">
                  <a:extLst>
                    <a:ext uri="{FF2B5EF4-FFF2-40B4-BE49-F238E27FC236}">
                      <a16:creationId xmlns:a16="http://schemas.microsoft.com/office/drawing/2014/main" id="{B56012FF-AAA5-4B14-80CA-6AC21B550EB0}"/>
                    </a:ext>
                  </a:extLst>
                </p:cNvPr>
                <p:cNvSpPr>
                  <a:spLocks noChangeAspect="1" noEditPoints="1"/>
                </p:cNvSpPr>
                <p:nvPr>
                  <p:custDataLst>
                    <p:tags r:id="rId53"/>
                  </p:custDataLst>
                </p:nvPr>
              </p:nvSpPr>
              <p:spPr bwMode="auto">
                <a:xfrm>
                  <a:off x="802903" y="1669713"/>
                  <a:ext cx="398463" cy="396875"/>
                </a:xfrm>
                <a:custGeom>
                  <a:avLst/>
                  <a:gdLst>
                    <a:gd name="T0" fmla="*/ 1101 w 1101"/>
                    <a:gd name="T1" fmla="*/ 551 h 1101"/>
                    <a:gd name="T2" fmla="*/ 550 w 1101"/>
                    <a:gd name="T3" fmla="*/ 1101 h 1101"/>
                    <a:gd name="T4" fmla="*/ 0 w 1101"/>
                    <a:gd name="T5" fmla="*/ 551 h 1101"/>
                    <a:gd name="T6" fmla="*/ 550 w 1101"/>
                    <a:gd name="T7" fmla="*/ 0 h 1101"/>
                    <a:gd name="T8" fmla="*/ 1101 w 1101"/>
                    <a:gd name="T9" fmla="*/ 551 h 1101"/>
                    <a:gd name="T10" fmla="*/ 596 w 1101"/>
                    <a:gd name="T11" fmla="*/ 685 h 1101"/>
                    <a:gd name="T12" fmla="*/ 509 w 1101"/>
                    <a:gd name="T13" fmla="*/ 685 h 1101"/>
                    <a:gd name="T14" fmla="*/ 509 w 1101"/>
                    <a:gd name="T15" fmla="*/ 625 h 1101"/>
                    <a:gd name="T16" fmla="*/ 521 w 1101"/>
                    <a:gd name="T17" fmla="*/ 577 h 1101"/>
                    <a:gd name="T18" fmla="*/ 575 w 1101"/>
                    <a:gd name="T19" fmla="*/ 527 h 1101"/>
                    <a:gd name="T20" fmla="*/ 638 w 1101"/>
                    <a:gd name="T21" fmla="*/ 424 h 1101"/>
                    <a:gd name="T22" fmla="*/ 614 w 1101"/>
                    <a:gd name="T23" fmla="*/ 359 h 1101"/>
                    <a:gd name="T24" fmla="*/ 549 w 1101"/>
                    <a:gd name="T25" fmla="*/ 334 h 1101"/>
                    <a:gd name="T26" fmla="*/ 440 w 1101"/>
                    <a:gd name="T27" fmla="*/ 462 h 1101"/>
                    <a:gd name="T28" fmla="*/ 343 w 1101"/>
                    <a:gd name="T29" fmla="*/ 445 h 1101"/>
                    <a:gd name="T30" fmla="*/ 413 w 1101"/>
                    <a:gd name="T31" fmla="*/ 295 h 1101"/>
                    <a:gd name="T32" fmla="*/ 561 w 1101"/>
                    <a:gd name="T33" fmla="*/ 241 h 1101"/>
                    <a:gd name="T34" fmla="*/ 702 w 1101"/>
                    <a:gd name="T35" fmla="*/ 291 h 1101"/>
                    <a:gd name="T36" fmla="*/ 758 w 1101"/>
                    <a:gd name="T37" fmla="*/ 418 h 1101"/>
                    <a:gd name="T38" fmla="*/ 743 w 1101"/>
                    <a:gd name="T39" fmla="*/ 489 h 1101"/>
                    <a:gd name="T40" fmla="*/ 707 w 1101"/>
                    <a:gd name="T41" fmla="*/ 541 h 1101"/>
                    <a:gd name="T42" fmla="*/ 624 w 1101"/>
                    <a:gd name="T43" fmla="*/ 606 h 1101"/>
                    <a:gd name="T44" fmla="*/ 601 w 1101"/>
                    <a:gd name="T45" fmla="*/ 632 h 1101"/>
                    <a:gd name="T46" fmla="*/ 596 w 1101"/>
                    <a:gd name="T47" fmla="*/ 685 h 1101"/>
                    <a:gd name="T48" fmla="*/ 614 w 1101"/>
                    <a:gd name="T49" fmla="*/ 749 h 1101"/>
                    <a:gd name="T50" fmla="*/ 614 w 1101"/>
                    <a:gd name="T51" fmla="*/ 861 h 1101"/>
                    <a:gd name="T52" fmla="*/ 509 w 1101"/>
                    <a:gd name="T53" fmla="*/ 861 h 1101"/>
                    <a:gd name="T54" fmla="*/ 509 w 1101"/>
                    <a:gd name="T55" fmla="*/ 749 h 1101"/>
                    <a:gd name="T56" fmla="*/ 614 w 1101"/>
                    <a:gd name="T57" fmla="*/ 749 h 1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1101" h="1101">
                      <a:moveTo>
                        <a:pt x="1101" y="551"/>
                      </a:moveTo>
                      <a:cubicBezTo>
                        <a:pt x="1101" y="854"/>
                        <a:pt x="854" y="1101"/>
                        <a:pt x="550" y="1101"/>
                      </a:cubicBezTo>
                      <a:cubicBezTo>
                        <a:pt x="246" y="1101"/>
                        <a:pt x="0" y="854"/>
                        <a:pt x="0" y="551"/>
                      </a:cubicBezTo>
                      <a:cubicBezTo>
                        <a:pt x="0" y="247"/>
                        <a:pt x="246" y="0"/>
                        <a:pt x="550" y="0"/>
                      </a:cubicBezTo>
                      <a:cubicBezTo>
                        <a:pt x="854" y="0"/>
                        <a:pt x="1101" y="247"/>
                        <a:pt x="1101" y="551"/>
                      </a:cubicBezTo>
                      <a:close/>
                      <a:moveTo>
                        <a:pt x="596" y="685"/>
                      </a:moveTo>
                      <a:lnTo>
                        <a:pt x="509" y="685"/>
                      </a:lnTo>
                      <a:lnTo>
                        <a:pt x="509" y="625"/>
                      </a:lnTo>
                      <a:cubicBezTo>
                        <a:pt x="509" y="605"/>
                        <a:pt x="513" y="589"/>
                        <a:pt x="521" y="577"/>
                      </a:cubicBezTo>
                      <a:cubicBezTo>
                        <a:pt x="529" y="565"/>
                        <a:pt x="547" y="549"/>
                        <a:pt x="575" y="527"/>
                      </a:cubicBezTo>
                      <a:cubicBezTo>
                        <a:pt x="617" y="495"/>
                        <a:pt x="638" y="460"/>
                        <a:pt x="638" y="424"/>
                      </a:cubicBezTo>
                      <a:cubicBezTo>
                        <a:pt x="638" y="397"/>
                        <a:pt x="630" y="375"/>
                        <a:pt x="614" y="359"/>
                      </a:cubicBezTo>
                      <a:cubicBezTo>
                        <a:pt x="597" y="343"/>
                        <a:pt x="576" y="334"/>
                        <a:pt x="549" y="334"/>
                      </a:cubicBezTo>
                      <a:cubicBezTo>
                        <a:pt x="488" y="334"/>
                        <a:pt x="451" y="377"/>
                        <a:pt x="440" y="462"/>
                      </a:cubicBezTo>
                      <a:lnTo>
                        <a:pt x="343" y="445"/>
                      </a:lnTo>
                      <a:cubicBezTo>
                        <a:pt x="349" y="381"/>
                        <a:pt x="372" y="331"/>
                        <a:pt x="413" y="295"/>
                      </a:cubicBezTo>
                      <a:cubicBezTo>
                        <a:pt x="454" y="259"/>
                        <a:pt x="503" y="241"/>
                        <a:pt x="561" y="241"/>
                      </a:cubicBezTo>
                      <a:cubicBezTo>
                        <a:pt x="618" y="241"/>
                        <a:pt x="665" y="257"/>
                        <a:pt x="702" y="291"/>
                      </a:cubicBezTo>
                      <a:cubicBezTo>
                        <a:pt x="739" y="325"/>
                        <a:pt x="758" y="367"/>
                        <a:pt x="758" y="418"/>
                      </a:cubicBezTo>
                      <a:cubicBezTo>
                        <a:pt x="758" y="443"/>
                        <a:pt x="753" y="467"/>
                        <a:pt x="743" y="489"/>
                      </a:cubicBezTo>
                      <a:cubicBezTo>
                        <a:pt x="732" y="512"/>
                        <a:pt x="721" y="529"/>
                        <a:pt x="707" y="541"/>
                      </a:cubicBezTo>
                      <a:cubicBezTo>
                        <a:pt x="694" y="554"/>
                        <a:pt x="667" y="575"/>
                        <a:pt x="624" y="606"/>
                      </a:cubicBezTo>
                      <a:cubicBezTo>
                        <a:pt x="612" y="615"/>
                        <a:pt x="605" y="624"/>
                        <a:pt x="601" y="632"/>
                      </a:cubicBezTo>
                      <a:cubicBezTo>
                        <a:pt x="598" y="640"/>
                        <a:pt x="596" y="658"/>
                        <a:pt x="596" y="685"/>
                      </a:cubicBezTo>
                      <a:close/>
                      <a:moveTo>
                        <a:pt x="614" y="749"/>
                      </a:moveTo>
                      <a:lnTo>
                        <a:pt x="614" y="861"/>
                      </a:lnTo>
                      <a:lnTo>
                        <a:pt x="509" y="861"/>
                      </a:lnTo>
                      <a:lnTo>
                        <a:pt x="509" y="749"/>
                      </a:lnTo>
                      <a:lnTo>
                        <a:pt x="614" y="749"/>
                      </a:lnTo>
                      <a:close/>
                    </a:path>
                  </a:pathLst>
                </a:custGeom>
                <a:noFill/>
                <a:ln w="6350" cap="rnd">
                  <a:solidFill>
                    <a:srgbClr val="80808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p:grpSp>
        </p:grpSp>
        <p:grpSp>
          <p:nvGrpSpPr>
            <p:cNvPr id="124" name="그룹 123">
              <a:extLst>
                <a:ext uri="{FF2B5EF4-FFF2-40B4-BE49-F238E27FC236}">
                  <a16:creationId xmlns:a16="http://schemas.microsoft.com/office/drawing/2014/main" id="{7CEBE000-B828-4B82-A205-71B0359B7FB3}"/>
                </a:ext>
              </a:extLst>
            </p:cNvPr>
            <p:cNvGrpSpPr/>
            <p:nvPr/>
          </p:nvGrpSpPr>
          <p:grpSpPr>
            <a:xfrm>
              <a:off x="2408953" y="2651462"/>
              <a:ext cx="439286" cy="426344"/>
              <a:chOff x="2394323" y="2644147"/>
              <a:chExt cx="439286" cy="426344"/>
            </a:xfrm>
          </p:grpSpPr>
          <p:sp>
            <p:nvSpPr>
              <p:cNvPr id="125" name="타원 124">
                <a:extLst>
                  <a:ext uri="{FF2B5EF4-FFF2-40B4-BE49-F238E27FC236}">
                    <a16:creationId xmlns:a16="http://schemas.microsoft.com/office/drawing/2014/main" id="{893CF528-585E-4E5A-9264-BA23E08F8541}"/>
                  </a:ext>
                </a:extLst>
              </p:cNvPr>
              <p:cNvSpPr/>
              <p:nvPr/>
            </p:nvSpPr>
            <p:spPr>
              <a:xfrm>
                <a:off x="2394323" y="2676136"/>
                <a:ext cx="372410" cy="372410"/>
              </a:xfrm>
              <a:prstGeom prst="ellipse">
                <a:avLst/>
              </a:prstGeom>
              <a:noFill/>
              <a:ln w="952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6" name="Text" descr="&lt;SmartSettings&gt;&lt;SmartResize anchorLeft=&quot;Absolute&quot; anchorTop=&quot;Absolute&quot; anchorRight=&quot;Absolute&quot; anchorBottom=&quot;Absolute&quot; /&gt;&lt;/SmartSettings&gt;">
                <a:extLst>
                  <a:ext uri="{FF2B5EF4-FFF2-40B4-BE49-F238E27FC236}">
                    <a16:creationId xmlns:a16="http://schemas.microsoft.com/office/drawing/2014/main" id="{CF5113AE-3ED4-4C15-B9D2-FBAC9C638A62}"/>
                  </a:ext>
                </a:extLst>
              </p:cNvPr>
              <p:cNvSpPr txBox="1"/>
              <p:nvPr>
                <p:custDataLst>
                  <p:tags r:id="rId46"/>
                </p:custDataLst>
              </p:nvPr>
            </p:nvSpPr>
            <p:spPr>
              <a:xfrm>
                <a:off x="2459663" y="2644147"/>
                <a:ext cx="373946" cy="426344"/>
              </a:xfrm>
              <a:prstGeom prst="rect">
                <a:avLst/>
              </a:prstGeom>
              <a:noFill/>
            </p:spPr>
            <p:txBody>
              <a:bodyPr wrap="square" lIns="73152" tIns="36576" rIns="73152" bIns="36576" rtlCol="0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500" b="1" noProof="1">
                    <a:solidFill>
                      <a:schemeClr val="bg1">
                        <a:lumMod val="6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i</a:t>
                </a:r>
              </a:p>
            </p:txBody>
          </p:sp>
        </p:grpSp>
      </p:grpSp>
      <p:grpSp>
        <p:nvGrpSpPr>
          <p:cNvPr id="179" name="그룹 178">
            <a:extLst>
              <a:ext uri="{FF2B5EF4-FFF2-40B4-BE49-F238E27FC236}">
                <a16:creationId xmlns:a16="http://schemas.microsoft.com/office/drawing/2014/main" id="{43BC7F9A-0698-4FED-AB9E-8653479F8CFD}"/>
              </a:ext>
            </a:extLst>
          </p:cNvPr>
          <p:cNvGrpSpPr/>
          <p:nvPr/>
        </p:nvGrpSpPr>
        <p:grpSpPr>
          <a:xfrm>
            <a:off x="1341300" y="3525065"/>
            <a:ext cx="3222246" cy="1507358"/>
            <a:chOff x="2189118" y="2266871"/>
            <a:chExt cx="3222246" cy="1507358"/>
          </a:xfrm>
        </p:grpSpPr>
        <p:grpSp>
          <p:nvGrpSpPr>
            <p:cNvPr id="180" name="Alert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9ftbPzdYjmrrprxs6peuBe+uy7PGWnG8otq+na9Gr9eZHV7+q7Nlw0hI52dZ9P8671F41q2dVV+zU7Hp5f5ssXLv3GyzBZ5s6IP07D1b5z84t84SelZrSdlMU2nZdY00ubLFRM0fRT8+SRrcnlDX+SX6+Iya/P07FU2K6on67atlmkxrZZny/PK/+yzdLkuy8NbvPndrF7SiL/ey6d1XdVf79WfWOcNBhp9+4b3q2Uuv71/1+2V/tZ8jXfnda4dx9/uv8+c8e1sOSvz+rt1tlrlNY/ee/1knk/f5rOTeba8yGf+C8NoxcBOuhS5DWAPtPBldZnXdTHL00lVlenZsmi3zny2hGymTeeDUXp2vFqlhMcdB9BjWzwT4ucxw+u/jRcDZPCIIG4dE77t63m2yps0836nIeRXqfftFkEZv86hn/KZfCSQPZwieOEpztMtD/b4rGG4nRcHXsZz9256PJulH53R1H6UTlWbxNu+1/TTECNzvXUWwvj9QyB3PI7xn7Pn2SQvGQH57bPeTI5pGPzdFo/l0UdDsCyQ8RdZfVEsFdmX2WxG07bV/Xr8PD9vR723xm+qVeTTV8XFnFrvDA7EG/vndbVeMQj5LT6m7gtbm8bFLYbH5X/tjSv42I4r+FTH1fv8SUWILdJP0vub0OrreAcoHCJNHrXdOHcdYGPlIAIaCMIU/XwmYoY/xnjv/cEqY6afCM63Yv+x/8eGLqMGbJgy2nwjcfogb00fffVrAf/ZpFLEUg/TiBtvpFAX3K3pwy9+DcA/m7SJuyLD5DHtN1IoAvTWRDLvfj3w3wSpNps59YFusnTv6ZEM2LonXSjvZ+0EiVvYOx3UsMnzIMWNQ7+BmofIF2wgIp+/v+kTIM03Yv0GHGu/i5407Kby2yDdYkAHREHnwEqD/j3+0oD4Gl144vAeDHkb3TEUS2wk156SqxmkVxTsexLsjYXxdTr5WSTZYAi1kWj3biZaHPD7ks2D8vU6+tkjXfzTOm/X9TJt63Ueee+X9D/KS5NX8J9fvBH6eUYv3Qze+/OXbAotL6tilj4tmlXV5FvDESOislsbsPR3lZj2FsHebUGOLYqRod8aSj+Ix9OhHIb6Huxy+8G+B9CNw30POIMDDj/gfECsy5B1NOHBLHMW0rzjB2xVk5+m2D9t8uUsr0fiSxzXF02aD/NYkN+pA4UkcNKsCRp1hoWJ81/TiUl/4S/0oRnlcPN8WR+QGSy9ReTVxeAz8fo6gVgklcEv37ITKI2hnvrxzG07G46VNvXXjRBu29tQ5LGpr4iXfdvuPB++/8bPVm4Lz4Aqv32Oyzz9GIVH+QF2wBdmoebPB3GWlxrj4Rgu0Y/Hm3zbCFvGXN2BSfwaHQ4JQ9RdfL9uN7qkg/3Gva337Dn06v5/II6Gpazb/OFCmS/XC6e+hiWMDMQo/EjVeOdTVredz4xOvDUqOs5BbCwrdzpyvNb9wmOFASzuUpbjcbNeUBx9fRR+/LpYrMrivAB/TGlRs0nbKm2ESarzNFumHzHaH4074O724ZnBykKgz3qP0jPxi7JJ6bnqnaHbFSpdeYm7XaYVg04LmjzMrvx1ixeuZGrf650cE/9eb/wiZYv3ekkYf/c92++9Z/t7nfbhGwOsYr7CaleRlcUPwC+sQx43Oc14nZ9/9pE34x/dPaKpadpsScvG5zWtBLTzPG1W+RS8NusDFpbzmMwiE2E0PBqB+SqMf7yCqRVw/Gt0IQ9PRIu186IZC+PRv1G9CgI8o/G4vrZcX90woxchKNKyECnq8UakLvJOm4F2eDS4DYXCs/g95ve+6zC5+ybeFZ4+l3vwAm7ufa5c2/tcuVM/v5UNeC8G/jxvSbHV5DvRT/Ake7kzUk5ldk1JDsqA4lO2TPRxVlYXX5Mp2b8MDQ+eD5xhGNnNhnXgRTycfvB5Y/yTRVOQSoZf8kUxraumOm/HX56fF9N8fFLV+fiLpnpTF69b0iLjBX5f+75q7FEevDEAM4/1k7rM+UNBbvPiFh6LXyggPxTsNi0t4bG49STxh4LeDYs6Pdk0D0nQ0/w8W5dtepmV60jyDs9tGSmSEWx+WBLVXBXtdJ5u8TA2kG8DCDxTyhx1Bvpo8xt4BkT59vO9gbPMMyyUt+vm2UCetfsMCdc328sGMflmO5rUefb2hnadSVdN9LM977cdwYdO/C3560fzzjr+/y+zftt+Pmzab8lb/2+edWM6fzTxPxu9fPDM35LDbjPxM/F0bjHRlBmsriQxV1+sF5QcPn03zVcYyNZHXy2b9WpV1ZSe8+IL9jvGg0vIeCLu0cDH33RoRTmvCeWnKY1kspg/G3GWSRz2UmB4In7XDzXa8oPgr+WSb4y/8fjh9Hv3wPJ0yy7ufUAXX98z9oMAk/zelO03zwDX47FB0//LJ+c9evh/z9xsXBIxz48m55Y9fMNzEy4aDb06bDDiX7x/NH8bQf65jOrjvHf7aTscIhWebzxl0KPmLVyNOO/fboS3dcLi3P8N93ELB6xPKaekfpZJdVs38v+9lPJUxv/3aXXbLm5Bqp8tr15p/cN17NWdvqyKWSrrtPnWzatlJ2We1Vs3rnndEDV89DKrG1ow5HDgorjMl/6SIk/zK6ytYUXxHNEFPkF8kbVkU1Z13hBF8XIf9CqrW17F/pBIQ1dQmTaRxT/3q7fm+D60638H0+VgwV/AUtiApRCzGoXT1tf9DzeYS9fn+M31ijselCoeNlpBrD6vq/UKS3gehJNqTdNCIHbxBa2mjvmVr9qibMYUKb7IFsHKKZrKAvJH72+vGQGG36QX+P2szRcNaQUPoc/t5xtECmTwAOgq5Nc30tEp8J8b3scDpqdVuzYtaEC7h/Tj8WfeKIXS9PEnn9ywfIPnFv3hYVoK9VK/s+8V37+F/sTDS9zTbPkqJ05v8tcKqr2dBsZzA+1cw1uOCY9l8/fk8ON1Kx/c6PJ3H+nNvn9jt0FLdC0KhuZ4ls9e5dOWmLn8umh8O2ve5O9IhZHwfVNxSPd5j9nA0w31jLqz6mT8QpH9SExjujukIIae98QIT4iRIHJLtvWfPv+f39Jb858N0XLs6UTQe7ck694PjawGo/9Pk/XeLcl674dGVoPR/3fI+h5NLfW/jvZ+RjEMWdHFe8zEe84CMAuWaTYwBhb3UzT8IXBGB6f/77AGHjvn3bWpDcTVRfQfFn37mP1/lMThstwGAvNq9Q+LvF2s/j9K3N5q5Ab6mnXhHxaJI7j9f4fKt2x6y2bnxTIryxsCNvO8B6nBAh3SvOe8fkEpknlWjhXESbX4cvLTFAuINdyUI/KfW5DhhiY3fH0rAt6CcIPDdYHoTWPegOnXTpvhmWacuz/58gubxEvzd5HpHBgmEiHPq4uLvB6zJt366FlWlJT8aysy1kVL6aniB5qDZU5p6OOGgr5pnp5T5onWQEqiBL3AU9+MPxqh/8OhBYd4jg7PBy72v6K8my7ze+m6L/KmyS7yJ9U7QR5JO4P/10266RDCFhHy9n2w4fTNwOwMMl4Ad4j3us4W+r6Z8PxmzMn55rDvgh4aQMSbeb8xdOz1NzeCEPAQ/j134f2w75vCb24APdhDY4jZ4/cbRpC7+OZG4IMdQr6TNvk6eGty4JvGe+8WeNu8xNfBW6Pvbxrve7fA2wb+t8Pb+1N/pR+/5P8B96SA2U9VAAA=&lt;/Code&gt;&lt;CodeSignature&gt;BLF4JWurVfxIUHaELsi3Nd7j9DhOHL/Mzfty2RbBJndEYSJzEH2XjlOCGM5N4Y9nV5FTIAS219vteJTD3Z/4XWVvkZtfgQxlLmoV4wsdfH8OKo8X1itX6TvbMBqX/oVA+6SyYCB5R8xQ4594vwKX3+d6QJj8QV8I9/euyLGJBof34ivmhhRbXnBaRyyay1r8dKnNOuIGkZTn/zoB/RFkN++hixRlxyYGoJYmk9hnLTUGhiN+xcV4T178pA3JDT3bqSjbV1YYEDUiXfNhZcEEDh1Y2sAb87IQ+7WlC694jPU9ip4XAQBKAedRPoA3wYsewBmLptQX6R00D9TbbxddDA==&lt;/CodeSignature&gt;&lt;/SmartOptions&gt;&lt;SmartResize enabled=&quot;True&quot; minWidth=&quot;190&quot; minHeight=&quot;110&quot; /&gt;&lt;/SmartSettings&gt;">
              <a:extLst>
                <a:ext uri="{FF2B5EF4-FFF2-40B4-BE49-F238E27FC236}">
                  <a16:creationId xmlns:a16="http://schemas.microsoft.com/office/drawing/2014/main" id="{9F8E47D7-BBDB-4A0A-B1B4-073A1A1A57B5}"/>
                </a:ext>
              </a:extLst>
            </p:cNvPr>
            <p:cNvGrpSpPr/>
            <p:nvPr>
              <p:custDataLst>
                <p:tags r:id="rId36"/>
              </p:custDataLst>
            </p:nvPr>
          </p:nvGrpSpPr>
          <p:grpSpPr>
            <a:xfrm>
              <a:off x="2189118" y="2266871"/>
              <a:ext cx="3222246" cy="1507358"/>
              <a:chOff x="595686" y="1261242"/>
              <a:chExt cx="3222246" cy="1507358"/>
            </a:xfrm>
          </p:grpSpPr>
          <p:sp>
            <p:nvSpPr>
              <p:cNvPr id="184" name="Window Body" descr="&lt;SmartSettings&gt;&lt;SmartResize anchorLeft=&quot;Absolute&quot; anchorTop=&quot;Absolute&quot; anchorRight=&quot;Absolute&quot; anchorBottom=&quot;Absolute&quot; /&gt;&lt;/SmartSettings&gt;">
                <a:extLst>
                  <a:ext uri="{FF2B5EF4-FFF2-40B4-BE49-F238E27FC236}">
                    <a16:creationId xmlns:a16="http://schemas.microsoft.com/office/drawing/2014/main" id="{E4C81CDB-365F-4C2D-A9F3-C9D4395A9C0D}"/>
                  </a:ext>
                </a:extLst>
              </p:cNvPr>
              <p:cNvSpPr/>
              <p:nvPr>
                <p:custDataLst>
                  <p:tags r:id="rId38"/>
                </p:custDataLst>
              </p:nvPr>
            </p:nvSpPr>
            <p:spPr>
              <a:xfrm>
                <a:off x="595686" y="1498986"/>
                <a:ext cx="3222246" cy="1269614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85" name="Text" descr="&lt;SmartSettings&gt;&lt;SmartResize anchorLeft=&quot;Absolute&quot; anchorTop=&quot;Absolute&quot; anchorRight=&quot;Absolute&quot; anchorBottom=&quot;Absolute&quot; /&gt;&lt;/SmartSettings&gt;">
                <a:extLst>
                  <a:ext uri="{FF2B5EF4-FFF2-40B4-BE49-F238E27FC236}">
                    <a16:creationId xmlns:a16="http://schemas.microsoft.com/office/drawing/2014/main" id="{CC5643A4-1289-4217-BA3F-87192B937668}"/>
                  </a:ext>
                </a:extLst>
              </p:cNvPr>
              <p:cNvSpPr txBox="1"/>
              <p:nvPr>
                <p:custDataLst>
                  <p:tags r:id="rId39"/>
                </p:custDataLst>
              </p:nvPr>
            </p:nvSpPr>
            <p:spPr>
              <a:xfrm>
                <a:off x="1335557" y="1635819"/>
                <a:ext cx="2294511" cy="688281"/>
              </a:xfrm>
              <a:prstGeom prst="rect">
                <a:avLst/>
              </a:prstGeom>
              <a:noFill/>
            </p:spPr>
            <p:txBody>
              <a:bodyPr wrap="square" lIns="73152" tIns="36576" rIns="73152" bIns="36576" rtlCol="0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ko-KR" altLang="en-US" sz="800" noProof="1">
                    <a:solidFill>
                      <a:prstClr val="black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플랜명을 제외한 입력한 정보를 확인 및 선택해주세요</a:t>
                </a:r>
                <a:r>
                  <a:rPr lang="en-US" altLang="ko-KR" sz="800" noProof="1">
                    <a:solidFill>
                      <a:prstClr val="black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.</a:t>
                </a:r>
                <a:r>
                  <a:rPr lang="ko-KR" altLang="en-US" sz="800" noProof="1">
                    <a:solidFill>
                      <a:prstClr val="black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 </a:t>
                </a:r>
                <a:endParaRPr lang="en-US" sz="800" noProof="1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endParaRPr>
              </a:p>
            </p:txBody>
          </p:sp>
          <p:sp>
            <p:nvSpPr>
              <p:cNvPr id="186" name="Title Bar" descr="&lt;SmartSettings&gt;&lt;SmartResize anchorLeft=&quot;Absolute&quot; anchorTop=&quot;Absolute&quot; anchorRight=&quot;Absolute&quot; anchorBottom=&quot;None&quot; /&gt;&lt;/SmartSettings&gt;">
                <a:extLst>
                  <a:ext uri="{FF2B5EF4-FFF2-40B4-BE49-F238E27FC236}">
                    <a16:creationId xmlns:a16="http://schemas.microsoft.com/office/drawing/2014/main" id="{2BCC677E-645C-43A7-8AB9-940895D1A9A5}"/>
                  </a:ext>
                </a:extLst>
              </p:cNvPr>
              <p:cNvSpPr/>
              <p:nvPr>
                <p:custDataLst>
                  <p:tags r:id="rId40"/>
                </p:custDataLst>
              </p:nvPr>
            </p:nvSpPr>
            <p:spPr>
              <a:xfrm>
                <a:off x="595686" y="1261242"/>
                <a:ext cx="3222246" cy="237744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2286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800" dirty="0">
                    <a:solidFill>
                      <a:srgbClr val="5F5F5F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Alert</a:t>
                </a:r>
              </a:p>
            </p:txBody>
          </p:sp>
          <p:sp>
            <p:nvSpPr>
              <p:cNvPr id="187" name="Close Button">
                <a:extLst>
                  <a:ext uri="{FF2B5EF4-FFF2-40B4-BE49-F238E27FC236}">
                    <a16:creationId xmlns:a16="http://schemas.microsoft.com/office/drawing/2014/main" id="{E244FDAC-BEDB-4979-8E5E-424AF797CAF8}"/>
                  </a:ext>
                </a:extLst>
              </p:cNvPr>
              <p:cNvSpPr>
                <a:spLocks noEditPoints="1"/>
              </p:cNvSpPr>
              <p:nvPr>
                <p:custDataLst>
                  <p:tags r:id="rId41"/>
                </p:custDataLst>
              </p:nvPr>
            </p:nvSpPr>
            <p:spPr bwMode="auto">
              <a:xfrm>
                <a:off x="3607048" y="1332489"/>
                <a:ext cx="98425" cy="95250"/>
              </a:xfrm>
              <a:custGeom>
                <a:avLst/>
                <a:gdLst>
                  <a:gd name="T0" fmla="*/ 254 w 254"/>
                  <a:gd name="T1" fmla="*/ 0 h 254"/>
                  <a:gd name="T2" fmla="*/ 0 w 254"/>
                  <a:gd name="T3" fmla="*/ 254 h 254"/>
                  <a:gd name="T4" fmla="*/ 0 w 254"/>
                  <a:gd name="T5" fmla="*/ 0 h 254"/>
                  <a:gd name="T6" fmla="*/ 254 w 254"/>
                  <a:gd name="T7" fmla="*/ 254 h 2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4" h="254">
                    <a:moveTo>
                      <a:pt x="254" y="0"/>
                    </a:moveTo>
                    <a:lnTo>
                      <a:pt x="0" y="254"/>
                    </a:lnTo>
                    <a:moveTo>
                      <a:pt x="0" y="0"/>
                    </a:moveTo>
                    <a:lnTo>
                      <a:pt x="254" y="254"/>
                    </a:lnTo>
                  </a:path>
                </a:pathLst>
              </a:custGeom>
              <a:noFill/>
              <a:ln w="9525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grpSp>
            <p:nvGrpSpPr>
              <p:cNvPr id="188" name="Icons">
                <a:extLst>
                  <a:ext uri="{FF2B5EF4-FFF2-40B4-BE49-F238E27FC236}">
                    <a16:creationId xmlns:a16="http://schemas.microsoft.com/office/drawing/2014/main" id="{77C1B380-92D6-4763-B69D-0E65BD86623F}"/>
                  </a:ext>
                </a:extLst>
              </p:cNvPr>
              <p:cNvGrpSpPr/>
              <p:nvPr/>
            </p:nvGrpSpPr>
            <p:grpSpPr>
              <a:xfrm>
                <a:off x="773534" y="1669713"/>
                <a:ext cx="457200" cy="396875"/>
                <a:chOff x="773534" y="1669713"/>
                <a:chExt cx="457200" cy="396875"/>
              </a:xfrm>
            </p:grpSpPr>
            <p:sp>
              <p:nvSpPr>
                <p:cNvPr id="189" name="Warning Icon" hidden="1">
                  <a:extLst>
                    <a:ext uri="{FF2B5EF4-FFF2-40B4-BE49-F238E27FC236}">
                      <a16:creationId xmlns:a16="http://schemas.microsoft.com/office/drawing/2014/main" id="{328105D9-21FA-475A-9930-CE4FFF2BCA34}"/>
                    </a:ext>
                  </a:extLst>
                </p:cNvPr>
                <p:cNvSpPr>
                  <a:spLocks noChangeAspect="1" noEditPoints="1"/>
                </p:cNvSpPr>
                <p:nvPr>
                  <p:custDataLst>
                    <p:tags r:id="rId42"/>
                  </p:custDataLst>
                </p:nvPr>
              </p:nvSpPr>
              <p:spPr bwMode="auto">
                <a:xfrm>
                  <a:off x="773534" y="1670507"/>
                  <a:ext cx="457200" cy="395287"/>
                </a:xfrm>
                <a:custGeom>
                  <a:avLst/>
                  <a:gdLst>
                    <a:gd name="T0" fmla="*/ 1270 w 1270"/>
                    <a:gd name="T1" fmla="*/ 1101 h 1101"/>
                    <a:gd name="T2" fmla="*/ 0 w 1270"/>
                    <a:gd name="T3" fmla="*/ 1101 h 1101"/>
                    <a:gd name="T4" fmla="*/ 635 w 1270"/>
                    <a:gd name="T5" fmla="*/ 0 h 1101"/>
                    <a:gd name="T6" fmla="*/ 1270 w 1270"/>
                    <a:gd name="T7" fmla="*/ 1101 h 1101"/>
                    <a:gd name="T8" fmla="*/ 579 w 1270"/>
                    <a:gd name="T9" fmla="*/ 320 h 1101"/>
                    <a:gd name="T10" fmla="*/ 579 w 1270"/>
                    <a:gd name="T11" fmla="*/ 716 h 1101"/>
                    <a:gd name="T12" fmla="*/ 691 w 1270"/>
                    <a:gd name="T13" fmla="*/ 716 h 1101"/>
                    <a:gd name="T14" fmla="*/ 691 w 1270"/>
                    <a:gd name="T15" fmla="*/ 320 h 1101"/>
                    <a:gd name="T16" fmla="*/ 579 w 1270"/>
                    <a:gd name="T17" fmla="*/ 320 h 1101"/>
                    <a:gd name="T18" fmla="*/ 635 w 1270"/>
                    <a:gd name="T19" fmla="*/ 799 h 1101"/>
                    <a:gd name="T20" fmla="*/ 564 w 1270"/>
                    <a:gd name="T21" fmla="*/ 870 h 1101"/>
                    <a:gd name="T22" fmla="*/ 635 w 1270"/>
                    <a:gd name="T23" fmla="*/ 940 h 1101"/>
                    <a:gd name="T24" fmla="*/ 706 w 1270"/>
                    <a:gd name="T25" fmla="*/ 870 h 1101"/>
                    <a:gd name="T26" fmla="*/ 635 w 1270"/>
                    <a:gd name="T27" fmla="*/ 799 h 1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270" h="1101">
                      <a:moveTo>
                        <a:pt x="1270" y="1101"/>
                      </a:moveTo>
                      <a:lnTo>
                        <a:pt x="0" y="1101"/>
                      </a:lnTo>
                      <a:lnTo>
                        <a:pt x="635" y="0"/>
                      </a:lnTo>
                      <a:lnTo>
                        <a:pt x="1270" y="1101"/>
                      </a:lnTo>
                      <a:close/>
                      <a:moveTo>
                        <a:pt x="579" y="320"/>
                      </a:moveTo>
                      <a:lnTo>
                        <a:pt x="579" y="716"/>
                      </a:lnTo>
                      <a:lnTo>
                        <a:pt x="691" y="716"/>
                      </a:lnTo>
                      <a:lnTo>
                        <a:pt x="691" y="320"/>
                      </a:lnTo>
                      <a:lnTo>
                        <a:pt x="579" y="320"/>
                      </a:lnTo>
                      <a:close/>
                      <a:moveTo>
                        <a:pt x="635" y="799"/>
                      </a:moveTo>
                      <a:cubicBezTo>
                        <a:pt x="596" y="799"/>
                        <a:pt x="564" y="831"/>
                        <a:pt x="564" y="870"/>
                      </a:cubicBezTo>
                      <a:cubicBezTo>
                        <a:pt x="564" y="909"/>
                        <a:pt x="596" y="940"/>
                        <a:pt x="635" y="940"/>
                      </a:cubicBezTo>
                      <a:cubicBezTo>
                        <a:pt x="674" y="940"/>
                        <a:pt x="706" y="909"/>
                        <a:pt x="706" y="870"/>
                      </a:cubicBezTo>
                      <a:cubicBezTo>
                        <a:pt x="706" y="831"/>
                        <a:pt x="674" y="799"/>
                        <a:pt x="635" y="799"/>
                      </a:cubicBezTo>
                      <a:close/>
                    </a:path>
                  </a:pathLst>
                </a:custGeom>
                <a:noFill/>
                <a:ln w="6350" cap="rnd">
                  <a:solidFill>
                    <a:srgbClr val="80808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190" name="Error Icon" hidden="1">
                  <a:extLst>
                    <a:ext uri="{FF2B5EF4-FFF2-40B4-BE49-F238E27FC236}">
                      <a16:creationId xmlns:a16="http://schemas.microsoft.com/office/drawing/2014/main" id="{10B99E48-F790-401F-A28D-A1ED24548A68}"/>
                    </a:ext>
                  </a:extLst>
                </p:cNvPr>
                <p:cNvSpPr>
                  <a:spLocks noChangeAspect="1" noEditPoints="1"/>
                </p:cNvSpPr>
                <p:nvPr>
                  <p:custDataLst>
                    <p:tags r:id="rId43"/>
                  </p:custDataLst>
                </p:nvPr>
              </p:nvSpPr>
              <p:spPr bwMode="auto">
                <a:xfrm>
                  <a:off x="802903" y="1670507"/>
                  <a:ext cx="398463" cy="395287"/>
                </a:xfrm>
                <a:custGeom>
                  <a:avLst/>
                  <a:gdLst>
                    <a:gd name="T0" fmla="*/ 1101 w 1101"/>
                    <a:gd name="T1" fmla="*/ 778 h 1100"/>
                    <a:gd name="T2" fmla="*/ 778 w 1101"/>
                    <a:gd name="T3" fmla="*/ 1100 h 1100"/>
                    <a:gd name="T4" fmla="*/ 322 w 1101"/>
                    <a:gd name="T5" fmla="*/ 1100 h 1100"/>
                    <a:gd name="T6" fmla="*/ 0 w 1101"/>
                    <a:gd name="T7" fmla="*/ 778 h 1100"/>
                    <a:gd name="T8" fmla="*/ 0 w 1101"/>
                    <a:gd name="T9" fmla="*/ 322 h 1100"/>
                    <a:gd name="T10" fmla="*/ 322 w 1101"/>
                    <a:gd name="T11" fmla="*/ 0 h 1100"/>
                    <a:gd name="T12" fmla="*/ 778 w 1101"/>
                    <a:gd name="T13" fmla="*/ 0 h 1100"/>
                    <a:gd name="T14" fmla="*/ 1101 w 1101"/>
                    <a:gd name="T15" fmla="*/ 322 h 1100"/>
                    <a:gd name="T16" fmla="*/ 1101 w 1101"/>
                    <a:gd name="T17" fmla="*/ 778 h 1100"/>
                    <a:gd name="T18" fmla="*/ 380 w 1101"/>
                    <a:gd name="T19" fmla="*/ 300 h 1100"/>
                    <a:gd name="T20" fmla="*/ 301 w 1101"/>
                    <a:gd name="T21" fmla="*/ 380 h 1100"/>
                    <a:gd name="T22" fmla="*/ 470 w 1101"/>
                    <a:gd name="T23" fmla="*/ 550 h 1100"/>
                    <a:gd name="T24" fmla="*/ 301 w 1101"/>
                    <a:gd name="T25" fmla="*/ 719 h 1100"/>
                    <a:gd name="T26" fmla="*/ 380 w 1101"/>
                    <a:gd name="T27" fmla="*/ 799 h 1100"/>
                    <a:gd name="T28" fmla="*/ 550 w 1101"/>
                    <a:gd name="T29" fmla="*/ 629 h 1100"/>
                    <a:gd name="T30" fmla="*/ 720 w 1101"/>
                    <a:gd name="T31" fmla="*/ 799 h 1100"/>
                    <a:gd name="T32" fmla="*/ 800 w 1101"/>
                    <a:gd name="T33" fmla="*/ 719 h 1100"/>
                    <a:gd name="T34" fmla="*/ 630 w 1101"/>
                    <a:gd name="T35" fmla="*/ 550 h 1100"/>
                    <a:gd name="T36" fmla="*/ 800 w 1101"/>
                    <a:gd name="T37" fmla="*/ 380 h 1100"/>
                    <a:gd name="T38" fmla="*/ 720 w 1101"/>
                    <a:gd name="T39" fmla="*/ 300 h 1100"/>
                    <a:gd name="T40" fmla="*/ 550 w 1101"/>
                    <a:gd name="T41" fmla="*/ 470 h 1100"/>
                    <a:gd name="T42" fmla="*/ 380 w 1101"/>
                    <a:gd name="T43" fmla="*/ 300 h 1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1101" h="1100">
                      <a:moveTo>
                        <a:pt x="1101" y="778"/>
                      </a:moveTo>
                      <a:lnTo>
                        <a:pt x="778" y="1100"/>
                      </a:lnTo>
                      <a:lnTo>
                        <a:pt x="322" y="1100"/>
                      </a:lnTo>
                      <a:lnTo>
                        <a:pt x="0" y="778"/>
                      </a:lnTo>
                      <a:lnTo>
                        <a:pt x="0" y="322"/>
                      </a:lnTo>
                      <a:lnTo>
                        <a:pt x="322" y="0"/>
                      </a:lnTo>
                      <a:lnTo>
                        <a:pt x="778" y="0"/>
                      </a:lnTo>
                      <a:lnTo>
                        <a:pt x="1101" y="322"/>
                      </a:lnTo>
                      <a:lnTo>
                        <a:pt x="1101" y="778"/>
                      </a:lnTo>
                      <a:close/>
                      <a:moveTo>
                        <a:pt x="380" y="300"/>
                      </a:moveTo>
                      <a:lnTo>
                        <a:pt x="301" y="380"/>
                      </a:lnTo>
                      <a:lnTo>
                        <a:pt x="470" y="550"/>
                      </a:lnTo>
                      <a:lnTo>
                        <a:pt x="301" y="719"/>
                      </a:lnTo>
                      <a:lnTo>
                        <a:pt x="380" y="799"/>
                      </a:lnTo>
                      <a:lnTo>
                        <a:pt x="550" y="629"/>
                      </a:lnTo>
                      <a:lnTo>
                        <a:pt x="720" y="799"/>
                      </a:lnTo>
                      <a:lnTo>
                        <a:pt x="800" y="719"/>
                      </a:lnTo>
                      <a:lnTo>
                        <a:pt x="630" y="550"/>
                      </a:lnTo>
                      <a:lnTo>
                        <a:pt x="800" y="380"/>
                      </a:lnTo>
                      <a:lnTo>
                        <a:pt x="720" y="300"/>
                      </a:lnTo>
                      <a:lnTo>
                        <a:pt x="550" y="470"/>
                      </a:lnTo>
                      <a:lnTo>
                        <a:pt x="380" y="300"/>
                      </a:lnTo>
                      <a:close/>
                    </a:path>
                  </a:pathLst>
                </a:custGeom>
                <a:noFill/>
                <a:ln w="6350" cap="rnd">
                  <a:solidFill>
                    <a:srgbClr val="80808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191" name="Question Icon" hidden="1">
                  <a:extLst>
                    <a:ext uri="{FF2B5EF4-FFF2-40B4-BE49-F238E27FC236}">
                      <a16:creationId xmlns:a16="http://schemas.microsoft.com/office/drawing/2014/main" id="{C473D290-2B71-49F2-B469-ACE4FE4E8971}"/>
                    </a:ext>
                  </a:extLst>
                </p:cNvPr>
                <p:cNvSpPr>
                  <a:spLocks noChangeAspect="1" noEditPoints="1"/>
                </p:cNvSpPr>
                <p:nvPr>
                  <p:custDataLst>
                    <p:tags r:id="rId44"/>
                  </p:custDataLst>
                </p:nvPr>
              </p:nvSpPr>
              <p:spPr bwMode="auto">
                <a:xfrm>
                  <a:off x="802903" y="1669713"/>
                  <a:ext cx="398463" cy="396875"/>
                </a:xfrm>
                <a:custGeom>
                  <a:avLst/>
                  <a:gdLst>
                    <a:gd name="T0" fmla="*/ 1101 w 1101"/>
                    <a:gd name="T1" fmla="*/ 551 h 1101"/>
                    <a:gd name="T2" fmla="*/ 550 w 1101"/>
                    <a:gd name="T3" fmla="*/ 1101 h 1101"/>
                    <a:gd name="T4" fmla="*/ 0 w 1101"/>
                    <a:gd name="T5" fmla="*/ 551 h 1101"/>
                    <a:gd name="T6" fmla="*/ 550 w 1101"/>
                    <a:gd name="T7" fmla="*/ 0 h 1101"/>
                    <a:gd name="T8" fmla="*/ 1101 w 1101"/>
                    <a:gd name="T9" fmla="*/ 551 h 1101"/>
                    <a:gd name="T10" fmla="*/ 596 w 1101"/>
                    <a:gd name="T11" fmla="*/ 685 h 1101"/>
                    <a:gd name="T12" fmla="*/ 509 w 1101"/>
                    <a:gd name="T13" fmla="*/ 685 h 1101"/>
                    <a:gd name="T14" fmla="*/ 509 w 1101"/>
                    <a:gd name="T15" fmla="*/ 625 h 1101"/>
                    <a:gd name="T16" fmla="*/ 521 w 1101"/>
                    <a:gd name="T17" fmla="*/ 577 h 1101"/>
                    <a:gd name="T18" fmla="*/ 575 w 1101"/>
                    <a:gd name="T19" fmla="*/ 527 h 1101"/>
                    <a:gd name="T20" fmla="*/ 638 w 1101"/>
                    <a:gd name="T21" fmla="*/ 424 h 1101"/>
                    <a:gd name="T22" fmla="*/ 614 w 1101"/>
                    <a:gd name="T23" fmla="*/ 359 h 1101"/>
                    <a:gd name="T24" fmla="*/ 549 w 1101"/>
                    <a:gd name="T25" fmla="*/ 334 h 1101"/>
                    <a:gd name="T26" fmla="*/ 440 w 1101"/>
                    <a:gd name="T27" fmla="*/ 462 h 1101"/>
                    <a:gd name="T28" fmla="*/ 343 w 1101"/>
                    <a:gd name="T29" fmla="*/ 445 h 1101"/>
                    <a:gd name="T30" fmla="*/ 413 w 1101"/>
                    <a:gd name="T31" fmla="*/ 295 h 1101"/>
                    <a:gd name="T32" fmla="*/ 561 w 1101"/>
                    <a:gd name="T33" fmla="*/ 241 h 1101"/>
                    <a:gd name="T34" fmla="*/ 702 w 1101"/>
                    <a:gd name="T35" fmla="*/ 291 h 1101"/>
                    <a:gd name="T36" fmla="*/ 758 w 1101"/>
                    <a:gd name="T37" fmla="*/ 418 h 1101"/>
                    <a:gd name="T38" fmla="*/ 743 w 1101"/>
                    <a:gd name="T39" fmla="*/ 489 h 1101"/>
                    <a:gd name="T40" fmla="*/ 707 w 1101"/>
                    <a:gd name="T41" fmla="*/ 541 h 1101"/>
                    <a:gd name="T42" fmla="*/ 624 w 1101"/>
                    <a:gd name="T43" fmla="*/ 606 h 1101"/>
                    <a:gd name="T44" fmla="*/ 601 w 1101"/>
                    <a:gd name="T45" fmla="*/ 632 h 1101"/>
                    <a:gd name="T46" fmla="*/ 596 w 1101"/>
                    <a:gd name="T47" fmla="*/ 685 h 1101"/>
                    <a:gd name="T48" fmla="*/ 614 w 1101"/>
                    <a:gd name="T49" fmla="*/ 749 h 1101"/>
                    <a:gd name="T50" fmla="*/ 614 w 1101"/>
                    <a:gd name="T51" fmla="*/ 861 h 1101"/>
                    <a:gd name="T52" fmla="*/ 509 w 1101"/>
                    <a:gd name="T53" fmla="*/ 861 h 1101"/>
                    <a:gd name="T54" fmla="*/ 509 w 1101"/>
                    <a:gd name="T55" fmla="*/ 749 h 1101"/>
                    <a:gd name="T56" fmla="*/ 614 w 1101"/>
                    <a:gd name="T57" fmla="*/ 749 h 1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1101" h="1101">
                      <a:moveTo>
                        <a:pt x="1101" y="551"/>
                      </a:moveTo>
                      <a:cubicBezTo>
                        <a:pt x="1101" y="854"/>
                        <a:pt x="854" y="1101"/>
                        <a:pt x="550" y="1101"/>
                      </a:cubicBezTo>
                      <a:cubicBezTo>
                        <a:pt x="246" y="1101"/>
                        <a:pt x="0" y="854"/>
                        <a:pt x="0" y="551"/>
                      </a:cubicBezTo>
                      <a:cubicBezTo>
                        <a:pt x="0" y="247"/>
                        <a:pt x="246" y="0"/>
                        <a:pt x="550" y="0"/>
                      </a:cubicBezTo>
                      <a:cubicBezTo>
                        <a:pt x="854" y="0"/>
                        <a:pt x="1101" y="247"/>
                        <a:pt x="1101" y="551"/>
                      </a:cubicBezTo>
                      <a:close/>
                      <a:moveTo>
                        <a:pt x="596" y="685"/>
                      </a:moveTo>
                      <a:lnTo>
                        <a:pt x="509" y="685"/>
                      </a:lnTo>
                      <a:lnTo>
                        <a:pt x="509" y="625"/>
                      </a:lnTo>
                      <a:cubicBezTo>
                        <a:pt x="509" y="605"/>
                        <a:pt x="513" y="589"/>
                        <a:pt x="521" y="577"/>
                      </a:cubicBezTo>
                      <a:cubicBezTo>
                        <a:pt x="529" y="565"/>
                        <a:pt x="547" y="549"/>
                        <a:pt x="575" y="527"/>
                      </a:cubicBezTo>
                      <a:cubicBezTo>
                        <a:pt x="617" y="495"/>
                        <a:pt x="638" y="460"/>
                        <a:pt x="638" y="424"/>
                      </a:cubicBezTo>
                      <a:cubicBezTo>
                        <a:pt x="638" y="397"/>
                        <a:pt x="630" y="375"/>
                        <a:pt x="614" y="359"/>
                      </a:cubicBezTo>
                      <a:cubicBezTo>
                        <a:pt x="597" y="343"/>
                        <a:pt x="576" y="334"/>
                        <a:pt x="549" y="334"/>
                      </a:cubicBezTo>
                      <a:cubicBezTo>
                        <a:pt x="488" y="334"/>
                        <a:pt x="451" y="377"/>
                        <a:pt x="440" y="462"/>
                      </a:cubicBezTo>
                      <a:lnTo>
                        <a:pt x="343" y="445"/>
                      </a:lnTo>
                      <a:cubicBezTo>
                        <a:pt x="349" y="381"/>
                        <a:pt x="372" y="331"/>
                        <a:pt x="413" y="295"/>
                      </a:cubicBezTo>
                      <a:cubicBezTo>
                        <a:pt x="454" y="259"/>
                        <a:pt x="503" y="241"/>
                        <a:pt x="561" y="241"/>
                      </a:cubicBezTo>
                      <a:cubicBezTo>
                        <a:pt x="618" y="241"/>
                        <a:pt x="665" y="257"/>
                        <a:pt x="702" y="291"/>
                      </a:cubicBezTo>
                      <a:cubicBezTo>
                        <a:pt x="739" y="325"/>
                        <a:pt x="758" y="367"/>
                        <a:pt x="758" y="418"/>
                      </a:cubicBezTo>
                      <a:cubicBezTo>
                        <a:pt x="758" y="443"/>
                        <a:pt x="753" y="467"/>
                        <a:pt x="743" y="489"/>
                      </a:cubicBezTo>
                      <a:cubicBezTo>
                        <a:pt x="732" y="512"/>
                        <a:pt x="721" y="529"/>
                        <a:pt x="707" y="541"/>
                      </a:cubicBezTo>
                      <a:cubicBezTo>
                        <a:pt x="694" y="554"/>
                        <a:pt x="667" y="575"/>
                        <a:pt x="624" y="606"/>
                      </a:cubicBezTo>
                      <a:cubicBezTo>
                        <a:pt x="612" y="615"/>
                        <a:pt x="605" y="624"/>
                        <a:pt x="601" y="632"/>
                      </a:cubicBezTo>
                      <a:cubicBezTo>
                        <a:pt x="598" y="640"/>
                        <a:pt x="596" y="658"/>
                        <a:pt x="596" y="685"/>
                      </a:cubicBezTo>
                      <a:close/>
                      <a:moveTo>
                        <a:pt x="614" y="749"/>
                      </a:moveTo>
                      <a:lnTo>
                        <a:pt x="614" y="861"/>
                      </a:lnTo>
                      <a:lnTo>
                        <a:pt x="509" y="861"/>
                      </a:lnTo>
                      <a:lnTo>
                        <a:pt x="509" y="749"/>
                      </a:lnTo>
                      <a:lnTo>
                        <a:pt x="614" y="749"/>
                      </a:lnTo>
                      <a:close/>
                    </a:path>
                  </a:pathLst>
                </a:custGeom>
                <a:noFill/>
                <a:ln w="6350" cap="rnd">
                  <a:solidFill>
                    <a:srgbClr val="80808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p:grpSp>
        </p:grpSp>
        <p:grpSp>
          <p:nvGrpSpPr>
            <p:cNvPr id="181" name="그룹 180">
              <a:extLst>
                <a:ext uri="{FF2B5EF4-FFF2-40B4-BE49-F238E27FC236}">
                  <a16:creationId xmlns:a16="http://schemas.microsoft.com/office/drawing/2014/main" id="{389E6030-B2B4-4CA8-8BF2-90D594737611}"/>
                </a:ext>
              </a:extLst>
            </p:cNvPr>
            <p:cNvGrpSpPr/>
            <p:nvPr/>
          </p:nvGrpSpPr>
          <p:grpSpPr>
            <a:xfrm>
              <a:off x="2408953" y="2651462"/>
              <a:ext cx="439286" cy="426344"/>
              <a:chOff x="2394323" y="2644147"/>
              <a:chExt cx="439286" cy="426344"/>
            </a:xfrm>
          </p:grpSpPr>
          <p:sp>
            <p:nvSpPr>
              <p:cNvPr id="182" name="타원 181">
                <a:extLst>
                  <a:ext uri="{FF2B5EF4-FFF2-40B4-BE49-F238E27FC236}">
                    <a16:creationId xmlns:a16="http://schemas.microsoft.com/office/drawing/2014/main" id="{FED00572-9073-4DB7-A4A6-60B18887B98C}"/>
                  </a:ext>
                </a:extLst>
              </p:cNvPr>
              <p:cNvSpPr/>
              <p:nvPr/>
            </p:nvSpPr>
            <p:spPr>
              <a:xfrm>
                <a:off x="2394323" y="2676136"/>
                <a:ext cx="372410" cy="372410"/>
              </a:xfrm>
              <a:prstGeom prst="ellipse">
                <a:avLst/>
              </a:prstGeom>
              <a:noFill/>
              <a:ln w="952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3" name="Text" descr="&lt;SmartSettings&gt;&lt;SmartResize anchorLeft=&quot;Absolute&quot; anchorTop=&quot;Absolute&quot; anchorRight=&quot;Absolute&quot; anchorBottom=&quot;Absolute&quot; /&gt;&lt;/SmartSettings&gt;">
                <a:extLst>
                  <a:ext uri="{FF2B5EF4-FFF2-40B4-BE49-F238E27FC236}">
                    <a16:creationId xmlns:a16="http://schemas.microsoft.com/office/drawing/2014/main" id="{C9B8FA35-CEC4-4BCD-A05A-AA33B606D955}"/>
                  </a:ext>
                </a:extLst>
              </p:cNvPr>
              <p:cNvSpPr txBox="1"/>
              <p:nvPr>
                <p:custDataLst>
                  <p:tags r:id="rId37"/>
                </p:custDataLst>
              </p:nvPr>
            </p:nvSpPr>
            <p:spPr>
              <a:xfrm>
                <a:off x="2459663" y="2644147"/>
                <a:ext cx="373946" cy="426344"/>
              </a:xfrm>
              <a:prstGeom prst="rect">
                <a:avLst/>
              </a:prstGeom>
              <a:noFill/>
            </p:spPr>
            <p:txBody>
              <a:bodyPr wrap="square" lIns="73152" tIns="36576" rIns="73152" bIns="36576" rtlCol="0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500" b="1" noProof="1">
                    <a:solidFill>
                      <a:schemeClr val="bg1">
                        <a:lumMod val="6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i</a:t>
                </a:r>
              </a:p>
            </p:txBody>
          </p:sp>
        </p:grpSp>
      </p:grpSp>
      <p:sp>
        <p:nvSpPr>
          <p:cNvPr id="192" name="Window Body" descr="&lt;SmartSettings&gt;&lt;SmartResize anchorLeft=&quot;Absolute&quot; anchorTop=&quot;Absolute&quot; anchorRight=&quot;Absolute&quot; anchorBottom=&quot;Absolute&quot; /&gt;&lt;/SmartSettings&gt;">
            <a:extLst>
              <a:ext uri="{FF2B5EF4-FFF2-40B4-BE49-F238E27FC236}">
                <a16:creationId xmlns:a16="http://schemas.microsoft.com/office/drawing/2014/main" id="{88B0129A-A079-41DE-9028-C0A0C56E66F4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3701227" y="4659170"/>
            <a:ext cx="674455" cy="237745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확인</a:t>
            </a:r>
            <a:endParaRPr lang="en-US" sz="7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07" name="Oval 35">
            <a:extLst>
              <a:ext uri="{FF2B5EF4-FFF2-40B4-BE49-F238E27FC236}">
                <a16:creationId xmlns:a16="http://schemas.microsoft.com/office/drawing/2014/main" id="{2D20D3EA-C44B-4B6E-8BBC-8F039D6E05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6993" y="1742851"/>
            <a:ext cx="179388" cy="179387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800" b="1" dirty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208" name="Oval 35">
            <a:extLst>
              <a:ext uri="{FF2B5EF4-FFF2-40B4-BE49-F238E27FC236}">
                <a16:creationId xmlns:a16="http://schemas.microsoft.com/office/drawing/2014/main" id="{F55A89CB-063E-4BC7-AD34-92E3DBF8CF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6993" y="3493733"/>
            <a:ext cx="179388" cy="179387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800" b="1" dirty="0">
                <a:solidFill>
                  <a:srgbClr val="FFFFFF"/>
                </a:solidFill>
              </a:rPr>
              <a:t>9</a:t>
            </a:r>
          </a:p>
        </p:txBody>
      </p:sp>
      <p:grpSp>
        <p:nvGrpSpPr>
          <p:cNvPr id="209" name="그룹 208">
            <a:extLst>
              <a:ext uri="{FF2B5EF4-FFF2-40B4-BE49-F238E27FC236}">
                <a16:creationId xmlns:a16="http://schemas.microsoft.com/office/drawing/2014/main" id="{B71FB9CE-4F28-456F-BBE9-951FB95821E6}"/>
              </a:ext>
            </a:extLst>
          </p:cNvPr>
          <p:cNvGrpSpPr/>
          <p:nvPr/>
        </p:nvGrpSpPr>
        <p:grpSpPr>
          <a:xfrm>
            <a:off x="1375384" y="5227175"/>
            <a:ext cx="3222246" cy="1507358"/>
            <a:chOff x="2189118" y="2266871"/>
            <a:chExt cx="3222246" cy="1507358"/>
          </a:xfrm>
        </p:grpSpPr>
        <p:grpSp>
          <p:nvGrpSpPr>
            <p:cNvPr id="210" name="Alert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9ftbPzdYjmrrprxs6peuBe+uy7PGWnG8otq+na9Gr9eZHV7+q7Nlw0hI52dZ9P8671F41q2dVV+zU7Hp5f5ssXLv3GyzBZ5s6IP07D1b5z84t84SelZrSdlMU2nZdY00ubLFRM0fRT8+SRrcnlDX+SX6+Iya/P07FU2K6on67atlmkxrZZny/PK/+yzdLkuy8NbvPndrF7SiL/ey6d1XdVf79WfWOcNBhp9+4b3q2Uuv71/1+2V/tZ8jXfnda4dx9/uv8+c8e1sOSvz+rt1tlrlNY/ee/1knk/f5rOTeba8yGf+C8NoxcBOuhS5DWAPtPBldZnXdTHL00lVlenZsmi3zny2hGymTeeDUXp2vFqlhMcdB9BjWzwT4ucxw+u/jRcDZPCIIG4dE77t63m2yps0836nIeRXqfftFkEZv86hn/KZfCSQPZwieOEpztMtD/b4rGG4nRcHXsZz9256PJulH53R1H6UTlWbxNu+1/TTECNzvXUWwvj9QyB3PI7xn7Pn2SQvGQH57bPeTI5pGPzdFo/l0UdDsCyQ8RdZfVEsFdmX2WxG07bV/Xr8PD9vR723xm+qVeTTV8XFnFrvDA7EG/vndbVeMQj5LT6m7gtbm8bFLYbH5X/tjSv42I4r+FTH1fv8SUWILdJP0vub0OrreAcoHCJNHrXdOHcdYGPlIAIaCMIU/XwmYoY/xnjv/cEqY6afCM63Yv+x/8eGLqMGbJgy2nwjcfogb00fffVrAf/ZpFLEUg/TiBtvpFAX3K3pwy9+DcA/m7SJuyLD5DHtN1IoAvTWRDLvfj3w3wSpNps59YFusnTv6ZEM2LonXSjvZ+0EiVvYOx3UsMnzIMWNQ7+BmofIF2wgIp+/v+kTIM03Yv0GHGu/i5407Kby2yDdYkAHREHnwEqD/j3+0oD4Gl144vAeDHkb3TEUS2wk156SqxmkVxTsexLsjYXxdTr5WSTZYAi1kWj3biZaHPD7ks2D8vU6+tkjXfzTOm/X9TJt63Ueee+X9D/KS5NX8J9fvBH6eUYv3Qze+/OXbAotL6tilj4tmlXV5FvDESOislsbsPR3lZj2FsHebUGOLYqRod8aSj+Ix9OhHIb6Huxy+8G+B9CNw30POIMDDj/gfECsy5B1NOHBLHMW0rzjB2xVk5+m2D9t8uUsr0fiSxzXF02aD/NYkN+pA4UkcNKsCRp1hoWJ81/TiUl/4S/0oRnlcPN8WR+QGSy9ReTVxeAz8fo6gVgklcEv37ITKI2hnvrxzG07G46VNvXXjRBu29tQ5LGpr4iXfdvuPB++/8bPVm4Lz4Aqv32Oyzz9GIVH+QF2wBdmoebPB3GWlxrj4Rgu0Y/Hm3zbCFvGXN2BSfwaHQ4JQ9RdfL9uN7qkg/3Gva337Dn06v5/II6Gpazb/OFCmS/XC6e+hiWMDMQo/EjVeOdTVredz4xOvDUqOs5BbCwrdzpyvNb9wmOFASzuUpbjcbNeUBx9fRR+/LpYrMrivAB/TGlRs0nbKm2ESarzNFumHzHaH4074O724ZnBykKgz3qP0jPxi7JJ6bnqnaHbFSpdeYm7XaYVg04LmjzMrvx1ixeuZGrf650cE/9eb/wiZYv3ekkYf/c92++9Z/t7nfbhGwOsYr7CaleRlcUPwC+sQx43Oc14nZ9/9pE34x/dPaKpadpsScvG5zWtBLTzPG1W+RS8NusDFpbzmMwiE2E0PBqB+SqMf7yCqRVw/Gt0IQ9PRIu186IZC+PRv1G9CgI8o/G4vrZcX90woxchKNKyECnq8UakLvJOm4F2eDS4DYXCs/g95ve+6zC5+ybeFZ4+l3vwAm7ufa5c2/tcuVM/v5UNeC8G/jxvSbHV5DvRT/Ake7kzUk5ldk1JDsqA4lO2TPRxVlYXX5Mp2b8MDQ+eD5xhGNnNhnXgRTycfvB5Y/yTRVOQSoZf8kUxraumOm/HX56fF9N8fFLV+fiLpnpTF69b0iLjBX5f+75q7FEevDEAM4/1k7rM+UNBbvPiFh6LXyggPxTsNi0t4bG49STxh4LeDYs6Pdk0D0nQ0/w8W5dtepmV60jyDs9tGSmSEWx+WBLVXBXtdJ5u8TA2kG8DCDxTyhx1Bvpo8xt4BkT59vO9gbPMMyyUt+vm2UCetfsMCdc328sGMflmO5rUefb2hnadSVdN9LM977cdwYdO/C3560fzzjr+/y+zftt+Pmzab8lb/2+edWM6fzTxPxu9fPDM35LDbjPxM/F0bjHRlBmsriQxV1+sF5QcPn03zVcYyNZHXy2b9WpV1ZSe8+IL9jvGg0vIeCLu0cDH33RoRTmvCeWnKY1kspg/G3GWSRz2UmB4In7XDzXa8oPgr+WSb4y/8fjh9Hv3wPJ0yy7ufUAXX98z9oMAk/zelO03zwDX47FB0//LJ+c9evh/z9xsXBIxz48m55Y9fMNzEy4aDb06bDDiX7x/NH8bQf65jOrjvHf7aTscIhWebzxl0KPmLVyNOO/fboS3dcLi3P8N93ELB6xPKaekfpZJdVs38v+9lPJUxv/3aXXbLm5Bqp8tr15p/cN17NWdvqyKWSrrtPnWzatlJ2We1Vs3rnndEDV89DKrG1ow5HDgorjMl/6SIk/zK6ytYUXxHNEFPkF8kbVkU1Z13hBF8XIf9CqrW17F/pBIQ1dQmTaRxT/3q7fm+D60638H0+VgwV/AUtiApRCzGoXT1tf9DzeYS9fn+M31ijselCoeNlpBrD6vq/UKS3gehJNqTdNCIHbxBa2mjvmVr9qibMYUKb7IFsHKKZrKAvJH72+vGQGG36QX+P2szRcNaQUPoc/t5xtECmTwAOgq5Nc30tEp8J8b3scDpqdVuzYtaEC7h/Tj8WfeKIXS9PEnn9ywfIPnFv3hYVoK9VK/s+8V37+F/sTDS9zTbPkqJ05v8tcKqr2dBsZzA+1cw1uOCY9l8/fk8ON1Kx/c6PJ3H+nNvn9jt0FLdC0KhuZ4ls9e5dOWmLn8umh8O2ve5O9IhZHwfVNxSPd5j9nA0w31jLqz6mT8QpH9SExjujukIIae98QIT4iRIHJLtvWfPv+f39Jb858N0XLs6UTQe7ck694PjawGo/9Pk/XeLcl674dGVoPR/3fI+h5NLfW/jvZ+RjEMWdHFe8zEe84CMAuWaTYwBhb3UzT8IXBGB6f/77AGHjvn3bWpDcTVRfQfFn37mP1/lMThstwGAvNq9Q+LvF2s/j9K3N5q5Ab6mnXhHxaJI7j9f4fKt2x6y2bnxTIryxsCNvO8B6nBAh3SvOe8fkEpknlWjhXESbX4cvLTFAuINdyUI/KfW5DhhiY3fH0rAt6CcIPDdYHoTWPegOnXTpvhmWacuz/58gubxEvzd5HpHBgmEiHPq4uLvB6zJt366FlWlJT8aysy1kVL6aniB5qDZU5p6OOGgr5pnp5T5onWQEqiBL3AU9+MPxqh/8OhBYd4jg7PBy72v6K8my7ze+m6L/KmyS7yJ9U7QR5JO4P/10266RDCFhHy9n2w4fTNwOwMMl4Ad4j3us4W+r6Z8PxmzMn55rDvgh4aQMSbeb8xdOz1NzeCEPAQ/j134f2w75vCb24APdhDY4jZ4/cbRpC7+OZG4IMdQr6TNvk6eGty4JvGe+8WeNu8xNfBW6Pvbxrve7fA2wb+t8Pb+1N/pR+/5P8B96SA2U9VAAA=&lt;/Code&gt;&lt;CodeSignature&gt;BLF4JWurVfxIUHaELsi3Nd7j9DhOHL/Mzfty2RbBJndEYSJzEH2XjlOCGM5N4Y9nV5FTIAS219vteJTD3Z/4XWVvkZtfgQxlLmoV4wsdfH8OKo8X1itX6TvbMBqX/oVA+6SyYCB5R8xQ4594vwKX3+d6QJj8QV8I9/euyLGJBof34ivmhhRbXnBaRyyay1r8dKnNOuIGkZTn/zoB/RFkN++hixRlxyYGoJYmk9hnLTUGhiN+xcV4T178pA3JDT3bqSjbV1YYEDUiXfNhZcEEDh1Y2sAb87IQ+7WlC694jPU9ip4XAQBKAedRPoA3wYsewBmLptQX6R00D9TbbxddDA==&lt;/CodeSignature&gt;&lt;/SmartOptions&gt;&lt;SmartResize enabled=&quot;True&quot; minWidth=&quot;190&quot; minHeight=&quot;110&quot; /&gt;&lt;/SmartSettings&gt;">
              <a:extLst>
                <a:ext uri="{FF2B5EF4-FFF2-40B4-BE49-F238E27FC236}">
                  <a16:creationId xmlns:a16="http://schemas.microsoft.com/office/drawing/2014/main" id="{D34B1128-E8CA-4A5F-90A0-9ED266BA0D61}"/>
                </a:ext>
              </a:extLst>
            </p:cNvPr>
            <p:cNvGrpSpPr/>
            <p:nvPr>
              <p:custDataLst>
                <p:tags r:id="rId27"/>
              </p:custDataLst>
            </p:nvPr>
          </p:nvGrpSpPr>
          <p:grpSpPr>
            <a:xfrm>
              <a:off x="2189118" y="2266871"/>
              <a:ext cx="3222246" cy="1507358"/>
              <a:chOff x="595686" y="1261242"/>
              <a:chExt cx="3222246" cy="1507358"/>
            </a:xfrm>
          </p:grpSpPr>
          <p:sp>
            <p:nvSpPr>
              <p:cNvPr id="214" name="Window Body" descr="&lt;SmartSettings&gt;&lt;SmartResize anchorLeft=&quot;Absolute&quot; anchorTop=&quot;Absolute&quot; anchorRight=&quot;Absolute&quot; anchorBottom=&quot;Absolute&quot; /&gt;&lt;/SmartSettings&gt;">
                <a:extLst>
                  <a:ext uri="{FF2B5EF4-FFF2-40B4-BE49-F238E27FC236}">
                    <a16:creationId xmlns:a16="http://schemas.microsoft.com/office/drawing/2014/main" id="{03D6F229-647D-4AF9-9DD7-9752AF3EABF2}"/>
                  </a:ext>
                </a:extLst>
              </p:cNvPr>
              <p:cNvSpPr/>
              <p:nvPr>
                <p:custDataLst>
                  <p:tags r:id="rId29"/>
                </p:custDataLst>
              </p:nvPr>
            </p:nvSpPr>
            <p:spPr>
              <a:xfrm>
                <a:off x="595686" y="1498986"/>
                <a:ext cx="3222246" cy="1269614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215" name="Text" descr="&lt;SmartSettings&gt;&lt;SmartResize anchorLeft=&quot;Absolute&quot; anchorTop=&quot;Absolute&quot; anchorRight=&quot;Absolute&quot; anchorBottom=&quot;Absolute&quot; /&gt;&lt;/SmartSettings&gt;">
                <a:extLst>
                  <a:ext uri="{FF2B5EF4-FFF2-40B4-BE49-F238E27FC236}">
                    <a16:creationId xmlns:a16="http://schemas.microsoft.com/office/drawing/2014/main" id="{DF879FF8-980A-49C5-BD94-5332A6E950AC}"/>
                  </a:ext>
                </a:extLst>
              </p:cNvPr>
              <p:cNvSpPr txBox="1"/>
              <p:nvPr>
                <p:custDataLst>
                  <p:tags r:id="rId30"/>
                </p:custDataLst>
              </p:nvPr>
            </p:nvSpPr>
            <p:spPr>
              <a:xfrm>
                <a:off x="1239904" y="1645309"/>
                <a:ext cx="2572547" cy="688281"/>
              </a:xfrm>
              <a:prstGeom prst="rect">
                <a:avLst/>
              </a:prstGeom>
              <a:noFill/>
            </p:spPr>
            <p:txBody>
              <a:bodyPr wrap="square" lIns="73152" tIns="36576" rIns="73152" bIns="36576" rtlCol="0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ko-KR" altLang="en-US" sz="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입력한 정보를 확인 및 선택해주세요</a:t>
                </a:r>
                <a:r>
                  <a:rPr lang="en-US" altLang="ko-KR" sz="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.</a:t>
                </a:r>
                <a:endParaRPr lang="ko-KR" altLang="en-US" sz="800" dirty="0"/>
              </a:p>
            </p:txBody>
          </p:sp>
          <p:sp>
            <p:nvSpPr>
              <p:cNvPr id="216" name="Title Bar" descr="&lt;SmartSettings&gt;&lt;SmartResize anchorLeft=&quot;Absolute&quot; anchorTop=&quot;Absolute&quot; anchorRight=&quot;Absolute&quot; anchorBottom=&quot;None&quot; /&gt;&lt;/SmartSettings&gt;">
                <a:extLst>
                  <a:ext uri="{FF2B5EF4-FFF2-40B4-BE49-F238E27FC236}">
                    <a16:creationId xmlns:a16="http://schemas.microsoft.com/office/drawing/2014/main" id="{7AB1C4FC-D338-4EBC-860B-E4723315422B}"/>
                  </a:ext>
                </a:extLst>
              </p:cNvPr>
              <p:cNvSpPr/>
              <p:nvPr>
                <p:custDataLst>
                  <p:tags r:id="rId31"/>
                </p:custDataLst>
              </p:nvPr>
            </p:nvSpPr>
            <p:spPr>
              <a:xfrm>
                <a:off x="595686" y="1261242"/>
                <a:ext cx="3222246" cy="237744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2286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800" dirty="0">
                    <a:solidFill>
                      <a:srgbClr val="5F5F5F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Alert</a:t>
                </a:r>
              </a:p>
            </p:txBody>
          </p:sp>
          <p:sp>
            <p:nvSpPr>
              <p:cNvPr id="217" name="Close Button">
                <a:extLst>
                  <a:ext uri="{FF2B5EF4-FFF2-40B4-BE49-F238E27FC236}">
                    <a16:creationId xmlns:a16="http://schemas.microsoft.com/office/drawing/2014/main" id="{9BFD2F6E-9D35-40BF-BFC3-1CE539C23706}"/>
                  </a:ext>
                </a:extLst>
              </p:cNvPr>
              <p:cNvSpPr>
                <a:spLocks noEditPoints="1"/>
              </p:cNvSpPr>
              <p:nvPr>
                <p:custDataLst>
                  <p:tags r:id="rId32"/>
                </p:custDataLst>
              </p:nvPr>
            </p:nvSpPr>
            <p:spPr bwMode="auto">
              <a:xfrm>
                <a:off x="3607048" y="1332489"/>
                <a:ext cx="98425" cy="95250"/>
              </a:xfrm>
              <a:custGeom>
                <a:avLst/>
                <a:gdLst>
                  <a:gd name="T0" fmla="*/ 254 w 254"/>
                  <a:gd name="T1" fmla="*/ 0 h 254"/>
                  <a:gd name="T2" fmla="*/ 0 w 254"/>
                  <a:gd name="T3" fmla="*/ 254 h 254"/>
                  <a:gd name="T4" fmla="*/ 0 w 254"/>
                  <a:gd name="T5" fmla="*/ 0 h 254"/>
                  <a:gd name="T6" fmla="*/ 254 w 254"/>
                  <a:gd name="T7" fmla="*/ 254 h 2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4" h="254">
                    <a:moveTo>
                      <a:pt x="254" y="0"/>
                    </a:moveTo>
                    <a:lnTo>
                      <a:pt x="0" y="254"/>
                    </a:lnTo>
                    <a:moveTo>
                      <a:pt x="0" y="0"/>
                    </a:moveTo>
                    <a:lnTo>
                      <a:pt x="254" y="254"/>
                    </a:lnTo>
                  </a:path>
                </a:pathLst>
              </a:custGeom>
              <a:noFill/>
              <a:ln w="9525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grpSp>
            <p:nvGrpSpPr>
              <p:cNvPr id="218" name="Icons">
                <a:extLst>
                  <a:ext uri="{FF2B5EF4-FFF2-40B4-BE49-F238E27FC236}">
                    <a16:creationId xmlns:a16="http://schemas.microsoft.com/office/drawing/2014/main" id="{D07362FA-7CBA-4F87-A09A-1B39D06C9708}"/>
                  </a:ext>
                </a:extLst>
              </p:cNvPr>
              <p:cNvGrpSpPr/>
              <p:nvPr/>
            </p:nvGrpSpPr>
            <p:grpSpPr>
              <a:xfrm>
                <a:off x="773534" y="1669713"/>
                <a:ext cx="457200" cy="396875"/>
                <a:chOff x="773534" y="1669713"/>
                <a:chExt cx="457200" cy="396875"/>
              </a:xfrm>
            </p:grpSpPr>
            <p:sp>
              <p:nvSpPr>
                <p:cNvPr id="219" name="Warning Icon" hidden="1">
                  <a:extLst>
                    <a:ext uri="{FF2B5EF4-FFF2-40B4-BE49-F238E27FC236}">
                      <a16:creationId xmlns:a16="http://schemas.microsoft.com/office/drawing/2014/main" id="{B8413171-4E48-40B1-9FCD-790948D04365}"/>
                    </a:ext>
                  </a:extLst>
                </p:cNvPr>
                <p:cNvSpPr>
                  <a:spLocks noChangeAspect="1" noEditPoints="1"/>
                </p:cNvSpPr>
                <p:nvPr>
                  <p:custDataLst>
                    <p:tags r:id="rId33"/>
                  </p:custDataLst>
                </p:nvPr>
              </p:nvSpPr>
              <p:spPr bwMode="auto">
                <a:xfrm>
                  <a:off x="773534" y="1670507"/>
                  <a:ext cx="457200" cy="395287"/>
                </a:xfrm>
                <a:custGeom>
                  <a:avLst/>
                  <a:gdLst>
                    <a:gd name="T0" fmla="*/ 1270 w 1270"/>
                    <a:gd name="T1" fmla="*/ 1101 h 1101"/>
                    <a:gd name="T2" fmla="*/ 0 w 1270"/>
                    <a:gd name="T3" fmla="*/ 1101 h 1101"/>
                    <a:gd name="T4" fmla="*/ 635 w 1270"/>
                    <a:gd name="T5" fmla="*/ 0 h 1101"/>
                    <a:gd name="T6" fmla="*/ 1270 w 1270"/>
                    <a:gd name="T7" fmla="*/ 1101 h 1101"/>
                    <a:gd name="T8" fmla="*/ 579 w 1270"/>
                    <a:gd name="T9" fmla="*/ 320 h 1101"/>
                    <a:gd name="T10" fmla="*/ 579 w 1270"/>
                    <a:gd name="T11" fmla="*/ 716 h 1101"/>
                    <a:gd name="T12" fmla="*/ 691 w 1270"/>
                    <a:gd name="T13" fmla="*/ 716 h 1101"/>
                    <a:gd name="T14" fmla="*/ 691 w 1270"/>
                    <a:gd name="T15" fmla="*/ 320 h 1101"/>
                    <a:gd name="T16" fmla="*/ 579 w 1270"/>
                    <a:gd name="T17" fmla="*/ 320 h 1101"/>
                    <a:gd name="T18" fmla="*/ 635 w 1270"/>
                    <a:gd name="T19" fmla="*/ 799 h 1101"/>
                    <a:gd name="T20" fmla="*/ 564 w 1270"/>
                    <a:gd name="T21" fmla="*/ 870 h 1101"/>
                    <a:gd name="T22" fmla="*/ 635 w 1270"/>
                    <a:gd name="T23" fmla="*/ 940 h 1101"/>
                    <a:gd name="T24" fmla="*/ 706 w 1270"/>
                    <a:gd name="T25" fmla="*/ 870 h 1101"/>
                    <a:gd name="T26" fmla="*/ 635 w 1270"/>
                    <a:gd name="T27" fmla="*/ 799 h 1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270" h="1101">
                      <a:moveTo>
                        <a:pt x="1270" y="1101"/>
                      </a:moveTo>
                      <a:lnTo>
                        <a:pt x="0" y="1101"/>
                      </a:lnTo>
                      <a:lnTo>
                        <a:pt x="635" y="0"/>
                      </a:lnTo>
                      <a:lnTo>
                        <a:pt x="1270" y="1101"/>
                      </a:lnTo>
                      <a:close/>
                      <a:moveTo>
                        <a:pt x="579" y="320"/>
                      </a:moveTo>
                      <a:lnTo>
                        <a:pt x="579" y="716"/>
                      </a:lnTo>
                      <a:lnTo>
                        <a:pt x="691" y="716"/>
                      </a:lnTo>
                      <a:lnTo>
                        <a:pt x="691" y="320"/>
                      </a:lnTo>
                      <a:lnTo>
                        <a:pt x="579" y="320"/>
                      </a:lnTo>
                      <a:close/>
                      <a:moveTo>
                        <a:pt x="635" y="799"/>
                      </a:moveTo>
                      <a:cubicBezTo>
                        <a:pt x="596" y="799"/>
                        <a:pt x="564" y="831"/>
                        <a:pt x="564" y="870"/>
                      </a:cubicBezTo>
                      <a:cubicBezTo>
                        <a:pt x="564" y="909"/>
                        <a:pt x="596" y="940"/>
                        <a:pt x="635" y="940"/>
                      </a:cubicBezTo>
                      <a:cubicBezTo>
                        <a:pt x="674" y="940"/>
                        <a:pt x="706" y="909"/>
                        <a:pt x="706" y="870"/>
                      </a:cubicBezTo>
                      <a:cubicBezTo>
                        <a:pt x="706" y="831"/>
                        <a:pt x="674" y="799"/>
                        <a:pt x="635" y="799"/>
                      </a:cubicBezTo>
                      <a:close/>
                    </a:path>
                  </a:pathLst>
                </a:custGeom>
                <a:noFill/>
                <a:ln w="6350" cap="rnd">
                  <a:solidFill>
                    <a:srgbClr val="80808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220" name="Error Icon" hidden="1">
                  <a:extLst>
                    <a:ext uri="{FF2B5EF4-FFF2-40B4-BE49-F238E27FC236}">
                      <a16:creationId xmlns:a16="http://schemas.microsoft.com/office/drawing/2014/main" id="{91D6107F-0A53-433A-9AF1-6628BD411F1B}"/>
                    </a:ext>
                  </a:extLst>
                </p:cNvPr>
                <p:cNvSpPr>
                  <a:spLocks noChangeAspect="1" noEditPoints="1"/>
                </p:cNvSpPr>
                <p:nvPr>
                  <p:custDataLst>
                    <p:tags r:id="rId34"/>
                  </p:custDataLst>
                </p:nvPr>
              </p:nvSpPr>
              <p:spPr bwMode="auto">
                <a:xfrm>
                  <a:off x="802903" y="1670507"/>
                  <a:ext cx="398463" cy="395287"/>
                </a:xfrm>
                <a:custGeom>
                  <a:avLst/>
                  <a:gdLst>
                    <a:gd name="T0" fmla="*/ 1101 w 1101"/>
                    <a:gd name="T1" fmla="*/ 778 h 1100"/>
                    <a:gd name="T2" fmla="*/ 778 w 1101"/>
                    <a:gd name="T3" fmla="*/ 1100 h 1100"/>
                    <a:gd name="T4" fmla="*/ 322 w 1101"/>
                    <a:gd name="T5" fmla="*/ 1100 h 1100"/>
                    <a:gd name="T6" fmla="*/ 0 w 1101"/>
                    <a:gd name="T7" fmla="*/ 778 h 1100"/>
                    <a:gd name="T8" fmla="*/ 0 w 1101"/>
                    <a:gd name="T9" fmla="*/ 322 h 1100"/>
                    <a:gd name="T10" fmla="*/ 322 w 1101"/>
                    <a:gd name="T11" fmla="*/ 0 h 1100"/>
                    <a:gd name="T12" fmla="*/ 778 w 1101"/>
                    <a:gd name="T13" fmla="*/ 0 h 1100"/>
                    <a:gd name="T14" fmla="*/ 1101 w 1101"/>
                    <a:gd name="T15" fmla="*/ 322 h 1100"/>
                    <a:gd name="T16" fmla="*/ 1101 w 1101"/>
                    <a:gd name="T17" fmla="*/ 778 h 1100"/>
                    <a:gd name="T18" fmla="*/ 380 w 1101"/>
                    <a:gd name="T19" fmla="*/ 300 h 1100"/>
                    <a:gd name="T20" fmla="*/ 301 w 1101"/>
                    <a:gd name="T21" fmla="*/ 380 h 1100"/>
                    <a:gd name="T22" fmla="*/ 470 w 1101"/>
                    <a:gd name="T23" fmla="*/ 550 h 1100"/>
                    <a:gd name="T24" fmla="*/ 301 w 1101"/>
                    <a:gd name="T25" fmla="*/ 719 h 1100"/>
                    <a:gd name="T26" fmla="*/ 380 w 1101"/>
                    <a:gd name="T27" fmla="*/ 799 h 1100"/>
                    <a:gd name="T28" fmla="*/ 550 w 1101"/>
                    <a:gd name="T29" fmla="*/ 629 h 1100"/>
                    <a:gd name="T30" fmla="*/ 720 w 1101"/>
                    <a:gd name="T31" fmla="*/ 799 h 1100"/>
                    <a:gd name="T32" fmla="*/ 800 w 1101"/>
                    <a:gd name="T33" fmla="*/ 719 h 1100"/>
                    <a:gd name="T34" fmla="*/ 630 w 1101"/>
                    <a:gd name="T35" fmla="*/ 550 h 1100"/>
                    <a:gd name="T36" fmla="*/ 800 w 1101"/>
                    <a:gd name="T37" fmla="*/ 380 h 1100"/>
                    <a:gd name="T38" fmla="*/ 720 w 1101"/>
                    <a:gd name="T39" fmla="*/ 300 h 1100"/>
                    <a:gd name="T40" fmla="*/ 550 w 1101"/>
                    <a:gd name="T41" fmla="*/ 470 h 1100"/>
                    <a:gd name="T42" fmla="*/ 380 w 1101"/>
                    <a:gd name="T43" fmla="*/ 300 h 1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1101" h="1100">
                      <a:moveTo>
                        <a:pt x="1101" y="778"/>
                      </a:moveTo>
                      <a:lnTo>
                        <a:pt x="778" y="1100"/>
                      </a:lnTo>
                      <a:lnTo>
                        <a:pt x="322" y="1100"/>
                      </a:lnTo>
                      <a:lnTo>
                        <a:pt x="0" y="778"/>
                      </a:lnTo>
                      <a:lnTo>
                        <a:pt x="0" y="322"/>
                      </a:lnTo>
                      <a:lnTo>
                        <a:pt x="322" y="0"/>
                      </a:lnTo>
                      <a:lnTo>
                        <a:pt x="778" y="0"/>
                      </a:lnTo>
                      <a:lnTo>
                        <a:pt x="1101" y="322"/>
                      </a:lnTo>
                      <a:lnTo>
                        <a:pt x="1101" y="778"/>
                      </a:lnTo>
                      <a:close/>
                      <a:moveTo>
                        <a:pt x="380" y="300"/>
                      </a:moveTo>
                      <a:lnTo>
                        <a:pt x="301" y="380"/>
                      </a:lnTo>
                      <a:lnTo>
                        <a:pt x="470" y="550"/>
                      </a:lnTo>
                      <a:lnTo>
                        <a:pt x="301" y="719"/>
                      </a:lnTo>
                      <a:lnTo>
                        <a:pt x="380" y="799"/>
                      </a:lnTo>
                      <a:lnTo>
                        <a:pt x="550" y="629"/>
                      </a:lnTo>
                      <a:lnTo>
                        <a:pt x="720" y="799"/>
                      </a:lnTo>
                      <a:lnTo>
                        <a:pt x="800" y="719"/>
                      </a:lnTo>
                      <a:lnTo>
                        <a:pt x="630" y="550"/>
                      </a:lnTo>
                      <a:lnTo>
                        <a:pt x="800" y="380"/>
                      </a:lnTo>
                      <a:lnTo>
                        <a:pt x="720" y="300"/>
                      </a:lnTo>
                      <a:lnTo>
                        <a:pt x="550" y="470"/>
                      </a:lnTo>
                      <a:lnTo>
                        <a:pt x="380" y="300"/>
                      </a:lnTo>
                      <a:close/>
                    </a:path>
                  </a:pathLst>
                </a:custGeom>
                <a:noFill/>
                <a:ln w="6350" cap="rnd">
                  <a:solidFill>
                    <a:srgbClr val="80808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221" name="Question Icon" hidden="1">
                  <a:extLst>
                    <a:ext uri="{FF2B5EF4-FFF2-40B4-BE49-F238E27FC236}">
                      <a16:creationId xmlns:a16="http://schemas.microsoft.com/office/drawing/2014/main" id="{F29D4023-3904-4AD7-9EFC-E51E29408EBE}"/>
                    </a:ext>
                  </a:extLst>
                </p:cNvPr>
                <p:cNvSpPr>
                  <a:spLocks noChangeAspect="1" noEditPoints="1"/>
                </p:cNvSpPr>
                <p:nvPr>
                  <p:custDataLst>
                    <p:tags r:id="rId35"/>
                  </p:custDataLst>
                </p:nvPr>
              </p:nvSpPr>
              <p:spPr bwMode="auto">
                <a:xfrm>
                  <a:off x="802903" y="1669713"/>
                  <a:ext cx="398463" cy="396875"/>
                </a:xfrm>
                <a:custGeom>
                  <a:avLst/>
                  <a:gdLst>
                    <a:gd name="T0" fmla="*/ 1101 w 1101"/>
                    <a:gd name="T1" fmla="*/ 551 h 1101"/>
                    <a:gd name="T2" fmla="*/ 550 w 1101"/>
                    <a:gd name="T3" fmla="*/ 1101 h 1101"/>
                    <a:gd name="T4" fmla="*/ 0 w 1101"/>
                    <a:gd name="T5" fmla="*/ 551 h 1101"/>
                    <a:gd name="T6" fmla="*/ 550 w 1101"/>
                    <a:gd name="T7" fmla="*/ 0 h 1101"/>
                    <a:gd name="T8" fmla="*/ 1101 w 1101"/>
                    <a:gd name="T9" fmla="*/ 551 h 1101"/>
                    <a:gd name="T10" fmla="*/ 596 w 1101"/>
                    <a:gd name="T11" fmla="*/ 685 h 1101"/>
                    <a:gd name="T12" fmla="*/ 509 w 1101"/>
                    <a:gd name="T13" fmla="*/ 685 h 1101"/>
                    <a:gd name="T14" fmla="*/ 509 w 1101"/>
                    <a:gd name="T15" fmla="*/ 625 h 1101"/>
                    <a:gd name="T16" fmla="*/ 521 w 1101"/>
                    <a:gd name="T17" fmla="*/ 577 h 1101"/>
                    <a:gd name="T18" fmla="*/ 575 w 1101"/>
                    <a:gd name="T19" fmla="*/ 527 h 1101"/>
                    <a:gd name="T20" fmla="*/ 638 w 1101"/>
                    <a:gd name="T21" fmla="*/ 424 h 1101"/>
                    <a:gd name="T22" fmla="*/ 614 w 1101"/>
                    <a:gd name="T23" fmla="*/ 359 h 1101"/>
                    <a:gd name="T24" fmla="*/ 549 w 1101"/>
                    <a:gd name="T25" fmla="*/ 334 h 1101"/>
                    <a:gd name="T26" fmla="*/ 440 w 1101"/>
                    <a:gd name="T27" fmla="*/ 462 h 1101"/>
                    <a:gd name="T28" fmla="*/ 343 w 1101"/>
                    <a:gd name="T29" fmla="*/ 445 h 1101"/>
                    <a:gd name="T30" fmla="*/ 413 w 1101"/>
                    <a:gd name="T31" fmla="*/ 295 h 1101"/>
                    <a:gd name="T32" fmla="*/ 561 w 1101"/>
                    <a:gd name="T33" fmla="*/ 241 h 1101"/>
                    <a:gd name="T34" fmla="*/ 702 w 1101"/>
                    <a:gd name="T35" fmla="*/ 291 h 1101"/>
                    <a:gd name="T36" fmla="*/ 758 w 1101"/>
                    <a:gd name="T37" fmla="*/ 418 h 1101"/>
                    <a:gd name="T38" fmla="*/ 743 w 1101"/>
                    <a:gd name="T39" fmla="*/ 489 h 1101"/>
                    <a:gd name="T40" fmla="*/ 707 w 1101"/>
                    <a:gd name="T41" fmla="*/ 541 h 1101"/>
                    <a:gd name="T42" fmla="*/ 624 w 1101"/>
                    <a:gd name="T43" fmla="*/ 606 h 1101"/>
                    <a:gd name="T44" fmla="*/ 601 w 1101"/>
                    <a:gd name="T45" fmla="*/ 632 h 1101"/>
                    <a:gd name="T46" fmla="*/ 596 w 1101"/>
                    <a:gd name="T47" fmla="*/ 685 h 1101"/>
                    <a:gd name="T48" fmla="*/ 614 w 1101"/>
                    <a:gd name="T49" fmla="*/ 749 h 1101"/>
                    <a:gd name="T50" fmla="*/ 614 w 1101"/>
                    <a:gd name="T51" fmla="*/ 861 h 1101"/>
                    <a:gd name="T52" fmla="*/ 509 w 1101"/>
                    <a:gd name="T53" fmla="*/ 861 h 1101"/>
                    <a:gd name="T54" fmla="*/ 509 w 1101"/>
                    <a:gd name="T55" fmla="*/ 749 h 1101"/>
                    <a:gd name="T56" fmla="*/ 614 w 1101"/>
                    <a:gd name="T57" fmla="*/ 749 h 1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1101" h="1101">
                      <a:moveTo>
                        <a:pt x="1101" y="551"/>
                      </a:moveTo>
                      <a:cubicBezTo>
                        <a:pt x="1101" y="854"/>
                        <a:pt x="854" y="1101"/>
                        <a:pt x="550" y="1101"/>
                      </a:cubicBezTo>
                      <a:cubicBezTo>
                        <a:pt x="246" y="1101"/>
                        <a:pt x="0" y="854"/>
                        <a:pt x="0" y="551"/>
                      </a:cubicBezTo>
                      <a:cubicBezTo>
                        <a:pt x="0" y="247"/>
                        <a:pt x="246" y="0"/>
                        <a:pt x="550" y="0"/>
                      </a:cubicBezTo>
                      <a:cubicBezTo>
                        <a:pt x="854" y="0"/>
                        <a:pt x="1101" y="247"/>
                        <a:pt x="1101" y="551"/>
                      </a:cubicBezTo>
                      <a:close/>
                      <a:moveTo>
                        <a:pt x="596" y="685"/>
                      </a:moveTo>
                      <a:lnTo>
                        <a:pt x="509" y="685"/>
                      </a:lnTo>
                      <a:lnTo>
                        <a:pt x="509" y="625"/>
                      </a:lnTo>
                      <a:cubicBezTo>
                        <a:pt x="509" y="605"/>
                        <a:pt x="513" y="589"/>
                        <a:pt x="521" y="577"/>
                      </a:cubicBezTo>
                      <a:cubicBezTo>
                        <a:pt x="529" y="565"/>
                        <a:pt x="547" y="549"/>
                        <a:pt x="575" y="527"/>
                      </a:cubicBezTo>
                      <a:cubicBezTo>
                        <a:pt x="617" y="495"/>
                        <a:pt x="638" y="460"/>
                        <a:pt x="638" y="424"/>
                      </a:cubicBezTo>
                      <a:cubicBezTo>
                        <a:pt x="638" y="397"/>
                        <a:pt x="630" y="375"/>
                        <a:pt x="614" y="359"/>
                      </a:cubicBezTo>
                      <a:cubicBezTo>
                        <a:pt x="597" y="343"/>
                        <a:pt x="576" y="334"/>
                        <a:pt x="549" y="334"/>
                      </a:cubicBezTo>
                      <a:cubicBezTo>
                        <a:pt x="488" y="334"/>
                        <a:pt x="451" y="377"/>
                        <a:pt x="440" y="462"/>
                      </a:cubicBezTo>
                      <a:lnTo>
                        <a:pt x="343" y="445"/>
                      </a:lnTo>
                      <a:cubicBezTo>
                        <a:pt x="349" y="381"/>
                        <a:pt x="372" y="331"/>
                        <a:pt x="413" y="295"/>
                      </a:cubicBezTo>
                      <a:cubicBezTo>
                        <a:pt x="454" y="259"/>
                        <a:pt x="503" y="241"/>
                        <a:pt x="561" y="241"/>
                      </a:cubicBezTo>
                      <a:cubicBezTo>
                        <a:pt x="618" y="241"/>
                        <a:pt x="665" y="257"/>
                        <a:pt x="702" y="291"/>
                      </a:cubicBezTo>
                      <a:cubicBezTo>
                        <a:pt x="739" y="325"/>
                        <a:pt x="758" y="367"/>
                        <a:pt x="758" y="418"/>
                      </a:cubicBezTo>
                      <a:cubicBezTo>
                        <a:pt x="758" y="443"/>
                        <a:pt x="753" y="467"/>
                        <a:pt x="743" y="489"/>
                      </a:cubicBezTo>
                      <a:cubicBezTo>
                        <a:pt x="732" y="512"/>
                        <a:pt x="721" y="529"/>
                        <a:pt x="707" y="541"/>
                      </a:cubicBezTo>
                      <a:cubicBezTo>
                        <a:pt x="694" y="554"/>
                        <a:pt x="667" y="575"/>
                        <a:pt x="624" y="606"/>
                      </a:cubicBezTo>
                      <a:cubicBezTo>
                        <a:pt x="612" y="615"/>
                        <a:pt x="605" y="624"/>
                        <a:pt x="601" y="632"/>
                      </a:cubicBezTo>
                      <a:cubicBezTo>
                        <a:pt x="598" y="640"/>
                        <a:pt x="596" y="658"/>
                        <a:pt x="596" y="685"/>
                      </a:cubicBezTo>
                      <a:close/>
                      <a:moveTo>
                        <a:pt x="614" y="749"/>
                      </a:moveTo>
                      <a:lnTo>
                        <a:pt x="614" y="861"/>
                      </a:lnTo>
                      <a:lnTo>
                        <a:pt x="509" y="861"/>
                      </a:lnTo>
                      <a:lnTo>
                        <a:pt x="509" y="749"/>
                      </a:lnTo>
                      <a:lnTo>
                        <a:pt x="614" y="749"/>
                      </a:lnTo>
                      <a:close/>
                    </a:path>
                  </a:pathLst>
                </a:custGeom>
                <a:noFill/>
                <a:ln w="6350" cap="rnd">
                  <a:solidFill>
                    <a:srgbClr val="80808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p:grpSp>
        </p:grpSp>
        <p:grpSp>
          <p:nvGrpSpPr>
            <p:cNvPr id="211" name="그룹 210">
              <a:extLst>
                <a:ext uri="{FF2B5EF4-FFF2-40B4-BE49-F238E27FC236}">
                  <a16:creationId xmlns:a16="http://schemas.microsoft.com/office/drawing/2014/main" id="{DCFE4FD0-50FA-45B8-BF7B-7FF5D12F5FB6}"/>
                </a:ext>
              </a:extLst>
            </p:cNvPr>
            <p:cNvGrpSpPr/>
            <p:nvPr/>
          </p:nvGrpSpPr>
          <p:grpSpPr>
            <a:xfrm>
              <a:off x="2408953" y="2651462"/>
              <a:ext cx="439286" cy="426344"/>
              <a:chOff x="2394323" y="2644147"/>
              <a:chExt cx="439286" cy="426344"/>
            </a:xfrm>
          </p:grpSpPr>
          <p:sp>
            <p:nvSpPr>
              <p:cNvPr id="212" name="타원 211">
                <a:extLst>
                  <a:ext uri="{FF2B5EF4-FFF2-40B4-BE49-F238E27FC236}">
                    <a16:creationId xmlns:a16="http://schemas.microsoft.com/office/drawing/2014/main" id="{D91D2F55-511B-4013-A746-978E88C527AC}"/>
                  </a:ext>
                </a:extLst>
              </p:cNvPr>
              <p:cNvSpPr/>
              <p:nvPr/>
            </p:nvSpPr>
            <p:spPr>
              <a:xfrm>
                <a:off x="2394323" y="2676136"/>
                <a:ext cx="372410" cy="372410"/>
              </a:xfrm>
              <a:prstGeom prst="ellipse">
                <a:avLst/>
              </a:prstGeom>
              <a:noFill/>
              <a:ln w="952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3" name="Text" descr="&lt;SmartSettings&gt;&lt;SmartResize anchorLeft=&quot;Absolute&quot; anchorTop=&quot;Absolute&quot; anchorRight=&quot;Absolute&quot; anchorBottom=&quot;Absolute&quot; /&gt;&lt;/SmartSettings&gt;">
                <a:extLst>
                  <a:ext uri="{FF2B5EF4-FFF2-40B4-BE49-F238E27FC236}">
                    <a16:creationId xmlns:a16="http://schemas.microsoft.com/office/drawing/2014/main" id="{6122023B-974B-4924-A33B-E7C529A73097}"/>
                  </a:ext>
                </a:extLst>
              </p:cNvPr>
              <p:cNvSpPr txBox="1"/>
              <p:nvPr>
                <p:custDataLst>
                  <p:tags r:id="rId28"/>
                </p:custDataLst>
              </p:nvPr>
            </p:nvSpPr>
            <p:spPr>
              <a:xfrm>
                <a:off x="2459663" y="2644147"/>
                <a:ext cx="373946" cy="426344"/>
              </a:xfrm>
              <a:prstGeom prst="rect">
                <a:avLst/>
              </a:prstGeom>
              <a:noFill/>
            </p:spPr>
            <p:txBody>
              <a:bodyPr wrap="square" lIns="73152" tIns="36576" rIns="73152" bIns="36576" rtlCol="0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500" b="1" noProof="1">
                    <a:solidFill>
                      <a:schemeClr val="bg1">
                        <a:lumMod val="6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i</a:t>
                </a:r>
              </a:p>
            </p:txBody>
          </p:sp>
        </p:grpSp>
      </p:grpSp>
      <p:sp>
        <p:nvSpPr>
          <p:cNvPr id="222" name="Oval 35">
            <a:extLst>
              <a:ext uri="{FF2B5EF4-FFF2-40B4-BE49-F238E27FC236}">
                <a16:creationId xmlns:a16="http://schemas.microsoft.com/office/drawing/2014/main" id="{233A6510-754A-40BC-979E-E7F2BF2AB2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169" y="5180473"/>
            <a:ext cx="179388" cy="179387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800" b="1" dirty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223" name="Window Body" descr="&lt;SmartSettings&gt;&lt;SmartResize anchorLeft=&quot;Absolute&quot; anchorTop=&quot;Absolute&quot; anchorRight=&quot;Absolute&quot; anchorBottom=&quot;Absolute&quot; /&gt;&lt;/SmartSettings&gt;">
            <a:extLst>
              <a:ext uri="{FF2B5EF4-FFF2-40B4-BE49-F238E27FC236}">
                <a16:creationId xmlns:a16="http://schemas.microsoft.com/office/drawing/2014/main" id="{0E940AEA-F059-4DC8-9129-6EA8D97F0D92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3720055" y="2840255"/>
            <a:ext cx="674455" cy="237745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확인</a:t>
            </a:r>
            <a:endParaRPr lang="en-US" sz="7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4" name="Window Body" descr="&lt;SmartSettings&gt;&lt;SmartResize anchorLeft=&quot;Absolute&quot; anchorTop=&quot;Absolute&quot; anchorRight=&quot;Absolute&quot; anchorBottom=&quot;Absolute&quot; /&gt;&lt;/SmartSettings&gt;">
            <a:extLst>
              <a:ext uri="{FF2B5EF4-FFF2-40B4-BE49-F238E27FC236}">
                <a16:creationId xmlns:a16="http://schemas.microsoft.com/office/drawing/2014/main" id="{A2E6FD42-D6A3-4417-88B2-E690FBE98136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3701226" y="6355043"/>
            <a:ext cx="674455" cy="237745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확인</a:t>
            </a:r>
            <a:endParaRPr lang="en-US" sz="7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225" name="그룹 224">
            <a:extLst>
              <a:ext uri="{FF2B5EF4-FFF2-40B4-BE49-F238E27FC236}">
                <a16:creationId xmlns:a16="http://schemas.microsoft.com/office/drawing/2014/main" id="{940E5128-FDAB-4336-8221-0CB665916C84}"/>
              </a:ext>
            </a:extLst>
          </p:cNvPr>
          <p:cNvGrpSpPr/>
          <p:nvPr/>
        </p:nvGrpSpPr>
        <p:grpSpPr>
          <a:xfrm>
            <a:off x="4927824" y="5216666"/>
            <a:ext cx="3222246" cy="1507358"/>
            <a:chOff x="2189118" y="2266871"/>
            <a:chExt cx="3222246" cy="1507358"/>
          </a:xfrm>
        </p:grpSpPr>
        <p:grpSp>
          <p:nvGrpSpPr>
            <p:cNvPr id="226" name="Alert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9ftbPzdYjmrrprxs6peuBe+uy7PGWnG8otq+na9Gr9eZHV7+q7Nlw0hI52dZ9P8671F41q2dVV+zU7Hp5f5ssXLv3GyzBZ5s6IP07D1b5z84t84SelZrSdlMU2nZdY00ubLFRM0fRT8+SRrcnlDX+SX6+Iya/P07FU2K6on67atlmkxrZZny/PK/+yzdLkuy8NbvPndrF7SiL/ey6d1XdVf79WfWOcNBhp9+4b3q2Uuv71/1+2V/tZ8jXfnda4dx9/uv8+c8e1sOSvz+rt1tlrlNY/ee/1knk/f5rOTeba8yGf+C8NoxcBOuhS5DWAPtPBldZnXdTHL00lVlenZsmi3zny2hGymTeeDUXp2vFqlhMcdB9BjWzwT4ucxw+u/jRcDZPCIIG4dE77t63m2yps0836nIeRXqfftFkEZv86hn/KZfCSQPZwieOEpztMtD/b4rGG4nRcHXsZz9256PJulH53R1H6UTlWbxNu+1/TTECNzvXUWwvj9QyB3PI7xn7Pn2SQvGQH57bPeTI5pGPzdFo/l0UdDsCyQ8RdZfVEsFdmX2WxG07bV/Xr8PD9vR723xm+qVeTTV8XFnFrvDA7EG/vndbVeMQj5LT6m7gtbm8bFLYbH5X/tjSv42I4r+FTH1fv8SUWILdJP0vub0OrreAcoHCJNHrXdOHcdYGPlIAIaCMIU/XwmYoY/xnjv/cEqY6afCM63Yv+x/8eGLqMGbJgy2nwjcfogb00fffVrAf/ZpFLEUg/TiBtvpFAX3K3pwy9+DcA/m7SJuyLD5DHtN1IoAvTWRDLvfj3w3wSpNps59YFusnTv6ZEM2LonXSjvZ+0EiVvYOx3UsMnzIMWNQ7+BmofIF2wgIp+/v+kTIM03Yv0GHGu/i5407Kby2yDdYkAHREHnwEqD/j3+0oD4Gl144vAeDHkb3TEUS2wk156SqxmkVxTsexLsjYXxdTr5WSTZYAi1kWj3biZaHPD7ks2D8vU6+tkjXfzTOm/X9TJt63Ueee+X9D/KS5NX8J9fvBH6eUYv3Qze+/OXbAotL6tilj4tmlXV5FvDESOislsbsPR3lZj2FsHebUGOLYqRod8aSj+Ix9OhHIb6Huxy+8G+B9CNw30POIMDDj/gfECsy5B1NOHBLHMW0rzjB2xVk5+m2D9t8uUsr0fiSxzXF02aD/NYkN+pA4UkcNKsCRp1hoWJ81/TiUl/4S/0oRnlcPN8WR+QGSy9ReTVxeAz8fo6gVgklcEv37ITKI2hnvrxzG07G46VNvXXjRBu29tQ5LGpr4iXfdvuPB++/8bPVm4Lz4Aqv32Oyzz9GIVH+QF2wBdmoebPB3GWlxrj4Rgu0Y/Hm3zbCFvGXN2BSfwaHQ4JQ9RdfL9uN7qkg/3Gva337Dn06v5/II6Gpazb/OFCmS/XC6e+hiWMDMQo/EjVeOdTVredz4xOvDUqOs5BbCwrdzpyvNb9wmOFASzuUpbjcbNeUBx9fRR+/LpYrMrivAB/TGlRs0nbKm2ESarzNFumHzHaH4074O724ZnBykKgz3qP0jPxi7JJ6bnqnaHbFSpdeYm7XaYVg04LmjzMrvx1ixeuZGrf650cE/9eb/wiZYv3ekkYf/c92++9Z/t7nfbhGwOsYr7CaleRlcUPwC+sQx43Oc14nZ9/9pE34x/dPaKpadpsScvG5zWtBLTzPG1W+RS8NusDFpbzmMwiE2E0PBqB+SqMf7yCqRVw/Gt0IQ9PRIu186IZC+PRv1G9CgI8o/G4vrZcX90woxchKNKyECnq8UakLvJOm4F2eDS4DYXCs/g95ve+6zC5+ybeFZ4+l3vwAm7ufa5c2/tcuVM/v5UNeC8G/jxvSbHV5DvRT/Ake7kzUk5ldk1JDsqA4lO2TPRxVlYXX5Mp2b8MDQ+eD5xhGNnNhnXgRTycfvB5Y/yTRVOQSoZf8kUxraumOm/HX56fF9N8fFLV+fiLpnpTF69b0iLjBX5f+75q7FEevDEAM4/1k7rM+UNBbvPiFh6LXyggPxTsNi0t4bG49STxh4LeDYs6Pdk0D0nQ0/w8W5dtepmV60jyDs9tGSmSEWx+WBLVXBXtdJ5u8TA2kG8DCDxTyhx1Bvpo8xt4BkT59vO9gbPMMyyUt+vm2UCetfsMCdc328sGMflmO5rUefb2hnadSVdN9LM977cdwYdO/C3560fzzjr+/y+zftt+Pmzab8lb/2+edWM6fzTxPxu9fPDM35LDbjPxM/F0bjHRlBmsriQxV1+sF5QcPn03zVcYyNZHXy2b9WpV1ZSe8+IL9jvGg0vIeCLu0cDH33RoRTmvCeWnKY1kspg/G3GWSRz2UmB4In7XDzXa8oPgr+WSb4y/8fjh9Hv3wPJ0yy7ufUAXX98z9oMAk/zelO03zwDX47FB0//LJ+c9evh/z9xsXBIxz48m55Y9fMNzEy4aDb06bDDiX7x/NH8bQf65jOrjvHf7aTscIhWebzxl0KPmLVyNOO/fboS3dcLi3P8N93ELB6xPKaekfpZJdVs38v+9lPJUxv/3aXXbLm5Bqp8tr15p/cN17NWdvqyKWSrrtPnWzatlJ2We1Vs3rnndEDV89DKrG1ow5HDgorjMl/6SIk/zK6ytYUXxHNEFPkF8kbVkU1Z13hBF8XIf9CqrW17F/pBIQ1dQmTaRxT/3q7fm+D60638H0+VgwV/AUtiApRCzGoXT1tf9DzeYS9fn+M31ijselCoeNlpBrD6vq/UKS3gehJNqTdNCIHbxBa2mjvmVr9qibMYUKb7IFsHKKZrKAvJH72+vGQGG36QX+P2szRcNaQUPoc/t5xtECmTwAOgq5Nc30tEp8J8b3scDpqdVuzYtaEC7h/Tj8WfeKIXS9PEnn9ywfIPnFv3hYVoK9VK/s+8V37+F/sTDS9zTbPkqJ05v8tcKqr2dBsZzA+1cw1uOCY9l8/fk8ON1Kx/c6PJ3H+nNvn9jt0FLdC0KhuZ4ls9e5dOWmLn8umh8O2ve5O9IhZHwfVNxSPd5j9nA0w31jLqz6mT8QpH9SExjujukIIae98QIT4iRIHJLtvWfPv+f39Jb858N0XLs6UTQe7ck694PjawGo/9Pk/XeLcl674dGVoPR/3fI+h5NLfW/jvZ+RjEMWdHFe8zEe84CMAuWaTYwBhb3UzT8IXBGB6f/77AGHjvn3bWpDcTVRfQfFn37mP1/lMThstwGAvNq9Q+LvF2s/j9K3N5q5Ab6mnXhHxaJI7j9f4fKt2x6y2bnxTIryxsCNvO8B6nBAh3SvOe8fkEpknlWjhXESbX4cvLTFAuINdyUI/KfW5DhhiY3fH0rAt6CcIPDdYHoTWPegOnXTpvhmWacuz/58gubxEvzd5HpHBgmEiHPq4uLvB6zJt366FlWlJT8aysy1kVL6aniB5qDZU5p6OOGgr5pnp5T5onWQEqiBL3AU9+MPxqh/8OhBYd4jg7PBy72v6K8my7ze+m6L/KmyS7yJ9U7QR5JO4P/10266RDCFhHy9n2w4fTNwOwMMl4Ad4j3us4W+r6Z8PxmzMn55rDvgh4aQMSbeb8xdOz1NzeCEPAQ/j134f2w75vCb24APdhDY4jZ4/cbRpC7+OZG4IMdQr6TNvk6eGty4JvGe+8WeNu8xNfBW6Pvbxrve7fA2wb+t8Pb+1N/pR+/5P8B96SA2U9VAAA=&lt;/Code&gt;&lt;CodeSignature&gt;BLF4JWurVfxIUHaELsi3Nd7j9DhOHL/Mzfty2RbBJndEYSJzEH2XjlOCGM5N4Y9nV5FTIAS219vteJTD3Z/4XWVvkZtfgQxlLmoV4wsdfH8OKo8X1itX6TvbMBqX/oVA+6SyYCB5R8xQ4594vwKX3+d6QJj8QV8I9/euyLGJBof34ivmhhRbXnBaRyyay1r8dKnNOuIGkZTn/zoB/RFkN++hixRlxyYGoJYmk9hnLTUGhiN+xcV4T178pA3JDT3bqSjbV1YYEDUiXfNhZcEEDh1Y2sAb87IQ+7WlC694jPU9ip4XAQBKAedRPoA3wYsewBmLptQX6R00D9TbbxddDA==&lt;/CodeSignature&gt;&lt;/SmartOptions&gt;&lt;SmartResize enabled=&quot;True&quot; minWidth=&quot;190&quot; minHeight=&quot;110&quot; /&gt;&lt;/SmartSettings&gt;">
              <a:extLst>
                <a:ext uri="{FF2B5EF4-FFF2-40B4-BE49-F238E27FC236}">
                  <a16:creationId xmlns:a16="http://schemas.microsoft.com/office/drawing/2014/main" id="{B9FA8FE9-00E6-4DB2-BC85-C6D9BE4C9931}"/>
                </a:ext>
              </a:extLst>
            </p:cNvPr>
            <p:cNvGrpSpPr/>
            <p:nvPr>
              <p:custDataLst>
                <p:tags r:id="rId18"/>
              </p:custDataLst>
            </p:nvPr>
          </p:nvGrpSpPr>
          <p:grpSpPr>
            <a:xfrm>
              <a:off x="2189118" y="2266871"/>
              <a:ext cx="3222246" cy="1507358"/>
              <a:chOff x="595686" y="1261242"/>
              <a:chExt cx="3222246" cy="1507358"/>
            </a:xfrm>
          </p:grpSpPr>
          <p:sp>
            <p:nvSpPr>
              <p:cNvPr id="230" name="Window Body" descr="&lt;SmartSettings&gt;&lt;SmartResize anchorLeft=&quot;Absolute&quot; anchorTop=&quot;Absolute&quot; anchorRight=&quot;Absolute&quot; anchorBottom=&quot;Absolute&quot; /&gt;&lt;/SmartSettings&gt;">
                <a:extLst>
                  <a:ext uri="{FF2B5EF4-FFF2-40B4-BE49-F238E27FC236}">
                    <a16:creationId xmlns:a16="http://schemas.microsoft.com/office/drawing/2014/main" id="{83E575E1-D893-4B70-9850-A630A3A8BD1F}"/>
                  </a:ext>
                </a:extLst>
              </p:cNvPr>
              <p:cNvSpPr/>
              <p:nvPr>
                <p:custDataLst>
                  <p:tags r:id="rId20"/>
                </p:custDataLst>
              </p:nvPr>
            </p:nvSpPr>
            <p:spPr>
              <a:xfrm>
                <a:off x="595686" y="1498986"/>
                <a:ext cx="3222246" cy="1269614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231" name="Text" descr="&lt;SmartSettings&gt;&lt;SmartResize anchorLeft=&quot;Absolute&quot; anchorTop=&quot;Absolute&quot; anchorRight=&quot;Absolute&quot; anchorBottom=&quot;Absolute&quot; /&gt;&lt;/SmartSettings&gt;">
                <a:extLst>
                  <a:ext uri="{FF2B5EF4-FFF2-40B4-BE49-F238E27FC236}">
                    <a16:creationId xmlns:a16="http://schemas.microsoft.com/office/drawing/2014/main" id="{ACFEC028-3C02-4B87-B797-C355904F52F3}"/>
                  </a:ext>
                </a:extLst>
              </p:cNvPr>
              <p:cNvSpPr txBox="1"/>
              <p:nvPr>
                <p:custDataLst>
                  <p:tags r:id="rId21"/>
                </p:custDataLst>
              </p:nvPr>
            </p:nvSpPr>
            <p:spPr>
              <a:xfrm>
                <a:off x="1239904" y="1645309"/>
                <a:ext cx="2572547" cy="688281"/>
              </a:xfrm>
              <a:prstGeom prst="rect">
                <a:avLst/>
              </a:prstGeom>
              <a:noFill/>
            </p:spPr>
            <p:txBody>
              <a:bodyPr wrap="square" lIns="73152" tIns="36576" rIns="73152" bIns="36576" rtlCol="0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ko-KR" altLang="en-US" sz="800" dirty="0"/>
                  <a:t>유효하지 않은 예약번호 입니다</a:t>
                </a:r>
                <a:r>
                  <a:rPr lang="en-US" altLang="ko-KR" sz="800" dirty="0"/>
                  <a:t>.</a:t>
                </a:r>
                <a:endParaRPr lang="ko-KR" altLang="en-US" sz="800" dirty="0"/>
              </a:p>
            </p:txBody>
          </p:sp>
          <p:sp>
            <p:nvSpPr>
              <p:cNvPr id="232" name="Title Bar" descr="&lt;SmartSettings&gt;&lt;SmartResize anchorLeft=&quot;Absolute&quot; anchorTop=&quot;Absolute&quot; anchorRight=&quot;Absolute&quot; anchorBottom=&quot;None&quot; /&gt;&lt;/SmartSettings&gt;">
                <a:extLst>
                  <a:ext uri="{FF2B5EF4-FFF2-40B4-BE49-F238E27FC236}">
                    <a16:creationId xmlns:a16="http://schemas.microsoft.com/office/drawing/2014/main" id="{22812F8D-FA66-4685-A9F4-63CA60D0D3F2}"/>
                  </a:ext>
                </a:extLst>
              </p:cNvPr>
              <p:cNvSpPr/>
              <p:nvPr>
                <p:custDataLst>
                  <p:tags r:id="rId22"/>
                </p:custDataLst>
              </p:nvPr>
            </p:nvSpPr>
            <p:spPr>
              <a:xfrm>
                <a:off x="595686" y="1261242"/>
                <a:ext cx="3222246" cy="237744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2286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800" dirty="0">
                    <a:solidFill>
                      <a:srgbClr val="5F5F5F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Alert</a:t>
                </a:r>
              </a:p>
            </p:txBody>
          </p:sp>
          <p:sp>
            <p:nvSpPr>
              <p:cNvPr id="233" name="Close Button">
                <a:extLst>
                  <a:ext uri="{FF2B5EF4-FFF2-40B4-BE49-F238E27FC236}">
                    <a16:creationId xmlns:a16="http://schemas.microsoft.com/office/drawing/2014/main" id="{62D48ECA-4810-45B3-81B8-A53A241E17E4}"/>
                  </a:ext>
                </a:extLst>
              </p:cNvPr>
              <p:cNvSpPr>
                <a:spLocks noEditPoints="1"/>
              </p:cNvSpPr>
              <p:nvPr>
                <p:custDataLst>
                  <p:tags r:id="rId23"/>
                </p:custDataLst>
              </p:nvPr>
            </p:nvSpPr>
            <p:spPr bwMode="auto">
              <a:xfrm>
                <a:off x="3607048" y="1332489"/>
                <a:ext cx="98425" cy="95250"/>
              </a:xfrm>
              <a:custGeom>
                <a:avLst/>
                <a:gdLst>
                  <a:gd name="T0" fmla="*/ 254 w 254"/>
                  <a:gd name="T1" fmla="*/ 0 h 254"/>
                  <a:gd name="T2" fmla="*/ 0 w 254"/>
                  <a:gd name="T3" fmla="*/ 254 h 254"/>
                  <a:gd name="T4" fmla="*/ 0 w 254"/>
                  <a:gd name="T5" fmla="*/ 0 h 254"/>
                  <a:gd name="T6" fmla="*/ 254 w 254"/>
                  <a:gd name="T7" fmla="*/ 254 h 2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4" h="254">
                    <a:moveTo>
                      <a:pt x="254" y="0"/>
                    </a:moveTo>
                    <a:lnTo>
                      <a:pt x="0" y="254"/>
                    </a:lnTo>
                    <a:moveTo>
                      <a:pt x="0" y="0"/>
                    </a:moveTo>
                    <a:lnTo>
                      <a:pt x="254" y="254"/>
                    </a:lnTo>
                  </a:path>
                </a:pathLst>
              </a:custGeom>
              <a:noFill/>
              <a:ln w="9525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grpSp>
            <p:nvGrpSpPr>
              <p:cNvPr id="234" name="Icons">
                <a:extLst>
                  <a:ext uri="{FF2B5EF4-FFF2-40B4-BE49-F238E27FC236}">
                    <a16:creationId xmlns:a16="http://schemas.microsoft.com/office/drawing/2014/main" id="{5B5CB1CA-993D-4FC4-B1C5-9980CD098914}"/>
                  </a:ext>
                </a:extLst>
              </p:cNvPr>
              <p:cNvGrpSpPr/>
              <p:nvPr/>
            </p:nvGrpSpPr>
            <p:grpSpPr>
              <a:xfrm>
                <a:off x="773534" y="1669713"/>
                <a:ext cx="457200" cy="396875"/>
                <a:chOff x="773534" y="1669713"/>
                <a:chExt cx="457200" cy="396875"/>
              </a:xfrm>
            </p:grpSpPr>
            <p:sp>
              <p:nvSpPr>
                <p:cNvPr id="235" name="Warning Icon" hidden="1">
                  <a:extLst>
                    <a:ext uri="{FF2B5EF4-FFF2-40B4-BE49-F238E27FC236}">
                      <a16:creationId xmlns:a16="http://schemas.microsoft.com/office/drawing/2014/main" id="{3F9AFA12-491E-4205-9533-CC25F0475FFA}"/>
                    </a:ext>
                  </a:extLst>
                </p:cNvPr>
                <p:cNvSpPr>
                  <a:spLocks noChangeAspect="1" noEditPoints="1"/>
                </p:cNvSpPr>
                <p:nvPr>
                  <p:custDataLst>
                    <p:tags r:id="rId24"/>
                  </p:custDataLst>
                </p:nvPr>
              </p:nvSpPr>
              <p:spPr bwMode="auto">
                <a:xfrm>
                  <a:off x="773534" y="1670507"/>
                  <a:ext cx="457200" cy="395287"/>
                </a:xfrm>
                <a:custGeom>
                  <a:avLst/>
                  <a:gdLst>
                    <a:gd name="T0" fmla="*/ 1270 w 1270"/>
                    <a:gd name="T1" fmla="*/ 1101 h 1101"/>
                    <a:gd name="T2" fmla="*/ 0 w 1270"/>
                    <a:gd name="T3" fmla="*/ 1101 h 1101"/>
                    <a:gd name="T4" fmla="*/ 635 w 1270"/>
                    <a:gd name="T5" fmla="*/ 0 h 1101"/>
                    <a:gd name="T6" fmla="*/ 1270 w 1270"/>
                    <a:gd name="T7" fmla="*/ 1101 h 1101"/>
                    <a:gd name="T8" fmla="*/ 579 w 1270"/>
                    <a:gd name="T9" fmla="*/ 320 h 1101"/>
                    <a:gd name="T10" fmla="*/ 579 w 1270"/>
                    <a:gd name="T11" fmla="*/ 716 h 1101"/>
                    <a:gd name="T12" fmla="*/ 691 w 1270"/>
                    <a:gd name="T13" fmla="*/ 716 h 1101"/>
                    <a:gd name="T14" fmla="*/ 691 w 1270"/>
                    <a:gd name="T15" fmla="*/ 320 h 1101"/>
                    <a:gd name="T16" fmla="*/ 579 w 1270"/>
                    <a:gd name="T17" fmla="*/ 320 h 1101"/>
                    <a:gd name="T18" fmla="*/ 635 w 1270"/>
                    <a:gd name="T19" fmla="*/ 799 h 1101"/>
                    <a:gd name="T20" fmla="*/ 564 w 1270"/>
                    <a:gd name="T21" fmla="*/ 870 h 1101"/>
                    <a:gd name="T22" fmla="*/ 635 w 1270"/>
                    <a:gd name="T23" fmla="*/ 940 h 1101"/>
                    <a:gd name="T24" fmla="*/ 706 w 1270"/>
                    <a:gd name="T25" fmla="*/ 870 h 1101"/>
                    <a:gd name="T26" fmla="*/ 635 w 1270"/>
                    <a:gd name="T27" fmla="*/ 799 h 1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270" h="1101">
                      <a:moveTo>
                        <a:pt x="1270" y="1101"/>
                      </a:moveTo>
                      <a:lnTo>
                        <a:pt x="0" y="1101"/>
                      </a:lnTo>
                      <a:lnTo>
                        <a:pt x="635" y="0"/>
                      </a:lnTo>
                      <a:lnTo>
                        <a:pt x="1270" y="1101"/>
                      </a:lnTo>
                      <a:close/>
                      <a:moveTo>
                        <a:pt x="579" y="320"/>
                      </a:moveTo>
                      <a:lnTo>
                        <a:pt x="579" y="716"/>
                      </a:lnTo>
                      <a:lnTo>
                        <a:pt x="691" y="716"/>
                      </a:lnTo>
                      <a:lnTo>
                        <a:pt x="691" y="320"/>
                      </a:lnTo>
                      <a:lnTo>
                        <a:pt x="579" y="320"/>
                      </a:lnTo>
                      <a:close/>
                      <a:moveTo>
                        <a:pt x="635" y="799"/>
                      </a:moveTo>
                      <a:cubicBezTo>
                        <a:pt x="596" y="799"/>
                        <a:pt x="564" y="831"/>
                        <a:pt x="564" y="870"/>
                      </a:cubicBezTo>
                      <a:cubicBezTo>
                        <a:pt x="564" y="909"/>
                        <a:pt x="596" y="940"/>
                        <a:pt x="635" y="940"/>
                      </a:cubicBezTo>
                      <a:cubicBezTo>
                        <a:pt x="674" y="940"/>
                        <a:pt x="706" y="909"/>
                        <a:pt x="706" y="870"/>
                      </a:cubicBezTo>
                      <a:cubicBezTo>
                        <a:pt x="706" y="831"/>
                        <a:pt x="674" y="799"/>
                        <a:pt x="635" y="799"/>
                      </a:cubicBezTo>
                      <a:close/>
                    </a:path>
                  </a:pathLst>
                </a:custGeom>
                <a:noFill/>
                <a:ln w="6350" cap="rnd">
                  <a:solidFill>
                    <a:srgbClr val="80808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236" name="Error Icon" hidden="1">
                  <a:extLst>
                    <a:ext uri="{FF2B5EF4-FFF2-40B4-BE49-F238E27FC236}">
                      <a16:creationId xmlns:a16="http://schemas.microsoft.com/office/drawing/2014/main" id="{228E42C4-9D01-4D64-A1E6-89F65D0B1D76}"/>
                    </a:ext>
                  </a:extLst>
                </p:cNvPr>
                <p:cNvSpPr>
                  <a:spLocks noChangeAspect="1" noEditPoints="1"/>
                </p:cNvSpPr>
                <p:nvPr>
                  <p:custDataLst>
                    <p:tags r:id="rId25"/>
                  </p:custDataLst>
                </p:nvPr>
              </p:nvSpPr>
              <p:spPr bwMode="auto">
                <a:xfrm>
                  <a:off x="802903" y="1670507"/>
                  <a:ext cx="398463" cy="395287"/>
                </a:xfrm>
                <a:custGeom>
                  <a:avLst/>
                  <a:gdLst>
                    <a:gd name="T0" fmla="*/ 1101 w 1101"/>
                    <a:gd name="T1" fmla="*/ 778 h 1100"/>
                    <a:gd name="T2" fmla="*/ 778 w 1101"/>
                    <a:gd name="T3" fmla="*/ 1100 h 1100"/>
                    <a:gd name="T4" fmla="*/ 322 w 1101"/>
                    <a:gd name="T5" fmla="*/ 1100 h 1100"/>
                    <a:gd name="T6" fmla="*/ 0 w 1101"/>
                    <a:gd name="T7" fmla="*/ 778 h 1100"/>
                    <a:gd name="T8" fmla="*/ 0 w 1101"/>
                    <a:gd name="T9" fmla="*/ 322 h 1100"/>
                    <a:gd name="T10" fmla="*/ 322 w 1101"/>
                    <a:gd name="T11" fmla="*/ 0 h 1100"/>
                    <a:gd name="T12" fmla="*/ 778 w 1101"/>
                    <a:gd name="T13" fmla="*/ 0 h 1100"/>
                    <a:gd name="T14" fmla="*/ 1101 w 1101"/>
                    <a:gd name="T15" fmla="*/ 322 h 1100"/>
                    <a:gd name="T16" fmla="*/ 1101 w 1101"/>
                    <a:gd name="T17" fmla="*/ 778 h 1100"/>
                    <a:gd name="T18" fmla="*/ 380 w 1101"/>
                    <a:gd name="T19" fmla="*/ 300 h 1100"/>
                    <a:gd name="T20" fmla="*/ 301 w 1101"/>
                    <a:gd name="T21" fmla="*/ 380 h 1100"/>
                    <a:gd name="T22" fmla="*/ 470 w 1101"/>
                    <a:gd name="T23" fmla="*/ 550 h 1100"/>
                    <a:gd name="T24" fmla="*/ 301 w 1101"/>
                    <a:gd name="T25" fmla="*/ 719 h 1100"/>
                    <a:gd name="T26" fmla="*/ 380 w 1101"/>
                    <a:gd name="T27" fmla="*/ 799 h 1100"/>
                    <a:gd name="T28" fmla="*/ 550 w 1101"/>
                    <a:gd name="T29" fmla="*/ 629 h 1100"/>
                    <a:gd name="T30" fmla="*/ 720 w 1101"/>
                    <a:gd name="T31" fmla="*/ 799 h 1100"/>
                    <a:gd name="T32" fmla="*/ 800 w 1101"/>
                    <a:gd name="T33" fmla="*/ 719 h 1100"/>
                    <a:gd name="T34" fmla="*/ 630 w 1101"/>
                    <a:gd name="T35" fmla="*/ 550 h 1100"/>
                    <a:gd name="T36" fmla="*/ 800 w 1101"/>
                    <a:gd name="T37" fmla="*/ 380 h 1100"/>
                    <a:gd name="T38" fmla="*/ 720 w 1101"/>
                    <a:gd name="T39" fmla="*/ 300 h 1100"/>
                    <a:gd name="T40" fmla="*/ 550 w 1101"/>
                    <a:gd name="T41" fmla="*/ 470 h 1100"/>
                    <a:gd name="T42" fmla="*/ 380 w 1101"/>
                    <a:gd name="T43" fmla="*/ 300 h 1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1101" h="1100">
                      <a:moveTo>
                        <a:pt x="1101" y="778"/>
                      </a:moveTo>
                      <a:lnTo>
                        <a:pt x="778" y="1100"/>
                      </a:lnTo>
                      <a:lnTo>
                        <a:pt x="322" y="1100"/>
                      </a:lnTo>
                      <a:lnTo>
                        <a:pt x="0" y="778"/>
                      </a:lnTo>
                      <a:lnTo>
                        <a:pt x="0" y="322"/>
                      </a:lnTo>
                      <a:lnTo>
                        <a:pt x="322" y="0"/>
                      </a:lnTo>
                      <a:lnTo>
                        <a:pt x="778" y="0"/>
                      </a:lnTo>
                      <a:lnTo>
                        <a:pt x="1101" y="322"/>
                      </a:lnTo>
                      <a:lnTo>
                        <a:pt x="1101" y="778"/>
                      </a:lnTo>
                      <a:close/>
                      <a:moveTo>
                        <a:pt x="380" y="300"/>
                      </a:moveTo>
                      <a:lnTo>
                        <a:pt x="301" y="380"/>
                      </a:lnTo>
                      <a:lnTo>
                        <a:pt x="470" y="550"/>
                      </a:lnTo>
                      <a:lnTo>
                        <a:pt x="301" y="719"/>
                      </a:lnTo>
                      <a:lnTo>
                        <a:pt x="380" y="799"/>
                      </a:lnTo>
                      <a:lnTo>
                        <a:pt x="550" y="629"/>
                      </a:lnTo>
                      <a:lnTo>
                        <a:pt x="720" y="799"/>
                      </a:lnTo>
                      <a:lnTo>
                        <a:pt x="800" y="719"/>
                      </a:lnTo>
                      <a:lnTo>
                        <a:pt x="630" y="550"/>
                      </a:lnTo>
                      <a:lnTo>
                        <a:pt x="800" y="380"/>
                      </a:lnTo>
                      <a:lnTo>
                        <a:pt x="720" y="300"/>
                      </a:lnTo>
                      <a:lnTo>
                        <a:pt x="550" y="470"/>
                      </a:lnTo>
                      <a:lnTo>
                        <a:pt x="380" y="300"/>
                      </a:lnTo>
                      <a:close/>
                    </a:path>
                  </a:pathLst>
                </a:custGeom>
                <a:noFill/>
                <a:ln w="6350" cap="rnd">
                  <a:solidFill>
                    <a:srgbClr val="80808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237" name="Question Icon" hidden="1">
                  <a:extLst>
                    <a:ext uri="{FF2B5EF4-FFF2-40B4-BE49-F238E27FC236}">
                      <a16:creationId xmlns:a16="http://schemas.microsoft.com/office/drawing/2014/main" id="{A63F4284-485D-4A83-BF02-2567578B89CD}"/>
                    </a:ext>
                  </a:extLst>
                </p:cNvPr>
                <p:cNvSpPr>
                  <a:spLocks noChangeAspect="1" noEditPoints="1"/>
                </p:cNvSpPr>
                <p:nvPr>
                  <p:custDataLst>
                    <p:tags r:id="rId26"/>
                  </p:custDataLst>
                </p:nvPr>
              </p:nvSpPr>
              <p:spPr bwMode="auto">
                <a:xfrm>
                  <a:off x="802903" y="1669713"/>
                  <a:ext cx="398463" cy="396875"/>
                </a:xfrm>
                <a:custGeom>
                  <a:avLst/>
                  <a:gdLst>
                    <a:gd name="T0" fmla="*/ 1101 w 1101"/>
                    <a:gd name="T1" fmla="*/ 551 h 1101"/>
                    <a:gd name="T2" fmla="*/ 550 w 1101"/>
                    <a:gd name="T3" fmla="*/ 1101 h 1101"/>
                    <a:gd name="T4" fmla="*/ 0 w 1101"/>
                    <a:gd name="T5" fmla="*/ 551 h 1101"/>
                    <a:gd name="T6" fmla="*/ 550 w 1101"/>
                    <a:gd name="T7" fmla="*/ 0 h 1101"/>
                    <a:gd name="T8" fmla="*/ 1101 w 1101"/>
                    <a:gd name="T9" fmla="*/ 551 h 1101"/>
                    <a:gd name="T10" fmla="*/ 596 w 1101"/>
                    <a:gd name="T11" fmla="*/ 685 h 1101"/>
                    <a:gd name="T12" fmla="*/ 509 w 1101"/>
                    <a:gd name="T13" fmla="*/ 685 h 1101"/>
                    <a:gd name="T14" fmla="*/ 509 w 1101"/>
                    <a:gd name="T15" fmla="*/ 625 h 1101"/>
                    <a:gd name="T16" fmla="*/ 521 w 1101"/>
                    <a:gd name="T17" fmla="*/ 577 h 1101"/>
                    <a:gd name="T18" fmla="*/ 575 w 1101"/>
                    <a:gd name="T19" fmla="*/ 527 h 1101"/>
                    <a:gd name="T20" fmla="*/ 638 w 1101"/>
                    <a:gd name="T21" fmla="*/ 424 h 1101"/>
                    <a:gd name="T22" fmla="*/ 614 w 1101"/>
                    <a:gd name="T23" fmla="*/ 359 h 1101"/>
                    <a:gd name="T24" fmla="*/ 549 w 1101"/>
                    <a:gd name="T25" fmla="*/ 334 h 1101"/>
                    <a:gd name="T26" fmla="*/ 440 w 1101"/>
                    <a:gd name="T27" fmla="*/ 462 h 1101"/>
                    <a:gd name="T28" fmla="*/ 343 w 1101"/>
                    <a:gd name="T29" fmla="*/ 445 h 1101"/>
                    <a:gd name="T30" fmla="*/ 413 w 1101"/>
                    <a:gd name="T31" fmla="*/ 295 h 1101"/>
                    <a:gd name="T32" fmla="*/ 561 w 1101"/>
                    <a:gd name="T33" fmla="*/ 241 h 1101"/>
                    <a:gd name="T34" fmla="*/ 702 w 1101"/>
                    <a:gd name="T35" fmla="*/ 291 h 1101"/>
                    <a:gd name="T36" fmla="*/ 758 w 1101"/>
                    <a:gd name="T37" fmla="*/ 418 h 1101"/>
                    <a:gd name="T38" fmla="*/ 743 w 1101"/>
                    <a:gd name="T39" fmla="*/ 489 h 1101"/>
                    <a:gd name="T40" fmla="*/ 707 w 1101"/>
                    <a:gd name="T41" fmla="*/ 541 h 1101"/>
                    <a:gd name="T42" fmla="*/ 624 w 1101"/>
                    <a:gd name="T43" fmla="*/ 606 h 1101"/>
                    <a:gd name="T44" fmla="*/ 601 w 1101"/>
                    <a:gd name="T45" fmla="*/ 632 h 1101"/>
                    <a:gd name="T46" fmla="*/ 596 w 1101"/>
                    <a:gd name="T47" fmla="*/ 685 h 1101"/>
                    <a:gd name="T48" fmla="*/ 614 w 1101"/>
                    <a:gd name="T49" fmla="*/ 749 h 1101"/>
                    <a:gd name="T50" fmla="*/ 614 w 1101"/>
                    <a:gd name="T51" fmla="*/ 861 h 1101"/>
                    <a:gd name="T52" fmla="*/ 509 w 1101"/>
                    <a:gd name="T53" fmla="*/ 861 h 1101"/>
                    <a:gd name="T54" fmla="*/ 509 w 1101"/>
                    <a:gd name="T55" fmla="*/ 749 h 1101"/>
                    <a:gd name="T56" fmla="*/ 614 w 1101"/>
                    <a:gd name="T57" fmla="*/ 749 h 1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1101" h="1101">
                      <a:moveTo>
                        <a:pt x="1101" y="551"/>
                      </a:moveTo>
                      <a:cubicBezTo>
                        <a:pt x="1101" y="854"/>
                        <a:pt x="854" y="1101"/>
                        <a:pt x="550" y="1101"/>
                      </a:cubicBezTo>
                      <a:cubicBezTo>
                        <a:pt x="246" y="1101"/>
                        <a:pt x="0" y="854"/>
                        <a:pt x="0" y="551"/>
                      </a:cubicBezTo>
                      <a:cubicBezTo>
                        <a:pt x="0" y="247"/>
                        <a:pt x="246" y="0"/>
                        <a:pt x="550" y="0"/>
                      </a:cubicBezTo>
                      <a:cubicBezTo>
                        <a:pt x="854" y="0"/>
                        <a:pt x="1101" y="247"/>
                        <a:pt x="1101" y="551"/>
                      </a:cubicBezTo>
                      <a:close/>
                      <a:moveTo>
                        <a:pt x="596" y="685"/>
                      </a:moveTo>
                      <a:lnTo>
                        <a:pt x="509" y="685"/>
                      </a:lnTo>
                      <a:lnTo>
                        <a:pt x="509" y="625"/>
                      </a:lnTo>
                      <a:cubicBezTo>
                        <a:pt x="509" y="605"/>
                        <a:pt x="513" y="589"/>
                        <a:pt x="521" y="577"/>
                      </a:cubicBezTo>
                      <a:cubicBezTo>
                        <a:pt x="529" y="565"/>
                        <a:pt x="547" y="549"/>
                        <a:pt x="575" y="527"/>
                      </a:cubicBezTo>
                      <a:cubicBezTo>
                        <a:pt x="617" y="495"/>
                        <a:pt x="638" y="460"/>
                        <a:pt x="638" y="424"/>
                      </a:cubicBezTo>
                      <a:cubicBezTo>
                        <a:pt x="638" y="397"/>
                        <a:pt x="630" y="375"/>
                        <a:pt x="614" y="359"/>
                      </a:cubicBezTo>
                      <a:cubicBezTo>
                        <a:pt x="597" y="343"/>
                        <a:pt x="576" y="334"/>
                        <a:pt x="549" y="334"/>
                      </a:cubicBezTo>
                      <a:cubicBezTo>
                        <a:pt x="488" y="334"/>
                        <a:pt x="451" y="377"/>
                        <a:pt x="440" y="462"/>
                      </a:cubicBezTo>
                      <a:lnTo>
                        <a:pt x="343" y="445"/>
                      </a:lnTo>
                      <a:cubicBezTo>
                        <a:pt x="349" y="381"/>
                        <a:pt x="372" y="331"/>
                        <a:pt x="413" y="295"/>
                      </a:cubicBezTo>
                      <a:cubicBezTo>
                        <a:pt x="454" y="259"/>
                        <a:pt x="503" y="241"/>
                        <a:pt x="561" y="241"/>
                      </a:cubicBezTo>
                      <a:cubicBezTo>
                        <a:pt x="618" y="241"/>
                        <a:pt x="665" y="257"/>
                        <a:pt x="702" y="291"/>
                      </a:cubicBezTo>
                      <a:cubicBezTo>
                        <a:pt x="739" y="325"/>
                        <a:pt x="758" y="367"/>
                        <a:pt x="758" y="418"/>
                      </a:cubicBezTo>
                      <a:cubicBezTo>
                        <a:pt x="758" y="443"/>
                        <a:pt x="753" y="467"/>
                        <a:pt x="743" y="489"/>
                      </a:cubicBezTo>
                      <a:cubicBezTo>
                        <a:pt x="732" y="512"/>
                        <a:pt x="721" y="529"/>
                        <a:pt x="707" y="541"/>
                      </a:cubicBezTo>
                      <a:cubicBezTo>
                        <a:pt x="694" y="554"/>
                        <a:pt x="667" y="575"/>
                        <a:pt x="624" y="606"/>
                      </a:cubicBezTo>
                      <a:cubicBezTo>
                        <a:pt x="612" y="615"/>
                        <a:pt x="605" y="624"/>
                        <a:pt x="601" y="632"/>
                      </a:cubicBezTo>
                      <a:cubicBezTo>
                        <a:pt x="598" y="640"/>
                        <a:pt x="596" y="658"/>
                        <a:pt x="596" y="685"/>
                      </a:cubicBezTo>
                      <a:close/>
                      <a:moveTo>
                        <a:pt x="614" y="749"/>
                      </a:moveTo>
                      <a:lnTo>
                        <a:pt x="614" y="861"/>
                      </a:lnTo>
                      <a:lnTo>
                        <a:pt x="509" y="861"/>
                      </a:lnTo>
                      <a:lnTo>
                        <a:pt x="509" y="749"/>
                      </a:lnTo>
                      <a:lnTo>
                        <a:pt x="614" y="749"/>
                      </a:lnTo>
                      <a:close/>
                    </a:path>
                  </a:pathLst>
                </a:custGeom>
                <a:noFill/>
                <a:ln w="6350" cap="rnd">
                  <a:solidFill>
                    <a:srgbClr val="80808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p:grpSp>
        </p:grpSp>
        <p:grpSp>
          <p:nvGrpSpPr>
            <p:cNvPr id="227" name="그룹 226">
              <a:extLst>
                <a:ext uri="{FF2B5EF4-FFF2-40B4-BE49-F238E27FC236}">
                  <a16:creationId xmlns:a16="http://schemas.microsoft.com/office/drawing/2014/main" id="{F610BF32-2CAB-4EC6-8E07-12AAE3C33721}"/>
                </a:ext>
              </a:extLst>
            </p:cNvPr>
            <p:cNvGrpSpPr/>
            <p:nvPr/>
          </p:nvGrpSpPr>
          <p:grpSpPr>
            <a:xfrm>
              <a:off x="2408953" y="2651462"/>
              <a:ext cx="439286" cy="426344"/>
              <a:chOff x="2394323" y="2644147"/>
              <a:chExt cx="439286" cy="426344"/>
            </a:xfrm>
          </p:grpSpPr>
          <p:sp>
            <p:nvSpPr>
              <p:cNvPr id="228" name="타원 227">
                <a:extLst>
                  <a:ext uri="{FF2B5EF4-FFF2-40B4-BE49-F238E27FC236}">
                    <a16:creationId xmlns:a16="http://schemas.microsoft.com/office/drawing/2014/main" id="{2BCFF63F-AF74-4865-A27E-6843DBCDB63D}"/>
                  </a:ext>
                </a:extLst>
              </p:cNvPr>
              <p:cNvSpPr/>
              <p:nvPr/>
            </p:nvSpPr>
            <p:spPr>
              <a:xfrm>
                <a:off x="2394323" y="2676136"/>
                <a:ext cx="372410" cy="372410"/>
              </a:xfrm>
              <a:prstGeom prst="ellipse">
                <a:avLst/>
              </a:prstGeom>
              <a:noFill/>
              <a:ln w="952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9" name="Text" descr="&lt;SmartSettings&gt;&lt;SmartResize anchorLeft=&quot;Absolute&quot; anchorTop=&quot;Absolute&quot; anchorRight=&quot;Absolute&quot; anchorBottom=&quot;Absolute&quot; /&gt;&lt;/SmartSettings&gt;">
                <a:extLst>
                  <a:ext uri="{FF2B5EF4-FFF2-40B4-BE49-F238E27FC236}">
                    <a16:creationId xmlns:a16="http://schemas.microsoft.com/office/drawing/2014/main" id="{488E3D15-ACBA-40F6-A875-B23F5131BC3D}"/>
                  </a:ext>
                </a:extLst>
              </p:cNvPr>
              <p:cNvSpPr txBox="1"/>
              <p:nvPr>
                <p:custDataLst>
                  <p:tags r:id="rId19"/>
                </p:custDataLst>
              </p:nvPr>
            </p:nvSpPr>
            <p:spPr>
              <a:xfrm>
                <a:off x="2459663" y="2644147"/>
                <a:ext cx="373946" cy="426344"/>
              </a:xfrm>
              <a:prstGeom prst="rect">
                <a:avLst/>
              </a:prstGeom>
              <a:noFill/>
            </p:spPr>
            <p:txBody>
              <a:bodyPr wrap="square" lIns="73152" tIns="36576" rIns="73152" bIns="36576" rtlCol="0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500" b="1" noProof="1">
                    <a:solidFill>
                      <a:schemeClr val="bg1">
                        <a:lumMod val="6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i</a:t>
                </a:r>
              </a:p>
            </p:txBody>
          </p:sp>
        </p:grpSp>
      </p:grpSp>
      <p:sp>
        <p:nvSpPr>
          <p:cNvPr id="239" name="Window Body" descr="&lt;SmartSettings&gt;&lt;SmartResize anchorLeft=&quot;Absolute&quot; anchorTop=&quot;Absolute&quot; anchorRight=&quot;Absolute&quot; anchorBottom=&quot;Absolute&quot; /&gt;&lt;/SmartSettings&gt;">
            <a:extLst>
              <a:ext uri="{FF2B5EF4-FFF2-40B4-BE49-F238E27FC236}">
                <a16:creationId xmlns:a16="http://schemas.microsoft.com/office/drawing/2014/main" id="{4038EFE7-9B91-4AC5-AFB9-DD0867B91FA1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7253666" y="6344534"/>
            <a:ext cx="674455" cy="237745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확인</a:t>
            </a:r>
            <a:endParaRPr lang="en-US" sz="7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40" name="Oval 35">
            <a:extLst>
              <a:ext uri="{FF2B5EF4-FFF2-40B4-BE49-F238E27FC236}">
                <a16:creationId xmlns:a16="http://schemas.microsoft.com/office/drawing/2014/main" id="{78F8A4B9-2136-4D2D-914C-130DF32AC7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1609" y="5142024"/>
            <a:ext cx="179388" cy="179387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800" b="1" dirty="0">
                <a:solidFill>
                  <a:srgbClr val="FFFFFF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003672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F887A-BAB4-AE73-C156-62A3B724C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직사각형 85">
            <a:extLst>
              <a:ext uri="{FF2B5EF4-FFF2-40B4-BE49-F238E27FC236}">
                <a16:creationId xmlns:a16="http://schemas.microsoft.com/office/drawing/2014/main" id="{02769467-A1B9-4735-8637-29900D23D477}"/>
              </a:ext>
            </a:extLst>
          </p:cNvPr>
          <p:cNvSpPr/>
          <p:nvPr/>
        </p:nvSpPr>
        <p:spPr>
          <a:xfrm>
            <a:off x="4491665" y="1427347"/>
            <a:ext cx="3910099" cy="91949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00866A2-73CD-4560-9DA5-3E9D64C1EDDC}"/>
              </a:ext>
            </a:extLst>
          </p:cNvPr>
          <p:cNvSpPr/>
          <p:nvPr/>
        </p:nvSpPr>
        <p:spPr>
          <a:xfrm>
            <a:off x="404237" y="1427347"/>
            <a:ext cx="4089244" cy="91949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6C713790-DE53-4281-0476-CB87470294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0322664"/>
              </p:ext>
            </p:extLst>
          </p:nvPr>
        </p:nvGraphicFramePr>
        <p:xfrm>
          <a:off x="8629650" y="811446"/>
          <a:ext cx="3195405" cy="49810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1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02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7523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ko-KR" sz="800" b="0" kern="12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Description</a:t>
                      </a:r>
                      <a:endParaRPr lang="ko-KR" altLang="en-US" sz="800" b="0" kern="1200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en-US" altLang="ko-KR" sz="8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3413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ERP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연동 예약번호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조회시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모달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화면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9071" marR="99071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0085253"/>
                  </a:ext>
                </a:extLst>
              </a:tr>
              <a:tr h="9406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ERP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데이터 테이블 호출 항목</a:t>
                      </a:r>
                      <a:endParaRPr lang="en-US" altLang="ko-KR" sz="8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체크박스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1-1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전체체크 박스 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티켓번호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한글성명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성명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생년월일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9071" marR="99071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984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85551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적용하기 버튼</a:t>
                      </a:r>
                      <a:endParaRPr lang="en-US" altLang="ko-KR" sz="8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marR="0" indent="-171450" algn="l" defTabSz="85551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체크박스 선택 후 적용하기 버튼 클릭 시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hlinkClick r:id="rId31" action="ppaction://hlinksldjump"/>
                        </a:rPr>
                        <a:t>6PAGE 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hlinkClick r:id="rId31" action="ppaction://hlinksldjump"/>
                        </a:rPr>
                      </a:b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청약메인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화면에 해당 데이터 호출 및 적용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9071" marR="99071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5424848"/>
                  </a:ext>
                </a:extLst>
              </a:tr>
              <a:tr h="103984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85551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800" b="1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닫기버튼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endParaRPr lang="en-US" altLang="ko-KR" sz="8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marR="0" indent="-171450" algn="l" defTabSz="85551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닫기버튼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클릭 시 데이터 적용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X</a:t>
                      </a:r>
                    </a:p>
                  </a:txBody>
                  <a:tcPr marL="99071" marR="99071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5966088"/>
                  </a:ext>
                </a:extLst>
              </a:tr>
              <a:tr h="103984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85551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Disclaimer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문구 </a:t>
                      </a:r>
                      <a:endParaRPr lang="en-US" altLang="ko-KR" sz="8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marR="0" lvl="0" indent="-171450" algn="l" defTabSz="85551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“</a:t>
                      </a:r>
                      <a:r>
                        <a:rPr lang="en-US" altLang="ko-KR" sz="800" b="0" dirty="0">
                          <a:latin typeface="나눔고딕" pitchFamily="2" charset="-127"/>
                          <a:ea typeface="나눔고딕" pitchFamily="2" charset="-127"/>
                        </a:rPr>
                        <a:t>* ERP </a:t>
                      </a:r>
                      <a:r>
                        <a:rPr lang="ko-KR" altLang="en-US" sz="800" b="0" dirty="0">
                          <a:latin typeface="나눔고딕" pitchFamily="2" charset="-127"/>
                          <a:ea typeface="나눔고딕" pitchFamily="2" charset="-127"/>
                        </a:rPr>
                        <a:t>조회 </a:t>
                      </a:r>
                      <a:r>
                        <a:rPr lang="en-US" altLang="ko-KR" sz="800" b="0" dirty="0">
                          <a:latin typeface="나눔고딕" pitchFamily="2" charset="-127"/>
                          <a:ea typeface="나눔고딕" pitchFamily="2" charset="-127"/>
                        </a:rPr>
                        <a:t>-&gt; </a:t>
                      </a:r>
                      <a:r>
                        <a:rPr lang="ko-KR" altLang="en-US" sz="800" b="0" dirty="0">
                          <a:latin typeface="나눔고딕" pitchFamily="2" charset="-127"/>
                          <a:ea typeface="나눔고딕" pitchFamily="2" charset="-127"/>
                        </a:rPr>
                        <a:t>선택 </a:t>
                      </a:r>
                      <a:r>
                        <a:rPr lang="en-US" altLang="ko-KR" sz="800" b="0" dirty="0">
                          <a:latin typeface="나눔고딕" pitchFamily="2" charset="-127"/>
                          <a:ea typeface="나눔고딕" pitchFamily="2" charset="-127"/>
                        </a:rPr>
                        <a:t>-&gt; </a:t>
                      </a:r>
                      <a:r>
                        <a:rPr lang="ko-KR" altLang="en-US" sz="800" b="0" dirty="0">
                          <a:latin typeface="나눔고딕" pitchFamily="2" charset="-127"/>
                          <a:ea typeface="나눔고딕" pitchFamily="2" charset="-127"/>
                        </a:rPr>
                        <a:t>적용하기를 반복하여 인원을 누적 추가할 수 있습니다</a:t>
                      </a:r>
                      <a:r>
                        <a:rPr lang="en-US" altLang="ko-KR" sz="800" b="0" dirty="0">
                          <a:latin typeface="나눔고딕" pitchFamily="2" charset="-127"/>
                          <a:ea typeface="나눔고딕" pitchFamily="2" charset="-127"/>
                        </a:rPr>
                        <a:t>.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” </a:t>
                      </a:r>
                    </a:p>
                    <a:p>
                      <a:pPr marL="171450" marR="0" lvl="0" indent="-171450" algn="l" defTabSz="85551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위 누적 추가 관련 가이드 문구 제공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9071" marR="99071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3106849"/>
                  </a:ext>
                </a:extLst>
              </a:tr>
            </a:tbl>
          </a:graphicData>
        </a:graphic>
      </p:graphicFrame>
      <p:sp>
        <p:nvSpPr>
          <p:cNvPr id="65" name="TextBox 64">
            <a:extLst>
              <a:ext uri="{FF2B5EF4-FFF2-40B4-BE49-F238E27FC236}">
                <a16:creationId xmlns:a16="http://schemas.microsoft.com/office/drawing/2014/main" id="{28EE15C2-726D-1206-37B5-A1B5551B8BB9}"/>
              </a:ext>
            </a:extLst>
          </p:cNvPr>
          <p:cNvSpPr txBox="1"/>
          <p:nvPr/>
        </p:nvSpPr>
        <p:spPr>
          <a:xfrm>
            <a:off x="4312366" y="199627"/>
            <a:ext cx="321589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ERP 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데이터 조회 </a:t>
            </a:r>
            <a:r>
              <a:rPr lang="ko-KR" altLang="en-US" sz="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모달</a:t>
            </a:r>
            <a:endParaRPr lang="ko-KR" altLang="en-US" sz="8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CC5D9C1-99DF-3DA3-205C-4EC37F011E43}"/>
              </a:ext>
            </a:extLst>
          </p:cNvPr>
          <p:cNvSpPr txBox="1"/>
          <p:nvPr/>
        </p:nvSpPr>
        <p:spPr>
          <a:xfrm>
            <a:off x="4312366" y="419389"/>
            <a:ext cx="321589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메인 </a:t>
            </a: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&gt; ERP 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연동 검색 </a:t>
            </a: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&gt;</a:t>
            </a:r>
            <a:endParaRPr lang="en-US" altLang="ko-KR" sz="900" dirty="0">
              <a:latin typeface="+mn-ea"/>
            </a:endParaRPr>
          </a:p>
        </p:txBody>
      </p:sp>
      <p:sp>
        <p:nvSpPr>
          <p:cNvPr id="354" name="TextBox 353">
            <a:extLst>
              <a:ext uri="{FF2B5EF4-FFF2-40B4-BE49-F238E27FC236}">
                <a16:creationId xmlns:a16="http://schemas.microsoft.com/office/drawing/2014/main" id="{5D3F8AB6-1831-B76D-B4B7-FF8771D3C835}"/>
              </a:ext>
            </a:extLst>
          </p:cNvPr>
          <p:cNvSpPr txBox="1"/>
          <p:nvPr/>
        </p:nvSpPr>
        <p:spPr>
          <a:xfrm>
            <a:off x="10848513" y="421528"/>
            <a:ext cx="9765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Page</a:t>
            </a:r>
            <a:endParaRPr lang="ko-KR" altLang="en-US" sz="80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4CBD29E-8571-8A7C-F2EC-405859348E90}"/>
              </a:ext>
            </a:extLst>
          </p:cNvPr>
          <p:cNvSpPr/>
          <p:nvPr/>
        </p:nvSpPr>
        <p:spPr>
          <a:xfrm>
            <a:off x="404237" y="811446"/>
            <a:ext cx="8000854" cy="4446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800" b="1" dirty="0">
              <a:solidFill>
                <a:schemeClr val="bg1">
                  <a:lumMod val="50000"/>
                </a:schemeClr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93BB3D0-508B-AF64-E175-7C5B3193B098}"/>
              </a:ext>
            </a:extLst>
          </p:cNvPr>
          <p:cNvSpPr txBox="1"/>
          <p:nvPr/>
        </p:nvSpPr>
        <p:spPr>
          <a:xfrm>
            <a:off x="499489" y="892976"/>
            <a:ext cx="152327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나눔고딕" pitchFamily="2" charset="-127"/>
                <a:ea typeface="나눔고딕" pitchFamily="2" charset="-127"/>
              </a:rPr>
              <a:t>캐롯손해보험</a:t>
            </a:r>
            <a:r>
              <a:rPr lang="ko-KR" alt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itchFamily="2" charset="-127"/>
                <a:ea typeface="나눔고딕" pitchFamily="2" charset="-127"/>
              </a:rPr>
              <a:t> 관리자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E66C289-79C8-AAF2-C948-7FBAC9E62BEE}"/>
              </a:ext>
            </a:extLst>
          </p:cNvPr>
          <p:cNvSpPr txBox="1"/>
          <p:nvPr/>
        </p:nvSpPr>
        <p:spPr>
          <a:xfrm>
            <a:off x="6865733" y="898520"/>
            <a:ext cx="152327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itchFamily="2" charset="-127"/>
                <a:ea typeface="나눔고딕" pitchFamily="2" charset="-127"/>
              </a:rPr>
              <a:t>{NAME}</a:t>
            </a:r>
            <a:endParaRPr lang="ko-KR" altLang="en-US" sz="1050" b="1" dirty="0">
              <a:solidFill>
                <a:schemeClr val="tx1">
                  <a:lumMod val="65000"/>
                  <a:lumOff val="35000"/>
                </a:schemeClr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00E838E-E647-F2FF-1FE8-1B0B0D7F5610}"/>
              </a:ext>
            </a:extLst>
          </p:cNvPr>
          <p:cNvSpPr txBox="1"/>
          <p:nvPr/>
        </p:nvSpPr>
        <p:spPr>
          <a:xfrm>
            <a:off x="7591343" y="909155"/>
            <a:ext cx="69121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u="sng" dirty="0">
                <a:solidFill>
                  <a:schemeClr val="bg1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로그아웃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BF231A9-EC8E-1711-7FC6-5A8FDBA142E5}"/>
              </a:ext>
            </a:extLst>
          </p:cNvPr>
          <p:cNvSpPr txBox="1"/>
          <p:nvPr/>
        </p:nvSpPr>
        <p:spPr>
          <a:xfrm>
            <a:off x="3568713" y="901461"/>
            <a:ext cx="71686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itchFamily="2" charset="-127"/>
                <a:ea typeface="나눔고딕" pitchFamily="2" charset="-127"/>
              </a:rPr>
              <a:t>계약내역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F438CF2-3EA6-C775-1471-8E7C4E244BCC}"/>
              </a:ext>
            </a:extLst>
          </p:cNvPr>
          <p:cNvSpPr txBox="1"/>
          <p:nvPr/>
        </p:nvSpPr>
        <p:spPr>
          <a:xfrm>
            <a:off x="4642733" y="900403"/>
            <a:ext cx="55816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itchFamily="2" charset="-127"/>
                <a:ea typeface="나눔고딕" pitchFamily="2" charset="-127"/>
              </a:rPr>
              <a:t>HELP </a:t>
            </a:r>
            <a:endParaRPr lang="ko-KR" altLang="en-US" sz="1100" dirty="0">
              <a:solidFill>
                <a:schemeClr val="tx1">
                  <a:lumMod val="65000"/>
                  <a:lumOff val="35000"/>
                </a:schemeClr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8428569-F7A0-DB0D-4797-7517C0721580}"/>
              </a:ext>
            </a:extLst>
          </p:cNvPr>
          <p:cNvSpPr txBox="1"/>
          <p:nvPr/>
        </p:nvSpPr>
        <p:spPr>
          <a:xfrm>
            <a:off x="2406338" y="898520"/>
            <a:ext cx="75693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itchFamily="2" charset="-127"/>
                <a:ea typeface="나눔고딕" pitchFamily="2" charset="-127"/>
              </a:rPr>
              <a:t>청약신청 </a:t>
            </a:r>
          </a:p>
        </p:txBody>
      </p:sp>
      <p:pic>
        <p:nvPicPr>
          <p:cNvPr id="238" name="그림 237">
            <a:extLst>
              <a:ext uri="{FF2B5EF4-FFF2-40B4-BE49-F238E27FC236}">
                <a16:creationId xmlns:a16="http://schemas.microsoft.com/office/drawing/2014/main" id="{F648D153-5058-7BCA-E3B4-8825BD54D9D0}"/>
              </a:ext>
            </a:extLst>
          </p:cNvPr>
          <p:cNvPicPr>
            <a:picLocks noChangeAspect="1"/>
          </p:cNvPicPr>
          <p:nvPr/>
        </p:nvPicPr>
        <p:blipFill>
          <a:blip r:embed="rId32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5640" y="957994"/>
            <a:ext cx="142662" cy="142662"/>
          </a:xfrm>
          <a:prstGeom prst="rect">
            <a:avLst/>
          </a:prstGeom>
        </p:spPr>
      </p:pic>
      <p:sp>
        <p:nvSpPr>
          <p:cNvPr id="7" name="Button">
            <a:extLst>
              <a:ext uri="{FF2B5EF4-FFF2-40B4-BE49-F238E27FC236}">
                <a16:creationId xmlns:a16="http://schemas.microsoft.com/office/drawing/2014/main" id="{93EF334B-78C8-9187-B246-2A38253B4A1A}"/>
              </a:ext>
            </a:extLst>
          </p:cNvPr>
          <p:cNvSpPr>
            <a:spLocks/>
          </p:cNvSpPr>
          <p:nvPr/>
        </p:nvSpPr>
        <p:spPr bwMode="auto">
          <a:xfrm>
            <a:off x="648539" y="1852820"/>
            <a:ext cx="3691317" cy="209729"/>
          </a:xfrm>
          <a:prstGeom prst="roundRect">
            <a:avLst>
              <a:gd name="adj" fmla="val 8776"/>
            </a:avLst>
          </a:prstGeom>
          <a:solidFill>
            <a:schemeClr val="tx1">
              <a:lumMod val="65000"/>
              <a:lumOff val="35000"/>
            </a:schemeClr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dirty="0">
                <a:solidFill>
                  <a:prstClr val="white"/>
                </a:solidFill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ERP</a:t>
            </a:r>
            <a:r>
              <a:rPr lang="ko-KR" altLang="en-US" sz="700" dirty="0">
                <a:solidFill>
                  <a:prstClr val="white"/>
                </a:solidFill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에서 데이터 호출</a:t>
            </a:r>
            <a:endParaRPr lang="en-US" sz="700" dirty="0">
              <a:solidFill>
                <a:prstClr val="white"/>
              </a:solidFill>
              <a:latin typeface="나눔고딕" pitchFamily="2" charset="-127"/>
              <a:ea typeface="나눔고딕" pitchFamily="2" charset="-127"/>
              <a:cs typeface="Segoe UI" panose="020B0502040204020203" pitchFamily="34" charset="0"/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4DDE4465-F7C3-4A95-AC7D-EC269B0C3E4E}"/>
              </a:ext>
            </a:extLst>
          </p:cNvPr>
          <p:cNvSpPr/>
          <p:nvPr/>
        </p:nvSpPr>
        <p:spPr>
          <a:xfrm>
            <a:off x="515132" y="1517053"/>
            <a:ext cx="247137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b="1" dirty="0">
                <a:latin typeface="나눔고딕" pitchFamily="2" charset="-127"/>
                <a:ea typeface="나눔고딕" pitchFamily="2" charset="-127"/>
              </a:rPr>
              <a:t>ERP</a:t>
            </a:r>
            <a:r>
              <a:rPr lang="ko-KR" altLang="en-US" sz="1400" b="1" dirty="0">
                <a:latin typeface="나눔고딕" pitchFamily="2" charset="-127"/>
                <a:ea typeface="나눔고딕" pitchFamily="2" charset="-127"/>
              </a:rPr>
              <a:t>연동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B77264C-8A17-AB67-07D3-6FF14FF560CA}"/>
              </a:ext>
            </a:extLst>
          </p:cNvPr>
          <p:cNvSpPr txBox="1"/>
          <p:nvPr/>
        </p:nvSpPr>
        <p:spPr>
          <a:xfrm>
            <a:off x="5425458" y="896959"/>
            <a:ext cx="93968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</a:rPr>
              <a:t>고객사 관리</a:t>
            </a:r>
          </a:p>
        </p:txBody>
      </p:sp>
      <p:sp>
        <p:nvSpPr>
          <p:cNvPr id="53" name="Text Box">
            <a:extLst>
              <a:ext uri="{FF2B5EF4-FFF2-40B4-BE49-F238E27FC236}">
                <a16:creationId xmlns:a16="http://schemas.microsoft.com/office/drawing/2014/main" id="{E1BA9B03-10C3-4797-802A-40797B964491}"/>
              </a:ext>
            </a:extLst>
          </p:cNvPr>
          <p:cNvSpPr/>
          <p:nvPr/>
        </p:nvSpPr>
        <p:spPr>
          <a:xfrm>
            <a:off x="4558011" y="1907870"/>
            <a:ext cx="3195405" cy="225703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22860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atinLnBrk="0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파일 업로드 </a:t>
            </a:r>
            <a:endParaRPr lang="en-US" sz="800" dirty="0">
              <a:solidFill>
                <a:schemeClr val="bg1">
                  <a:lumMod val="50000"/>
                </a:schemeClr>
              </a:solidFill>
              <a:latin typeface="나눔고딕" pitchFamily="2" charset="-127"/>
              <a:ea typeface="나눔고딕" pitchFamily="2" charset="-127"/>
              <a:cs typeface="Segoe UI" panose="020B0502040204020203" pitchFamily="34" charset="0"/>
            </a:endParaRPr>
          </a:p>
        </p:txBody>
      </p:sp>
      <p:sp>
        <p:nvSpPr>
          <p:cNvPr id="79" name="Button">
            <a:extLst>
              <a:ext uri="{FF2B5EF4-FFF2-40B4-BE49-F238E27FC236}">
                <a16:creationId xmlns:a16="http://schemas.microsoft.com/office/drawing/2014/main" id="{801D6CB2-687F-4F9C-9D34-A9BCCE50C0FF}"/>
              </a:ext>
            </a:extLst>
          </p:cNvPr>
          <p:cNvSpPr>
            <a:spLocks/>
          </p:cNvSpPr>
          <p:nvPr/>
        </p:nvSpPr>
        <p:spPr bwMode="auto">
          <a:xfrm>
            <a:off x="7796434" y="1925402"/>
            <a:ext cx="497821" cy="209729"/>
          </a:xfrm>
          <a:prstGeom prst="roundRect">
            <a:avLst>
              <a:gd name="adj" fmla="val 8776"/>
            </a:avLst>
          </a:prstGeom>
          <a:solidFill>
            <a:schemeClr val="tx1">
              <a:lumMod val="65000"/>
              <a:lumOff val="35000"/>
            </a:schemeClr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700" dirty="0">
                <a:solidFill>
                  <a:prstClr val="white"/>
                </a:solidFill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업로드</a:t>
            </a:r>
            <a:endParaRPr lang="en-US" sz="700" dirty="0">
              <a:solidFill>
                <a:prstClr val="white"/>
              </a:solidFill>
              <a:latin typeface="나눔고딕" pitchFamily="2" charset="-127"/>
              <a:ea typeface="나눔고딕" pitchFamily="2" charset="-127"/>
              <a:cs typeface="Segoe UI" panose="020B0502040204020203" pitchFamily="34" charset="0"/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2FED14A7-DADF-44EC-AF04-D8B49315347C}"/>
              </a:ext>
            </a:extLst>
          </p:cNvPr>
          <p:cNvSpPr/>
          <p:nvPr/>
        </p:nvSpPr>
        <p:spPr>
          <a:xfrm>
            <a:off x="4504614" y="1517088"/>
            <a:ext cx="247137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나눔고딕" pitchFamily="2" charset="-127"/>
                <a:ea typeface="나눔고딕" pitchFamily="2" charset="-127"/>
              </a:rPr>
              <a:t>엑셀 업로드</a:t>
            </a:r>
          </a:p>
        </p:txBody>
      </p:sp>
      <p:sp>
        <p:nvSpPr>
          <p:cNvPr id="85" name="Button">
            <a:extLst>
              <a:ext uri="{FF2B5EF4-FFF2-40B4-BE49-F238E27FC236}">
                <a16:creationId xmlns:a16="http://schemas.microsoft.com/office/drawing/2014/main" id="{65827CD3-F2B8-4330-A6D0-FE16787F502B}"/>
              </a:ext>
            </a:extLst>
          </p:cNvPr>
          <p:cNvSpPr>
            <a:spLocks/>
          </p:cNvSpPr>
          <p:nvPr/>
        </p:nvSpPr>
        <p:spPr bwMode="auto">
          <a:xfrm>
            <a:off x="7486487" y="1605190"/>
            <a:ext cx="807768" cy="209729"/>
          </a:xfrm>
          <a:prstGeom prst="roundRect">
            <a:avLst>
              <a:gd name="adj" fmla="val 8776"/>
            </a:avLst>
          </a:prstGeom>
          <a:solidFill>
            <a:schemeClr val="tx1">
              <a:lumMod val="65000"/>
              <a:lumOff val="35000"/>
            </a:schemeClr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700">
                <a:solidFill>
                  <a:prstClr val="white"/>
                </a:solidFill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양식 다운로드</a:t>
            </a:r>
            <a:endParaRPr lang="en-US" sz="700" dirty="0">
              <a:solidFill>
                <a:prstClr val="white"/>
              </a:solidFill>
              <a:latin typeface="나눔고딕" pitchFamily="2" charset="-127"/>
              <a:ea typeface="나눔고딕" pitchFamily="2" charset="-127"/>
              <a:cs typeface="Segoe UI" panose="020B0502040204020203" pitchFamily="34" charset="0"/>
            </a:endParaRPr>
          </a:p>
        </p:txBody>
      </p:sp>
      <p:sp>
        <p:nvSpPr>
          <p:cNvPr id="64" name="Oval 35">
            <a:extLst>
              <a:ext uri="{FF2B5EF4-FFF2-40B4-BE49-F238E27FC236}">
                <a16:creationId xmlns:a16="http://schemas.microsoft.com/office/drawing/2014/main" id="{BFB17E01-290A-44F0-9826-A05F382C76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087" y="1347763"/>
            <a:ext cx="179388" cy="179387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8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0" name="Oval 35">
            <a:extLst>
              <a:ext uri="{FF2B5EF4-FFF2-40B4-BE49-F238E27FC236}">
                <a16:creationId xmlns:a16="http://schemas.microsoft.com/office/drawing/2014/main" id="{60A6B95D-BBC5-443D-AAA8-DA9060F682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4597" y="1367806"/>
            <a:ext cx="179388" cy="179387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8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2" name="Oval 35">
            <a:extLst>
              <a:ext uri="{FF2B5EF4-FFF2-40B4-BE49-F238E27FC236}">
                <a16:creationId xmlns:a16="http://schemas.microsoft.com/office/drawing/2014/main" id="{C2586F4F-451B-4C9D-A5DB-684AA7035C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6644" y="868300"/>
            <a:ext cx="179388" cy="179387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8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B20F6E2-151B-4DD9-B576-6267E7B1820A}"/>
              </a:ext>
            </a:extLst>
          </p:cNvPr>
          <p:cNvSpPr/>
          <p:nvPr/>
        </p:nvSpPr>
        <p:spPr>
          <a:xfrm>
            <a:off x="540206" y="2081584"/>
            <a:ext cx="401424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atinLnBrk="0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ERP</a:t>
            </a: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조회를 통해 데이터를 호출 및 아래 청약 신청 테이블에 적용합니다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.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18079D87-3088-4C0F-810E-3AF52C3148B7}"/>
              </a:ext>
            </a:extLst>
          </p:cNvPr>
          <p:cNvSpPr/>
          <p:nvPr/>
        </p:nvSpPr>
        <p:spPr>
          <a:xfrm>
            <a:off x="399938" y="811446"/>
            <a:ext cx="7994836" cy="6039178"/>
          </a:xfrm>
          <a:prstGeom prst="rect">
            <a:avLst/>
          </a:prstGeom>
          <a:solidFill>
            <a:schemeClr val="tx1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9F9BF05-BC5D-4298-B1A1-6B2573F7F540}"/>
              </a:ext>
            </a:extLst>
          </p:cNvPr>
          <p:cNvSpPr/>
          <p:nvPr/>
        </p:nvSpPr>
        <p:spPr>
          <a:xfrm>
            <a:off x="870415" y="2001444"/>
            <a:ext cx="7213984" cy="4182074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DE044CA-FA24-44B4-8325-51A2E1A325A0}"/>
              </a:ext>
            </a:extLst>
          </p:cNvPr>
          <p:cNvSpPr/>
          <p:nvPr/>
        </p:nvSpPr>
        <p:spPr>
          <a:xfrm>
            <a:off x="870414" y="2094159"/>
            <a:ext cx="144623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b="1" dirty="0">
                <a:latin typeface="나눔고딕" pitchFamily="2" charset="-127"/>
                <a:ea typeface="나눔고딕" pitchFamily="2" charset="-127"/>
              </a:rPr>
              <a:t>ERP</a:t>
            </a:r>
            <a:r>
              <a:rPr lang="ko-KR" altLang="en-US" sz="1400" b="1" dirty="0">
                <a:latin typeface="나눔고딕" pitchFamily="2" charset="-127"/>
                <a:ea typeface="나눔고딕" pitchFamily="2" charset="-127"/>
              </a:rPr>
              <a:t> 데이터 조회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AF4AF14-3E01-47D9-80FD-053D82B0DC3E}"/>
              </a:ext>
            </a:extLst>
          </p:cNvPr>
          <p:cNvSpPr/>
          <p:nvPr/>
        </p:nvSpPr>
        <p:spPr>
          <a:xfrm>
            <a:off x="927802" y="2504383"/>
            <a:ext cx="7156595" cy="314371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51" name="표 50">
            <a:extLst>
              <a:ext uri="{FF2B5EF4-FFF2-40B4-BE49-F238E27FC236}">
                <a16:creationId xmlns:a16="http://schemas.microsoft.com/office/drawing/2014/main" id="{DFE03767-D0EB-497E-A07F-C25E573650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3337864"/>
              </p:ext>
            </p:extLst>
          </p:nvPr>
        </p:nvGraphicFramePr>
        <p:xfrm>
          <a:off x="1182584" y="3003084"/>
          <a:ext cx="6570832" cy="2353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948">
                  <a:extLst>
                    <a:ext uri="{9D8B030D-6E8A-4147-A177-3AD203B41FA5}">
                      <a16:colId xmlns:a16="http://schemas.microsoft.com/office/drawing/2014/main" val="3449450295"/>
                    </a:ext>
                  </a:extLst>
                </a:gridCol>
                <a:gridCol w="2490951">
                  <a:extLst>
                    <a:ext uri="{9D8B030D-6E8A-4147-A177-3AD203B41FA5}">
                      <a16:colId xmlns:a16="http://schemas.microsoft.com/office/drawing/2014/main" val="2536650992"/>
                    </a:ext>
                  </a:extLst>
                </a:gridCol>
                <a:gridCol w="1411035">
                  <a:extLst>
                    <a:ext uri="{9D8B030D-6E8A-4147-A177-3AD203B41FA5}">
                      <a16:colId xmlns:a16="http://schemas.microsoft.com/office/drawing/2014/main" val="4134131423"/>
                    </a:ext>
                  </a:extLst>
                </a:gridCol>
                <a:gridCol w="952863">
                  <a:extLst>
                    <a:ext uri="{9D8B030D-6E8A-4147-A177-3AD203B41FA5}">
                      <a16:colId xmlns:a16="http://schemas.microsoft.com/office/drawing/2014/main" val="2546385437"/>
                    </a:ext>
                  </a:extLst>
                </a:gridCol>
                <a:gridCol w="1411035">
                  <a:extLst>
                    <a:ext uri="{9D8B030D-6E8A-4147-A177-3AD203B41FA5}">
                      <a16:colId xmlns:a16="http://schemas.microsoft.com/office/drawing/2014/main" val="250731046"/>
                    </a:ext>
                  </a:extLst>
                </a:gridCol>
              </a:tblGrid>
              <a:tr h="224170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티켓번호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한글성명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성별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생년월일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183308"/>
                  </a:ext>
                </a:extLst>
              </a:tr>
              <a:tr h="304230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18123455686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홍길동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남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910125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0178461"/>
                  </a:ext>
                </a:extLst>
              </a:tr>
              <a:tr h="3042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18123455686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홍길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여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920125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7717739"/>
                  </a:ext>
                </a:extLst>
              </a:tr>
              <a:tr h="3042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18123455222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홍민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여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920121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1298971"/>
                  </a:ext>
                </a:extLst>
              </a:tr>
              <a:tr h="3042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18123455222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홍민</a:t>
                      </a:r>
                      <a:r>
                        <a:rPr lang="en-US" altLang="ko-KR" sz="800" dirty="0"/>
                        <a:t>4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여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920121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1991363"/>
                  </a:ext>
                </a:extLst>
              </a:tr>
              <a:tr h="3042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18123455226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홍민</a:t>
                      </a:r>
                      <a:r>
                        <a:rPr lang="en-US" altLang="ko-KR" sz="800" dirty="0"/>
                        <a:t>3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여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920121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2578577"/>
                  </a:ext>
                </a:extLst>
              </a:tr>
              <a:tr h="3042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18123455227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홍민</a:t>
                      </a:r>
                      <a:r>
                        <a:rPr lang="en-US" altLang="ko-KR" sz="800" dirty="0"/>
                        <a:t>1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여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920121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1963181"/>
                  </a:ext>
                </a:extLst>
              </a:tr>
              <a:tr h="3042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18123455228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홍민</a:t>
                      </a:r>
                      <a:r>
                        <a:rPr lang="en-US" altLang="ko-KR" sz="800" dirty="0"/>
                        <a:t>2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여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920121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6052715"/>
                  </a:ext>
                </a:extLst>
              </a:tr>
            </a:tbl>
          </a:graphicData>
        </a:graphic>
      </p:graphicFrame>
      <p:grpSp>
        <p:nvGrpSpPr>
          <p:cNvPr id="52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ADC0D856-F8F8-4EE6-8ACA-3A0D91395D03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1371645" y="3341826"/>
            <a:ext cx="131556" cy="131556"/>
            <a:chOff x="554563" y="2632644"/>
            <a:chExt cx="131556" cy="131556"/>
          </a:xfrm>
        </p:grpSpPr>
        <p:sp>
          <p:nvSpPr>
            <p:cNvPr id="54" name="Box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4FD37224-7478-4FDB-9E84-8F02C8420F36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55" name="Check" descr="&lt;SmartSettings&gt;&lt;SmartResize anchorLeft=&quot;Absolute&quot; anchorTop=&quot;None&quot; anchorRight=&quot;None&quot; anchorBottom=&quot;None&quot; /&gt;&lt;/SmartSettings&gt;" hidden="1">
              <a:extLst>
                <a:ext uri="{FF2B5EF4-FFF2-40B4-BE49-F238E27FC236}">
                  <a16:creationId xmlns:a16="http://schemas.microsoft.com/office/drawing/2014/main" id="{FACB36DF-79A9-46D2-B63F-396FCC9797E8}"/>
                </a:ext>
              </a:extLst>
            </p:cNvPr>
            <p:cNvSpPr>
              <a:spLocks noEditPoints="1"/>
            </p:cNvSpPr>
            <p:nvPr>
              <p:custDataLst>
                <p:tags r:id="rId28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56" name="Accept">
            <a:extLst>
              <a:ext uri="{FF2B5EF4-FFF2-40B4-BE49-F238E27FC236}">
                <a16:creationId xmlns:a16="http://schemas.microsoft.com/office/drawing/2014/main" id="{E4B99EFB-D820-4D32-85A0-EEED0EBCBD15}"/>
              </a:ext>
            </a:extLst>
          </p:cNvPr>
          <p:cNvSpPr>
            <a:spLocks noChangeAspect="1"/>
          </p:cNvSpPr>
          <p:nvPr/>
        </p:nvSpPr>
        <p:spPr bwMode="auto">
          <a:xfrm>
            <a:off x="1427475" y="3378198"/>
            <a:ext cx="58826" cy="52208"/>
          </a:xfrm>
          <a:custGeom>
            <a:avLst/>
            <a:gdLst>
              <a:gd name="T0" fmla="*/ 504 w 525"/>
              <a:gd name="T1" fmla="*/ 3 h 467"/>
              <a:gd name="T2" fmla="*/ 495 w 525"/>
              <a:gd name="T3" fmla="*/ 9 h 467"/>
              <a:gd name="T4" fmla="*/ 223 w 525"/>
              <a:gd name="T5" fmla="*/ 431 h 467"/>
              <a:gd name="T6" fmla="*/ 35 w 525"/>
              <a:gd name="T7" fmla="*/ 262 h 467"/>
              <a:gd name="T8" fmla="*/ 18 w 525"/>
              <a:gd name="T9" fmla="*/ 282 h 467"/>
              <a:gd name="T10" fmla="*/ 217 w 525"/>
              <a:gd name="T11" fmla="*/ 462 h 467"/>
              <a:gd name="T12" fmla="*/ 237 w 525"/>
              <a:gd name="T13" fmla="*/ 459 h 467"/>
              <a:gd name="T14" fmla="*/ 518 w 525"/>
              <a:gd name="T15" fmla="*/ 23 h 467"/>
              <a:gd name="T16" fmla="*/ 504 w 525"/>
              <a:gd name="T17" fmla="*/ 3 h 4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25" h="467">
                <a:moveTo>
                  <a:pt x="504" y="3"/>
                </a:moveTo>
                <a:cubicBezTo>
                  <a:pt x="500" y="3"/>
                  <a:pt x="497" y="6"/>
                  <a:pt x="495" y="9"/>
                </a:cubicBezTo>
                <a:lnTo>
                  <a:pt x="223" y="431"/>
                </a:lnTo>
                <a:lnTo>
                  <a:pt x="35" y="262"/>
                </a:lnTo>
                <a:cubicBezTo>
                  <a:pt x="22" y="245"/>
                  <a:pt x="0" y="271"/>
                  <a:pt x="18" y="282"/>
                </a:cubicBezTo>
                <a:lnTo>
                  <a:pt x="217" y="462"/>
                </a:lnTo>
                <a:cubicBezTo>
                  <a:pt x="223" y="467"/>
                  <a:pt x="232" y="466"/>
                  <a:pt x="237" y="459"/>
                </a:cubicBezTo>
                <a:lnTo>
                  <a:pt x="518" y="23"/>
                </a:lnTo>
                <a:cubicBezTo>
                  <a:pt x="525" y="13"/>
                  <a:pt x="515" y="0"/>
                  <a:pt x="504" y="3"/>
                </a:cubicBezTo>
                <a:close/>
              </a:path>
            </a:pathLst>
          </a:cu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b="1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57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934B7335-93BB-491F-A157-7702C8D8820F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1381531" y="3605747"/>
            <a:ext cx="131556" cy="138918"/>
            <a:chOff x="564449" y="2604282"/>
            <a:chExt cx="131556" cy="138918"/>
          </a:xfrm>
        </p:grpSpPr>
        <p:sp>
          <p:nvSpPr>
            <p:cNvPr id="58" name="Box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07C8B0C6-CF36-4409-A564-E41593AC3EA1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564449" y="2604282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59" name="Check" descr="&lt;SmartSettings&gt;&lt;SmartResize anchorLeft=&quot;Absolute&quot; anchorTop=&quot;None&quot; anchorRight=&quot;None&quot; anchorBottom=&quot;None&quot; /&gt;&lt;/SmartSettings&gt;" hidden="1">
              <a:extLst>
                <a:ext uri="{FF2B5EF4-FFF2-40B4-BE49-F238E27FC236}">
                  <a16:creationId xmlns:a16="http://schemas.microsoft.com/office/drawing/2014/main" id="{70043041-75B8-4ECB-9DCF-08374085D42E}"/>
                </a:ext>
              </a:extLst>
            </p:cNvPr>
            <p:cNvSpPr>
              <a:spLocks noEditPoints="1"/>
            </p:cNvSpPr>
            <p:nvPr>
              <p:custDataLst>
                <p:tags r:id="rId26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60" name="Accept">
            <a:extLst>
              <a:ext uri="{FF2B5EF4-FFF2-40B4-BE49-F238E27FC236}">
                <a16:creationId xmlns:a16="http://schemas.microsoft.com/office/drawing/2014/main" id="{E1ADBC46-57E1-41C3-A07A-F60A098CFB5B}"/>
              </a:ext>
            </a:extLst>
          </p:cNvPr>
          <p:cNvSpPr>
            <a:spLocks noChangeAspect="1"/>
          </p:cNvSpPr>
          <p:nvPr/>
        </p:nvSpPr>
        <p:spPr bwMode="auto">
          <a:xfrm>
            <a:off x="1427475" y="3670481"/>
            <a:ext cx="58826" cy="52208"/>
          </a:xfrm>
          <a:custGeom>
            <a:avLst/>
            <a:gdLst>
              <a:gd name="T0" fmla="*/ 504 w 525"/>
              <a:gd name="T1" fmla="*/ 3 h 467"/>
              <a:gd name="T2" fmla="*/ 495 w 525"/>
              <a:gd name="T3" fmla="*/ 9 h 467"/>
              <a:gd name="T4" fmla="*/ 223 w 525"/>
              <a:gd name="T5" fmla="*/ 431 h 467"/>
              <a:gd name="T6" fmla="*/ 35 w 525"/>
              <a:gd name="T7" fmla="*/ 262 h 467"/>
              <a:gd name="T8" fmla="*/ 18 w 525"/>
              <a:gd name="T9" fmla="*/ 282 h 467"/>
              <a:gd name="T10" fmla="*/ 217 w 525"/>
              <a:gd name="T11" fmla="*/ 462 h 467"/>
              <a:gd name="T12" fmla="*/ 237 w 525"/>
              <a:gd name="T13" fmla="*/ 459 h 467"/>
              <a:gd name="T14" fmla="*/ 518 w 525"/>
              <a:gd name="T15" fmla="*/ 23 h 467"/>
              <a:gd name="T16" fmla="*/ 504 w 525"/>
              <a:gd name="T17" fmla="*/ 3 h 4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25" h="467">
                <a:moveTo>
                  <a:pt x="504" y="3"/>
                </a:moveTo>
                <a:cubicBezTo>
                  <a:pt x="500" y="3"/>
                  <a:pt x="497" y="6"/>
                  <a:pt x="495" y="9"/>
                </a:cubicBezTo>
                <a:lnTo>
                  <a:pt x="223" y="431"/>
                </a:lnTo>
                <a:lnTo>
                  <a:pt x="35" y="262"/>
                </a:lnTo>
                <a:cubicBezTo>
                  <a:pt x="22" y="245"/>
                  <a:pt x="0" y="271"/>
                  <a:pt x="18" y="282"/>
                </a:cubicBezTo>
                <a:lnTo>
                  <a:pt x="217" y="462"/>
                </a:lnTo>
                <a:cubicBezTo>
                  <a:pt x="223" y="467"/>
                  <a:pt x="232" y="466"/>
                  <a:pt x="237" y="459"/>
                </a:cubicBezTo>
                <a:lnTo>
                  <a:pt x="518" y="23"/>
                </a:lnTo>
                <a:cubicBezTo>
                  <a:pt x="525" y="13"/>
                  <a:pt x="515" y="0"/>
                  <a:pt x="504" y="3"/>
                </a:cubicBezTo>
                <a:close/>
              </a:path>
            </a:pathLst>
          </a:cu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b="1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1" name="사각형: 둥근 모서리 70">
            <a:extLst>
              <a:ext uri="{FF2B5EF4-FFF2-40B4-BE49-F238E27FC236}">
                <a16:creationId xmlns:a16="http://schemas.microsoft.com/office/drawing/2014/main" id="{D8E4B1E2-B56F-4A8F-8B30-5DD971562557}"/>
              </a:ext>
            </a:extLst>
          </p:cNvPr>
          <p:cNvSpPr/>
          <p:nvPr/>
        </p:nvSpPr>
        <p:spPr>
          <a:xfrm>
            <a:off x="3437317" y="5791684"/>
            <a:ext cx="848259" cy="23888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b="1" dirty="0">
                <a:latin typeface="나눔고딕" pitchFamily="2" charset="-127"/>
                <a:ea typeface="나눔고딕" pitchFamily="2" charset="-127"/>
              </a:rPr>
              <a:t>적용하기</a:t>
            </a:r>
          </a:p>
        </p:txBody>
      </p:sp>
      <p:sp>
        <p:nvSpPr>
          <p:cNvPr id="74" name="Track">
            <a:extLst>
              <a:ext uri="{FF2B5EF4-FFF2-40B4-BE49-F238E27FC236}">
                <a16:creationId xmlns:a16="http://schemas.microsoft.com/office/drawing/2014/main" id="{96446E1E-896E-424D-815E-4C1BE529EDA2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 rot="16200000">
            <a:off x="-578096" y="3952897"/>
            <a:ext cx="3143710" cy="246682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5" name="Scroll Thumb">
            <a:extLst>
              <a:ext uri="{FF2B5EF4-FFF2-40B4-BE49-F238E27FC236}">
                <a16:creationId xmlns:a16="http://schemas.microsoft.com/office/drawing/2014/main" id="{21B87E50-DBE3-4C6C-8473-E20339573262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 rot="16200000">
            <a:off x="-139545" y="3829221"/>
            <a:ext cx="2269845" cy="113678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6" name="Chevron">
            <a:extLst>
              <a:ext uri="{FF2B5EF4-FFF2-40B4-BE49-F238E27FC236}">
                <a16:creationId xmlns:a16="http://schemas.microsoft.com/office/drawing/2014/main" id="{2BEB41AF-56B0-48DD-B689-2B68973C4938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 bwMode="auto">
          <a:xfrm rot="10800000" flipH="1">
            <a:off x="950105" y="2613191"/>
            <a:ext cx="88545" cy="53979"/>
          </a:xfrm>
          <a:custGeom>
            <a:avLst/>
            <a:gdLst>
              <a:gd name="T0" fmla="*/ 0 w 197"/>
              <a:gd name="T1" fmla="*/ 0 h 115"/>
              <a:gd name="T2" fmla="*/ 99 w 197"/>
              <a:gd name="T3" fmla="*/ 115 h 115"/>
              <a:gd name="T4" fmla="*/ 197 w 197"/>
              <a:gd name="T5" fmla="*/ 0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7" h="115">
                <a:moveTo>
                  <a:pt x="0" y="0"/>
                </a:moveTo>
                <a:lnTo>
                  <a:pt x="99" y="115"/>
                </a:lnTo>
                <a:lnTo>
                  <a:pt x="197" y="0"/>
                </a:lnTo>
              </a:path>
            </a:pathLst>
          </a:custGeom>
          <a:noFill/>
          <a:ln w="6350" cap="sq">
            <a:solidFill>
              <a:srgbClr val="80808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7" name="Chevron">
            <a:extLst>
              <a:ext uri="{FF2B5EF4-FFF2-40B4-BE49-F238E27FC236}">
                <a16:creationId xmlns:a16="http://schemas.microsoft.com/office/drawing/2014/main" id="{F93441AB-FDD8-459B-9FAD-10905CEAF92C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 rot="21433148" flipH="1">
            <a:off x="959135" y="5558524"/>
            <a:ext cx="88545" cy="53979"/>
          </a:xfrm>
          <a:custGeom>
            <a:avLst/>
            <a:gdLst>
              <a:gd name="T0" fmla="*/ 0 w 197"/>
              <a:gd name="T1" fmla="*/ 0 h 115"/>
              <a:gd name="T2" fmla="*/ 99 w 197"/>
              <a:gd name="T3" fmla="*/ 115 h 115"/>
              <a:gd name="T4" fmla="*/ 197 w 197"/>
              <a:gd name="T5" fmla="*/ 0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7" h="115">
                <a:moveTo>
                  <a:pt x="0" y="0"/>
                </a:moveTo>
                <a:lnTo>
                  <a:pt x="99" y="115"/>
                </a:lnTo>
                <a:lnTo>
                  <a:pt x="197" y="0"/>
                </a:lnTo>
              </a:path>
            </a:pathLst>
          </a:custGeom>
          <a:noFill/>
          <a:ln w="6350" cap="sq">
            <a:solidFill>
              <a:srgbClr val="80808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81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185FE909-5EB8-4C47-AC07-F68AE75045BA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1371645" y="3875976"/>
            <a:ext cx="131556" cy="131556"/>
            <a:chOff x="554563" y="2632644"/>
            <a:chExt cx="131556" cy="131556"/>
          </a:xfrm>
        </p:grpSpPr>
        <p:sp>
          <p:nvSpPr>
            <p:cNvPr id="83" name="Box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FD8862B7-0528-4542-953F-B9B1772F1C48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87" name="Check" descr="&lt;SmartSettings&gt;&lt;SmartResize anchorLeft=&quot;Absolute&quot; anchorTop=&quot;None&quot; anchorRight=&quot;None&quot; anchorBottom=&quot;None&quot; /&gt;&lt;/SmartSettings&gt;" hidden="1">
              <a:extLst>
                <a:ext uri="{FF2B5EF4-FFF2-40B4-BE49-F238E27FC236}">
                  <a16:creationId xmlns:a16="http://schemas.microsoft.com/office/drawing/2014/main" id="{8AA0069F-3D46-4F15-B53D-565A888A0DA9}"/>
                </a:ext>
              </a:extLst>
            </p:cNvPr>
            <p:cNvSpPr>
              <a:spLocks noEditPoints="1"/>
            </p:cNvSpPr>
            <p:nvPr>
              <p:custDataLst>
                <p:tags r:id="rId24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104" name="그룹 103">
            <a:extLst>
              <a:ext uri="{FF2B5EF4-FFF2-40B4-BE49-F238E27FC236}">
                <a16:creationId xmlns:a16="http://schemas.microsoft.com/office/drawing/2014/main" id="{CA46F6AC-CA90-4114-BE2D-0B53BDC3948A}"/>
              </a:ext>
            </a:extLst>
          </p:cNvPr>
          <p:cNvGrpSpPr/>
          <p:nvPr/>
        </p:nvGrpSpPr>
        <p:grpSpPr>
          <a:xfrm>
            <a:off x="7767272" y="2160723"/>
            <a:ext cx="156885" cy="150022"/>
            <a:chOff x="8225982" y="3539622"/>
            <a:chExt cx="108000" cy="108000"/>
          </a:xfrm>
        </p:grpSpPr>
        <p:cxnSp>
          <p:nvCxnSpPr>
            <p:cNvPr id="105" name="직선 연결선 104">
              <a:extLst>
                <a:ext uri="{FF2B5EF4-FFF2-40B4-BE49-F238E27FC236}">
                  <a16:creationId xmlns:a16="http://schemas.microsoft.com/office/drawing/2014/main" id="{B6211AB3-2706-4822-BDF2-D171FE904E29}"/>
                </a:ext>
              </a:extLst>
            </p:cNvPr>
            <p:cNvCxnSpPr>
              <a:cxnSpLocks/>
            </p:cNvCxnSpPr>
            <p:nvPr/>
          </p:nvCxnSpPr>
          <p:spPr>
            <a:xfrm>
              <a:off x="8225982" y="3539622"/>
              <a:ext cx="108000" cy="10800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6" name="직선 연결선 105">
              <a:extLst>
                <a:ext uri="{FF2B5EF4-FFF2-40B4-BE49-F238E27FC236}">
                  <a16:creationId xmlns:a16="http://schemas.microsoft.com/office/drawing/2014/main" id="{1879821A-EE7F-472D-B945-AF1FB5C0F11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25982" y="3539622"/>
              <a:ext cx="108000" cy="10800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62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F4ECF630-CCA0-4842-ADC0-4C838F560AD1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1371645" y="3058180"/>
            <a:ext cx="131556" cy="131556"/>
            <a:chOff x="554563" y="2632644"/>
            <a:chExt cx="131556" cy="131556"/>
          </a:xfrm>
        </p:grpSpPr>
        <p:sp>
          <p:nvSpPr>
            <p:cNvPr id="63" name="Box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59504C59-9B73-4080-BBA4-54B425BA1EDF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68" name="Check" descr="&lt;SmartSettings&gt;&lt;SmartResize anchorLeft=&quot;Absolute&quot; anchorTop=&quot;None&quot; anchorRight=&quot;None&quot; anchorBottom=&quot;None&quot; /&gt;&lt;/SmartSettings&gt;" hidden="1">
              <a:extLst>
                <a:ext uri="{FF2B5EF4-FFF2-40B4-BE49-F238E27FC236}">
                  <a16:creationId xmlns:a16="http://schemas.microsoft.com/office/drawing/2014/main" id="{8CA756A2-A83F-4D6A-9FA9-45B94FBC2C76}"/>
                </a:ext>
              </a:extLst>
            </p:cNvPr>
            <p:cNvSpPr>
              <a:spLocks noEditPoints="1"/>
            </p:cNvSpPr>
            <p:nvPr>
              <p:custDataLst>
                <p:tags r:id="rId22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0F5F3CA3-F0F4-4D5B-8273-B51F08A90555}"/>
              </a:ext>
            </a:extLst>
          </p:cNvPr>
          <p:cNvSpPr/>
          <p:nvPr/>
        </p:nvSpPr>
        <p:spPr>
          <a:xfrm>
            <a:off x="1280103" y="2590957"/>
            <a:ext cx="346441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b="1" dirty="0">
                <a:latin typeface="나눔고딕" pitchFamily="2" charset="-127"/>
                <a:ea typeface="나눔고딕" pitchFamily="2" charset="-127"/>
              </a:rPr>
              <a:t>* ERP </a:t>
            </a:r>
            <a:r>
              <a:rPr lang="ko-KR" altLang="en-US" sz="800" b="1" dirty="0">
                <a:latin typeface="나눔고딕" pitchFamily="2" charset="-127"/>
                <a:ea typeface="나눔고딕" pitchFamily="2" charset="-127"/>
              </a:rPr>
              <a:t>조회 </a:t>
            </a:r>
            <a:r>
              <a:rPr lang="en-US" altLang="ko-KR" sz="800" b="1" dirty="0">
                <a:latin typeface="나눔고딕" pitchFamily="2" charset="-127"/>
                <a:ea typeface="나눔고딕" pitchFamily="2" charset="-127"/>
              </a:rPr>
              <a:t>-&gt; </a:t>
            </a:r>
            <a:r>
              <a:rPr lang="ko-KR" altLang="en-US" sz="800" b="1" dirty="0">
                <a:latin typeface="나눔고딕" pitchFamily="2" charset="-127"/>
                <a:ea typeface="나눔고딕" pitchFamily="2" charset="-127"/>
              </a:rPr>
              <a:t>선택 </a:t>
            </a:r>
            <a:r>
              <a:rPr lang="en-US" altLang="ko-KR" sz="800" b="1" dirty="0">
                <a:latin typeface="나눔고딕" pitchFamily="2" charset="-127"/>
                <a:ea typeface="나눔고딕" pitchFamily="2" charset="-127"/>
              </a:rPr>
              <a:t>-&gt; </a:t>
            </a:r>
            <a:r>
              <a:rPr lang="ko-KR" altLang="en-US" sz="800" b="1" dirty="0">
                <a:latin typeface="나눔고딕" pitchFamily="2" charset="-127"/>
                <a:ea typeface="나눔고딕" pitchFamily="2" charset="-127"/>
              </a:rPr>
              <a:t>적용하기를 반복하여 인원을 누적 추가할 수 있습니다</a:t>
            </a:r>
            <a:r>
              <a:rPr lang="en-US" altLang="ko-KR" sz="800" b="1" dirty="0">
                <a:latin typeface="나눔고딕" pitchFamily="2" charset="-127"/>
                <a:ea typeface="나눔고딕" pitchFamily="2" charset="-127"/>
              </a:rPr>
              <a:t>.</a:t>
            </a:r>
            <a:endParaRPr lang="ko-KR" altLang="en-US" sz="800" b="1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ADCB7586-AFB4-4BCA-84F2-6601C35B789E}"/>
              </a:ext>
            </a:extLst>
          </p:cNvPr>
          <p:cNvSpPr/>
          <p:nvPr/>
        </p:nvSpPr>
        <p:spPr>
          <a:xfrm>
            <a:off x="4776769" y="5791684"/>
            <a:ext cx="848259" cy="23888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b="1">
                <a:latin typeface="나눔고딕" pitchFamily="2" charset="-127"/>
                <a:ea typeface="나눔고딕" pitchFamily="2" charset="-127"/>
              </a:rPr>
              <a:t>닫기</a:t>
            </a:r>
            <a:endParaRPr lang="ko-KR" altLang="en-US" sz="700" b="1" dirty="0">
              <a:latin typeface="나눔고딕" pitchFamily="2" charset="-127"/>
              <a:ea typeface="나눔고딕" pitchFamily="2" charset="-127"/>
            </a:endParaRPr>
          </a:p>
        </p:txBody>
      </p:sp>
      <p:grpSp>
        <p:nvGrpSpPr>
          <p:cNvPr id="72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40377132-99F0-495F-813E-A252359C03C1}"/>
              </a:ext>
            </a:extLst>
          </p:cNvPr>
          <p:cNvGrpSpPr/>
          <p:nvPr>
            <p:custDataLst>
              <p:tags r:id="rId9"/>
            </p:custDataLst>
          </p:nvPr>
        </p:nvGrpSpPr>
        <p:grpSpPr>
          <a:xfrm>
            <a:off x="1371645" y="4182333"/>
            <a:ext cx="131556" cy="131556"/>
            <a:chOff x="554563" y="2632644"/>
            <a:chExt cx="131556" cy="131556"/>
          </a:xfrm>
        </p:grpSpPr>
        <p:sp>
          <p:nvSpPr>
            <p:cNvPr id="73" name="Box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E05EEF01-8946-48A2-AB49-20E322C6E669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78" name="Check" descr="&lt;SmartSettings&gt;&lt;SmartResize anchorLeft=&quot;Absolute&quot; anchorTop=&quot;None&quot; anchorRight=&quot;None&quot; anchorBottom=&quot;None&quot; /&gt;&lt;/SmartSettings&gt;" hidden="1">
              <a:extLst>
                <a:ext uri="{FF2B5EF4-FFF2-40B4-BE49-F238E27FC236}">
                  <a16:creationId xmlns:a16="http://schemas.microsoft.com/office/drawing/2014/main" id="{353C3629-D2C4-4102-9B3C-57D4DC360F4D}"/>
                </a:ext>
              </a:extLst>
            </p:cNvPr>
            <p:cNvSpPr>
              <a:spLocks noEditPoints="1"/>
            </p:cNvSpPr>
            <p:nvPr>
              <p:custDataLst>
                <p:tags r:id="rId20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89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044E2299-2BAA-4402-836B-9FED28825C8A}"/>
              </a:ext>
            </a:extLst>
          </p:cNvPr>
          <p:cNvGrpSpPr/>
          <p:nvPr>
            <p:custDataLst>
              <p:tags r:id="rId10"/>
            </p:custDataLst>
          </p:nvPr>
        </p:nvGrpSpPr>
        <p:grpSpPr>
          <a:xfrm>
            <a:off x="1371645" y="4471432"/>
            <a:ext cx="131556" cy="131556"/>
            <a:chOff x="554563" y="2632644"/>
            <a:chExt cx="131556" cy="131556"/>
          </a:xfrm>
        </p:grpSpPr>
        <p:sp>
          <p:nvSpPr>
            <p:cNvPr id="95" name="Box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DEBD4422-16E3-4841-B5A4-F46564AC16BF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96" name="Check" descr="&lt;SmartSettings&gt;&lt;SmartResize anchorLeft=&quot;Absolute&quot; anchorTop=&quot;None&quot; anchorRight=&quot;None&quot; anchorBottom=&quot;None&quot; /&gt;&lt;/SmartSettings&gt;" hidden="1">
              <a:extLst>
                <a:ext uri="{FF2B5EF4-FFF2-40B4-BE49-F238E27FC236}">
                  <a16:creationId xmlns:a16="http://schemas.microsoft.com/office/drawing/2014/main" id="{6CFB6603-E039-4180-86E7-1BF50E791BE0}"/>
                </a:ext>
              </a:extLst>
            </p:cNvPr>
            <p:cNvSpPr>
              <a:spLocks noEditPoints="1"/>
            </p:cNvSpPr>
            <p:nvPr>
              <p:custDataLst>
                <p:tags r:id="rId18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135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4240D6C5-1001-48D9-923D-AED11B0515AD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1371645" y="4788782"/>
            <a:ext cx="131556" cy="131556"/>
            <a:chOff x="554563" y="2632644"/>
            <a:chExt cx="131556" cy="131556"/>
          </a:xfrm>
        </p:grpSpPr>
        <p:sp>
          <p:nvSpPr>
            <p:cNvPr id="136" name="Box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5D421752-065E-4BA9-8DFA-3C55ABF0335D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137" name="Check" descr="&lt;SmartSettings&gt;&lt;SmartResize anchorLeft=&quot;Absolute&quot; anchorTop=&quot;None&quot; anchorRight=&quot;None&quot; anchorBottom=&quot;None&quot; /&gt;&lt;/SmartSettings&gt;" hidden="1">
              <a:extLst>
                <a:ext uri="{FF2B5EF4-FFF2-40B4-BE49-F238E27FC236}">
                  <a16:creationId xmlns:a16="http://schemas.microsoft.com/office/drawing/2014/main" id="{BFB29E8F-D60B-465E-A238-BC45EE68F28B}"/>
                </a:ext>
              </a:extLst>
            </p:cNvPr>
            <p:cNvSpPr>
              <a:spLocks noEditPoints="1"/>
            </p:cNvSpPr>
            <p:nvPr>
              <p:custDataLst>
                <p:tags r:id="rId16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138" name="Accept">
            <a:extLst>
              <a:ext uri="{FF2B5EF4-FFF2-40B4-BE49-F238E27FC236}">
                <a16:creationId xmlns:a16="http://schemas.microsoft.com/office/drawing/2014/main" id="{6DE1FA69-4AE4-4406-A0AC-3BA2D63D742A}"/>
              </a:ext>
            </a:extLst>
          </p:cNvPr>
          <p:cNvSpPr>
            <a:spLocks noChangeAspect="1"/>
          </p:cNvSpPr>
          <p:nvPr/>
        </p:nvSpPr>
        <p:spPr bwMode="auto">
          <a:xfrm>
            <a:off x="1427475" y="4825154"/>
            <a:ext cx="58826" cy="52208"/>
          </a:xfrm>
          <a:custGeom>
            <a:avLst/>
            <a:gdLst>
              <a:gd name="T0" fmla="*/ 504 w 525"/>
              <a:gd name="T1" fmla="*/ 3 h 467"/>
              <a:gd name="T2" fmla="*/ 495 w 525"/>
              <a:gd name="T3" fmla="*/ 9 h 467"/>
              <a:gd name="T4" fmla="*/ 223 w 525"/>
              <a:gd name="T5" fmla="*/ 431 h 467"/>
              <a:gd name="T6" fmla="*/ 35 w 525"/>
              <a:gd name="T7" fmla="*/ 262 h 467"/>
              <a:gd name="T8" fmla="*/ 18 w 525"/>
              <a:gd name="T9" fmla="*/ 282 h 467"/>
              <a:gd name="T10" fmla="*/ 217 w 525"/>
              <a:gd name="T11" fmla="*/ 462 h 467"/>
              <a:gd name="T12" fmla="*/ 237 w 525"/>
              <a:gd name="T13" fmla="*/ 459 h 467"/>
              <a:gd name="T14" fmla="*/ 518 w 525"/>
              <a:gd name="T15" fmla="*/ 23 h 467"/>
              <a:gd name="T16" fmla="*/ 504 w 525"/>
              <a:gd name="T17" fmla="*/ 3 h 4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25" h="467">
                <a:moveTo>
                  <a:pt x="504" y="3"/>
                </a:moveTo>
                <a:cubicBezTo>
                  <a:pt x="500" y="3"/>
                  <a:pt x="497" y="6"/>
                  <a:pt x="495" y="9"/>
                </a:cubicBezTo>
                <a:lnTo>
                  <a:pt x="223" y="431"/>
                </a:lnTo>
                <a:lnTo>
                  <a:pt x="35" y="262"/>
                </a:lnTo>
                <a:cubicBezTo>
                  <a:pt x="22" y="245"/>
                  <a:pt x="0" y="271"/>
                  <a:pt x="18" y="282"/>
                </a:cubicBezTo>
                <a:lnTo>
                  <a:pt x="217" y="462"/>
                </a:lnTo>
                <a:cubicBezTo>
                  <a:pt x="223" y="467"/>
                  <a:pt x="232" y="466"/>
                  <a:pt x="237" y="459"/>
                </a:cubicBezTo>
                <a:lnTo>
                  <a:pt x="518" y="23"/>
                </a:lnTo>
                <a:cubicBezTo>
                  <a:pt x="525" y="13"/>
                  <a:pt x="515" y="0"/>
                  <a:pt x="504" y="3"/>
                </a:cubicBezTo>
                <a:close/>
              </a:path>
            </a:pathLst>
          </a:cu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b="1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39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B09493F2-E771-4715-81F9-206939CFDF1E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1371645" y="5081065"/>
            <a:ext cx="131556" cy="131556"/>
            <a:chOff x="554563" y="2632644"/>
            <a:chExt cx="131556" cy="131556"/>
          </a:xfrm>
        </p:grpSpPr>
        <p:sp>
          <p:nvSpPr>
            <p:cNvPr id="140" name="Box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33C23998-F756-4168-9800-DA67E7DA960A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141" name="Check" descr="&lt;SmartSettings&gt;&lt;SmartResize anchorLeft=&quot;Absolute&quot; anchorTop=&quot;None&quot; anchorRight=&quot;None&quot; anchorBottom=&quot;None&quot; /&gt;&lt;/SmartSettings&gt;" hidden="1">
              <a:extLst>
                <a:ext uri="{FF2B5EF4-FFF2-40B4-BE49-F238E27FC236}">
                  <a16:creationId xmlns:a16="http://schemas.microsoft.com/office/drawing/2014/main" id="{1D4A939A-95FA-43C0-A973-2AFD4CA14A92}"/>
                </a:ext>
              </a:extLst>
            </p:cNvPr>
            <p:cNvSpPr>
              <a:spLocks noEditPoints="1"/>
            </p:cNvSpPr>
            <p:nvPr>
              <p:custDataLst>
                <p:tags r:id="rId14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142" name="Accept">
            <a:extLst>
              <a:ext uri="{FF2B5EF4-FFF2-40B4-BE49-F238E27FC236}">
                <a16:creationId xmlns:a16="http://schemas.microsoft.com/office/drawing/2014/main" id="{F4A03BD4-87D2-4D62-B3D2-A2035227DE86}"/>
              </a:ext>
            </a:extLst>
          </p:cNvPr>
          <p:cNvSpPr>
            <a:spLocks noChangeAspect="1"/>
          </p:cNvSpPr>
          <p:nvPr/>
        </p:nvSpPr>
        <p:spPr bwMode="auto">
          <a:xfrm>
            <a:off x="1427475" y="5117437"/>
            <a:ext cx="58826" cy="52208"/>
          </a:xfrm>
          <a:custGeom>
            <a:avLst/>
            <a:gdLst>
              <a:gd name="T0" fmla="*/ 504 w 525"/>
              <a:gd name="T1" fmla="*/ 3 h 467"/>
              <a:gd name="T2" fmla="*/ 495 w 525"/>
              <a:gd name="T3" fmla="*/ 9 h 467"/>
              <a:gd name="T4" fmla="*/ 223 w 525"/>
              <a:gd name="T5" fmla="*/ 431 h 467"/>
              <a:gd name="T6" fmla="*/ 35 w 525"/>
              <a:gd name="T7" fmla="*/ 262 h 467"/>
              <a:gd name="T8" fmla="*/ 18 w 525"/>
              <a:gd name="T9" fmla="*/ 282 h 467"/>
              <a:gd name="T10" fmla="*/ 217 w 525"/>
              <a:gd name="T11" fmla="*/ 462 h 467"/>
              <a:gd name="T12" fmla="*/ 237 w 525"/>
              <a:gd name="T13" fmla="*/ 459 h 467"/>
              <a:gd name="T14" fmla="*/ 518 w 525"/>
              <a:gd name="T15" fmla="*/ 23 h 467"/>
              <a:gd name="T16" fmla="*/ 504 w 525"/>
              <a:gd name="T17" fmla="*/ 3 h 4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25" h="467">
                <a:moveTo>
                  <a:pt x="504" y="3"/>
                </a:moveTo>
                <a:cubicBezTo>
                  <a:pt x="500" y="3"/>
                  <a:pt x="497" y="6"/>
                  <a:pt x="495" y="9"/>
                </a:cubicBezTo>
                <a:lnTo>
                  <a:pt x="223" y="431"/>
                </a:lnTo>
                <a:lnTo>
                  <a:pt x="35" y="262"/>
                </a:lnTo>
                <a:cubicBezTo>
                  <a:pt x="22" y="245"/>
                  <a:pt x="0" y="271"/>
                  <a:pt x="18" y="282"/>
                </a:cubicBezTo>
                <a:lnTo>
                  <a:pt x="217" y="462"/>
                </a:lnTo>
                <a:cubicBezTo>
                  <a:pt x="223" y="467"/>
                  <a:pt x="232" y="466"/>
                  <a:pt x="237" y="459"/>
                </a:cubicBezTo>
                <a:lnTo>
                  <a:pt x="518" y="23"/>
                </a:lnTo>
                <a:cubicBezTo>
                  <a:pt x="525" y="13"/>
                  <a:pt x="515" y="0"/>
                  <a:pt x="504" y="3"/>
                </a:cubicBezTo>
                <a:close/>
              </a:path>
            </a:pathLst>
          </a:cu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b="1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8" name="Oval 35">
            <a:extLst>
              <a:ext uri="{FF2B5EF4-FFF2-40B4-BE49-F238E27FC236}">
                <a16:creationId xmlns:a16="http://schemas.microsoft.com/office/drawing/2014/main" id="{01F6DFD3-691F-4129-9188-5CF4C49E7F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4671" y="2882443"/>
            <a:ext cx="179388" cy="179387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8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0" name="Oval 35">
            <a:extLst>
              <a:ext uri="{FF2B5EF4-FFF2-40B4-BE49-F238E27FC236}">
                <a16:creationId xmlns:a16="http://schemas.microsoft.com/office/drawing/2014/main" id="{489ABBB8-89BF-4607-96D4-D41C746A5D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8" y="2992110"/>
            <a:ext cx="179388" cy="179387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800" b="1" dirty="0">
                <a:solidFill>
                  <a:srgbClr val="FFFFFF"/>
                </a:solidFill>
              </a:rPr>
              <a:t>1-1</a:t>
            </a:r>
          </a:p>
        </p:txBody>
      </p:sp>
      <p:sp>
        <p:nvSpPr>
          <p:cNvPr id="94" name="Oval 35">
            <a:extLst>
              <a:ext uri="{FF2B5EF4-FFF2-40B4-BE49-F238E27FC236}">
                <a16:creationId xmlns:a16="http://schemas.microsoft.com/office/drawing/2014/main" id="{3149ADDB-C46B-462F-A3C4-A96B74D7EF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7623" y="5730754"/>
            <a:ext cx="179388" cy="179387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8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7" name="Oval 35">
            <a:extLst>
              <a:ext uri="{FF2B5EF4-FFF2-40B4-BE49-F238E27FC236}">
                <a16:creationId xmlns:a16="http://schemas.microsoft.com/office/drawing/2014/main" id="{85132BE5-50FF-47A8-A8B6-D11B50D3EE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0736" y="5704014"/>
            <a:ext cx="179388" cy="179387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8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1" name="Oval 35">
            <a:extLst>
              <a:ext uri="{FF2B5EF4-FFF2-40B4-BE49-F238E27FC236}">
                <a16:creationId xmlns:a16="http://schemas.microsoft.com/office/drawing/2014/main" id="{1CBBE123-7342-4763-B37F-8951439126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9228" y="2522577"/>
            <a:ext cx="179388" cy="179387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800" b="1" dirty="0">
                <a:solidFill>
                  <a:srgbClr val="FFFFFF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6998789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F887A-BAB4-AE73-C156-62A3B724C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6C713790-DE53-4281-0476-CB87470294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8114848"/>
              </p:ext>
            </p:extLst>
          </p:nvPr>
        </p:nvGraphicFramePr>
        <p:xfrm>
          <a:off x="8629650" y="811446"/>
          <a:ext cx="3184111" cy="3830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8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02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7523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ko-KR" sz="800" b="0" kern="12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Description</a:t>
                      </a:r>
                      <a:endParaRPr lang="ko-KR" altLang="en-US" sz="800" b="0" kern="1200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en-US" altLang="ko-KR" sz="8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3413">
                <a:tc gridSpan="2">
                  <a:txBody>
                    <a:bodyPr/>
                    <a:lstStyle/>
                    <a:p>
                      <a:pPr algn="l" latinLnBrk="1"/>
                      <a:endParaRPr lang="ko-KR" altLang="en-US" sz="8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9071" marR="99071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0085253"/>
                  </a:ext>
                </a:extLst>
              </a:tr>
              <a:tr h="9406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보험료 조회 시 로딩 </a:t>
                      </a:r>
                      <a:r>
                        <a:rPr lang="ko-KR" altLang="en-US" sz="800" b="1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모달</a:t>
                      </a:r>
                      <a:endParaRPr lang="en-US" altLang="ko-KR" sz="8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진행률 노출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(1-1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참고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ㄴ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{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진행완료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NUM} / {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전체 개수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NUM}</a:t>
                      </a: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로딩 시간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로더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노출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(1-2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참고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ㄴ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{</a:t>
                      </a:r>
                      <a:r>
                        <a:rPr lang="en-US" altLang="ko-KR" sz="800" b="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mm:ss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}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보험료 조회 완료 시 보험료 확인 영역 노출 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(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hlinkClick r:id="rId13" action="ppaction://hlinksldjump"/>
                        </a:rPr>
                        <a:t>11PAGE 1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hlinkClick r:id="rId13" action="ppaction://hlinksldjump"/>
                        </a:rPr>
                        <a:t>번 참고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99071" marR="99071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9842"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9071" marR="99071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5424848"/>
                  </a:ext>
                </a:extLst>
              </a:tr>
              <a:tr h="486161"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85551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8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9071" marR="99071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6354469"/>
                  </a:ext>
                </a:extLst>
              </a:tr>
              <a:tr h="443413"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85551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9071" marR="99071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9587385"/>
                  </a:ext>
                </a:extLst>
              </a:tr>
            </a:tbl>
          </a:graphicData>
        </a:graphic>
      </p:graphicFrame>
      <p:sp>
        <p:nvSpPr>
          <p:cNvPr id="65" name="TextBox 64">
            <a:extLst>
              <a:ext uri="{FF2B5EF4-FFF2-40B4-BE49-F238E27FC236}">
                <a16:creationId xmlns:a16="http://schemas.microsoft.com/office/drawing/2014/main" id="{28EE15C2-726D-1206-37B5-A1B5551B8BB9}"/>
              </a:ext>
            </a:extLst>
          </p:cNvPr>
          <p:cNvSpPr txBox="1"/>
          <p:nvPr/>
        </p:nvSpPr>
        <p:spPr>
          <a:xfrm>
            <a:off x="4312366" y="199627"/>
            <a:ext cx="321589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보험료 산출 조회 로딩 </a:t>
            </a:r>
            <a:r>
              <a:rPr lang="ko-KR" altLang="en-US" sz="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모달</a:t>
            </a:r>
            <a:endParaRPr lang="ko-KR" altLang="en-US" sz="8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CC5D9C1-99DF-3DA3-205C-4EC37F011E43}"/>
              </a:ext>
            </a:extLst>
          </p:cNvPr>
          <p:cNvSpPr txBox="1"/>
          <p:nvPr/>
        </p:nvSpPr>
        <p:spPr>
          <a:xfrm>
            <a:off x="4312366" y="419389"/>
            <a:ext cx="321589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메인 </a:t>
            </a: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&gt; 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정보입력 </a:t>
            </a: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&gt; 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보험료 조회</a:t>
            </a:r>
            <a:endParaRPr lang="en-US" altLang="ko-KR" sz="900" dirty="0">
              <a:latin typeface="+mn-ea"/>
            </a:endParaRPr>
          </a:p>
        </p:txBody>
      </p:sp>
      <p:sp>
        <p:nvSpPr>
          <p:cNvPr id="354" name="TextBox 353">
            <a:extLst>
              <a:ext uri="{FF2B5EF4-FFF2-40B4-BE49-F238E27FC236}">
                <a16:creationId xmlns:a16="http://schemas.microsoft.com/office/drawing/2014/main" id="{5D3F8AB6-1831-B76D-B4B7-FF8771D3C835}"/>
              </a:ext>
            </a:extLst>
          </p:cNvPr>
          <p:cNvSpPr txBox="1"/>
          <p:nvPr/>
        </p:nvSpPr>
        <p:spPr>
          <a:xfrm>
            <a:off x="10848513" y="421528"/>
            <a:ext cx="9765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Page</a:t>
            </a:r>
            <a:endParaRPr lang="ko-KR" altLang="en-US" sz="80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4CBD29E-8571-8A7C-F2EC-405859348E90}"/>
              </a:ext>
            </a:extLst>
          </p:cNvPr>
          <p:cNvSpPr/>
          <p:nvPr/>
        </p:nvSpPr>
        <p:spPr>
          <a:xfrm>
            <a:off x="404237" y="811446"/>
            <a:ext cx="8000854" cy="4446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800" b="1" dirty="0">
              <a:solidFill>
                <a:schemeClr val="bg1">
                  <a:lumMod val="50000"/>
                </a:schemeClr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93BB3D0-508B-AF64-E175-7C5B3193B098}"/>
              </a:ext>
            </a:extLst>
          </p:cNvPr>
          <p:cNvSpPr txBox="1"/>
          <p:nvPr/>
        </p:nvSpPr>
        <p:spPr>
          <a:xfrm>
            <a:off x="499489" y="892976"/>
            <a:ext cx="152327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나눔고딕" pitchFamily="2" charset="-127"/>
                <a:ea typeface="나눔고딕" pitchFamily="2" charset="-127"/>
              </a:rPr>
              <a:t>캐롯손해보험</a:t>
            </a:r>
            <a:r>
              <a:rPr lang="ko-KR" alt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itchFamily="2" charset="-127"/>
                <a:ea typeface="나눔고딕" pitchFamily="2" charset="-127"/>
              </a:rPr>
              <a:t> 관리자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E66C289-79C8-AAF2-C948-7FBAC9E62BEE}"/>
              </a:ext>
            </a:extLst>
          </p:cNvPr>
          <p:cNvSpPr txBox="1"/>
          <p:nvPr/>
        </p:nvSpPr>
        <p:spPr>
          <a:xfrm>
            <a:off x="6865733" y="909155"/>
            <a:ext cx="152327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itchFamily="2" charset="-127"/>
                <a:ea typeface="나눔고딕" pitchFamily="2" charset="-127"/>
              </a:rPr>
              <a:t>{NAME}</a:t>
            </a:r>
            <a:endParaRPr lang="ko-KR" altLang="en-US" sz="1050" b="1" dirty="0">
              <a:solidFill>
                <a:schemeClr val="tx1">
                  <a:lumMod val="65000"/>
                  <a:lumOff val="35000"/>
                </a:schemeClr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00E838E-E647-F2FF-1FE8-1B0B0D7F5610}"/>
              </a:ext>
            </a:extLst>
          </p:cNvPr>
          <p:cNvSpPr txBox="1"/>
          <p:nvPr/>
        </p:nvSpPr>
        <p:spPr>
          <a:xfrm>
            <a:off x="7591343" y="909155"/>
            <a:ext cx="69121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u="sng" dirty="0">
                <a:solidFill>
                  <a:schemeClr val="bg1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로그아웃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BF231A9-EC8E-1711-7FC6-5A8FDBA142E5}"/>
              </a:ext>
            </a:extLst>
          </p:cNvPr>
          <p:cNvSpPr txBox="1"/>
          <p:nvPr/>
        </p:nvSpPr>
        <p:spPr>
          <a:xfrm>
            <a:off x="3669198" y="887886"/>
            <a:ext cx="71686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itchFamily="2" charset="-127"/>
                <a:ea typeface="나눔고딕" pitchFamily="2" charset="-127"/>
              </a:rPr>
              <a:t>계약내역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F438CF2-3EA6-C775-1471-8E7C4E244BCC}"/>
              </a:ext>
            </a:extLst>
          </p:cNvPr>
          <p:cNvSpPr txBox="1"/>
          <p:nvPr/>
        </p:nvSpPr>
        <p:spPr>
          <a:xfrm>
            <a:off x="4691608" y="887886"/>
            <a:ext cx="55816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itchFamily="2" charset="-127"/>
                <a:ea typeface="나눔고딕" pitchFamily="2" charset="-127"/>
              </a:rPr>
              <a:t>HELP </a:t>
            </a:r>
            <a:endParaRPr lang="ko-KR" altLang="en-US" sz="1100" dirty="0">
              <a:solidFill>
                <a:schemeClr val="tx1">
                  <a:lumMod val="65000"/>
                  <a:lumOff val="35000"/>
                </a:schemeClr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8428569-F7A0-DB0D-4797-7517C0721580}"/>
              </a:ext>
            </a:extLst>
          </p:cNvPr>
          <p:cNvSpPr txBox="1"/>
          <p:nvPr/>
        </p:nvSpPr>
        <p:spPr>
          <a:xfrm>
            <a:off x="2406338" y="900444"/>
            <a:ext cx="93006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itchFamily="2" charset="-127"/>
                <a:ea typeface="나눔고딕" pitchFamily="2" charset="-127"/>
              </a:rPr>
              <a:t>청약신청 ▼ </a:t>
            </a:r>
          </a:p>
        </p:txBody>
      </p:sp>
      <p:pic>
        <p:nvPicPr>
          <p:cNvPr id="238" name="그림 237">
            <a:extLst>
              <a:ext uri="{FF2B5EF4-FFF2-40B4-BE49-F238E27FC236}">
                <a16:creationId xmlns:a16="http://schemas.microsoft.com/office/drawing/2014/main" id="{F648D153-5058-7BCA-E3B4-8825BD54D9D0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5640" y="961202"/>
            <a:ext cx="142662" cy="142662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6B77264C-8A17-AB67-07D3-6FF14FF560CA}"/>
              </a:ext>
            </a:extLst>
          </p:cNvPr>
          <p:cNvSpPr txBox="1"/>
          <p:nvPr/>
        </p:nvSpPr>
        <p:spPr>
          <a:xfrm>
            <a:off x="5456361" y="907186"/>
            <a:ext cx="93968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</a:rPr>
              <a:t>고객사 관리</a:t>
            </a:r>
          </a:p>
        </p:txBody>
      </p:sp>
      <p:sp>
        <p:nvSpPr>
          <p:cNvPr id="159" name="사각형: 둥근 모서리 158">
            <a:extLst>
              <a:ext uri="{FF2B5EF4-FFF2-40B4-BE49-F238E27FC236}">
                <a16:creationId xmlns:a16="http://schemas.microsoft.com/office/drawing/2014/main" id="{A360CB0C-25F7-46E5-9FE5-13EA417B92B8}"/>
              </a:ext>
            </a:extLst>
          </p:cNvPr>
          <p:cNvSpPr/>
          <p:nvPr/>
        </p:nvSpPr>
        <p:spPr>
          <a:xfrm>
            <a:off x="482113" y="4479245"/>
            <a:ext cx="7895352" cy="2956929"/>
          </a:xfrm>
          <a:prstGeom prst="roundRect">
            <a:avLst>
              <a:gd name="adj" fmla="val 4813"/>
            </a:avLst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365DF082-1AA8-4147-8E0A-5B93416FB3E0}"/>
              </a:ext>
            </a:extLst>
          </p:cNvPr>
          <p:cNvSpPr txBox="1"/>
          <p:nvPr/>
        </p:nvSpPr>
        <p:spPr>
          <a:xfrm>
            <a:off x="620669" y="4530475"/>
            <a:ext cx="67516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itchFamily="2" charset="-127"/>
                <a:ea typeface="나눔고딕" pitchFamily="2" charset="-127"/>
              </a:rPr>
              <a:t>결제정보</a:t>
            </a:r>
          </a:p>
        </p:txBody>
      </p:sp>
      <p:grpSp>
        <p:nvGrpSpPr>
          <p:cNvPr id="162" name="그룹 161">
            <a:extLst>
              <a:ext uri="{FF2B5EF4-FFF2-40B4-BE49-F238E27FC236}">
                <a16:creationId xmlns:a16="http://schemas.microsoft.com/office/drawing/2014/main" id="{A87240F8-E60A-4D55-9AF0-77A35127F0F4}"/>
              </a:ext>
            </a:extLst>
          </p:cNvPr>
          <p:cNvGrpSpPr>
            <a:grpSpLocks noChangeAspect="1"/>
          </p:cNvGrpSpPr>
          <p:nvPr/>
        </p:nvGrpSpPr>
        <p:grpSpPr>
          <a:xfrm>
            <a:off x="533494" y="4578724"/>
            <a:ext cx="176864" cy="139479"/>
            <a:chOff x="-566762" y="4670538"/>
            <a:chExt cx="210990" cy="206262"/>
          </a:xfrm>
        </p:grpSpPr>
        <p:sp>
          <p:nvSpPr>
            <p:cNvPr id="163" name="타원 6">
              <a:extLst>
                <a:ext uri="{FF2B5EF4-FFF2-40B4-BE49-F238E27FC236}">
                  <a16:creationId xmlns:a16="http://schemas.microsoft.com/office/drawing/2014/main" id="{AEB51EAF-4282-4D86-8488-F510746272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566762" y="4670538"/>
              <a:ext cx="187386" cy="20626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lIns="36000" tIns="36000" rIns="36000" bIns="36000" anchor="ctr"/>
            <a:lstStyle>
              <a:lvl1pPr>
                <a:defRPr kumimoji="1" sz="800" b="1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defRPr>
              </a:lvl1pPr>
              <a:lvl2pPr marL="742950" indent="-285750">
                <a:defRPr kumimoji="1" sz="800" b="1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defRPr>
              </a:lvl2pPr>
              <a:lvl3pPr marL="1143000" indent="-228600">
                <a:defRPr kumimoji="1" sz="800" b="1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defRPr>
              </a:lvl3pPr>
              <a:lvl4pPr marL="1600200" indent="-228600">
                <a:defRPr kumimoji="1" sz="800" b="1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defRPr>
              </a:lvl4pPr>
              <a:lvl5pPr marL="2057400" indent="-228600">
                <a:defRPr kumimoji="1" sz="800" b="1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defRPr>
              </a:lvl9pPr>
            </a:lstStyle>
            <a:p>
              <a:pPr algn="ctr" eaLnBrk="1" latinLnBrk="1" hangingPunct="1"/>
              <a:endParaRPr lang="ko-KR" altLang="en-US" sz="700" dirty="0">
                <a:solidFill>
                  <a:srgbClr val="FFFFFF"/>
                </a:solidFill>
                <a:latin typeface="나눔고딕" pitchFamily="2" charset="-127"/>
                <a:ea typeface="나눔고딕" pitchFamily="2" charset="-127"/>
              </a:endParaRPr>
            </a:p>
          </p:txBody>
        </p:sp>
        <p:pic>
          <p:nvPicPr>
            <p:cNvPr id="164" name="그림 163">
              <a:extLst>
                <a:ext uri="{FF2B5EF4-FFF2-40B4-BE49-F238E27FC236}">
                  <a16:creationId xmlns:a16="http://schemas.microsoft.com/office/drawing/2014/main" id="{18C4FF77-3A39-4C26-A1E5-CD0540904AC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544954" y="4687618"/>
              <a:ext cx="189182" cy="189182"/>
            </a:xfrm>
            <a:prstGeom prst="rect">
              <a:avLst/>
            </a:prstGeom>
          </p:spPr>
        </p:pic>
      </p:grpSp>
      <p:sp>
        <p:nvSpPr>
          <p:cNvPr id="148" name="직사각형 147">
            <a:extLst>
              <a:ext uri="{FF2B5EF4-FFF2-40B4-BE49-F238E27FC236}">
                <a16:creationId xmlns:a16="http://schemas.microsoft.com/office/drawing/2014/main" id="{40CFB993-09B2-4CA4-AAF8-F887851B1610}"/>
              </a:ext>
            </a:extLst>
          </p:cNvPr>
          <p:cNvSpPr/>
          <p:nvPr/>
        </p:nvSpPr>
        <p:spPr>
          <a:xfrm>
            <a:off x="4514991" y="1427347"/>
            <a:ext cx="3890100" cy="8216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5" name="사각형: 둥근 모서리 154">
            <a:extLst>
              <a:ext uri="{FF2B5EF4-FFF2-40B4-BE49-F238E27FC236}">
                <a16:creationId xmlns:a16="http://schemas.microsoft.com/office/drawing/2014/main" id="{F0F15F4F-03F8-43EC-A7DB-71615EFBF9E0}"/>
              </a:ext>
            </a:extLst>
          </p:cNvPr>
          <p:cNvSpPr/>
          <p:nvPr/>
        </p:nvSpPr>
        <p:spPr>
          <a:xfrm>
            <a:off x="728644" y="2922755"/>
            <a:ext cx="7582494" cy="821148"/>
          </a:xfrm>
          <a:prstGeom prst="roundRect">
            <a:avLst>
              <a:gd name="adj" fmla="val 4813"/>
            </a:avLst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나눔고딕" pitchFamily="2" charset="-127"/>
              <a:ea typeface="나눔고딕" pitchFamily="2" charset="-127"/>
            </a:endParaRPr>
          </a:p>
        </p:txBody>
      </p:sp>
      <p:graphicFrame>
        <p:nvGraphicFramePr>
          <p:cNvPr id="156" name="표 155">
            <a:extLst>
              <a:ext uri="{FF2B5EF4-FFF2-40B4-BE49-F238E27FC236}">
                <a16:creationId xmlns:a16="http://schemas.microsoft.com/office/drawing/2014/main" id="{0241ADE9-C1D2-4B1D-B31E-383F54D37C20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21013" y="2932032"/>
          <a:ext cx="7956452" cy="12479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566">
                  <a:extLst>
                    <a:ext uri="{9D8B030D-6E8A-4147-A177-3AD203B41FA5}">
                      <a16:colId xmlns:a16="http://schemas.microsoft.com/office/drawing/2014/main" val="1772057800"/>
                    </a:ext>
                  </a:extLst>
                </a:gridCol>
                <a:gridCol w="389566">
                  <a:extLst>
                    <a:ext uri="{9D8B030D-6E8A-4147-A177-3AD203B41FA5}">
                      <a16:colId xmlns:a16="http://schemas.microsoft.com/office/drawing/2014/main" val="1431671760"/>
                    </a:ext>
                  </a:extLst>
                </a:gridCol>
                <a:gridCol w="623749">
                  <a:extLst>
                    <a:ext uri="{9D8B030D-6E8A-4147-A177-3AD203B41FA5}">
                      <a16:colId xmlns:a16="http://schemas.microsoft.com/office/drawing/2014/main" val="4049852890"/>
                    </a:ext>
                  </a:extLst>
                </a:gridCol>
                <a:gridCol w="827868">
                  <a:extLst>
                    <a:ext uri="{9D8B030D-6E8A-4147-A177-3AD203B41FA5}">
                      <a16:colId xmlns:a16="http://schemas.microsoft.com/office/drawing/2014/main" val="1878946727"/>
                    </a:ext>
                  </a:extLst>
                </a:gridCol>
                <a:gridCol w="623749">
                  <a:extLst>
                    <a:ext uri="{9D8B030D-6E8A-4147-A177-3AD203B41FA5}">
                      <a16:colId xmlns:a16="http://schemas.microsoft.com/office/drawing/2014/main" val="1288515220"/>
                    </a:ext>
                  </a:extLst>
                </a:gridCol>
                <a:gridCol w="862678">
                  <a:extLst>
                    <a:ext uri="{9D8B030D-6E8A-4147-A177-3AD203B41FA5}">
                      <a16:colId xmlns:a16="http://schemas.microsoft.com/office/drawing/2014/main" val="352145204"/>
                    </a:ext>
                  </a:extLst>
                </a:gridCol>
                <a:gridCol w="421214">
                  <a:extLst>
                    <a:ext uri="{9D8B030D-6E8A-4147-A177-3AD203B41FA5}">
                      <a16:colId xmlns:a16="http://schemas.microsoft.com/office/drawing/2014/main" val="3551288772"/>
                    </a:ext>
                  </a:extLst>
                </a:gridCol>
                <a:gridCol w="623749">
                  <a:extLst>
                    <a:ext uri="{9D8B030D-6E8A-4147-A177-3AD203B41FA5}">
                      <a16:colId xmlns:a16="http://schemas.microsoft.com/office/drawing/2014/main" val="2306648982"/>
                    </a:ext>
                  </a:extLst>
                </a:gridCol>
                <a:gridCol w="862678">
                  <a:extLst>
                    <a:ext uri="{9D8B030D-6E8A-4147-A177-3AD203B41FA5}">
                      <a16:colId xmlns:a16="http://schemas.microsoft.com/office/drawing/2014/main" val="1109787800"/>
                    </a:ext>
                  </a:extLst>
                </a:gridCol>
                <a:gridCol w="826286">
                  <a:extLst>
                    <a:ext uri="{9D8B030D-6E8A-4147-A177-3AD203B41FA5}">
                      <a16:colId xmlns:a16="http://schemas.microsoft.com/office/drawing/2014/main" val="1422722882"/>
                    </a:ext>
                  </a:extLst>
                </a:gridCol>
                <a:gridCol w="826286">
                  <a:extLst>
                    <a:ext uri="{9D8B030D-6E8A-4147-A177-3AD203B41FA5}">
                      <a16:colId xmlns:a16="http://schemas.microsoft.com/office/drawing/2014/main" val="158344446"/>
                    </a:ext>
                  </a:extLst>
                </a:gridCol>
                <a:gridCol w="679063">
                  <a:extLst>
                    <a:ext uri="{9D8B030D-6E8A-4147-A177-3AD203B41FA5}">
                      <a16:colId xmlns:a16="http://schemas.microsoft.com/office/drawing/2014/main" val="58086774"/>
                    </a:ext>
                  </a:extLst>
                </a:gridCol>
              </a:tblGrid>
              <a:tr h="2241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적용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No.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고객사명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티켓번호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한글성명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영문성명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성별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생년월일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주민등록번호 </a:t>
                      </a:r>
                      <a:br>
                        <a:rPr lang="en-US" altLang="ko-KR" sz="800" b="1" dirty="0">
                          <a:solidFill>
                            <a:schemeClr val="bg1"/>
                          </a:solidFill>
                        </a:rPr>
                      </a:br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뒷자리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보험시작일시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보험종료일시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국적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5921844"/>
                  </a:ext>
                </a:extLst>
              </a:tr>
              <a:tr h="304230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SM C&amp;C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18123455686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홍길동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Hong 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</a:rPr>
                        <a:t>Gildong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남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910125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*******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2025-08-13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2025-08-15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대한민국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20038"/>
                  </a:ext>
                </a:extLst>
              </a:tr>
              <a:tr h="3042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SM C&amp;C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18123455686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홍길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Hong Gil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여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920125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*******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대한민국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8144735"/>
                  </a:ext>
                </a:extLst>
              </a:tr>
              <a:tr h="3042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SM C&amp;C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12321321312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홍민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Hong Min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여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920121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대한민국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705401"/>
                  </a:ext>
                </a:extLst>
              </a:tr>
            </a:tbl>
          </a:graphicData>
        </a:graphic>
      </p:graphicFrame>
      <p:sp>
        <p:nvSpPr>
          <p:cNvPr id="173" name="Track">
            <a:extLst>
              <a:ext uri="{FF2B5EF4-FFF2-40B4-BE49-F238E27FC236}">
                <a16:creationId xmlns:a16="http://schemas.microsoft.com/office/drawing/2014/main" id="{502152D2-F467-4E07-A23A-50F746990525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 rot="10800000">
            <a:off x="430280" y="4241854"/>
            <a:ext cx="7956453" cy="118619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4" name="Scroll Thumb">
            <a:extLst>
              <a:ext uri="{FF2B5EF4-FFF2-40B4-BE49-F238E27FC236}">
                <a16:creationId xmlns:a16="http://schemas.microsoft.com/office/drawing/2014/main" id="{180D6642-DEDB-4666-9E98-C8FDB10D23D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 rot="10800000">
            <a:off x="643269" y="4279872"/>
            <a:ext cx="5882364" cy="61243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5" name="Chevron">
            <a:extLst>
              <a:ext uri="{FF2B5EF4-FFF2-40B4-BE49-F238E27FC236}">
                <a16:creationId xmlns:a16="http://schemas.microsoft.com/office/drawing/2014/main" id="{D07EDFF7-6E78-45CC-9FED-086EEE85B7F8}"/>
              </a:ext>
            </a:extLst>
          </p:cNvPr>
          <p:cNvSpPr>
            <a:spLocks noChangeAspect="1"/>
          </p:cNvSpPr>
          <p:nvPr>
            <p:custDataLst>
              <p:tags r:id="rId3"/>
            </p:custDataLst>
          </p:nvPr>
        </p:nvSpPr>
        <p:spPr bwMode="auto">
          <a:xfrm rot="5400000" flipH="1">
            <a:off x="489131" y="4291787"/>
            <a:ext cx="88545" cy="53979"/>
          </a:xfrm>
          <a:custGeom>
            <a:avLst/>
            <a:gdLst>
              <a:gd name="T0" fmla="*/ 0 w 197"/>
              <a:gd name="T1" fmla="*/ 0 h 115"/>
              <a:gd name="T2" fmla="*/ 99 w 197"/>
              <a:gd name="T3" fmla="*/ 115 h 115"/>
              <a:gd name="T4" fmla="*/ 197 w 197"/>
              <a:gd name="T5" fmla="*/ 0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7" h="115">
                <a:moveTo>
                  <a:pt x="0" y="0"/>
                </a:moveTo>
                <a:lnTo>
                  <a:pt x="99" y="115"/>
                </a:lnTo>
                <a:lnTo>
                  <a:pt x="197" y="0"/>
                </a:lnTo>
              </a:path>
            </a:pathLst>
          </a:custGeom>
          <a:noFill/>
          <a:ln w="6350" cap="sq">
            <a:solidFill>
              <a:srgbClr val="80808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6" name="Chevron">
            <a:extLst>
              <a:ext uri="{FF2B5EF4-FFF2-40B4-BE49-F238E27FC236}">
                <a16:creationId xmlns:a16="http://schemas.microsoft.com/office/drawing/2014/main" id="{D5351397-14A4-4BDE-B65A-4456832DB24B}"/>
              </a:ext>
            </a:extLst>
          </p:cNvPr>
          <p:cNvSpPr>
            <a:spLocks noChangeAspect="1"/>
          </p:cNvSpPr>
          <p:nvPr>
            <p:custDataLst>
              <p:tags r:id="rId4"/>
            </p:custDataLst>
          </p:nvPr>
        </p:nvSpPr>
        <p:spPr bwMode="auto">
          <a:xfrm rot="16200000" flipH="1">
            <a:off x="8161573" y="4298639"/>
            <a:ext cx="88545" cy="53979"/>
          </a:xfrm>
          <a:custGeom>
            <a:avLst/>
            <a:gdLst>
              <a:gd name="T0" fmla="*/ 0 w 197"/>
              <a:gd name="T1" fmla="*/ 0 h 115"/>
              <a:gd name="T2" fmla="*/ 99 w 197"/>
              <a:gd name="T3" fmla="*/ 115 h 115"/>
              <a:gd name="T4" fmla="*/ 197 w 197"/>
              <a:gd name="T5" fmla="*/ 0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7" h="115">
                <a:moveTo>
                  <a:pt x="0" y="0"/>
                </a:moveTo>
                <a:lnTo>
                  <a:pt x="99" y="115"/>
                </a:lnTo>
                <a:lnTo>
                  <a:pt x="197" y="0"/>
                </a:lnTo>
              </a:path>
            </a:pathLst>
          </a:custGeom>
          <a:noFill/>
          <a:ln w="6350" cap="sq">
            <a:solidFill>
              <a:srgbClr val="80808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7" name="Text Box">
            <a:extLst>
              <a:ext uri="{FF2B5EF4-FFF2-40B4-BE49-F238E27FC236}">
                <a16:creationId xmlns:a16="http://schemas.microsoft.com/office/drawing/2014/main" id="{A10A4AE9-6AE7-4553-AFB2-D66006673EF1}"/>
              </a:ext>
            </a:extLst>
          </p:cNvPr>
          <p:cNvSpPr/>
          <p:nvPr/>
        </p:nvSpPr>
        <p:spPr>
          <a:xfrm>
            <a:off x="4558011" y="1907870"/>
            <a:ext cx="3195405" cy="225703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22860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atinLnBrk="0"/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OOOO.xls</a:t>
            </a:r>
          </a:p>
        </p:txBody>
      </p:sp>
      <p:sp>
        <p:nvSpPr>
          <p:cNvPr id="178" name="Button">
            <a:extLst>
              <a:ext uri="{FF2B5EF4-FFF2-40B4-BE49-F238E27FC236}">
                <a16:creationId xmlns:a16="http://schemas.microsoft.com/office/drawing/2014/main" id="{E112525F-02D4-4097-A82A-9041FE2F6329}"/>
              </a:ext>
            </a:extLst>
          </p:cNvPr>
          <p:cNvSpPr>
            <a:spLocks/>
          </p:cNvSpPr>
          <p:nvPr/>
        </p:nvSpPr>
        <p:spPr bwMode="auto">
          <a:xfrm>
            <a:off x="7796434" y="1925402"/>
            <a:ext cx="497821" cy="209729"/>
          </a:xfrm>
          <a:prstGeom prst="roundRect">
            <a:avLst>
              <a:gd name="adj" fmla="val 8776"/>
            </a:avLst>
          </a:prstGeom>
          <a:solidFill>
            <a:schemeClr val="tx1">
              <a:lumMod val="65000"/>
              <a:lumOff val="35000"/>
            </a:schemeClr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700" dirty="0">
                <a:solidFill>
                  <a:prstClr val="white"/>
                </a:solidFill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업로드</a:t>
            </a:r>
            <a:endParaRPr lang="en-US" sz="700" dirty="0">
              <a:solidFill>
                <a:prstClr val="white"/>
              </a:solidFill>
              <a:latin typeface="나눔고딕" pitchFamily="2" charset="-127"/>
              <a:ea typeface="나눔고딕" pitchFamily="2" charset="-127"/>
              <a:cs typeface="Segoe UI" panose="020B0502040204020203" pitchFamily="34" charset="0"/>
            </a:endParaRPr>
          </a:p>
        </p:txBody>
      </p:sp>
      <p:sp>
        <p:nvSpPr>
          <p:cNvPr id="179" name="직사각형 178">
            <a:extLst>
              <a:ext uri="{FF2B5EF4-FFF2-40B4-BE49-F238E27FC236}">
                <a16:creationId xmlns:a16="http://schemas.microsoft.com/office/drawing/2014/main" id="{12EE1546-92B3-4A35-9EC4-BAC23C3B4369}"/>
              </a:ext>
            </a:extLst>
          </p:cNvPr>
          <p:cNvSpPr/>
          <p:nvPr/>
        </p:nvSpPr>
        <p:spPr>
          <a:xfrm>
            <a:off x="4504614" y="1517088"/>
            <a:ext cx="247137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나눔고딕" pitchFamily="2" charset="-127"/>
                <a:ea typeface="나눔고딕" pitchFamily="2" charset="-127"/>
              </a:rPr>
              <a:t>엑셀 업로드</a:t>
            </a:r>
          </a:p>
        </p:txBody>
      </p:sp>
      <p:sp>
        <p:nvSpPr>
          <p:cNvPr id="180" name="Button">
            <a:extLst>
              <a:ext uri="{FF2B5EF4-FFF2-40B4-BE49-F238E27FC236}">
                <a16:creationId xmlns:a16="http://schemas.microsoft.com/office/drawing/2014/main" id="{B3C1599F-1FAF-413A-980D-6E0D9C2C2F7A}"/>
              </a:ext>
            </a:extLst>
          </p:cNvPr>
          <p:cNvSpPr>
            <a:spLocks/>
          </p:cNvSpPr>
          <p:nvPr/>
        </p:nvSpPr>
        <p:spPr bwMode="auto">
          <a:xfrm>
            <a:off x="7486487" y="1605190"/>
            <a:ext cx="807768" cy="209729"/>
          </a:xfrm>
          <a:prstGeom prst="roundRect">
            <a:avLst>
              <a:gd name="adj" fmla="val 8776"/>
            </a:avLst>
          </a:prstGeom>
          <a:solidFill>
            <a:schemeClr val="tx1">
              <a:lumMod val="65000"/>
              <a:lumOff val="35000"/>
            </a:schemeClr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700">
                <a:solidFill>
                  <a:prstClr val="white"/>
                </a:solidFill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양식 다운로드</a:t>
            </a:r>
            <a:endParaRPr lang="en-US" sz="700" dirty="0">
              <a:solidFill>
                <a:prstClr val="white"/>
              </a:solidFill>
              <a:latin typeface="나눔고딕" pitchFamily="2" charset="-127"/>
              <a:ea typeface="나눔고딕" pitchFamily="2" charset="-127"/>
              <a:cs typeface="Segoe UI" panose="020B0502040204020203" pitchFamily="34" charset="0"/>
            </a:endParaRPr>
          </a:p>
        </p:txBody>
      </p:sp>
      <p:sp>
        <p:nvSpPr>
          <p:cNvPr id="181" name="Box" descr="&lt;SmartSettings&gt;&lt;SmartResize anchorLeft=&quot;Absolute&quot; anchorTop=&quot;None&quot; anchorRight=&quot;None&quot; anchorBottom=&quot;None&quot; /&gt;&lt;/SmartSettings&gt;">
            <a:extLst>
              <a:ext uri="{FF2B5EF4-FFF2-40B4-BE49-F238E27FC236}">
                <a16:creationId xmlns:a16="http://schemas.microsoft.com/office/drawing/2014/main" id="{81984A40-AACF-4FB6-A9D7-9FB531810E2D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554933" y="3335145"/>
            <a:ext cx="131556" cy="131556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800" dirty="0">
              <a:solidFill>
                <a:srgbClr val="5F5F5F"/>
              </a:solidFill>
              <a:latin typeface="+mn-ea"/>
              <a:cs typeface="Segoe UI" panose="020B0502040204020203" pitchFamily="34" charset="0"/>
            </a:endParaRPr>
          </a:p>
        </p:txBody>
      </p:sp>
      <p:grpSp>
        <p:nvGrpSpPr>
          <p:cNvPr id="182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4B5305CF-625F-4896-BDF5-D98AE42DDB41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554933" y="3631548"/>
            <a:ext cx="131556" cy="131556"/>
            <a:chOff x="554563" y="2632644"/>
            <a:chExt cx="131556" cy="131556"/>
          </a:xfrm>
        </p:grpSpPr>
        <p:sp>
          <p:nvSpPr>
            <p:cNvPr id="195" name="Box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65532BFD-E0BE-4222-AC4B-A68A007406C2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197" name="Check" descr="&lt;SmartSettings&gt;&lt;SmartResize anchorLeft=&quot;Absolute&quot; anchorTop=&quot;None&quot; anchorRight=&quot;None&quot; anchorBottom=&quot;None&quot; /&gt;&lt;/SmartSettings&gt;" hidden="1">
              <a:extLst>
                <a:ext uri="{FF2B5EF4-FFF2-40B4-BE49-F238E27FC236}">
                  <a16:creationId xmlns:a16="http://schemas.microsoft.com/office/drawing/2014/main" id="{C64DC38A-923A-476D-8F05-ED9482DA4676}"/>
                </a:ext>
              </a:extLst>
            </p:cNvPr>
            <p:cNvSpPr>
              <a:spLocks noEditPoints="1"/>
            </p:cNvSpPr>
            <p:nvPr>
              <p:custDataLst>
                <p:tags r:id="rId11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198" name="Accept">
            <a:extLst>
              <a:ext uri="{FF2B5EF4-FFF2-40B4-BE49-F238E27FC236}">
                <a16:creationId xmlns:a16="http://schemas.microsoft.com/office/drawing/2014/main" id="{1D62C385-CDCB-4AF0-B55E-574B03502D47}"/>
              </a:ext>
            </a:extLst>
          </p:cNvPr>
          <p:cNvSpPr>
            <a:spLocks noChangeAspect="1"/>
          </p:cNvSpPr>
          <p:nvPr/>
        </p:nvSpPr>
        <p:spPr bwMode="auto">
          <a:xfrm>
            <a:off x="610763" y="3381766"/>
            <a:ext cx="58826" cy="52208"/>
          </a:xfrm>
          <a:custGeom>
            <a:avLst/>
            <a:gdLst>
              <a:gd name="T0" fmla="*/ 504 w 525"/>
              <a:gd name="T1" fmla="*/ 3 h 467"/>
              <a:gd name="T2" fmla="*/ 495 w 525"/>
              <a:gd name="T3" fmla="*/ 9 h 467"/>
              <a:gd name="T4" fmla="*/ 223 w 525"/>
              <a:gd name="T5" fmla="*/ 431 h 467"/>
              <a:gd name="T6" fmla="*/ 35 w 525"/>
              <a:gd name="T7" fmla="*/ 262 h 467"/>
              <a:gd name="T8" fmla="*/ 18 w 525"/>
              <a:gd name="T9" fmla="*/ 282 h 467"/>
              <a:gd name="T10" fmla="*/ 217 w 525"/>
              <a:gd name="T11" fmla="*/ 462 h 467"/>
              <a:gd name="T12" fmla="*/ 237 w 525"/>
              <a:gd name="T13" fmla="*/ 459 h 467"/>
              <a:gd name="T14" fmla="*/ 518 w 525"/>
              <a:gd name="T15" fmla="*/ 23 h 467"/>
              <a:gd name="T16" fmla="*/ 504 w 525"/>
              <a:gd name="T17" fmla="*/ 3 h 4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25" h="467">
                <a:moveTo>
                  <a:pt x="504" y="3"/>
                </a:moveTo>
                <a:cubicBezTo>
                  <a:pt x="500" y="3"/>
                  <a:pt x="497" y="6"/>
                  <a:pt x="495" y="9"/>
                </a:cubicBezTo>
                <a:lnTo>
                  <a:pt x="223" y="431"/>
                </a:lnTo>
                <a:lnTo>
                  <a:pt x="35" y="262"/>
                </a:lnTo>
                <a:cubicBezTo>
                  <a:pt x="22" y="245"/>
                  <a:pt x="0" y="271"/>
                  <a:pt x="18" y="282"/>
                </a:cubicBezTo>
                <a:lnTo>
                  <a:pt x="217" y="462"/>
                </a:lnTo>
                <a:cubicBezTo>
                  <a:pt x="223" y="467"/>
                  <a:pt x="232" y="466"/>
                  <a:pt x="237" y="459"/>
                </a:cubicBezTo>
                <a:lnTo>
                  <a:pt x="518" y="23"/>
                </a:lnTo>
                <a:cubicBezTo>
                  <a:pt x="525" y="13"/>
                  <a:pt x="515" y="0"/>
                  <a:pt x="504" y="3"/>
                </a:cubicBezTo>
                <a:close/>
              </a:path>
            </a:pathLst>
          </a:cu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b="1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9" name="Accept">
            <a:extLst>
              <a:ext uri="{FF2B5EF4-FFF2-40B4-BE49-F238E27FC236}">
                <a16:creationId xmlns:a16="http://schemas.microsoft.com/office/drawing/2014/main" id="{D59AAE6C-27B6-4F5A-A314-9684A6A9B489}"/>
              </a:ext>
            </a:extLst>
          </p:cNvPr>
          <p:cNvSpPr>
            <a:spLocks noChangeAspect="1"/>
          </p:cNvSpPr>
          <p:nvPr/>
        </p:nvSpPr>
        <p:spPr bwMode="auto">
          <a:xfrm>
            <a:off x="610763" y="3667920"/>
            <a:ext cx="58826" cy="52208"/>
          </a:xfrm>
          <a:custGeom>
            <a:avLst/>
            <a:gdLst>
              <a:gd name="T0" fmla="*/ 504 w 525"/>
              <a:gd name="T1" fmla="*/ 3 h 467"/>
              <a:gd name="T2" fmla="*/ 495 w 525"/>
              <a:gd name="T3" fmla="*/ 9 h 467"/>
              <a:gd name="T4" fmla="*/ 223 w 525"/>
              <a:gd name="T5" fmla="*/ 431 h 467"/>
              <a:gd name="T6" fmla="*/ 35 w 525"/>
              <a:gd name="T7" fmla="*/ 262 h 467"/>
              <a:gd name="T8" fmla="*/ 18 w 525"/>
              <a:gd name="T9" fmla="*/ 282 h 467"/>
              <a:gd name="T10" fmla="*/ 217 w 525"/>
              <a:gd name="T11" fmla="*/ 462 h 467"/>
              <a:gd name="T12" fmla="*/ 237 w 525"/>
              <a:gd name="T13" fmla="*/ 459 h 467"/>
              <a:gd name="T14" fmla="*/ 518 w 525"/>
              <a:gd name="T15" fmla="*/ 23 h 467"/>
              <a:gd name="T16" fmla="*/ 504 w 525"/>
              <a:gd name="T17" fmla="*/ 3 h 4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25" h="467">
                <a:moveTo>
                  <a:pt x="504" y="3"/>
                </a:moveTo>
                <a:cubicBezTo>
                  <a:pt x="500" y="3"/>
                  <a:pt x="497" y="6"/>
                  <a:pt x="495" y="9"/>
                </a:cubicBezTo>
                <a:lnTo>
                  <a:pt x="223" y="431"/>
                </a:lnTo>
                <a:lnTo>
                  <a:pt x="35" y="262"/>
                </a:lnTo>
                <a:cubicBezTo>
                  <a:pt x="22" y="245"/>
                  <a:pt x="0" y="271"/>
                  <a:pt x="18" y="282"/>
                </a:cubicBezTo>
                <a:lnTo>
                  <a:pt x="217" y="462"/>
                </a:lnTo>
                <a:cubicBezTo>
                  <a:pt x="223" y="467"/>
                  <a:pt x="232" y="466"/>
                  <a:pt x="237" y="459"/>
                </a:cubicBezTo>
                <a:lnTo>
                  <a:pt x="518" y="23"/>
                </a:lnTo>
                <a:cubicBezTo>
                  <a:pt x="525" y="13"/>
                  <a:pt x="515" y="0"/>
                  <a:pt x="504" y="3"/>
                </a:cubicBezTo>
                <a:close/>
              </a:path>
            </a:pathLst>
          </a:cu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b="1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200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1EDF5A3B-D606-4665-ADCE-F33B906937CB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553314" y="3927952"/>
            <a:ext cx="131556" cy="131556"/>
            <a:chOff x="554563" y="2632644"/>
            <a:chExt cx="131556" cy="131556"/>
          </a:xfrm>
        </p:grpSpPr>
        <p:sp>
          <p:nvSpPr>
            <p:cNvPr id="201" name="Box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DF0F2A6F-3530-4CC5-8B10-4CF3E585A608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202" name="Check" descr="&lt;SmartSettings&gt;&lt;SmartResize anchorLeft=&quot;Absolute&quot; anchorTop=&quot;None&quot; anchorRight=&quot;None&quot; anchorBottom=&quot;None&quot; /&gt;&lt;/SmartSettings&gt;" hidden="1">
              <a:extLst>
                <a:ext uri="{FF2B5EF4-FFF2-40B4-BE49-F238E27FC236}">
                  <a16:creationId xmlns:a16="http://schemas.microsoft.com/office/drawing/2014/main" id="{AE28ED38-021D-404E-9352-26DCD601BD90}"/>
                </a:ext>
              </a:extLst>
            </p:cNvPr>
            <p:cNvSpPr>
              <a:spLocks noEditPoints="1"/>
            </p:cNvSpPr>
            <p:nvPr>
              <p:custDataLst>
                <p:tags r:id="rId9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203" name="직사각형 202">
            <a:extLst>
              <a:ext uri="{FF2B5EF4-FFF2-40B4-BE49-F238E27FC236}">
                <a16:creationId xmlns:a16="http://schemas.microsoft.com/office/drawing/2014/main" id="{3F3478F3-84B3-4FC5-9654-E73870497F4B}"/>
              </a:ext>
            </a:extLst>
          </p:cNvPr>
          <p:cNvSpPr/>
          <p:nvPr/>
        </p:nvSpPr>
        <p:spPr>
          <a:xfrm>
            <a:off x="391712" y="2183394"/>
            <a:ext cx="4129796" cy="814655"/>
          </a:xfrm>
          <a:prstGeom prst="rect">
            <a:avLst/>
          </a:prstGeom>
          <a:solidFill>
            <a:schemeClr val="bg1">
              <a:lumMod val="6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4" name="직사각형 203">
            <a:extLst>
              <a:ext uri="{FF2B5EF4-FFF2-40B4-BE49-F238E27FC236}">
                <a16:creationId xmlns:a16="http://schemas.microsoft.com/office/drawing/2014/main" id="{490F1D61-1253-488B-903B-11F60B7D57EC}"/>
              </a:ext>
            </a:extLst>
          </p:cNvPr>
          <p:cNvSpPr/>
          <p:nvPr/>
        </p:nvSpPr>
        <p:spPr>
          <a:xfrm>
            <a:off x="404237" y="2373258"/>
            <a:ext cx="8000854" cy="34910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7B58B4B9-19CF-4569-8D8C-27BD9923D385}"/>
              </a:ext>
            </a:extLst>
          </p:cNvPr>
          <p:cNvSpPr txBox="1"/>
          <p:nvPr/>
        </p:nvSpPr>
        <p:spPr>
          <a:xfrm>
            <a:off x="1638224" y="2431738"/>
            <a:ext cx="43012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C00000"/>
                </a:solidFill>
              </a:rPr>
              <a:t>현재 엑셀 업로드 사용중임으로   </a:t>
            </a:r>
            <a:r>
              <a:rPr lang="en-US" altLang="ko-KR" sz="1000" dirty="0">
                <a:solidFill>
                  <a:srgbClr val="C00000"/>
                </a:solidFill>
              </a:rPr>
              <a:t>ERP </a:t>
            </a:r>
            <a:r>
              <a:rPr lang="ko-KR" altLang="en-US" sz="1000" dirty="0">
                <a:solidFill>
                  <a:srgbClr val="C00000"/>
                </a:solidFill>
              </a:rPr>
              <a:t>연동은 사용할 수 없습니다</a:t>
            </a:r>
            <a:r>
              <a:rPr lang="en-US" altLang="ko-KR" sz="1000" dirty="0">
                <a:solidFill>
                  <a:srgbClr val="C00000"/>
                </a:solidFill>
              </a:rPr>
              <a:t>. </a:t>
            </a:r>
            <a:endParaRPr lang="ko-KR" altLang="en-US" sz="1000" dirty="0">
              <a:solidFill>
                <a:srgbClr val="C00000"/>
              </a:solidFill>
            </a:endParaRPr>
          </a:p>
        </p:txBody>
      </p:sp>
      <p:sp>
        <p:nvSpPr>
          <p:cNvPr id="206" name="Button">
            <a:extLst>
              <a:ext uri="{FF2B5EF4-FFF2-40B4-BE49-F238E27FC236}">
                <a16:creationId xmlns:a16="http://schemas.microsoft.com/office/drawing/2014/main" id="{01246B91-9952-4FEB-B4A6-7A26C7C531BB}"/>
              </a:ext>
            </a:extLst>
          </p:cNvPr>
          <p:cNvSpPr>
            <a:spLocks/>
          </p:cNvSpPr>
          <p:nvPr/>
        </p:nvSpPr>
        <p:spPr bwMode="auto">
          <a:xfrm>
            <a:off x="7535968" y="2441133"/>
            <a:ext cx="807768" cy="209729"/>
          </a:xfrm>
          <a:prstGeom prst="roundRect">
            <a:avLst>
              <a:gd name="adj" fmla="val 8776"/>
            </a:avLst>
          </a:prstGeom>
          <a:solidFill>
            <a:schemeClr val="tx1">
              <a:lumMod val="65000"/>
              <a:lumOff val="35000"/>
            </a:schemeClr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700">
                <a:solidFill>
                  <a:prstClr val="white"/>
                </a:solidFill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초기화</a:t>
            </a:r>
            <a:endParaRPr lang="en-US" sz="700" dirty="0">
              <a:solidFill>
                <a:prstClr val="white"/>
              </a:solidFill>
              <a:latin typeface="나눔고딕" pitchFamily="2" charset="-127"/>
              <a:ea typeface="나눔고딕" pitchFamily="2" charset="-127"/>
              <a:cs typeface="Segoe UI" panose="020B0502040204020203" pitchFamily="34" charset="0"/>
            </a:endParaRPr>
          </a:p>
        </p:txBody>
      </p:sp>
      <p:sp>
        <p:nvSpPr>
          <p:cNvPr id="207" name="사각형: 둥근 모서리 206">
            <a:extLst>
              <a:ext uri="{FF2B5EF4-FFF2-40B4-BE49-F238E27FC236}">
                <a16:creationId xmlns:a16="http://schemas.microsoft.com/office/drawing/2014/main" id="{DBCE6801-C222-4AA9-853F-18D244372C55}"/>
              </a:ext>
            </a:extLst>
          </p:cNvPr>
          <p:cNvSpPr/>
          <p:nvPr/>
        </p:nvSpPr>
        <p:spPr>
          <a:xfrm>
            <a:off x="443612" y="2410963"/>
            <a:ext cx="1060297" cy="280094"/>
          </a:xfrm>
          <a:prstGeom prst="roundRect">
            <a:avLst>
              <a:gd name="adj" fmla="val 3126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엑셀 업로드</a:t>
            </a: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D54AFCFD-209F-4317-B8C8-66BF7CE26C0C}"/>
              </a:ext>
            </a:extLst>
          </p:cNvPr>
          <p:cNvSpPr/>
          <p:nvPr/>
        </p:nvSpPr>
        <p:spPr>
          <a:xfrm>
            <a:off x="415781" y="1424729"/>
            <a:ext cx="4120720" cy="8121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6" name="Button">
            <a:extLst>
              <a:ext uri="{FF2B5EF4-FFF2-40B4-BE49-F238E27FC236}">
                <a16:creationId xmlns:a16="http://schemas.microsoft.com/office/drawing/2014/main" id="{BEF7D290-9552-472F-8341-4E7423FBA15A}"/>
              </a:ext>
            </a:extLst>
          </p:cNvPr>
          <p:cNvSpPr>
            <a:spLocks/>
          </p:cNvSpPr>
          <p:nvPr/>
        </p:nvSpPr>
        <p:spPr bwMode="auto">
          <a:xfrm>
            <a:off x="673980" y="1796184"/>
            <a:ext cx="3691317" cy="209729"/>
          </a:xfrm>
          <a:prstGeom prst="roundRect">
            <a:avLst>
              <a:gd name="adj" fmla="val 8776"/>
            </a:avLst>
          </a:prstGeom>
          <a:solidFill>
            <a:schemeClr val="tx1">
              <a:lumMod val="65000"/>
              <a:lumOff val="35000"/>
            </a:schemeClr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dirty="0">
                <a:solidFill>
                  <a:prstClr val="white"/>
                </a:solidFill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ERP</a:t>
            </a:r>
            <a:r>
              <a:rPr lang="ko-KR" altLang="en-US" sz="700" dirty="0">
                <a:solidFill>
                  <a:prstClr val="white"/>
                </a:solidFill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에서 데이터 호출</a:t>
            </a:r>
            <a:endParaRPr lang="en-US" sz="700" dirty="0">
              <a:solidFill>
                <a:prstClr val="white"/>
              </a:solidFill>
              <a:latin typeface="나눔고딕" pitchFamily="2" charset="-127"/>
              <a:ea typeface="나눔고딕" pitchFamily="2" charset="-127"/>
              <a:cs typeface="Segoe UI" panose="020B0502040204020203" pitchFamily="34" charset="0"/>
            </a:endParaRPr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04C83916-9ACD-4B99-AB50-70998402A4A0}"/>
              </a:ext>
            </a:extLst>
          </p:cNvPr>
          <p:cNvSpPr/>
          <p:nvPr/>
        </p:nvSpPr>
        <p:spPr>
          <a:xfrm>
            <a:off x="540573" y="1460417"/>
            <a:ext cx="247137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b="1" dirty="0">
                <a:latin typeface="나눔고딕" pitchFamily="2" charset="-127"/>
                <a:ea typeface="나눔고딕" pitchFamily="2" charset="-127"/>
              </a:rPr>
              <a:t>ERP</a:t>
            </a:r>
            <a:r>
              <a:rPr lang="ko-KR" altLang="en-US" sz="1400" b="1" dirty="0">
                <a:latin typeface="나눔고딕" pitchFamily="2" charset="-127"/>
                <a:ea typeface="나눔고딕" pitchFamily="2" charset="-127"/>
              </a:rPr>
              <a:t>연동</a:t>
            </a:r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D959B9CB-D179-4B46-8996-EC87F2FBFFE0}"/>
              </a:ext>
            </a:extLst>
          </p:cNvPr>
          <p:cNvSpPr/>
          <p:nvPr/>
        </p:nvSpPr>
        <p:spPr>
          <a:xfrm>
            <a:off x="662285" y="2023955"/>
            <a:ext cx="325441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atinLnBrk="0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ERP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조회를 통해 데이터를 호출 및 아래 청약 신청 테이블에 적용합니다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.</a:t>
            </a:r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0C9DA1B1-16FF-4344-B765-CD385CFF3614}"/>
              </a:ext>
            </a:extLst>
          </p:cNvPr>
          <p:cNvSpPr/>
          <p:nvPr/>
        </p:nvSpPr>
        <p:spPr>
          <a:xfrm>
            <a:off x="371155" y="845634"/>
            <a:ext cx="7994836" cy="6088566"/>
          </a:xfrm>
          <a:prstGeom prst="rect">
            <a:avLst/>
          </a:prstGeom>
          <a:solidFill>
            <a:schemeClr val="tx1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0" name="사각형: 둥근 모서리 109">
            <a:extLst>
              <a:ext uri="{FF2B5EF4-FFF2-40B4-BE49-F238E27FC236}">
                <a16:creationId xmlns:a16="http://schemas.microsoft.com/office/drawing/2014/main" id="{8F94BC2E-79A7-491F-9043-40066D8245AE}"/>
              </a:ext>
            </a:extLst>
          </p:cNvPr>
          <p:cNvSpPr/>
          <p:nvPr/>
        </p:nvSpPr>
        <p:spPr>
          <a:xfrm>
            <a:off x="2708610" y="2831168"/>
            <a:ext cx="3523293" cy="1896176"/>
          </a:xfrm>
          <a:prstGeom prst="roundRect">
            <a:avLst>
              <a:gd name="adj" fmla="val 10558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8D61D98A-ECF4-4EEA-9B51-CEB8889FC140}"/>
              </a:ext>
            </a:extLst>
          </p:cNvPr>
          <p:cNvSpPr txBox="1"/>
          <p:nvPr/>
        </p:nvSpPr>
        <p:spPr>
          <a:xfrm>
            <a:off x="3011948" y="2978955"/>
            <a:ext cx="295873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보험료를 </a:t>
            </a:r>
            <a:r>
              <a:rPr lang="ko-KR" altLang="en-US" sz="1000" b="1" dirty="0" err="1"/>
              <a:t>조회중입니다</a:t>
            </a:r>
            <a:r>
              <a:rPr lang="en-US" altLang="ko-KR" sz="1000" b="1" dirty="0"/>
              <a:t>.</a:t>
            </a:r>
          </a:p>
          <a:p>
            <a:pPr algn="ctr"/>
            <a:r>
              <a:rPr lang="ko-KR" altLang="en-US" sz="1000" dirty="0"/>
              <a:t>완료될 때까지 창을 닫지 말아주세요</a:t>
            </a:r>
            <a:r>
              <a:rPr lang="en-US" altLang="ko-KR" sz="1000" dirty="0"/>
              <a:t>.</a:t>
            </a:r>
          </a:p>
          <a:p>
            <a:pPr algn="ctr"/>
            <a:r>
              <a:rPr lang="ko-KR" altLang="en-US" sz="1000" dirty="0"/>
              <a:t>진행률 </a:t>
            </a:r>
            <a:r>
              <a:rPr lang="en-US" altLang="ko-KR" sz="1000" dirty="0"/>
              <a:t>: {</a:t>
            </a:r>
            <a:r>
              <a:rPr lang="ko-KR" altLang="en-US" sz="1000" dirty="0"/>
              <a:t>진행완료 </a:t>
            </a:r>
            <a:r>
              <a:rPr lang="en-US" altLang="ko-KR" sz="1000" dirty="0"/>
              <a:t>num} / {</a:t>
            </a:r>
            <a:r>
              <a:rPr lang="ko-KR" altLang="en-US" sz="1000" dirty="0"/>
              <a:t>전체 개수 </a:t>
            </a:r>
            <a:r>
              <a:rPr lang="en-US" altLang="ko-KR" sz="1000" dirty="0"/>
              <a:t>num}</a:t>
            </a:r>
            <a:endParaRPr lang="ko-KR" altLang="en-US" sz="1000" dirty="0"/>
          </a:p>
        </p:txBody>
      </p:sp>
      <p:grpSp>
        <p:nvGrpSpPr>
          <p:cNvPr id="112" name="Spinner">
            <a:extLst>
              <a:ext uri="{FF2B5EF4-FFF2-40B4-BE49-F238E27FC236}">
                <a16:creationId xmlns:a16="http://schemas.microsoft.com/office/drawing/2014/main" id="{17E2FE01-FBFF-4CC2-86FB-A74BB2A2252D}"/>
              </a:ext>
            </a:extLst>
          </p:cNvPr>
          <p:cNvGrpSpPr>
            <a:grpSpLocks noChangeAspect="1"/>
          </p:cNvGrpSpPr>
          <p:nvPr/>
        </p:nvGrpSpPr>
        <p:grpSpPr>
          <a:xfrm>
            <a:off x="4195050" y="4014590"/>
            <a:ext cx="550412" cy="556259"/>
            <a:chOff x="4659320" y="3340106"/>
            <a:chExt cx="149225" cy="150810"/>
          </a:xfrm>
        </p:grpSpPr>
        <p:sp>
          <p:nvSpPr>
            <p:cNvPr id="113" name="Part">
              <a:extLst>
                <a:ext uri="{FF2B5EF4-FFF2-40B4-BE49-F238E27FC236}">
                  <a16:creationId xmlns:a16="http://schemas.microsoft.com/office/drawing/2014/main" id="{4CE84E6D-9A73-4125-BABE-D7C96F875803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7584" y="3340106"/>
              <a:ext cx="14287" cy="36513"/>
            </a:xfrm>
            <a:custGeom>
              <a:avLst/>
              <a:gdLst>
                <a:gd name="T0" fmla="*/ 23 w 47"/>
                <a:gd name="T1" fmla="*/ 0 h 127"/>
                <a:gd name="T2" fmla="*/ 47 w 47"/>
                <a:gd name="T3" fmla="*/ 23 h 127"/>
                <a:gd name="T4" fmla="*/ 47 w 47"/>
                <a:gd name="T5" fmla="*/ 104 h 127"/>
                <a:gd name="T6" fmla="*/ 23 w 47"/>
                <a:gd name="T7" fmla="*/ 127 h 127"/>
                <a:gd name="T8" fmla="*/ 0 w 47"/>
                <a:gd name="T9" fmla="*/ 104 h 127"/>
                <a:gd name="T10" fmla="*/ 0 w 47"/>
                <a:gd name="T11" fmla="*/ 23 h 127"/>
                <a:gd name="T12" fmla="*/ 23 w 47"/>
                <a:gd name="T13" fmla="*/ 0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7" h="127">
                  <a:moveTo>
                    <a:pt x="23" y="0"/>
                  </a:moveTo>
                  <a:cubicBezTo>
                    <a:pt x="36" y="0"/>
                    <a:pt x="47" y="10"/>
                    <a:pt x="47" y="23"/>
                  </a:cubicBezTo>
                  <a:lnTo>
                    <a:pt x="47" y="104"/>
                  </a:lnTo>
                  <a:cubicBezTo>
                    <a:pt x="47" y="117"/>
                    <a:pt x="36" y="127"/>
                    <a:pt x="23" y="127"/>
                  </a:cubicBezTo>
                  <a:cubicBezTo>
                    <a:pt x="10" y="127"/>
                    <a:pt x="0" y="117"/>
                    <a:pt x="0" y="104"/>
                  </a:cubicBezTo>
                  <a:lnTo>
                    <a:pt x="0" y="23"/>
                  </a:lnTo>
                  <a:cubicBezTo>
                    <a:pt x="0" y="10"/>
                    <a:pt x="10" y="0"/>
                    <a:pt x="23" y="0"/>
                  </a:cubicBez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4" name="Part">
              <a:extLst>
                <a:ext uri="{FF2B5EF4-FFF2-40B4-BE49-F238E27FC236}">
                  <a16:creationId xmlns:a16="http://schemas.microsoft.com/office/drawing/2014/main" id="{ADDDA36A-7D82-4070-A141-3CE947710763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9808" y="3348044"/>
              <a:ext cx="26987" cy="34925"/>
            </a:xfrm>
            <a:custGeom>
              <a:avLst/>
              <a:gdLst>
                <a:gd name="T0" fmla="*/ 79 w 94"/>
                <a:gd name="T1" fmla="*/ 7 h 123"/>
                <a:gd name="T2" fmla="*/ 87 w 94"/>
                <a:gd name="T3" fmla="*/ 38 h 123"/>
                <a:gd name="T4" fmla="*/ 47 w 94"/>
                <a:gd name="T5" fmla="*/ 108 h 123"/>
                <a:gd name="T6" fmla="*/ 15 w 94"/>
                <a:gd name="T7" fmla="*/ 117 h 123"/>
                <a:gd name="T8" fmla="*/ 7 w 94"/>
                <a:gd name="T9" fmla="*/ 85 h 123"/>
                <a:gd name="T10" fmla="*/ 47 w 94"/>
                <a:gd name="T11" fmla="*/ 15 h 123"/>
                <a:gd name="T12" fmla="*/ 79 w 94"/>
                <a:gd name="T13" fmla="*/ 7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4" h="123">
                  <a:moveTo>
                    <a:pt x="79" y="7"/>
                  </a:moveTo>
                  <a:cubicBezTo>
                    <a:pt x="90" y="13"/>
                    <a:pt x="94" y="27"/>
                    <a:pt x="87" y="38"/>
                  </a:cubicBezTo>
                  <a:lnTo>
                    <a:pt x="47" y="108"/>
                  </a:lnTo>
                  <a:cubicBezTo>
                    <a:pt x="41" y="119"/>
                    <a:pt x="27" y="123"/>
                    <a:pt x="15" y="117"/>
                  </a:cubicBezTo>
                  <a:cubicBezTo>
                    <a:pt x="4" y="110"/>
                    <a:pt x="0" y="96"/>
                    <a:pt x="7" y="85"/>
                  </a:cubicBezTo>
                  <a:lnTo>
                    <a:pt x="47" y="15"/>
                  </a:lnTo>
                  <a:cubicBezTo>
                    <a:pt x="53" y="4"/>
                    <a:pt x="68" y="0"/>
                    <a:pt x="79" y="7"/>
                  </a:cubicBez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5" name="Part">
              <a:extLst>
                <a:ext uri="{FF2B5EF4-FFF2-40B4-BE49-F238E27FC236}">
                  <a16:creationId xmlns:a16="http://schemas.microsoft.com/office/drawing/2014/main" id="{B81CFED4-B3BA-4F4D-93F2-563D414099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5684" y="3373444"/>
              <a:ext cx="34925" cy="26988"/>
            </a:xfrm>
            <a:custGeom>
              <a:avLst/>
              <a:gdLst>
                <a:gd name="T0" fmla="*/ 117 w 123"/>
                <a:gd name="T1" fmla="*/ 15 h 93"/>
                <a:gd name="T2" fmla="*/ 108 w 123"/>
                <a:gd name="T3" fmla="*/ 47 h 93"/>
                <a:gd name="T4" fmla="*/ 39 w 123"/>
                <a:gd name="T5" fmla="*/ 87 h 93"/>
                <a:gd name="T6" fmla="*/ 7 w 123"/>
                <a:gd name="T7" fmla="*/ 78 h 93"/>
                <a:gd name="T8" fmla="*/ 15 w 123"/>
                <a:gd name="T9" fmla="*/ 46 h 93"/>
                <a:gd name="T10" fmla="*/ 85 w 123"/>
                <a:gd name="T11" fmla="*/ 6 h 93"/>
                <a:gd name="T12" fmla="*/ 117 w 123"/>
                <a:gd name="T13" fmla="*/ 15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3" h="93">
                  <a:moveTo>
                    <a:pt x="117" y="15"/>
                  </a:moveTo>
                  <a:cubicBezTo>
                    <a:pt x="123" y="26"/>
                    <a:pt x="120" y="40"/>
                    <a:pt x="108" y="47"/>
                  </a:cubicBezTo>
                  <a:lnTo>
                    <a:pt x="39" y="87"/>
                  </a:lnTo>
                  <a:cubicBezTo>
                    <a:pt x="28" y="93"/>
                    <a:pt x="13" y="89"/>
                    <a:pt x="7" y="78"/>
                  </a:cubicBezTo>
                  <a:cubicBezTo>
                    <a:pt x="0" y="67"/>
                    <a:pt x="4" y="53"/>
                    <a:pt x="15" y="46"/>
                  </a:cubicBezTo>
                  <a:lnTo>
                    <a:pt x="85" y="6"/>
                  </a:lnTo>
                  <a:cubicBezTo>
                    <a:pt x="96" y="0"/>
                    <a:pt x="110" y="3"/>
                    <a:pt x="117" y="15"/>
                  </a:cubicBez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6" name="Part">
              <a:extLst>
                <a:ext uri="{FF2B5EF4-FFF2-40B4-BE49-F238E27FC236}">
                  <a16:creationId xmlns:a16="http://schemas.microsoft.com/office/drawing/2014/main" id="{EB2E6E95-13D7-4810-8C49-CD84030387A5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3620" y="3408369"/>
              <a:ext cx="34925" cy="14288"/>
            </a:xfrm>
            <a:custGeom>
              <a:avLst/>
              <a:gdLst>
                <a:gd name="T0" fmla="*/ 127 w 127"/>
                <a:gd name="T1" fmla="*/ 23 h 47"/>
                <a:gd name="T2" fmla="*/ 104 w 127"/>
                <a:gd name="T3" fmla="*/ 47 h 47"/>
                <a:gd name="T4" fmla="*/ 24 w 127"/>
                <a:gd name="T5" fmla="*/ 47 h 47"/>
                <a:gd name="T6" fmla="*/ 0 w 127"/>
                <a:gd name="T7" fmla="*/ 23 h 47"/>
                <a:gd name="T8" fmla="*/ 24 w 127"/>
                <a:gd name="T9" fmla="*/ 0 h 47"/>
                <a:gd name="T10" fmla="*/ 104 w 127"/>
                <a:gd name="T11" fmla="*/ 0 h 47"/>
                <a:gd name="T12" fmla="*/ 127 w 127"/>
                <a:gd name="T13" fmla="*/ 23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7" h="47">
                  <a:moveTo>
                    <a:pt x="127" y="23"/>
                  </a:moveTo>
                  <a:cubicBezTo>
                    <a:pt x="127" y="36"/>
                    <a:pt x="117" y="47"/>
                    <a:pt x="104" y="47"/>
                  </a:cubicBezTo>
                  <a:lnTo>
                    <a:pt x="24" y="47"/>
                  </a:lnTo>
                  <a:cubicBezTo>
                    <a:pt x="11" y="47"/>
                    <a:pt x="0" y="36"/>
                    <a:pt x="0" y="23"/>
                  </a:cubicBezTo>
                  <a:cubicBezTo>
                    <a:pt x="0" y="10"/>
                    <a:pt x="11" y="0"/>
                    <a:pt x="24" y="0"/>
                  </a:cubicBezTo>
                  <a:lnTo>
                    <a:pt x="104" y="0"/>
                  </a:lnTo>
                  <a:cubicBezTo>
                    <a:pt x="117" y="0"/>
                    <a:pt x="127" y="10"/>
                    <a:pt x="127" y="23"/>
                  </a:cubicBez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7" name="Part">
              <a:extLst>
                <a:ext uri="{FF2B5EF4-FFF2-40B4-BE49-F238E27FC236}">
                  <a16:creationId xmlns:a16="http://schemas.microsoft.com/office/drawing/2014/main" id="{A9A2FC7D-E60C-4E6E-8AFD-56EF4D5D2B27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5679" y="3430594"/>
              <a:ext cx="34925" cy="26988"/>
            </a:xfrm>
            <a:custGeom>
              <a:avLst/>
              <a:gdLst>
                <a:gd name="T0" fmla="*/ 117 w 123"/>
                <a:gd name="T1" fmla="*/ 79 h 94"/>
                <a:gd name="T2" fmla="*/ 85 w 123"/>
                <a:gd name="T3" fmla="*/ 87 h 94"/>
                <a:gd name="T4" fmla="*/ 15 w 123"/>
                <a:gd name="T5" fmla="*/ 47 h 94"/>
                <a:gd name="T6" fmla="*/ 7 w 123"/>
                <a:gd name="T7" fmla="*/ 15 h 94"/>
                <a:gd name="T8" fmla="*/ 39 w 123"/>
                <a:gd name="T9" fmla="*/ 7 h 94"/>
                <a:gd name="T10" fmla="*/ 108 w 123"/>
                <a:gd name="T11" fmla="*/ 47 h 94"/>
                <a:gd name="T12" fmla="*/ 117 w 123"/>
                <a:gd name="T13" fmla="*/ 79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3" h="94">
                  <a:moveTo>
                    <a:pt x="117" y="79"/>
                  </a:moveTo>
                  <a:cubicBezTo>
                    <a:pt x="110" y="90"/>
                    <a:pt x="96" y="94"/>
                    <a:pt x="85" y="87"/>
                  </a:cubicBezTo>
                  <a:lnTo>
                    <a:pt x="15" y="47"/>
                  </a:lnTo>
                  <a:cubicBezTo>
                    <a:pt x="4" y="41"/>
                    <a:pt x="0" y="27"/>
                    <a:pt x="7" y="15"/>
                  </a:cubicBezTo>
                  <a:cubicBezTo>
                    <a:pt x="13" y="4"/>
                    <a:pt x="28" y="0"/>
                    <a:pt x="39" y="7"/>
                  </a:cubicBezTo>
                  <a:lnTo>
                    <a:pt x="108" y="47"/>
                  </a:lnTo>
                  <a:cubicBezTo>
                    <a:pt x="119" y="53"/>
                    <a:pt x="123" y="68"/>
                    <a:pt x="117" y="79"/>
                  </a:cubicBezTo>
                  <a:close/>
                </a:path>
              </a:pathLst>
            </a:custGeom>
            <a:solidFill>
              <a:srgbClr val="A1A1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8" name="Part">
              <a:extLst>
                <a:ext uri="{FF2B5EF4-FFF2-40B4-BE49-F238E27FC236}">
                  <a16:creationId xmlns:a16="http://schemas.microsoft.com/office/drawing/2014/main" id="{19A09AFC-82EA-4647-A51A-BC2CFCA2C9A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9803" y="3446469"/>
              <a:ext cx="26987" cy="34925"/>
            </a:xfrm>
            <a:custGeom>
              <a:avLst/>
              <a:gdLst>
                <a:gd name="T0" fmla="*/ 79 w 94"/>
                <a:gd name="T1" fmla="*/ 117 h 123"/>
                <a:gd name="T2" fmla="*/ 47 w 94"/>
                <a:gd name="T3" fmla="*/ 108 h 123"/>
                <a:gd name="T4" fmla="*/ 7 w 94"/>
                <a:gd name="T5" fmla="*/ 39 h 123"/>
                <a:gd name="T6" fmla="*/ 15 w 94"/>
                <a:gd name="T7" fmla="*/ 7 h 123"/>
                <a:gd name="T8" fmla="*/ 47 w 94"/>
                <a:gd name="T9" fmla="*/ 15 h 123"/>
                <a:gd name="T10" fmla="*/ 87 w 94"/>
                <a:gd name="T11" fmla="*/ 85 h 123"/>
                <a:gd name="T12" fmla="*/ 79 w 94"/>
                <a:gd name="T13" fmla="*/ 117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4" h="123">
                  <a:moveTo>
                    <a:pt x="79" y="117"/>
                  </a:moveTo>
                  <a:cubicBezTo>
                    <a:pt x="68" y="123"/>
                    <a:pt x="53" y="120"/>
                    <a:pt x="47" y="108"/>
                  </a:cubicBezTo>
                  <a:lnTo>
                    <a:pt x="7" y="39"/>
                  </a:lnTo>
                  <a:cubicBezTo>
                    <a:pt x="0" y="28"/>
                    <a:pt x="4" y="13"/>
                    <a:pt x="15" y="7"/>
                  </a:cubicBezTo>
                  <a:cubicBezTo>
                    <a:pt x="26" y="0"/>
                    <a:pt x="41" y="4"/>
                    <a:pt x="47" y="15"/>
                  </a:cubicBezTo>
                  <a:lnTo>
                    <a:pt x="87" y="85"/>
                  </a:lnTo>
                  <a:cubicBezTo>
                    <a:pt x="94" y="96"/>
                    <a:pt x="90" y="110"/>
                    <a:pt x="79" y="117"/>
                  </a:cubicBezTo>
                  <a:close/>
                </a:path>
              </a:pathLst>
            </a:custGeom>
            <a:solidFill>
              <a:srgbClr val="8989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9" name="Part">
              <a:extLst>
                <a:ext uri="{FF2B5EF4-FFF2-40B4-BE49-F238E27FC236}">
                  <a16:creationId xmlns:a16="http://schemas.microsoft.com/office/drawing/2014/main" id="{C19EF92C-09FF-4C54-B901-566ADD9D38AC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7572" y="3454403"/>
              <a:ext cx="14287" cy="36513"/>
            </a:xfrm>
            <a:custGeom>
              <a:avLst/>
              <a:gdLst>
                <a:gd name="T0" fmla="*/ 23 w 47"/>
                <a:gd name="T1" fmla="*/ 127 h 127"/>
                <a:gd name="T2" fmla="*/ 0 w 47"/>
                <a:gd name="T3" fmla="*/ 104 h 127"/>
                <a:gd name="T4" fmla="*/ 0 w 47"/>
                <a:gd name="T5" fmla="*/ 24 h 127"/>
                <a:gd name="T6" fmla="*/ 23 w 47"/>
                <a:gd name="T7" fmla="*/ 0 h 127"/>
                <a:gd name="T8" fmla="*/ 47 w 47"/>
                <a:gd name="T9" fmla="*/ 24 h 127"/>
                <a:gd name="T10" fmla="*/ 47 w 47"/>
                <a:gd name="T11" fmla="*/ 104 h 127"/>
                <a:gd name="T12" fmla="*/ 23 w 47"/>
                <a:gd name="T13" fmla="*/ 127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7" h="127">
                  <a:moveTo>
                    <a:pt x="23" y="127"/>
                  </a:moveTo>
                  <a:cubicBezTo>
                    <a:pt x="10" y="127"/>
                    <a:pt x="0" y="117"/>
                    <a:pt x="0" y="104"/>
                  </a:cubicBezTo>
                  <a:lnTo>
                    <a:pt x="0" y="24"/>
                  </a:lnTo>
                  <a:cubicBezTo>
                    <a:pt x="0" y="11"/>
                    <a:pt x="10" y="0"/>
                    <a:pt x="23" y="0"/>
                  </a:cubicBezTo>
                  <a:cubicBezTo>
                    <a:pt x="36" y="0"/>
                    <a:pt x="47" y="11"/>
                    <a:pt x="47" y="24"/>
                  </a:cubicBezTo>
                  <a:lnTo>
                    <a:pt x="47" y="104"/>
                  </a:lnTo>
                  <a:cubicBezTo>
                    <a:pt x="47" y="117"/>
                    <a:pt x="36" y="127"/>
                    <a:pt x="23" y="127"/>
                  </a:cubicBezTo>
                  <a:close/>
                </a:path>
              </a:pathLst>
            </a:custGeom>
            <a:solidFill>
              <a:srgbClr val="7070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20" name="Part">
              <a:extLst>
                <a:ext uri="{FF2B5EF4-FFF2-40B4-BE49-F238E27FC236}">
                  <a16:creationId xmlns:a16="http://schemas.microsoft.com/office/drawing/2014/main" id="{18100AD5-95A2-451D-AADF-941EDEEC0B1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2647" y="3446468"/>
              <a:ext cx="26987" cy="34925"/>
            </a:xfrm>
            <a:custGeom>
              <a:avLst/>
              <a:gdLst>
                <a:gd name="T0" fmla="*/ 15 w 93"/>
                <a:gd name="T1" fmla="*/ 117 h 123"/>
                <a:gd name="T2" fmla="*/ 6 w 93"/>
                <a:gd name="T3" fmla="*/ 85 h 123"/>
                <a:gd name="T4" fmla="*/ 46 w 93"/>
                <a:gd name="T5" fmla="*/ 15 h 123"/>
                <a:gd name="T6" fmla="*/ 78 w 93"/>
                <a:gd name="T7" fmla="*/ 7 h 123"/>
                <a:gd name="T8" fmla="*/ 87 w 93"/>
                <a:gd name="T9" fmla="*/ 39 h 123"/>
                <a:gd name="T10" fmla="*/ 46 w 93"/>
                <a:gd name="T11" fmla="*/ 108 h 123"/>
                <a:gd name="T12" fmla="*/ 15 w 93"/>
                <a:gd name="T13" fmla="*/ 117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3" h="123">
                  <a:moveTo>
                    <a:pt x="15" y="117"/>
                  </a:moveTo>
                  <a:cubicBezTo>
                    <a:pt x="3" y="110"/>
                    <a:pt x="0" y="96"/>
                    <a:pt x="6" y="85"/>
                  </a:cubicBezTo>
                  <a:lnTo>
                    <a:pt x="46" y="15"/>
                  </a:lnTo>
                  <a:cubicBezTo>
                    <a:pt x="53" y="4"/>
                    <a:pt x="67" y="0"/>
                    <a:pt x="78" y="7"/>
                  </a:cubicBezTo>
                  <a:cubicBezTo>
                    <a:pt x="89" y="13"/>
                    <a:pt x="93" y="28"/>
                    <a:pt x="87" y="39"/>
                  </a:cubicBezTo>
                  <a:lnTo>
                    <a:pt x="46" y="108"/>
                  </a:lnTo>
                  <a:cubicBezTo>
                    <a:pt x="40" y="119"/>
                    <a:pt x="26" y="123"/>
                    <a:pt x="15" y="117"/>
                  </a:cubicBez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21" name="Part">
              <a:extLst>
                <a:ext uri="{FF2B5EF4-FFF2-40B4-BE49-F238E27FC236}">
                  <a16:creationId xmlns:a16="http://schemas.microsoft.com/office/drawing/2014/main" id="{4AA59F55-7988-4702-81D5-0A7B3B2CDB5C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7247" y="3430589"/>
              <a:ext cx="34925" cy="26988"/>
            </a:xfrm>
            <a:custGeom>
              <a:avLst/>
              <a:gdLst>
                <a:gd name="T0" fmla="*/ 7 w 123"/>
                <a:gd name="T1" fmla="*/ 79 h 94"/>
                <a:gd name="T2" fmla="*/ 15 w 123"/>
                <a:gd name="T3" fmla="*/ 47 h 94"/>
                <a:gd name="T4" fmla="*/ 85 w 123"/>
                <a:gd name="T5" fmla="*/ 7 h 94"/>
                <a:gd name="T6" fmla="*/ 117 w 123"/>
                <a:gd name="T7" fmla="*/ 15 h 94"/>
                <a:gd name="T8" fmla="*/ 108 w 123"/>
                <a:gd name="T9" fmla="*/ 47 h 94"/>
                <a:gd name="T10" fmla="*/ 38 w 123"/>
                <a:gd name="T11" fmla="*/ 87 h 94"/>
                <a:gd name="T12" fmla="*/ 7 w 123"/>
                <a:gd name="T13" fmla="*/ 79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3" h="94">
                  <a:moveTo>
                    <a:pt x="7" y="79"/>
                  </a:moveTo>
                  <a:cubicBezTo>
                    <a:pt x="0" y="68"/>
                    <a:pt x="4" y="53"/>
                    <a:pt x="15" y="47"/>
                  </a:cubicBezTo>
                  <a:lnTo>
                    <a:pt x="85" y="7"/>
                  </a:lnTo>
                  <a:cubicBezTo>
                    <a:pt x="96" y="0"/>
                    <a:pt x="110" y="4"/>
                    <a:pt x="117" y="15"/>
                  </a:cubicBezTo>
                  <a:cubicBezTo>
                    <a:pt x="123" y="26"/>
                    <a:pt x="119" y="41"/>
                    <a:pt x="108" y="47"/>
                  </a:cubicBezTo>
                  <a:lnTo>
                    <a:pt x="38" y="87"/>
                  </a:lnTo>
                  <a:cubicBezTo>
                    <a:pt x="27" y="94"/>
                    <a:pt x="13" y="90"/>
                    <a:pt x="7" y="79"/>
                  </a:cubicBez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22" name="Part">
              <a:extLst>
                <a:ext uri="{FF2B5EF4-FFF2-40B4-BE49-F238E27FC236}">
                  <a16:creationId xmlns:a16="http://schemas.microsoft.com/office/drawing/2014/main" id="{94D01581-BF70-4995-9617-74A62D7F16E6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9320" y="3408368"/>
              <a:ext cx="36512" cy="14288"/>
            </a:xfrm>
            <a:custGeom>
              <a:avLst/>
              <a:gdLst>
                <a:gd name="T0" fmla="*/ 0 w 127"/>
                <a:gd name="T1" fmla="*/ 23 h 47"/>
                <a:gd name="T2" fmla="*/ 23 w 127"/>
                <a:gd name="T3" fmla="*/ 0 h 47"/>
                <a:gd name="T4" fmla="*/ 104 w 127"/>
                <a:gd name="T5" fmla="*/ 0 h 47"/>
                <a:gd name="T6" fmla="*/ 127 w 127"/>
                <a:gd name="T7" fmla="*/ 23 h 47"/>
                <a:gd name="T8" fmla="*/ 104 w 127"/>
                <a:gd name="T9" fmla="*/ 47 h 47"/>
                <a:gd name="T10" fmla="*/ 23 w 127"/>
                <a:gd name="T11" fmla="*/ 47 h 47"/>
                <a:gd name="T12" fmla="*/ 0 w 127"/>
                <a:gd name="T13" fmla="*/ 23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7" h="47">
                  <a:moveTo>
                    <a:pt x="0" y="23"/>
                  </a:moveTo>
                  <a:cubicBezTo>
                    <a:pt x="0" y="10"/>
                    <a:pt x="10" y="0"/>
                    <a:pt x="23" y="0"/>
                  </a:cubicBezTo>
                  <a:lnTo>
                    <a:pt x="104" y="0"/>
                  </a:lnTo>
                  <a:cubicBezTo>
                    <a:pt x="117" y="0"/>
                    <a:pt x="127" y="10"/>
                    <a:pt x="127" y="23"/>
                  </a:cubicBezTo>
                  <a:cubicBezTo>
                    <a:pt x="127" y="36"/>
                    <a:pt x="117" y="47"/>
                    <a:pt x="104" y="47"/>
                  </a:cubicBezTo>
                  <a:lnTo>
                    <a:pt x="23" y="47"/>
                  </a:lnTo>
                  <a:cubicBezTo>
                    <a:pt x="10" y="47"/>
                    <a:pt x="0" y="36"/>
                    <a:pt x="0" y="23"/>
                  </a:cubicBez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23" name="Part">
              <a:extLst>
                <a:ext uri="{FF2B5EF4-FFF2-40B4-BE49-F238E27FC236}">
                  <a16:creationId xmlns:a16="http://schemas.microsoft.com/office/drawing/2014/main" id="{C9B50F5D-91DB-41CD-9EFD-87653AC7C8A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7247" y="3373444"/>
              <a:ext cx="34925" cy="26988"/>
            </a:xfrm>
            <a:custGeom>
              <a:avLst/>
              <a:gdLst>
                <a:gd name="T0" fmla="*/ 7 w 123"/>
                <a:gd name="T1" fmla="*/ 15 h 93"/>
                <a:gd name="T2" fmla="*/ 38 w 123"/>
                <a:gd name="T3" fmla="*/ 6 h 93"/>
                <a:gd name="T4" fmla="*/ 108 w 123"/>
                <a:gd name="T5" fmla="*/ 46 h 93"/>
                <a:gd name="T6" fmla="*/ 117 w 123"/>
                <a:gd name="T7" fmla="*/ 78 h 93"/>
                <a:gd name="T8" fmla="*/ 85 w 123"/>
                <a:gd name="T9" fmla="*/ 87 h 93"/>
                <a:gd name="T10" fmla="*/ 15 w 123"/>
                <a:gd name="T11" fmla="*/ 46 h 93"/>
                <a:gd name="T12" fmla="*/ 7 w 123"/>
                <a:gd name="T13" fmla="*/ 15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3" h="93">
                  <a:moveTo>
                    <a:pt x="7" y="15"/>
                  </a:moveTo>
                  <a:cubicBezTo>
                    <a:pt x="13" y="3"/>
                    <a:pt x="27" y="0"/>
                    <a:pt x="38" y="6"/>
                  </a:cubicBezTo>
                  <a:lnTo>
                    <a:pt x="108" y="46"/>
                  </a:lnTo>
                  <a:cubicBezTo>
                    <a:pt x="119" y="53"/>
                    <a:pt x="123" y="67"/>
                    <a:pt x="117" y="78"/>
                  </a:cubicBezTo>
                  <a:cubicBezTo>
                    <a:pt x="110" y="89"/>
                    <a:pt x="96" y="93"/>
                    <a:pt x="85" y="87"/>
                  </a:cubicBezTo>
                  <a:lnTo>
                    <a:pt x="15" y="46"/>
                  </a:lnTo>
                  <a:cubicBezTo>
                    <a:pt x="4" y="40"/>
                    <a:pt x="0" y="26"/>
                    <a:pt x="7" y="15"/>
                  </a:cubicBez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24" name="Part">
              <a:extLst>
                <a:ext uri="{FF2B5EF4-FFF2-40B4-BE49-F238E27FC236}">
                  <a16:creationId xmlns:a16="http://schemas.microsoft.com/office/drawing/2014/main" id="{2FFA2C3A-826B-4F8E-B976-EC8C19CA1455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2650" y="3348038"/>
              <a:ext cx="26987" cy="34925"/>
            </a:xfrm>
            <a:custGeom>
              <a:avLst/>
              <a:gdLst>
                <a:gd name="T0" fmla="*/ 15 w 93"/>
                <a:gd name="T1" fmla="*/ 7 h 123"/>
                <a:gd name="T2" fmla="*/ 47 w 93"/>
                <a:gd name="T3" fmla="*/ 15 h 123"/>
                <a:gd name="T4" fmla="*/ 87 w 93"/>
                <a:gd name="T5" fmla="*/ 85 h 123"/>
                <a:gd name="T6" fmla="*/ 78 w 93"/>
                <a:gd name="T7" fmla="*/ 117 h 123"/>
                <a:gd name="T8" fmla="*/ 46 w 93"/>
                <a:gd name="T9" fmla="*/ 108 h 123"/>
                <a:gd name="T10" fmla="*/ 6 w 93"/>
                <a:gd name="T11" fmla="*/ 38 h 123"/>
                <a:gd name="T12" fmla="*/ 15 w 93"/>
                <a:gd name="T13" fmla="*/ 7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3" h="123">
                  <a:moveTo>
                    <a:pt x="15" y="7"/>
                  </a:moveTo>
                  <a:cubicBezTo>
                    <a:pt x="26" y="0"/>
                    <a:pt x="40" y="4"/>
                    <a:pt x="47" y="15"/>
                  </a:cubicBezTo>
                  <a:lnTo>
                    <a:pt x="87" y="85"/>
                  </a:lnTo>
                  <a:cubicBezTo>
                    <a:pt x="93" y="96"/>
                    <a:pt x="89" y="110"/>
                    <a:pt x="78" y="117"/>
                  </a:cubicBezTo>
                  <a:cubicBezTo>
                    <a:pt x="67" y="123"/>
                    <a:pt x="53" y="119"/>
                    <a:pt x="46" y="108"/>
                  </a:cubicBezTo>
                  <a:lnTo>
                    <a:pt x="6" y="38"/>
                  </a:lnTo>
                  <a:cubicBezTo>
                    <a:pt x="0" y="27"/>
                    <a:pt x="3" y="13"/>
                    <a:pt x="15" y="7"/>
                  </a:cubicBez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02" name="TextBox 101">
            <a:extLst>
              <a:ext uri="{FF2B5EF4-FFF2-40B4-BE49-F238E27FC236}">
                <a16:creationId xmlns:a16="http://schemas.microsoft.com/office/drawing/2014/main" id="{322BAA71-A91D-46CB-A668-0A3B34B7DF21}"/>
              </a:ext>
            </a:extLst>
          </p:cNvPr>
          <p:cNvSpPr txBox="1"/>
          <p:nvPr/>
        </p:nvSpPr>
        <p:spPr>
          <a:xfrm>
            <a:off x="3011948" y="3626389"/>
            <a:ext cx="29587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{MM:SS}</a:t>
            </a:r>
            <a:endParaRPr lang="ko-KR" altLang="en-US" sz="1000" dirty="0"/>
          </a:p>
        </p:txBody>
      </p:sp>
      <p:sp>
        <p:nvSpPr>
          <p:cNvPr id="103" name="Oval 35">
            <a:extLst>
              <a:ext uri="{FF2B5EF4-FFF2-40B4-BE49-F238E27FC236}">
                <a16:creationId xmlns:a16="http://schemas.microsoft.com/office/drawing/2014/main" id="{9F3CA632-D376-434E-8C29-AA344B7158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370" y="2767013"/>
            <a:ext cx="179388" cy="179387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8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4" name="Oval 35">
            <a:extLst>
              <a:ext uri="{FF2B5EF4-FFF2-40B4-BE49-F238E27FC236}">
                <a16:creationId xmlns:a16="http://schemas.microsoft.com/office/drawing/2014/main" id="{111838F5-0EB1-4B2D-950B-8BA73EBC6D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406" y="3311229"/>
            <a:ext cx="179388" cy="179387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800" b="1" dirty="0">
                <a:solidFill>
                  <a:srgbClr val="FFFFFF"/>
                </a:solidFill>
              </a:rPr>
              <a:t>1-1</a:t>
            </a:r>
          </a:p>
        </p:txBody>
      </p:sp>
      <p:sp>
        <p:nvSpPr>
          <p:cNvPr id="125" name="Oval 35">
            <a:extLst>
              <a:ext uri="{FF2B5EF4-FFF2-40B4-BE49-F238E27FC236}">
                <a16:creationId xmlns:a16="http://schemas.microsoft.com/office/drawing/2014/main" id="{711F9F8A-416D-4198-B3AA-C636950624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3443" y="3635275"/>
            <a:ext cx="179388" cy="179387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800" b="1" dirty="0">
                <a:solidFill>
                  <a:srgbClr val="FFFFFF"/>
                </a:solidFill>
              </a:rPr>
              <a:t>1-2</a:t>
            </a:r>
          </a:p>
        </p:txBody>
      </p:sp>
    </p:spTree>
    <p:extLst>
      <p:ext uri="{BB962C8B-B14F-4D97-AF65-F5344CB8AC3E}">
        <p14:creationId xmlns:p14="http://schemas.microsoft.com/office/powerpoint/2010/main" val="42863952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F887A-BAB4-AE73-C156-62A3B724C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ED9B89A9-4DC9-4B8F-BF8C-62159276F9ED}"/>
              </a:ext>
            </a:extLst>
          </p:cNvPr>
          <p:cNvSpPr/>
          <p:nvPr/>
        </p:nvSpPr>
        <p:spPr>
          <a:xfrm>
            <a:off x="396020" y="813448"/>
            <a:ext cx="8009071" cy="6044552"/>
          </a:xfrm>
          <a:prstGeom prst="rect">
            <a:avLst/>
          </a:prstGeom>
          <a:solidFill>
            <a:srgbClr val="F2F2F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02769467-A1B9-4735-8637-29900D23D477}"/>
              </a:ext>
            </a:extLst>
          </p:cNvPr>
          <p:cNvSpPr/>
          <p:nvPr/>
        </p:nvSpPr>
        <p:spPr>
          <a:xfrm>
            <a:off x="4483448" y="1653678"/>
            <a:ext cx="3910099" cy="91949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00866A2-73CD-4560-9DA5-3E9D64C1EDDC}"/>
              </a:ext>
            </a:extLst>
          </p:cNvPr>
          <p:cNvSpPr/>
          <p:nvPr/>
        </p:nvSpPr>
        <p:spPr>
          <a:xfrm>
            <a:off x="396020" y="1653678"/>
            <a:ext cx="4089244" cy="91949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6C713790-DE53-4281-0476-CB87470294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0660622"/>
              </p:ext>
            </p:extLst>
          </p:nvPr>
        </p:nvGraphicFramePr>
        <p:xfrm>
          <a:off x="8696507" y="811446"/>
          <a:ext cx="3128548" cy="69112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02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763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ko-KR" sz="800" b="0" kern="12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Description</a:t>
                      </a:r>
                      <a:endParaRPr lang="ko-KR" altLang="en-US" sz="800" b="0" kern="1200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en-US" altLang="ko-KR" sz="8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379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보험료 선택 영역</a:t>
                      </a:r>
                      <a:endParaRPr lang="en-US" altLang="ko-KR" sz="8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보험료 조회 버튼 클릭 시 노출되는 영역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입력한 고객의 필수 정보 값을 기반으로 보험료 산출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API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에 요청하여 응답 받은 값을 토대로 정보 노출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입력 한 고객별 카드 형태로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플랜별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보험료 노출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9071" marR="99071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590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5551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고객 보험료 산출 결과 영역</a:t>
                      </a:r>
                      <a:endParaRPr lang="en-US" altLang="ko-KR" sz="8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marR="0" lvl="0" indent="-171450" algn="l" defTabSz="85551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고객명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{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주민등록번호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}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노출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ㄴ 주민번호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미입력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후 조회 시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CASE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는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undefined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으로 노출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(2-1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참고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en-US" altLang="ko-KR" sz="8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marR="0" lvl="0" indent="-171450" algn="l" defTabSz="85551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보험플랜 정상 조회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CASE </a:t>
                      </a:r>
                      <a:b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800" b="0" u="sng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{</a:t>
                      </a:r>
                      <a:r>
                        <a:rPr lang="ko-KR" altLang="en-US" sz="800" b="0" u="sng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플랜명</a:t>
                      </a:r>
                      <a:r>
                        <a:rPr lang="en-US" altLang="ko-KR" sz="800" b="0" u="sng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} </a:t>
                      </a:r>
                      <a:r>
                        <a:rPr lang="ko-KR" altLang="en-US" sz="800" b="0" u="sng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보험료 </a:t>
                      </a:r>
                      <a:r>
                        <a:rPr lang="en-US" altLang="ko-KR" sz="800" b="0" u="sng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{</a:t>
                      </a:r>
                      <a:r>
                        <a:rPr lang="ko-KR" altLang="en-US" sz="800" b="0" u="sng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보험금액</a:t>
                      </a:r>
                      <a:r>
                        <a:rPr lang="en-US" altLang="ko-KR" sz="800" b="0" u="sng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} </a:t>
                      </a:r>
                      <a:r>
                        <a:rPr lang="ko-KR" altLang="en-US" sz="800" b="0" u="sng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노출 </a:t>
                      </a:r>
                      <a:r>
                        <a:rPr lang="en-US" altLang="ko-KR" sz="800" b="0" u="sng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(2-2 </a:t>
                      </a:r>
                      <a:r>
                        <a:rPr lang="ko-KR" altLang="en-US" sz="800" b="0" u="sng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참고</a:t>
                      </a:r>
                      <a:r>
                        <a:rPr lang="en-US" altLang="ko-KR" sz="800" b="0" u="sng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ㄴ 현재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캐롯측에서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내려주는 플랜은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가지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A-2, A1-2, A0-3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ㄴ 생년월일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+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주민번호 앞자리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한자리까지만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입력해도 보험료 산출 가능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2-5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참고</a:t>
                      </a:r>
                      <a:endParaRPr lang="en-US" altLang="ko-KR" sz="8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marR="0" lvl="0" indent="-171450" algn="l" defTabSz="85551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2-3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응답코드 비정상일 경우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캐롯측에서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내려주는 </a:t>
                      </a:r>
                      <a:r>
                        <a:rPr lang="en-US" altLang="ko-KR" sz="800" b="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ansMsg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노출</a:t>
                      </a:r>
                      <a:b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ㄴ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ex)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날짜형식이 올바르지 않습니다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2-4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다시 조회하기 버튼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ㄴ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필수값이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제대로 입력되지 않거나 누락되었을 경우 노출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클릭 시 보험료 조회하기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모달창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노출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hlinkClick r:id="rId31" action="ppaction://hlinksldjump"/>
                        </a:rPr>
                        <a:t>12PAGE 1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hlinkClick r:id="rId31" action="ppaction://hlinksldjump"/>
                        </a:rPr>
                        <a:t>번 참고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해당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모달창에서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정상적으로 정보 재입력 시 보험료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재산출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9071" marR="99071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5424848"/>
                  </a:ext>
                </a:extLst>
              </a:tr>
              <a:tr h="4937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85551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총 납입 보험료 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- 2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번 고객 보험료 산출 결과 영역에서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각 고객별로 선택한 보험료를 합산 노출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9071" marR="99071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5966088"/>
                  </a:ext>
                </a:extLst>
              </a:tr>
              <a:tr h="4937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85551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카드 결제 버튼</a:t>
                      </a:r>
                      <a:endParaRPr lang="en-US" altLang="ko-KR" sz="8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indent="0" algn="l" defTabSz="85551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클릭 시 카드 결제 영역 노출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hlinkClick r:id="rId32" action="ppaction://hlinksldjump"/>
                        </a:rPr>
                        <a:t>13PAGE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hlinkClick r:id="rId32" action="ppaction://hlinksldjump"/>
                        </a:rPr>
                        <a:t>참고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99071" marR="99071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9296289"/>
                  </a:ext>
                </a:extLst>
              </a:tr>
              <a:tr h="4937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85551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후정산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버튼</a:t>
                      </a:r>
                      <a:endParaRPr lang="en-US" altLang="ko-KR" sz="8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marR="0" indent="-171450" algn="l" defTabSz="85551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클릭 시 청약 진행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API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호출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청약 진행을 위한 로딩 화면 노출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hlinkClick r:id="rId33" action="ppaction://hlinksldjump"/>
                        </a:rPr>
                        <a:t>15PAGE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hlinkClick r:id="rId33" action="ppaction://hlinksldjump"/>
                        </a:rPr>
                        <a:t>참고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99071" marR="99071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9580529"/>
                  </a:ext>
                </a:extLst>
              </a:tr>
              <a:tr h="70164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5551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 </a:t>
                      </a:r>
                      <a:r>
                        <a:rPr lang="en-US" altLang="ko-KR" sz="800" b="0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A2-2</a:t>
                      </a:r>
                      <a:r>
                        <a:rPr lang="ko-KR" altLang="en-US" sz="800" b="0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플랜은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MICE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및 단체 여행시 가입하는 플랜으로 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소수고객 및 개인고객 사용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X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따라서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초기개발 시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API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에서 내려주는 항목에서 제외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수백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수천명을 동시에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가입해야하는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건은 수기처리가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더 효율적이고 빠름 </a:t>
                      </a:r>
                      <a:endParaRPr lang="en-US" altLang="ko-KR" sz="8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9071" marR="99071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414298"/>
                  </a:ext>
                </a:extLst>
              </a:tr>
            </a:tbl>
          </a:graphicData>
        </a:graphic>
      </p:graphicFrame>
      <p:sp>
        <p:nvSpPr>
          <p:cNvPr id="65" name="TextBox 64">
            <a:extLst>
              <a:ext uri="{FF2B5EF4-FFF2-40B4-BE49-F238E27FC236}">
                <a16:creationId xmlns:a16="http://schemas.microsoft.com/office/drawing/2014/main" id="{28EE15C2-726D-1206-37B5-A1B5551B8BB9}"/>
              </a:ext>
            </a:extLst>
          </p:cNvPr>
          <p:cNvSpPr txBox="1"/>
          <p:nvPr/>
        </p:nvSpPr>
        <p:spPr>
          <a:xfrm>
            <a:off x="4312366" y="199627"/>
            <a:ext cx="321589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청약신청</a:t>
            </a: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_ 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보험료조회결과</a:t>
            </a: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_STEP</a:t>
            </a:r>
            <a:endParaRPr lang="ko-KR" altLang="en-US" sz="8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CC5D9C1-99DF-3DA3-205C-4EC37F011E43}"/>
              </a:ext>
            </a:extLst>
          </p:cNvPr>
          <p:cNvSpPr txBox="1"/>
          <p:nvPr/>
        </p:nvSpPr>
        <p:spPr>
          <a:xfrm>
            <a:off x="4312366" y="419389"/>
            <a:ext cx="321589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메인 </a:t>
            </a: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&gt; 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정보입력 </a:t>
            </a: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&gt; 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보험료 조회 </a:t>
            </a: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&gt; 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보험료 조회 결과 확인</a:t>
            </a:r>
            <a:endParaRPr lang="en-US" altLang="ko-KR" sz="900" dirty="0">
              <a:latin typeface="+mn-ea"/>
            </a:endParaRPr>
          </a:p>
        </p:txBody>
      </p:sp>
      <p:sp>
        <p:nvSpPr>
          <p:cNvPr id="354" name="TextBox 353">
            <a:extLst>
              <a:ext uri="{FF2B5EF4-FFF2-40B4-BE49-F238E27FC236}">
                <a16:creationId xmlns:a16="http://schemas.microsoft.com/office/drawing/2014/main" id="{5D3F8AB6-1831-B76D-B4B7-FF8771D3C835}"/>
              </a:ext>
            </a:extLst>
          </p:cNvPr>
          <p:cNvSpPr txBox="1"/>
          <p:nvPr/>
        </p:nvSpPr>
        <p:spPr>
          <a:xfrm>
            <a:off x="10848513" y="421528"/>
            <a:ext cx="9765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Page</a:t>
            </a:r>
            <a:endParaRPr lang="ko-KR" altLang="en-US" sz="80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4CBD29E-8571-8A7C-F2EC-405859348E90}"/>
              </a:ext>
            </a:extLst>
          </p:cNvPr>
          <p:cNvSpPr/>
          <p:nvPr/>
        </p:nvSpPr>
        <p:spPr>
          <a:xfrm>
            <a:off x="404237" y="811446"/>
            <a:ext cx="8000854" cy="4446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800" b="1" dirty="0">
              <a:solidFill>
                <a:schemeClr val="bg1">
                  <a:lumMod val="50000"/>
                </a:schemeClr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E66C289-79C8-AAF2-C948-7FBAC9E62BEE}"/>
              </a:ext>
            </a:extLst>
          </p:cNvPr>
          <p:cNvSpPr txBox="1"/>
          <p:nvPr/>
        </p:nvSpPr>
        <p:spPr>
          <a:xfrm>
            <a:off x="6865733" y="898520"/>
            <a:ext cx="152327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itchFamily="2" charset="-127"/>
                <a:ea typeface="나눔고딕" pitchFamily="2" charset="-127"/>
              </a:rPr>
              <a:t>{NAME}</a:t>
            </a:r>
            <a:endParaRPr lang="ko-KR" altLang="en-US" sz="1050" b="1" dirty="0">
              <a:solidFill>
                <a:schemeClr val="tx1">
                  <a:lumMod val="65000"/>
                  <a:lumOff val="35000"/>
                </a:schemeClr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00E838E-E647-F2FF-1FE8-1B0B0D7F5610}"/>
              </a:ext>
            </a:extLst>
          </p:cNvPr>
          <p:cNvSpPr txBox="1"/>
          <p:nvPr/>
        </p:nvSpPr>
        <p:spPr>
          <a:xfrm>
            <a:off x="7591343" y="909155"/>
            <a:ext cx="69121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u="sng" dirty="0">
                <a:solidFill>
                  <a:schemeClr val="bg1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로그아웃</a:t>
            </a:r>
          </a:p>
        </p:txBody>
      </p:sp>
      <p:pic>
        <p:nvPicPr>
          <p:cNvPr id="238" name="그림 237">
            <a:extLst>
              <a:ext uri="{FF2B5EF4-FFF2-40B4-BE49-F238E27FC236}">
                <a16:creationId xmlns:a16="http://schemas.microsoft.com/office/drawing/2014/main" id="{F648D153-5058-7BCA-E3B4-8825BD54D9D0}"/>
              </a:ext>
            </a:extLst>
          </p:cNvPr>
          <p:cNvPicPr>
            <a:picLocks noChangeAspect="1"/>
          </p:cNvPicPr>
          <p:nvPr/>
        </p:nvPicPr>
        <p:blipFill>
          <a:blip r:embed="rId34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5640" y="957994"/>
            <a:ext cx="142662" cy="142662"/>
          </a:xfrm>
          <a:prstGeom prst="rect">
            <a:avLst/>
          </a:prstGeom>
        </p:spPr>
      </p:pic>
      <p:sp>
        <p:nvSpPr>
          <p:cNvPr id="66" name="직사각형 65">
            <a:extLst>
              <a:ext uri="{FF2B5EF4-FFF2-40B4-BE49-F238E27FC236}">
                <a16:creationId xmlns:a16="http://schemas.microsoft.com/office/drawing/2014/main" id="{4DDE4465-F7C3-4A95-AC7D-EC269B0C3E4E}"/>
              </a:ext>
            </a:extLst>
          </p:cNvPr>
          <p:cNvSpPr/>
          <p:nvPr/>
        </p:nvSpPr>
        <p:spPr>
          <a:xfrm>
            <a:off x="518459" y="1705865"/>
            <a:ext cx="247137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b="1" dirty="0">
                <a:latin typeface="나눔고딕" pitchFamily="2" charset="-127"/>
                <a:ea typeface="나눔고딕" pitchFamily="2" charset="-127"/>
              </a:rPr>
              <a:t>ERP</a:t>
            </a:r>
            <a:r>
              <a:rPr lang="ko-KR" altLang="en-US" sz="1400" b="1" dirty="0">
                <a:latin typeface="나눔고딕" pitchFamily="2" charset="-127"/>
                <a:ea typeface="나눔고딕" pitchFamily="2" charset="-127"/>
              </a:rPr>
              <a:t>연동</a:t>
            </a:r>
          </a:p>
        </p:txBody>
      </p:sp>
      <p:sp>
        <p:nvSpPr>
          <p:cNvPr id="53" name="Text Box">
            <a:extLst>
              <a:ext uri="{FF2B5EF4-FFF2-40B4-BE49-F238E27FC236}">
                <a16:creationId xmlns:a16="http://schemas.microsoft.com/office/drawing/2014/main" id="{E1BA9B03-10C3-4797-802A-40797B964491}"/>
              </a:ext>
            </a:extLst>
          </p:cNvPr>
          <p:cNvSpPr/>
          <p:nvPr/>
        </p:nvSpPr>
        <p:spPr>
          <a:xfrm>
            <a:off x="5443889" y="2061221"/>
            <a:ext cx="2321009" cy="225703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22860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atinLnBrk="0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파일 업로드 </a:t>
            </a:r>
            <a:endParaRPr lang="en-US" sz="800" dirty="0">
              <a:solidFill>
                <a:schemeClr val="bg1">
                  <a:lumMod val="50000"/>
                </a:schemeClr>
              </a:solidFill>
              <a:latin typeface="나눔고딕" pitchFamily="2" charset="-127"/>
              <a:ea typeface="나눔고딕" pitchFamily="2" charset="-127"/>
              <a:cs typeface="Segoe UI" panose="020B0502040204020203" pitchFamily="34" charset="0"/>
            </a:endParaRPr>
          </a:p>
        </p:txBody>
      </p:sp>
      <p:sp>
        <p:nvSpPr>
          <p:cNvPr id="79" name="Button">
            <a:extLst>
              <a:ext uri="{FF2B5EF4-FFF2-40B4-BE49-F238E27FC236}">
                <a16:creationId xmlns:a16="http://schemas.microsoft.com/office/drawing/2014/main" id="{801D6CB2-687F-4F9C-9D34-A9BCCE50C0FF}"/>
              </a:ext>
            </a:extLst>
          </p:cNvPr>
          <p:cNvSpPr>
            <a:spLocks/>
          </p:cNvSpPr>
          <p:nvPr/>
        </p:nvSpPr>
        <p:spPr bwMode="auto">
          <a:xfrm>
            <a:off x="7830312" y="2078567"/>
            <a:ext cx="497821" cy="209729"/>
          </a:xfrm>
          <a:prstGeom prst="roundRect">
            <a:avLst>
              <a:gd name="adj" fmla="val 8776"/>
            </a:avLst>
          </a:prstGeom>
          <a:solidFill>
            <a:schemeClr val="tx1">
              <a:lumMod val="65000"/>
              <a:lumOff val="35000"/>
            </a:schemeClr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700" dirty="0">
                <a:solidFill>
                  <a:prstClr val="white"/>
                </a:solidFill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업로드</a:t>
            </a:r>
            <a:endParaRPr lang="en-US" sz="700" dirty="0">
              <a:solidFill>
                <a:prstClr val="white"/>
              </a:solidFill>
              <a:latin typeface="나눔고딕" pitchFamily="2" charset="-127"/>
              <a:ea typeface="나눔고딕" pitchFamily="2" charset="-127"/>
              <a:cs typeface="Segoe UI" panose="020B0502040204020203" pitchFamily="34" charset="0"/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2FED14A7-DADF-44EC-AF04-D8B49315347C}"/>
              </a:ext>
            </a:extLst>
          </p:cNvPr>
          <p:cNvSpPr/>
          <p:nvPr/>
        </p:nvSpPr>
        <p:spPr>
          <a:xfrm>
            <a:off x="4497281" y="1717180"/>
            <a:ext cx="247137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나눔고딕" pitchFamily="2" charset="-127"/>
                <a:ea typeface="나눔고딕" pitchFamily="2" charset="-127"/>
              </a:rPr>
              <a:t>엑셀 업로드</a:t>
            </a:r>
          </a:p>
        </p:txBody>
      </p:sp>
      <p:sp>
        <p:nvSpPr>
          <p:cNvPr id="85" name="Button">
            <a:extLst>
              <a:ext uri="{FF2B5EF4-FFF2-40B4-BE49-F238E27FC236}">
                <a16:creationId xmlns:a16="http://schemas.microsoft.com/office/drawing/2014/main" id="{65827CD3-F2B8-4330-A6D0-FE16787F502B}"/>
              </a:ext>
            </a:extLst>
          </p:cNvPr>
          <p:cNvSpPr>
            <a:spLocks/>
          </p:cNvSpPr>
          <p:nvPr/>
        </p:nvSpPr>
        <p:spPr bwMode="auto">
          <a:xfrm>
            <a:off x="4599925" y="2076610"/>
            <a:ext cx="807768" cy="209729"/>
          </a:xfrm>
          <a:prstGeom prst="roundRect">
            <a:avLst>
              <a:gd name="adj" fmla="val 8776"/>
            </a:avLst>
          </a:prstGeom>
          <a:solidFill>
            <a:schemeClr val="tx1">
              <a:lumMod val="65000"/>
              <a:lumOff val="35000"/>
            </a:schemeClr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700" dirty="0">
                <a:solidFill>
                  <a:prstClr val="white"/>
                </a:solidFill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양식 다운로드</a:t>
            </a:r>
            <a:endParaRPr lang="en-US" sz="700" dirty="0">
              <a:solidFill>
                <a:prstClr val="white"/>
              </a:solidFill>
              <a:latin typeface="나눔고딕" pitchFamily="2" charset="-127"/>
              <a:ea typeface="나눔고딕" pitchFamily="2" charset="-127"/>
              <a:cs typeface="Segoe UI" panose="020B0502040204020203" pitchFamily="34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B20F6E2-151B-4DD9-B576-6267E7B1820A}"/>
              </a:ext>
            </a:extLst>
          </p:cNvPr>
          <p:cNvSpPr/>
          <p:nvPr/>
        </p:nvSpPr>
        <p:spPr>
          <a:xfrm>
            <a:off x="531989" y="2307915"/>
            <a:ext cx="401424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atinLnBrk="0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ERP</a:t>
            </a: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조회를 통해 데이터를 호출 및 아래 청약 신청 테이블에 적용합니다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.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94EE4D56-34C8-465A-B0CA-C8283036F0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9712678"/>
              </p:ext>
            </p:extLst>
          </p:nvPr>
        </p:nvGraphicFramePr>
        <p:xfrm>
          <a:off x="437095" y="3021402"/>
          <a:ext cx="7920090" cy="15031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6603">
                  <a:extLst>
                    <a:ext uri="{9D8B030D-6E8A-4147-A177-3AD203B41FA5}">
                      <a16:colId xmlns:a16="http://schemas.microsoft.com/office/drawing/2014/main" val="3149999645"/>
                    </a:ext>
                  </a:extLst>
                </a:gridCol>
                <a:gridCol w="708343">
                  <a:extLst>
                    <a:ext uri="{9D8B030D-6E8A-4147-A177-3AD203B41FA5}">
                      <a16:colId xmlns:a16="http://schemas.microsoft.com/office/drawing/2014/main" val="144949006"/>
                    </a:ext>
                  </a:extLst>
                </a:gridCol>
                <a:gridCol w="708343">
                  <a:extLst>
                    <a:ext uri="{9D8B030D-6E8A-4147-A177-3AD203B41FA5}">
                      <a16:colId xmlns:a16="http://schemas.microsoft.com/office/drawing/2014/main" val="3613674393"/>
                    </a:ext>
                  </a:extLst>
                </a:gridCol>
                <a:gridCol w="902747">
                  <a:extLst>
                    <a:ext uri="{9D8B030D-6E8A-4147-A177-3AD203B41FA5}">
                      <a16:colId xmlns:a16="http://schemas.microsoft.com/office/drawing/2014/main" val="2622731716"/>
                    </a:ext>
                  </a:extLst>
                </a:gridCol>
                <a:gridCol w="875030">
                  <a:extLst>
                    <a:ext uri="{9D8B030D-6E8A-4147-A177-3AD203B41FA5}">
                      <a16:colId xmlns:a16="http://schemas.microsoft.com/office/drawing/2014/main" val="1881976941"/>
                    </a:ext>
                  </a:extLst>
                </a:gridCol>
                <a:gridCol w="875030">
                  <a:extLst>
                    <a:ext uri="{9D8B030D-6E8A-4147-A177-3AD203B41FA5}">
                      <a16:colId xmlns:a16="http://schemas.microsoft.com/office/drawing/2014/main" val="366950901"/>
                    </a:ext>
                  </a:extLst>
                </a:gridCol>
                <a:gridCol w="741680">
                  <a:extLst>
                    <a:ext uri="{9D8B030D-6E8A-4147-A177-3AD203B41FA5}">
                      <a16:colId xmlns:a16="http://schemas.microsoft.com/office/drawing/2014/main" val="3548355476"/>
                    </a:ext>
                  </a:extLst>
                </a:gridCol>
                <a:gridCol w="1006793">
                  <a:extLst>
                    <a:ext uri="{9D8B030D-6E8A-4147-A177-3AD203B41FA5}">
                      <a16:colId xmlns:a16="http://schemas.microsoft.com/office/drawing/2014/main" val="2697319228"/>
                    </a:ext>
                  </a:extLst>
                </a:gridCol>
                <a:gridCol w="913130">
                  <a:extLst>
                    <a:ext uri="{9D8B030D-6E8A-4147-A177-3AD203B41FA5}">
                      <a16:colId xmlns:a16="http://schemas.microsoft.com/office/drawing/2014/main" val="1424734495"/>
                    </a:ext>
                  </a:extLst>
                </a:gridCol>
                <a:gridCol w="772391">
                  <a:extLst>
                    <a:ext uri="{9D8B030D-6E8A-4147-A177-3AD203B41FA5}">
                      <a16:colId xmlns:a16="http://schemas.microsoft.com/office/drawing/2014/main" val="2460541664"/>
                    </a:ext>
                  </a:extLst>
                </a:gridCol>
              </a:tblGrid>
              <a:tr h="224170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* </a:t>
                      </a:r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고객사명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* </a:t>
                      </a:r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한글성명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*</a:t>
                      </a:r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주민등록번호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*</a:t>
                      </a:r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보험시작일시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*</a:t>
                      </a:r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보험종료일시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*</a:t>
                      </a:r>
                      <a:r>
                        <a:rPr lang="ko-KR" altLang="en-US" sz="800" b="1" dirty="0" err="1">
                          <a:solidFill>
                            <a:schemeClr val="bg1"/>
                          </a:solidFill>
                        </a:rPr>
                        <a:t>플랜명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영문성명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핸드폰번호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티켓번호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4863723"/>
                  </a:ext>
                </a:extLst>
              </a:tr>
              <a:tr h="304230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SM C&amp;C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홍민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910125-111111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2026-01-21 00:00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2026-01-23 23:59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SMCNC_A2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HONGMIN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010-1111-1111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12312312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8413740"/>
                  </a:ext>
                </a:extLst>
              </a:tr>
              <a:tr h="304230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SM C&amp;C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홍길동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921111-111111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2026-01-21 00:00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2026-01-23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23:59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SMCNC_A2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HONG GILDONG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010-2222-2222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12311131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9820604"/>
                  </a:ext>
                </a:extLst>
              </a:tr>
              <a:tr h="304230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SM C&amp;C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홍순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7472760"/>
                  </a:ext>
                </a:extLst>
              </a:tr>
              <a:tr h="304230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SM C&amp;C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홍진호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910111-1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2026-01-21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2026-01-23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6043149"/>
                  </a:ext>
                </a:extLst>
              </a:tr>
            </a:tbl>
          </a:graphicData>
        </a:graphic>
      </p:graphicFrame>
      <p:sp>
        <p:nvSpPr>
          <p:cNvPr id="89" name="Track">
            <a:extLst>
              <a:ext uri="{FF2B5EF4-FFF2-40B4-BE49-F238E27FC236}">
                <a16:creationId xmlns:a16="http://schemas.microsoft.com/office/drawing/2014/main" id="{5D706130-8AE5-4D05-9243-E3D3EC6DB82F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 rot="10800000">
            <a:off x="424089" y="4457663"/>
            <a:ext cx="7956453" cy="118619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7" name="Scroll Thumb">
            <a:extLst>
              <a:ext uri="{FF2B5EF4-FFF2-40B4-BE49-F238E27FC236}">
                <a16:creationId xmlns:a16="http://schemas.microsoft.com/office/drawing/2014/main" id="{0CB441AD-2200-47A0-BBCA-4EFFC96AB5D6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 rot="10800000">
            <a:off x="670735" y="4486351"/>
            <a:ext cx="5882364" cy="61243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8" name="Chevron">
            <a:extLst>
              <a:ext uri="{FF2B5EF4-FFF2-40B4-BE49-F238E27FC236}">
                <a16:creationId xmlns:a16="http://schemas.microsoft.com/office/drawing/2014/main" id="{970B054A-B384-4E51-A46B-DD91554B14C7}"/>
              </a:ext>
            </a:extLst>
          </p:cNvPr>
          <p:cNvSpPr>
            <a:spLocks noChangeAspect="1"/>
          </p:cNvSpPr>
          <p:nvPr>
            <p:custDataLst>
              <p:tags r:id="rId3"/>
            </p:custDataLst>
          </p:nvPr>
        </p:nvSpPr>
        <p:spPr bwMode="auto">
          <a:xfrm rot="5400000" flipH="1">
            <a:off x="505646" y="4496202"/>
            <a:ext cx="88545" cy="53979"/>
          </a:xfrm>
          <a:custGeom>
            <a:avLst/>
            <a:gdLst>
              <a:gd name="T0" fmla="*/ 0 w 197"/>
              <a:gd name="T1" fmla="*/ 0 h 115"/>
              <a:gd name="T2" fmla="*/ 99 w 197"/>
              <a:gd name="T3" fmla="*/ 115 h 115"/>
              <a:gd name="T4" fmla="*/ 197 w 197"/>
              <a:gd name="T5" fmla="*/ 0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7" h="115">
                <a:moveTo>
                  <a:pt x="0" y="0"/>
                </a:moveTo>
                <a:lnTo>
                  <a:pt x="99" y="115"/>
                </a:lnTo>
                <a:lnTo>
                  <a:pt x="197" y="0"/>
                </a:lnTo>
              </a:path>
            </a:pathLst>
          </a:custGeom>
          <a:noFill/>
          <a:ln w="6350" cap="sq">
            <a:solidFill>
              <a:srgbClr val="80808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9" name="Chevron">
            <a:extLst>
              <a:ext uri="{FF2B5EF4-FFF2-40B4-BE49-F238E27FC236}">
                <a16:creationId xmlns:a16="http://schemas.microsoft.com/office/drawing/2014/main" id="{41847578-DDFC-4C2A-9379-9B661395EC07}"/>
              </a:ext>
            </a:extLst>
          </p:cNvPr>
          <p:cNvSpPr>
            <a:spLocks noChangeAspect="1"/>
          </p:cNvSpPr>
          <p:nvPr>
            <p:custDataLst>
              <p:tags r:id="rId4"/>
            </p:custDataLst>
          </p:nvPr>
        </p:nvSpPr>
        <p:spPr bwMode="auto">
          <a:xfrm rot="16200000" flipH="1">
            <a:off x="8178088" y="4503054"/>
            <a:ext cx="88545" cy="53979"/>
          </a:xfrm>
          <a:custGeom>
            <a:avLst/>
            <a:gdLst>
              <a:gd name="T0" fmla="*/ 0 w 197"/>
              <a:gd name="T1" fmla="*/ 0 h 115"/>
              <a:gd name="T2" fmla="*/ 99 w 197"/>
              <a:gd name="T3" fmla="*/ 115 h 115"/>
              <a:gd name="T4" fmla="*/ 197 w 197"/>
              <a:gd name="T5" fmla="*/ 0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7" h="115">
                <a:moveTo>
                  <a:pt x="0" y="0"/>
                </a:moveTo>
                <a:lnTo>
                  <a:pt x="99" y="115"/>
                </a:lnTo>
                <a:lnTo>
                  <a:pt x="197" y="0"/>
                </a:lnTo>
              </a:path>
            </a:pathLst>
          </a:custGeom>
          <a:noFill/>
          <a:ln w="6350" cap="sq">
            <a:solidFill>
              <a:srgbClr val="80808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0" name="Rectangle 89">
            <a:extLst>
              <a:ext uri="{FF2B5EF4-FFF2-40B4-BE49-F238E27FC236}">
                <a16:creationId xmlns:a16="http://schemas.microsoft.com/office/drawing/2014/main" id="{903EB9B0-145E-46C5-8786-366D3D433C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7279" y="2695600"/>
            <a:ext cx="641885" cy="23470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chemeClr val="tx1"/>
                </a:solidFill>
              </a:rPr>
              <a:t>선택</a:t>
            </a:r>
            <a:r>
              <a:rPr kumimoji="0" lang="en-US" altLang="ko-KR" sz="700" kern="0" dirty="0">
                <a:solidFill>
                  <a:schemeClr val="tx1"/>
                </a:solidFill>
              </a:rPr>
              <a:t> Row</a:t>
            </a:r>
            <a:r>
              <a:rPr kumimoji="0" lang="ko-KR" altLang="en-US" sz="700" kern="0" dirty="0">
                <a:solidFill>
                  <a:schemeClr val="tx1"/>
                </a:solidFill>
              </a:rPr>
              <a:t> 삭제</a:t>
            </a:r>
          </a:p>
        </p:txBody>
      </p:sp>
      <p:sp>
        <p:nvSpPr>
          <p:cNvPr id="111" name="Rectangle 89">
            <a:extLst>
              <a:ext uri="{FF2B5EF4-FFF2-40B4-BE49-F238E27FC236}">
                <a16:creationId xmlns:a16="http://schemas.microsoft.com/office/drawing/2014/main" id="{F405DA43-6477-4D43-A3EA-2B9355049D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15188" y="2703170"/>
            <a:ext cx="641885" cy="23470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700" kern="0" dirty="0">
                <a:solidFill>
                  <a:schemeClr val="bg1"/>
                </a:solidFill>
              </a:rPr>
              <a:t>+ Row </a:t>
            </a:r>
            <a:r>
              <a:rPr kumimoji="0" lang="ko-KR" altLang="en-US" sz="700" kern="0" dirty="0">
                <a:solidFill>
                  <a:schemeClr val="bg1"/>
                </a:solidFill>
              </a:rPr>
              <a:t>추가</a:t>
            </a:r>
          </a:p>
        </p:txBody>
      </p:sp>
      <p:sp>
        <p:nvSpPr>
          <p:cNvPr id="114" name="Rectangle 89">
            <a:extLst>
              <a:ext uri="{FF2B5EF4-FFF2-40B4-BE49-F238E27FC236}">
                <a16:creationId xmlns:a16="http://schemas.microsoft.com/office/drawing/2014/main" id="{D9028C65-BFF6-443E-A373-765F8883B1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0347" y="2703172"/>
            <a:ext cx="700908" cy="22713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chemeClr val="bg1"/>
                </a:solidFill>
              </a:rPr>
              <a:t>초기화</a:t>
            </a:r>
          </a:p>
        </p:txBody>
      </p:sp>
      <p:sp>
        <p:nvSpPr>
          <p:cNvPr id="74" name="Text Box">
            <a:extLst>
              <a:ext uri="{FF2B5EF4-FFF2-40B4-BE49-F238E27FC236}">
                <a16:creationId xmlns:a16="http://schemas.microsoft.com/office/drawing/2014/main" id="{3F89476A-B9DB-4C8B-AC42-D94E46882544}"/>
              </a:ext>
            </a:extLst>
          </p:cNvPr>
          <p:cNvSpPr/>
          <p:nvPr/>
        </p:nvSpPr>
        <p:spPr>
          <a:xfrm>
            <a:off x="627057" y="2060636"/>
            <a:ext cx="3195405" cy="225703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22860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atinLnBrk="0"/>
            <a:endParaRPr lang="en-US" sz="800" dirty="0">
              <a:solidFill>
                <a:schemeClr val="bg1">
                  <a:lumMod val="50000"/>
                </a:schemeClr>
              </a:solidFill>
              <a:latin typeface="나눔고딕" pitchFamily="2" charset="-127"/>
              <a:ea typeface="나눔고딕" pitchFamily="2" charset="-127"/>
              <a:cs typeface="Segoe UI" panose="020B0502040204020203" pitchFamily="34" charset="0"/>
            </a:endParaRPr>
          </a:p>
        </p:txBody>
      </p:sp>
      <p:sp>
        <p:nvSpPr>
          <p:cNvPr id="75" name="Button">
            <a:extLst>
              <a:ext uri="{FF2B5EF4-FFF2-40B4-BE49-F238E27FC236}">
                <a16:creationId xmlns:a16="http://schemas.microsoft.com/office/drawing/2014/main" id="{A4AA150C-0107-4325-860D-ADDF3A557F6B}"/>
              </a:ext>
            </a:extLst>
          </p:cNvPr>
          <p:cNvSpPr>
            <a:spLocks/>
          </p:cNvSpPr>
          <p:nvPr/>
        </p:nvSpPr>
        <p:spPr bwMode="auto">
          <a:xfrm>
            <a:off x="3904601" y="2060636"/>
            <a:ext cx="497821" cy="209729"/>
          </a:xfrm>
          <a:prstGeom prst="roundRect">
            <a:avLst>
              <a:gd name="adj" fmla="val 8776"/>
            </a:avLst>
          </a:prstGeom>
          <a:solidFill>
            <a:schemeClr val="tx1">
              <a:lumMod val="65000"/>
              <a:lumOff val="35000"/>
            </a:schemeClr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700" dirty="0">
                <a:solidFill>
                  <a:prstClr val="white"/>
                </a:solidFill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검색</a:t>
            </a:r>
            <a:endParaRPr lang="en-US" sz="700" dirty="0">
              <a:solidFill>
                <a:prstClr val="white"/>
              </a:solidFill>
              <a:latin typeface="나눔고딕" pitchFamily="2" charset="-127"/>
              <a:ea typeface="나눔고딕" pitchFamily="2" charset="-127"/>
              <a:cs typeface="Segoe UI" panose="020B0502040204020203" pitchFamily="34" charset="0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99F574A8-B620-47C6-A8A5-DCFF253BF7B7}"/>
              </a:ext>
            </a:extLst>
          </p:cNvPr>
          <p:cNvSpPr/>
          <p:nvPr/>
        </p:nvSpPr>
        <p:spPr>
          <a:xfrm>
            <a:off x="4518491" y="2304858"/>
            <a:ext cx="276870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atinLnBrk="0"/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엑셀에서 </a:t>
            </a:r>
            <a:r>
              <a:rPr lang="ko-KR" altLang="en-US" sz="1000" dirty="0" err="1">
                <a:solidFill>
                  <a:schemeClr val="bg1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테이터를</a:t>
            </a: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 가져와 테이블에 적용합니다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.</a:t>
            </a:r>
          </a:p>
        </p:txBody>
      </p:sp>
      <p:sp>
        <p:nvSpPr>
          <p:cNvPr id="88" name="사각형: 둥근 모서리 87">
            <a:extLst>
              <a:ext uri="{FF2B5EF4-FFF2-40B4-BE49-F238E27FC236}">
                <a16:creationId xmlns:a16="http://schemas.microsoft.com/office/drawing/2014/main" id="{70476E45-6376-4EBE-AFA5-B2F33910D39A}"/>
              </a:ext>
            </a:extLst>
          </p:cNvPr>
          <p:cNvSpPr/>
          <p:nvPr/>
        </p:nvSpPr>
        <p:spPr>
          <a:xfrm>
            <a:off x="5008358" y="6527878"/>
            <a:ext cx="1528701" cy="23774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>
                <a:latin typeface="나눔고딕" pitchFamily="2" charset="-127"/>
                <a:ea typeface="나눔고딕" pitchFamily="2" charset="-127"/>
              </a:rPr>
              <a:t>카드 결제</a:t>
            </a:r>
          </a:p>
        </p:txBody>
      </p:sp>
      <p:sp>
        <p:nvSpPr>
          <p:cNvPr id="90" name="사각형: 둥근 모서리 89">
            <a:extLst>
              <a:ext uri="{FF2B5EF4-FFF2-40B4-BE49-F238E27FC236}">
                <a16:creationId xmlns:a16="http://schemas.microsoft.com/office/drawing/2014/main" id="{87B127CA-EB01-406A-BAEE-F47F43694AB8}"/>
              </a:ext>
            </a:extLst>
          </p:cNvPr>
          <p:cNvSpPr/>
          <p:nvPr/>
        </p:nvSpPr>
        <p:spPr>
          <a:xfrm>
            <a:off x="6627453" y="6527878"/>
            <a:ext cx="1729620" cy="23774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 err="1">
                <a:latin typeface="나눔고딕" pitchFamily="2" charset="-127"/>
                <a:ea typeface="나눔고딕" pitchFamily="2" charset="-127"/>
              </a:rPr>
              <a:t>후정산</a:t>
            </a:r>
            <a:endParaRPr lang="ko-KR" altLang="en-US" sz="800" b="1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DC4C6394-0CAB-480D-9A7E-2590C2FA09D5}"/>
              </a:ext>
            </a:extLst>
          </p:cNvPr>
          <p:cNvSpPr/>
          <p:nvPr/>
        </p:nvSpPr>
        <p:spPr>
          <a:xfrm>
            <a:off x="396020" y="4626802"/>
            <a:ext cx="8009071" cy="180775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DF4D625F-757D-4091-BD92-113D4DAA02A7}"/>
              </a:ext>
            </a:extLst>
          </p:cNvPr>
          <p:cNvSpPr/>
          <p:nvPr/>
        </p:nvSpPr>
        <p:spPr>
          <a:xfrm>
            <a:off x="396020" y="4626802"/>
            <a:ext cx="8009071" cy="4180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45738D38-F195-4C58-889B-E206D8F64CC5}"/>
              </a:ext>
            </a:extLst>
          </p:cNvPr>
          <p:cNvSpPr/>
          <p:nvPr/>
        </p:nvSpPr>
        <p:spPr>
          <a:xfrm>
            <a:off x="396020" y="4667855"/>
            <a:ext cx="247137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나눔고딕" pitchFamily="2" charset="-127"/>
                <a:ea typeface="나눔고딕" pitchFamily="2" charset="-127"/>
              </a:rPr>
              <a:t>보험료 선택</a:t>
            </a:r>
          </a:p>
        </p:txBody>
      </p:sp>
      <p:sp>
        <p:nvSpPr>
          <p:cNvPr id="106" name="사각형: 둥근 모서리 105">
            <a:extLst>
              <a:ext uri="{FF2B5EF4-FFF2-40B4-BE49-F238E27FC236}">
                <a16:creationId xmlns:a16="http://schemas.microsoft.com/office/drawing/2014/main" id="{6AAF9CC2-9F1F-4ECD-87C1-051E41909724}"/>
              </a:ext>
            </a:extLst>
          </p:cNvPr>
          <p:cNvSpPr/>
          <p:nvPr/>
        </p:nvSpPr>
        <p:spPr>
          <a:xfrm>
            <a:off x="522591" y="5112320"/>
            <a:ext cx="1534826" cy="1243692"/>
          </a:xfrm>
          <a:prstGeom prst="roundRect">
            <a:avLst>
              <a:gd name="adj" fmla="val 445"/>
            </a:avLst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13" name="Text Box">
            <a:extLst>
              <a:ext uri="{FF2B5EF4-FFF2-40B4-BE49-F238E27FC236}">
                <a16:creationId xmlns:a16="http://schemas.microsoft.com/office/drawing/2014/main" id="{F01E4804-0440-4D87-AC7C-D2FDB671914A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565727" y="5490294"/>
            <a:ext cx="1449423" cy="225703"/>
          </a:xfrm>
          <a:prstGeom prst="rect">
            <a:avLst/>
          </a:prstGeom>
          <a:solidFill>
            <a:schemeClr val="accent1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256032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A-2</a:t>
            </a:r>
          </a:p>
        </p:txBody>
      </p:sp>
      <p:sp>
        <p:nvSpPr>
          <p:cNvPr id="115" name="Text Box">
            <a:extLst>
              <a:ext uri="{FF2B5EF4-FFF2-40B4-BE49-F238E27FC236}">
                <a16:creationId xmlns:a16="http://schemas.microsoft.com/office/drawing/2014/main" id="{5334811B-7A08-4943-ABB6-54B66F509EFE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565726" y="5769076"/>
            <a:ext cx="1449423" cy="225703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256032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A1-2</a:t>
            </a:r>
          </a:p>
        </p:txBody>
      </p:sp>
      <p:sp>
        <p:nvSpPr>
          <p:cNvPr id="123" name="Text Box">
            <a:extLst>
              <a:ext uri="{FF2B5EF4-FFF2-40B4-BE49-F238E27FC236}">
                <a16:creationId xmlns:a16="http://schemas.microsoft.com/office/drawing/2014/main" id="{649CD04F-A331-4612-97D5-2435FB5E258A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565727" y="6040094"/>
            <a:ext cx="1449423" cy="225703"/>
          </a:xfrm>
          <a:prstGeom prst="rect">
            <a:avLst/>
          </a:prstGeom>
          <a:solidFill>
            <a:schemeClr val="bg1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256032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A0-3</a:t>
            </a:r>
          </a:p>
        </p:txBody>
      </p: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1DC99F8E-8090-44D1-8275-C9EA0F681C40}"/>
              </a:ext>
            </a:extLst>
          </p:cNvPr>
          <p:cNvSpPr/>
          <p:nvPr/>
        </p:nvSpPr>
        <p:spPr>
          <a:xfrm>
            <a:off x="3124690" y="6432139"/>
            <a:ext cx="5124660" cy="3370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>
                <a:latin typeface="나눔고딕" pitchFamily="2" charset="-127"/>
                <a:ea typeface="나눔고딕" pitchFamily="2" charset="-127"/>
              </a:rPr>
              <a:t>총 납입보험료 </a:t>
            </a:r>
            <a:r>
              <a:rPr lang="en-US" altLang="ko-KR" sz="1200" b="1" dirty="0">
                <a:latin typeface="나눔고딕" pitchFamily="2" charset="-127"/>
                <a:ea typeface="나눔고딕" pitchFamily="2" charset="-127"/>
              </a:rPr>
              <a:t>: 31,000</a:t>
            </a:r>
            <a:r>
              <a:rPr lang="ko-KR" altLang="en-US" sz="1200" b="1" dirty="0">
                <a:latin typeface="나눔고딕" pitchFamily="2" charset="-127"/>
                <a:ea typeface="나눔고딕" pitchFamily="2" charset="-127"/>
              </a:rPr>
              <a:t>원</a:t>
            </a:r>
            <a:endParaRPr lang="ko-KR" altLang="en-US" sz="12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ACD873FB-578A-4DA4-A127-EDCCD14580C1}"/>
              </a:ext>
            </a:extLst>
          </p:cNvPr>
          <p:cNvSpPr/>
          <p:nvPr/>
        </p:nvSpPr>
        <p:spPr>
          <a:xfrm>
            <a:off x="520243" y="5076688"/>
            <a:ext cx="1397414" cy="275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latin typeface="나눔고딕" pitchFamily="2" charset="-127"/>
                <a:ea typeface="나눔고딕" pitchFamily="2" charset="-127"/>
              </a:rPr>
              <a:t>홍민 </a:t>
            </a:r>
            <a:r>
              <a:rPr lang="en-US" altLang="ko-KR" sz="900" b="1" dirty="0">
                <a:latin typeface="나눔고딕" pitchFamily="2" charset="-127"/>
                <a:ea typeface="나눔고딕" pitchFamily="2" charset="-127"/>
              </a:rPr>
              <a:t>: 910125-111111</a:t>
            </a:r>
            <a:endParaRPr lang="ko-KR" altLang="en-US" sz="12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27" name="사각형: 둥근 모서리 126">
            <a:extLst>
              <a:ext uri="{FF2B5EF4-FFF2-40B4-BE49-F238E27FC236}">
                <a16:creationId xmlns:a16="http://schemas.microsoft.com/office/drawing/2014/main" id="{A81560E9-D777-4C23-B5D9-06E6BD32E12E}"/>
              </a:ext>
            </a:extLst>
          </p:cNvPr>
          <p:cNvSpPr/>
          <p:nvPr/>
        </p:nvSpPr>
        <p:spPr>
          <a:xfrm>
            <a:off x="2253489" y="5114337"/>
            <a:ext cx="1534826" cy="1243692"/>
          </a:xfrm>
          <a:prstGeom prst="roundRect">
            <a:avLst>
              <a:gd name="adj" fmla="val 445"/>
            </a:avLst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28" name="Text Box">
            <a:extLst>
              <a:ext uri="{FF2B5EF4-FFF2-40B4-BE49-F238E27FC236}">
                <a16:creationId xmlns:a16="http://schemas.microsoft.com/office/drawing/2014/main" id="{7E1DB8D8-0C43-44C6-8F46-E7A6913FB7F6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2297166" y="5500833"/>
            <a:ext cx="1449423" cy="225703"/>
          </a:xfrm>
          <a:prstGeom prst="rect">
            <a:avLst/>
          </a:prstGeom>
          <a:solidFill>
            <a:schemeClr val="accent1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256032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A-2</a:t>
            </a:r>
          </a:p>
        </p:txBody>
      </p:sp>
      <p:sp>
        <p:nvSpPr>
          <p:cNvPr id="129" name="Text Box">
            <a:extLst>
              <a:ext uri="{FF2B5EF4-FFF2-40B4-BE49-F238E27FC236}">
                <a16:creationId xmlns:a16="http://schemas.microsoft.com/office/drawing/2014/main" id="{B7751BF1-7288-4052-8410-CB3D179637FC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2297165" y="5779615"/>
            <a:ext cx="1449423" cy="225703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256032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A1-2</a:t>
            </a:r>
          </a:p>
        </p:txBody>
      </p:sp>
      <p:sp>
        <p:nvSpPr>
          <p:cNvPr id="130" name="Text Box">
            <a:extLst>
              <a:ext uri="{FF2B5EF4-FFF2-40B4-BE49-F238E27FC236}">
                <a16:creationId xmlns:a16="http://schemas.microsoft.com/office/drawing/2014/main" id="{975CDC01-BDD5-45CD-A2BC-3F0538D7C1A3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2297166" y="6050633"/>
            <a:ext cx="1449423" cy="225703"/>
          </a:xfrm>
          <a:prstGeom prst="rect">
            <a:avLst/>
          </a:prstGeom>
          <a:solidFill>
            <a:schemeClr val="bg1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256032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A0-3</a:t>
            </a:r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C41754E4-D6ED-469B-A9A0-85A4F5B062D8}"/>
              </a:ext>
            </a:extLst>
          </p:cNvPr>
          <p:cNvSpPr/>
          <p:nvPr/>
        </p:nvSpPr>
        <p:spPr>
          <a:xfrm>
            <a:off x="2224759" y="5086948"/>
            <a:ext cx="1727310" cy="5447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latin typeface="나눔고딕" pitchFamily="2" charset="-127"/>
                <a:ea typeface="나눔고딕" pitchFamily="2" charset="-127"/>
              </a:rPr>
              <a:t>홍길동 </a:t>
            </a:r>
            <a:r>
              <a:rPr lang="en-US" altLang="ko-KR" sz="900" b="1" dirty="0">
                <a:latin typeface="나눔고딕" pitchFamily="2" charset="-127"/>
                <a:ea typeface="나눔고딕" pitchFamily="2" charset="-127"/>
              </a:rPr>
              <a:t>: </a:t>
            </a:r>
            <a:r>
              <a:rPr lang="en-US" altLang="ko-KR" sz="900" dirty="0"/>
              <a:t>921111-111111</a:t>
            </a:r>
            <a:endParaRPr lang="ko-KR" altLang="en-US" sz="900" dirty="0"/>
          </a:p>
          <a:p>
            <a:pPr>
              <a:lnSpc>
                <a:spcPct val="150000"/>
              </a:lnSpc>
            </a:pPr>
            <a:endParaRPr lang="ko-KR" altLang="en-US" sz="12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33" name="사각형: 둥근 모서리 132">
            <a:extLst>
              <a:ext uri="{FF2B5EF4-FFF2-40B4-BE49-F238E27FC236}">
                <a16:creationId xmlns:a16="http://schemas.microsoft.com/office/drawing/2014/main" id="{047A5956-4BE0-469D-8CE5-52F89A9303BD}"/>
              </a:ext>
            </a:extLst>
          </p:cNvPr>
          <p:cNvSpPr/>
          <p:nvPr/>
        </p:nvSpPr>
        <p:spPr>
          <a:xfrm>
            <a:off x="4022185" y="5102078"/>
            <a:ext cx="1534826" cy="1243692"/>
          </a:xfrm>
          <a:prstGeom prst="roundRect">
            <a:avLst>
              <a:gd name="adj" fmla="val 445"/>
            </a:avLst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38" name="직사각형 137">
            <a:extLst>
              <a:ext uri="{FF2B5EF4-FFF2-40B4-BE49-F238E27FC236}">
                <a16:creationId xmlns:a16="http://schemas.microsoft.com/office/drawing/2014/main" id="{60741006-01F0-4220-ACCF-8067D47F670F}"/>
              </a:ext>
            </a:extLst>
          </p:cNvPr>
          <p:cNvSpPr/>
          <p:nvPr/>
        </p:nvSpPr>
        <p:spPr>
          <a:xfrm>
            <a:off x="4022384" y="5075476"/>
            <a:ext cx="1421690" cy="27584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latin typeface="나눔고딕" pitchFamily="2" charset="-127"/>
                <a:ea typeface="나눔고딕" pitchFamily="2" charset="-127"/>
              </a:rPr>
              <a:t>홍순 </a:t>
            </a:r>
            <a:r>
              <a:rPr lang="en-US" altLang="ko-KR" sz="900" b="1" dirty="0">
                <a:latin typeface="나눔고딕" pitchFamily="2" charset="-127"/>
                <a:ea typeface="나눔고딕" pitchFamily="2" charset="-127"/>
              </a:rPr>
              <a:t>: undefined</a:t>
            </a:r>
            <a:endParaRPr lang="ko-KR" altLang="en-US" sz="12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39" name="사각형: 둥근 모서리 138">
            <a:extLst>
              <a:ext uri="{FF2B5EF4-FFF2-40B4-BE49-F238E27FC236}">
                <a16:creationId xmlns:a16="http://schemas.microsoft.com/office/drawing/2014/main" id="{63B9C0CE-8DD8-4A5B-BCD8-9F1B24E64433}"/>
              </a:ext>
            </a:extLst>
          </p:cNvPr>
          <p:cNvSpPr/>
          <p:nvPr/>
        </p:nvSpPr>
        <p:spPr>
          <a:xfrm>
            <a:off x="5752372" y="5100358"/>
            <a:ext cx="1534826" cy="1243692"/>
          </a:xfrm>
          <a:prstGeom prst="roundRect">
            <a:avLst>
              <a:gd name="adj" fmla="val 445"/>
            </a:avLst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38294A9D-04CB-47EE-AACD-789215123722}"/>
              </a:ext>
            </a:extLst>
          </p:cNvPr>
          <p:cNvSpPr/>
          <p:nvPr/>
        </p:nvSpPr>
        <p:spPr>
          <a:xfrm>
            <a:off x="5757813" y="5075475"/>
            <a:ext cx="1397414" cy="27584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latin typeface="나눔고딕" pitchFamily="2" charset="-127"/>
                <a:ea typeface="나눔고딕" pitchFamily="2" charset="-127"/>
              </a:rPr>
              <a:t>홍진호 </a:t>
            </a:r>
            <a:r>
              <a:rPr lang="en-US" altLang="ko-KR" sz="900" b="1" dirty="0">
                <a:latin typeface="나눔고딕" pitchFamily="2" charset="-127"/>
                <a:ea typeface="나눔고딕" pitchFamily="2" charset="-127"/>
              </a:rPr>
              <a:t>: 910111-1</a:t>
            </a:r>
            <a:endParaRPr lang="ko-KR" altLang="en-US" sz="1200" dirty="0">
              <a:latin typeface="나눔고딕" pitchFamily="2" charset="-127"/>
              <a:ea typeface="나눔고딕" pitchFamily="2" charset="-127"/>
            </a:endParaRPr>
          </a:p>
        </p:txBody>
      </p:sp>
      <p:grpSp>
        <p:nvGrpSpPr>
          <p:cNvPr id="149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C7E249E0-4CED-4901-AE29-6597582AB012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600197" y="3059650"/>
            <a:ext cx="131556" cy="131556"/>
            <a:chOff x="554563" y="2632644"/>
            <a:chExt cx="131556" cy="131556"/>
          </a:xfrm>
        </p:grpSpPr>
        <p:sp>
          <p:nvSpPr>
            <p:cNvPr id="150" name="Box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2F0AD723-4ECC-4DB1-B04E-E19EA05FE3C2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151" name="Check" descr="&lt;SmartSettings&gt;&lt;SmartResize anchorLeft=&quot;Absolute&quot; anchorTop=&quot;None&quot; anchorRight=&quot;None&quot; anchorBottom=&quot;None&quot; /&gt;&lt;/SmartSettings&gt;" hidden="1">
              <a:extLst>
                <a:ext uri="{FF2B5EF4-FFF2-40B4-BE49-F238E27FC236}">
                  <a16:creationId xmlns:a16="http://schemas.microsoft.com/office/drawing/2014/main" id="{B53B68A7-A893-4846-A28C-1BE239EA5285}"/>
                </a:ext>
              </a:extLst>
            </p:cNvPr>
            <p:cNvSpPr>
              <a:spLocks noEditPoints="1"/>
            </p:cNvSpPr>
            <p:nvPr>
              <p:custDataLst>
                <p:tags r:id="rId28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152" name="Accept">
            <a:extLst>
              <a:ext uri="{FF2B5EF4-FFF2-40B4-BE49-F238E27FC236}">
                <a16:creationId xmlns:a16="http://schemas.microsoft.com/office/drawing/2014/main" id="{6C4D2558-8FFC-4F84-B636-DA68CBA6D544}"/>
              </a:ext>
            </a:extLst>
          </p:cNvPr>
          <p:cNvSpPr>
            <a:spLocks noChangeAspect="1"/>
          </p:cNvSpPr>
          <p:nvPr/>
        </p:nvSpPr>
        <p:spPr bwMode="auto">
          <a:xfrm>
            <a:off x="636562" y="3096022"/>
            <a:ext cx="58826" cy="52208"/>
          </a:xfrm>
          <a:custGeom>
            <a:avLst/>
            <a:gdLst>
              <a:gd name="T0" fmla="*/ 504 w 525"/>
              <a:gd name="T1" fmla="*/ 3 h 467"/>
              <a:gd name="T2" fmla="*/ 495 w 525"/>
              <a:gd name="T3" fmla="*/ 9 h 467"/>
              <a:gd name="T4" fmla="*/ 223 w 525"/>
              <a:gd name="T5" fmla="*/ 431 h 467"/>
              <a:gd name="T6" fmla="*/ 35 w 525"/>
              <a:gd name="T7" fmla="*/ 262 h 467"/>
              <a:gd name="T8" fmla="*/ 18 w 525"/>
              <a:gd name="T9" fmla="*/ 282 h 467"/>
              <a:gd name="T10" fmla="*/ 217 w 525"/>
              <a:gd name="T11" fmla="*/ 462 h 467"/>
              <a:gd name="T12" fmla="*/ 237 w 525"/>
              <a:gd name="T13" fmla="*/ 459 h 467"/>
              <a:gd name="T14" fmla="*/ 518 w 525"/>
              <a:gd name="T15" fmla="*/ 23 h 467"/>
              <a:gd name="T16" fmla="*/ 504 w 525"/>
              <a:gd name="T17" fmla="*/ 3 h 4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25" h="467">
                <a:moveTo>
                  <a:pt x="504" y="3"/>
                </a:moveTo>
                <a:cubicBezTo>
                  <a:pt x="500" y="3"/>
                  <a:pt x="497" y="6"/>
                  <a:pt x="495" y="9"/>
                </a:cubicBezTo>
                <a:lnTo>
                  <a:pt x="223" y="431"/>
                </a:lnTo>
                <a:lnTo>
                  <a:pt x="35" y="262"/>
                </a:lnTo>
                <a:cubicBezTo>
                  <a:pt x="22" y="245"/>
                  <a:pt x="0" y="271"/>
                  <a:pt x="18" y="282"/>
                </a:cubicBezTo>
                <a:lnTo>
                  <a:pt x="217" y="462"/>
                </a:lnTo>
                <a:cubicBezTo>
                  <a:pt x="223" y="467"/>
                  <a:pt x="232" y="466"/>
                  <a:pt x="237" y="459"/>
                </a:cubicBezTo>
                <a:lnTo>
                  <a:pt x="518" y="23"/>
                </a:lnTo>
                <a:cubicBezTo>
                  <a:pt x="525" y="13"/>
                  <a:pt x="515" y="0"/>
                  <a:pt x="504" y="3"/>
                </a:cubicBezTo>
                <a:close/>
              </a:path>
            </a:pathLst>
          </a:cu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b="1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53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09A52F57-E35C-4C96-ACAA-2FDD7E3420C8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600197" y="3338210"/>
            <a:ext cx="131556" cy="131556"/>
            <a:chOff x="554563" y="2632644"/>
            <a:chExt cx="131556" cy="131556"/>
          </a:xfrm>
        </p:grpSpPr>
        <p:sp>
          <p:nvSpPr>
            <p:cNvPr id="154" name="Box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87B61106-66DB-47F4-97DF-5FB55A7B6E43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155" name="Check" descr="&lt;SmartSettings&gt;&lt;SmartResize anchorLeft=&quot;Absolute&quot; anchorTop=&quot;None&quot; anchorRight=&quot;None&quot; anchorBottom=&quot;None&quot; /&gt;&lt;/SmartSettings&gt;" hidden="1">
              <a:extLst>
                <a:ext uri="{FF2B5EF4-FFF2-40B4-BE49-F238E27FC236}">
                  <a16:creationId xmlns:a16="http://schemas.microsoft.com/office/drawing/2014/main" id="{EE1294ED-465D-4BE7-BA50-16BFD8A64184}"/>
                </a:ext>
              </a:extLst>
            </p:cNvPr>
            <p:cNvSpPr>
              <a:spLocks noEditPoints="1"/>
            </p:cNvSpPr>
            <p:nvPr>
              <p:custDataLst>
                <p:tags r:id="rId26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156" name="Accept">
            <a:extLst>
              <a:ext uri="{FF2B5EF4-FFF2-40B4-BE49-F238E27FC236}">
                <a16:creationId xmlns:a16="http://schemas.microsoft.com/office/drawing/2014/main" id="{34B59F11-2627-4BC5-9F73-9E59750EE1E9}"/>
              </a:ext>
            </a:extLst>
          </p:cNvPr>
          <p:cNvSpPr>
            <a:spLocks noChangeAspect="1"/>
          </p:cNvSpPr>
          <p:nvPr/>
        </p:nvSpPr>
        <p:spPr bwMode="auto">
          <a:xfrm>
            <a:off x="636562" y="3374582"/>
            <a:ext cx="58826" cy="52208"/>
          </a:xfrm>
          <a:custGeom>
            <a:avLst/>
            <a:gdLst>
              <a:gd name="T0" fmla="*/ 504 w 525"/>
              <a:gd name="T1" fmla="*/ 3 h 467"/>
              <a:gd name="T2" fmla="*/ 495 w 525"/>
              <a:gd name="T3" fmla="*/ 9 h 467"/>
              <a:gd name="T4" fmla="*/ 223 w 525"/>
              <a:gd name="T5" fmla="*/ 431 h 467"/>
              <a:gd name="T6" fmla="*/ 35 w 525"/>
              <a:gd name="T7" fmla="*/ 262 h 467"/>
              <a:gd name="T8" fmla="*/ 18 w 525"/>
              <a:gd name="T9" fmla="*/ 282 h 467"/>
              <a:gd name="T10" fmla="*/ 217 w 525"/>
              <a:gd name="T11" fmla="*/ 462 h 467"/>
              <a:gd name="T12" fmla="*/ 237 w 525"/>
              <a:gd name="T13" fmla="*/ 459 h 467"/>
              <a:gd name="T14" fmla="*/ 518 w 525"/>
              <a:gd name="T15" fmla="*/ 23 h 467"/>
              <a:gd name="T16" fmla="*/ 504 w 525"/>
              <a:gd name="T17" fmla="*/ 3 h 4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25" h="467">
                <a:moveTo>
                  <a:pt x="504" y="3"/>
                </a:moveTo>
                <a:cubicBezTo>
                  <a:pt x="500" y="3"/>
                  <a:pt x="497" y="6"/>
                  <a:pt x="495" y="9"/>
                </a:cubicBezTo>
                <a:lnTo>
                  <a:pt x="223" y="431"/>
                </a:lnTo>
                <a:lnTo>
                  <a:pt x="35" y="262"/>
                </a:lnTo>
                <a:cubicBezTo>
                  <a:pt x="22" y="245"/>
                  <a:pt x="0" y="271"/>
                  <a:pt x="18" y="282"/>
                </a:cubicBezTo>
                <a:lnTo>
                  <a:pt x="217" y="462"/>
                </a:lnTo>
                <a:cubicBezTo>
                  <a:pt x="223" y="467"/>
                  <a:pt x="232" y="466"/>
                  <a:pt x="237" y="459"/>
                </a:cubicBezTo>
                <a:lnTo>
                  <a:pt x="518" y="23"/>
                </a:lnTo>
                <a:cubicBezTo>
                  <a:pt x="525" y="13"/>
                  <a:pt x="515" y="0"/>
                  <a:pt x="504" y="3"/>
                </a:cubicBezTo>
                <a:close/>
              </a:path>
            </a:pathLst>
          </a:cu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b="1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57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09632191-9D0E-48BB-B74D-7D47D31D34AC}"/>
              </a:ext>
            </a:extLst>
          </p:cNvPr>
          <p:cNvGrpSpPr/>
          <p:nvPr>
            <p:custDataLst>
              <p:tags r:id="rId13"/>
            </p:custDataLst>
          </p:nvPr>
        </p:nvGrpSpPr>
        <p:grpSpPr>
          <a:xfrm>
            <a:off x="600197" y="3627576"/>
            <a:ext cx="131556" cy="131556"/>
            <a:chOff x="554563" y="2632644"/>
            <a:chExt cx="131556" cy="131556"/>
          </a:xfrm>
        </p:grpSpPr>
        <p:sp>
          <p:nvSpPr>
            <p:cNvPr id="158" name="Box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37BD65EC-D825-44D1-AB2F-BA6E12AF2E2B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159" name="Check" descr="&lt;SmartSettings&gt;&lt;SmartResize anchorLeft=&quot;Absolute&quot; anchorTop=&quot;None&quot; anchorRight=&quot;None&quot; anchorBottom=&quot;None&quot; /&gt;&lt;/SmartSettings&gt;" hidden="1">
              <a:extLst>
                <a:ext uri="{FF2B5EF4-FFF2-40B4-BE49-F238E27FC236}">
                  <a16:creationId xmlns:a16="http://schemas.microsoft.com/office/drawing/2014/main" id="{926F79E2-D37D-41AE-8E13-037E4F696915}"/>
                </a:ext>
              </a:extLst>
            </p:cNvPr>
            <p:cNvSpPr>
              <a:spLocks noEditPoints="1"/>
            </p:cNvSpPr>
            <p:nvPr>
              <p:custDataLst>
                <p:tags r:id="rId24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160" name="Accept">
            <a:extLst>
              <a:ext uri="{FF2B5EF4-FFF2-40B4-BE49-F238E27FC236}">
                <a16:creationId xmlns:a16="http://schemas.microsoft.com/office/drawing/2014/main" id="{AC04235D-C8B3-4663-ACAD-639F04687C7D}"/>
              </a:ext>
            </a:extLst>
          </p:cNvPr>
          <p:cNvSpPr>
            <a:spLocks noChangeAspect="1"/>
          </p:cNvSpPr>
          <p:nvPr/>
        </p:nvSpPr>
        <p:spPr bwMode="auto">
          <a:xfrm>
            <a:off x="636562" y="3663948"/>
            <a:ext cx="58826" cy="52208"/>
          </a:xfrm>
          <a:custGeom>
            <a:avLst/>
            <a:gdLst>
              <a:gd name="T0" fmla="*/ 504 w 525"/>
              <a:gd name="T1" fmla="*/ 3 h 467"/>
              <a:gd name="T2" fmla="*/ 495 w 525"/>
              <a:gd name="T3" fmla="*/ 9 h 467"/>
              <a:gd name="T4" fmla="*/ 223 w 525"/>
              <a:gd name="T5" fmla="*/ 431 h 467"/>
              <a:gd name="T6" fmla="*/ 35 w 525"/>
              <a:gd name="T7" fmla="*/ 262 h 467"/>
              <a:gd name="T8" fmla="*/ 18 w 525"/>
              <a:gd name="T9" fmla="*/ 282 h 467"/>
              <a:gd name="T10" fmla="*/ 217 w 525"/>
              <a:gd name="T11" fmla="*/ 462 h 467"/>
              <a:gd name="T12" fmla="*/ 237 w 525"/>
              <a:gd name="T13" fmla="*/ 459 h 467"/>
              <a:gd name="T14" fmla="*/ 518 w 525"/>
              <a:gd name="T15" fmla="*/ 23 h 467"/>
              <a:gd name="T16" fmla="*/ 504 w 525"/>
              <a:gd name="T17" fmla="*/ 3 h 4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25" h="467">
                <a:moveTo>
                  <a:pt x="504" y="3"/>
                </a:moveTo>
                <a:cubicBezTo>
                  <a:pt x="500" y="3"/>
                  <a:pt x="497" y="6"/>
                  <a:pt x="495" y="9"/>
                </a:cubicBezTo>
                <a:lnTo>
                  <a:pt x="223" y="431"/>
                </a:lnTo>
                <a:lnTo>
                  <a:pt x="35" y="262"/>
                </a:lnTo>
                <a:cubicBezTo>
                  <a:pt x="22" y="245"/>
                  <a:pt x="0" y="271"/>
                  <a:pt x="18" y="282"/>
                </a:cubicBezTo>
                <a:lnTo>
                  <a:pt x="217" y="462"/>
                </a:lnTo>
                <a:cubicBezTo>
                  <a:pt x="223" y="467"/>
                  <a:pt x="232" y="466"/>
                  <a:pt x="237" y="459"/>
                </a:cubicBezTo>
                <a:lnTo>
                  <a:pt x="518" y="23"/>
                </a:lnTo>
                <a:cubicBezTo>
                  <a:pt x="525" y="13"/>
                  <a:pt x="515" y="0"/>
                  <a:pt x="504" y="3"/>
                </a:cubicBezTo>
                <a:close/>
              </a:path>
            </a:pathLst>
          </a:cu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b="1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61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67B4EAD9-06C6-4889-9D7D-1EDD72CB17F5}"/>
              </a:ext>
            </a:extLst>
          </p:cNvPr>
          <p:cNvGrpSpPr/>
          <p:nvPr>
            <p:custDataLst>
              <p:tags r:id="rId14"/>
            </p:custDataLst>
          </p:nvPr>
        </p:nvGrpSpPr>
        <p:grpSpPr>
          <a:xfrm>
            <a:off x="600197" y="3945649"/>
            <a:ext cx="131556" cy="131556"/>
            <a:chOff x="554563" y="2632644"/>
            <a:chExt cx="131556" cy="131556"/>
          </a:xfrm>
        </p:grpSpPr>
        <p:sp>
          <p:nvSpPr>
            <p:cNvPr id="162" name="Box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3720D91D-8811-4A34-82C4-5CC12AB5E033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163" name="Check" descr="&lt;SmartSettings&gt;&lt;SmartResize anchorLeft=&quot;Absolute&quot; anchorTop=&quot;None&quot; anchorRight=&quot;None&quot; anchorBottom=&quot;None&quot; /&gt;&lt;/SmartSettings&gt;" hidden="1">
              <a:extLst>
                <a:ext uri="{FF2B5EF4-FFF2-40B4-BE49-F238E27FC236}">
                  <a16:creationId xmlns:a16="http://schemas.microsoft.com/office/drawing/2014/main" id="{30414803-B158-42BF-9A7A-7D7B58E5111D}"/>
                </a:ext>
              </a:extLst>
            </p:cNvPr>
            <p:cNvSpPr>
              <a:spLocks noEditPoints="1"/>
            </p:cNvSpPr>
            <p:nvPr>
              <p:custDataLst>
                <p:tags r:id="rId22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164" name="Accept">
            <a:extLst>
              <a:ext uri="{FF2B5EF4-FFF2-40B4-BE49-F238E27FC236}">
                <a16:creationId xmlns:a16="http://schemas.microsoft.com/office/drawing/2014/main" id="{4E4FA282-6682-4887-9BAE-99F4E917FB4F}"/>
              </a:ext>
            </a:extLst>
          </p:cNvPr>
          <p:cNvSpPr>
            <a:spLocks noChangeAspect="1"/>
          </p:cNvSpPr>
          <p:nvPr/>
        </p:nvSpPr>
        <p:spPr bwMode="auto">
          <a:xfrm>
            <a:off x="636562" y="3982021"/>
            <a:ext cx="58826" cy="52208"/>
          </a:xfrm>
          <a:custGeom>
            <a:avLst/>
            <a:gdLst>
              <a:gd name="T0" fmla="*/ 504 w 525"/>
              <a:gd name="T1" fmla="*/ 3 h 467"/>
              <a:gd name="T2" fmla="*/ 495 w 525"/>
              <a:gd name="T3" fmla="*/ 9 h 467"/>
              <a:gd name="T4" fmla="*/ 223 w 525"/>
              <a:gd name="T5" fmla="*/ 431 h 467"/>
              <a:gd name="T6" fmla="*/ 35 w 525"/>
              <a:gd name="T7" fmla="*/ 262 h 467"/>
              <a:gd name="T8" fmla="*/ 18 w 525"/>
              <a:gd name="T9" fmla="*/ 282 h 467"/>
              <a:gd name="T10" fmla="*/ 217 w 525"/>
              <a:gd name="T11" fmla="*/ 462 h 467"/>
              <a:gd name="T12" fmla="*/ 237 w 525"/>
              <a:gd name="T13" fmla="*/ 459 h 467"/>
              <a:gd name="T14" fmla="*/ 518 w 525"/>
              <a:gd name="T15" fmla="*/ 23 h 467"/>
              <a:gd name="T16" fmla="*/ 504 w 525"/>
              <a:gd name="T17" fmla="*/ 3 h 4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25" h="467">
                <a:moveTo>
                  <a:pt x="504" y="3"/>
                </a:moveTo>
                <a:cubicBezTo>
                  <a:pt x="500" y="3"/>
                  <a:pt x="497" y="6"/>
                  <a:pt x="495" y="9"/>
                </a:cubicBezTo>
                <a:lnTo>
                  <a:pt x="223" y="431"/>
                </a:lnTo>
                <a:lnTo>
                  <a:pt x="35" y="262"/>
                </a:lnTo>
                <a:cubicBezTo>
                  <a:pt x="22" y="245"/>
                  <a:pt x="0" y="271"/>
                  <a:pt x="18" y="282"/>
                </a:cubicBezTo>
                <a:lnTo>
                  <a:pt x="217" y="462"/>
                </a:lnTo>
                <a:cubicBezTo>
                  <a:pt x="223" y="467"/>
                  <a:pt x="232" y="466"/>
                  <a:pt x="237" y="459"/>
                </a:cubicBezTo>
                <a:lnTo>
                  <a:pt x="518" y="23"/>
                </a:lnTo>
                <a:cubicBezTo>
                  <a:pt x="525" y="13"/>
                  <a:pt x="515" y="0"/>
                  <a:pt x="504" y="3"/>
                </a:cubicBezTo>
                <a:close/>
              </a:path>
            </a:pathLst>
          </a:cu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b="1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65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363FD023-C173-435C-8F15-DD529135C442}"/>
              </a:ext>
            </a:extLst>
          </p:cNvPr>
          <p:cNvGrpSpPr/>
          <p:nvPr>
            <p:custDataLst>
              <p:tags r:id="rId15"/>
            </p:custDataLst>
          </p:nvPr>
        </p:nvGrpSpPr>
        <p:grpSpPr>
          <a:xfrm>
            <a:off x="600197" y="4226564"/>
            <a:ext cx="131556" cy="131556"/>
            <a:chOff x="554563" y="2632644"/>
            <a:chExt cx="131556" cy="131556"/>
          </a:xfrm>
        </p:grpSpPr>
        <p:sp>
          <p:nvSpPr>
            <p:cNvPr id="166" name="Box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C4492B02-6547-44DE-AF9B-BE7CEABBC217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167" name="Check" descr="&lt;SmartSettings&gt;&lt;SmartResize anchorLeft=&quot;Absolute&quot; anchorTop=&quot;None&quot; anchorRight=&quot;None&quot; anchorBottom=&quot;None&quot; /&gt;&lt;/SmartSettings&gt;" hidden="1">
              <a:extLst>
                <a:ext uri="{FF2B5EF4-FFF2-40B4-BE49-F238E27FC236}">
                  <a16:creationId xmlns:a16="http://schemas.microsoft.com/office/drawing/2014/main" id="{30BEC20E-663F-49BF-A0D0-24101203301D}"/>
                </a:ext>
              </a:extLst>
            </p:cNvPr>
            <p:cNvSpPr>
              <a:spLocks noEditPoints="1"/>
            </p:cNvSpPr>
            <p:nvPr>
              <p:custDataLst>
                <p:tags r:id="rId20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168" name="Accept">
            <a:extLst>
              <a:ext uri="{FF2B5EF4-FFF2-40B4-BE49-F238E27FC236}">
                <a16:creationId xmlns:a16="http://schemas.microsoft.com/office/drawing/2014/main" id="{FEDC595A-5E57-4427-90B6-AB9E643F72E5}"/>
              </a:ext>
            </a:extLst>
          </p:cNvPr>
          <p:cNvSpPr>
            <a:spLocks noChangeAspect="1"/>
          </p:cNvSpPr>
          <p:nvPr/>
        </p:nvSpPr>
        <p:spPr bwMode="auto">
          <a:xfrm>
            <a:off x="636562" y="4262936"/>
            <a:ext cx="58826" cy="52208"/>
          </a:xfrm>
          <a:custGeom>
            <a:avLst/>
            <a:gdLst>
              <a:gd name="T0" fmla="*/ 504 w 525"/>
              <a:gd name="T1" fmla="*/ 3 h 467"/>
              <a:gd name="T2" fmla="*/ 495 w 525"/>
              <a:gd name="T3" fmla="*/ 9 h 467"/>
              <a:gd name="T4" fmla="*/ 223 w 525"/>
              <a:gd name="T5" fmla="*/ 431 h 467"/>
              <a:gd name="T6" fmla="*/ 35 w 525"/>
              <a:gd name="T7" fmla="*/ 262 h 467"/>
              <a:gd name="T8" fmla="*/ 18 w 525"/>
              <a:gd name="T9" fmla="*/ 282 h 467"/>
              <a:gd name="T10" fmla="*/ 217 w 525"/>
              <a:gd name="T11" fmla="*/ 462 h 467"/>
              <a:gd name="T12" fmla="*/ 237 w 525"/>
              <a:gd name="T13" fmla="*/ 459 h 467"/>
              <a:gd name="T14" fmla="*/ 518 w 525"/>
              <a:gd name="T15" fmla="*/ 23 h 467"/>
              <a:gd name="T16" fmla="*/ 504 w 525"/>
              <a:gd name="T17" fmla="*/ 3 h 4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25" h="467">
                <a:moveTo>
                  <a:pt x="504" y="3"/>
                </a:moveTo>
                <a:cubicBezTo>
                  <a:pt x="500" y="3"/>
                  <a:pt x="497" y="6"/>
                  <a:pt x="495" y="9"/>
                </a:cubicBezTo>
                <a:lnTo>
                  <a:pt x="223" y="431"/>
                </a:lnTo>
                <a:lnTo>
                  <a:pt x="35" y="262"/>
                </a:lnTo>
                <a:cubicBezTo>
                  <a:pt x="22" y="245"/>
                  <a:pt x="0" y="271"/>
                  <a:pt x="18" y="282"/>
                </a:cubicBezTo>
                <a:lnTo>
                  <a:pt x="217" y="462"/>
                </a:lnTo>
                <a:cubicBezTo>
                  <a:pt x="223" y="467"/>
                  <a:pt x="232" y="466"/>
                  <a:pt x="237" y="459"/>
                </a:cubicBezTo>
                <a:lnTo>
                  <a:pt x="518" y="23"/>
                </a:lnTo>
                <a:cubicBezTo>
                  <a:pt x="525" y="13"/>
                  <a:pt x="515" y="0"/>
                  <a:pt x="504" y="3"/>
                </a:cubicBezTo>
                <a:close/>
              </a:path>
            </a:pathLst>
          </a:cu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b="1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79C4239C-F095-4632-8D16-7FA8EC5B5CC6}"/>
              </a:ext>
            </a:extLst>
          </p:cNvPr>
          <p:cNvCxnSpPr/>
          <p:nvPr/>
        </p:nvCxnSpPr>
        <p:spPr>
          <a:xfrm>
            <a:off x="518459" y="5367991"/>
            <a:ext cx="153841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직선 연결선 168">
            <a:extLst>
              <a:ext uri="{FF2B5EF4-FFF2-40B4-BE49-F238E27FC236}">
                <a16:creationId xmlns:a16="http://schemas.microsoft.com/office/drawing/2014/main" id="{E01EDE70-9D44-4506-A1DC-61CCB4E5B567}"/>
              </a:ext>
            </a:extLst>
          </p:cNvPr>
          <p:cNvCxnSpPr/>
          <p:nvPr/>
        </p:nvCxnSpPr>
        <p:spPr>
          <a:xfrm>
            <a:off x="2251693" y="5381970"/>
            <a:ext cx="153841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직선 연결선 169">
            <a:extLst>
              <a:ext uri="{FF2B5EF4-FFF2-40B4-BE49-F238E27FC236}">
                <a16:creationId xmlns:a16="http://schemas.microsoft.com/office/drawing/2014/main" id="{3DB1CC00-FB66-4061-92BC-B41876E138CD}"/>
              </a:ext>
            </a:extLst>
          </p:cNvPr>
          <p:cNvCxnSpPr/>
          <p:nvPr/>
        </p:nvCxnSpPr>
        <p:spPr>
          <a:xfrm>
            <a:off x="4018594" y="5367991"/>
            <a:ext cx="153841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A8653D29-6495-4918-80F8-B14EA6F8DF0B}"/>
              </a:ext>
            </a:extLst>
          </p:cNvPr>
          <p:cNvGrpSpPr/>
          <p:nvPr/>
        </p:nvGrpSpPr>
        <p:grpSpPr>
          <a:xfrm>
            <a:off x="4105799" y="6005318"/>
            <a:ext cx="1338090" cy="237744"/>
            <a:chOff x="4114016" y="5778987"/>
            <a:chExt cx="1338090" cy="237744"/>
          </a:xfrm>
        </p:grpSpPr>
        <p:sp>
          <p:nvSpPr>
            <p:cNvPr id="172" name="사각형: 둥근 모서리 171">
              <a:extLst>
                <a:ext uri="{FF2B5EF4-FFF2-40B4-BE49-F238E27FC236}">
                  <a16:creationId xmlns:a16="http://schemas.microsoft.com/office/drawing/2014/main" id="{CEBCF5D7-3172-48FE-BA59-632E8A7B94FE}"/>
                </a:ext>
              </a:extLst>
            </p:cNvPr>
            <p:cNvSpPr/>
            <p:nvPr/>
          </p:nvSpPr>
          <p:spPr>
            <a:xfrm>
              <a:off x="4114016" y="5778987"/>
              <a:ext cx="1338090" cy="237744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latin typeface="나눔고딕" pitchFamily="2" charset="-127"/>
                  <a:ea typeface="나눔고딕" pitchFamily="2" charset="-127"/>
                </a:rPr>
                <a:t>다시 조회하기</a:t>
              </a:r>
            </a:p>
          </p:txBody>
        </p:sp>
        <p:pic>
          <p:nvPicPr>
            <p:cNvPr id="173" name="그래픽 172" descr="원 화살표">
              <a:extLst>
                <a:ext uri="{FF2B5EF4-FFF2-40B4-BE49-F238E27FC236}">
                  <a16:creationId xmlns:a16="http://schemas.microsoft.com/office/drawing/2014/main" id="{3824A2AA-38B1-4493-B53F-825EA30A8864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/>
            </a:stretch>
          </p:blipFill>
          <p:spPr>
            <a:xfrm>
              <a:off x="4216335" y="5796932"/>
              <a:ext cx="192062" cy="199996"/>
            </a:xfrm>
            <a:prstGeom prst="rect">
              <a:avLst/>
            </a:prstGeom>
          </p:spPr>
        </p:pic>
      </p:grpSp>
      <p:sp>
        <p:nvSpPr>
          <p:cNvPr id="174" name="직사각형 173">
            <a:extLst>
              <a:ext uri="{FF2B5EF4-FFF2-40B4-BE49-F238E27FC236}">
                <a16:creationId xmlns:a16="http://schemas.microsoft.com/office/drawing/2014/main" id="{07ACA5DF-9C2E-456C-BFAF-4C489203B563}"/>
              </a:ext>
            </a:extLst>
          </p:cNvPr>
          <p:cNvSpPr/>
          <p:nvPr/>
        </p:nvSpPr>
        <p:spPr>
          <a:xfrm>
            <a:off x="4055833" y="5429142"/>
            <a:ext cx="1397414" cy="396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700" dirty="0">
                <a:latin typeface="나눔고딕" pitchFamily="2" charset="-127"/>
                <a:ea typeface="나눔고딕" pitchFamily="2" charset="-127"/>
              </a:rPr>
              <a:t>날짜형식이 올바르지 </a:t>
            </a:r>
            <a:br>
              <a:rPr lang="en-US" altLang="ko-KR" sz="700" dirty="0">
                <a:latin typeface="나눔고딕" pitchFamily="2" charset="-127"/>
                <a:ea typeface="나눔고딕" pitchFamily="2" charset="-127"/>
              </a:rPr>
            </a:br>
            <a:r>
              <a:rPr lang="ko-KR" altLang="en-US" sz="700" dirty="0">
                <a:latin typeface="나눔고딕" pitchFamily="2" charset="-127"/>
                <a:ea typeface="나눔고딕" pitchFamily="2" charset="-127"/>
              </a:rPr>
              <a:t>않습니다</a:t>
            </a:r>
            <a:r>
              <a:rPr lang="en-US" altLang="ko-KR" sz="700" dirty="0">
                <a:latin typeface="나눔고딕" pitchFamily="2" charset="-127"/>
                <a:ea typeface="나눔고딕" pitchFamily="2" charset="-127"/>
              </a:rPr>
              <a:t>.</a:t>
            </a:r>
            <a:endParaRPr lang="ko-KR" altLang="en-US" sz="700" dirty="0">
              <a:latin typeface="나눔고딕" pitchFamily="2" charset="-127"/>
              <a:ea typeface="나눔고딕" pitchFamily="2" charset="-127"/>
            </a:endParaRPr>
          </a:p>
        </p:txBody>
      </p:sp>
      <p:cxnSp>
        <p:nvCxnSpPr>
          <p:cNvPr id="179" name="직선 연결선 178">
            <a:extLst>
              <a:ext uri="{FF2B5EF4-FFF2-40B4-BE49-F238E27FC236}">
                <a16:creationId xmlns:a16="http://schemas.microsoft.com/office/drawing/2014/main" id="{766F7EB4-27A1-4424-B4C8-1D23FBBE8730}"/>
              </a:ext>
            </a:extLst>
          </p:cNvPr>
          <p:cNvCxnSpPr/>
          <p:nvPr/>
        </p:nvCxnSpPr>
        <p:spPr>
          <a:xfrm>
            <a:off x="5748781" y="5362793"/>
            <a:ext cx="153841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E3F8AE3-7355-4FBB-99E6-459E9CD46C09}"/>
              </a:ext>
            </a:extLst>
          </p:cNvPr>
          <p:cNvSpPr txBox="1"/>
          <p:nvPr/>
        </p:nvSpPr>
        <p:spPr>
          <a:xfrm>
            <a:off x="1115833" y="5492135"/>
            <a:ext cx="122391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chemeClr val="bg1"/>
                </a:solidFill>
              </a:rPr>
              <a:t>보험료 </a:t>
            </a:r>
            <a:r>
              <a:rPr lang="en-US" altLang="ko-KR" sz="800" b="1" dirty="0">
                <a:solidFill>
                  <a:schemeClr val="bg1"/>
                </a:solidFill>
              </a:rPr>
              <a:t>: 20,000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000B0B1F-EDCC-44D4-AFA3-0F019FB784EF}"/>
              </a:ext>
            </a:extLst>
          </p:cNvPr>
          <p:cNvSpPr txBox="1"/>
          <p:nvPr/>
        </p:nvSpPr>
        <p:spPr>
          <a:xfrm>
            <a:off x="1099537" y="5788872"/>
            <a:ext cx="122391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chemeClr val="accent1"/>
                </a:solidFill>
              </a:rPr>
              <a:t>보험료 </a:t>
            </a:r>
            <a:r>
              <a:rPr lang="en-US" altLang="ko-KR" sz="800" b="1" dirty="0">
                <a:solidFill>
                  <a:schemeClr val="accent1"/>
                </a:solidFill>
              </a:rPr>
              <a:t>: 32,000</a:t>
            </a:r>
            <a:endParaRPr lang="ko-KR" altLang="en-US" sz="800" b="1" dirty="0">
              <a:solidFill>
                <a:schemeClr val="accent1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DBFA45D3-9AEC-4B6A-9157-9F9D2E40FDD6}"/>
              </a:ext>
            </a:extLst>
          </p:cNvPr>
          <p:cNvSpPr txBox="1"/>
          <p:nvPr/>
        </p:nvSpPr>
        <p:spPr>
          <a:xfrm>
            <a:off x="1102294" y="6071809"/>
            <a:ext cx="122391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chemeClr val="accent1"/>
                </a:solidFill>
              </a:rPr>
              <a:t>보험료 </a:t>
            </a:r>
            <a:r>
              <a:rPr lang="en-US" altLang="ko-KR" sz="800" b="1" dirty="0">
                <a:solidFill>
                  <a:schemeClr val="accent1"/>
                </a:solidFill>
              </a:rPr>
              <a:t>: 43,000</a:t>
            </a:r>
            <a:endParaRPr lang="ko-KR" altLang="en-US" sz="800" b="1" dirty="0">
              <a:solidFill>
                <a:schemeClr val="accent1"/>
              </a:solidFill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781F6E5D-4E8B-44C6-9634-BB3D8BC752AC}"/>
              </a:ext>
            </a:extLst>
          </p:cNvPr>
          <p:cNvSpPr txBox="1"/>
          <p:nvPr/>
        </p:nvSpPr>
        <p:spPr>
          <a:xfrm>
            <a:off x="2882392" y="5777611"/>
            <a:ext cx="122391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chemeClr val="accent1"/>
                </a:solidFill>
              </a:rPr>
              <a:t>보험료 </a:t>
            </a:r>
            <a:r>
              <a:rPr lang="en-US" altLang="ko-KR" sz="800" b="1" dirty="0">
                <a:solidFill>
                  <a:schemeClr val="accent1"/>
                </a:solidFill>
              </a:rPr>
              <a:t>: 23,000</a:t>
            </a:r>
            <a:endParaRPr lang="ko-KR" altLang="en-US" sz="800" b="1" dirty="0">
              <a:solidFill>
                <a:schemeClr val="accent1"/>
              </a:solidFill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760D6A79-4C53-46B9-BCBF-B12F4867BA15}"/>
              </a:ext>
            </a:extLst>
          </p:cNvPr>
          <p:cNvSpPr txBox="1"/>
          <p:nvPr/>
        </p:nvSpPr>
        <p:spPr>
          <a:xfrm>
            <a:off x="2885149" y="6060548"/>
            <a:ext cx="122391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chemeClr val="accent1"/>
                </a:solidFill>
              </a:rPr>
              <a:t>보험료 </a:t>
            </a:r>
            <a:r>
              <a:rPr lang="en-US" altLang="ko-KR" sz="800" b="1" dirty="0">
                <a:solidFill>
                  <a:schemeClr val="accent1"/>
                </a:solidFill>
              </a:rPr>
              <a:t>: 40,000</a:t>
            </a:r>
            <a:endParaRPr lang="ko-KR" altLang="en-US" sz="800" b="1" dirty="0">
              <a:solidFill>
                <a:schemeClr val="accent1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4435A5AB-79C8-47AC-8C9D-E16D0B3268F5}"/>
              </a:ext>
            </a:extLst>
          </p:cNvPr>
          <p:cNvSpPr txBox="1"/>
          <p:nvPr/>
        </p:nvSpPr>
        <p:spPr>
          <a:xfrm>
            <a:off x="2845356" y="5500778"/>
            <a:ext cx="122391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chemeClr val="bg1"/>
                </a:solidFill>
              </a:rPr>
              <a:t>보험료 </a:t>
            </a:r>
            <a:r>
              <a:rPr lang="en-US" altLang="ko-KR" sz="800" b="1" dirty="0">
                <a:solidFill>
                  <a:schemeClr val="bg1"/>
                </a:solidFill>
              </a:rPr>
              <a:t>: 11,000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0F7C9095-6F1F-459D-9765-4E40D77F3BCD}"/>
              </a:ext>
            </a:extLst>
          </p:cNvPr>
          <p:cNvSpPr/>
          <p:nvPr/>
        </p:nvSpPr>
        <p:spPr>
          <a:xfrm>
            <a:off x="469535" y="1300994"/>
            <a:ext cx="247137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solidFill>
                  <a:schemeClr val="accent2">
                    <a:lumMod val="75000"/>
                  </a:schemeClr>
                </a:solidFill>
                <a:latin typeface="나눔고딕" pitchFamily="2" charset="-127"/>
                <a:ea typeface="나눔고딕" pitchFamily="2" charset="-127"/>
              </a:rPr>
              <a:t>청약신청</a:t>
            </a:r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B5A567C6-62B8-4DBE-B608-ADAECA2927F0}"/>
              </a:ext>
            </a:extLst>
          </p:cNvPr>
          <p:cNvSpPr/>
          <p:nvPr/>
        </p:nvSpPr>
        <p:spPr>
          <a:xfrm>
            <a:off x="4903761" y="4181804"/>
            <a:ext cx="813565" cy="25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C50A2FC2-32D2-4409-BDBF-46D901D7476E}"/>
              </a:ext>
            </a:extLst>
          </p:cNvPr>
          <p:cNvSpPr/>
          <p:nvPr/>
        </p:nvSpPr>
        <p:spPr>
          <a:xfrm>
            <a:off x="2323447" y="3861821"/>
            <a:ext cx="913707" cy="25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D5A2DD87-3711-4200-A9DB-2C793A2824AD}"/>
              </a:ext>
            </a:extLst>
          </p:cNvPr>
          <p:cNvSpPr/>
          <p:nvPr/>
        </p:nvSpPr>
        <p:spPr>
          <a:xfrm>
            <a:off x="842354" y="4156317"/>
            <a:ext cx="805758" cy="2775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7AA5FF35-BCBF-4088-BD6B-BE5626D5474F}"/>
              </a:ext>
            </a:extLst>
          </p:cNvPr>
          <p:cNvSpPr/>
          <p:nvPr/>
        </p:nvSpPr>
        <p:spPr>
          <a:xfrm>
            <a:off x="3238212" y="3859906"/>
            <a:ext cx="842124" cy="25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25B1442E-E15D-4861-9BF5-BF0DA01F510C}"/>
              </a:ext>
            </a:extLst>
          </p:cNvPr>
          <p:cNvSpPr/>
          <p:nvPr/>
        </p:nvSpPr>
        <p:spPr>
          <a:xfrm>
            <a:off x="4081394" y="3861821"/>
            <a:ext cx="829115" cy="25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1" name="직사각형 130">
            <a:extLst>
              <a:ext uri="{FF2B5EF4-FFF2-40B4-BE49-F238E27FC236}">
                <a16:creationId xmlns:a16="http://schemas.microsoft.com/office/drawing/2014/main" id="{6237D086-52FD-465A-88C8-EB1968D9CB2F}"/>
              </a:ext>
            </a:extLst>
          </p:cNvPr>
          <p:cNvSpPr/>
          <p:nvPr/>
        </p:nvSpPr>
        <p:spPr>
          <a:xfrm>
            <a:off x="4911568" y="3861821"/>
            <a:ext cx="805758" cy="25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4" name="Text Box">
            <a:extLst>
              <a:ext uri="{FF2B5EF4-FFF2-40B4-BE49-F238E27FC236}">
                <a16:creationId xmlns:a16="http://schemas.microsoft.com/office/drawing/2014/main" id="{4F4F06F4-C83F-4480-A31D-95F790C4BF4E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5789085" y="5798908"/>
            <a:ext cx="1449423" cy="225703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256032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A1-2</a:t>
            </a:r>
          </a:p>
        </p:txBody>
      </p:sp>
      <p:sp>
        <p:nvSpPr>
          <p:cNvPr id="135" name="Text Box">
            <a:extLst>
              <a:ext uri="{FF2B5EF4-FFF2-40B4-BE49-F238E27FC236}">
                <a16:creationId xmlns:a16="http://schemas.microsoft.com/office/drawing/2014/main" id="{CE04AB9E-579D-4A8D-8A24-C1EE7C377DE8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5789086" y="6069926"/>
            <a:ext cx="1449423" cy="225703"/>
          </a:xfrm>
          <a:prstGeom prst="rect">
            <a:avLst/>
          </a:prstGeom>
          <a:solidFill>
            <a:schemeClr val="bg1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256032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A0-3</a:t>
            </a:r>
          </a:p>
        </p:txBody>
      </p:sp>
      <p:sp>
        <p:nvSpPr>
          <p:cNvPr id="136" name="Text Box">
            <a:extLst>
              <a:ext uri="{FF2B5EF4-FFF2-40B4-BE49-F238E27FC236}">
                <a16:creationId xmlns:a16="http://schemas.microsoft.com/office/drawing/2014/main" id="{C21F19CA-5F64-4F1D-B619-9811EC40226C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5793878" y="5524784"/>
            <a:ext cx="1449423" cy="225703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256032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A-2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1684C822-20B1-4369-ABA5-7E1A61130EC4}"/>
              </a:ext>
            </a:extLst>
          </p:cNvPr>
          <p:cNvSpPr txBox="1"/>
          <p:nvPr/>
        </p:nvSpPr>
        <p:spPr>
          <a:xfrm>
            <a:off x="6367433" y="5539420"/>
            <a:ext cx="122391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chemeClr val="accent1"/>
                </a:solidFill>
              </a:rPr>
              <a:t>보험료 </a:t>
            </a:r>
            <a:r>
              <a:rPr lang="en-US" altLang="ko-KR" sz="800" b="1" dirty="0">
                <a:solidFill>
                  <a:schemeClr val="accent1"/>
                </a:solidFill>
              </a:rPr>
              <a:t>: 13,000</a:t>
            </a:r>
            <a:endParaRPr lang="ko-KR" altLang="en-US" sz="800" b="1" dirty="0">
              <a:solidFill>
                <a:schemeClr val="accent1"/>
              </a:solidFill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7B6434E3-24DE-4C4A-BA14-A84EFB651D9C}"/>
              </a:ext>
            </a:extLst>
          </p:cNvPr>
          <p:cNvSpPr txBox="1"/>
          <p:nvPr/>
        </p:nvSpPr>
        <p:spPr>
          <a:xfrm>
            <a:off x="6375324" y="5817427"/>
            <a:ext cx="122391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chemeClr val="accent1"/>
                </a:solidFill>
              </a:rPr>
              <a:t>보험료 </a:t>
            </a:r>
            <a:r>
              <a:rPr lang="en-US" altLang="ko-KR" sz="800" b="1" dirty="0">
                <a:solidFill>
                  <a:schemeClr val="accent1"/>
                </a:solidFill>
              </a:rPr>
              <a:t>: 33,000</a:t>
            </a:r>
            <a:endParaRPr lang="ko-KR" altLang="en-US" sz="800" b="1" dirty="0">
              <a:solidFill>
                <a:schemeClr val="accent1"/>
              </a:solidFill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C2F17A90-190A-4034-992A-682F21BDD94A}"/>
              </a:ext>
            </a:extLst>
          </p:cNvPr>
          <p:cNvSpPr txBox="1"/>
          <p:nvPr/>
        </p:nvSpPr>
        <p:spPr>
          <a:xfrm>
            <a:off x="6385876" y="6095434"/>
            <a:ext cx="122391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chemeClr val="accent1"/>
                </a:solidFill>
              </a:rPr>
              <a:t>보험료 </a:t>
            </a:r>
            <a:r>
              <a:rPr lang="en-US" altLang="ko-KR" sz="800" b="1" dirty="0">
                <a:solidFill>
                  <a:schemeClr val="accent1"/>
                </a:solidFill>
              </a:rPr>
              <a:t>: 43,000</a:t>
            </a:r>
            <a:endParaRPr lang="ko-KR" altLang="en-US" sz="800" b="1" dirty="0">
              <a:solidFill>
                <a:schemeClr val="accent1"/>
              </a:solidFill>
            </a:endParaRPr>
          </a:p>
        </p:txBody>
      </p:sp>
      <p:sp>
        <p:nvSpPr>
          <p:cNvPr id="116" name="Oval 35">
            <a:extLst>
              <a:ext uri="{FF2B5EF4-FFF2-40B4-BE49-F238E27FC236}">
                <a16:creationId xmlns:a16="http://schemas.microsoft.com/office/drawing/2014/main" id="{1E3215F3-EDC9-4B84-9E41-62EC6838AF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795" y="5154154"/>
            <a:ext cx="179388" cy="179387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8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7" name="Oval 35">
            <a:extLst>
              <a:ext uri="{FF2B5EF4-FFF2-40B4-BE49-F238E27FC236}">
                <a16:creationId xmlns:a16="http://schemas.microsoft.com/office/drawing/2014/main" id="{84498A35-3B6F-44BE-A7D0-0ADD997512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147" y="4718715"/>
            <a:ext cx="179388" cy="179387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8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8" name="Oval 35">
            <a:extLst>
              <a:ext uri="{FF2B5EF4-FFF2-40B4-BE49-F238E27FC236}">
                <a16:creationId xmlns:a16="http://schemas.microsoft.com/office/drawing/2014/main" id="{DA57EAE3-D69E-4180-9845-4E82A4079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0744" y="5954201"/>
            <a:ext cx="179388" cy="179387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800" b="1" dirty="0">
                <a:solidFill>
                  <a:srgbClr val="FFFFFF"/>
                </a:solidFill>
              </a:rPr>
              <a:t>2-4</a:t>
            </a:r>
          </a:p>
        </p:txBody>
      </p:sp>
      <p:sp>
        <p:nvSpPr>
          <p:cNvPr id="120" name="Oval 35">
            <a:extLst>
              <a:ext uri="{FF2B5EF4-FFF2-40B4-BE49-F238E27FC236}">
                <a16:creationId xmlns:a16="http://schemas.microsoft.com/office/drawing/2014/main" id="{3D869ED8-5171-47F1-90AD-646D8105CA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5857" y="5001406"/>
            <a:ext cx="179388" cy="179387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800" b="1" dirty="0">
                <a:solidFill>
                  <a:srgbClr val="FFFFFF"/>
                </a:solidFill>
              </a:rPr>
              <a:t>2-1</a:t>
            </a:r>
          </a:p>
        </p:txBody>
      </p:sp>
      <p:sp>
        <p:nvSpPr>
          <p:cNvPr id="121" name="Oval 35">
            <a:extLst>
              <a:ext uri="{FF2B5EF4-FFF2-40B4-BE49-F238E27FC236}">
                <a16:creationId xmlns:a16="http://schemas.microsoft.com/office/drawing/2014/main" id="{F7B2CAE6-EEBC-4460-817A-E4C207412B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145" y="5543975"/>
            <a:ext cx="179388" cy="179387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800" b="1" dirty="0">
                <a:solidFill>
                  <a:srgbClr val="FFFFFF"/>
                </a:solidFill>
              </a:rPr>
              <a:t>2-2</a:t>
            </a:r>
          </a:p>
        </p:txBody>
      </p:sp>
      <p:sp>
        <p:nvSpPr>
          <p:cNvPr id="122" name="Oval 35">
            <a:extLst>
              <a:ext uri="{FF2B5EF4-FFF2-40B4-BE49-F238E27FC236}">
                <a16:creationId xmlns:a16="http://schemas.microsoft.com/office/drawing/2014/main" id="{773CC913-BC25-40E5-B01A-CCE28AE55E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887" y="5458657"/>
            <a:ext cx="179388" cy="179387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800" b="1" dirty="0">
                <a:solidFill>
                  <a:srgbClr val="FFFFFF"/>
                </a:solidFill>
              </a:rPr>
              <a:t>2-3</a:t>
            </a:r>
          </a:p>
        </p:txBody>
      </p:sp>
      <p:sp>
        <p:nvSpPr>
          <p:cNvPr id="142" name="Oval 35">
            <a:extLst>
              <a:ext uri="{FF2B5EF4-FFF2-40B4-BE49-F238E27FC236}">
                <a16:creationId xmlns:a16="http://schemas.microsoft.com/office/drawing/2014/main" id="{1626CA9B-4D2A-409A-AE7E-5EF538C30F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6967" y="6516123"/>
            <a:ext cx="179388" cy="179387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8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557BA7D2-F81F-411C-85FB-C781304FE640}"/>
              </a:ext>
            </a:extLst>
          </p:cNvPr>
          <p:cNvSpPr txBox="1"/>
          <p:nvPr/>
        </p:nvSpPr>
        <p:spPr>
          <a:xfrm>
            <a:off x="499489" y="892976"/>
            <a:ext cx="152327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나눔고딕" pitchFamily="2" charset="-127"/>
                <a:ea typeface="나눔고딕" pitchFamily="2" charset="-127"/>
              </a:rPr>
              <a:t>캐롯손해보험</a:t>
            </a:r>
            <a:r>
              <a:rPr lang="ko-KR" alt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itchFamily="2" charset="-127"/>
                <a:ea typeface="나눔고딕" pitchFamily="2" charset="-127"/>
              </a:rPr>
              <a:t> 관리자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57307C60-2924-4001-B085-D113DDB354A5}"/>
              </a:ext>
            </a:extLst>
          </p:cNvPr>
          <p:cNvSpPr txBox="1"/>
          <p:nvPr/>
        </p:nvSpPr>
        <p:spPr>
          <a:xfrm>
            <a:off x="2878844" y="874552"/>
            <a:ext cx="71686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+mj-lt"/>
                <a:ea typeface="나눔고딕" pitchFamily="2" charset="-127"/>
              </a:rPr>
              <a:t>계약내역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1CBE880E-87D2-42B7-8BA6-5643333829A7}"/>
              </a:ext>
            </a:extLst>
          </p:cNvPr>
          <p:cNvSpPr txBox="1"/>
          <p:nvPr/>
        </p:nvSpPr>
        <p:spPr>
          <a:xfrm>
            <a:off x="5550091" y="873968"/>
            <a:ext cx="55816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+mj-lt"/>
                <a:ea typeface="나눔고딕" pitchFamily="2" charset="-127"/>
              </a:rPr>
              <a:t>HELP </a:t>
            </a:r>
            <a:endParaRPr lang="ko-KR" altLang="en-US" sz="1100" dirty="0">
              <a:solidFill>
                <a:schemeClr val="bg1">
                  <a:lumMod val="50000"/>
                </a:schemeClr>
              </a:solidFill>
              <a:latin typeface="+mj-lt"/>
              <a:ea typeface="나눔고딕" pitchFamily="2" charset="-127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606417EF-7999-4E57-866B-613F3D0E82C6}"/>
              </a:ext>
            </a:extLst>
          </p:cNvPr>
          <p:cNvSpPr txBox="1"/>
          <p:nvPr/>
        </p:nvSpPr>
        <p:spPr>
          <a:xfrm>
            <a:off x="2048020" y="874552"/>
            <a:ext cx="7665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나눔고딕" pitchFamily="2" charset="-127"/>
              </a:rPr>
              <a:t>청약신청 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84B0992F-CB38-4956-8362-B26E618DDD1A}"/>
              </a:ext>
            </a:extLst>
          </p:cNvPr>
          <p:cNvSpPr txBox="1"/>
          <p:nvPr/>
        </p:nvSpPr>
        <p:spPr>
          <a:xfrm>
            <a:off x="3701236" y="884162"/>
            <a:ext cx="93968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고객사 관리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DEAADC7C-3EEC-4FFD-97E5-4F1DE8E1791E}"/>
              </a:ext>
            </a:extLst>
          </p:cNvPr>
          <p:cNvSpPr txBox="1"/>
          <p:nvPr/>
        </p:nvSpPr>
        <p:spPr>
          <a:xfrm>
            <a:off x="4705184" y="884162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보험플랜</a:t>
            </a:r>
          </a:p>
        </p:txBody>
      </p:sp>
      <p:sp>
        <p:nvSpPr>
          <p:cNvPr id="176" name="Oval 35">
            <a:extLst>
              <a:ext uri="{FF2B5EF4-FFF2-40B4-BE49-F238E27FC236}">
                <a16:creationId xmlns:a16="http://schemas.microsoft.com/office/drawing/2014/main" id="{CE3AE463-72BC-4E31-8A63-B811E187FD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1280" y="5001825"/>
            <a:ext cx="179388" cy="179387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800" b="1" dirty="0">
                <a:solidFill>
                  <a:srgbClr val="FFFFFF"/>
                </a:solidFill>
              </a:rPr>
              <a:t>2-5</a:t>
            </a:r>
          </a:p>
        </p:txBody>
      </p:sp>
      <p:sp>
        <p:nvSpPr>
          <p:cNvPr id="177" name="Oval 35">
            <a:extLst>
              <a:ext uri="{FF2B5EF4-FFF2-40B4-BE49-F238E27FC236}">
                <a16:creationId xmlns:a16="http://schemas.microsoft.com/office/drawing/2014/main" id="{60698A6C-9888-4A01-883E-72A6C639C7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7964" y="6450527"/>
            <a:ext cx="179388" cy="179387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8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8" name="Oval 35">
            <a:extLst>
              <a:ext uri="{FF2B5EF4-FFF2-40B4-BE49-F238E27FC236}">
                <a16:creationId xmlns:a16="http://schemas.microsoft.com/office/drawing/2014/main" id="{7878775B-6DA0-49EB-9BA8-671820D6E8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3073" y="6450527"/>
            <a:ext cx="179388" cy="179387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800" b="1" dirty="0">
                <a:solidFill>
                  <a:srgbClr val="FFFFFF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5009775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F887A-BAB4-AE73-C156-62A3B724C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직사각형 85">
            <a:extLst>
              <a:ext uri="{FF2B5EF4-FFF2-40B4-BE49-F238E27FC236}">
                <a16:creationId xmlns:a16="http://schemas.microsoft.com/office/drawing/2014/main" id="{02769467-A1B9-4735-8637-29900D23D477}"/>
              </a:ext>
            </a:extLst>
          </p:cNvPr>
          <p:cNvSpPr/>
          <p:nvPr/>
        </p:nvSpPr>
        <p:spPr>
          <a:xfrm>
            <a:off x="4491665" y="1427347"/>
            <a:ext cx="3910099" cy="91949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00866A2-73CD-4560-9DA5-3E9D64C1EDDC}"/>
              </a:ext>
            </a:extLst>
          </p:cNvPr>
          <p:cNvSpPr/>
          <p:nvPr/>
        </p:nvSpPr>
        <p:spPr>
          <a:xfrm>
            <a:off x="404237" y="1427347"/>
            <a:ext cx="4089244" cy="91949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6C713790-DE53-4281-0476-CB87470294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2705145"/>
              </p:ext>
            </p:extLst>
          </p:nvPr>
        </p:nvGraphicFramePr>
        <p:xfrm>
          <a:off x="8696507" y="811446"/>
          <a:ext cx="3128548" cy="50613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02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1751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ko-KR" sz="800" b="0" kern="12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Description</a:t>
                      </a:r>
                      <a:endParaRPr lang="ko-KR" altLang="en-US" sz="800" b="0" kern="1200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en-US" altLang="ko-KR" sz="8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227">
                <a:tc gridSpan="2"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보험료 조회 실패 인원 보험료 다시 조회하기 버튼 클릭 시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모달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9071" marR="99071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0085253"/>
                  </a:ext>
                </a:extLst>
              </a:tr>
              <a:tr h="7913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보험료 </a:t>
                      </a:r>
                      <a:r>
                        <a:rPr lang="ko-KR" altLang="en-US" sz="800" b="1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재조회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800" b="1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모달</a:t>
                      </a:r>
                      <a:endParaRPr lang="en-US" altLang="ko-KR" sz="8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1-1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고객 테이블에 입력하고 조회했던 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주민등록번호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</a:t>
                      </a:r>
                      <a:b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ㄴ 하이픈 제외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13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자리 입력 필요</a:t>
                      </a:r>
                      <a:b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보험시작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보험종료일시 노출</a:t>
                      </a:r>
                      <a:b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ㄴ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YYYYMMDDHHMM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형태로 입력 필요</a:t>
                      </a:r>
                      <a:b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위 값은 숫자만 입력 가능합니다 문구 노출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위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Input box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숫자만 입력할 수 있도록 입력 제한 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9071" marR="99071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13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조회하기 버튼</a:t>
                      </a:r>
                      <a:endParaRPr lang="en-US" altLang="ko-KR" sz="8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클릭 시 보험료 산출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API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에 요청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재전달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정상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CASE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의 경우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재산출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플랜별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보험료 노출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비정상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CASE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의 경우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캐롯에서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내려주는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응답값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ALERT 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노출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EX)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날짜형식이 올바르지 않습니다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endParaRPr lang="en-US" altLang="ko-KR" sz="8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9071" marR="99071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932837"/>
                  </a:ext>
                </a:extLst>
              </a:tr>
              <a:tr h="7913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삭제하기 버튼</a:t>
                      </a:r>
                      <a:endParaRPr lang="en-US" altLang="ko-KR" sz="8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클릭 시 삭제 여부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Confirm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창 노출 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확인 선택 시 보험료 선택영역에서 해당 고객 카드 삭제 처리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9071" marR="99071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4746550"/>
                  </a:ext>
                </a:extLst>
              </a:tr>
              <a:tr h="7913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닫기 버튼</a:t>
                      </a:r>
                      <a:endParaRPr lang="en-US" altLang="ko-KR" sz="8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아무런 액션 없이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모달창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종료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9071" marR="99071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4106308"/>
                  </a:ext>
                </a:extLst>
              </a:tr>
            </a:tbl>
          </a:graphicData>
        </a:graphic>
      </p:graphicFrame>
      <p:sp>
        <p:nvSpPr>
          <p:cNvPr id="65" name="TextBox 64">
            <a:extLst>
              <a:ext uri="{FF2B5EF4-FFF2-40B4-BE49-F238E27FC236}">
                <a16:creationId xmlns:a16="http://schemas.microsoft.com/office/drawing/2014/main" id="{28EE15C2-726D-1206-37B5-A1B5551B8BB9}"/>
              </a:ext>
            </a:extLst>
          </p:cNvPr>
          <p:cNvSpPr txBox="1"/>
          <p:nvPr/>
        </p:nvSpPr>
        <p:spPr>
          <a:xfrm>
            <a:off x="4312366" y="199627"/>
            <a:ext cx="321589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보험료 </a:t>
            </a:r>
            <a:r>
              <a:rPr lang="ko-KR" altLang="en-US" sz="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재조회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</a:t>
            </a:r>
            <a:r>
              <a:rPr lang="ko-KR" altLang="en-US" sz="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모달</a:t>
            </a:r>
            <a:endParaRPr lang="ko-KR" altLang="en-US" sz="8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CC5D9C1-99DF-3DA3-205C-4EC37F011E43}"/>
              </a:ext>
            </a:extLst>
          </p:cNvPr>
          <p:cNvSpPr txBox="1"/>
          <p:nvPr/>
        </p:nvSpPr>
        <p:spPr>
          <a:xfrm>
            <a:off x="4312366" y="419389"/>
            <a:ext cx="41009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메인 </a:t>
            </a: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&gt; 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정보입력 </a:t>
            </a: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&gt; 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보험료 조회 </a:t>
            </a: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&gt; 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보험료 조회 결과 확인 </a:t>
            </a: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&gt; 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다시 조회하기 </a:t>
            </a: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(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실패 대상</a:t>
            </a: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)</a:t>
            </a:r>
            <a:endParaRPr lang="en-US" altLang="ko-KR" sz="900" dirty="0">
              <a:latin typeface="+mn-ea"/>
            </a:endParaRPr>
          </a:p>
        </p:txBody>
      </p:sp>
      <p:sp>
        <p:nvSpPr>
          <p:cNvPr id="354" name="TextBox 353">
            <a:extLst>
              <a:ext uri="{FF2B5EF4-FFF2-40B4-BE49-F238E27FC236}">
                <a16:creationId xmlns:a16="http://schemas.microsoft.com/office/drawing/2014/main" id="{5D3F8AB6-1831-B76D-B4B7-FF8771D3C835}"/>
              </a:ext>
            </a:extLst>
          </p:cNvPr>
          <p:cNvSpPr txBox="1"/>
          <p:nvPr/>
        </p:nvSpPr>
        <p:spPr>
          <a:xfrm>
            <a:off x="10848513" y="421528"/>
            <a:ext cx="9765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Page</a:t>
            </a:r>
            <a:endParaRPr lang="ko-KR" altLang="en-US" sz="80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4CBD29E-8571-8A7C-F2EC-405859348E90}"/>
              </a:ext>
            </a:extLst>
          </p:cNvPr>
          <p:cNvSpPr/>
          <p:nvPr/>
        </p:nvSpPr>
        <p:spPr>
          <a:xfrm>
            <a:off x="404237" y="811446"/>
            <a:ext cx="8000854" cy="4446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800" b="1" dirty="0">
              <a:solidFill>
                <a:schemeClr val="bg1">
                  <a:lumMod val="50000"/>
                </a:schemeClr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93BB3D0-508B-AF64-E175-7C5B3193B098}"/>
              </a:ext>
            </a:extLst>
          </p:cNvPr>
          <p:cNvSpPr txBox="1"/>
          <p:nvPr/>
        </p:nvSpPr>
        <p:spPr>
          <a:xfrm>
            <a:off x="499489" y="892976"/>
            <a:ext cx="152327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나눔고딕" pitchFamily="2" charset="-127"/>
                <a:ea typeface="나눔고딕" pitchFamily="2" charset="-127"/>
              </a:rPr>
              <a:t>캐롯손해보험</a:t>
            </a:r>
            <a:r>
              <a:rPr lang="ko-KR" alt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itchFamily="2" charset="-127"/>
                <a:ea typeface="나눔고딕" pitchFamily="2" charset="-127"/>
              </a:rPr>
              <a:t> 관리자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E66C289-79C8-AAF2-C948-7FBAC9E62BEE}"/>
              </a:ext>
            </a:extLst>
          </p:cNvPr>
          <p:cNvSpPr txBox="1"/>
          <p:nvPr/>
        </p:nvSpPr>
        <p:spPr>
          <a:xfrm>
            <a:off x="6865733" y="898520"/>
            <a:ext cx="152327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itchFamily="2" charset="-127"/>
                <a:ea typeface="나눔고딕" pitchFamily="2" charset="-127"/>
              </a:rPr>
              <a:t>{NAME}</a:t>
            </a:r>
            <a:endParaRPr lang="ko-KR" altLang="en-US" sz="1050" b="1" dirty="0">
              <a:solidFill>
                <a:schemeClr val="tx1">
                  <a:lumMod val="65000"/>
                  <a:lumOff val="35000"/>
                </a:schemeClr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00E838E-E647-F2FF-1FE8-1B0B0D7F5610}"/>
              </a:ext>
            </a:extLst>
          </p:cNvPr>
          <p:cNvSpPr txBox="1"/>
          <p:nvPr/>
        </p:nvSpPr>
        <p:spPr>
          <a:xfrm>
            <a:off x="7591343" y="909155"/>
            <a:ext cx="69121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u="sng" dirty="0">
                <a:solidFill>
                  <a:schemeClr val="bg1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로그아웃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BF231A9-EC8E-1711-7FC6-5A8FDBA142E5}"/>
              </a:ext>
            </a:extLst>
          </p:cNvPr>
          <p:cNvSpPr txBox="1"/>
          <p:nvPr/>
        </p:nvSpPr>
        <p:spPr>
          <a:xfrm>
            <a:off x="3568713" y="901461"/>
            <a:ext cx="71686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itchFamily="2" charset="-127"/>
                <a:ea typeface="나눔고딕" pitchFamily="2" charset="-127"/>
              </a:rPr>
              <a:t>계약내역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F438CF2-3EA6-C775-1471-8E7C4E244BCC}"/>
              </a:ext>
            </a:extLst>
          </p:cNvPr>
          <p:cNvSpPr txBox="1"/>
          <p:nvPr/>
        </p:nvSpPr>
        <p:spPr>
          <a:xfrm>
            <a:off x="4642733" y="900403"/>
            <a:ext cx="55816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itchFamily="2" charset="-127"/>
                <a:ea typeface="나눔고딕" pitchFamily="2" charset="-127"/>
              </a:rPr>
              <a:t>HELP </a:t>
            </a:r>
            <a:endParaRPr lang="ko-KR" altLang="en-US" sz="1100" dirty="0">
              <a:solidFill>
                <a:schemeClr val="tx1">
                  <a:lumMod val="65000"/>
                  <a:lumOff val="35000"/>
                </a:schemeClr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8428569-F7A0-DB0D-4797-7517C0721580}"/>
              </a:ext>
            </a:extLst>
          </p:cNvPr>
          <p:cNvSpPr txBox="1"/>
          <p:nvPr/>
        </p:nvSpPr>
        <p:spPr>
          <a:xfrm>
            <a:off x="2406338" y="898520"/>
            <a:ext cx="75693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itchFamily="2" charset="-127"/>
                <a:ea typeface="나눔고딕" pitchFamily="2" charset="-127"/>
              </a:rPr>
              <a:t>청약신청 </a:t>
            </a:r>
          </a:p>
        </p:txBody>
      </p:sp>
      <p:pic>
        <p:nvPicPr>
          <p:cNvPr id="238" name="그림 237">
            <a:extLst>
              <a:ext uri="{FF2B5EF4-FFF2-40B4-BE49-F238E27FC236}">
                <a16:creationId xmlns:a16="http://schemas.microsoft.com/office/drawing/2014/main" id="{F648D153-5058-7BCA-E3B4-8825BD54D9D0}"/>
              </a:ext>
            </a:extLst>
          </p:cNvPr>
          <p:cNvPicPr>
            <a:picLocks noChangeAspect="1"/>
          </p:cNvPicPr>
          <p:nvPr/>
        </p:nvPicPr>
        <p:blipFill>
          <a:blip r:embed="rId30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5640" y="957994"/>
            <a:ext cx="142662" cy="142662"/>
          </a:xfrm>
          <a:prstGeom prst="rect">
            <a:avLst/>
          </a:prstGeom>
        </p:spPr>
      </p:pic>
      <p:sp>
        <p:nvSpPr>
          <p:cNvPr id="66" name="직사각형 65">
            <a:extLst>
              <a:ext uri="{FF2B5EF4-FFF2-40B4-BE49-F238E27FC236}">
                <a16:creationId xmlns:a16="http://schemas.microsoft.com/office/drawing/2014/main" id="{4DDE4465-F7C3-4A95-AC7D-EC269B0C3E4E}"/>
              </a:ext>
            </a:extLst>
          </p:cNvPr>
          <p:cNvSpPr/>
          <p:nvPr/>
        </p:nvSpPr>
        <p:spPr>
          <a:xfrm>
            <a:off x="526676" y="1479534"/>
            <a:ext cx="247137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b="1" dirty="0">
                <a:latin typeface="나눔고딕" pitchFamily="2" charset="-127"/>
                <a:ea typeface="나눔고딕" pitchFamily="2" charset="-127"/>
              </a:rPr>
              <a:t>ERP</a:t>
            </a:r>
            <a:r>
              <a:rPr lang="ko-KR" altLang="en-US" sz="1400" b="1" dirty="0">
                <a:latin typeface="나눔고딕" pitchFamily="2" charset="-127"/>
                <a:ea typeface="나눔고딕" pitchFamily="2" charset="-127"/>
              </a:rPr>
              <a:t>연동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B77264C-8A17-AB67-07D3-6FF14FF560CA}"/>
              </a:ext>
            </a:extLst>
          </p:cNvPr>
          <p:cNvSpPr txBox="1"/>
          <p:nvPr/>
        </p:nvSpPr>
        <p:spPr>
          <a:xfrm>
            <a:off x="5425458" y="896959"/>
            <a:ext cx="93968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</a:rPr>
              <a:t>고객사 관리</a:t>
            </a:r>
          </a:p>
        </p:txBody>
      </p:sp>
      <p:sp>
        <p:nvSpPr>
          <p:cNvPr id="53" name="Text Box">
            <a:extLst>
              <a:ext uri="{FF2B5EF4-FFF2-40B4-BE49-F238E27FC236}">
                <a16:creationId xmlns:a16="http://schemas.microsoft.com/office/drawing/2014/main" id="{E1BA9B03-10C3-4797-802A-40797B964491}"/>
              </a:ext>
            </a:extLst>
          </p:cNvPr>
          <p:cNvSpPr/>
          <p:nvPr/>
        </p:nvSpPr>
        <p:spPr>
          <a:xfrm>
            <a:off x="5452106" y="1834890"/>
            <a:ext cx="2321009" cy="225703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22860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atinLnBrk="0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파일 업로드 </a:t>
            </a:r>
            <a:endParaRPr lang="en-US" sz="800" dirty="0">
              <a:solidFill>
                <a:schemeClr val="bg1">
                  <a:lumMod val="50000"/>
                </a:schemeClr>
              </a:solidFill>
              <a:latin typeface="나눔고딕" pitchFamily="2" charset="-127"/>
              <a:ea typeface="나눔고딕" pitchFamily="2" charset="-127"/>
              <a:cs typeface="Segoe UI" panose="020B0502040204020203" pitchFamily="34" charset="0"/>
            </a:endParaRPr>
          </a:p>
        </p:txBody>
      </p:sp>
      <p:sp>
        <p:nvSpPr>
          <p:cNvPr id="79" name="Button">
            <a:extLst>
              <a:ext uri="{FF2B5EF4-FFF2-40B4-BE49-F238E27FC236}">
                <a16:creationId xmlns:a16="http://schemas.microsoft.com/office/drawing/2014/main" id="{801D6CB2-687F-4F9C-9D34-A9BCCE50C0FF}"/>
              </a:ext>
            </a:extLst>
          </p:cNvPr>
          <p:cNvSpPr>
            <a:spLocks/>
          </p:cNvSpPr>
          <p:nvPr/>
        </p:nvSpPr>
        <p:spPr bwMode="auto">
          <a:xfrm>
            <a:off x="7838529" y="1852236"/>
            <a:ext cx="497821" cy="209729"/>
          </a:xfrm>
          <a:prstGeom prst="roundRect">
            <a:avLst>
              <a:gd name="adj" fmla="val 8776"/>
            </a:avLst>
          </a:prstGeom>
          <a:solidFill>
            <a:schemeClr val="tx1">
              <a:lumMod val="65000"/>
              <a:lumOff val="35000"/>
            </a:schemeClr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700" dirty="0">
                <a:solidFill>
                  <a:prstClr val="white"/>
                </a:solidFill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업로드</a:t>
            </a:r>
            <a:endParaRPr lang="en-US" sz="700" dirty="0">
              <a:solidFill>
                <a:prstClr val="white"/>
              </a:solidFill>
              <a:latin typeface="나눔고딕" pitchFamily="2" charset="-127"/>
              <a:ea typeface="나눔고딕" pitchFamily="2" charset="-127"/>
              <a:cs typeface="Segoe UI" panose="020B0502040204020203" pitchFamily="34" charset="0"/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2FED14A7-DADF-44EC-AF04-D8B49315347C}"/>
              </a:ext>
            </a:extLst>
          </p:cNvPr>
          <p:cNvSpPr/>
          <p:nvPr/>
        </p:nvSpPr>
        <p:spPr>
          <a:xfrm>
            <a:off x="4505498" y="1490849"/>
            <a:ext cx="247137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나눔고딕" pitchFamily="2" charset="-127"/>
                <a:ea typeface="나눔고딕" pitchFamily="2" charset="-127"/>
              </a:rPr>
              <a:t>엑셀 업로드</a:t>
            </a:r>
          </a:p>
        </p:txBody>
      </p:sp>
      <p:sp>
        <p:nvSpPr>
          <p:cNvPr id="85" name="Button">
            <a:extLst>
              <a:ext uri="{FF2B5EF4-FFF2-40B4-BE49-F238E27FC236}">
                <a16:creationId xmlns:a16="http://schemas.microsoft.com/office/drawing/2014/main" id="{65827CD3-F2B8-4330-A6D0-FE16787F502B}"/>
              </a:ext>
            </a:extLst>
          </p:cNvPr>
          <p:cNvSpPr>
            <a:spLocks/>
          </p:cNvSpPr>
          <p:nvPr/>
        </p:nvSpPr>
        <p:spPr bwMode="auto">
          <a:xfrm>
            <a:off x="4608142" y="1850279"/>
            <a:ext cx="807768" cy="209729"/>
          </a:xfrm>
          <a:prstGeom prst="roundRect">
            <a:avLst>
              <a:gd name="adj" fmla="val 8776"/>
            </a:avLst>
          </a:prstGeom>
          <a:solidFill>
            <a:schemeClr val="tx1">
              <a:lumMod val="65000"/>
              <a:lumOff val="35000"/>
            </a:schemeClr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700" dirty="0">
                <a:solidFill>
                  <a:prstClr val="white"/>
                </a:solidFill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양식 다운로드</a:t>
            </a:r>
            <a:endParaRPr lang="en-US" sz="700" dirty="0">
              <a:solidFill>
                <a:prstClr val="white"/>
              </a:solidFill>
              <a:latin typeface="나눔고딕" pitchFamily="2" charset="-127"/>
              <a:ea typeface="나눔고딕" pitchFamily="2" charset="-127"/>
              <a:cs typeface="Segoe UI" panose="020B0502040204020203" pitchFamily="34" charset="0"/>
            </a:endParaRPr>
          </a:p>
        </p:txBody>
      </p:sp>
      <p:sp>
        <p:nvSpPr>
          <p:cNvPr id="64" name="Oval 35">
            <a:extLst>
              <a:ext uri="{FF2B5EF4-FFF2-40B4-BE49-F238E27FC236}">
                <a16:creationId xmlns:a16="http://schemas.microsoft.com/office/drawing/2014/main" id="{BFB17E01-290A-44F0-9826-A05F382C76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087" y="1347763"/>
            <a:ext cx="179388" cy="179387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8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2" name="Oval 35">
            <a:extLst>
              <a:ext uri="{FF2B5EF4-FFF2-40B4-BE49-F238E27FC236}">
                <a16:creationId xmlns:a16="http://schemas.microsoft.com/office/drawing/2014/main" id="{C2586F4F-451B-4C9D-A5DB-684AA7035C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6644" y="868300"/>
            <a:ext cx="179388" cy="179387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8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B20F6E2-151B-4DD9-B576-6267E7B1820A}"/>
              </a:ext>
            </a:extLst>
          </p:cNvPr>
          <p:cNvSpPr/>
          <p:nvPr/>
        </p:nvSpPr>
        <p:spPr>
          <a:xfrm>
            <a:off x="540206" y="2081584"/>
            <a:ext cx="401424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atinLnBrk="0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ERP</a:t>
            </a: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조회를 통해 데이터를 호출 및 아래 청약 신청 테이블에 적용합니다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.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94EE4D56-34C8-465A-B0CA-C8283036F0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7979736"/>
              </p:ext>
            </p:extLst>
          </p:nvPr>
        </p:nvGraphicFramePr>
        <p:xfrm>
          <a:off x="445312" y="2795071"/>
          <a:ext cx="7920090" cy="14410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6603">
                  <a:extLst>
                    <a:ext uri="{9D8B030D-6E8A-4147-A177-3AD203B41FA5}">
                      <a16:colId xmlns:a16="http://schemas.microsoft.com/office/drawing/2014/main" val="3149999645"/>
                    </a:ext>
                  </a:extLst>
                </a:gridCol>
                <a:gridCol w="708343">
                  <a:extLst>
                    <a:ext uri="{9D8B030D-6E8A-4147-A177-3AD203B41FA5}">
                      <a16:colId xmlns:a16="http://schemas.microsoft.com/office/drawing/2014/main" val="144949006"/>
                    </a:ext>
                  </a:extLst>
                </a:gridCol>
                <a:gridCol w="708343">
                  <a:extLst>
                    <a:ext uri="{9D8B030D-6E8A-4147-A177-3AD203B41FA5}">
                      <a16:colId xmlns:a16="http://schemas.microsoft.com/office/drawing/2014/main" val="3613674393"/>
                    </a:ext>
                  </a:extLst>
                </a:gridCol>
                <a:gridCol w="902747">
                  <a:extLst>
                    <a:ext uri="{9D8B030D-6E8A-4147-A177-3AD203B41FA5}">
                      <a16:colId xmlns:a16="http://schemas.microsoft.com/office/drawing/2014/main" val="2622731716"/>
                    </a:ext>
                  </a:extLst>
                </a:gridCol>
                <a:gridCol w="875030">
                  <a:extLst>
                    <a:ext uri="{9D8B030D-6E8A-4147-A177-3AD203B41FA5}">
                      <a16:colId xmlns:a16="http://schemas.microsoft.com/office/drawing/2014/main" val="1881976941"/>
                    </a:ext>
                  </a:extLst>
                </a:gridCol>
                <a:gridCol w="875030">
                  <a:extLst>
                    <a:ext uri="{9D8B030D-6E8A-4147-A177-3AD203B41FA5}">
                      <a16:colId xmlns:a16="http://schemas.microsoft.com/office/drawing/2014/main" val="366950901"/>
                    </a:ext>
                  </a:extLst>
                </a:gridCol>
                <a:gridCol w="741680">
                  <a:extLst>
                    <a:ext uri="{9D8B030D-6E8A-4147-A177-3AD203B41FA5}">
                      <a16:colId xmlns:a16="http://schemas.microsoft.com/office/drawing/2014/main" val="3548355476"/>
                    </a:ext>
                  </a:extLst>
                </a:gridCol>
                <a:gridCol w="1006793">
                  <a:extLst>
                    <a:ext uri="{9D8B030D-6E8A-4147-A177-3AD203B41FA5}">
                      <a16:colId xmlns:a16="http://schemas.microsoft.com/office/drawing/2014/main" val="2697319228"/>
                    </a:ext>
                  </a:extLst>
                </a:gridCol>
                <a:gridCol w="913130">
                  <a:extLst>
                    <a:ext uri="{9D8B030D-6E8A-4147-A177-3AD203B41FA5}">
                      <a16:colId xmlns:a16="http://schemas.microsoft.com/office/drawing/2014/main" val="1424734495"/>
                    </a:ext>
                  </a:extLst>
                </a:gridCol>
                <a:gridCol w="772391">
                  <a:extLst>
                    <a:ext uri="{9D8B030D-6E8A-4147-A177-3AD203B41FA5}">
                      <a16:colId xmlns:a16="http://schemas.microsoft.com/office/drawing/2014/main" val="2460541664"/>
                    </a:ext>
                  </a:extLst>
                </a:gridCol>
              </a:tblGrid>
              <a:tr h="224170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* </a:t>
                      </a:r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고객사명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* </a:t>
                      </a:r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한글성명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*</a:t>
                      </a:r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주민등록번호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*</a:t>
                      </a:r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보험시작일시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*</a:t>
                      </a:r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보험종료일시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*</a:t>
                      </a:r>
                      <a:r>
                        <a:rPr lang="ko-KR" altLang="en-US" sz="800" b="1" dirty="0" err="1">
                          <a:solidFill>
                            <a:schemeClr val="bg1"/>
                          </a:solidFill>
                        </a:rPr>
                        <a:t>플랜명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영문성명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핸드폰번호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티켓번호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4863723"/>
                  </a:ext>
                </a:extLst>
              </a:tr>
              <a:tr h="304230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SM C&amp;C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홍민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910125-111111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2026-01-21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2026-01-23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SMCNC_A2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HONGMIN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010-1111-1111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12312312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8413740"/>
                  </a:ext>
                </a:extLst>
              </a:tr>
              <a:tr h="304230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SM C&amp;C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홍길동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921111-111111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2026-01-21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2026-01-23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SMCNC_A2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HONG GILDONG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010-2222-2222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12311131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9820604"/>
                  </a:ext>
                </a:extLst>
              </a:tr>
              <a:tr h="304230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SM C&amp;C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홍순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7472760"/>
                  </a:ext>
                </a:extLst>
              </a:tr>
              <a:tr h="304230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SM C&amp;C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홍진호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910111-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2026-01-21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2026-01-23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6043149"/>
                  </a:ext>
                </a:extLst>
              </a:tr>
            </a:tbl>
          </a:graphicData>
        </a:graphic>
      </p:graphicFrame>
      <p:sp>
        <p:nvSpPr>
          <p:cNvPr id="89" name="Track">
            <a:extLst>
              <a:ext uri="{FF2B5EF4-FFF2-40B4-BE49-F238E27FC236}">
                <a16:creationId xmlns:a16="http://schemas.microsoft.com/office/drawing/2014/main" id="{5D706130-8AE5-4D05-9243-E3D3EC6DB82F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 rot="10800000">
            <a:off x="432306" y="4231332"/>
            <a:ext cx="7956453" cy="118619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7" name="Scroll Thumb">
            <a:extLst>
              <a:ext uri="{FF2B5EF4-FFF2-40B4-BE49-F238E27FC236}">
                <a16:creationId xmlns:a16="http://schemas.microsoft.com/office/drawing/2014/main" id="{0CB441AD-2200-47A0-BBCA-4EFFC96AB5D6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 rot="10800000">
            <a:off x="678952" y="4260020"/>
            <a:ext cx="5882364" cy="61243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8" name="Chevron">
            <a:extLst>
              <a:ext uri="{FF2B5EF4-FFF2-40B4-BE49-F238E27FC236}">
                <a16:creationId xmlns:a16="http://schemas.microsoft.com/office/drawing/2014/main" id="{970B054A-B384-4E51-A46B-DD91554B14C7}"/>
              </a:ext>
            </a:extLst>
          </p:cNvPr>
          <p:cNvSpPr>
            <a:spLocks noChangeAspect="1"/>
          </p:cNvSpPr>
          <p:nvPr>
            <p:custDataLst>
              <p:tags r:id="rId3"/>
            </p:custDataLst>
          </p:nvPr>
        </p:nvSpPr>
        <p:spPr bwMode="auto">
          <a:xfrm rot="5400000" flipH="1">
            <a:off x="513863" y="4269871"/>
            <a:ext cx="88545" cy="53979"/>
          </a:xfrm>
          <a:custGeom>
            <a:avLst/>
            <a:gdLst>
              <a:gd name="T0" fmla="*/ 0 w 197"/>
              <a:gd name="T1" fmla="*/ 0 h 115"/>
              <a:gd name="T2" fmla="*/ 99 w 197"/>
              <a:gd name="T3" fmla="*/ 115 h 115"/>
              <a:gd name="T4" fmla="*/ 197 w 197"/>
              <a:gd name="T5" fmla="*/ 0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7" h="115">
                <a:moveTo>
                  <a:pt x="0" y="0"/>
                </a:moveTo>
                <a:lnTo>
                  <a:pt x="99" y="115"/>
                </a:lnTo>
                <a:lnTo>
                  <a:pt x="197" y="0"/>
                </a:lnTo>
              </a:path>
            </a:pathLst>
          </a:custGeom>
          <a:noFill/>
          <a:ln w="6350" cap="sq">
            <a:solidFill>
              <a:srgbClr val="80808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9" name="Chevron">
            <a:extLst>
              <a:ext uri="{FF2B5EF4-FFF2-40B4-BE49-F238E27FC236}">
                <a16:creationId xmlns:a16="http://schemas.microsoft.com/office/drawing/2014/main" id="{41847578-DDFC-4C2A-9379-9B661395EC07}"/>
              </a:ext>
            </a:extLst>
          </p:cNvPr>
          <p:cNvSpPr>
            <a:spLocks noChangeAspect="1"/>
          </p:cNvSpPr>
          <p:nvPr>
            <p:custDataLst>
              <p:tags r:id="rId4"/>
            </p:custDataLst>
          </p:nvPr>
        </p:nvSpPr>
        <p:spPr bwMode="auto">
          <a:xfrm rot="16200000" flipH="1">
            <a:off x="8186305" y="4276723"/>
            <a:ext cx="88545" cy="53979"/>
          </a:xfrm>
          <a:custGeom>
            <a:avLst/>
            <a:gdLst>
              <a:gd name="T0" fmla="*/ 0 w 197"/>
              <a:gd name="T1" fmla="*/ 0 h 115"/>
              <a:gd name="T2" fmla="*/ 99 w 197"/>
              <a:gd name="T3" fmla="*/ 115 h 115"/>
              <a:gd name="T4" fmla="*/ 197 w 197"/>
              <a:gd name="T5" fmla="*/ 0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7" h="115">
                <a:moveTo>
                  <a:pt x="0" y="0"/>
                </a:moveTo>
                <a:lnTo>
                  <a:pt x="99" y="115"/>
                </a:lnTo>
                <a:lnTo>
                  <a:pt x="197" y="0"/>
                </a:lnTo>
              </a:path>
            </a:pathLst>
          </a:custGeom>
          <a:noFill/>
          <a:ln w="6350" cap="sq">
            <a:solidFill>
              <a:srgbClr val="80808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0" name="Rectangle 89">
            <a:extLst>
              <a:ext uri="{FF2B5EF4-FFF2-40B4-BE49-F238E27FC236}">
                <a16:creationId xmlns:a16="http://schemas.microsoft.com/office/drawing/2014/main" id="{903EB9B0-145E-46C5-8786-366D3D433C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5496" y="2469269"/>
            <a:ext cx="641885" cy="23470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chemeClr val="tx1"/>
                </a:solidFill>
              </a:rPr>
              <a:t>선택</a:t>
            </a:r>
            <a:r>
              <a:rPr kumimoji="0" lang="en-US" altLang="ko-KR" sz="700" kern="0" dirty="0">
                <a:solidFill>
                  <a:schemeClr val="tx1"/>
                </a:solidFill>
              </a:rPr>
              <a:t> Row</a:t>
            </a:r>
            <a:r>
              <a:rPr kumimoji="0" lang="ko-KR" altLang="en-US" sz="700" kern="0" dirty="0">
                <a:solidFill>
                  <a:schemeClr val="tx1"/>
                </a:solidFill>
              </a:rPr>
              <a:t> 삭제</a:t>
            </a:r>
          </a:p>
        </p:txBody>
      </p:sp>
      <p:sp>
        <p:nvSpPr>
          <p:cNvPr id="111" name="Rectangle 89">
            <a:extLst>
              <a:ext uri="{FF2B5EF4-FFF2-40B4-BE49-F238E27FC236}">
                <a16:creationId xmlns:a16="http://schemas.microsoft.com/office/drawing/2014/main" id="{F405DA43-6477-4D43-A3EA-2B9355049D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23405" y="2476839"/>
            <a:ext cx="641885" cy="23470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700" kern="0" dirty="0">
                <a:solidFill>
                  <a:schemeClr val="bg1"/>
                </a:solidFill>
              </a:rPr>
              <a:t>+ Row </a:t>
            </a:r>
            <a:r>
              <a:rPr kumimoji="0" lang="ko-KR" altLang="en-US" sz="700" kern="0" dirty="0">
                <a:solidFill>
                  <a:schemeClr val="bg1"/>
                </a:solidFill>
              </a:rPr>
              <a:t>추가</a:t>
            </a:r>
          </a:p>
        </p:txBody>
      </p:sp>
      <p:sp>
        <p:nvSpPr>
          <p:cNvPr id="114" name="Rectangle 89">
            <a:extLst>
              <a:ext uri="{FF2B5EF4-FFF2-40B4-BE49-F238E27FC236}">
                <a16:creationId xmlns:a16="http://schemas.microsoft.com/office/drawing/2014/main" id="{D9028C65-BFF6-443E-A373-765F8883B1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8564" y="2476841"/>
            <a:ext cx="700908" cy="22713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chemeClr val="bg1"/>
                </a:solidFill>
              </a:rPr>
              <a:t>초기화</a:t>
            </a:r>
          </a:p>
        </p:txBody>
      </p:sp>
      <p:sp>
        <p:nvSpPr>
          <p:cNvPr id="116" name="Oval 35">
            <a:extLst>
              <a:ext uri="{FF2B5EF4-FFF2-40B4-BE49-F238E27FC236}">
                <a16:creationId xmlns:a16="http://schemas.microsoft.com/office/drawing/2014/main" id="{CF3B612D-0B05-4B15-88DF-3FA6FF7114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9648" y="1354820"/>
            <a:ext cx="179388" cy="179387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8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7" name="Oval 35">
            <a:extLst>
              <a:ext uri="{FF2B5EF4-FFF2-40B4-BE49-F238E27FC236}">
                <a16:creationId xmlns:a16="http://schemas.microsoft.com/office/drawing/2014/main" id="{89B7FDE8-F64C-4A72-9EE6-FC30E9A29D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4682" y="1795683"/>
            <a:ext cx="179388" cy="179387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800" b="1" dirty="0">
                <a:solidFill>
                  <a:srgbClr val="FFFFFF"/>
                </a:solidFill>
              </a:rPr>
              <a:t>2-1</a:t>
            </a:r>
          </a:p>
        </p:txBody>
      </p:sp>
      <p:sp>
        <p:nvSpPr>
          <p:cNvPr id="118" name="Oval 35">
            <a:extLst>
              <a:ext uri="{FF2B5EF4-FFF2-40B4-BE49-F238E27FC236}">
                <a16:creationId xmlns:a16="http://schemas.microsoft.com/office/drawing/2014/main" id="{54281743-7C23-42C1-8C60-AECF5700D5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25837" y="1867408"/>
            <a:ext cx="179388" cy="179387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800" b="1" dirty="0">
                <a:solidFill>
                  <a:srgbClr val="FFFFFF"/>
                </a:solidFill>
              </a:rPr>
              <a:t>2-2</a:t>
            </a:r>
          </a:p>
        </p:txBody>
      </p:sp>
      <p:sp>
        <p:nvSpPr>
          <p:cNvPr id="120" name="Oval 35">
            <a:extLst>
              <a:ext uri="{FF2B5EF4-FFF2-40B4-BE49-F238E27FC236}">
                <a16:creationId xmlns:a16="http://schemas.microsoft.com/office/drawing/2014/main" id="{A23A116B-1EA7-448B-9F32-A6936C3C0E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5858" y="2372804"/>
            <a:ext cx="179388" cy="179387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8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1" name="Oval 35">
            <a:extLst>
              <a:ext uri="{FF2B5EF4-FFF2-40B4-BE49-F238E27FC236}">
                <a16:creationId xmlns:a16="http://schemas.microsoft.com/office/drawing/2014/main" id="{ACCAC991-A3CC-4DB6-9C00-798D10D527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5692" y="2346828"/>
            <a:ext cx="179388" cy="179387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800" b="1" dirty="0">
                <a:solidFill>
                  <a:srgbClr val="FFFFFF"/>
                </a:solidFill>
              </a:rPr>
              <a:t>3-1</a:t>
            </a:r>
          </a:p>
        </p:txBody>
      </p:sp>
      <p:sp>
        <p:nvSpPr>
          <p:cNvPr id="122" name="Oval 35">
            <a:extLst>
              <a:ext uri="{FF2B5EF4-FFF2-40B4-BE49-F238E27FC236}">
                <a16:creationId xmlns:a16="http://schemas.microsoft.com/office/drawing/2014/main" id="{9F4A0461-DB0E-4752-AD4A-A2F2E83BF3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8260" y="2364923"/>
            <a:ext cx="179388" cy="179387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800" b="1" dirty="0">
                <a:solidFill>
                  <a:srgbClr val="FFFFFF"/>
                </a:solidFill>
              </a:rPr>
              <a:t>3-2</a:t>
            </a:r>
          </a:p>
        </p:txBody>
      </p:sp>
      <p:sp>
        <p:nvSpPr>
          <p:cNvPr id="74" name="Text Box">
            <a:extLst>
              <a:ext uri="{FF2B5EF4-FFF2-40B4-BE49-F238E27FC236}">
                <a16:creationId xmlns:a16="http://schemas.microsoft.com/office/drawing/2014/main" id="{3F89476A-B9DB-4C8B-AC42-D94E46882544}"/>
              </a:ext>
            </a:extLst>
          </p:cNvPr>
          <p:cNvSpPr/>
          <p:nvPr/>
        </p:nvSpPr>
        <p:spPr>
          <a:xfrm>
            <a:off x="635274" y="1834305"/>
            <a:ext cx="3195405" cy="225703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22860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atinLnBrk="0"/>
            <a:endParaRPr lang="en-US" sz="800" dirty="0">
              <a:solidFill>
                <a:schemeClr val="bg1">
                  <a:lumMod val="50000"/>
                </a:schemeClr>
              </a:solidFill>
              <a:latin typeface="나눔고딕" pitchFamily="2" charset="-127"/>
              <a:ea typeface="나눔고딕" pitchFamily="2" charset="-127"/>
              <a:cs typeface="Segoe UI" panose="020B0502040204020203" pitchFamily="34" charset="0"/>
            </a:endParaRPr>
          </a:p>
        </p:txBody>
      </p:sp>
      <p:sp>
        <p:nvSpPr>
          <p:cNvPr id="75" name="Button">
            <a:extLst>
              <a:ext uri="{FF2B5EF4-FFF2-40B4-BE49-F238E27FC236}">
                <a16:creationId xmlns:a16="http://schemas.microsoft.com/office/drawing/2014/main" id="{A4AA150C-0107-4325-860D-ADDF3A557F6B}"/>
              </a:ext>
            </a:extLst>
          </p:cNvPr>
          <p:cNvSpPr>
            <a:spLocks/>
          </p:cNvSpPr>
          <p:nvPr/>
        </p:nvSpPr>
        <p:spPr bwMode="auto">
          <a:xfrm>
            <a:off x="3912818" y="1834305"/>
            <a:ext cx="497821" cy="209729"/>
          </a:xfrm>
          <a:prstGeom prst="roundRect">
            <a:avLst>
              <a:gd name="adj" fmla="val 8776"/>
            </a:avLst>
          </a:prstGeom>
          <a:solidFill>
            <a:schemeClr val="tx1">
              <a:lumMod val="65000"/>
              <a:lumOff val="35000"/>
            </a:schemeClr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700" dirty="0">
                <a:solidFill>
                  <a:prstClr val="white"/>
                </a:solidFill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검색</a:t>
            </a:r>
            <a:endParaRPr lang="en-US" sz="700" dirty="0">
              <a:solidFill>
                <a:prstClr val="white"/>
              </a:solidFill>
              <a:latin typeface="나눔고딕" pitchFamily="2" charset="-127"/>
              <a:ea typeface="나눔고딕" pitchFamily="2" charset="-127"/>
              <a:cs typeface="Segoe UI" panose="020B0502040204020203" pitchFamily="34" charset="0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99F574A8-B620-47C6-A8A5-DCFF253BF7B7}"/>
              </a:ext>
            </a:extLst>
          </p:cNvPr>
          <p:cNvSpPr/>
          <p:nvPr/>
        </p:nvSpPr>
        <p:spPr>
          <a:xfrm>
            <a:off x="4527906" y="2115341"/>
            <a:ext cx="276870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atinLnBrk="0"/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엑셀에서 </a:t>
            </a:r>
            <a:r>
              <a:rPr lang="ko-KR" altLang="en-US" sz="1000" dirty="0" err="1">
                <a:solidFill>
                  <a:schemeClr val="bg1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테이터를</a:t>
            </a: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 가져와 테이블에 적용합니다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.</a:t>
            </a:r>
          </a:p>
        </p:txBody>
      </p:sp>
      <p:sp>
        <p:nvSpPr>
          <p:cNvPr id="88" name="사각형: 둥근 모서리 87">
            <a:extLst>
              <a:ext uri="{FF2B5EF4-FFF2-40B4-BE49-F238E27FC236}">
                <a16:creationId xmlns:a16="http://schemas.microsoft.com/office/drawing/2014/main" id="{70476E45-6376-4EBE-AFA5-B2F33910D39A}"/>
              </a:ext>
            </a:extLst>
          </p:cNvPr>
          <p:cNvSpPr/>
          <p:nvPr/>
        </p:nvSpPr>
        <p:spPr>
          <a:xfrm>
            <a:off x="5016575" y="6301547"/>
            <a:ext cx="1528701" cy="23774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>
                <a:latin typeface="나눔고딕" pitchFamily="2" charset="-127"/>
                <a:ea typeface="나눔고딕" pitchFamily="2" charset="-127"/>
              </a:rPr>
              <a:t>보험료 조회 없이 카드 결제</a:t>
            </a:r>
          </a:p>
        </p:txBody>
      </p:sp>
      <p:sp>
        <p:nvSpPr>
          <p:cNvPr id="90" name="사각형: 둥근 모서리 89">
            <a:extLst>
              <a:ext uri="{FF2B5EF4-FFF2-40B4-BE49-F238E27FC236}">
                <a16:creationId xmlns:a16="http://schemas.microsoft.com/office/drawing/2014/main" id="{87B127CA-EB01-406A-BAEE-F47F43694AB8}"/>
              </a:ext>
            </a:extLst>
          </p:cNvPr>
          <p:cNvSpPr/>
          <p:nvPr/>
        </p:nvSpPr>
        <p:spPr>
          <a:xfrm>
            <a:off x="6635670" y="6301547"/>
            <a:ext cx="1729620" cy="23774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>
                <a:latin typeface="나눔고딕" pitchFamily="2" charset="-127"/>
                <a:ea typeface="나눔고딕" pitchFamily="2" charset="-127"/>
              </a:rPr>
              <a:t>보험료 조회 없이 </a:t>
            </a:r>
            <a:r>
              <a:rPr lang="ko-KR" altLang="en-US" sz="800" b="1" dirty="0" err="1">
                <a:latin typeface="나눔고딕" pitchFamily="2" charset="-127"/>
                <a:ea typeface="나눔고딕" pitchFamily="2" charset="-127"/>
              </a:rPr>
              <a:t>후정산</a:t>
            </a:r>
            <a:r>
              <a:rPr lang="ko-KR" altLang="en-US" sz="800" b="1" dirty="0">
                <a:latin typeface="나눔고딕" pitchFamily="2" charset="-127"/>
                <a:ea typeface="나눔고딕" pitchFamily="2" charset="-127"/>
              </a:rPr>
              <a:t> 청약하기</a:t>
            </a: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DC4C6394-0CAB-480D-9A7E-2590C2FA09D5}"/>
              </a:ext>
            </a:extLst>
          </p:cNvPr>
          <p:cNvSpPr/>
          <p:nvPr/>
        </p:nvSpPr>
        <p:spPr>
          <a:xfrm>
            <a:off x="404237" y="4400471"/>
            <a:ext cx="8009071" cy="180775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DF4D625F-757D-4091-BD92-113D4DAA02A7}"/>
              </a:ext>
            </a:extLst>
          </p:cNvPr>
          <p:cNvSpPr/>
          <p:nvPr/>
        </p:nvSpPr>
        <p:spPr>
          <a:xfrm>
            <a:off x="404237" y="4400471"/>
            <a:ext cx="8009071" cy="4180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45738D38-F195-4C58-889B-E206D8F64CC5}"/>
              </a:ext>
            </a:extLst>
          </p:cNvPr>
          <p:cNvSpPr/>
          <p:nvPr/>
        </p:nvSpPr>
        <p:spPr>
          <a:xfrm>
            <a:off x="404237" y="4441524"/>
            <a:ext cx="247137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나눔고딕" pitchFamily="2" charset="-127"/>
                <a:ea typeface="나눔고딕" pitchFamily="2" charset="-127"/>
              </a:rPr>
              <a:t>보험료 선택</a:t>
            </a:r>
          </a:p>
        </p:txBody>
      </p:sp>
      <p:sp>
        <p:nvSpPr>
          <p:cNvPr id="106" name="사각형: 둥근 모서리 105">
            <a:extLst>
              <a:ext uri="{FF2B5EF4-FFF2-40B4-BE49-F238E27FC236}">
                <a16:creationId xmlns:a16="http://schemas.microsoft.com/office/drawing/2014/main" id="{6AAF9CC2-9F1F-4ECD-87C1-051E41909724}"/>
              </a:ext>
            </a:extLst>
          </p:cNvPr>
          <p:cNvSpPr/>
          <p:nvPr/>
        </p:nvSpPr>
        <p:spPr>
          <a:xfrm>
            <a:off x="530808" y="4885989"/>
            <a:ext cx="1534826" cy="1243692"/>
          </a:xfrm>
          <a:prstGeom prst="roundRect">
            <a:avLst>
              <a:gd name="adj" fmla="val 445"/>
            </a:avLst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13" name="Text Box">
            <a:extLst>
              <a:ext uri="{FF2B5EF4-FFF2-40B4-BE49-F238E27FC236}">
                <a16:creationId xmlns:a16="http://schemas.microsoft.com/office/drawing/2014/main" id="{F01E4804-0440-4D87-AC7C-D2FDB671914A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573944" y="5263963"/>
            <a:ext cx="1449423" cy="225703"/>
          </a:xfrm>
          <a:prstGeom prst="rect">
            <a:avLst/>
          </a:prstGeom>
          <a:solidFill>
            <a:schemeClr val="accent1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256032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A-2</a:t>
            </a:r>
          </a:p>
        </p:txBody>
      </p:sp>
      <p:sp>
        <p:nvSpPr>
          <p:cNvPr id="115" name="Text Box">
            <a:extLst>
              <a:ext uri="{FF2B5EF4-FFF2-40B4-BE49-F238E27FC236}">
                <a16:creationId xmlns:a16="http://schemas.microsoft.com/office/drawing/2014/main" id="{5334811B-7A08-4943-ABB6-54B66F509EFE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573943" y="5542745"/>
            <a:ext cx="1449423" cy="225703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256032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A1-2</a:t>
            </a:r>
          </a:p>
        </p:txBody>
      </p:sp>
      <p:sp>
        <p:nvSpPr>
          <p:cNvPr id="123" name="Text Box">
            <a:extLst>
              <a:ext uri="{FF2B5EF4-FFF2-40B4-BE49-F238E27FC236}">
                <a16:creationId xmlns:a16="http://schemas.microsoft.com/office/drawing/2014/main" id="{649CD04F-A331-4612-97D5-2435FB5E258A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573944" y="5813763"/>
            <a:ext cx="1449423" cy="225703"/>
          </a:xfrm>
          <a:prstGeom prst="rect">
            <a:avLst/>
          </a:prstGeom>
          <a:solidFill>
            <a:schemeClr val="bg1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256032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A0-3</a:t>
            </a:r>
          </a:p>
        </p:txBody>
      </p: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1DC99F8E-8090-44D1-8275-C9EA0F681C40}"/>
              </a:ext>
            </a:extLst>
          </p:cNvPr>
          <p:cNvSpPr/>
          <p:nvPr/>
        </p:nvSpPr>
        <p:spPr>
          <a:xfrm>
            <a:off x="3132907" y="6205808"/>
            <a:ext cx="5124660" cy="3370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>
                <a:latin typeface="나눔고딕" pitchFamily="2" charset="-127"/>
                <a:ea typeface="나눔고딕" pitchFamily="2" charset="-127"/>
              </a:rPr>
              <a:t>총 납입보험료 </a:t>
            </a:r>
            <a:r>
              <a:rPr lang="en-US" altLang="ko-KR" sz="1200" b="1" dirty="0">
                <a:latin typeface="나눔고딕" pitchFamily="2" charset="-127"/>
                <a:ea typeface="나눔고딕" pitchFamily="2" charset="-127"/>
              </a:rPr>
              <a:t>: 31,000</a:t>
            </a:r>
            <a:r>
              <a:rPr lang="ko-KR" altLang="en-US" sz="1200" b="1" dirty="0">
                <a:latin typeface="나눔고딕" pitchFamily="2" charset="-127"/>
                <a:ea typeface="나눔고딕" pitchFamily="2" charset="-127"/>
              </a:rPr>
              <a:t>원</a:t>
            </a:r>
            <a:endParaRPr lang="ko-KR" altLang="en-US" sz="12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ACD873FB-578A-4DA4-A127-EDCCD14580C1}"/>
              </a:ext>
            </a:extLst>
          </p:cNvPr>
          <p:cNvSpPr/>
          <p:nvPr/>
        </p:nvSpPr>
        <p:spPr>
          <a:xfrm>
            <a:off x="528460" y="4850357"/>
            <a:ext cx="1397414" cy="275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latin typeface="나눔고딕" pitchFamily="2" charset="-127"/>
                <a:ea typeface="나눔고딕" pitchFamily="2" charset="-127"/>
              </a:rPr>
              <a:t>홍민 </a:t>
            </a:r>
            <a:r>
              <a:rPr lang="en-US" altLang="ko-KR" sz="900" b="1" dirty="0">
                <a:latin typeface="나눔고딕" pitchFamily="2" charset="-127"/>
                <a:ea typeface="나눔고딕" pitchFamily="2" charset="-127"/>
              </a:rPr>
              <a:t>: 910125-111111</a:t>
            </a:r>
            <a:endParaRPr lang="ko-KR" altLang="en-US" sz="12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27" name="사각형: 둥근 모서리 126">
            <a:extLst>
              <a:ext uri="{FF2B5EF4-FFF2-40B4-BE49-F238E27FC236}">
                <a16:creationId xmlns:a16="http://schemas.microsoft.com/office/drawing/2014/main" id="{A81560E9-D777-4C23-B5D9-06E6BD32E12E}"/>
              </a:ext>
            </a:extLst>
          </p:cNvPr>
          <p:cNvSpPr/>
          <p:nvPr/>
        </p:nvSpPr>
        <p:spPr>
          <a:xfrm>
            <a:off x="2261706" y="4888006"/>
            <a:ext cx="1534826" cy="1243692"/>
          </a:xfrm>
          <a:prstGeom prst="roundRect">
            <a:avLst>
              <a:gd name="adj" fmla="val 445"/>
            </a:avLst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28" name="Text Box">
            <a:extLst>
              <a:ext uri="{FF2B5EF4-FFF2-40B4-BE49-F238E27FC236}">
                <a16:creationId xmlns:a16="http://schemas.microsoft.com/office/drawing/2014/main" id="{7E1DB8D8-0C43-44C6-8F46-E7A6913FB7F6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2305383" y="5274502"/>
            <a:ext cx="1449423" cy="225703"/>
          </a:xfrm>
          <a:prstGeom prst="rect">
            <a:avLst/>
          </a:prstGeom>
          <a:solidFill>
            <a:schemeClr val="accent1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256032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A-2</a:t>
            </a:r>
          </a:p>
        </p:txBody>
      </p:sp>
      <p:sp>
        <p:nvSpPr>
          <p:cNvPr id="129" name="Text Box">
            <a:extLst>
              <a:ext uri="{FF2B5EF4-FFF2-40B4-BE49-F238E27FC236}">
                <a16:creationId xmlns:a16="http://schemas.microsoft.com/office/drawing/2014/main" id="{B7751BF1-7288-4052-8410-CB3D179637FC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2305382" y="5553284"/>
            <a:ext cx="1449423" cy="225703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256032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A1-2</a:t>
            </a:r>
          </a:p>
        </p:txBody>
      </p:sp>
      <p:sp>
        <p:nvSpPr>
          <p:cNvPr id="130" name="Text Box">
            <a:extLst>
              <a:ext uri="{FF2B5EF4-FFF2-40B4-BE49-F238E27FC236}">
                <a16:creationId xmlns:a16="http://schemas.microsoft.com/office/drawing/2014/main" id="{975CDC01-BDD5-45CD-A2BC-3F0538D7C1A3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2305383" y="5824302"/>
            <a:ext cx="1449423" cy="225703"/>
          </a:xfrm>
          <a:prstGeom prst="rect">
            <a:avLst/>
          </a:prstGeom>
          <a:solidFill>
            <a:schemeClr val="bg1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256032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A0-3</a:t>
            </a:r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C41754E4-D6ED-469B-A9A0-85A4F5B062D8}"/>
              </a:ext>
            </a:extLst>
          </p:cNvPr>
          <p:cNvSpPr/>
          <p:nvPr/>
        </p:nvSpPr>
        <p:spPr>
          <a:xfrm>
            <a:off x="2232976" y="4860617"/>
            <a:ext cx="1397414" cy="275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latin typeface="나눔고딕" pitchFamily="2" charset="-127"/>
                <a:ea typeface="나눔고딕" pitchFamily="2" charset="-127"/>
              </a:rPr>
              <a:t>홍길동</a:t>
            </a:r>
            <a:endParaRPr lang="ko-KR" altLang="en-US" sz="12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33" name="사각형: 둥근 모서리 132">
            <a:extLst>
              <a:ext uri="{FF2B5EF4-FFF2-40B4-BE49-F238E27FC236}">
                <a16:creationId xmlns:a16="http://schemas.microsoft.com/office/drawing/2014/main" id="{047A5956-4BE0-469D-8CE5-52F89A9303BD}"/>
              </a:ext>
            </a:extLst>
          </p:cNvPr>
          <p:cNvSpPr/>
          <p:nvPr/>
        </p:nvSpPr>
        <p:spPr>
          <a:xfrm>
            <a:off x="4030402" y="4875747"/>
            <a:ext cx="1534826" cy="1243692"/>
          </a:xfrm>
          <a:prstGeom prst="roundRect">
            <a:avLst>
              <a:gd name="adj" fmla="val 445"/>
            </a:avLst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38" name="직사각형 137">
            <a:extLst>
              <a:ext uri="{FF2B5EF4-FFF2-40B4-BE49-F238E27FC236}">
                <a16:creationId xmlns:a16="http://schemas.microsoft.com/office/drawing/2014/main" id="{60741006-01F0-4220-ACCF-8067D47F670F}"/>
              </a:ext>
            </a:extLst>
          </p:cNvPr>
          <p:cNvSpPr/>
          <p:nvPr/>
        </p:nvSpPr>
        <p:spPr>
          <a:xfrm>
            <a:off x="4030601" y="4849145"/>
            <a:ext cx="1421690" cy="27584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latin typeface="나눔고딕" pitchFamily="2" charset="-127"/>
                <a:ea typeface="나눔고딕" pitchFamily="2" charset="-127"/>
              </a:rPr>
              <a:t>홍순</a:t>
            </a:r>
            <a:endParaRPr lang="ko-KR" altLang="en-US" sz="12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39" name="사각형: 둥근 모서리 138">
            <a:extLst>
              <a:ext uri="{FF2B5EF4-FFF2-40B4-BE49-F238E27FC236}">
                <a16:creationId xmlns:a16="http://schemas.microsoft.com/office/drawing/2014/main" id="{63B9C0CE-8DD8-4A5B-BCD8-9F1B24E64433}"/>
              </a:ext>
            </a:extLst>
          </p:cNvPr>
          <p:cNvSpPr/>
          <p:nvPr/>
        </p:nvSpPr>
        <p:spPr>
          <a:xfrm>
            <a:off x="5760589" y="4874027"/>
            <a:ext cx="1534826" cy="1243692"/>
          </a:xfrm>
          <a:prstGeom prst="roundRect">
            <a:avLst>
              <a:gd name="adj" fmla="val 445"/>
            </a:avLst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38294A9D-04CB-47EE-AACD-789215123722}"/>
              </a:ext>
            </a:extLst>
          </p:cNvPr>
          <p:cNvSpPr/>
          <p:nvPr/>
        </p:nvSpPr>
        <p:spPr>
          <a:xfrm>
            <a:off x="5766030" y="4849144"/>
            <a:ext cx="1397414" cy="27584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latin typeface="나눔고딕" pitchFamily="2" charset="-127"/>
                <a:ea typeface="나눔고딕" pitchFamily="2" charset="-127"/>
              </a:rPr>
              <a:t>홍진호</a:t>
            </a:r>
            <a:endParaRPr lang="ko-KR" altLang="en-US" sz="1200" dirty="0">
              <a:latin typeface="나눔고딕" pitchFamily="2" charset="-127"/>
              <a:ea typeface="나눔고딕" pitchFamily="2" charset="-127"/>
            </a:endParaRPr>
          </a:p>
        </p:txBody>
      </p:sp>
      <p:grpSp>
        <p:nvGrpSpPr>
          <p:cNvPr id="149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C7E249E0-4CED-4901-AE29-6597582AB012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608414" y="2833319"/>
            <a:ext cx="131556" cy="131556"/>
            <a:chOff x="554563" y="2632644"/>
            <a:chExt cx="131556" cy="131556"/>
          </a:xfrm>
        </p:grpSpPr>
        <p:sp>
          <p:nvSpPr>
            <p:cNvPr id="150" name="Box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2F0AD723-4ECC-4DB1-B04E-E19EA05FE3C2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151" name="Check" descr="&lt;SmartSettings&gt;&lt;SmartResize anchorLeft=&quot;Absolute&quot; anchorTop=&quot;None&quot; anchorRight=&quot;None&quot; anchorBottom=&quot;None&quot; /&gt;&lt;/SmartSettings&gt;" hidden="1">
              <a:extLst>
                <a:ext uri="{FF2B5EF4-FFF2-40B4-BE49-F238E27FC236}">
                  <a16:creationId xmlns:a16="http://schemas.microsoft.com/office/drawing/2014/main" id="{B53B68A7-A893-4846-A28C-1BE239EA5285}"/>
                </a:ext>
              </a:extLst>
            </p:cNvPr>
            <p:cNvSpPr>
              <a:spLocks noEditPoints="1"/>
            </p:cNvSpPr>
            <p:nvPr>
              <p:custDataLst>
                <p:tags r:id="rId28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152" name="Accept">
            <a:extLst>
              <a:ext uri="{FF2B5EF4-FFF2-40B4-BE49-F238E27FC236}">
                <a16:creationId xmlns:a16="http://schemas.microsoft.com/office/drawing/2014/main" id="{6C4D2558-8FFC-4F84-B636-DA68CBA6D544}"/>
              </a:ext>
            </a:extLst>
          </p:cNvPr>
          <p:cNvSpPr>
            <a:spLocks noChangeAspect="1"/>
          </p:cNvSpPr>
          <p:nvPr/>
        </p:nvSpPr>
        <p:spPr bwMode="auto">
          <a:xfrm>
            <a:off x="644779" y="2869691"/>
            <a:ext cx="58826" cy="52208"/>
          </a:xfrm>
          <a:custGeom>
            <a:avLst/>
            <a:gdLst>
              <a:gd name="T0" fmla="*/ 504 w 525"/>
              <a:gd name="T1" fmla="*/ 3 h 467"/>
              <a:gd name="T2" fmla="*/ 495 w 525"/>
              <a:gd name="T3" fmla="*/ 9 h 467"/>
              <a:gd name="T4" fmla="*/ 223 w 525"/>
              <a:gd name="T5" fmla="*/ 431 h 467"/>
              <a:gd name="T6" fmla="*/ 35 w 525"/>
              <a:gd name="T7" fmla="*/ 262 h 467"/>
              <a:gd name="T8" fmla="*/ 18 w 525"/>
              <a:gd name="T9" fmla="*/ 282 h 467"/>
              <a:gd name="T10" fmla="*/ 217 w 525"/>
              <a:gd name="T11" fmla="*/ 462 h 467"/>
              <a:gd name="T12" fmla="*/ 237 w 525"/>
              <a:gd name="T13" fmla="*/ 459 h 467"/>
              <a:gd name="T14" fmla="*/ 518 w 525"/>
              <a:gd name="T15" fmla="*/ 23 h 467"/>
              <a:gd name="T16" fmla="*/ 504 w 525"/>
              <a:gd name="T17" fmla="*/ 3 h 4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25" h="467">
                <a:moveTo>
                  <a:pt x="504" y="3"/>
                </a:moveTo>
                <a:cubicBezTo>
                  <a:pt x="500" y="3"/>
                  <a:pt x="497" y="6"/>
                  <a:pt x="495" y="9"/>
                </a:cubicBezTo>
                <a:lnTo>
                  <a:pt x="223" y="431"/>
                </a:lnTo>
                <a:lnTo>
                  <a:pt x="35" y="262"/>
                </a:lnTo>
                <a:cubicBezTo>
                  <a:pt x="22" y="245"/>
                  <a:pt x="0" y="271"/>
                  <a:pt x="18" y="282"/>
                </a:cubicBezTo>
                <a:lnTo>
                  <a:pt x="217" y="462"/>
                </a:lnTo>
                <a:cubicBezTo>
                  <a:pt x="223" y="467"/>
                  <a:pt x="232" y="466"/>
                  <a:pt x="237" y="459"/>
                </a:cubicBezTo>
                <a:lnTo>
                  <a:pt x="518" y="23"/>
                </a:lnTo>
                <a:cubicBezTo>
                  <a:pt x="525" y="13"/>
                  <a:pt x="515" y="0"/>
                  <a:pt x="504" y="3"/>
                </a:cubicBezTo>
                <a:close/>
              </a:path>
            </a:pathLst>
          </a:cu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b="1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53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09A52F57-E35C-4C96-ACAA-2FDD7E3420C8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608414" y="3111879"/>
            <a:ext cx="131556" cy="131556"/>
            <a:chOff x="554563" y="2632644"/>
            <a:chExt cx="131556" cy="131556"/>
          </a:xfrm>
        </p:grpSpPr>
        <p:sp>
          <p:nvSpPr>
            <p:cNvPr id="154" name="Box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87B61106-66DB-47F4-97DF-5FB55A7B6E43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155" name="Check" descr="&lt;SmartSettings&gt;&lt;SmartResize anchorLeft=&quot;Absolute&quot; anchorTop=&quot;None&quot; anchorRight=&quot;None&quot; anchorBottom=&quot;None&quot; /&gt;&lt;/SmartSettings&gt;" hidden="1">
              <a:extLst>
                <a:ext uri="{FF2B5EF4-FFF2-40B4-BE49-F238E27FC236}">
                  <a16:creationId xmlns:a16="http://schemas.microsoft.com/office/drawing/2014/main" id="{EE1294ED-465D-4BE7-BA50-16BFD8A64184}"/>
                </a:ext>
              </a:extLst>
            </p:cNvPr>
            <p:cNvSpPr>
              <a:spLocks noEditPoints="1"/>
            </p:cNvSpPr>
            <p:nvPr>
              <p:custDataLst>
                <p:tags r:id="rId26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156" name="Accept">
            <a:extLst>
              <a:ext uri="{FF2B5EF4-FFF2-40B4-BE49-F238E27FC236}">
                <a16:creationId xmlns:a16="http://schemas.microsoft.com/office/drawing/2014/main" id="{34B59F11-2627-4BC5-9F73-9E59750EE1E9}"/>
              </a:ext>
            </a:extLst>
          </p:cNvPr>
          <p:cNvSpPr>
            <a:spLocks noChangeAspect="1"/>
          </p:cNvSpPr>
          <p:nvPr/>
        </p:nvSpPr>
        <p:spPr bwMode="auto">
          <a:xfrm>
            <a:off x="644779" y="3148251"/>
            <a:ext cx="58826" cy="52208"/>
          </a:xfrm>
          <a:custGeom>
            <a:avLst/>
            <a:gdLst>
              <a:gd name="T0" fmla="*/ 504 w 525"/>
              <a:gd name="T1" fmla="*/ 3 h 467"/>
              <a:gd name="T2" fmla="*/ 495 w 525"/>
              <a:gd name="T3" fmla="*/ 9 h 467"/>
              <a:gd name="T4" fmla="*/ 223 w 525"/>
              <a:gd name="T5" fmla="*/ 431 h 467"/>
              <a:gd name="T6" fmla="*/ 35 w 525"/>
              <a:gd name="T7" fmla="*/ 262 h 467"/>
              <a:gd name="T8" fmla="*/ 18 w 525"/>
              <a:gd name="T9" fmla="*/ 282 h 467"/>
              <a:gd name="T10" fmla="*/ 217 w 525"/>
              <a:gd name="T11" fmla="*/ 462 h 467"/>
              <a:gd name="T12" fmla="*/ 237 w 525"/>
              <a:gd name="T13" fmla="*/ 459 h 467"/>
              <a:gd name="T14" fmla="*/ 518 w 525"/>
              <a:gd name="T15" fmla="*/ 23 h 467"/>
              <a:gd name="T16" fmla="*/ 504 w 525"/>
              <a:gd name="T17" fmla="*/ 3 h 4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25" h="467">
                <a:moveTo>
                  <a:pt x="504" y="3"/>
                </a:moveTo>
                <a:cubicBezTo>
                  <a:pt x="500" y="3"/>
                  <a:pt x="497" y="6"/>
                  <a:pt x="495" y="9"/>
                </a:cubicBezTo>
                <a:lnTo>
                  <a:pt x="223" y="431"/>
                </a:lnTo>
                <a:lnTo>
                  <a:pt x="35" y="262"/>
                </a:lnTo>
                <a:cubicBezTo>
                  <a:pt x="22" y="245"/>
                  <a:pt x="0" y="271"/>
                  <a:pt x="18" y="282"/>
                </a:cubicBezTo>
                <a:lnTo>
                  <a:pt x="217" y="462"/>
                </a:lnTo>
                <a:cubicBezTo>
                  <a:pt x="223" y="467"/>
                  <a:pt x="232" y="466"/>
                  <a:pt x="237" y="459"/>
                </a:cubicBezTo>
                <a:lnTo>
                  <a:pt x="518" y="23"/>
                </a:lnTo>
                <a:cubicBezTo>
                  <a:pt x="525" y="13"/>
                  <a:pt x="515" y="0"/>
                  <a:pt x="504" y="3"/>
                </a:cubicBezTo>
                <a:close/>
              </a:path>
            </a:pathLst>
          </a:cu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b="1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57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09632191-9D0E-48BB-B74D-7D47D31D34AC}"/>
              </a:ext>
            </a:extLst>
          </p:cNvPr>
          <p:cNvGrpSpPr/>
          <p:nvPr>
            <p:custDataLst>
              <p:tags r:id="rId13"/>
            </p:custDataLst>
          </p:nvPr>
        </p:nvGrpSpPr>
        <p:grpSpPr>
          <a:xfrm>
            <a:off x="608414" y="3401245"/>
            <a:ext cx="131556" cy="131556"/>
            <a:chOff x="554563" y="2632644"/>
            <a:chExt cx="131556" cy="131556"/>
          </a:xfrm>
        </p:grpSpPr>
        <p:sp>
          <p:nvSpPr>
            <p:cNvPr id="158" name="Box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37BD65EC-D825-44D1-AB2F-BA6E12AF2E2B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159" name="Check" descr="&lt;SmartSettings&gt;&lt;SmartResize anchorLeft=&quot;Absolute&quot; anchorTop=&quot;None&quot; anchorRight=&quot;None&quot; anchorBottom=&quot;None&quot; /&gt;&lt;/SmartSettings&gt;" hidden="1">
              <a:extLst>
                <a:ext uri="{FF2B5EF4-FFF2-40B4-BE49-F238E27FC236}">
                  <a16:creationId xmlns:a16="http://schemas.microsoft.com/office/drawing/2014/main" id="{926F79E2-D37D-41AE-8E13-037E4F696915}"/>
                </a:ext>
              </a:extLst>
            </p:cNvPr>
            <p:cNvSpPr>
              <a:spLocks noEditPoints="1"/>
            </p:cNvSpPr>
            <p:nvPr>
              <p:custDataLst>
                <p:tags r:id="rId24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160" name="Accept">
            <a:extLst>
              <a:ext uri="{FF2B5EF4-FFF2-40B4-BE49-F238E27FC236}">
                <a16:creationId xmlns:a16="http://schemas.microsoft.com/office/drawing/2014/main" id="{AC04235D-C8B3-4663-ACAD-639F04687C7D}"/>
              </a:ext>
            </a:extLst>
          </p:cNvPr>
          <p:cNvSpPr>
            <a:spLocks noChangeAspect="1"/>
          </p:cNvSpPr>
          <p:nvPr/>
        </p:nvSpPr>
        <p:spPr bwMode="auto">
          <a:xfrm>
            <a:off x="644779" y="3437617"/>
            <a:ext cx="58826" cy="52208"/>
          </a:xfrm>
          <a:custGeom>
            <a:avLst/>
            <a:gdLst>
              <a:gd name="T0" fmla="*/ 504 w 525"/>
              <a:gd name="T1" fmla="*/ 3 h 467"/>
              <a:gd name="T2" fmla="*/ 495 w 525"/>
              <a:gd name="T3" fmla="*/ 9 h 467"/>
              <a:gd name="T4" fmla="*/ 223 w 525"/>
              <a:gd name="T5" fmla="*/ 431 h 467"/>
              <a:gd name="T6" fmla="*/ 35 w 525"/>
              <a:gd name="T7" fmla="*/ 262 h 467"/>
              <a:gd name="T8" fmla="*/ 18 w 525"/>
              <a:gd name="T9" fmla="*/ 282 h 467"/>
              <a:gd name="T10" fmla="*/ 217 w 525"/>
              <a:gd name="T11" fmla="*/ 462 h 467"/>
              <a:gd name="T12" fmla="*/ 237 w 525"/>
              <a:gd name="T13" fmla="*/ 459 h 467"/>
              <a:gd name="T14" fmla="*/ 518 w 525"/>
              <a:gd name="T15" fmla="*/ 23 h 467"/>
              <a:gd name="T16" fmla="*/ 504 w 525"/>
              <a:gd name="T17" fmla="*/ 3 h 4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25" h="467">
                <a:moveTo>
                  <a:pt x="504" y="3"/>
                </a:moveTo>
                <a:cubicBezTo>
                  <a:pt x="500" y="3"/>
                  <a:pt x="497" y="6"/>
                  <a:pt x="495" y="9"/>
                </a:cubicBezTo>
                <a:lnTo>
                  <a:pt x="223" y="431"/>
                </a:lnTo>
                <a:lnTo>
                  <a:pt x="35" y="262"/>
                </a:lnTo>
                <a:cubicBezTo>
                  <a:pt x="22" y="245"/>
                  <a:pt x="0" y="271"/>
                  <a:pt x="18" y="282"/>
                </a:cubicBezTo>
                <a:lnTo>
                  <a:pt x="217" y="462"/>
                </a:lnTo>
                <a:cubicBezTo>
                  <a:pt x="223" y="467"/>
                  <a:pt x="232" y="466"/>
                  <a:pt x="237" y="459"/>
                </a:cubicBezTo>
                <a:lnTo>
                  <a:pt x="518" y="23"/>
                </a:lnTo>
                <a:cubicBezTo>
                  <a:pt x="525" y="13"/>
                  <a:pt x="515" y="0"/>
                  <a:pt x="504" y="3"/>
                </a:cubicBezTo>
                <a:close/>
              </a:path>
            </a:pathLst>
          </a:cu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b="1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61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67B4EAD9-06C6-4889-9D7D-1EDD72CB17F5}"/>
              </a:ext>
            </a:extLst>
          </p:cNvPr>
          <p:cNvGrpSpPr/>
          <p:nvPr>
            <p:custDataLst>
              <p:tags r:id="rId14"/>
            </p:custDataLst>
          </p:nvPr>
        </p:nvGrpSpPr>
        <p:grpSpPr>
          <a:xfrm>
            <a:off x="608414" y="3719318"/>
            <a:ext cx="131556" cy="131556"/>
            <a:chOff x="554563" y="2632644"/>
            <a:chExt cx="131556" cy="131556"/>
          </a:xfrm>
        </p:grpSpPr>
        <p:sp>
          <p:nvSpPr>
            <p:cNvPr id="162" name="Box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3720D91D-8811-4A34-82C4-5CC12AB5E033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163" name="Check" descr="&lt;SmartSettings&gt;&lt;SmartResize anchorLeft=&quot;Absolute&quot; anchorTop=&quot;None&quot; anchorRight=&quot;None&quot; anchorBottom=&quot;None&quot; /&gt;&lt;/SmartSettings&gt;" hidden="1">
              <a:extLst>
                <a:ext uri="{FF2B5EF4-FFF2-40B4-BE49-F238E27FC236}">
                  <a16:creationId xmlns:a16="http://schemas.microsoft.com/office/drawing/2014/main" id="{30414803-B158-42BF-9A7A-7D7B58E5111D}"/>
                </a:ext>
              </a:extLst>
            </p:cNvPr>
            <p:cNvSpPr>
              <a:spLocks noEditPoints="1"/>
            </p:cNvSpPr>
            <p:nvPr>
              <p:custDataLst>
                <p:tags r:id="rId22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164" name="Accept">
            <a:extLst>
              <a:ext uri="{FF2B5EF4-FFF2-40B4-BE49-F238E27FC236}">
                <a16:creationId xmlns:a16="http://schemas.microsoft.com/office/drawing/2014/main" id="{4E4FA282-6682-4887-9BAE-99F4E917FB4F}"/>
              </a:ext>
            </a:extLst>
          </p:cNvPr>
          <p:cNvSpPr>
            <a:spLocks noChangeAspect="1"/>
          </p:cNvSpPr>
          <p:nvPr/>
        </p:nvSpPr>
        <p:spPr bwMode="auto">
          <a:xfrm>
            <a:off x="644779" y="3755690"/>
            <a:ext cx="58826" cy="52208"/>
          </a:xfrm>
          <a:custGeom>
            <a:avLst/>
            <a:gdLst>
              <a:gd name="T0" fmla="*/ 504 w 525"/>
              <a:gd name="T1" fmla="*/ 3 h 467"/>
              <a:gd name="T2" fmla="*/ 495 w 525"/>
              <a:gd name="T3" fmla="*/ 9 h 467"/>
              <a:gd name="T4" fmla="*/ 223 w 525"/>
              <a:gd name="T5" fmla="*/ 431 h 467"/>
              <a:gd name="T6" fmla="*/ 35 w 525"/>
              <a:gd name="T7" fmla="*/ 262 h 467"/>
              <a:gd name="T8" fmla="*/ 18 w 525"/>
              <a:gd name="T9" fmla="*/ 282 h 467"/>
              <a:gd name="T10" fmla="*/ 217 w 525"/>
              <a:gd name="T11" fmla="*/ 462 h 467"/>
              <a:gd name="T12" fmla="*/ 237 w 525"/>
              <a:gd name="T13" fmla="*/ 459 h 467"/>
              <a:gd name="T14" fmla="*/ 518 w 525"/>
              <a:gd name="T15" fmla="*/ 23 h 467"/>
              <a:gd name="T16" fmla="*/ 504 w 525"/>
              <a:gd name="T17" fmla="*/ 3 h 4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25" h="467">
                <a:moveTo>
                  <a:pt x="504" y="3"/>
                </a:moveTo>
                <a:cubicBezTo>
                  <a:pt x="500" y="3"/>
                  <a:pt x="497" y="6"/>
                  <a:pt x="495" y="9"/>
                </a:cubicBezTo>
                <a:lnTo>
                  <a:pt x="223" y="431"/>
                </a:lnTo>
                <a:lnTo>
                  <a:pt x="35" y="262"/>
                </a:lnTo>
                <a:cubicBezTo>
                  <a:pt x="22" y="245"/>
                  <a:pt x="0" y="271"/>
                  <a:pt x="18" y="282"/>
                </a:cubicBezTo>
                <a:lnTo>
                  <a:pt x="217" y="462"/>
                </a:lnTo>
                <a:cubicBezTo>
                  <a:pt x="223" y="467"/>
                  <a:pt x="232" y="466"/>
                  <a:pt x="237" y="459"/>
                </a:cubicBezTo>
                <a:lnTo>
                  <a:pt x="518" y="23"/>
                </a:lnTo>
                <a:cubicBezTo>
                  <a:pt x="525" y="13"/>
                  <a:pt x="515" y="0"/>
                  <a:pt x="504" y="3"/>
                </a:cubicBezTo>
                <a:close/>
              </a:path>
            </a:pathLst>
          </a:cu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b="1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65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363FD023-C173-435C-8F15-DD529135C442}"/>
              </a:ext>
            </a:extLst>
          </p:cNvPr>
          <p:cNvGrpSpPr/>
          <p:nvPr>
            <p:custDataLst>
              <p:tags r:id="rId15"/>
            </p:custDataLst>
          </p:nvPr>
        </p:nvGrpSpPr>
        <p:grpSpPr>
          <a:xfrm>
            <a:off x="608414" y="4000233"/>
            <a:ext cx="131556" cy="131556"/>
            <a:chOff x="554563" y="2632644"/>
            <a:chExt cx="131556" cy="131556"/>
          </a:xfrm>
        </p:grpSpPr>
        <p:sp>
          <p:nvSpPr>
            <p:cNvPr id="166" name="Box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C4492B02-6547-44DE-AF9B-BE7CEABBC217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167" name="Check" descr="&lt;SmartSettings&gt;&lt;SmartResize anchorLeft=&quot;Absolute&quot; anchorTop=&quot;None&quot; anchorRight=&quot;None&quot; anchorBottom=&quot;None&quot; /&gt;&lt;/SmartSettings&gt;" hidden="1">
              <a:extLst>
                <a:ext uri="{FF2B5EF4-FFF2-40B4-BE49-F238E27FC236}">
                  <a16:creationId xmlns:a16="http://schemas.microsoft.com/office/drawing/2014/main" id="{30BEC20E-663F-49BF-A0D0-24101203301D}"/>
                </a:ext>
              </a:extLst>
            </p:cNvPr>
            <p:cNvSpPr>
              <a:spLocks noEditPoints="1"/>
            </p:cNvSpPr>
            <p:nvPr>
              <p:custDataLst>
                <p:tags r:id="rId20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168" name="Accept">
            <a:extLst>
              <a:ext uri="{FF2B5EF4-FFF2-40B4-BE49-F238E27FC236}">
                <a16:creationId xmlns:a16="http://schemas.microsoft.com/office/drawing/2014/main" id="{FEDC595A-5E57-4427-90B6-AB9E643F72E5}"/>
              </a:ext>
            </a:extLst>
          </p:cNvPr>
          <p:cNvSpPr>
            <a:spLocks noChangeAspect="1"/>
          </p:cNvSpPr>
          <p:nvPr/>
        </p:nvSpPr>
        <p:spPr bwMode="auto">
          <a:xfrm>
            <a:off x="644779" y="4036605"/>
            <a:ext cx="58826" cy="52208"/>
          </a:xfrm>
          <a:custGeom>
            <a:avLst/>
            <a:gdLst>
              <a:gd name="T0" fmla="*/ 504 w 525"/>
              <a:gd name="T1" fmla="*/ 3 h 467"/>
              <a:gd name="T2" fmla="*/ 495 w 525"/>
              <a:gd name="T3" fmla="*/ 9 h 467"/>
              <a:gd name="T4" fmla="*/ 223 w 525"/>
              <a:gd name="T5" fmla="*/ 431 h 467"/>
              <a:gd name="T6" fmla="*/ 35 w 525"/>
              <a:gd name="T7" fmla="*/ 262 h 467"/>
              <a:gd name="T8" fmla="*/ 18 w 525"/>
              <a:gd name="T9" fmla="*/ 282 h 467"/>
              <a:gd name="T10" fmla="*/ 217 w 525"/>
              <a:gd name="T11" fmla="*/ 462 h 467"/>
              <a:gd name="T12" fmla="*/ 237 w 525"/>
              <a:gd name="T13" fmla="*/ 459 h 467"/>
              <a:gd name="T14" fmla="*/ 518 w 525"/>
              <a:gd name="T15" fmla="*/ 23 h 467"/>
              <a:gd name="T16" fmla="*/ 504 w 525"/>
              <a:gd name="T17" fmla="*/ 3 h 4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25" h="467">
                <a:moveTo>
                  <a:pt x="504" y="3"/>
                </a:moveTo>
                <a:cubicBezTo>
                  <a:pt x="500" y="3"/>
                  <a:pt x="497" y="6"/>
                  <a:pt x="495" y="9"/>
                </a:cubicBezTo>
                <a:lnTo>
                  <a:pt x="223" y="431"/>
                </a:lnTo>
                <a:lnTo>
                  <a:pt x="35" y="262"/>
                </a:lnTo>
                <a:cubicBezTo>
                  <a:pt x="22" y="245"/>
                  <a:pt x="0" y="271"/>
                  <a:pt x="18" y="282"/>
                </a:cubicBezTo>
                <a:lnTo>
                  <a:pt x="217" y="462"/>
                </a:lnTo>
                <a:cubicBezTo>
                  <a:pt x="223" y="467"/>
                  <a:pt x="232" y="466"/>
                  <a:pt x="237" y="459"/>
                </a:cubicBezTo>
                <a:lnTo>
                  <a:pt x="518" y="23"/>
                </a:lnTo>
                <a:cubicBezTo>
                  <a:pt x="525" y="13"/>
                  <a:pt x="515" y="0"/>
                  <a:pt x="504" y="3"/>
                </a:cubicBezTo>
                <a:close/>
              </a:path>
            </a:pathLst>
          </a:cu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b="1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79C4239C-F095-4632-8D16-7FA8EC5B5CC6}"/>
              </a:ext>
            </a:extLst>
          </p:cNvPr>
          <p:cNvCxnSpPr/>
          <p:nvPr/>
        </p:nvCxnSpPr>
        <p:spPr>
          <a:xfrm>
            <a:off x="526676" y="5141660"/>
            <a:ext cx="153841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직선 연결선 168">
            <a:extLst>
              <a:ext uri="{FF2B5EF4-FFF2-40B4-BE49-F238E27FC236}">
                <a16:creationId xmlns:a16="http://schemas.microsoft.com/office/drawing/2014/main" id="{E01EDE70-9D44-4506-A1DC-61CCB4E5B567}"/>
              </a:ext>
            </a:extLst>
          </p:cNvPr>
          <p:cNvCxnSpPr/>
          <p:nvPr/>
        </p:nvCxnSpPr>
        <p:spPr>
          <a:xfrm>
            <a:off x="2259910" y="5155639"/>
            <a:ext cx="153841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직선 연결선 169">
            <a:extLst>
              <a:ext uri="{FF2B5EF4-FFF2-40B4-BE49-F238E27FC236}">
                <a16:creationId xmlns:a16="http://schemas.microsoft.com/office/drawing/2014/main" id="{3DB1CC00-FB66-4061-92BC-B41876E138CD}"/>
              </a:ext>
            </a:extLst>
          </p:cNvPr>
          <p:cNvCxnSpPr/>
          <p:nvPr/>
        </p:nvCxnSpPr>
        <p:spPr>
          <a:xfrm>
            <a:off x="4026811" y="5141660"/>
            <a:ext cx="153841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A8653D29-6495-4918-80F8-B14EA6F8DF0B}"/>
              </a:ext>
            </a:extLst>
          </p:cNvPr>
          <p:cNvGrpSpPr/>
          <p:nvPr/>
        </p:nvGrpSpPr>
        <p:grpSpPr>
          <a:xfrm>
            <a:off x="4114016" y="5778987"/>
            <a:ext cx="1338090" cy="237744"/>
            <a:chOff x="4114016" y="5778987"/>
            <a:chExt cx="1338090" cy="237744"/>
          </a:xfrm>
        </p:grpSpPr>
        <p:sp>
          <p:nvSpPr>
            <p:cNvPr id="172" name="사각형: 둥근 모서리 171">
              <a:extLst>
                <a:ext uri="{FF2B5EF4-FFF2-40B4-BE49-F238E27FC236}">
                  <a16:creationId xmlns:a16="http://schemas.microsoft.com/office/drawing/2014/main" id="{CEBCF5D7-3172-48FE-BA59-632E8A7B94FE}"/>
                </a:ext>
              </a:extLst>
            </p:cNvPr>
            <p:cNvSpPr/>
            <p:nvPr/>
          </p:nvSpPr>
          <p:spPr>
            <a:xfrm>
              <a:off x="4114016" y="5778987"/>
              <a:ext cx="1338090" cy="237744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latin typeface="나눔고딕" pitchFamily="2" charset="-127"/>
                  <a:ea typeface="나눔고딕" pitchFamily="2" charset="-127"/>
                </a:rPr>
                <a:t>다시 조회하기</a:t>
              </a:r>
            </a:p>
          </p:txBody>
        </p:sp>
        <p:pic>
          <p:nvPicPr>
            <p:cNvPr id="173" name="그래픽 172" descr="원 화살표">
              <a:extLst>
                <a:ext uri="{FF2B5EF4-FFF2-40B4-BE49-F238E27FC236}">
                  <a16:creationId xmlns:a16="http://schemas.microsoft.com/office/drawing/2014/main" id="{3824A2AA-38B1-4493-B53F-825EA30A8864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p:blipFill>
          <p:spPr>
            <a:xfrm>
              <a:off x="4218577" y="5778987"/>
              <a:ext cx="192062" cy="229988"/>
            </a:xfrm>
            <a:prstGeom prst="rect">
              <a:avLst/>
            </a:prstGeom>
          </p:spPr>
        </p:pic>
      </p:grpSp>
      <p:sp>
        <p:nvSpPr>
          <p:cNvPr id="174" name="직사각형 173">
            <a:extLst>
              <a:ext uri="{FF2B5EF4-FFF2-40B4-BE49-F238E27FC236}">
                <a16:creationId xmlns:a16="http://schemas.microsoft.com/office/drawing/2014/main" id="{07ACA5DF-9C2E-456C-BFAF-4C489203B563}"/>
              </a:ext>
            </a:extLst>
          </p:cNvPr>
          <p:cNvSpPr/>
          <p:nvPr/>
        </p:nvSpPr>
        <p:spPr>
          <a:xfrm>
            <a:off x="4064050" y="5202811"/>
            <a:ext cx="1397414" cy="396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700" dirty="0">
                <a:latin typeface="나눔고딕" pitchFamily="2" charset="-127"/>
                <a:ea typeface="나눔고딕" pitchFamily="2" charset="-127"/>
              </a:rPr>
              <a:t>날짜형식이 올바르지 </a:t>
            </a:r>
            <a:br>
              <a:rPr lang="en-US" altLang="ko-KR" sz="700" dirty="0">
                <a:latin typeface="나눔고딕" pitchFamily="2" charset="-127"/>
                <a:ea typeface="나눔고딕" pitchFamily="2" charset="-127"/>
              </a:rPr>
            </a:br>
            <a:r>
              <a:rPr lang="ko-KR" altLang="en-US" sz="700" dirty="0">
                <a:latin typeface="나눔고딕" pitchFamily="2" charset="-127"/>
                <a:ea typeface="나눔고딕" pitchFamily="2" charset="-127"/>
              </a:rPr>
              <a:t>않습니다</a:t>
            </a:r>
            <a:r>
              <a:rPr lang="en-US" altLang="ko-KR" sz="700" dirty="0">
                <a:latin typeface="나눔고딕" pitchFamily="2" charset="-127"/>
                <a:ea typeface="나눔고딕" pitchFamily="2" charset="-127"/>
              </a:rPr>
              <a:t>.</a:t>
            </a:r>
            <a:endParaRPr lang="ko-KR" altLang="en-US" sz="700" dirty="0">
              <a:latin typeface="나눔고딕" pitchFamily="2" charset="-127"/>
              <a:ea typeface="나눔고딕" pitchFamily="2" charset="-127"/>
            </a:endParaRPr>
          </a:p>
        </p:txBody>
      </p:sp>
      <p:grpSp>
        <p:nvGrpSpPr>
          <p:cNvPr id="175" name="그룹 174">
            <a:extLst>
              <a:ext uri="{FF2B5EF4-FFF2-40B4-BE49-F238E27FC236}">
                <a16:creationId xmlns:a16="http://schemas.microsoft.com/office/drawing/2014/main" id="{D3EB3ADA-DE19-4395-B854-BC689390BC8B}"/>
              </a:ext>
            </a:extLst>
          </p:cNvPr>
          <p:cNvGrpSpPr/>
          <p:nvPr/>
        </p:nvGrpSpPr>
        <p:grpSpPr>
          <a:xfrm>
            <a:off x="5848427" y="5759184"/>
            <a:ext cx="1338090" cy="237744"/>
            <a:chOff x="4114016" y="5778987"/>
            <a:chExt cx="1338090" cy="237744"/>
          </a:xfrm>
        </p:grpSpPr>
        <p:sp>
          <p:nvSpPr>
            <p:cNvPr id="176" name="사각형: 둥근 모서리 175">
              <a:extLst>
                <a:ext uri="{FF2B5EF4-FFF2-40B4-BE49-F238E27FC236}">
                  <a16:creationId xmlns:a16="http://schemas.microsoft.com/office/drawing/2014/main" id="{5DC456A4-859D-4509-A362-C41F7EA42234}"/>
                </a:ext>
              </a:extLst>
            </p:cNvPr>
            <p:cNvSpPr/>
            <p:nvPr/>
          </p:nvSpPr>
          <p:spPr>
            <a:xfrm>
              <a:off x="4114016" y="5778987"/>
              <a:ext cx="1338090" cy="237744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latin typeface="나눔고딕" pitchFamily="2" charset="-127"/>
                  <a:ea typeface="나눔고딕" pitchFamily="2" charset="-127"/>
                </a:rPr>
                <a:t>다시 조회하기</a:t>
              </a:r>
            </a:p>
          </p:txBody>
        </p:sp>
        <p:pic>
          <p:nvPicPr>
            <p:cNvPr id="177" name="그래픽 176" descr="원 화살표">
              <a:extLst>
                <a:ext uri="{FF2B5EF4-FFF2-40B4-BE49-F238E27FC236}">
                  <a16:creationId xmlns:a16="http://schemas.microsoft.com/office/drawing/2014/main" id="{56781EBB-13BA-4D89-8B16-2B271A4D46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p:blipFill>
          <p:spPr>
            <a:xfrm>
              <a:off x="4218577" y="5778987"/>
              <a:ext cx="192062" cy="229988"/>
            </a:xfrm>
            <a:prstGeom prst="rect">
              <a:avLst/>
            </a:prstGeom>
          </p:spPr>
        </p:pic>
      </p:grpSp>
      <p:sp>
        <p:nvSpPr>
          <p:cNvPr id="178" name="직사각형 177">
            <a:extLst>
              <a:ext uri="{FF2B5EF4-FFF2-40B4-BE49-F238E27FC236}">
                <a16:creationId xmlns:a16="http://schemas.microsoft.com/office/drawing/2014/main" id="{1957C176-7D61-4D3B-95F1-E33553341DB9}"/>
              </a:ext>
            </a:extLst>
          </p:cNvPr>
          <p:cNvSpPr/>
          <p:nvPr/>
        </p:nvSpPr>
        <p:spPr>
          <a:xfrm>
            <a:off x="5799098" y="5154295"/>
            <a:ext cx="1397414" cy="5582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700" dirty="0">
                <a:latin typeface="나눔고딕" pitchFamily="2" charset="-127"/>
                <a:ea typeface="나눔고딕" pitchFamily="2" charset="-127"/>
              </a:rPr>
              <a:t>입력하신 조건으로는 보험료 계산이 어려워요</a:t>
            </a:r>
            <a:r>
              <a:rPr lang="en-US" altLang="ko-KR" sz="700" dirty="0">
                <a:latin typeface="나눔고딕" pitchFamily="2" charset="-127"/>
                <a:ea typeface="나눔고딕" pitchFamily="2" charset="-127"/>
              </a:rPr>
              <a:t>. </a:t>
            </a:r>
            <a:r>
              <a:rPr lang="ko-KR" altLang="en-US" sz="700" dirty="0">
                <a:latin typeface="나눔고딕" pitchFamily="2" charset="-127"/>
                <a:ea typeface="나눔고딕" pitchFamily="2" charset="-127"/>
              </a:rPr>
              <a:t>조건을 변경하고 보험료를 다시 계산해 주세요</a:t>
            </a:r>
            <a:r>
              <a:rPr lang="en-US" altLang="ko-KR" sz="700" dirty="0">
                <a:latin typeface="나눔고딕" pitchFamily="2" charset="-127"/>
                <a:ea typeface="나눔고딕" pitchFamily="2" charset="-127"/>
              </a:rPr>
              <a:t>.</a:t>
            </a:r>
            <a:endParaRPr lang="ko-KR" altLang="en-US" sz="700" dirty="0">
              <a:latin typeface="나눔고딕" pitchFamily="2" charset="-127"/>
              <a:ea typeface="나눔고딕" pitchFamily="2" charset="-127"/>
            </a:endParaRPr>
          </a:p>
        </p:txBody>
      </p:sp>
      <p:cxnSp>
        <p:nvCxnSpPr>
          <p:cNvPr id="179" name="직선 연결선 178">
            <a:extLst>
              <a:ext uri="{FF2B5EF4-FFF2-40B4-BE49-F238E27FC236}">
                <a16:creationId xmlns:a16="http://schemas.microsoft.com/office/drawing/2014/main" id="{766F7EB4-27A1-4424-B4C8-1D23FBBE8730}"/>
              </a:ext>
            </a:extLst>
          </p:cNvPr>
          <p:cNvCxnSpPr/>
          <p:nvPr/>
        </p:nvCxnSpPr>
        <p:spPr>
          <a:xfrm>
            <a:off x="5756998" y="5136462"/>
            <a:ext cx="153841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직사각형 179">
            <a:extLst>
              <a:ext uri="{FF2B5EF4-FFF2-40B4-BE49-F238E27FC236}">
                <a16:creationId xmlns:a16="http://schemas.microsoft.com/office/drawing/2014/main" id="{A24AB5DA-CAAF-4455-B6FF-6ACFD54CDAA3}"/>
              </a:ext>
            </a:extLst>
          </p:cNvPr>
          <p:cNvSpPr/>
          <p:nvPr/>
        </p:nvSpPr>
        <p:spPr>
          <a:xfrm>
            <a:off x="399938" y="845634"/>
            <a:ext cx="7994836" cy="6004989"/>
          </a:xfrm>
          <a:prstGeom prst="rect">
            <a:avLst/>
          </a:prstGeom>
          <a:solidFill>
            <a:schemeClr val="tx1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1" name="사각형: 둥근 모서리 180">
            <a:extLst>
              <a:ext uri="{FF2B5EF4-FFF2-40B4-BE49-F238E27FC236}">
                <a16:creationId xmlns:a16="http://schemas.microsoft.com/office/drawing/2014/main" id="{E3A902BC-31EE-43E3-9157-F79F6A8FB616}"/>
              </a:ext>
            </a:extLst>
          </p:cNvPr>
          <p:cNvSpPr/>
          <p:nvPr/>
        </p:nvSpPr>
        <p:spPr>
          <a:xfrm>
            <a:off x="3390108" y="2544918"/>
            <a:ext cx="2768708" cy="3202853"/>
          </a:xfrm>
          <a:prstGeom prst="roundRect">
            <a:avLst>
              <a:gd name="adj" fmla="val 10558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2" name="직사각형 181">
            <a:extLst>
              <a:ext uri="{FF2B5EF4-FFF2-40B4-BE49-F238E27FC236}">
                <a16:creationId xmlns:a16="http://schemas.microsoft.com/office/drawing/2014/main" id="{0A58CDDC-76A4-4AAB-8D87-0A1C1F391864}"/>
              </a:ext>
            </a:extLst>
          </p:cNvPr>
          <p:cNvSpPr/>
          <p:nvPr/>
        </p:nvSpPr>
        <p:spPr>
          <a:xfrm>
            <a:off x="3931861" y="2673660"/>
            <a:ext cx="166493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1400" b="1" dirty="0">
                <a:latin typeface="나눔고딕" pitchFamily="2" charset="-127"/>
                <a:ea typeface="나눔고딕" pitchFamily="2" charset="-127"/>
              </a:rPr>
              <a:t>보험료 재조회하기</a:t>
            </a: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0D922320-0005-45E6-91A2-9734E5D39378}"/>
              </a:ext>
            </a:extLst>
          </p:cNvPr>
          <p:cNvSpPr txBox="1"/>
          <p:nvPr/>
        </p:nvSpPr>
        <p:spPr>
          <a:xfrm>
            <a:off x="4257070" y="3060254"/>
            <a:ext cx="9687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홍순</a:t>
            </a:r>
            <a:endParaRPr lang="ko-KR" altLang="en-US" sz="1000" dirty="0"/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E7A5BDC1-C1C1-459F-9D5D-FCAFDF8DEBE0}"/>
              </a:ext>
            </a:extLst>
          </p:cNvPr>
          <p:cNvSpPr txBox="1"/>
          <p:nvPr/>
        </p:nvSpPr>
        <p:spPr>
          <a:xfrm>
            <a:off x="3627679" y="3384027"/>
            <a:ext cx="19691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/>
              <a:t>주민등록번호 </a:t>
            </a:r>
            <a:r>
              <a:rPr lang="en-US" altLang="ko-KR" sz="1000" b="1" dirty="0"/>
              <a:t>(</a:t>
            </a:r>
            <a:r>
              <a:rPr lang="ko-KR" altLang="en-US" sz="1000" b="1" dirty="0"/>
              <a:t>외국인등록번호</a:t>
            </a:r>
            <a:r>
              <a:rPr lang="en-US" altLang="ko-KR" sz="1000" b="1" dirty="0"/>
              <a:t>)</a:t>
            </a:r>
            <a:endParaRPr lang="ko-KR" altLang="en-US" sz="1000" dirty="0"/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9DE840AF-3186-4076-BC7B-F54BB76E6AD1}"/>
              </a:ext>
            </a:extLst>
          </p:cNvPr>
          <p:cNvSpPr txBox="1"/>
          <p:nvPr/>
        </p:nvSpPr>
        <p:spPr>
          <a:xfrm>
            <a:off x="3626681" y="3887651"/>
            <a:ext cx="9687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보험시작일시</a:t>
            </a:r>
            <a:endParaRPr lang="ko-KR" altLang="en-US" sz="1000" dirty="0"/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CD5B490A-3157-4024-A57E-7BCC2D75DBF6}"/>
              </a:ext>
            </a:extLst>
          </p:cNvPr>
          <p:cNvSpPr txBox="1"/>
          <p:nvPr/>
        </p:nvSpPr>
        <p:spPr>
          <a:xfrm>
            <a:off x="3636004" y="4356356"/>
            <a:ext cx="9687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보험종료일시</a:t>
            </a:r>
            <a:endParaRPr lang="ko-KR" altLang="en-US" sz="1000" dirty="0"/>
          </a:p>
        </p:txBody>
      </p:sp>
      <p:sp>
        <p:nvSpPr>
          <p:cNvPr id="187" name="Text Box">
            <a:extLst>
              <a:ext uri="{FF2B5EF4-FFF2-40B4-BE49-F238E27FC236}">
                <a16:creationId xmlns:a16="http://schemas.microsoft.com/office/drawing/2014/main" id="{E721E242-18DD-443F-9541-FF06C2011C4F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3727054" y="3650631"/>
            <a:ext cx="2094700" cy="225703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256032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11123</a:t>
            </a:r>
          </a:p>
        </p:txBody>
      </p:sp>
      <p:sp>
        <p:nvSpPr>
          <p:cNvPr id="188" name="Text Box">
            <a:extLst>
              <a:ext uri="{FF2B5EF4-FFF2-40B4-BE49-F238E27FC236}">
                <a16:creationId xmlns:a16="http://schemas.microsoft.com/office/drawing/2014/main" id="{A62D8F21-EAAF-4F4D-AFF3-B437223DFD60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3727054" y="4096932"/>
            <a:ext cx="2094700" cy="225703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256032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202601310000</a:t>
            </a:r>
          </a:p>
        </p:txBody>
      </p:sp>
      <p:sp>
        <p:nvSpPr>
          <p:cNvPr id="189" name="Text Box">
            <a:extLst>
              <a:ext uri="{FF2B5EF4-FFF2-40B4-BE49-F238E27FC236}">
                <a16:creationId xmlns:a16="http://schemas.microsoft.com/office/drawing/2014/main" id="{B7C49A50-9EA8-45C2-A560-5EEA8F514C4E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3727054" y="4592296"/>
            <a:ext cx="2094700" cy="225703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256032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202503012359</a:t>
            </a:r>
          </a:p>
        </p:txBody>
      </p:sp>
      <p:sp>
        <p:nvSpPr>
          <p:cNvPr id="190" name="사각형: 둥근 모서리 189">
            <a:extLst>
              <a:ext uri="{FF2B5EF4-FFF2-40B4-BE49-F238E27FC236}">
                <a16:creationId xmlns:a16="http://schemas.microsoft.com/office/drawing/2014/main" id="{CA387846-2F22-41B7-8297-6C0F02963C20}"/>
              </a:ext>
            </a:extLst>
          </p:cNvPr>
          <p:cNvSpPr/>
          <p:nvPr/>
        </p:nvSpPr>
        <p:spPr>
          <a:xfrm>
            <a:off x="3685210" y="5239737"/>
            <a:ext cx="719334" cy="23888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b="1" dirty="0">
                <a:latin typeface="나눔고딕" pitchFamily="2" charset="-127"/>
                <a:ea typeface="나눔고딕" pitchFamily="2" charset="-127"/>
              </a:rPr>
              <a:t>조회하기</a:t>
            </a:r>
          </a:p>
        </p:txBody>
      </p:sp>
      <p:sp>
        <p:nvSpPr>
          <p:cNvPr id="191" name="사각형: 둥근 모서리 190">
            <a:extLst>
              <a:ext uri="{FF2B5EF4-FFF2-40B4-BE49-F238E27FC236}">
                <a16:creationId xmlns:a16="http://schemas.microsoft.com/office/drawing/2014/main" id="{2FC4BC75-EED1-4421-ACC3-A2A6AE4C83F7}"/>
              </a:ext>
            </a:extLst>
          </p:cNvPr>
          <p:cNvSpPr/>
          <p:nvPr/>
        </p:nvSpPr>
        <p:spPr>
          <a:xfrm>
            <a:off x="4500628" y="5239736"/>
            <a:ext cx="693678" cy="238889"/>
          </a:xfrm>
          <a:prstGeom prst="roundRect">
            <a:avLst/>
          </a:prstGeom>
          <a:solidFill>
            <a:srgbClr val="C0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b="1" dirty="0">
                <a:latin typeface="나눔고딕" pitchFamily="2" charset="-127"/>
                <a:ea typeface="나눔고딕" pitchFamily="2" charset="-127"/>
              </a:rPr>
              <a:t>삭제하기</a:t>
            </a:r>
          </a:p>
        </p:txBody>
      </p:sp>
      <p:sp>
        <p:nvSpPr>
          <p:cNvPr id="192" name="사각형: 둥근 모서리 191">
            <a:extLst>
              <a:ext uri="{FF2B5EF4-FFF2-40B4-BE49-F238E27FC236}">
                <a16:creationId xmlns:a16="http://schemas.microsoft.com/office/drawing/2014/main" id="{21E002D3-AA71-4637-AA6E-8BBD92FEF664}"/>
              </a:ext>
            </a:extLst>
          </p:cNvPr>
          <p:cNvSpPr/>
          <p:nvPr/>
        </p:nvSpPr>
        <p:spPr>
          <a:xfrm>
            <a:off x="5269191" y="5239737"/>
            <a:ext cx="507558" cy="23888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b="1" dirty="0">
                <a:latin typeface="나눔고딕" pitchFamily="2" charset="-127"/>
                <a:ea typeface="나눔고딕" pitchFamily="2" charset="-127"/>
              </a:rPr>
              <a:t>닫기</a:t>
            </a:r>
          </a:p>
        </p:txBody>
      </p:sp>
      <p:sp>
        <p:nvSpPr>
          <p:cNvPr id="112" name="Oval 35">
            <a:extLst>
              <a:ext uri="{FF2B5EF4-FFF2-40B4-BE49-F238E27FC236}">
                <a16:creationId xmlns:a16="http://schemas.microsoft.com/office/drawing/2014/main" id="{990B72F0-AC8E-416D-BC0B-33AD3E5BEE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0751" y="2479782"/>
            <a:ext cx="179388" cy="179387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8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9" name="Oval 35">
            <a:extLst>
              <a:ext uri="{FF2B5EF4-FFF2-40B4-BE49-F238E27FC236}">
                <a16:creationId xmlns:a16="http://schemas.microsoft.com/office/drawing/2014/main" id="{D7B57107-A4AE-441F-87BA-99586F5F42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23965" y="5130865"/>
            <a:ext cx="179388" cy="179387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8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98FB1FC6-1602-4635-913B-20B6C17162D8}"/>
              </a:ext>
            </a:extLst>
          </p:cNvPr>
          <p:cNvSpPr txBox="1"/>
          <p:nvPr/>
        </p:nvSpPr>
        <p:spPr>
          <a:xfrm>
            <a:off x="3818203" y="4925709"/>
            <a:ext cx="17529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/>
              <a:t>* </a:t>
            </a:r>
            <a:r>
              <a:rPr lang="ko-KR" altLang="en-US" sz="800" b="1" dirty="0"/>
              <a:t>위 값은 숫자만 입력 가능합니다</a:t>
            </a:r>
            <a:r>
              <a:rPr lang="en-US" altLang="ko-KR" sz="800" b="1" dirty="0"/>
              <a:t>.</a:t>
            </a:r>
            <a:endParaRPr lang="ko-KR" altLang="en-US" sz="800" dirty="0"/>
          </a:p>
        </p:txBody>
      </p:sp>
      <p:sp>
        <p:nvSpPr>
          <p:cNvPr id="131" name="Oval 35">
            <a:extLst>
              <a:ext uri="{FF2B5EF4-FFF2-40B4-BE49-F238E27FC236}">
                <a16:creationId xmlns:a16="http://schemas.microsoft.com/office/drawing/2014/main" id="{4D212677-0DDF-4850-B828-6A51ACB70F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2205" y="5159178"/>
            <a:ext cx="179388" cy="179387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8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4" name="Oval 35">
            <a:extLst>
              <a:ext uri="{FF2B5EF4-FFF2-40B4-BE49-F238E27FC236}">
                <a16:creationId xmlns:a16="http://schemas.microsoft.com/office/drawing/2014/main" id="{E15CC5CB-CF96-4CC9-939D-511BB1AC6D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5066" y="5130576"/>
            <a:ext cx="179388" cy="179387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800" b="1" dirty="0">
                <a:solidFill>
                  <a:srgbClr val="FFFFFF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6333853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F887A-BAB4-AE73-C156-62A3B724C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6C713790-DE53-4281-0476-CB87470294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6549429"/>
              </p:ext>
            </p:extLst>
          </p:nvPr>
        </p:nvGraphicFramePr>
        <p:xfrm>
          <a:off x="8696507" y="811446"/>
          <a:ext cx="3182523" cy="41559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2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02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1751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ko-KR" sz="800" b="0" kern="12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Description</a:t>
                      </a:r>
                      <a:endParaRPr lang="ko-KR" altLang="en-US" sz="800" b="0" kern="1200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en-US" altLang="ko-KR" sz="8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227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보험료 조회 후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카드 결제 선택 시 화면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9071" marR="99071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0085253"/>
                  </a:ext>
                </a:extLst>
              </a:tr>
              <a:tr h="7913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카드 결제 정보 입력 영역</a:t>
                      </a:r>
                      <a:endParaRPr lang="en-US" altLang="ko-KR" sz="8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피보험자 소유 여부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Y/N</a:t>
                      </a: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생년월일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사업자번호 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ㄴ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YYMMDD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형태로 입력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카드사 선택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select box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ㄴ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KB(01), 13(NH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농협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), 06(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롯데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), 03(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비씨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), 04(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삼성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), 08(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신한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), 15(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우리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),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02(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하나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), 07(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현대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할부기간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select box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ㄴ일시불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개월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~ 12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개월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카드 번호 입력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INPUT BOX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ㄴ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자리 입력 시 다음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BOX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로 자동 포커스 이동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유효기간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월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년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ㄴ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YY / MM (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자동 포커스 이동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99071" marR="99071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484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85551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800" b="1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후정산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버튼</a:t>
                      </a:r>
                      <a:endParaRPr lang="en-US" altLang="ko-KR" sz="8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marR="0" indent="-171450" algn="l" defTabSz="85551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카드 결제 진행 도중 후정산을 원할 경우 해당 버튼 클릭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marR="0" indent="-171450" algn="l" defTabSz="85551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클릭 시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10PAGE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기존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후정산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버튼과 로직 동일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9071" marR="99071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5424848"/>
                  </a:ext>
                </a:extLst>
              </a:tr>
            </a:tbl>
          </a:graphicData>
        </a:graphic>
      </p:graphicFrame>
      <p:sp>
        <p:nvSpPr>
          <p:cNvPr id="65" name="TextBox 64">
            <a:extLst>
              <a:ext uri="{FF2B5EF4-FFF2-40B4-BE49-F238E27FC236}">
                <a16:creationId xmlns:a16="http://schemas.microsoft.com/office/drawing/2014/main" id="{28EE15C2-726D-1206-37B5-A1B5551B8BB9}"/>
              </a:ext>
            </a:extLst>
          </p:cNvPr>
          <p:cNvSpPr txBox="1"/>
          <p:nvPr/>
        </p:nvSpPr>
        <p:spPr>
          <a:xfrm>
            <a:off x="4312366" y="199627"/>
            <a:ext cx="321589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카드결제</a:t>
            </a: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_STEP</a:t>
            </a:r>
            <a:endParaRPr lang="ko-KR" altLang="en-US" sz="8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CC5D9C1-99DF-3DA3-205C-4EC37F011E43}"/>
              </a:ext>
            </a:extLst>
          </p:cNvPr>
          <p:cNvSpPr txBox="1"/>
          <p:nvPr/>
        </p:nvSpPr>
        <p:spPr>
          <a:xfrm>
            <a:off x="4312366" y="419389"/>
            <a:ext cx="381991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메인 </a:t>
            </a: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&gt; 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정보입력 </a:t>
            </a: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&gt; 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보험료 조회 </a:t>
            </a: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&gt; 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보험료 조회 결과 확인  </a:t>
            </a: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&gt; 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카드 결제</a:t>
            </a:r>
            <a:endParaRPr lang="en-US" altLang="ko-KR" sz="900" dirty="0">
              <a:latin typeface="+mn-ea"/>
            </a:endParaRPr>
          </a:p>
        </p:txBody>
      </p:sp>
      <p:sp>
        <p:nvSpPr>
          <p:cNvPr id="354" name="TextBox 353">
            <a:extLst>
              <a:ext uri="{FF2B5EF4-FFF2-40B4-BE49-F238E27FC236}">
                <a16:creationId xmlns:a16="http://schemas.microsoft.com/office/drawing/2014/main" id="{5D3F8AB6-1831-B76D-B4B7-FF8771D3C835}"/>
              </a:ext>
            </a:extLst>
          </p:cNvPr>
          <p:cNvSpPr txBox="1"/>
          <p:nvPr/>
        </p:nvSpPr>
        <p:spPr>
          <a:xfrm>
            <a:off x="10848513" y="421528"/>
            <a:ext cx="9765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Page</a:t>
            </a:r>
            <a:endParaRPr lang="ko-KR" altLang="en-US" sz="80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4CBD29E-8571-8A7C-F2EC-405859348E90}"/>
              </a:ext>
            </a:extLst>
          </p:cNvPr>
          <p:cNvSpPr/>
          <p:nvPr/>
        </p:nvSpPr>
        <p:spPr>
          <a:xfrm>
            <a:off x="404237" y="811446"/>
            <a:ext cx="8000854" cy="4446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800" b="1" dirty="0">
              <a:solidFill>
                <a:schemeClr val="bg1">
                  <a:lumMod val="50000"/>
                </a:schemeClr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E66C289-79C8-AAF2-C948-7FBAC9E62BEE}"/>
              </a:ext>
            </a:extLst>
          </p:cNvPr>
          <p:cNvSpPr txBox="1"/>
          <p:nvPr/>
        </p:nvSpPr>
        <p:spPr>
          <a:xfrm>
            <a:off x="6865733" y="898520"/>
            <a:ext cx="152327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itchFamily="2" charset="-127"/>
                <a:ea typeface="나눔고딕" pitchFamily="2" charset="-127"/>
              </a:rPr>
              <a:t>{NAME}</a:t>
            </a:r>
            <a:endParaRPr lang="ko-KR" altLang="en-US" sz="1050" b="1" dirty="0">
              <a:solidFill>
                <a:schemeClr val="tx1">
                  <a:lumMod val="65000"/>
                  <a:lumOff val="35000"/>
                </a:schemeClr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00E838E-E647-F2FF-1FE8-1B0B0D7F5610}"/>
              </a:ext>
            </a:extLst>
          </p:cNvPr>
          <p:cNvSpPr txBox="1"/>
          <p:nvPr/>
        </p:nvSpPr>
        <p:spPr>
          <a:xfrm>
            <a:off x="7591343" y="909155"/>
            <a:ext cx="69121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u="sng" dirty="0">
                <a:solidFill>
                  <a:schemeClr val="bg1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로그아웃</a:t>
            </a:r>
          </a:p>
        </p:txBody>
      </p:sp>
      <p:pic>
        <p:nvPicPr>
          <p:cNvPr id="238" name="그림 237">
            <a:extLst>
              <a:ext uri="{FF2B5EF4-FFF2-40B4-BE49-F238E27FC236}">
                <a16:creationId xmlns:a16="http://schemas.microsoft.com/office/drawing/2014/main" id="{F648D153-5058-7BCA-E3B4-8825BD54D9D0}"/>
              </a:ext>
            </a:extLst>
          </p:cNvPr>
          <p:cNvPicPr>
            <a:picLocks noChangeAspect="1"/>
          </p:cNvPicPr>
          <p:nvPr/>
        </p:nvPicPr>
        <p:blipFill>
          <a:blip r:embed="rId32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5640" y="957994"/>
            <a:ext cx="142662" cy="142662"/>
          </a:xfrm>
          <a:prstGeom prst="rect">
            <a:avLst/>
          </a:prstGeom>
        </p:spPr>
      </p:pic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94EE4D56-34C8-465A-B0CA-C8283036F0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9659019"/>
              </p:ext>
            </p:extLst>
          </p:nvPr>
        </p:nvGraphicFramePr>
        <p:xfrm>
          <a:off x="445200" y="1725228"/>
          <a:ext cx="7920090" cy="14410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6603">
                  <a:extLst>
                    <a:ext uri="{9D8B030D-6E8A-4147-A177-3AD203B41FA5}">
                      <a16:colId xmlns:a16="http://schemas.microsoft.com/office/drawing/2014/main" val="3149999645"/>
                    </a:ext>
                  </a:extLst>
                </a:gridCol>
                <a:gridCol w="686340">
                  <a:extLst>
                    <a:ext uri="{9D8B030D-6E8A-4147-A177-3AD203B41FA5}">
                      <a16:colId xmlns:a16="http://schemas.microsoft.com/office/drawing/2014/main" val="144949006"/>
                    </a:ext>
                  </a:extLst>
                </a:gridCol>
                <a:gridCol w="730346">
                  <a:extLst>
                    <a:ext uri="{9D8B030D-6E8A-4147-A177-3AD203B41FA5}">
                      <a16:colId xmlns:a16="http://schemas.microsoft.com/office/drawing/2014/main" val="3613674393"/>
                    </a:ext>
                  </a:extLst>
                </a:gridCol>
                <a:gridCol w="902747">
                  <a:extLst>
                    <a:ext uri="{9D8B030D-6E8A-4147-A177-3AD203B41FA5}">
                      <a16:colId xmlns:a16="http://schemas.microsoft.com/office/drawing/2014/main" val="2622731716"/>
                    </a:ext>
                  </a:extLst>
                </a:gridCol>
                <a:gridCol w="875030">
                  <a:extLst>
                    <a:ext uri="{9D8B030D-6E8A-4147-A177-3AD203B41FA5}">
                      <a16:colId xmlns:a16="http://schemas.microsoft.com/office/drawing/2014/main" val="1881976941"/>
                    </a:ext>
                  </a:extLst>
                </a:gridCol>
                <a:gridCol w="875030">
                  <a:extLst>
                    <a:ext uri="{9D8B030D-6E8A-4147-A177-3AD203B41FA5}">
                      <a16:colId xmlns:a16="http://schemas.microsoft.com/office/drawing/2014/main" val="366950901"/>
                    </a:ext>
                  </a:extLst>
                </a:gridCol>
                <a:gridCol w="741680">
                  <a:extLst>
                    <a:ext uri="{9D8B030D-6E8A-4147-A177-3AD203B41FA5}">
                      <a16:colId xmlns:a16="http://schemas.microsoft.com/office/drawing/2014/main" val="3548355476"/>
                    </a:ext>
                  </a:extLst>
                </a:gridCol>
                <a:gridCol w="1006793">
                  <a:extLst>
                    <a:ext uri="{9D8B030D-6E8A-4147-A177-3AD203B41FA5}">
                      <a16:colId xmlns:a16="http://schemas.microsoft.com/office/drawing/2014/main" val="2697319228"/>
                    </a:ext>
                  </a:extLst>
                </a:gridCol>
                <a:gridCol w="913130">
                  <a:extLst>
                    <a:ext uri="{9D8B030D-6E8A-4147-A177-3AD203B41FA5}">
                      <a16:colId xmlns:a16="http://schemas.microsoft.com/office/drawing/2014/main" val="1424734495"/>
                    </a:ext>
                  </a:extLst>
                </a:gridCol>
                <a:gridCol w="772391">
                  <a:extLst>
                    <a:ext uri="{9D8B030D-6E8A-4147-A177-3AD203B41FA5}">
                      <a16:colId xmlns:a16="http://schemas.microsoft.com/office/drawing/2014/main" val="2460541664"/>
                    </a:ext>
                  </a:extLst>
                </a:gridCol>
              </a:tblGrid>
              <a:tr h="224170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* </a:t>
                      </a:r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고객사명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* </a:t>
                      </a:r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한글성명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*</a:t>
                      </a:r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주민등록번호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*</a:t>
                      </a:r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보험시작일시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*</a:t>
                      </a:r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보험종료일시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*</a:t>
                      </a:r>
                      <a:r>
                        <a:rPr lang="ko-KR" altLang="en-US" sz="800" b="1" dirty="0" err="1">
                          <a:solidFill>
                            <a:schemeClr val="bg1"/>
                          </a:solidFill>
                        </a:rPr>
                        <a:t>플랜명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영문성명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핸드폰번호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티켓번호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4863723"/>
                  </a:ext>
                </a:extLst>
              </a:tr>
              <a:tr h="304230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SM C&amp;C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홍민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910125-111111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2026-01-21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2026-01-23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SMCNC_A2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HONGMIN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010-1111-1111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12312312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8413740"/>
                  </a:ext>
                </a:extLst>
              </a:tr>
              <a:tr h="304230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SM C&amp;C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홍길동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921111-111111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2026-01-21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2026-01-23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SMCNC_A2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HONG GILDONG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010-2222-2222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12311131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9820604"/>
                  </a:ext>
                </a:extLst>
              </a:tr>
              <a:tr h="304230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SM C&amp;C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홍순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7472760"/>
                  </a:ext>
                </a:extLst>
              </a:tr>
              <a:tr h="304230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홍진호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910111-123123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2026-01-21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2026-01-23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SMCNC_A2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6043149"/>
                  </a:ext>
                </a:extLst>
              </a:tr>
            </a:tbl>
          </a:graphicData>
        </a:graphic>
      </p:graphicFrame>
      <p:sp>
        <p:nvSpPr>
          <p:cNvPr id="89" name="Track">
            <a:extLst>
              <a:ext uri="{FF2B5EF4-FFF2-40B4-BE49-F238E27FC236}">
                <a16:creationId xmlns:a16="http://schemas.microsoft.com/office/drawing/2014/main" id="{5D706130-8AE5-4D05-9243-E3D3EC6DB82F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 rot="10800000">
            <a:off x="432194" y="3161489"/>
            <a:ext cx="7956453" cy="118619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7" name="Scroll Thumb">
            <a:extLst>
              <a:ext uri="{FF2B5EF4-FFF2-40B4-BE49-F238E27FC236}">
                <a16:creationId xmlns:a16="http://schemas.microsoft.com/office/drawing/2014/main" id="{0CB441AD-2200-47A0-BBCA-4EFFC96AB5D6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 rot="10800000">
            <a:off x="678840" y="3190177"/>
            <a:ext cx="5882364" cy="61243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8" name="Chevron">
            <a:extLst>
              <a:ext uri="{FF2B5EF4-FFF2-40B4-BE49-F238E27FC236}">
                <a16:creationId xmlns:a16="http://schemas.microsoft.com/office/drawing/2014/main" id="{970B054A-B384-4E51-A46B-DD91554B14C7}"/>
              </a:ext>
            </a:extLst>
          </p:cNvPr>
          <p:cNvSpPr>
            <a:spLocks noChangeAspect="1"/>
          </p:cNvSpPr>
          <p:nvPr>
            <p:custDataLst>
              <p:tags r:id="rId3"/>
            </p:custDataLst>
          </p:nvPr>
        </p:nvSpPr>
        <p:spPr bwMode="auto">
          <a:xfrm rot="5400000" flipH="1">
            <a:off x="513751" y="3200028"/>
            <a:ext cx="88545" cy="53979"/>
          </a:xfrm>
          <a:custGeom>
            <a:avLst/>
            <a:gdLst>
              <a:gd name="T0" fmla="*/ 0 w 197"/>
              <a:gd name="T1" fmla="*/ 0 h 115"/>
              <a:gd name="T2" fmla="*/ 99 w 197"/>
              <a:gd name="T3" fmla="*/ 115 h 115"/>
              <a:gd name="T4" fmla="*/ 197 w 197"/>
              <a:gd name="T5" fmla="*/ 0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7" h="115">
                <a:moveTo>
                  <a:pt x="0" y="0"/>
                </a:moveTo>
                <a:lnTo>
                  <a:pt x="99" y="115"/>
                </a:lnTo>
                <a:lnTo>
                  <a:pt x="197" y="0"/>
                </a:lnTo>
              </a:path>
            </a:pathLst>
          </a:custGeom>
          <a:noFill/>
          <a:ln w="6350" cap="sq">
            <a:solidFill>
              <a:srgbClr val="80808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9" name="Chevron">
            <a:extLst>
              <a:ext uri="{FF2B5EF4-FFF2-40B4-BE49-F238E27FC236}">
                <a16:creationId xmlns:a16="http://schemas.microsoft.com/office/drawing/2014/main" id="{41847578-DDFC-4C2A-9379-9B661395EC07}"/>
              </a:ext>
            </a:extLst>
          </p:cNvPr>
          <p:cNvSpPr>
            <a:spLocks noChangeAspect="1"/>
          </p:cNvSpPr>
          <p:nvPr>
            <p:custDataLst>
              <p:tags r:id="rId4"/>
            </p:custDataLst>
          </p:nvPr>
        </p:nvSpPr>
        <p:spPr bwMode="auto">
          <a:xfrm rot="16200000" flipH="1">
            <a:off x="8186193" y="3206880"/>
            <a:ext cx="88545" cy="53979"/>
          </a:xfrm>
          <a:custGeom>
            <a:avLst/>
            <a:gdLst>
              <a:gd name="T0" fmla="*/ 0 w 197"/>
              <a:gd name="T1" fmla="*/ 0 h 115"/>
              <a:gd name="T2" fmla="*/ 99 w 197"/>
              <a:gd name="T3" fmla="*/ 115 h 115"/>
              <a:gd name="T4" fmla="*/ 197 w 197"/>
              <a:gd name="T5" fmla="*/ 0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7" h="115">
                <a:moveTo>
                  <a:pt x="0" y="0"/>
                </a:moveTo>
                <a:lnTo>
                  <a:pt x="99" y="115"/>
                </a:lnTo>
                <a:lnTo>
                  <a:pt x="197" y="0"/>
                </a:lnTo>
              </a:path>
            </a:pathLst>
          </a:custGeom>
          <a:noFill/>
          <a:ln w="6350" cap="sq">
            <a:solidFill>
              <a:srgbClr val="80808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4" name="Rectangle 89">
            <a:extLst>
              <a:ext uri="{FF2B5EF4-FFF2-40B4-BE49-F238E27FC236}">
                <a16:creationId xmlns:a16="http://schemas.microsoft.com/office/drawing/2014/main" id="{D9028C65-BFF6-443E-A373-765F8883B1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9612" y="1402083"/>
            <a:ext cx="700908" cy="22713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chemeClr val="bg1"/>
                </a:solidFill>
              </a:rPr>
              <a:t>초기화</a:t>
            </a:r>
          </a:p>
        </p:txBody>
      </p:sp>
      <p:sp>
        <p:nvSpPr>
          <p:cNvPr id="90" name="사각형: 둥근 모서리 89">
            <a:extLst>
              <a:ext uri="{FF2B5EF4-FFF2-40B4-BE49-F238E27FC236}">
                <a16:creationId xmlns:a16="http://schemas.microsoft.com/office/drawing/2014/main" id="{87B127CA-EB01-406A-BAEE-F47F43694AB8}"/>
              </a:ext>
            </a:extLst>
          </p:cNvPr>
          <p:cNvSpPr/>
          <p:nvPr/>
        </p:nvSpPr>
        <p:spPr>
          <a:xfrm>
            <a:off x="6635670" y="5212105"/>
            <a:ext cx="1729620" cy="23774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 err="1">
                <a:latin typeface="나눔고딕" pitchFamily="2" charset="-127"/>
                <a:ea typeface="나눔고딕" pitchFamily="2" charset="-127"/>
              </a:rPr>
              <a:t>후정산</a:t>
            </a:r>
            <a:endParaRPr lang="ko-KR" altLang="en-US" sz="800" b="1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DC4C6394-0CAB-480D-9A7E-2590C2FA09D5}"/>
              </a:ext>
            </a:extLst>
          </p:cNvPr>
          <p:cNvSpPr/>
          <p:nvPr/>
        </p:nvSpPr>
        <p:spPr>
          <a:xfrm>
            <a:off x="404237" y="3311029"/>
            <a:ext cx="8009071" cy="180775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DF4D625F-757D-4091-BD92-113D4DAA02A7}"/>
              </a:ext>
            </a:extLst>
          </p:cNvPr>
          <p:cNvSpPr/>
          <p:nvPr/>
        </p:nvSpPr>
        <p:spPr>
          <a:xfrm>
            <a:off x="404237" y="3311205"/>
            <a:ext cx="8009072" cy="4180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45738D38-F195-4C58-889B-E206D8F64CC5}"/>
              </a:ext>
            </a:extLst>
          </p:cNvPr>
          <p:cNvSpPr/>
          <p:nvPr/>
        </p:nvSpPr>
        <p:spPr>
          <a:xfrm>
            <a:off x="404237" y="3352082"/>
            <a:ext cx="247137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나눔고딕" pitchFamily="2" charset="-127"/>
                <a:ea typeface="나눔고딕" pitchFamily="2" charset="-127"/>
              </a:rPr>
              <a:t>보험료 선택</a:t>
            </a:r>
          </a:p>
        </p:txBody>
      </p:sp>
      <p:sp>
        <p:nvSpPr>
          <p:cNvPr id="106" name="사각형: 둥근 모서리 105">
            <a:extLst>
              <a:ext uri="{FF2B5EF4-FFF2-40B4-BE49-F238E27FC236}">
                <a16:creationId xmlns:a16="http://schemas.microsoft.com/office/drawing/2014/main" id="{6AAF9CC2-9F1F-4ECD-87C1-051E41909724}"/>
              </a:ext>
            </a:extLst>
          </p:cNvPr>
          <p:cNvSpPr/>
          <p:nvPr/>
        </p:nvSpPr>
        <p:spPr>
          <a:xfrm>
            <a:off x="530808" y="3796547"/>
            <a:ext cx="1534826" cy="1243692"/>
          </a:xfrm>
          <a:prstGeom prst="roundRect">
            <a:avLst>
              <a:gd name="adj" fmla="val 445"/>
            </a:avLst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13" name="Text Box">
            <a:extLst>
              <a:ext uri="{FF2B5EF4-FFF2-40B4-BE49-F238E27FC236}">
                <a16:creationId xmlns:a16="http://schemas.microsoft.com/office/drawing/2014/main" id="{F01E4804-0440-4D87-AC7C-D2FDB671914A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573944" y="4174521"/>
            <a:ext cx="1449423" cy="225703"/>
          </a:xfrm>
          <a:prstGeom prst="rect">
            <a:avLst/>
          </a:prstGeom>
          <a:solidFill>
            <a:schemeClr val="accent1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256032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A-2</a:t>
            </a:r>
          </a:p>
        </p:txBody>
      </p:sp>
      <p:sp>
        <p:nvSpPr>
          <p:cNvPr id="115" name="Text Box">
            <a:extLst>
              <a:ext uri="{FF2B5EF4-FFF2-40B4-BE49-F238E27FC236}">
                <a16:creationId xmlns:a16="http://schemas.microsoft.com/office/drawing/2014/main" id="{5334811B-7A08-4943-ABB6-54B66F509EFE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573943" y="4453303"/>
            <a:ext cx="1449423" cy="225703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256032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A1-2</a:t>
            </a:r>
          </a:p>
        </p:txBody>
      </p:sp>
      <p:sp>
        <p:nvSpPr>
          <p:cNvPr id="123" name="Text Box">
            <a:extLst>
              <a:ext uri="{FF2B5EF4-FFF2-40B4-BE49-F238E27FC236}">
                <a16:creationId xmlns:a16="http://schemas.microsoft.com/office/drawing/2014/main" id="{649CD04F-A331-4612-97D5-2435FB5E258A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573944" y="4724321"/>
            <a:ext cx="1449423" cy="225703"/>
          </a:xfrm>
          <a:prstGeom prst="rect">
            <a:avLst/>
          </a:prstGeom>
          <a:solidFill>
            <a:schemeClr val="bg1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256032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A0-3</a:t>
            </a:r>
          </a:p>
        </p:txBody>
      </p: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1DC99F8E-8090-44D1-8275-C9EA0F681C40}"/>
              </a:ext>
            </a:extLst>
          </p:cNvPr>
          <p:cNvSpPr/>
          <p:nvPr/>
        </p:nvSpPr>
        <p:spPr>
          <a:xfrm>
            <a:off x="4714428" y="5135361"/>
            <a:ext cx="5124660" cy="3370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>
                <a:latin typeface="나눔고딕" pitchFamily="2" charset="-127"/>
                <a:ea typeface="나눔고딕" pitchFamily="2" charset="-127"/>
              </a:rPr>
              <a:t>총 납입보험료 </a:t>
            </a:r>
            <a:r>
              <a:rPr lang="en-US" altLang="ko-KR" sz="1200" b="1" dirty="0">
                <a:latin typeface="나눔고딕" pitchFamily="2" charset="-127"/>
                <a:ea typeface="나눔고딕" pitchFamily="2" charset="-127"/>
              </a:rPr>
              <a:t>: 44,000</a:t>
            </a:r>
            <a:r>
              <a:rPr lang="ko-KR" altLang="en-US" sz="1200" b="1" dirty="0">
                <a:latin typeface="나눔고딕" pitchFamily="2" charset="-127"/>
                <a:ea typeface="나눔고딕" pitchFamily="2" charset="-127"/>
              </a:rPr>
              <a:t>원</a:t>
            </a:r>
            <a:endParaRPr lang="ko-KR" altLang="en-US" sz="12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ACD873FB-578A-4DA4-A127-EDCCD14580C1}"/>
              </a:ext>
            </a:extLst>
          </p:cNvPr>
          <p:cNvSpPr/>
          <p:nvPr/>
        </p:nvSpPr>
        <p:spPr>
          <a:xfrm>
            <a:off x="528460" y="3788410"/>
            <a:ext cx="1397414" cy="255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latin typeface="나눔고딕" pitchFamily="2" charset="-127"/>
                <a:ea typeface="나눔고딕" pitchFamily="2" charset="-127"/>
              </a:rPr>
              <a:t>홍민 </a:t>
            </a:r>
            <a:r>
              <a:rPr lang="en-US" altLang="ko-KR" sz="800" b="1" dirty="0">
                <a:latin typeface="나눔고딕" pitchFamily="2" charset="-127"/>
                <a:ea typeface="나눔고딕" pitchFamily="2" charset="-127"/>
              </a:rPr>
              <a:t>: 910125-111111</a:t>
            </a:r>
            <a:endParaRPr lang="ko-KR" altLang="en-US" sz="11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27" name="사각형: 둥근 모서리 126">
            <a:extLst>
              <a:ext uri="{FF2B5EF4-FFF2-40B4-BE49-F238E27FC236}">
                <a16:creationId xmlns:a16="http://schemas.microsoft.com/office/drawing/2014/main" id="{A81560E9-D777-4C23-B5D9-06E6BD32E12E}"/>
              </a:ext>
            </a:extLst>
          </p:cNvPr>
          <p:cNvSpPr/>
          <p:nvPr/>
        </p:nvSpPr>
        <p:spPr>
          <a:xfrm>
            <a:off x="2261706" y="3798564"/>
            <a:ext cx="1534826" cy="1243692"/>
          </a:xfrm>
          <a:prstGeom prst="roundRect">
            <a:avLst>
              <a:gd name="adj" fmla="val 445"/>
            </a:avLst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28" name="Text Box">
            <a:extLst>
              <a:ext uri="{FF2B5EF4-FFF2-40B4-BE49-F238E27FC236}">
                <a16:creationId xmlns:a16="http://schemas.microsoft.com/office/drawing/2014/main" id="{7E1DB8D8-0C43-44C6-8F46-E7A6913FB7F6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2305383" y="4185060"/>
            <a:ext cx="1449423" cy="225703"/>
          </a:xfrm>
          <a:prstGeom prst="rect">
            <a:avLst/>
          </a:prstGeom>
          <a:solidFill>
            <a:schemeClr val="accent1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256032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A-2</a:t>
            </a:r>
          </a:p>
        </p:txBody>
      </p:sp>
      <p:sp>
        <p:nvSpPr>
          <p:cNvPr id="129" name="Text Box">
            <a:extLst>
              <a:ext uri="{FF2B5EF4-FFF2-40B4-BE49-F238E27FC236}">
                <a16:creationId xmlns:a16="http://schemas.microsoft.com/office/drawing/2014/main" id="{B7751BF1-7288-4052-8410-CB3D179637FC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2305382" y="4463842"/>
            <a:ext cx="1449423" cy="225703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256032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A1-2</a:t>
            </a:r>
          </a:p>
        </p:txBody>
      </p:sp>
      <p:sp>
        <p:nvSpPr>
          <p:cNvPr id="130" name="Text Box">
            <a:extLst>
              <a:ext uri="{FF2B5EF4-FFF2-40B4-BE49-F238E27FC236}">
                <a16:creationId xmlns:a16="http://schemas.microsoft.com/office/drawing/2014/main" id="{975CDC01-BDD5-45CD-A2BC-3F0538D7C1A3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2305383" y="4734860"/>
            <a:ext cx="1449423" cy="225703"/>
          </a:xfrm>
          <a:prstGeom prst="rect">
            <a:avLst/>
          </a:prstGeom>
          <a:solidFill>
            <a:schemeClr val="bg1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256032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A0-3</a:t>
            </a:r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C41754E4-D6ED-469B-A9A0-85A4F5B062D8}"/>
              </a:ext>
            </a:extLst>
          </p:cNvPr>
          <p:cNvSpPr/>
          <p:nvPr/>
        </p:nvSpPr>
        <p:spPr>
          <a:xfrm>
            <a:off x="2232976" y="3771175"/>
            <a:ext cx="1397414" cy="255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latin typeface="나눔고딕" pitchFamily="2" charset="-127"/>
                <a:ea typeface="나눔고딕" pitchFamily="2" charset="-127"/>
              </a:rPr>
              <a:t>홍길동</a:t>
            </a:r>
            <a:endParaRPr lang="ko-KR" altLang="en-US" sz="1100" dirty="0">
              <a:latin typeface="나눔고딕" pitchFamily="2" charset="-127"/>
              <a:ea typeface="나눔고딕" pitchFamily="2" charset="-127"/>
            </a:endParaRPr>
          </a:p>
        </p:txBody>
      </p:sp>
      <p:grpSp>
        <p:nvGrpSpPr>
          <p:cNvPr id="149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C7E249E0-4CED-4901-AE29-6597582AB012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608302" y="1763476"/>
            <a:ext cx="131556" cy="131556"/>
            <a:chOff x="554563" y="2632644"/>
            <a:chExt cx="131556" cy="131556"/>
          </a:xfrm>
        </p:grpSpPr>
        <p:sp>
          <p:nvSpPr>
            <p:cNvPr id="150" name="Box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2F0AD723-4ECC-4DB1-B04E-E19EA05FE3C2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151" name="Check" descr="&lt;SmartSettings&gt;&lt;SmartResize anchorLeft=&quot;Absolute&quot; anchorTop=&quot;None&quot; anchorRight=&quot;None&quot; anchorBottom=&quot;None&quot; /&gt;&lt;/SmartSettings&gt;" hidden="1">
              <a:extLst>
                <a:ext uri="{FF2B5EF4-FFF2-40B4-BE49-F238E27FC236}">
                  <a16:creationId xmlns:a16="http://schemas.microsoft.com/office/drawing/2014/main" id="{B53B68A7-A893-4846-A28C-1BE239EA5285}"/>
                </a:ext>
              </a:extLst>
            </p:cNvPr>
            <p:cNvSpPr>
              <a:spLocks noEditPoints="1"/>
            </p:cNvSpPr>
            <p:nvPr>
              <p:custDataLst>
                <p:tags r:id="rId30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152" name="Accept">
            <a:extLst>
              <a:ext uri="{FF2B5EF4-FFF2-40B4-BE49-F238E27FC236}">
                <a16:creationId xmlns:a16="http://schemas.microsoft.com/office/drawing/2014/main" id="{6C4D2558-8FFC-4F84-B636-DA68CBA6D544}"/>
              </a:ext>
            </a:extLst>
          </p:cNvPr>
          <p:cNvSpPr>
            <a:spLocks noChangeAspect="1"/>
          </p:cNvSpPr>
          <p:nvPr/>
        </p:nvSpPr>
        <p:spPr bwMode="auto">
          <a:xfrm>
            <a:off x="644667" y="1799848"/>
            <a:ext cx="58826" cy="52208"/>
          </a:xfrm>
          <a:custGeom>
            <a:avLst/>
            <a:gdLst>
              <a:gd name="T0" fmla="*/ 504 w 525"/>
              <a:gd name="T1" fmla="*/ 3 h 467"/>
              <a:gd name="T2" fmla="*/ 495 w 525"/>
              <a:gd name="T3" fmla="*/ 9 h 467"/>
              <a:gd name="T4" fmla="*/ 223 w 525"/>
              <a:gd name="T5" fmla="*/ 431 h 467"/>
              <a:gd name="T6" fmla="*/ 35 w 525"/>
              <a:gd name="T7" fmla="*/ 262 h 467"/>
              <a:gd name="T8" fmla="*/ 18 w 525"/>
              <a:gd name="T9" fmla="*/ 282 h 467"/>
              <a:gd name="T10" fmla="*/ 217 w 525"/>
              <a:gd name="T11" fmla="*/ 462 h 467"/>
              <a:gd name="T12" fmla="*/ 237 w 525"/>
              <a:gd name="T13" fmla="*/ 459 h 467"/>
              <a:gd name="T14" fmla="*/ 518 w 525"/>
              <a:gd name="T15" fmla="*/ 23 h 467"/>
              <a:gd name="T16" fmla="*/ 504 w 525"/>
              <a:gd name="T17" fmla="*/ 3 h 4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25" h="467">
                <a:moveTo>
                  <a:pt x="504" y="3"/>
                </a:moveTo>
                <a:cubicBezTo>
                  <a:pt x="500" y="3"/>
                  <a:pt x="497" y="6"/>
                  <a:pt x="495" y="9"/>
                </a:cubicBezTo>
                <a:lnTo>
                  <a:pt x="223" y="431"/>
                </a:lnTo>
                <a:lnTo>
                  <a:pt x="35" y="262"/>
                </a:lnTo>
                <a:cubicBezTo>
                  <a:pt x="22" y="245"/>
                  <a:pt x="0" y="271"/>
                  <a:pt x="18" y="282"/>
                </a:cubicBezTo>
                <a:lnTo>
                  <a:pt x="217" y="462"/>
                </a:lnTo>
                <a:cubicBezTo>
                  <a:pt x="223" y="467"/>
                  <a:pt x="232" y="466"/>
                  <a:pt x="237" y="459"/>
                </a:cubicBezTo>
                <a:lnTo>
                  <a:pt x="518" y="23"/>
                </a:lnTo>
                <a:cubicBezTo>
                  <a:pt x="525" y="13"/>
                  <a:pt x="515" y="0"/>
                  <a:pt x="504" y="3"/>
                </a:cubicBezTo>
                <a:close/>
              </a:path>
            </a:pathLst>
          </a:cu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b="1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53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09A52F57-E35C-4C96-ACAA-2FDD7E3420C8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608302" y="2042036"/>
            <a:ext cx="131556" cy="131556"/>
            <a:chOff x="554563" y="2632644"/>
            <a:chExt cx="131556" cy="131556"/>
          </a:xfrm>
        </p:grpSpPr>
        <p:sp>
          <p:nvSpPr>
            <p:cNvPr id="154" name="Box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87B61106-66DB-47F4-97DF-5FB55A7B6E43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155" name="Check" descr="&lt;SmartSettings&gt;&lt;SmartResize anchorLeft=&quot;Absolute&quot; anchorTop=&quot;None&quot; anchorRight=&quot;None&quot; anchorBottom=&quot;None&quot; /&gt;&lt;/SmartSettings&gt;" hidden="1">
              <a:extLst>
                <a:ext uri="{FF2B5EF4-FFF2-40B4-BE49-F238E27FC236}">
                  <a16:creationId xmlns:a16="http://schemas.microsoft.com/office/drawing/2014/main" id="{EE1294ED-465D-4BE7-BA50-16BFD8A64184}"/>
                </a:ext>
              </a:extLst>
            </p:cNvPr>
            <p:cNvSpPr>
              <a:spLocks noEditPoints="1"/>
            </p:cNvSpPr>
            <p:nvPr>
              <p:custDataLst>
                <p:tags r:id="rId28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156" name="Accept">
            <a:extLst>
              <a:ext uri="{FF2B5EF4-FFF2-40B4-BE49-F238E27FC236}">
                <a16:creationId xmlns:a16="http://schemas.microsoft.com/office/drawing/2014/main" id="{34B59F11-2627-4BC5-9F73-9E59750EE1E9}"/>
              </a:ext>
            </a:extLst>
          </p:cNvPr>
          <p:cNvSpPr>
            <a:spLocks noChangeAspect="1"/>
          </p:cNvSpPr>
          <p:nvPr/>
        </p:nvSpPr>
        <p:spPr bwMode="auto">
          <a:xfrm>
            <a:off x="644667" y="2078408"/>
            <a:ext cx="58826" cy="52208"/>
          </a:xfrm>
          <a:custGeom>
            <a:avLst/>
            <a:gdLst>
              <a:gd name="T0" fmla="*/ 504 w 525"/>
              <a:gd name="T1" fmla="*/ 3 h 467"/>
              <a:gd name="T2" fmla="*/ 495 w 525"/>
              <a:gd name="T3" fmla="*/ 9 h 467"/>
              <a:gd name="T4" fmla="*/ 223 w 525"/>
              <a:gd name="T5" fmla="*/ 431 h 467"/>
              <a:gd name="T6" fmla="*/ 35 w 525"/>
              <a:gd name="T7" fmla="*/ 262 h 467"/>
              <a:gd name="T8" fmla="*/ 18 w 525"/>
              <a:gd name="T9" fmla="*/ 282 h 467"/>
              <a:gd name="T10" fmla="*/ 217 w 525"/>
              <a:gd name="T11" fmla="*/ 462 h 467"/>
              <a:gd name="T12" fmla="*/ 237 w 525"/>
              <a:gd name="T13" fmla="*/ 459 h 467"/>
              <a:gd name="T14" fmla="*/ 518 w 525"/>
              <a:gd name="T15" fmla="*/ 23 h 467"/>
              <a:gd name="T16" fmla="*/ 504 w 525"/>
              <a:gd name="T17" fmla="*/ 3 h 4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25" h="467">
                <a:moveTo>
                  <a:pt x="504" y="3"/>
                </a:moveTo>
                <a:cubicBezTo>
                  <a:pt x="500" y="3"/>
                  <a:pt x="497" y="6"/>
                  <a:pt x="495" y="9"/>
                </a:cubicBezTo>
                <a:lnTo>
                  <a:pt x="223" y="431"/>
                </a:lnTo>
                <a:lnTo>
                  <a:pt x="35" y="262"/>
                </a:lnTo>
                <a:cubicBezTo>
                  <a:pt x="22" y="245"/>
                  <a:pt x="0" y="271"/>
                  <a:pt x="18" y="282"/>
                </a:cubicBezTo>
                <a:lnTo>
                  <a:pt x="217" y="462"/>
                </a:lnTo>
                <a:cubicBezTo>
                  <a:pt x="223" y="467"/>
                  <a:pt x="232" y="466"/>
                  <a:pt x="237" y="459"/>
                </a:cubicBezTo>
                <a:lnTo>
                  <a:pt x="518" y="23"/>
                </a:lnTo>
                <a:cubicBezTo>
                  <a:pt x="525" y="13"/>
                  <a:pt x="515" y="0"/>
                  <a:pt x="504" y="3"/>
                </a:cubicBezTo>
                <a:close/>
              </a:path>
            </a:pathLst>
          </a:cu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b="1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57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09632191-9D0E-48BB-B74D-7D47D31D34AC}"/>
              </a:ext>
            </a:extLst>
          </p:cNvPr>
          <p:cNvGrpSpPr/>
          <p:nvPr>
            <p:custDataLst>
              <p:tags r:id="rId13"/>
            </p:custDataLst>
          </p:nvPr>
        </p:nvGrpSpPr>
        <p:grpSpPr>
          <a:xfrm>
            <a:off x="608302" y="2331402"/>
            <a:ext cx="131556" cy="131556"/>
            <a:chOff x="554563" y="2632644"/>
            <a:chExt cx="131556" cy="131556"/>
          </a:xfrm>
        </p:grpSpPr>
        <p:sp>
          <p:nvSpPr>
            <p:cNvPr id="158" name="Box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37BD65EC-D825-44D1-AB2F-BA6E12AF2E2B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159" name="Check" descr="&lt;SmartSettings&gt;&lt;SmartResize anchorLeft=&quot;Absolute&quot; anchorTop=&quot;None&quot; anchorRight=&quot;None&quot; anchorBottom=&quot;None&quot; /&gt;&lt;/SmartSettings&gt;" hidden="1">
              <a:extLst>
                <a:ext uri="{FF2B5EF4-FFF2-40B4-BE49-F238E27FC236}">
                  <a16:creationId xmlns:a16="http://schemas.microsoft.com/office/drawing/2014/main" id="{926F79E2-D37D-41AE-8E13-037E4F696915}"/>
                </a:ext>
              </a:extLst>
            </p:cNvPr>
            <p:cNvSpPr>
              <a:spLocks noEditPoints="1"/>
            </p:cNvSpPr>
            <p:nvPr>
              <p:custDataLst>
                <p:tags r:id="rId26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160" name="Accept">
            <a:extLst>
              <a:ext uri="{FF2B5EF4-FFF2-40B4-BE49-F238E27FC236}">
                <a16:creationId xmlns:a16="http://schemas.microsoft.com/office/drawing/2014/main" id="{AC04235D-C8B3-4663-ACAD-639F04687C7D}"/>
              </a:ext>
            </a:extLst>
          </p:cNvPr>
          <p:cNvSpPr>
            <a:spLocks noChangeAspect="1"/>
          </p:cNvSpPr>
          <p:nvPr/>
        </p:nvSpPr>
        <p:spPr bwMode="auto">
          <a:xfrm>
            <a:off x="644667" y="2367774"/>
            <a:ext cx="58826" cy="52208"/>
          </a:xfrm>
          <a:custGeom>
            <a:avLst/>
            <a:gdLst>
              <a:gd name="T0" fmla="*/ 504 w 525"/>
              <a:gd name="T1" fmla="*/ 3 h 467"/>
              <a:gd name="T2" fmla="*/ 495 w 525"/>
              <a:gd name="T3" fmla="*/ 9 h 467"/>
              <a:gd name="T4" fmla="*/ 223 w 525"/>
              <a:gd name="T5" fmla="*/ 431 h 467"/>
              <a:gd name="T6" fmla="*/ 35 w 525"/>
              <a:gd name="T7" fmla="*/ 262 h 467"/>
              <a:gd name="T8" fmla="*/ 18 w 525"/>
              <a:gd name="T9" fmla="*/ 282 h 467"/>
              <a:gd name="T10" fmla="*/ 217 w 525"/>
              <a:gd name="T11" fmla="*/ 462 h 467"/>
              <a:gd name="T12" fmla="*/ 237 w 525"/>
              <a:gd name="T13" fmla="*/ 459 h 467"/>
              <a:gd name="T14" fmla="*/ 518 w 525"/>
              <a:gd name="T15" fmla="*/ 23 h 467"/>
              <a:gd name="T16" fmla="*/ 504 w 525"/>
              <a:gd name="T17" fmla="*/ 3 h 4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25" h="467">
                <a:moveTo>
                  <a:pt x="504" y="3"/>
                </a:moveTo>
                <a:cubicBezTo>
                  <a:pt x="500" y="3"/>
                  <a:pt x="497" y="6"/>
                  <a:pt x="495" y="9"/>
                </a:cubicBezTo>
                <a:lnTo>
                  <a:pt x="223" y="431"/>
                </a:lnTo>
                <a:lnTo>
                  <a:pt x="35" y="262"/>
                </a:lnTo>
                <a:cubicBezTo>
                  <a:pt x="22" y="245"/>
                  <a:pt x="0" y="271"/>
                  <a:pt x="18" y="282"/>
                </a:cubicBezTo>
                <a:lnTo>
                  <a:pt x="217" y="462"/>
                </a:lnTo>
                <a:cubicBezTo>
                  <a:pt x="223" y="467"/>
                  <a:pt x="232" y="466"/>
                  <a:pt x="237" y="459"/>
                </a:cubicBezTo>
                <a:lnTo>
                  <a:pt x="518" y="23"/>
                </a:lnTo>
                <a:cubicBezTo>
                  <a:pt x="525" y="13"/>
                  <a:pt x="515" y="0"/>
                  <a:pt x="504" y="3"/>
                </a:cubicBezTo>
                <a:close/>
              </a:path>
            </a:pathLst>
          </a:cu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b="1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61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67B4EAD9-06C6-4889-9D7D-1EDD72CB17F5}"/>
              </a:ext>
            </a:extLst>
          </p:cNvPr>
          <p:cNvGrpSpPr/>
          <p:nvPr>
            <p:custDataLst>
              <p:tags r:id="rId14"/>
            </p:custDataLst>
          </p:nvPr>
        </p:nvGrpSpPr>
        <p:grpSpPr>
          <a:xfrm>
            <a:off x="608302" y="2649475"/>
            <a:ext cx="131556" cy="131556"/>
            <a:chOff x="554563" y="2632644"/>
            <a:chExt cx="131556" cy="131556"/>
          </a:xfrm>
        </p:grpSpPr>
        <p:sp>
          <p:nvSpPr>
            <p:cNvPr id="162" name="Box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3720D91D-8811-4A34-82C4-5CC12AB5E033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163" name="Check" descr="&lt;SmartSettings&gt;&lt;SmartResize anchorLeft=&quot;Absolute&quot; anchorTop=&quot;None&quot; anchorRight=&quot;None&quot; anchorBottom=&quot;None&quot; /&gt;&lt;/SmartSettings&gt;" hidden="1">
              <a:extLst>
                <a:ext uri="{FF2B5EF4-FFF2-40B4-BE49-F238E27FC236}">
                  <a16:creationId xmlns:a16="http://schemas.microsoft.com/office/drawing/2014/main" id="{30414803-B158-42BF-9A7A-7D7B58E5111D}"/>
                </a:ext>
              </a:extLst>
            </p:cNvPr>
            <p:cNvSpPr>
              <a:spLocks noEditPoints="1"/>
            </p:cNvSpPr>
            <p:nvPr>
              <p:custDataLst>
                <p:tags r:id="rId24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164" name="Accept">
            <a:extLst>
              <a:ext uri="{FF2B5EF4-FFF2-40B4-BE49-F238E27FC236}">
                <a16:creationId xmlns:a16="http://schemas.microsoft.com/office/drawing/2014/main" id="{4E4FA282-6682-4887-9BAE-99F4E917FB4F}"/>
              </a:ext>
            </a:extLst>
          </p:cNvPr>
          <p:cNvSpPr>
            <a:spLocks noChangeAspect="1"/>
          </p:cNvSpPr>
          <p:nvPr/>
        </p:nvSpPr>
        <p:spPr bwMode="auto">
          <a:xfrm>
            <a:off x="644667" y="2685847"/>
            <a:ext cx="58826" cy="52208"/>
          </a:xfrm>
          <a:custGeom>
            <a:avLst/>
            <a:gdLst>
              <a:gd name="T0" fmla="*/ 504 w 525"/>
              <a:gd name="T1" fmla="*/ 3 h 467"/>
              <a:gd name="T2" fmla="*/ 495 w 525"/>
              <a:gd name="T3" fmla="*/ 9 h 467"/>
              <a:gd name="T4" fmla="*/ 223 w 525"/>
              <a:gd name="T5" fmla="*/ 431 h 467"/>
              <a:gd name="T6" fmla="*/ 35 w 525"/>
              <a:gd name="T7" fmla="*/ 262 h 467"/>
              <a:gd name="T8" fmla="*/ 18 w 525"/>
              <a:gd name="T9" fmla="*/ 282 h 467"/>
              <a:gd name="T10" fmla="*/ 217 w 525"/>
              <a:gd name="T11" fmla="*/ 462 h 467"/>
              <a:gd name="T12" fmla="*/ 237 w 525"/>
              <a:gd name="T13" fmla="*/ 459 h 467"/>
              <a:gd name="T14" fmla="*/ 518 w 525"/>
              <a:gd name="T15" fmla="*/ 23 h 467"/>
              <a:gd name="T16" fmla="*/ 504 w 525"/>
              <a:gd name="T17" fmla="*/ 3 h 4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25" h="467">
                <a:moveTo>
                  <a:pt x="504" y="3"/>
                </a:moveTo>
                <a:cubicBezTo>
                  <a:pt x="500" y="3"/>
                  <a:pt x="497" y="6"/>
                  <a:pt x="495" y="9"/>
                </a:cubicBezTo>
                <a:lnTo>
                  <a:pt x="223" y="431"/>
                </a:lnTo>
                <a:lnTo>
                  <a:pt x="35" y="262"/>
                </a:lnTo>
                <a:cubicBezTo>
                  <a:pt x="22" y="245"/>
                  <a:pt x="0" y="271"/>
                  <a:pt x="18" y="282"/>
                </a:cubicBezTo>
                <a:lnTo>
                  <a:pt x="217" y="462"/>
                </a:lnTo>
                <a:cubicBezTo>
                  <a:pt x="223" y="467"/>
                  <a:pt x="232" y="466"/>
                  <a:pt x="237" y="459"/>
                </a:cubicBezTo>
                <a:lnTo>
                  <a:pt x="518" y="23"/>
                </a:lnTo>
                <a:cubicBezTo>
                  <a:pt x="525" y="13"/>
                  <a:pt x="515" y="0"/>
                  <a:pt x="504" y="3"/>
                </a:cubicBezTo>
                <a:close/>
              </a:path>
            </a:pathLst>
          </a:cu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b="1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65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363FD023-C173-435C-8F15-DD529135C442}"/>
              </a:ext>
            </a:extLst>
          </p:cNvPr>
          <p:cNvGrpSpPr/>
          <p:nvPr>
            <p:custDataLst>
              <p:tags r:id="rId15"/>
            </p:custDataLst>
          </p:nvPr>
        </p:nvGrpSpPr>
        <p:grpSpPr>
          <a:xfrm>
            <a:off x="608302" y="2930390"/>
            <a:ext cx="131556" cy="131556"/>
            <a:chOff x="554563" y="2632644"/>
            <a:chExt cx="131556" cy="131556"/>
          </a:xfrm>
        </p:grpSpPr>
        <p:sp>
          <p:nvSpPr>
            <p:cNvPr id="166" name="Box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C4492B02-6547-44DE-AF9B-BE7CEABBC217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167" name="Check" descr="&lt;SmartSettings&gt;&lt;SmartResize anchorLeft=&quot;Absolute&quot; anchorTop=&quot;None&quot; anchorRight=&quot;None&quot; anchorBottom=&quot;None&quot; /&gt;&lt;/SmartSettings&gt;" hidden="1">
              <a:extLst>
                <a:ext uri="{FF2B5EF4-FFF2-40B4-BE49-F238E27FC236}">
                  <a16:creationId xmlns:a16="http://schemas.microsoft.com/office/drawing/2014/main" id="{30BEC20E-663F-49BF-A0D0-24101203301D}"/>
                </a:ext>
              </a:extLst>
            </p:cNvPr>
            <p:cNvSpPr>
              <a:spLocks noEditPoints="1"/>
            </p:cNvSpPr>
            <p:nvPr>
              <p:custDataLst>
                <p:tags r:id="rId22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168" name="Accept">
            <a:extLst>
              <a:ext uri="{FF2B5EF4-FFF2-40B4-BE49-F238E27FC236}">
                <a16:creationId xmlns:a16="http://schemas.microsoft.com/office/drawing/2014/main" id="{FEDC595A-5E57-4427-90B6-AB9E643F72E5}"/>
              </a:ext>
            </a:extLst>
          </p:cNvPr>
          <p:cNvSpPr>
            <a:spLocks noChangeAspect="1"/>
          </p:cNvSpPr>
          <p:nvPr/>
        </p:nvSpPr>
        <p:spPr bwMode="auto">
          <a:xfrm>
            <a:off x="644667" y="2966762"/>
            <a:ext cx="58826" cy="52208"/>
          </a:xfrm>
          <a:custGeom>
            <a:avLst/>
            <a:gdLst>
              <a:gd name="T0" fmla="*/ 504 w 525"/>
              <a:gd name="T1" fmla="*/ 3 h 467"/>
              <a:gd name="T2" fmla="*/ 495 w 525"/>
              <a:gd name="T3" fmla="*/ 9 h 467"/>
              <a:gd name="T4" fmla="*/ 223 w 525"/>
              <a:gd name="T5" fmla="*/ 431 h 467"/>
              <a:gd name="T6" fmla="*/ 35 w 525"/>
              <a:gd name="T7" fmla="*/ 262 h 467"/>
              <a:gd name="T8" fmla="*/ 18 w 525"/>
              <a:gd name="T9" fmla="*/ 282 h 467"/>
              <a:gd name="T10" fmla="*/ 217 w 525"/>
              <a:gd name="T11" fmla="*/ 462 h 467"/>
              <a:gd name="T12" fmla="*/ 237 w 525"/>
              <a:gd name="T13" fmla="*/ 459 h 467"/>
              <a:gd name="T14" fmla="*/ 518 w 525"/>
              <a:gd name="T15" fmla="*/ 23 h 467"/>
              <a:gd name="T16" fmla="*/ 504 w 525"/>
              <a:gd name="T17" fmla="*/ 3 h 4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25" h="467">
                <a:moveTo>
                  <a:pt x="504" y="3"/>
                </a:moveTo>
                <a:cubicBezTo>
                  <a:pt x="500" y="3"/>
                  <a:pt x="497" y="6"/>
                  <a:pt x="495" y="9"/>
                </a:cubicBezTo>
                <a:lnTo>
                  <a:pt x="223" y="431"/>
                </a:lnTo>
                <a:lnTo>
                  <a:pt x="35" y="262"/>
                </a:lnTo>
                <a:cubicBezTo>
                  <a:pt x="22" y="245"/>
                  <a:pt x="0" y="271"/>
                  <a:pt x="18" y="282"/>
                </a:cubicBezTo>
                <a:lnTo>
                  <a:pt x="217" y="462"/>
                </a:lnTo>
                <a:cubicBezTo>
                  <a:pt x="223" y="467"/>
                  <a:pt x="232" y="466"/>
                  <a:pt x="237" y="459"/>
                </a:cubicBezTo>
                <a:lnTo>
                  <a:pt x="518" y="23"/>
                </a:lnTo>
                <a:cubicBezTo>
                  <a:pt x="525" y="13"/>
                  <a:pt x="515" y="0"/>
                  <a:pt x="504" y="3"/>
                </a:cubicBezTo>
                <a:close/>
              </a:path>
            </a:pathLst>
          </a:cu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b="1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79C4239C-F095-4632-8D16-7FA8EC5B5CC6}"/>
              </a:ext>
            </a:extLst>
          </p:cNvPr>
          <p:cNvCxnSpPr/>
          <p:nvPr/>
        </p:nvCxnSpPr>
        <p:spPr>
          <a:xfrm>
            <a:off x="526676" y="4052218"/>
            <a:ext cx="153841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직선 연결선 168">
            <a:extLst>
              <a:ext uri="{FF2B5EF4-FFF2-40B4-BE49-F238E27FC236}">
                <a16:creationId xmlns:a16="http://schemas.microsoft.com/office/drawing/2014/main" id="{E01EDE70-9D44-4506-A1DC-61CCB4E5B567}"/>
              </a:ext>
            </a:extLst>
          </p:cNvPr>
          <p:cNvCxnSpPr/>
          <p:nvPr/>
        </p:nvCxnSpPr>
        <p:spPr>
          <a:xfrm>
            <a:off x="2259910" y="4066197"/>
            <a:ext cx="153841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E3F8AE3-7355-4FBB-99E6-459E9CD46C09}"/>
              </a:ext>
            </a:extLst>
          </p:cNvPr>
          <p:cNvSpPr txBox="1"/>
          <p:nvPr/>
        </p:nvSpPr>
        <p:spPr>
          <a:xfrm>
            <a:off x="1133140" y="4175962"/>
            <a:ext cx="122391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chemeClr val="bg1"/>
                </a:solidFill>
              </a:rPr>
              <a:t>보험료 </a:t>
            </a:r>
            <a:r>
              <a:rPr lang="en-US" altLang="ko-KR" sz="800" b="1" dirty="0">
                <a:solidFill>
                  <a:schemeClr val="bg1"/>
                </a:solidFill>
              </a:rPr>
              <a:t>: 20,000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000B0B1F-EDCC-44D4-AFA3-0F019FB784EF}"/>
              </a:ext>
            </a:extLst>
          </p:cNvPr>
          <p:cNvSpPr txBox="1"/>
          <p:nvPr/>
        </p:nvSpPr>
        <p:spPr>
          <a:xfrm>
            <a:off x="1135273" y="4472582"/>
            <a:ext cx="122391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chemeClr val="accent1"/>
                </a:solidFill>
              </a:rPr>
              <a:t>보험료 </a:t>
            </a:r>
            <a:r>
              <a:rPr lang="en-US" altLang="ko-KR" sz="800" b="1" dirty="0">
                <a:solidFill>
                  <a:schemeClr val="accent1"/>
                </a:solidFill>
              </a:rPr>
              <a:t>: 32,000</a:t>
            </a:r>
            <a:endParaRPr lang="ko-KR" altLang="en-US" sz="800" b="1" dirty="0">
              <a:solidFill>
                <a:schemeClr val="accent1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DBFA45D3-9AEC-4B6A-9157-9F9D2E40FDD6}"/>
              </a:ext>
            </a:extLst>
          </p:cNvPr>
          <p:cNvSpPr txBox="1"/>
          <p:nvPr/>
        </p:nvSpPr>
        <p:spPr>
          <a:xfrm>
            <a:off x="1140995" y="4756564"/>
            <a:ext cx="122391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chemeClr val="accent1"/>
                </a:solidFill>
              </a:rPr>
              <a:t>보험료 </a:t>
            </a:r>
            <a:r>
              <a:rPr lang="en-US" altLang="ko-KR" sz="800" b="1" dirty="0">
                <a:solidFill>
                  <a:schemeClr val="accent1"/>
                </a:solidFill>
              </a:rPr>
              <a:t>: 43,000</a:t>
            </a:r>
            <a:endParaRPr lang="ko-KR" altLang="en-US" sz="800" b="1" dirty="0">
              <a:solidFill>
                <a:schemeClr val="accent1"/>
              </a:solidFill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781F6E5D-4E8B-44C6-9634-BB3D8BC752AC}"/>
              </a:ext>
            </a:extLst>
          </p:cNvPr>
          <p:cNvSpPr txBox="1"/>
          <p:nvPr/>
        </p:nvSpPr>
        <p:spPr>
          <a:xfrm>
            <a:off x="2890609" y="4461838"/>
            <a:ext cx="122391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chemeClr val="accent1"/>
                </a:solidFill>
              </a:rPr>
              <a:t>보험료 </a:t>
            </a:r>
            <a:r>
              <a:rPr lang="en-US" altLang="ko-KR" sz="800" b="1" dirty="0">
                <a:solidFill>
                  <a:schemeClr val="accent1"/>
                </a:solidFill>
              </a:rPr>
              <a:t>: 23,000</a:t>
            </a:r>
            <a:endParaRPr lang="ko-KR" altLang="en-US" sz="800" b="1" dirty="0">
              <a:solidFill>
                <a:schemeClr val="accent1"/>
              </a:solidFill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760D6A79-4C53-46B9-BCBF-B12F4867BA15}"/>
              </a:ext>
            </a:extLst>
          </p:cNvPr>
          <p:cNvSpPr txBox="1"/>
          <p:nvPr/>
        </p:nvSpPr>
        <p:spPr>
          <a:xfrm>
            <a:off x="2893366" y="4744775"/>
            <a:ext cx="122391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chemeClr val="accent1"/>
                </a:solidFill>
              </a:rPr>
              <a:t>보험료 </a:t>
            </a:r>
            <a:r>
              <a:rPr lang="en-US" altLang="ko-KR" sz="800" b="1" dirty="0">
                <a:solidFill>
                  <a:schemeClr val="accent1"/>
                </a:solidFill>
              </a:rPr>
              <a:t>: 40,000</a:t>
            </a:r>
            <a:endParaRPr lang="ko-KR" altLang="en-US" sz="800" b="1" dirty="0">
              <a:solidFill>
                <a:schemeClr val="accent1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4435A5AB-79C8-47AC-8C9D-E16D0B3268F5}"/>
              </a:ext>
            </a:extLst>
          </p:cNvPr>
          <p:cNvSpPr txBox="1"/>
          <p:nvPr/>
        </p:nvSpPr>
        <p:spPr>
          <a:xfrm>
            <a:off x="2903839" y="4205211"/>
            <a:ext cx="122391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chemeClr val="bg1"/>
                </a:solidFill>
              </a:rPr>
              <a:t>보험료 </a:t>
            </a:r>
            <a:r>
              <a:rPr lang="en-US" altLang="ko-KR" sz="800" b="1" dirty="0">
                <a:solidFill>
                  <a:schemeClr val="bg1"/>
                </a:solidFill>
              </a:rPr>
              <a:t>: 11,000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0F7C9095-6F1F-459D-9765-4E40D77F3BCD}"/>
              </a:ext>
            </a:extLst>
          </p:cNvPr>
          <p:cNvSpPr/>
          <p:nvPr/>
        </p:nvSpPr>
        <p:spPr>
          <a:xfrm>
            <a:off x="469535" y="1300994"/>
            <a:ext cx="247137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solidFill>
                  <a:schemeClr val="accent2">
                    <a:lumMod val="75000"/>
                  </a:schemeClr>
                </a:solidFill>
                <a:latin typeface="나눔고딕" pitchFamily="2" charset="-127"/>
                <a:ea typeface="나눔고딕" pitchFamily="2" charset="-127"/>
              </a:rPr>
              <a:t>청약신청</a:t>
            </a:r>
          </a:p>
        </p:txBody>
      </p:sp>
      <p:sp>
        <p:nvSpPr>
          <p:cNvPr id="131" name="사각형: 둥근 모서리 130">
            <a:extLst>
              <a:ext uri="{FF2B5EF4-FFF2-40B4-BE49-F238E27FC236}">
                <a16:creationId xmlns:a16="http://schemas.microsoft.com/office/drawing/2014/main" id="{5EBE45EA-474D-49CB-9AD0-66D9B7C4F3F0}"/>
              </a:ext>
            </a:extLst>
          </p:cNvPr>
          <p:cNvSpPr/>
          <p:nvPr/>
        </p:nvSpPr>
        <p:spPr>
          <a:xfrm>
            <a:off x="4003569" y="3783587"/>
            <a:ext cx="1534826" cy="1243692"/>
          </a:xfrm>
          <a:prstGeom prst="roundRect">
            <a:avLst>
              <a:gd name="adj" fmla="val 445"/>
            </a:avLst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D4A20FE4-53AD-4449-839A-BA67D48A66FF}"/>
              </a:ext>
            </a:extLst>
          </p:cNvPr>
          <p:cNvSpPr/>
          <p:nvPr/>
        </p:nvSpPr>
        <p:spPr>
          <a:xfrm>
            <a:off x="4003583" y="3774725"/>
            <a:ext cx="1421690" cy="25545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latin typeface="나눔고딕" pitchFamily="2" charset="-127"/>
                <a:ea typeface="나눔고딕" pitchFamily="2" charset="-127"/>
              </a:rPr>
              <a:t>홍순 </a:t>
            </a:r>
            <a:r>
              <a:rPr lang="en-US" altLang="ko-KR" sz="800" b="1" dirty="0">
                <a:latin typeface="나눔고딕" pitchFamily="2" charset="-127"/>
                <a:ea typeface="나눔고딕" pitchFamily="2" charset="-127"/>
              </a:rPr>
              <a:t>: undefined</a:t>
            </a:r>
            <a:endParaRPr lang="ko-KR" altLang="en-US" sz="11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35" name="사각형: 둥근 모서리 134">
            <a:extLst>
              <a:ext uri="{FF2B5EF4-FFF2-40B4-BE49-F238E27FC236}">
                <a16:creationId xmlns:a16="http://schemas.microsoft.com/office/drawing/2014/main" id="{D2852337-8827-40E8-83D0-FF26D087B5AE}"/>
              </a:ext>
            </a:extLst>
          </p:cNvPr>
          <p:cNvSpPr/>
          <p:nvPr/>
        </p:nvSpPr>
        <p:spPr>
          <a:xfrm>
            <a:off x="5733756" y="3781867"/>
            <a:ext cx="1534826" cy="1243692"/>
          </a:xfrm>
          <a:prstGeom prst="roundRect">
            <a:avLst>
              <a:gd name="adj" fmla="val 445"/>
            </a:avLst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2A956A60-4717-4977-9A6E-C0E1739A5A03}"/>
              </a:ext>
            </a:extLst>
          </p:cNvPr>
          <p:cNvSpPr/>
          <p:nvPr/>
        </p:nvSpPr>
        <p:spPr>
          <a:xfrm>
            <a:off x="5739197" y="3756984"/>
            <a:ext cx="1397414" cy="25545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latin typeface="나눔고딕" pitchFamily="2" charset="-127"/>
                <a:ea typeface="나눔고딕" pitchFamily="2" charset="-127"/>
              </a:rPr>
              <a:t>홍진호 </a:t>
            </a:r>
            <a:r>
              <a:rPr lang="en-US" altLang="ko-KR" sz="800" b="1" dirty="0">
                <a:latin typeface="나눔고딕" pitchFamily="2" charset="-127"/>
                <a:ea typeface="나눔고딕" pitchFamily="2" charset="-127"/>
              </a:rPr>
              <a:t>: 910111-1</a:t>
            </a:r>
            <a:endParaRPr lang="ko-KR" altLang="en-US" sz="1100" dirty="0">
              <a:latin typeface="나눔고딕" pitchFamily="2" charset="-127"/>
              <a:ea typeface="나눔고딕" pitchFamily="2" charset="-127"/>
            </a:endParaRPr>
          </a:p>
        </p:txBody>
      </p:sp>
      <p:cxnSp>
        <p:nvCxnSpPr>
          <p:cNvPr id="137" name="직선 연결선 136">
            <a:extLst>
              <a:ext uri="{FF2B5EF4-FFF2-40B4-BE49-F238E27FC236}">
                <a16:creationId xmlns:a16="http://schemas.microsoft.com/office/drawing/2014/main" id="{7EF202BE-9FCA-4090-9356-0D09C548EDFF}"/>
              </a:ext>
            </a:extLst>
          </p:cNvPr>
          <p:cNvCxnSpPr/>
          <p:nvPr/>
        </p:nvCxnSpPr>
        <p:spPr>
          <a:xfrm>
            <a:off x="3999978" y="4049500"/>
            <a:ext cx="153841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49181DD2-4D69-417C-8628-770E86951EDD}"/>
              </a:ext>
            </a:extLst>
          </p:cNvPr>
          <p:cNvGrpSpPr/>
          <p:nvPr/>
        </p:nvGrpSpPr>
        <p:grpSpPr>
          <a:xfrm>
            <a:off x="4087183" y="4686827"/>
            <a:ext cx="1338090" cy="237744"/>
            <a:chOff x="4114016" y="5778987"/>
            <a:chExt cx="1338090" cy="237744"/>
          </a:xfrm>
        </p:grpSpPr>
        <p:sp>
          <p:nvSpPr>
            <p:cNvPr id="141" name="사각형: 둥근 모서리 140">
              <a:extLst>
                <a:ext uri="{FF2B5EF4-FFF2-40B4-BE49-F238E27FC236}">
                  <a16:creationId xmlns:a16="http://schemas.microsoft.com/office/drawing/2014/main" id="{1EC5C678-5912-4DFB-A3D7-2181B3DA686B}"/>
                </a:ext>
              </a:extLst>
            </p:cNvPr>
            <p:cNvSpPr/>
            <p:nvPr/>
          </p:nvSpPr>
          <p:spPr>
            <a:xfrm>
              <a:off x="4114016" y="5778987"/>
              <a:ext cx="1338090" cy="237744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latin typeface="나눔고딕" pitchFamily="2" charset="-127"/>
                  <a:ea typeface="나눔고딕" pitchFamily="2" charset="-127"/>
                </a:rPr>
                <a:t>다시 조회하기</a:t>
              </a:r>
            </a:p>
          </p:txBody>
        </p:sp>
        <p:pic>
          <p:nvPicPr>
            <p:cNvPr id="142" name="그래픽 141" descr="원 화살표">
              <a:extLst>
                <a:ext uri="{FF2B5EF4-FFF2-40B4-BE49-F238E27FC236}">
                  <a16:creationId xmlns:a16="http://schemas.microsoft.com/office/drawing/2014/main" id="{8A7C027F-F29F-48A6-A595-4B22E0DD248E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p:blipFill>
          <p:spPr>
            <a:xfrm>
              <a:off x="4216335" y="5796932"/>
              <a:ext cx="192062" cy="199996"/>
            </a:xfrm>
            <a:prstGeom prst="rect">
              <a:avLst/>
            </a:prstGeom>
          </p:spPr>
        </p:pic>
      </p:grp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572C19F8-C107-4845-8838-3322C3848A12}"/>
              </a:ext>
            </a:extLst>
          </p:cNvPr>
          <p:cNvSpPr/>
          <p:nvPr/>
        </p:nvSpPr>
        <p:spPr>
          <a:xfrm>
            <a:off x="4037217" y="4110651"/>
            <a:ext cx="1397414" cy="396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700" dirty="0">
                <a:latin typeface="나눔고딕" pitchFamily="2" charset="-127"/>
                <a:ea typeface="나눔고딕" pitchFamily="2" charset="-127"/>
              </a:rPr>
              <a:t>날짜형식이 올바르지 </a:t>
            </a:r>
            <a:br>
              <a:rPr lang="en-US" altLang="ko-KR" sz="700" dirty="0">
                <a:latin typeface="나눔고딕" pitchFamily="2" charset="-127"/>
                <a:ea typeface="나눔고딕" pitchFamily="2" charset="-127"/>
              </a:rPr>
            </a:br>
            <a:r>
              <a:rPr lang="ko-KR" altLang="en-US" sz="700" dirty="0">
                <a:latin typeface="나눔고딕" pitchFamily="2" charset="-127"/>
                <a:ea typeface="나눔고딕" pitchFamily="2" charset="-127"/>
              </a:rPr>
              <a:t>않습니다</a:t>
            </a:r>
            <a:r>
              <a:rPr lang="en-US" altLang="ko-KR" sz="700" dirty="0">
                <a:latin typeface="나눔고딕" pitchFamily="2" charset="-127"/>
                <a:ea typeface="나눔고딕" pitchFamily="2" charset="-127"/>
              </a:rPr>
              <a:t>.</a:t>
            </a:r>
            <a:endParaRPr lang="ko-KR" altLang="en-US" sz="700" dirty="0">
              <a:latin typeface="나눔고딕" pitchFamily="2" charset="-127"/>
              <a:ea typeface="나눔고딕" pitchFamily="2" charset="-127"/>
            </a:endParaRPr>
          </a:p>
        </p:txBody>
      </p:sp>
      <p:cxnSp>
        <p:nvCxnSpPr>
          <p:cNvPr id="145" name="직선 연결선 144">
            <a:extLst>
              <a:ext uri="{FF2B5EF4-FFF2-40B4-BE49-F238E27FC236}">
                <a16:creationId xmlns:a16="http://schemas.microsoft.com/office/drawing/2014/main" id="{243E8B95-99FB-48CE-8B1C-E7A349513A0F}"/>
              </a:ext>
            </a:extLst>
          </p:cNvPr>
          <p:cNvCxnSpPr/>
          <p:nvPr/>
        </p:nvCxnSpPr>
        <p:spPr>
          <a:xfrm>
            <a:off x="5730165" y="4044302"/>
            <a:ext cx="153841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Text Box">
            <a:extLst>
              <a:ext uri="{FF2B5EF4-FFF2-40B4-BE49-F238E27FC236}">
                <a16:creationId xmlns:a16="http://schemas.microsoft.com/office/drawing/2014/main" id="{C1CAB956-AB0E-4531-ACC2-A004A74DFEFC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5770469" y="4480417"/>
            <a:ext cx="1449423" cy="225703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256032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A1-2</a:t>
            </a:r>
          </a:p>
        </p:txBody>
      </p:sp>
      <p:sp>
        <p:nvSpPr>
          <p:cNvPr id="147" name="Text Box">
            <a:extLst>
              <a:ext uri="{FF2B5EF4-FFF2-40B4-BE49-F238E27FC236}">
                <a16:creationId xmlns:a16="http://schemas.microsoft.com/office/drawing/2014/main" id="{CC83D97F-8250-4B9C-83C2-E9B3BAA81391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5770470" y="4751435"/>
            <a:ext cx="1449423" cy="225703"/>
          </a:xfrm>
          <a:prstGeom prst="rect">
            <a:avLst/>
          </a:prstGeom>
          <a:solidFill>
            <a:schemeClr val="bg1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256032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A0-3</a:t>
            </a:r>
          </a:p>
        </p:txBody>
      </p:sp>
      <p:sp>
        <p:nvSpPr>
          <p:cNvPr id="148" name="Text Box">
            <a:extLst>
              <a:ext uri="{FF2B5EF4-FFF2-40B4-BE49-F238E27FC236}">
                <a16:creationId xmlns:a16="http://schemas.microsoft.com/office/drawing/2014/main" id="{CE96679E-A5EF-4F45-B7A0-05C62EB36621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5775262" y="4206293"/>
            <a:ext cx="1449423" cy="225703"/>
          </a:xfrm>
          <a:prstGeom prst="rect">
            <a:avLst/>
          </a:prstGeom>
          <a:solidFill>
            <a:schemeClr val="accent1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256032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A-2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D7E85DF8-BB25-4AB4-A464-A723ABACC9DC}"/>
              </a:ext>
            </a:extLst>
          </p:cNvPr>
          <p:cNvSpPr txBox="1"/>
          <p:nvPr/>
        </p:nvSpPr>
        <p:spPr>
          <a:xfrm>
            <a:off x="6367829" y="4221999"/>
            <a:ext cx="122391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chemeClr val="bg1"/>
                </a:solidFill>
              </a:rPr>
              <a:t>보험료 </a:t>
            </a:r>
            <a:r>
              <a:rPr lang="en-US" altLang="ko-KR" sz="800" b="1" dirty="0">
                <a:solidFill>
                  <a:schemeClr val="bg1"/>
                </a:solidFill>
              </a:rPr>
              <a:t>: 13,000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FD00BA4E-DFFA-4CEE-9EAE-603A203A0E1A}"/>
              </a:ext>
            </a:extLst>
          </p:cNvPr>
          <p:cNvSpPr txBox="1"/>
          <p:nvPr/>
        </p:nvSpPr>
        <p:spPr>
          <a:xfrm>
            <a:off x="6375889" y="4498301"/>
            <a:ext cx="122391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chemeClr val="accent1"/>
                </a:solidFill>
              </a:rPr>
              <a:t>보험료 </a:t>
            </a:r>
            <a:r>
              <a:rPr lang="en-US" altLang="ko-KR" sz="800" b="1" dirty="0">
                <a:solidFill>
                  <a:schemeClr val="accent1"/>
                </a:solidFill>
              </a:rPr>
              <a:t>: 33,000</a:t>
            </a:r>
            <a:endParaRPr lang="ko-KR" altLang="en-US" sz="800" b="1" dirty="0">
              <a:solidFill>
                <a:schemeClr val="accent1"/>
              </a:solidFill>
            </a:endParaRP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44BDD9A9-E11C-4F3D-B17F-21E0890788D9}"/>
              </a:ext>
            </a:extLst>
          </p:cNvPr>
          <p:cNvSpPr txBox="1"/>
          <p:nvPr/>
        </p:nvSpPr>
        <p:spPr>
          <a:xfrm>
            <a:off x="6367433" y="4777740"/>
            <a:ext cx="122391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chemeClr val="accent1"/>
                </a:solidFill>
              </a:rPr>
              <a:t>보험료 </a:t>
            </a:r>
            <a:r>
              <a:rPr lang="en-US" altLang="ko-KR" sz="800" b="1" dirty="0">
                <a:solidFill>
                  <a:schemeClr val="accent1"/>
                </a:solidFill>
              </a:rPr>
              <a:t>: 43,000</a:t>
            </a:r>
            <a:endParaRPr lang="ko-KR" altLang="en-US" sz="800" b="1" dirty="0">
              <a:solidFill>
                <a:schemeClr val="accent1"/>
              </a:solidFill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3B44F61E-D808-4E75-919C-7E7E9881A77D}"/>
              </a:ext>
            </a:extLst>
          </p:cNvPr>
          <p:cNvGrpSpPr/>
          <p:nvPr/>
        </p:nvGrpSpPr>
        <p:grpSpPr>
          <a:xfrm>
            <a:off x="404237" y="5516220"/>
            <a:ext cx="8009071" cy="791606"/>
            <a:chOff x="404237" y="5664890"/>
            <a:chExt cx="8009071" cy="791606"/>
          </a:xfrm>
        </p:grpSpPr>
        <p:sp>
          <p:nvSpPr>
            <p:cNvPr id="182" name="직사각형 181">
              <a:extLst>
                <a:ext uri="{FF2B5EF4-FFF2-40B4-BE49-F238E27FC236}">
                  <a16:creationId xmlns:a16="http://schemas.microsoft.com/office/drawing/2014/main" id="{0831A6C8-E493-497D-90B8-9AE16BDC3171}"/>
                </a:ext>
              </a:extLst>
            </p:cNvPr>
            <p:cNvSpPr/>
            <p:nvPr/>
          </p:nvSpPr>
          <p:spPr>
            <a:xfrm>
              <a:off x="404237" y="5886252"/>
              <a:ext cx="8009071" cy="57024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4" name="직사각형 183">
              <a:extLst>
                <a:ext uri="{FF2B5EF4-FFF2-40B4-BE49-F238E27FC236}">
                  <a16:creationId xmlns:a16="http://schemas.microsoft.com/office/drawing/2014/main" id="{12FC9DB9-963C-4974-AE22-1FF08C3BA636}"/>
                </a:ext>
              </a:extLst>
            </p:cNvPr>
            <p:cNvSpPr/>
            <p:nvPr/>
          </p:nvSpPr>
          <p:spPr>
            <a:xfrm>
              <a:off x="404237" y="5664890"/>
              <a:ext cx="8009071" cy="21846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85" name="직사각형 184">
            <a:extLst>
              <a:ext uri="{FF2B5EF4-FFF2-40B4-BE49-F238E27FC236}">
                <a16:creationId xmlns:a16="http://schemas.microsoft.com/office/drawing/2014/main" id="{C7D2C2E7-0011-4FBC-9462-5783BDBA9C05}"/>
              </a:ext>
            </a:extLst>
          </p:cNvPr>
          <p:cNvSpPr/>
          <p:nvPr/>
        </p:nvSpPr>
        <p:spPr>
          <a:xfrm>
            <a:off x="404237" y="5515894"/>
            <a:ext cx="3555782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atinLnBrk="0"/>
            <a:r>
              <a:rPr lang="en-US" altLang="ko-KR" sz="800" b="1" dirty="0">
                <a:solidFill>
                  <a:srgbClr val="C00000"/>
                </a:solidFill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* </a:t>
            </a:r>
            <a:r>
              <a:rPr lang="ko-KR" altLang="en-US" sz="800" b="1" dirty="0">
                <a:solidFill>
                  <a:srgbClr val="C00000"/>
                </a:solidFill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법인카드의 경우</a:t>
            </a:r>
            <a:r>
              <a:rPr lang="en-US" altLang="ko-KR" sz="800" b="1" dirty="0">
                <a:solidFill>
                  <a:srgbClr val="C00000"/>
                </a:solidFill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, </a:t>
            </a:r>
            <a:r>
              <a:rPr lang="ko-KR" altLang="en-US" sz="800" b="1" dirty="0">
                <a:solidFill>
                  <a:srgbClr val="C00000"/>
                </a:solidFill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피보험자 소유카드 여부를 </a:t>
            </a:r>
            <a:r>
              <a:rPr lang="en-US" altLang="ko-KR" sz="800" b="1" dirty="0">
                <a:solidFill>
                  <a:srgbClr val="C00000"/>
                </a:solidFill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N </a:t>
            </a:r>
            <a:r>
              <a:rPr lang="ko-KR" altLang="en-US" sz="800" b="1" dirty="0">
                <a:solidFill>
                  <a:srgbClr val="C00000"/>
                </a:solidFill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선택 후 사업자번호 입력 필요</a:t>
            </a:r>
            <a:endParaRPr lang="en-US" altLang="ko-KR" sz="800" b="1" dirty="0">
              <a:solidFill>
                <a:srgbClr val="C00000"/>
              </a:solidFill>
              <a:latin typeface="나눔고딕" pitchFamily="2" charset="-127"/>
              <a:ea typeface="나눔고딕" pitchFamily="2" charset="-127"/>
              <a:cs typeface="Segoe UI" panose="020B0502040204020203" pitchFamily="34" charset="0"/>
            </a:endParaRPr>
          </a:p>
        </p:txBody>
      </p:sp>
      <p:sp>
        <p:nvSpPr>
          <p:cNvPr id="186" name="직사각형 185">
            <a:extLst>
              <a:ext uri="{FF2B5EF4-FFF2-40B4-BE49-F238E27FC236}">
                <a16:creationId xmlns:a16="http://schemas.microsoft.com/office/drawing/2014/main" id="{0D18107A-EAB8-42A1-BEC3-141BDCADB7FF}"/>
              </a:ext>
            </a:extLst>
          </p:cNvPr>
          <p:cNvSpPr/>
          <p:nvPr/>
        </p:nvSpPr>
        <p:spPr>
          <a:xfrm>
            <a:off x="432194" y="5792834"/>
            <a:ext cx="129554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atinLnBrk="0"/>
            <a:r>
              <a:rPr lang="en-US" altLang="ko-KR" sz="800" b="1" dirty="0"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* </a:t>
            </a:r>
            <a:r>
              <a:rPr lang="ko-KR" altLang="en-US" sz="800" b="1" dirty="0"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피보험자 소유카드 여부</a:t>
            </a:r>
            <a:endParaRPr lang="en-US" altLang="ko-KR" sz="800" b="1" dirty="0">
              <a:latin typeface="나눔고딕" pitchFamily="2" charset="-127"/>
              <a:ea typeface="나눔고딕" pitchFamily="2" charset="-127"/>
              <a:cs typeface="Segoe UI" panose="020B0502040204020203" pitchFamily="34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A6769EE-89EE-432B-8807-B513A38AC9DA}"/>
              </a:ext>
            </a:extLst>
          </p:cNvPr>
          <p:cNvSpPr/>
          <p:nvPr/>
        </p:nvSpPr>
        <p:spPr>
          <a:xfrm>
            <a:off x="1175432" y="6034959"/>
            <a:ext cx="584571" cy="211371"/>
          </a:xfrm>
          <a:prstGeom prst="rect">
            <a:avLst/>
          </a:prstGeom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</a:rPr>
              <a:t>N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189" name="직사각형 188">
            <a:extLst>
              <a:ext uri="{FF2B5EF4-FFF2-40B4-BE49-F238E27FC236}">
                <a16:creationId xmlns:a16="http://schemas.microsoft.com/office/drawing/2014/main" id="{5B9FFC71-18F8-45A8-B387-DC42426958B8}"/>
              </a:ext>
            </a:extLst>
          </p:cNvPr>
          <p:cNvSpPr/>
          <p:nvPr/>
        </p:nvSpPr>
        <p:spPr>
          <a:xfrm>
            <a:off x="514036" y="6034959"/>
            <a:ext cx="575117" cy="211371"/>
          </a:xfrm>
          <a:prstGeom prst="rect">
            <a:avLst/>
          </a:prstGeom>
          <a:noFill/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tx2"/>
                </a:solidFill>
              </a:rPr>
              <a:t>Y</a:t>
            </a:r>
            <a:endParaRPr lang="ko-KR" altLang="en-US" sz="800" b="1" dirty="0">
              <a:solidFill>
                <a:schemeClr val="tx2"/>
              </a:solidFill>
            </a:endParaRPr>
          </a:p>
        </p:txBody>
      </p:sp>
      <p:sp>
        <p:nvSpPr>
          <p:cNvPr id="190" name="직사각형 189">
            <a:extLst>
              <a:ext uri="{FF2B5EF4-FFF2-40B4-BE49-F238E27FC236}">
                <a16:creationId xmlns:a16="http://schemas.microsoft.com/office/drawing/2014/main" id="{64EBD115-4749-4663-A3C8-0ADD8431BF27}"/>
              </a:ext>
            </a:extLst>
          </p:cNvPr>
          <p:cNvSpPr/>
          <p:nvPr/>
        </p:nvSpPr>
        <p:spPr>
          <a:xfrm>
            <a:off x="1866560" y="5792834"/>
            <a:ext cx="1180131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atinLnBrk="0"/>
            <a:r>
              <a:rPr lang="en-US" altLang="ko-KR" sz="800" b="1" dirty="0"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* </a:t>
            </a:r>
            <a:r>
              <a:rPr lang="ko-KR" altLang="en-US" sz="800" b="1" dirty="0"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생년월일</a:t>
            </a:r>
            <a:r>
              <a:rPr lang="en-US" altLang="ko-KR" sz="800" b="1" dirty="0"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/</a:t>
            </a:r>
            <a:r>
              <a:rPr lang="ko-KR" altLang="en-US" sz="800" b="1" dirty="0"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사업자번호</a:t>
            </a:r>
            <a:endParaRPr lang="en-US" altLang="ko-KR" sz="800" b="1" dirty="0">
              <a:latin typeface="나눔고딕" pitchFamily="2" charset="-127"/>
              <a:ea typeface="나눔고딕" pitchFamily="2" charset="-127"/>
              <a:cs typeface="Segoe UI" panose="020B0502040204020203" pitchFamily="34" charset="0"/>
            </a:endParaRPr>
          </a:p>
        </p:txBody>
      </p:sp>
      <p:sp>
        <p:nvSpPr>
          <p:cNvPr id="191" name="직사각형 190">
            <a:extLst>
              <a:ext uri="{FF2B5EF4-FFF2-40B4-BE49-F238E27FC236}">
                <a16:creationId xmlns:a16="http://schemas.microsoft.com/office/drawing/2014/main" id="{C69CF087-4160-4209-82AF-FB1C02F88DFD}"/>
              </a:ext>
            </a:extLst>
          </p:cNvPr>
          <p:cNvSpPr/>
          <p:nvPr/>
        </p:nvSpPr>
        <p:spPr>
          <a:xfrm>
            <a:off x="2042233" y="6038809"/>
            <a:ext cx="1040363" cy="211371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chemeClr val="tx2"/>
              </a:solidFill>
            </a:endParaRPr>
          </a:p>
        </p:txBody>
      </p:sp>
      <p:sp>
        <p:nvSpPr>
          <p:cNvPr id="192" name="직사각형 191">
            <a:extLst>
              <a:ext uri="{FF2B5EF4-FFF2-40B4-BE49-F238E27FC236}">
                <a16:creationId xmlns:a16="http://schemas.microsoft.com/office/drawing/2014/main" id="{B5E1381A-C9C2-407F-8DEC-7A646B3E2D97}"/>
              </a:ext>
            </a:extLst>
          </p:cNvPr>
          <p:cNvSpPr/>
          <p:nvPr/>
        </p:nvSpPr>
        <p:spPr>
          <a:xfrm>
            <a:off x="3083368" y="5792834"/>
            <a:ext cx="66075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atinLnBrk="0"/>
            <a:r>
              <a:rPr lang="en-US" altLang="ko-KR" sz="800" b="1" dirty="0"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* </a:t>
            </a:r>
            <a:r>
              <a:rPr lang="ko-KR" altLang="en-US" sz="800" b="1" dirty="0"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결제카드</a:t>
            </a:r>
            <a:endParaRPr lang="en-US" altLang="ko-KR" sz="800" b="1" dirty="0">
              <a:latin typeface="나눔고딕" pitchFamily="2" charset="-127"/>
              <a:ea typeface="나눔고딕" pitchFamily="2" charset="-127"/>
              <a:cs typeface="Segoe UI" panose="020B0502040204020203" pitchFamily="34" charset="0"/>
            </a:endParaRPr>
          </a:p>
        </p:txBody>
      </p:sp>
      <p:sp>
        <p:nvSpPr>
          <p:cNvPr id="197" name="직사각형 196">
            <a:extLst>
              <a:ext uri="{FF2B5EF4-FFF2-40B4-BE49-F238E27FC236}">
                <a16:creationId xmlns:a16="http://schemas.microsoft.com/office/drawing/2014/main" id="{D7E17FD7-91E3-4578-BA8C-81104DFB5AF5}"/>
              </a:ext>
            </a:extLst>
          </p:cNvPr>
          <p:cNvSpPr/>
          <p:nvPr/>
        </p:nvSpPr>
        <p:spPr>
          <a:xfrm>
            <a:off x="4213318" y="5792834"/>
            <a:ext cx="66075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atinLnBrk="0"/>
            <a:r>
              <a:rPr lang="en-US" altLang="ko-KR" sz="800" b="1" dirty="0"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* </a:t>
            </a:r>
            <a:r>
              <a:rPr lang="ko-KR" altLang="en-US" sz="800" b="1" dirty="0"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할부기간</a:t>
            </a:r>
            <a:endParaRPr lang="en-US" altLang="ko-KR" sz="800" b="1" dirty="0">
              <a:latin typeface="나눔고딕" pitchFamily="2" charset="-127"/>
              <a:ea typeface="나눔고딕" pitchFamily="2" charset="-127"/>
              <a:cs typeface="Segoe UI" panose="020B0502040204020203" pitchFamily="34" charset="0"/>
            </a:endParaRPr>
          </a:p>
        </p:txBody>
      </p:sp>
      <p:sp>
        <p:nvSpPr>
          <p:cNvPr id="200" name="직사각형 199">
            <a:extLst>
              <a:ext uri="{FF2B5EF4-FFF2-40B4-BE49-F238E27FC236}">
                <a16:creationId xmlns:a16="http://schemas.microsoft.com/office/drawing/2014/main" id="{D53FE877-001F-43B2-8AD2-0F09C54F90CC}"/>
              </a:ext>
            </a:extLst>
          </p:cNvPr>
          <p:cNvSpPr/>
          <p:nvPr/>
        </p:nvSpPr>
        <p:spPr>
          <a:xfrm>
            <a:off x="5343268" y="5792834"/>
            <a:ext cx="66075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atinLnBrk="0"/>
            <a:r>
              <a:rPr lang="en-US" altLang="ko-KR" sz="800" b="1" dirty="0"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* </a:t>
            </a:r>
            <a:r>
              <a:rPr lang="ko-KR" altLang="en-US" sz="800" b="1" dirty="0"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카드번호</a:t>
            </a:r>
            <a:endParaRPr lang="en-US" altLang="ko-KR" sz="800" b="1" dirty="0">
              <a:latin typeface="나눔고딕" pitchFamily="2" charset="-127"/>
              <a:ea typeface="나눔고딕" pitchFamily="2" charset="-127"/>
              <a:cs typeface="Segoe UI" panose="020B0502040204020203" pitchFamily="34" charset="0"/>
            </a:endParaRPr>
          </a:p>
        </p:txBody>
      </p:sp>
      <p:sp>
        <p:nvSpPr>
          <p:cNvPr id="201" name="직사각형 200">
            <a:extLst>
              <a:ext uri="{FF2B5EF4-FFF2-40B4-BE49-F238E27FC236}">
                <a16:creationId xmlns:a16="http://schemas.microsoft.com/office/drawing/2014/main" id="{3326C9A7-A893-4AC1-8AA4-01BE9A75039E}"/>
              </a:ext>
            </a:extLst>
          </p:cNvPr>
          <p:cNvSpPr/>
          <p:nvPr/>
        </p:nvSpPr>
        <p:spPr>
          <a:xfrm>
            <a:off x="7166947" y="5807260"/>
            <a:ext cx="965329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atinLnBrk="0"/>
            <a:r>
              <a:rPr lang="en-US" altLang="ko-KR" sz="800" b="1" dirty="0"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* </a:t>
            </a:r>
            <a:r>
              <a:rPr lang="ko-KR" altLang="en-US" sz="800" b="1" dirty="0"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유효기간</a:t>
            </a:r>
            <a:r>
              <a:rPr lang="en-US" altLang="ko-KR" sz="800" b="1" dirty="0"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(</a:t>
            </a:r>
            <a:r>
              <a:rPr lang="ko-KR" altLang="en-US" sz="800" b="1" dirty="0"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월</a:t>
            </a:r>
            <a:r>
              <a:rPr lang="en-US" altLang="ko-KR" sz="800" b="1" dirty="0"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/</a:t>
            </a:r>
            <a:r>
              <a:rPr lang="ko-KR" altLang="en-US" sz="800" b="1" dirty="0"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년</a:t>
            </a:r>
            <a:r>
              <a:rPr lang="en-US" altLang="ko-KR" sz="800" b="1" dirty="0"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)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BD5CE7CB-ED2B-472E-8936-700D13436546}"/>
              </a:ext>
            </a:extLst>
          </p:cNvPr>
          <p:cNvGrpSpPr/>
          <p:nvPr/>
        </p:nvGrpSpPr>
        <p:grpSpPr>
          <a:xfrm>
            <a:off x="3175577" y="6038809"/>
            <a:ext cx="1030121" cy="211371"/>
            <a:chOff x="3625157" y="6046429"/>
            <a:chExt cx="1159770" cy="211371"/>
          </a:xfrm>
        </p:grpSpPr>
        <p:sp>
          <p:nvSpPr>
            <p:cNvPr id="206" name="사각형: 둥근 모서리 205">
              <a:extLst>
                <a:ext uri="{FF2B5EF4-FFF2-40B4-BE49-F238E27FC236}">
                  <a16:creationId xmlns:a16="http://schemas.microsoft.com/office/drawing/2014/main" id="{4C440195-7248-40C2-AE8B-03F292A7FBF0}"/>
                </a:ext>
              </a:extLst>
            </p:cNvPr>
            <p:cNvSpPr/>
            <p:nvPr/>
          </p:nvSpPr>
          <p:spPr>
            <a:xfrm>
              <a:off x="3625157" y="6046429"/>
              <a:ext cx="1159770" cy="211371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>
                  <a:solidFill>
                    <a:schemeClr val="bg1">
                      <a:lumMod val="65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카드선택</a:t>
              </a:r>
            </a:p>
          </p:txBody>
        </p:sp>
        <p:sp>
          <p:nvSpPr>
            <p:cNvPr id="207" name="Chevron">
              <a:extLst>
                <a:ext uri="{FF2B5EF4-FFF2-40B4-BE49-F238E27FC236}">
                  <a16:creationId xmlns:a16="http://schemas.microsoft.com/office/drawing/2014/main" id="{BF079393-8C93-4167-A115-4FB049EA3DEE}"/>
                </a:ext>
              </a:extLst>
            </p:cNvPr>
            <p:cNvSpPr>
              <a:spLocks noChangeAspect="1"/>
            </p:cNvSpPr>
            <p:nvPr>
              <p:custDataLst>
                <p:tags r:id="rId20"/>
              </p:custDataLst>
            </p:nvPr>
          </p:nvSpPr>
          <p:spPr bwMode="auto">
            <a:xfrm flipH="1">
              <a:off x="4621377" y="6124696"/>
              <a:ext cx="77922" cy="54835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noFill/>
            <a:ln w="6350" cap="sq">
              <a:solidFill>
                <a:schemeClr val="tx1">
                  <a:lumMod val="65000"/>
                  <a:lumOff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209" name="그룹 208">
            <a:extLst>
              <a:ext uri="{FF2B5EF4-FFF2-40B4-BE49-F238E27FC236}">
                <a16:creationId xmlns:a16="http://schemas.microsoft.com/office/drawing/2014/main" id="{DFE490EA-2AA2-458F-987D-ED012148C969}"/>
              </a:ext>
            </a:extLst>
          </p:cNvPr>
          <p:cNvGrpSpPr/>
          <p:nvPr/>
        </p:nvGrpSpPr>
        <p:grpSpPr>
          <a:xfrm>
            <a:off x="4315626" y="6034959"/>
            <a:ext cx="1030121" cy="211371"/>
            <a:chOff x="3754805" y="6054049"/>
            <a:chExt cx="1030121" cy="211371"/>
          </a:xfrm>
        </p:grpSpPr>
        <p:sp>
          <p:nvSpPr>
            <p:cNvPr id="210" name="사각형: 둥근 모서리 209">
              <a:extLst>
                <a:ext uri="{FF2B5EF4-FFF2-40B4-BE49-F238E27FC236}">
                  <a16:creationId xmlns:a16="http://schemas.microsoft.com/office/drawing/2014/main" id="{230225DD-88A6-4406-9E1B-C6F5C0296336}"/>
                </a:ext>
              </a:extLst>
            </p:cNvPr>
            <p:cNvSpPr/>
            <p:nvPr/>
          </p:nvSpPr>
          <p:spPr>
            <a:xfrm>
              <a:off x="3754805" y="6054049"/>
              <a:ext cx="1030121" cy="211371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>
                  <a:solidFill>
                    <a:schemeClr val="bg1">
                      <a:lumMod val="65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일시불</a:t>
              </a:r>
            </a:p>
          </p:txBody>
        </p:sp>
        <p:sp>
          <p:nvSpPr>
            <p:cNvPr id="211" name="Chevron">
              <a:extLst>
                <a:ext uri="{FF2B5EF4-FFF2-40B4-BE49-F238E27FC236}">
                  <a16:creationId xmlns:a16="http://schemas.microsoft.com/office/drawing/2014/main" id="{8E8FA46B-B2AE-43D0-9057-F74A2762B2F7}"/>
                </a:ext>
              </a:extLst>
            </p:cNvPr>
            <p:cNvSpPr>
              <a:spLocks noChangeAspect="1"/>
            </p:cNvSpPr>
            <p:nvPr>
              <p:custDataLst>
                <p:tags r:id="rId19"/>
              </p:custDataLst>
            </p:nvPr>
          </p:nvSpPr>
          <p:spPr bwMode="auto">
            <a:xfrm flipH="1">
              <a:off x="4621377" y="6124696"/>
              <a:ext cx="77922" cy="54835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noFill/>
            <a:ln w="6350" cap="sq">
              <a:solidFill>
                <a:schemeClr val="tx1">
                  <a:lumMod val="65000"/>
                  <a:lumOff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212" name="직사각형 211">
            <a:extLst>
              <a:ext uri="{FF2B5EF4-FFF2-40B4-BE49-F238E27FC236}">
                <a16:creationId xmlns:a16="http://schemas.microsoft.com/office/drawing/2014/main" id="{A65781C4-D612-439A-A9B8-A1388BDAC789}"/>
              </a:ext>
            </a:extLst>
          </p:cNvPr>
          <p:cNvSpPr/>
          <p:nvPr/>
        </p:nvSpPr>
        <p:spPr>
          <a:xfrm>
            <a:off x="5420757" y="6036870"/>
            <a:ext cx="419129" cy="211371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chemeClr val="tx2"/>
              </a:solidFill>
            </a:endParaRPr>
          </a:p>
        </p:txBody>
      </p:sp>
      <p:sp>
        <p:nvSpPr>
          <p:cNvPr id="213" name="직사각형 212">
            <a:extLst>
              <a:ext uri="{FF2B5EF4-FFF2-40B4-BE49-F238E27FC236}">
                <a16:creationId xmlns:a16="http://schemas.microsoft.com/office/drawing/2014/main" id="{74D587B1-77AF-46D8-AAF5-9D604F8035DF}"/>
              </a:ext>
            </a:extLst>
          </p:cNvPr>
          <p:cNvSpPr/>
          <p:nvPr/>
        </p:nvSpPr>
        <p:spPr>
          <a:xfrm>
            <a:off x="5874261" y="6034959"/>
            <a:ext cx="419129" cy="211371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chemeClr val="tx2"/>
              </a:solidFill>
            </a:endParaRPr>
          </a:p>
        </p:txBody>
      </p:sp>
      <p:sp>
        <p:nvSpPr>
          <p:cNvPr id="214" name="직사각형 213">
            <a:extLst>
              <a:ext uri="{FF2B5EF4-FFF2-40B4-BE49-F238E27FC236}">
                <a16:creationId xmlns:a16="http://schemas.microsoft.com/office/drawing/2014/main" id="{696A34E9-F53A-4794-9882-81D3714D4F4B}"/>
              </a:ext>
            </a:extLst>
          </p:cNvPr>
          <p:cNvSpPr/>
          <p:nvPr/>
        </p:nvSpPr>
        <p:spPr>
          <a:xfrm>
            <a:off x="6327643" y="6034959"/>
            <a:ext cx="419129" cy="211371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chemeClr val="tx2"/>
              </a:solidFill>
            </a:endParaRPr>
          </a:p>
        </p:txBody>
      </p:sp>
      <p:sp>
        <p:nvSpPr>
          <p:cNvPr id="215" name="직사각형 214">
            <a:extLst>
              <a:ext uri="{FF2B5EF4-FFF2-40B4-BE49-F238E27FC236}">
                <a16:creationId xmlns:a16="http://schemas.microsoft.com/office/drawing/2014/main" id="{FF046DD2-51A0-4413-AD19-455E59ADF56E}"/>
              </a:ext>
            </a:extLst>
          </p:cNvPr>
          <p:cNvSpPr/>
          <p:nvPr/>
        </p:nvSpPr>
        <p:spPr>
          <a:xfrm>
            <a:off x="6781025" y="6038067"/>
            <a:ext cx="419129" cy="211371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chemeClr val="tx2"/>
              </a:solidFill>
            </a:endParaRPr>
          </a:p>
        </p:txBody>
      </p:sp>
      <p:sp>
        <p:nvSpPr>
          <p:cNvPr id="216" name="직사각형 215">
            <a:extLst>
              <a:ext uri="{FF2B5EF4-FFF2-40B4-BE49-F238E27FC236}">
                <a16:creationId xmlns:a16="http://schemas.microsoft.com/office/drawing/2014/main" id="{341B9A7B-98B7-4B72-8D14-C89518D9131B}"/>
              </a:ext>
            </a:extLst>
          </p:cNvPr>
          <p:cNvSpPr/>
          <p:nvPr/>
        </p:nvSpPr>
        <p:spPr>
          <a:xfrm>
            <a:off x="7310876" y="6038690"/>
            <a:ext cx="460008" cy="211371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chemeClr val="tx2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CB70544-349C-4C47-9C57-017ADE9F5858}"/>
              </a:ext>
            </a:extLst>
          </p:cNvPr>
          <p:cNvSpPr/>
          <p:nvPr/>
        </p:nvSpPr>
        <p:spPr>
          <a:xfrm>
            <a:off x="7719083" y="6000658"/>
            <a:ext cx="24237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latin typeface="나눔고딕" pitchFamily="2" charset="-127"/>
                <a:ea typeface="나눔고딕" pitchFamily="2" charset="-127"/>
              </a:rPr>
              <a:t>/</a:t>
            </a:r>
            <a:endParaRPr lang="ko-KR" altLang="en-US" sz="3600" dirty="0"/>
          </a:p>
        </p:txBody>
      </p:sp>
      <p:sp>
        <p:nvSpPr>
          <p:cNvPr id="217" name="직사각형 216">
            <a:extLst>
              <a:ext uri="{FF2B5EF4-FFF2-40B4-BE49-F238E27FC236}">
                <a16:creationId xmlns:a16="http://schemas.microsoft.com/office/drawing/2014/main" id="{D7F376DA-ADFF-4D0E-B674-A9D8F13FA352}"/>
              </a:ext>
            </a:extLst>
          </p:cNvPr>
          <p:cNvSpPr/>
          <p:nvPr/>
        </p:nvSpPr>
        <p:spPr>
          <a:xfrm>
            <a:off x="7905290" y="6034959"/>
            <a:ext cx="460008" cy="211371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chemeClr val="tx2"/>
              </a:solidFill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24DAC1AF-88A3-4FA6-AA95-6E2BB5D0DC76}"/>
              </a:ext>
            </a:extLst>
          </p:cNvPr>
          <p:cNvSpPr txBox="1"/>
          <p:nvPr/>
        </p:nvSpPr>
        <p:spPr>
          <a:xfrm>
            <a:off x="499489" y="892976"/>
            <a:ext cx="152327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나눔고딕" pitchFamily="2" charset="-127"/>
                <a:ea typeface="나눔고딕" pitchFamily="2" charset="-127"/>
              </a:rPr>
              <a:t>캐롯손해보험</a:t>
            </a:r>
            <a:r>
              <a:rPr lang="ko-KR" alt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itchFamily="2" charset="-127"/>
                <a:ea typeface="나눔고딕" pitchFamily="2" charset="-127"/>
              </a:rPr>
              <a:t> 관리자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FC272419-C173-44BC-B11F-0FE6F51CC9AD}"/>
              </a:ext>
            </a:extLst>
          </p:cNvPr>
          <p:cNvSpPr txBox="1"/>
          <p:nvPr/>
        </p:nvSpPr>
        <p:spPr>
          <a:xfrm>
            <a:off x="2878844" y="874552"/>
            <a:ext cx="71686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+mj-lt"/>
                <a:ea typeface="나눔고딕" pitchFamily="2" charset="-127"/>
              </a:rPr>
              <a:t>계약내역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DBD1FE72-FADA-4A65-9DA1-FE322A078797}"/>
              </a:ext>
            </a:extLst>
          </p:cNvPr>
          <p:cNvSpPr txBox="1"/>
          <p:nvPr/>
        </p:nvSpPr>
        <p:spPr>
          <a:xfrm>
            <a:off x="5550091" y="873968"/>
            <a:ext cx="55816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+mj-lt"/>
                <a:ea typeface="나눔고딕" pitchFamily="2" charset="-127"/>
              </a:rPr>
              <a:t>HELP </a:t>
            </a:r>
            <a:endParaRPr lang="ko-KR" altLang="en-US" sz="1100" dirty="0">
              <a:solidFill>
                <a:schemeClr val="bg1">
                  <a:lumMod val="50000"/>
                </a:schemeClr>
              </a:solidFill>
              <a:latin typeface="+mj-lt"/>
              <a:ea typeface="나눔고딕" pitchFamily="2" charset="-127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A1910FD3-7D4E-4746-B219-7F54583DA824}"/>
              </a:ext>
            </a:extLst>
          </p:cNvPr>
          <p:cNvSpPr txBox="1"/>
          <p:nvPr/>
        </p:nvSpPr>
        <p:spPr>
          <a:xfrm>
            <a:off x="2048020" y="874552"/>
            <a:ext cx="7665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나눔고딕" pitchFamily="2" charset="-127"/>
              </a:rPr>
              <a:t>청약신청 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49996E5A-9973-4632-971C-E615165B04CB}"/>
              </a:ext>
            </a:extLst>
          </p:cNvPr>
          <p:cNvSpPr txBox="1"/>
          <p:nvPr/>
        </p:nvSpPr>
        <p:spPr>
          <a:xfrm>
            <a:off x="3701236" y="884162"/>
            <a:ext cx="93968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고객사 관리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8DF91D11-DC21-4355-BCBA-FB0577EC28DE}"/>
              </a:ext>
            </a:extLst>
          </p:cNvPr>
          <p:cNvSpPr txBox="1"/>
          <p:nvPr/>
        </p:nvSpPr>
        <p:spPr>
          <a:xfrm>
            <a:off x="4705184" y="884162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보험플랜</a:t>
            </a:r>
          </a:p>
        </p:txBody>
      </p:sp>
      <p:sp>
        <p:nvSpPr>
          <p:cNvPr id="119" name="Oval 35">
            <a:extLst>
              <a:ext uri="{FF2B5EF4-FFF2-40B4-BE49-F238E27FC236}">
                <a16:creationId xmlns:a16="http://schemas.microsoft.com/office/drawing/2014/main" id="{082BA975-0CC5-471B-A65C-00AF924CC3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543" y="5399519"/>
            <a:ext cx="179388" cy="179387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8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6E491A4-05BB-4F82-8004-41B819C2FCD8}"/>
              </a:ext>
            </a:extLst>
          </p:cNvPr>
          <p:cNvSpPr/>
          <p:nvPr/>
        </p:nvSpPr>
        <p:spPr>
          <a:xfrm>
            <a:off x="7379618" y="6047442"/>
            <a:ext cx="322524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나눔고딕" pitchFamily="2" charset="-127"/>
                <a:ea typeface="나눔고딕" pitchFamily="2" charset="-127"/>
              </a:rPr>
              <a:t>YY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73" name="직사각형 172">
            <a:extLst>
              <a:ext uri="{FF2B5EF4-FFF2-40B4-BE49-F238E27FC236}">
                <a16:creationId xmlns:a16="http://schemas.microsoft.com/office/drawing/2014/main" id="{5F8BFE79-BED9-4DF3-95FB-6CF03AD82D8D}"/>
              </a:ext>
            </a:extLst>
          </p:cNvPr>
          <p:cNvSpPr/>
          <p:nvPr/>
        </p:nvSpPr>
        <p:spPr>
          <a:xfrm>
            <a:off x="7998725" y="6046952"/>
            <a:ext cx="38343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나눔고딕" pitchFamily="2" charset="-127"/>
                <a:ea typeface="나눔고딕" pitchFamily="2" charset="-127"/>
              </a:rPr>
              <a:t>MM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74" name="Oval 35">
            <a:extLst>
              <a:ext uri="{FF2B5EF4-FFF2-40B4-BE49-F238E27FC236}">
                <a16:creationId xmlns:a16="http://schemas.microsoft.com/office/drawing/2014/main" id="{89F93A4D-8BA3-40D9-8CB8-744E07AE55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45976" y="5171424"/>
            <a:ext cx="179388" cy="179387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800" b="1" dirty="0">
                <a:solidFill>
                  <a:srgbClr val="FFFFFF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0529799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F887A-BAB4-AE73-C156-62A3B724C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6C713790-DE53-4281-0476-CB87470294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6537380"/>
              </p:ext>
            </p:extLst>
          </p:nvPr>
        </p:nvGraphicFramePr>
        <p:xfrm>
          <a:off x="8696507" y="811446"/>
          <a:ext cx="3128548" cy="42991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02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1751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ko-KR" sz="800" b="0" kern="12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Description</a:t>
                      </a:r>
                      <a:endParaRPr lang="ko-KR" altLang="en-US" sz="800" b="0" kern="1200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en-US" altLang="ko-KR" sz="8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227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보험료 조회 없이 즉시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카드 결제 선택 시 화면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9071" marR="99071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0085253"/>
                  </a:ext>
                </a:extLst>
              </a:tr>
              <a:tr h="7913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카드 결제 정보 입력 영역</a:t>
                      </a:r>
                      <a:endParaRPr lang="en-US" altLang="ko-KR" sz="8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피보험자 소유 여부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Y/N</a:t>
                      </a: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생년월일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사업자번호 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ㄴ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YYMMDD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형태로 입력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카드사 선택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select box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ㄴ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KB(01), 13(NH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농협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), 06(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롯데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), 03(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비씨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), 04(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삼성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), 08(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신한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), 15(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우리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),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02(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하나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), 07(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현대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할부기간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select box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ㄴ일시불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개월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~ 12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개월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카드 번호 입력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INPUT BOX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ㄴ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자리 입력 시 다음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BOX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로 자동 포커스 이동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유효기간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월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년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ㄴ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YY / MM (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자동 포커스 이동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9071" marR="99071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484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85551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800" b="1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후정산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버튼</a:t>
                      </a:r>
                      <a:endParaRPr lang="en-US" altLang="ko-KR" sz="8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marR="0" indent="-171450" algn="l" defTabSz="85551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카드 결제 진행 도중 후정산을 원할 경우 해당 버튼 클릭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marR="0" indent="-171450" algn="l" defTabSz="85551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클릭 시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10PAGE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기존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후정산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버튼과 로직 동일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9071" marR="99071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5424848"/>
                  </a:ext>
                </a:extLst>
              </a:tr>
            </a:tbl>
          </a:graphicData>
        </a:graphic>
      </p:graphicFrame>
      <p:sp>
        <p:nvSpPr>
          <p:cNvPr id="65" name="TextBox 64">
            <a:extLst>
              <a:ext uri="{FF2B5EF4-FFF2-40B4-BE49-F238E27FC236}">
                <a16:creationId xmlns:a16="http://schemas.microsoft.com/office/drawing/2014/main" id="{28EE15C2-726D-1206-37B5-A1B5551B8BB9}"/>
              </a:ext>
            </a:extLst>
          </p:cNvPr>
          <p:cNvSpPr txBox="1"/>
          <p:nvPr/>
        </p:nvSpPr>
        <p:spPr>
          <a:xfrm>
            <a:off x="4312366" y="199627"/>
            <a:ext cx="321589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즉시 카드결제</a:t>
            </a: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_STEP (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보험료 조회 </a:t>
            </a: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X)</a:t>
            </a:r>
            <a:endParaRPr lang="ko-KR" altLang="en-US" sz="8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CC5D9C1-99DF-3DA3-205C-4EC37F011E43}"/>
              </a:ext>
            </a:extLst>
          </p:cNvPr>
          <p:cNvSpPr txBox="1"/>
          <p:nvPr/>
        </p:nvSpPr>
        <p:spPr>
          <a:xfrm>
            <a:off x="4312366" y="419389"/>
            <a:ext cx="44982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메인 </a:t>
            </a: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&gt; 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정보입력 </a:t>
            </a: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&gt; 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카드 결제</a:t>
            </a:r>
            <a:endParaRPr lang="en-US" altLang="ko-KR" sz="900" dirty="0">
              <a:latin typeface="+mn-ea"/>
            </a:endParaRPr>
          </a:p>
        </p:txBody>
      </p:sp>
      <p:sp>
        <p:nvSpPr>
          <p:cNvPr id="354" name="TextBox 353">
            <a:extLst>
              <a:ext uri="{FF2B5EF4-FFF2-40B4-BE49-F238E27FC236}">
                <a16:creationId xmlns:a16="http://schemas.microsoft.com/office/drawing/2014/main" id="{5D3F8AB6-1831-B76D-B4B7-FF8771D3C835}"/>
              </a:ext>
            </a:extLst>
          </p:cNvPr>
          <p:cNvSpPr txBox="1"/>
          <p:nvPr/>
        </p:nvSpPr>
        <p:spPr>
          <a:xfrm>
            <a:off x="10848513" y="421528"/>
            <a:ext cx="9765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Page</a:t>
            </a:r>
            <a:endParaRPr lang="ko-KR" altLang="en-US" sz="80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4CBD29E-8571-8A7C-F2EC-405859348E90}"/>
              </a:ext>
            </a:extLst>
          </p:cNvPr>
          <p:cNvSpPr/>
          <p:nvPr/>
        </p:nvSpPr>
        <p:spPr>
          <a:xfrm>
            <a:off x="404237" y="811446"/>
            <a:ext cx="8000854" cy="4446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800" b="1" dirty="0">
              <a:solidFill>
                <a:schemeClr val="bg1">
                  <a:lumMod val="50000"/>
                </a:schemeClr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E66C289-79C8-AAF2-C948-7FBAC9E62BEE}"/>
              </a:ext>
            </a:extLst>
          </p:cNvPr>
          <p:cNvSpPr txBox="1"/>
          <p:nvPr/>
        </p:nvSpPr>
        <p:spPr>
          <a:xfrm>
            <a:off x="6865733" y="898520"/>
            <a:ext cx="152327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itchFamily="2" charset="-127"/>
                <a:ea typeface="나눔고딕" pitchFamily="2" charset="-127"/>
              </a:rPr>
              <a:t>{NAME}</a:t>
            </a:r>
            <a:endParaRPr lang="ko-KR" altLang="en-US" sz="1050" b="1" dirty="0">
              <a:solidFill>
                <a:schemeClr val="tx1">
                  <a:lumMod val="65000"/>
                  <a:lumOff val="35000"/>
                </a:schemeClr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00E838E-E647-F2FF-1FE8-1B0B0D7F5610}"/>
              </a:ext>
            </a:extLst>
          </p:cNvPr>
          <p:cNvSpPr txBox="1"/>
          <p:nvPr/>
        </p:nvSpPr>
        <p:spPr>
          <a:xfrm>
            <a:off x="7591343" y="909155"/>
            <a:ext cx="69121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u="sng" dirty="0">
                <a:solidFill>
                  <a:schemeClr val="bg1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로그아웃</a:t>
            </a:r>
          </a:p>
        </p:txBody>
      </p:sp>
      <p:pic>
        <p:nvPicPr>
          <p:cNvPr id="238" name="그림 237">
            <a:extLst>
              <a:ext uri="{FF2B5EF4-FFF2-40B4-BE49-F238E27FC236}">
                <a16:creationId xmlns:a16="http://schemas.microsoft.com/office/drawing/2014/main" id="{F648D153-5058-7BCA-E3B4-8825BD54D9D0}"/>
              </a:ext>
            </a:extLst>
          </p:cNvPr>
          <p:cNvPicPr>
            <a:picLocks noChangeAspect="1"/>
          </p:cNvPicPr>
          <p:nvPr/>
        </p:nvPicPr>
        <p:blipFill>
          <a:blip r:embed="rId23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5640" y="957994"/>
            <a:ext cx="142662" cy="142662"/>
          </a:xfrm>
          <a:prstGeom prst="rect">
            <a:avLst/>
          </a:prstGeom>
        </p:spPr>
      </p:pic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94EE4D56-34C8-465A-B0CA-C8283036F0AA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45200" y="1725228"/>
          <a:ext cx="7920090" cy="14410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6603">
                  <a:extLst>
                    <a:ext uri="{9D8B030D-6E8A-4147-A177-3AD203B41FA5}">
                      <a16:colId xmlns:a16="http://schemas.microsoft.com/office/drawing/2014/main" val="3149999645"/>
                    </a:ext>
                  </a:extLst>
                </a:gridCol>
                <a:gridCol w="686340">
                  <a:extLst>
                    <a:ext uri="{9D8B030D-6E8A-4147-A177-3AD203B41FA5}">
                      <a16:colId xmlns:a16="http://schemas.microsoft.com/office/drawing/2014/main" val="144949006"/>
                    </a:ext>
                  </a:extLst>
                </a:gridCol>
                <a:gridCol w="730346">
                  <a:extLst>
                    <a:ext uri="{9D8B030D-6E8A-4147-A177-3AD203B41FA5}">
                      <a16:colId xmlns:a16="http://schemas.microsoft.com/office/drawing/2014/main" val="3613674393"/>
                    </a:ext>
                  </a:extLst>
                </a:gridCol>
                <a:gridCol w="902747">
                  <a:extLst>
                    <a:ext uri="{9D8B030D-6E8A-4147-A177-3AD203B41FA5}">
                      <a16:colId xmlns:a16="http://schemas.microsoft.com/office/drawing/2014/main" val="2622731716"/>
                    </a:ext>
                  </a:extLst>
                </a:gridCol>
                <a:gridCol w="875030">
                  <a:extLst>
                    <a:ext uri="{9D8B030D-6E8A-4147-A177-3AD203B41FA5}">
                      <a16:colId xmlns:a16="http://schemas.microsoft.com/office/drawing/2014/main" val="1881976941"/>
                    </a:ext>
                  </a:extLst>
                </a:gridCol>
                <a:gridCol w="875030">
                  <a:extLst>
                    <a:ext uri="{9D8B030D-6E8A-4147-A177-3AD203B41FA5}">
                      <a16:colId xmlns:a16="http://schemas.microsoft.com/office/drawing/2014/main" val="366950901"/>
                    </a:ext>
                  </a:extLst>
                </a:gridCol>
                <a:gridCol w="741680">
                  <a:extLst>
                    <a:ext uri="{9D8B030D-6E8A-4147-A177-3AD203B41FA5}">
                      <a16:colId xmlns:a16="http://schemas.microsoft.com/office/drawing/2014/main" val="3548355476"/>
                    </a:ext>
                  </a:extLst>
                </a:gridCol>
                <a:gridCol w="1006793">
                  <a:extLst>
                    <a:ext uri="{9D8B030D-6E8A-4147-A177-3AD203B41FA5}">
                      <a16:colId xmlns:a16="http://schemas.microsoft.com/office/drawing/2014/main" val="2697319228"/>
                    </a:ext>
                  </a:extLst>
                </a:gridCol>
                <a:gridCol w="913130">
                  <a:extLst>
                    <a:ext uri="{9D8B030D-6E8A-4147-A177-3AD203B41FA5}">
                      <a16:colId xmlns:a16="http://schemas.microsoft.com/office/drawing/2014/main" val="1424734495"/>
                    </a:ext>
                  </a:extLst>
                </a:gridCol>
                <a:gridCol w="772391">
                  <a:extLst>
                    <a:ext uri="{9D8B030D-6E8A-4147-A177-3AD203B41FA5}">
                      <a16:colId xmlns:a16="http://schemas.microsoft.com/office/drawing/2014/main" val="2460541664"/>
                    </a:ext>
                  </a:extLst>
                </a:gridCol>
              </a:tblGrid>
              <a:tr h="224170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* </a:t>
                      </a:r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고객사명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* </a:t>
                      </a:r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한글성명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*</a:t>
                      </a:r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주민등록번호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*</a:t>
                      </a:r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보험시작일시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*</a:t>
                      </a:r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보험종료일시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*</a:t>
                      </a:r>
                      <a:r>
                        <a:rPr lang="ko-KR" altLang="en-US" sz="800" b="1" dirty="0" err="1">
                          <a:solidFill>
                            <a:schemeClr val="bg1"/>
                          </a:solidFill>
                        </a:rPr>
                        <a:t>플랜명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영문성명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핸드폰번호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티켓번호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4863723"/>
                  </a:ext>
                </a:extLst>
              </a:tr>
              <a:tr h="304230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SM C&amp;C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홍민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910125-111111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2026-01-21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2026-01-23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SMCNC_A2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HONGMIN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010-1111-1111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12312312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8413740"/>
                  </a:ext>
                </a:extLst>
              </a:tr>
              <a:tr h="304230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SM C&amp;C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홍길동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921111-111111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2026-01-21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2026-01-23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SMCNC_A2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HONG GILDONG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010-2222-2222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12311131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9820604"/>
                  </a:ext>
                </a:extLst>
              </a:tr>
              <a:tr h="304230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SM C&amp;C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홍순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7472760"/>
                  </a:ext>
                </a:extLst>
              </a:tr>
              <a:tr h="304230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홍진호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910111-123123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2026-01-21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2026-01-23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SMCNC_A2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6043149"/>
                  </a:ext>
                </a:extLst>
              </a:tr>
            </a:tbl>
          </a:graphicData>
        </a:graphic>
      </p:graphicFrame>
      <p:sp>
        <p:nvSpPr>
          <p:cNvPr id="89" name="Track">
            <a:extLst>
              <a:ext uri="{FF2B5EF4-FFF2-40B4-BE49-F238E27FC236}">
                <a16:creationId xmlns:a16="http://schemas.microsoft.com/office/drawing/2014/main" id="{5D706130-8AE5-4D05-9243-E3D3EC6DB82F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 rot="10800000">
            <a:off x="432194" y="3161489"/>
            <a:ext cx="7956453" cy="118619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7" name="Scroll Thumb">
            <a:extLst>
              <a:ext uri="{FF2B5EF4-FFF2-40B4-BE49-F238E27FC236}">
                <a16:creationId xmlns:a16="http://schemas.microsoft.com/office/drawing/2014/main" id="{0CB441AD-2200-47A0-BBCA-4EFFC96AB5D6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 rot="10800000">
            <a:off x="678840" y="3190177"/>
            <a:ext cx="5882364" cy="61243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8" name="Chevron">
            <a:extLst>
              <a:ext uri="{FF2B5EF4-FFF2-40B4-BE49-F238E27FC236}">
                <a16:creationId xmlns:a16="http://schemas.microsoft.com/office/drawing/2014/main" id="{970B054A-B384-4E51-A46B-DD91554B14C7}"/>
              </a:ext>
            </a:extLst>
          </p:cNvPr>
          <p:cNvSpPr>
            <a:spLocks noChangeAspect="1"/>
          </p:cNvSpPr>
          <p:nvPr>
            <p:custDataLst>
              <p:tags r:id="rId3"/>
            </p:custDataLst>
          </p:nvPr>
        </p:nvSpPr>
        <p:spPr bwMode="auto">
          <a:xfrm rot="5400000" flipH="1">
            <a:off x="513751" y="3200028"/>
            <a:ext cx="88545" cy="53979"/>
          </a:xfrm>
          <a:custGeom>
            <a:avLst/>
            <a:gdLst>
              <a:gd name="T0" fmla="*/ 0 w 197"/>
              <a:gd name="T1" fmla="*/ 0 h 115"/>
              <a:gd name="T2" fmla="*/ 99 w 197"/>
              <a:gd name="T3" fmla="*/ 115 h 115"/>
              <a:gd name="T4" fmla="*/ 197 w 197"/>
              <a:gd name="T5" fmla="*/ 0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7" h="115">
                <a:moveTo>
                  <a:pt x="0" y="0"/>
                </a:moveTo>
                <a:lnTo>
                  <a:pt x="99" y="115"/>
                </a:lnTo>
                <a:lnTo>
                  <a:pt x="197" y="0"/>
                </a:lnTo>
              </a:path>
            </a:pathLst>
          </a:custGeom>
          <a:noFill/>
          <a:ln w="6350" cap="sq">
            <a:solidFill>
              <a:srgbClr val="80808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9" name="Chevron">
            <a:extLst>
              <a:ext uri="{FF2B5EF4-FFF2-40B4-BE49-F238E27FC236}">
                <a16:creationId xmlns:a16="http://schemas.microsoft.com/office/drawing/2014/main" id="{41847578-DDFC-4C2A-9379-9B661395EC07}"/>
              </a:ext>
            </a:extLst>
          </p:cNvPr>
          <p:cNvSpPr>
            <a:spLocks noChangeAspect="1"/>
          </p:cNvSpPr>
          <p:nvPr>
            <p:custDataLst>
              <p:tags r:id="rId4"/>
            </p:custDataLst>
          </p:nvPr>
        </p:nvSpPr>
        <p:spPr bwMode="auto">
          <a:xfrm rot="16200000" flipH="1">
            <a:off x="8186193" y="3206880"/>
            <a:ext cx="88545" cy="53979"/>
          </a:xfrm>
          <a:custGeom>
            <a:avLst/>
            <a:gdLst>
              <a:gd name="T0" fmla="*/ 0 w 197"/>
              <a:gd name="T1" fmla="*/ 0 h 115"/>
              <a:gd name="T2" fmla="*/ 99 w 197"/>
              <a:gd name="T3" fmla="*/ 115 h 115"/>
              <a:gd name="T4" fmla="*/ 197 w 197"/>
              <a:gd name="T5" fmla="*/ 0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7" h="115">
                <a:moveTo>
                  <a:pt x="0" y="0"/>
                </a:moveTo>
                <a:lnTo>
                  <a:pt x="99" y="115"/>
                </a:lnTo>
                <a:lnTo>
                  <a:pt x="197" y="0"/>
                </a:lnTo>
              </a:path>
            </a:pathLst>
          </a:custGeom>
          <a:noFill/>
          <a:ln w="6350" cap="sq">
            <a:solidFill>
              <a:srgbClr val="80808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4" name="Rectangle 89">
            <a:extLst>
              <a:ext uri="{FF2B5EF4-FFF2-40B4-BE49-F238E27FC236}">
                <a16:creationId xmlns:a16="http://schemas.microsoft.com/office/drawing/2014/main" id="{D9028C65-BFF6-443E-A373-765F8883B1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9612" y="1402083"/>
            <a:ext cx="700908" cy="22713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chemeClr val="bg1"/>
                </a:solidFill>
              </a:rPr>
              <a:t>초기화</a:t>
            </a:r>
          </a:p>
        </p:txBody>
      </p:sp>
      <p:grpSp>
        <p:nvGrpSpPr>
          <p:cNvPr id="149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C7E249E0-4CED-4901-AE29-6597582AB012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608302" y="1763476"/>
            <a:ext cx="131556" cy="131556"/>
            <a:chOff x="554563" y="2632644"/>
            <a:chExt cx="131556" cy="131556"/>
          </a:xfrm>
        </p:grpSpPr>
        <p:sp>
          <p:nvSpPr>
            <p:cNvPr id="150" name="Box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2F0AD723-4ECC-4DB1-B04E-E19EA05FE3C2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151" name="Check" descr="&lt;SmartSettings&gt;&lt;SmartResize anchorLeft=&quot;Absolute&quot; anchorTop=&quot;None&quot; anchorRight=&quot;None&quot; anchorBottom=&quot;None&quot; /&gt;&lt;/SmartSettings&gt;" hidden="1">
              <a:extLst>
                <a:ext uri="{FF2B5EF4-FFF2-40B4-BE49-F238E27FC236}">
                  <a16:creationId xmlns:a16="http://schemas.microsoft.com/office/drawing/2014/main" id="{B53B68A7-A893-4846-A28C-1BE239EA5285}"/>
                </a:ext>
              </a:extLst>
            </p:cNvPr>
            <p:cNvSpPr>
              <a:spLocks noEditPoints="1"/>
            </p:cNvSpPr>
            <p:nvPr>
              <p:custDataLst>
                <p:tags r:id="rId21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152" name="Accept">
            <a:extLst>
              <a:ext uri="{FF2B5EF4-FFF2-40B4-BE49-F238E27FC236}">
                <a16:creationId xmlns:a16="http://schemas.microsoft.com/office/drawing/2014/main" id="{6C4D2558-8FFC-4F84-B636-DA68CBA6D544}"/>
              </a:ext>
            </a:extLst>
          </p:cNvPr>
          <p:cNvSpPr>
            <a:spLocks noChangeAspect="1"/>
          </p:cNvSpPr>
          <p:nvPr/>
        </p:nvSpPr>
        <p:spPr bwMode="auto">
          <a:xfrm>
            <a:off x="644667" y="1799848"/>
            <a:ext cx="58826" cy="52208"/>
          </a:xfrm>
          <a:custGeom>
            <a:avLst/>
            <a:gdLst>
              <a:gd name="T0" fmla="*/ 504 w 525"/>
              <a:gd name="T1" fmla="*/ 3 h 467"/>
              <a:gd name="T2" fmla="*/ 495 w 525"/>
              <a:gd name="T3" fmla="*/ 9 h 467"/>
              <a:gd name="T4" fmla="*/ 223 w 525"/>
              <a:gd name="T5" fmla="*/ 431 h 467"/>
              <a:gd name="T6" fmla="*/ 35 w 525"/>
              <a:gd name="T7" fmla="*/ 262 h 467"/>
              <a:gd name="T8" fmla="*/ 18 w 525"/>
              <a:gd name="T9" fmla="*/ 282 h 467"/>
              <a:gd name="T10" fmla="*/ 217 w 525"/>
              <a:gd name="T11" fmla="*/ 462 h 467"/>
              <a:gd name="T12" fmla="*/ 237 w 525"/>
              <a:gd name="T13" fmla="*/ 459 h 467"/>
              <a:gd name="T14" fmla="*/ 518 w 525"/>
              <a:gd name="T15" fmla="*/ 23 h 467"/>
              <a:gd name="T16" fmla="*/ 504 w 525"/>
              <a:gd name="T17" fmla="*/ 3 h 4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25" h="467">
                <a:moveTo>
                  <a:pt x="504" y="3"/>
                </a:moveTo>
                <a:cubicBezTo>
                  <a:pt x="500" y="3"/>
                  <a:pt x="497" y="6"/>
                  <a:pt x="495" y="9"/>
                </a:cubicBezTo>
                <a:lnTo>
                  <a:pt x="223" y="431"/>
                </a:lnTo>
                <a:lnTo>
                  <a:pt x="35" y="262"/>
                </a:lnTo>
                <a:cubicBezTo>
                  <a:pt x="22" y="245"/>
                  <a:pt x="0" y="271"/>
                  <a:pt x="18" y="282"/>
                </a:cubicBezTo>
                <a:lnTo>
                  <a:pt x="217" y="462"/>
                </a:lnTo>
                <a:cubicBezTo>
                  <a:pt x="223" y="467"/>
                  <a:pt x="232" y="466"/>
                  <a:pt x="237" y="459"/>
                </a:cubicBezTo>
                <a:lnTo>
                  <a:pt x="518" y="23"/>
                </a:lnTo>
                <a:cubicBezTo>
                  <a:pt x="525" y="13"/>
                  <a:pt x="515" y="0"/>
                  <a:pt x="504" y="3"/>
                </a:cubicBezTo>
                <a:close/>
              </a:path>
            </a:pathLst>
          </a:cu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b="1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53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09A52F57-E35C-4C96-ACAA-2FDD7E3420C8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608302" y="2042036"/>
            <a:ext cx="131556" cy="131556"/>
            <a:chOff x="554563" y="2632644"/>
            <a:chExt cx="131556" cy="131556"/>
          </a:xfrm>
        </p:grpSpPr>
        <p:sp>
          <p:nvSpPr>
            <p:cNvPr id="154" name="Box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87B61106-66DB-47F4-97DF-5FB55A7B6E43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155" name="Check" descr="&lt;SmartSettings&gt;&lt;SmartResize anchorLeft=&quot;Absolute&quot; anchorTop=&quot;None&quot; anchorRight=&quot;None&quot; anchorBottom=&quot;None&quot; /&gt;&lt;/SmartSettings&gt;" hidden="1">
              <a:extLst>
                <a:ext uri="{FF2B5EF4-FFF2-40B4-BE49-F238E27FC236}">
                  <a16:creationId xmlns:a16="http://schemas.microsoft.com/office/drawing/2014/main" id="{EE1294ED-465D-4BE7-BA50-16BFD8A64184}"/>
                </a:ext>
              </a:extLst>
            </p:cNvPr>
            <p:cNvSpPr>
              <a:spLocks noEditPoints="1"/>
            </p:cNvSpPr>
            <p:nvPr>
              <p:custDataLst>
                <p:tags r:id="rId19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156" name="Accept">
            <a:extLst>
              <a:ext uri="{FF2B5EF4-FFF2-40B4-BE49-F238E27FC236}">
                <a16:creationId xmlns:a16="http://schemas.microsoft.com/office/drawing/2014/main" id="{34B59F11-2627-4BC5-9F73-9E59750EE1E9}"/>
              </a:ext>
            </a:extLst>
          </p:cNvPr>
          <p:cNvSpPr>
            <a:spLocks noChangeAspect="1"/>
          </p:cNvSpPr>
          <p:nvPr/>
        </p:nvSpPr>
        <p:spPr bwMode="auto">
          <a:xfrm>
            <a:off x="644667" y="2078408"/>
            <a:ext cx="58826" cy="52208"/>
          </a:xfrm>
          <a:custGeom>
            <a:avLst/>
            <a:gdLst>
              <a:gd name="T0" fmla="*/ 504 w 525"/>
              <a:gd name="T1" fmla="*/ 3 h 467"/>
              <a:gd name="T2" fmla="*/ 495 w 525"/>
              <a:gd name="T3" fmla="*/ 9 h 467"/>
              <a:gd name="T4" fmla="*/ 223 w 525"/>
              <a:gd name="T5" fmla="*/ 431 h 467"/>
              <a:gd name="T6" fmla="*/ 35 w 525"/>
              <a:gd name="T7" fmla="*/ 262 h 467"/>
              <a:gd name="T8" fmla="*/ 18 w 525"/>
              <a:gd name="T9" fmla="*/ 282 h 467"/>
              <a:gd name="T10" fmla="*/ 217 w 525"/>
              <a:gd name="T11" fmla="*/ 462 h 467"/>
              <a:gd name="T12" fmla="*/ 237 w 525"/>
              <a:gd name="T13" fmla="*/ 459 h 467"/>
              <a:gd name="T14" fmla="*/ 518 w 525"/>
              <a:gd name="T15" fmla="*/ 23 h 467"/>
              <a:gd name="T16" fmla="*/ 504 w 525"/>
              <a:gd name="T17" fmla="*/ 3 h 4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25" h="467">
                <a:moveTo>
                  <a:pt x="504" y="3"/>
                </a:moveTo>
                <a:cubicBezTo>
                  <a:pt x="500" y="3"/>
                  <a:pt x="497" y="6"/>
                  <a:pt x="495" y="9"/>
                </a:cubicBezTo>
                <a:lnTo>
                  <a:pt x="223" y="431"/>
                </a:lnTo>
                <a:lnTo>
                  <a:pt x="35" y="262"/>
                </a:lnTo>
                <a:cubicBezTo>
                  <a:pt x="22" y="245"/>
                  <a:pt x="0" y="271"/>
                  <a:pt x="18" y="282"/>
                </a:cubicBezTo>
                <a:lnTo>
                  <a:pt x="217" y="462"/>
                </a:lnTo>
                <a:cubicBezTo>
                  <a:pt x="223" y="467"/>
                  <a:pt x="232" y="466"/>
                  <a:pt x="237" y="459"/>
                </a:cubicBezTo>
                <a:lnTo>
                  <a:pt x="518" y="23"/>
                </a:lnTo>
                <a:cubicBezTo>
                  <a:pt x="525" y="13"/>
                  <a:pt x="515" y="0"/>
                  <a:pt x="504" y="3"/>
                </a:cubicBezTo>
                <a:close/>
              </a:path>
            </a:pathLst>
          </a:cu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b="1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57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09632191-9D0E-48BB-B74D-7D47D31D34AC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608302" y="2331402"/>
            <a:ext cx="131556" cy="131556"/>
            <a:chOff x="554563" y="2632644"/>
            <a:chExt cx="131556" cy="131556"/>
          </a:xfrm>
        </p:grpSpPr>
        <p:sp>
          <p:nvSpPr>
            <p:cNvPr id="158" name="Box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37BD65EC-D825-44D1-AB2F-BA6E12AF2E2B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159" name="Check" descr="&lt;SmartSettings&gt;&lt;SmartResize anchorLeft=&quot;Absolute&quot; anchorTop=&quot;None&quot; anchorRight=&quot;None&quot; anchorBottom=&quot;None&quot; /&gt;&lt;/SmartSettings&gt;" hidden="1">
              <a:extLst>
                <a:ext uri="{FF2B5EF4-FFF2-40B4-BE49-F238E27FC236}">
                  <a16:creationId xmlns:a16="http://schemas.microsoft.com/office/drawing/2014/main" id="{926F79E2-D37D-41AE-8E13-037E4F696915}"/>
                </a:ext>
              </a:extLst>
            </p:cNvPr>
            <p:cNvSpPr>
              <a:spLocks noEditPoints="1"/>
            </p:cNvSpPr>
            <p:nvPr>
              <p:custDataLst>
                <p:tags r:id="rId17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160" name="Accept">
            <a:extLst>
              <a:ext uri="{FF2B5EF4-FFF2-40B4-BE49-F238E27FC236}">
                <a16:creationId xmlns:a16="http://schemas.microsoft.com/office/drawing/2014/main" id="{AC04235D-C8B3-4663-ACAD-639F04687C7D}"/>
              </a:ext>
            </a:extLst>
          </p:cNvPr>
          <p:cNvSpPr>
            <a:spLocks noChangeAspect="1"/>
          </p:cNvSpPr>
          <p:nvPr/>
        </p:nvSpPr>
        <p:spPr bwMode="auto">
          <a:xfrm>
            <a:off x="644667" y="2367774"/>
            <a:ext cx="58826" cy="52208"/>
          </a:xfrm>
          <a:custGeom>
            <a:avLst/>
            <a:gdLst>
              <a:gd name="T0" fmla="*/ 504 w 525"/>
              <a:gd name="T1" fmla="*/ 3 h 467"/>
              <a:gd name="T2" fmla="*/ 495 w 525"/>
              <a:gd name="T3" fmla="*/ 9 h 467"/>
              <a:gd name="T4" fmla="*/ 223 w 525"/>
              <a:gd name="T5" fmla="*/ 431 h 467"/>
              <a:gd name="T6" fmla="*/ 35 w 525"/>
              <a:gd name="T7" fmla="*/ 262 h 467"/>
              <a:gd name="T8" fmla="*/ 18 w 525"/>
              <a:gd name="T9" fmla="*/ 282 h 467"/>
              <a:gd name="T10" fmla="*/ 217 w 525"/>
              <a:gd name="T11" fmla="*/ 462 h 467"/>
              <a:gd name="T12" fmla="*/ 237 w 525"/>
              <a:gd name="T13" fmla="*/ 459 h 467"/>
              <a:gd name="T14" fmla="*/ 518 w 525"/>
              <a:gd name="T15" fmla="*/ 23 h 467"/>
              <a:gd name="T16" fmla="*/ 504 w 525"/>
              <a:gd name="T17" fmla="*/ 3 h 4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25" h="467">
                <a:moveTo>
                  <a:pt x="504" y="3"/>
                </a:moveTo>
                <a:cubicBezTo>
                  <a:pt x="500" y="3"/>
                  <a:pt x="497" y="6"/>
                  <a:pt x="495" y="9"/>
                </a:cubicBezTo>
                <a:lnTo>
                  <a:pt x="223" y="431"/>
                </a:lnTo>
                <a:lnTo>
                  <a:pt x="35" y="262"/>
                </a:lnTo>
                <a:cubicBezTo>
                  <a:pt x="22" y="245"/>
                  <a:pt x="0" y="271"/>
                  <a:pt x="18" y="282"/>
                </a:cubicBezTo>
                <a:lnTo>
                  <a:pt x="217" y="462"/>
                </a:lnTo>
                <a:cubicBezTo>
                  <a:pt x="223" y="467"/>
                  <a:pt x="232" y="466"/>
                  <a:pt x="237" y="459"/>
                </a:cubicBezTo>
                <a:lnTo>
                  <a:pt x="518" y="23"/>
                </a:lnTo>
                <a:cubicBezTo>
                  <a:pt x="525" y="13"/>
                  <a:pt x="515" y="0"/>
                  <a:pt x="504" y="3"/>
                </a:cubicBezTo>
                <a:close/>
              </a:path>
            </a:pathLst>
          </a:cu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b="1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61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67B4EAD9-06C6-4889-9D7D-1EDD72CB17F5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608302" y="2649475"/>
            <a:ext cx="131556" cy="131556"/>
            <a:chOff x="554563" y="2632644"/>
            <a:chExt cx="131556" cy="131556"/>
          </a:xfrm>
        </p:grpSpPr>
        <p:sp>
          <p:nvSpPr>
            <p:cNvPr id="162" name="Box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3720D91D-8811-4A34-82C4-5CC12AB5E033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163" name="Check" descr="&lt;SmartSettings&gt;&lt;SmartResize anchorLeft=&quot;Absolute&quot; anchorTop=&quot;None&quot; anchorRight=&quot;None&quot; anchorBottom=&quot;None&quot; /&gt;&lt;/SmartSettings&gt;" hidden="1">
              <a:extLst>
                <a:ext uri="{FF2B5EF4-FFF2-40B4-BE49-F238E27FC236}">
                  <a16:creationId xmlns:a16="http://schemas.microsoft.com/office/drawing/2014/main" id="{30414803-B158-42BF-9A7A-7D7B58E5111D}"/>
                </a:ext>
              </a:extLst>
            </p:cNvPr>
            <p:cNvSpPr>
              <a:spLocks noEditPoints="1"/>
            </p:cNvSpPr>
            <p:nvPr>
              <p:custDataLst>
                <p:tags r:id="rId15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164" name="Accept">
            <a:extLst>
              <a:ext uri="{FF2B5EF4-FFF2-40B4-BE49-F238E27FC236}">
                <a16:creationId xmlns:a16="http://schemas.microsoft.com/office/drawing/2014/main" id="{4E4FA282-6682-4887-9BAE-99F4E917FB4F}"/>
              </a:ext>
            </a:extLst>
          </p:cNvPr>
          <p:cNvSpPr>
            <a:spLocks noChangeAspect="1"/>
          </p:cNvSpPr>
          <p:nvPr/>
        </p:nvSpPr>
        <p:spPr bwMode="auto">
          <a:xfrm>
            <a:off x="644667" y="2685847"/>
            <a:ext cx="58826" cy="52208"/>
          </a:xfrm>
          <a:custGeom>
            <a:avLst/>
            <a:gdLst>
              <a:gd name="T0" fmla="*/ 504 w 525"/>
              <a:gd name="T1" fmla="*/ 3 h 467"/>
              <a:gd name="T2" fmla="*/ 495 w 525"/>
              <a:gd name="T3" fmla="*/ 9 h 467"/>
              <a:gd name="T4" fmla="*/ 223 w 525"/>
              <a:gd name="T5" fmla="*/ 431 h 467"/>
              <a:gd name="T6" fmla="*/ 35 w 525"/>
              <a:gd name="T7" fmla="*/ 262 h 467"/>
              <a:gd name="T8" fmla="*/ 18 w 525"/>
              <a:gd name="T9" fmla="*/ 282 h 467"/>
              <a:gd name="T10" fmla="*/ 217 w 525"/>
              <a:gd name="T11" fmla="*/ 462 h 467"/>
              <a:gd name="T12" fmla="*/ 237 w 525"/>
              <a:gd name="T13" fmla="*/ 459 h 467"/>
              <a:gd name="T14" fmla="*/ 518 w 525"/>
              <a:gd name="T15" fmla="*/ 23 h 467"/>
              <a:gd name="T16" fmla="*/ 504 w 525"/>
              <a:gd name="T17" fmla="*/ 3 h 4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25" h="467">
                <a:moveTo>
                  <a:pt x="504" y="3"/>
                </a:moveTo>
                <a:cubicBezTo>
                  <a:pt x="500" y="3"/>
                  <a:pt x="497" y="6"/>
                  <a:pt x="495" y="9"/>
                </a:cubicBezTo>
                <a:lnTo>
                  <a:pt x="223" y="431"/>
                </a:lnTo>
                <a:lnTo>
                  <a:pt x="35" y="262"/>
                </a:lnTo>
                <a:cubicBezTo>
                  <a:pt x="22" y="245"/>
                  <a:pt x="0" y="271"/>
                  <a:pt x="18" y="282"/>
                </a:cubicBezTo>
                <a:lnTo>
                  <a:pt x="217" y="462"/>
                </a:lnTo>
                <a:cubicBezTo>
                  <a:pt x="223" y="467"/>
                  <a:pt x="232" y="466"/>
                  <a:pt x="237" y="459"/>
                </a:cubicBezTo>
                <a:lnTo>
                  <a:pt x="518" y="23"/>
                </a:lnTo>
                <a:cubicBezTo>
                  <a:pt x="525" y="13"/>
                  <a:pt x="515" y="0"/>
                  <a:pt x="504" y="3"/>
                </a:cubicBezTo>
                <a:close/>
              </a:path>
            </a:pathLst>
          </a:cu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b="1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65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363FD023-C173-435C-8F15-DD529135C442}"/>
              </a:ext>
            </a:extLst>
          </p:cNvPr>
          <p:cNvGrpSpPr/>
          <p:nvPr>
            <p:custDataLst>
              <p:tags r:id="rId9"/>
            </p:custDataLst>
          </p:nvPr>
        </p:nvGrpSpPr>
        <p:grpSpPr>
          <a:xfrm>
            <a:off x="608302" y="2930390"/>
            <a:ext cx="131556" cy="131556"/>
            <a:chOff x="554563" y="2632644"/>
            <a:chExt cx="131556" cy="131556"/>
          </a:xfrm>
        </p:grpSpPr>
        <p:sp>
          <p:nvSpPr>
            <p:cNvPr id="166" name="Box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C4492B02-6547-44DE-AF9B-BE7CEABBC217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167" name="Check" descr="&lt;SmartSettings&gt;&lt;SmartResize anchorLeft=&quot;Absolute&quot; anchorTop=&quot;None&quot; anchorRight=&quot;None&quot; anchorBottom=&quot;None&quot; /&gt;&lt;/SmartSettings&gt;" hidden="1">
              <a:extLst>
                <a:ext uri="{FF2B5EF4-FFF2-40B4-BE49-F238E27FC236}">
                  <a16:creationId xmlns:a16="http://schemas.microsoft.com/office/drawing/2014/main" id="{30BEC20E-663F-49BF-A0D0-24101203301D}"/>
                </a:ext>
              </a:extLst>
            </p:cNvPr>
            <p:cNvSpPr>
              <a:spLocks noEditPoints="1"/>
            </p:cNvSpPr>
            <p:nvPr>
              <p:custDataLst>
                <p:tags r:id="rId13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168" name="Accept">
            <a:extLst>
              <a:ext uri="{FF2B5EF4-FFF2-40B4-BE49-F238E27FC236}">
                <a16:creationId xmlns:a16="http://schemas.microsoft.com/office/drawing/2014/main" id="{FEDC595A-5E57-4427-90B6-AB9E643F72E5}"/>
              </a:ext>
            </a:extLst>
          </p:cNvPr>
          <p:cNvSpPr>
            <a:spLocks noChangeAspect="1"/>
          </p:cNvSpPr>
          <p:nvPr/>
        </p:nvSpPr>
        <p:spPr bwMode="auto">
          <a:xfrm>
            <a:off x="644667" y="2966762"/>
            <a:ext cx="58826" cy="52208"/>
          </a:xfrm>
          <a:custGeom>
            <a:avLst/>
            <a:gdLst>
              <a:gd name="T0" fmla="*/ 504 w 525"/>
              <a:gd name="T1" fmla="*/ 3 h 467"/>
              <a:gd name="T2" fmla="*/ 495 w 525"/>
              <a:gd name="T3" fmla="*/ 9 h 467"/>
              <a:gd name="T4" fmla="*/ 223 w 525"/>
              <a:gd name="T5" fmla="*/ 431 h 467"/>
              <a:gd name="T6" fmla="*/ 35 w 525"/>
              <a:gd name="T7" fmla="*/ 262 h 467"/>
              <a:gd name="T8" fmla="*/ 18 w 525"/>
              <a:gd name="T9" fmla="*/ 282 h 467"/>
              <a:gd name="T10" fmla="*/ 217 w 525"/>
              <a:gd name="T11" fmla="*/ 462 h 467"/>
              <a:gd name="T12" fmla="*/ 237 w 525"/>
              <a:gd name="T13" fmla="*/ 459 h 467"/>
              <a:gd name="T14" fmla="*/ 518 w 525"/>
              <a:gd name="T15" fmla="*/ 23 h 467"/>
              <a:gd name="T16" fmla="*/ 504 w 525"/>
              <a:gd name="T17" fmla="*/ 3 h 4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25" h="467">
                <a:moveTo>
                  <a:pt x="504" y="3"/>
                </a:moveTo>
                <a:cubicBezTo>
                  <a:pt x="500" y="3"/>
                  <a:pt x="497" y="6"/>
                  <a:pt x="495" y="9"/>
                </a:cubicBezTo>
                <a:lnTo>
                  <a:pt x="223" y="431"/>
                </a:lnTo>
                <a:lnTo>
                  <a:pt x="35" y="262"/>
                </a:lnTo>
                <a:cubicBezTo>
                  <a:pt x="22" y="245"/>
                  <a:pt x="0" y="271"/>
                  <a:pt x="18" y="282"/>
                </a:cubicBezTo>
                <a:lnTo>
                  <a:pt x="217" y="462"/>
                </a:lnTo>
                <a:cubicBezTo>
                  <a:pt x="223" y="467"/>
                  <a:pt x="232" y="466"/>
                  <a:pt x="237" y="459"/>
                </a:cubicBezTo>
                <a:lnTo>
                  <a:pt x="518" y="23"/>
                </a:lnTo>
                <a:cubicBezTo>
                  <a:pt x="525" y="13"/>
                  <a:pt x="515" y="0"/>
                  <a:pt x="504" y="3"/>
                </a:cubicBezTo>
                <a:close/>
              </a:path>
            </a:pathLst>
          </a:cu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b="1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0F7C9095-6F1F-459D-9765-4E40D77F3BCD}"/>
              </a:ext>
            </a:extLst>
          </p:cNvPr>
          <p:cNvSpPr/>
          <p:nvPr/>
        </p:nvSpPr>
        <p:spPr>
          <a:xfrm>
            <a:off x="469535" y="1300994"/>
            <a:ext cx="247137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solidFill>
                  <a:schemeClr val="accent2">
                    <a:lumMod val="75000"/>
                  </a:schemeClr>
                </a:solidFill>
                <a:latin typeface="나눔고딕" pitchFamily="2" charset="-127"/>
                <a:ea typeface="나눔고딕" pitchFamily="2" charset="-127"/>
              </a:rPr>
              <a:t>청약신청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3B44F61E-D808-4E75-919C-7E7E9881A77D}"/>
              </a:ext>
            </a:extLst>
          </p:cNvPr>
          <p:cNvGrpSpPr/>
          <p:nvPr/>
        </p:nvGrpSpPr>
        <p:grpSpPr>
          <a:xfrm>
            <a:off x="404237" y="3768928"/>
            <a:ext cx="8009071" cy="791606"/>
            <a:chOff x="404237" y="5664890"/>
            <a:chExt cx="8009071" cy="791606"/>
          </a:xfrm>
        </p:grpSpPr>
        <p:sp>
          <p:nvSpPr>
            <p:cNvPr id="182" name="직사각형 181">
              <a:extLst>
                <a:ext uri="{FF2B5EF4-FFF2-40B4-BE49-F238E27FC236}">
                  <a16:creationId xmlns:a16="http://schemas.microsoft.com/office/drawing/2014/main" id="{0831A6C8-E493-497D-90B8-9AE16BDC3171}"/>
                </a:ext>
              </a:extLst>
            </p:cNvPr>
            <p:cNvSpPr/>
            <p:nvPr/>
          </p:nvSpPr>
          <p:spPr>
            <a:xfrm>
              <a:off x="404237" y="5886252"/>
              <a:ext cx="8009071" cy="57024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4" name="직사각형 183">
              <a:extLst>
                <a:ext uri="{FF2B5EF4-FFF2-40B4-BE49-F238E27FC236}">
                  <a16:creationId xmlns:a16="http://schemas.microsoft.com/office/drawing/2014/main" id="{12FC9DB9-963C-4974-AE22-1FF08C3BA636}"/>
                </a:ext>
              </a:extLst>
            </p:cNvPr>
            <p:cNvSpPr/>
            <p:nvPr/>
          </p:nvSpPr>
          <p:spPr>
            <a:xfrm>
              <a:off x="404237" y="5664890"/>
              <a:ext cx="8009071" cy="21846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85" name="직사각형 184">
            <a:extLst>
              <a:ext uri="{FF2B5EF4-FFF2-40B4-BE49-F238E27FC236}">
                <a16:creationId xmlns:a16="http://schemas.microsoft.com/office/drawing/2014/main" id="{C7D2C2E7-0011-4FBC-9462-5783BDBA9C05}"/>
              </a:ext>
            </a:extLst>
          </p:cNvPr>
          <p:cNvSpPr/>
          <p:nvPr/>
        </p:nvSpPr>
        <p:spPr>
          <a:xfrm>
            <a:off x="404237" y="3768602"/>
            <a:ext cx="3555782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atinLnBrk="0"/>
            <a:r>
              <a:rPr lang="en-US" altLang="ko-KR" sz="800" b="1" dirty="0">
                <a:solidFill>
                  <a:srgbClr val="C00000"/>
                </a:solidFill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* </a:t>
            </a:r>
            <a:r>
              <a:rPr lang="ko-KR" altLang="en-US" sz="800" b="1" dirty="0">
                <a:solidFill>
                  <a:srgbClr val="C00000"/>
                </a:solidFill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법인카드의 경우</a:t>
            </a:r>
            <a:r>
              <a:rPr lang="en-US" altLang="ko-KR" sz="800" b="1" dirty="0">
                <a:solidFill>
                  <a:srgbClr val="C00000"/>
                </a:solidFill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, </a:t>
            </a:r>
            <a:r>
              <a:rPr lang="ko-KR" altLang="en-US" sz="800" b="1" dirty="0">
                <a:solidFill>
                  <a:srgbClr val="C00000"/>
                </a:solidFill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피보험자 소유카드 여부를 </a:t>
            </a:r>
            <a:r>
              <a:rPr lang="en-US" altLang="ko-KR" sz="800" b="1" dirty="0">
                <a:solidFill>
                  <a:srgbClr val="C00000"/>
                </a:solidFill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N </a:t>
            </a:r>
            <a:r>
              <a:rPr lang="ko-KR" altLang="en-US" sz="800" b="1" dirty="0">
                <a:solidFill>
                  <a:srgbClr val="C00000"/>
                </a:solidFill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선택 후 사업자번호 입력 필요</a:t>
            </a:r>
            <a:endParaRPr lang="en-US" altLang="ko-KR" sz="800" b="1" dirty="0">
              <a:solidFill>
                <a:srgbClr val="C00000"/>
              </a:solidFill>
              <a:latin typeface="나눔고딕" pitchFamily="2" charset="-127"/>
              <a:ea typeface="나눔고딕" pitchFamily="2" charset="-127"/>
              <a:cs typeface="Segoe UI" panose="020B0502040204020203" pitchFamily="34" charset="0"/>
            </a:endParaRPr>
          </a:p>
        </p:txBody>
      </p:sp>
      <p:sp>
        <p:nvSpPr>
          <p:cNvPr id="186" name="직사각형 185">
            <a:extLst>
              <a:ext uri="{FF2B5EF4-FFF2-40B4-BE49-F238E27FC236}">
                <a16:creationId xmlns:a16="http://schemas.microsoft.com/office/drawing/2014/main" id="{0D18107A-EAB8-42A1-BEC3-141BDCADB7FF}"/>
              </a:ext>
            </a:extLst>
          </p:cNvPr>
          <p:cNvSpPr/>
          <p:nvPr/>
        </p:nvSpPr>
        <p:spPr>
          <a:xfrm>
            <a:off x="432194" y="4045542"/>
            <a:ext cx="129554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atinLnBrk="0"/>
            <a:r>
              <a:rPr lang="en-US" altLang="ko-KR" sz="800" b="1" dirty="0"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* </a:t>
            </a:r>
            <a:r>
              <a:rPr lang="ko-KR" altLang="en-US" sz="800" b="1" dirty="0"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피보험자 소유카드 여부</a:t>
            </a:r>
            <a:endParaRPr lang="en-US" altLang="ko-KR" sz="800" b="1" dirty="0">
              <a:latin typeface="나눔고딕" pitchFamily="2" charset="-127"/>
              <a:ea typeface="나눔고딕" pitchFamily="2" charset="-127"/>
              <a:cs typeface="Segoe UI" panose="020B0502040204020203" pitchFamily="34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A6769EE-89EE-432B-8807-B513A38AC9DA}"/>
              </a:ext>
            </a:extLst>
          </p:cNvPr>
          <p:cNvSpPr/>
          <p:nvPr/>
        </p:nvSpPr>
        <p:spPr>
          <a:xfrm>
            <a:off x="1175432" y="4287667"/>
            <a:ext cx="584571" cy="211371"/>
          </a:xfrm>
          <a:prstGeom prst="rect">
            <a:avLst/>
          </a:prstGeom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</a:rPr>
              <a:t>N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189" name="직사각형 188">
            <a:extLst>
              <a:ext uri="{FF2B5EF4-FFF2-40B4-BE49-F238E27FC236}">
                <a16:creationId xmlns:a16="http://schemas.microsoft.com/office/drawing/2014/main" id="{5B9FFC71-18F8-45A8-B387-DC42426958B8}"/>
              </a:ext>
            </a:extLst>
          </p:cNvPr>
          <p:cNvSpPr/>
          <p:nvPr/>
        </p:nvSpPr>
        <p:spPr>
          <a:xfrm>
            <a:off x="514036" y="4287667"/>
            <a:ext cx="575117" cy="211371"/>
          </a:xfrm>
          <a:prstGeom prst="rect">
            <a:avLst/>
          </a:prstGeom>
          <a:noFill/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tx2"/>
                </a:solidFill>
              </a:rPr>
              <a:t>Y</a:t>
            </a:r>
            <a:endParaRPr lang="ko-KR" altLang="en-US" sz="800" b="1" dirty="0">
              <a:solidFill>
                <a:schemeClr val="tx2"/>
              </a:solidFill>
            </a:endParaRPr>
          </a:p>
        </p:txBody>
      </p:sp>
      <p:sp>
        <p:nvSpPr>
          <p:cNvPr id="190" name="직사각형 189">
            <a:extLst>
              <a:ext uri="{FF2B5EF4-FFF2-40B4-BE49-F238E27FC236}">
                <a16:creationId xmlns:a16="http://schemas.microsoft.com/office/drawing/2014/main" id="{64EBD115-4749-4663-A3C8-0ADD8431BF27}"/>
              </a:ext>
            </a:extLst>
          </p:cNvPr>
          <p:cNvSpPr/>
          <p:nvPr/>
        </p:nvSpPr>
        <p:spPr>
          <a:xfrm>
            <a:off x="1866560" y="4045542"/>
            <a:ext cx="1180131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atinLnBrk="0"/>
            <a:r>
              <a:rPr lang="en-US" altLang="ko-KR" sz="800" b="1" dirty="0"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* </a:t>
            </a:r>
            <a:r>
              <a:rPr lang="ko-KR" altLang="en-US" sz="800" b="1" dirty="0"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생년월일</a:t>
            </a:r>
            <a:r>
              <a:rPr lang="en-US" altLang="ko-KR" sz="800" b="1" dirty="0"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/</a:t>
            </a:r>
            <a:r>
              <a:rPr lang="ko-KR" altLang="en-US" sz="800" b="1" dirty="0"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사업자번호</a:t>
            </a:r>
            <a:endParaRPr lang="en-US" altLang="ko-KR" sz="800" b="1" dirty="0">
              <a:latin typeface="나눔고딕" pitchFamily="2" charset="-127"/>
              <a:ea typeface="나눔고딕" pitchFamily="2" charset="-127"/>
              <a:cs typeface="Segoe UI" panose="020B0502040204020203" pitchFamily="34" charset="0"/>
            </a:endParaRPr>
          </a:p>
        </p:txBody>
      </p:sp>
      <p:sp>
        <p:nvSpPr>
          <p:cNvPr id="191" name="직사각형 190">
            <a:extLst>
              <a:ext uri="{FF2B5EF4-FFF2-40B4-BE49-F238E27FC236}">
                <a16:creationId xmlns:a16="http://schemas.microsoft.com/office/drawing/2014/main" id="{C69CF087-4160-4209-82AF-FB1C02F88DFD}"/>
              </a:ext>
            </a:extLst>
          </p:cNvPr>
          <p:cNvSpPr/>
          <p:nvPr/>
        </p:nvSpPr>
        <p:spPr>
          <a:xfrm>
            <a:off x="2042233" y="4291517"/>
            <a:ext cx="1040363" cy="211371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chemeClr val="tx2"/>
              </a:solidFill>
            </a:endParaRPr>
          </a:p>
        </p:txBody>
      </p:sp>
      <p:sp>
        <p:nvSpPr>
          <p:cNvPr id="192" name="직사각형 191">
            <a:extLst>
              <a:ext uri="{FF2B5EF4-FFF2-40B4-BE49-F238E27FC236}">
                <a16:creationId xmlns:a16="http://schemas.microsoft.com/office/drawing/2014/main" id="{B5E1381A-C9C2-407F-8DEC-7A646B3E2D97}"/>
              </a:ext>
            </a:extLst>
          </p:cNvPr>
          <p:cNvSpPr/>
          <p:nvPr/>
        </p:nvSpPr>
        <p:spPr>
          <a:xfrm>
            <a:off x="3083368" y="4045542"/>
            <a:ext cx="66075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atinLnBrk="0"/>
            <a:r>
              <a:rPr lang="en-US" altLang="ko-KR" sz="800" b="1" dirty="0"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* </a:t>
            </a:r>
            <a:r>
              <a:rPr lang="ko-KR" altLang="en-US" sz="800" b="1" dirty="0"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결제카드</a:t>
            </a:r>
            <a:endParaRPr lang="en-US" altLang="ko-KR" sz="800" b="1" dirty="0">
              <a:latin typeface="나눔고딕" pitchFamily="2" charset="-127"/>
              <a:ea typeface="나눔고딕" pitchFamily="2" charset="-127"/>
              <a:cs typeface="Segoe UI" panose="020B0502040204020203" pitchFamily="34" charset="0"/>
            </a:endParaRPr>
          </a:p>
        </p:txBody>
      </p:sp>
      <p:sp>
        <p:nvSpPr>
          <p:cNvPr id="197" name="직사각형 196">
            <a:extLst>
              <a:ext uri="{FF2B5EF4-FFF2-40B4-BE49-F238E27FC236}">
                <a16:creationId xmlns:a16="http://schemas.microsoft.com/office/drawing/2014/main" id="{D7E17FD7-91E3-4578-BA8C-81104DFB5AF5}"/>
              </a:ext>
            </a:extLst>
          </p:cNvPr>
          <p:cNvSpPr/>
          <p:nvPr/>
        </p:nvSpPr>
        <p:spPr>
          <a:xfrm>
            <a:off x="4213318" y="4045542"/>
            <a:ext cx="66075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atinLnBrk="0"/>
            <a:r>
              <a:rPr lang="en-US" altLang="ko-KR" sz="800" b="1" dirty="0"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* </a:t>
            </a:r>
            <a:r>
              <a:rPr lang="ko-KR" altLang="en-US" sz="800" b="1" dirty="0"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할부기간</a:t>
            </a:r>
            <a:endParaRPr lang="en-US" altLang="ko-KR" sz="800" b="1" dirty="0">
              <a:latin typeface="나눔고딕" pitchFamily="2" charset="-127"/>
              <a:ea typeface="나눔고딕" pitchFamily="2" charset="-127"/>
              <a:cs typeface="Segoe UI" panose="020B0502040204020203" pitchFamily="34" charset="0"/>
            </a:endParaRPr>
          </a:p>
        </p:txBody>
      </p:sp>
      <p:sp>
        <p:nvSpPr>
          <p:cNvPr id="200" name="직사각형 199">
            <a:extLst>
              <a:ext uri="{FF2B5EF4-FFF2-40B4-BE49-F238E27FC236}">
                <a16:creationId xmlns:a16="http://schemas.microsoft.com/office/drawing/2014/main" id="{D53FE877-001F-43B2-8AD2-0F09C54F90CC}"/>
              </a:ext>
            </a:extLst>
          </p:cNvPr>
          <p:cNvSpPr/>
          <p:nvPr/>
        </p:nvSpPr>
        <p:spPr>
          <a:xfrm>
            <a:off x="5343268" y="4045542"/>
            <a:ext cx="66075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atinLnBrk="0"/>
            <a:r>
              <a:rPr lang="en-US" altLang="ko-KR" sz="800" b="1" dirty="0"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* </a:t>
            </a:r>
            <a:r>
              <a:rPr lang="ko-KR" altLang="en-US" sz="800" b="1" dirty="0"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카드번호</a:t>
            </a:r>
            <a:endParaRPr lang="en-US" altLang="ko-KR" sz="800" b="1" dirty="0">
              <a:latin typeface="나눔고딕" pitchFamily="2" charset="-127"/>
              <a:ea typeface="나눔고딕" pitchFamily="2" charset="-127"/>
              <a:cs typeface="Segoe UI" panose="020B0502040204020203" pitchFamily="34" charset="0"/>
            </a:endParaRPr>
          </a:p>
        </p:txBody>
      </p:sp>
      <p:sp>
        <p:nvSpPr>
          <p:cNvPr id="201" name="직사각형 200">
            <a:extLst>
              <a:ext uri="{FF2B5EF4-FFF2-40B4-BE49-F238E27FC236}">
                <a16:creationId xmlns:a16="http://schemas.microsoft.com/office/drawing/2014/main" id="{3326C9A7-A893-4AC1-8AA4-01BE9A75039E}"/>
              </a:ext>
            </a:extLst>
          </p:cNvPr>
          <p:cNvSpPr/>
          <p:nvPr/>
        </p:nvSpPr>
        <p:spPr>
          <a:xfrm>
            <a:off x="7166947" y="4059968"/>
            <a:ext cx="965329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atinLnBrk="0"/>
            <a:r>
              <a:rPr lang="en-US" altLang="ko-KR" sz="800" b="1" dirty="0"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* </a:t>
            </a:r>
            <a:r>
              <a:rPr lang="ko-KR" altLang="en-US" sz="800" b="1" dirty="0"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유효기간</a:t>
            </a:r>
            <a:r>
              <a:rPr lang="en-US" altLang="ko-KR" sz="800" b="1" dirty="0"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(</a:t>
            </a:r>
            <a:r>
              <a:rPr lang="ko-KR" altLang="en-US" sz="800" b="1" dirty="0"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월</a:t>
            </a:r>
            <a:r>
              <a:rPr lang="en-US" altLang="ko-KR" sz="800" b="1" dirty="0"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/</a:t>
            </a:r>
            <a:r>
              <a:rPr lang="ko-KR" altLang="en-US" sz="800" b="1" dirty="0"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년</a:t>
            </a:r>
            <a:r>
              <a:rPr lang="en-US" altLang="ko-KR" sz="800" b="1" dirty="0"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)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BD5CE7CB-ED2B-472E-8936-700D13436546}"/>
              </a:ext>
            </a:extLst>
          </p:cNvPr>
          <p:cNvGrpSpPr/>
          <p:nvPr/>
        </p:nvGrpSpPr>
        <p:grpSpPr>
          <a:xfrm>
            <a:off x="3175577" y="4291517"/>
            <a:ext cx="1030121" cy="211371"/>
            <a:chOff x="3625157" y="6046429"/>
            <a:chExt cx="1159770" cy="211371"/>
          </a:xfrm>
        </p:grpSpPr>
        <p:sp>
          <p:nvSpPr>
            <p:cNvPr id="206" name="사각형: 둥근 모서리 205">
              <a:extLst>
                <a:ext uri="{FF2B5EF4-FFF2-40B4-BE49-F238E27FC236}">
                  <a16:creationId xmlns:a16="http://schemas.microsoft.com/office/drawing/2014/main" id="{4C440195-7248-40C2-AE8B-03F292A7FBF0}"/>
                </a:ext>
              </a:extLst>
            </p:cNvPr>
            <p:cNvSpPr/>
            <p:nvPr/>
          </p:nvSpPr>
          <p:spPr>
            <a:xfrm>
              <a:off x="3625157" y="6046429"/>
              <a:ext cx="1159770" cy="211371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>
                  <a:solidFill>
                    <a:schemeClr val="bg1">
                      <a:lumMod val="65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카드선택</a:t>
              </a:r>
            </a:p>
          </p:txBody>
        </p:sp>
        <p:sp>
          <p:nvSpPr>
            <p:cNvPr id="207" name="Chevron">
              <a:extLst>
                <a:ext uri="{FF2B5EF4-FFF2-40B4-BE49-F238E27FC236}">
                  <a16:creationId xmlns:a16="http://schemas.microsoft.com/office/drawing/2014/main" id="{BF079393-8C93-4167-A115-4FB049EA3DEE}"/>
                </a:ext>
              </a:extLst>
            </p:cNvPr>
            <p:cNvSpPr>
              <a:spLocks noChangeAspect="1"/>
            </p:cNvSpPr>
            <p:nvPr>
              <p:custDataLst>
                <p:tags r:id="rId11"/>
              </p:custDataLst>
            </p:nvPr>
          </p:nvSpPr>
          <p:spPr bwMode="auto">
            <a:xfrm flipH="1">
              <a:off x="4621377" y="6124696"/>
              <a:ext cx="77922" cy="54835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noFill/>
            <a:ln w="6350" cap="sq">
              <a:solidFill>
                <a:schemeClr val="tx1">
                  <a:lumMod val="65000"/>
                  <a:lumOff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209" name="그룹 208">
            <a:extLst>
              <a:ext uri="{FF2B5EF4-FFF2-40B4-BE49-F238E27FC236}">
                <a16:creationId xmlns:a16="http://schemas.microsoft.com/office/drawing/2014/main" id="{DFE490EA-2AA2-458F-987D-ED012148C969}"/>
              </a:ext>
            </a:extLst>
          </p:cNvPr>
          <p:cNvGrpSpPr/>
          <p:nvPr/>
        </p:nvGrpSpPr>
        <p:grpSpPr>
          <a:xfrm>
            <a:off x="4315626" y="4287667"/>
            <a:ext cx="1030121" cy="211371"/>
            <a:chOff x="3754805" y="6054049"/>
            <a:chExt cx="1030121" cy="211371"/>
          </a:xfrm>
        </p:grpSpPr>
        <p:sp>
          <p:nvSpPr>
            <p:cNvPr id="210" name="사각형: 둥근 모서리 209">
              <a:extLst>
                <a:ext uri="{FF2B5EF4-FFF2-40B4-BE49-F238E27FC236}">
                  <a16:creationId xmlns:a16="http://schemas.microsoft.com/office/drawing/2014/main" id="{230225DD-88A6-4406-9E1B-C6F5C0296336}"/>
                </a:ext>
              </a:extLst>
            </p:cNvPr>
            <p:cNvSpPr/>
            <p:nvPr/>
          </p:nvSpPr>
          <p:spPr>
            <a:xfrm>
              <a:off x="3754805" y="6054049"/>
              <a:ext cx="1030121" cy="211371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>
                  <a:solidFill>
                    <a:schemeClr val="bg1">
                      <a:lumMod val="65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일시불</a:t>
              </a:r>
            </a:p>
          </p:txBody>
        </p:sp>
        <p:sp>
          <p:nvSpPr>
            <p:cNvPr id="211" name="Chevron">
              <a:extLst>
                <a:ext uri="{FF2B5EF4-FFF2-40B4-BE49-F238E27FC236}">
                  <a16:creationId xmlns:a16="http://schemas.microsoft.com/office/drawing/2014/main" id="{8E8FA46B-B2AE-43D0-9057-F74A2762B2F7}"/>
                </a:ext>
              </a:extLst>
            </p:cNvPr>
            <p:cNvSpPr>
              <a:spLocks noChangeAspect="1"/>
            </p:cNvSpPr>
            <p:nvPr>
              <p:custDataLst>
                <p:tags r:id="rId10"/>
              </p:custDataLst>
            </p:nvPr>
          </p:nvSpPr>
          <p:spPr bwMode="auto">
            <a:xfrm flipH="1">
              <a:off x="4621377" y="6124696"/>
              <a:ext cx="77922" cy="54835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noFill/>
            <a:ln w="6350" cap="sq">
              <a:solidFill>
                <a:schemeClr val="tx1">
                  <a:lumMod val="65000"/>
                  <a:lumOff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212" name="직사각형 211">
            <a:extLst>
              <a:ext uri="{FF2B5EF4-FFF2-40B4-BE49-F238E27FC236}">
                <a16:creationId xmlns:a16="http://schemas.microsoft.com/office/drawing/2014/main" id="{A65781C4-D612-439A-A9B8-A1388BDAC789}"/>
              </a:ext>
            </a:extLst>
          </p:cNvPr>
          <p:cNvSpPr/>
          <p:nvPr/>
        </p:nvSpPr>
        <p:spPr>
          <a:xfrm>
            <a:off x="5420757" y="4289578"/>
            <a:ext cx="419129" cy="211371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chemeClr val="tx2"/>
              </a:solidFill>
            </a:endParaRPr>
          </a:p>
        </p:txBody>
      </p:sp>
      <p:sp>
        <p:nvSpPr>
          <p:cNvPr id="213" name="직사각형 212">
            <a:extLst>
              <a:ext uri="{FF2B5EF4-FFF2-40B4-BE49-F238E27FC236}">
                <a16:creationId xmlns:a16="http://schemas.microsoft.com/office/drawing/2014/main" id="{74D587B1-77AF-46D8-AAF5-9D604F8035DF}"/>
              </a:ext>
            </a:extLst>
          </p:cNvPr>
          <p:cNvSpPr/>
          <p:nvPr/>
        </p:nvSpPr>
        <p:spPr>
          <a:xfrm>
            <a:off x="5874261" y="4287667"/>
            <a:ext cx="419129" cy="211371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chemeClr val="tx2"/>
              </a:solidFill>
            </a:endParaRPr>
          </a:p>
        </p:txBody>
      </p:sp>
      <p:sp>
        <p:nvSpPr>
          <p:cNvPr id="214" name="직사각형 213">
            <a:extLst>
              <a:ext uri="{FF2B5EF4-FFF2-40B4-BE49-F238E27FC236}">
                <a16:creationId xmlns:a16="http://schemas.microsoft.com/office/drawing/2014/main" id="{696A34E9-F53A-4794-9882-81D3714D4F4B}"/>
              </a:ext>
            </a:extLst>
          </p:cNvPr>
          <p:cNvSpPr/>
          <p:nvPr/>
        </p:nvSpPr>
        <p:spPr>
          <a:xfrm>
            <a:off x="6327643" y="4287667"/>
            <a:ext cx="419129" cy="211371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chemeClr val="tx2"/>
              </a:solidFill>
            </a:endParaRPr>
          </a:p>
        </p:txBody>
      </p:sp>
      <p:sp>
        <p:nvSpPr>
          <p:cNvPr id="215" name="직사각형 214">
            <a:extLst>
              <a:ext uri="{FF2B5EF4-FFF2-40B4-BE49-F238E27FC236}">
                <a16:creationId xmlns:a16="http://schemas.microsoft.com/office/drawing/2014/main" id="{FF046DD2-51A0-4413-AD19-455E59ADF56E}"/>
              </a:ext>
            </a:extLst>
          </p:cNvPr>
          <p:cNvSpPr/>
          <p:nvPr/>
        </p:nvSpPr>
        <p:spPr>
          <a:xfrm>
            <a:off x="6781025" y="4290775"/>
            <a:ext cx="419129" cy="211371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chemeClr val="tx2"/>
              </a:solidFill>
            </a:endParaRPr>
          </a:p>
        </p:txBody>
      </p:sp>
      <p:sp>
        <p:nvSpPr>
          <p:cNvPr id="216" name="직사각형 215">
            <a:extLst>
              <a:ext uri="{FF2B5EF4-FFF2-40B4-BE49-F238E27FC236}">
                <a16:creationId xmlns:a16="http://schemas.microsoft.com/office/drawing/2014/main" id="{341B9A7B-98B7-4B72-8D14-C89518D9131B}"/>
              </a:ext>
            </a:extLst>
          </p:cNvPr>
          <p:cNvSpPr/>
          <p:nvPr/>
        </p:nvSpPr>
        <p:spPr>
          <a:xfrm>
            <a:off x="7310876" y="4291398"/>
            <a:ext cx="460008" cy="211371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chemeClr val="tx2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CB70544-349C-4C47-9C57-017ADE9F5858}"/>
              </a:ext>
            </a:extLst>
          </p:cNvPr>
          <p:cNvSpPr/>
          <p:nvPr/>
        </p:nvSpPr>
        <p:spPr>
          <a:xfrm>
            <a:off x="7719083" y="4253366"/>
            <a:ext cx="24237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latin typeface="나눔고딕" pitchFamily="2" charset="-127"/>
                <a:ea typeface="나눔고딕" pitchFamily="2" charset="-127"/>
              </a:rPr>
              <a:t>/</a:t>
            </a:r>
            <a:endParaRPr lang="ko-KR" altLang="en-US" sz="3600" dirty="0"/>
          </a:p>
        </p:txBody>
      </p:sp>
      <p:sp>
        <p:nvSpPr>
          <p:cNvPr id="217" name="직사각형 216">
            <a:extLst>
              <a:ext uri="{FF2B5EF4-FFF2-40B4-BE49-F238E27FC236}">
                <a16:creationId xmlns:a16="http://schemas.microsoft.com/office/drawing/2014/main" id="{D7F376DA-ADFF-4D0E-B674-A9D8F13FA352}"/>
              </a:ext>
            </a:extLst>
          </p:cNvPr>
          <p:cNvSpPr/>
          <p:nvPr/>
        </p:nvSpPr>
        <p:spPr>
          <a:xfrm>
            <a:off x="7905290" y="4287667"/>
            <a:ext cx="460008" cy="211371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chemeClr val="tx2"/>
              </a:solidFill>
            </a:endParaRPr>
          </a:p>
        </p:txBody>
      </p:sp>
      <p:sp>
        <p:nvSpPr>
          <p:cNvPr id="111" name="사각형: 둥근 모서리 110">
            <a:extLst>
              <a:ext uri="{FF2B5EF4-FFF2-40B4-BE49-F238E27FC236}">
                <a16:creationId xmlns:a16="http://schemas.microsoft.com/office/drawing/2014/main" id="{3C9D8C52-D0C4-4666-B510-E3B2E072A31D}"/>
              </a:ext>
            </a:extLst>
          </p:cNvPr>
          <p:cNvSpPr/>
          <p:nvPr/>
        </p:nvSpPr>
        <p:spPr>
          <a:xfrm>
            <a:off x="6615177" y="3417237"/>
            <a:ext cx="1729620" cy="23774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>
                <a:latin typeface="나눔고딕" pitchFamily="2" charset="-127"/>
                <a:ea typeface="나눔고딕" pitchFamily="2" charset="-127"/>
              </a:rPr>
              <a:t>후정산으로 바로 청약</a:t>
            </a:r>
          </a:p>
        </p:txBody>
      </p:sp>
      <p:sp>
        <p:nvSpPr>
          <p:cNvPr id="112" name="사각형: 둥근 모서리 111">
            <a:extLst>
              <a:ext uri="{FF2B5EF4-FFF2-40B4-BE49-F238E27FC236}">
                <a16:creationId xmlns:a16="http://schemas.microsoft.com/office/drawing/2014/main" id="{164DA108-EC01-42DD-807C-5C20F3CA2916}"/>
              </a:ext>
            </a:extLst>
          </p:cNvPr>
          <p:cNvSpPr/>
          <p:nvPr/>
        </p:nvSpPr>
        <p:spPr>
          <a:xfrm>
            <a:off x="7645956" y="4676970"/>
            <a:ext cx="719334" cy="23888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>
                <a:latin typeface="나눔고딕" pitchFamily="2" charset="-127"/>
                <a:ea typeface="나눔고딕" pitchFamily="2" charset="-127"/>
              </a:rPr>
              <a:t>청약하기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8945C0E3-0131-4CE4-BC9B-330CD600B934}"/>
              </a:ext>
            </a:extLst>
          </p:cNvPr>
          <p:cNvSpPr txBox="1"/>
          <p:nvPr/>
        </p:nvSpPr>
        <p:spPr>
          <a:xfrm>
            <a:off x="499489" y="892976"/>
            <a:ext cx="152327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나눔고딕" pitchFamily="2" charset="-127"/>
                <a:ea typeface="나눔고딕" pitchFamily="2" charset="-127"/>
              </a:rPr>
              <a:t>캐롯손해보험</a:t>
            </a:r>
            <a:r>
              <a:rPr lang="ko-KR" alt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itchFamily="2" charset="-127"/>
                <a:ea typeface="나눔고딕" pitchFamily="2" charset="-127"/>
              </a:rPr>
              <a:t> 관리자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E9161EFB-E882-48C9-A0D4-87EAAE542EA2}"/>
              </a:ext>
            </a:extLst>
          </p:cNvPr>
          <p:cNvSpPr txBox="1"/>
          <p:nvPr/>
        </p:nvSpPr>
        <p:spPr>
          <a:xfrm>
            <a:off x="2878844" y="874552"/>
            <a:ext cx="71686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+mj-lt"/>
                <a:ea typeface="나눔고딕" pitchFamily="2" charset="-127"/>
              </a:rPr>
              <a:t>계약내역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C3167F3E-1C7B-48C8-A94C-C83F153F3942}"/>
              </a:ext>
            </a:extLst>
          </p:cNvPr>
          <p:cNvSpPr txBox="1"/>
          <p:nvPr/>
        </p:nvSpPr>
        <p:spPr>
          <a:xfrm>
            <a:off x="5550091" y="873968"/>
            <a:ext cx="55816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+mj-lt"/>
                <a:ea typeface="나눔고딕" pitchFamily="2" charset="-127"/>
              </a:rPr>
              <a:t>HELP </a:t>
            </a:r>
            <a:endParaRPr lang="ko-KR" altLang="en-US" sz="1100" dirty="0">
              <a:solidFill>
                <a:schemeClr val="bg1">
                  <a:lumMod val="50000"/>
                </a:schemeClr>
              </a:solidFill>
              <a:latin typeface="+mj-lt"/>
              <a:ea typeface="나눔고딕" pitchFamily="2" charset="-127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227A525A-1420-47C6-8D5A-89D5E1D81E6F}"/>
              </a:ext>
            </a:extLst>
          </p:cNvPr>
          <p:cNvSpPr txBox="1"/>
          <p:nvPr/>
        </p:nvSpPr>
        <p:spPr>
          <a:xfrm>
            <a:off x="2048020" y="874552"/>
            <a:ext cx="7665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나눔고딕" pitchFamily="2" charset="-127"/>
              </a:rPr>
              <a:t>청약신청 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12D3C0B6-78B1-4B0D-9928-A8D2F7B658D4}"/>
              </a:ext>
            </a:extLst>
          </p:cNvPr>
          <p:cNvSpPr txBox="1"/>
          <p:nvPr/>
        </p:nvSpPr>
        <p:spPr>
          <a:xfrm>
            <a:off x="3701236" y="884162"/>
            <a:ext cx="93968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고객사 관리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DDDECD75-DC75-4348-AD09-669A3B49A8C0}"/>
              </a:ext>
            </a:extLst>
          </p:cNvPr>
          <p:cNvSpPr txBox="1"/>
          <p:nvPr/>
        </p:nvSpPr>
        <p:spPr>
          <a:xfrm>
            <a:off x="4705184" y="884162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보험플랜</a:t>
            </a:r>
          </a:p>
        </p:txBody>
      </p:sp>
      <p:sp>
        <p:nvSpPr>
          <p:cNvPr id="122" name="Oval 35">
            <a:extLst>
              <a:ext uri="{FF2B5EF4-FFF2-40B4-BE49-F238E27FC236}">
                <a16:creationId xmlns:a16="http://schemas.microsoft.com/office/drawing/2014/main" id="{7C8034B2-829C-45D1-8EB3-FF3144023A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101" y="3705632"/>
            <a:ext cx="179388" cy="179387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8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5" name="Oval 35">
            <a:extLst>
              <a:ext uri="{FF2B5EF4-FFF2-40B4-BE49-F238E27FC236}">
                <a16:creationId xmlns:a16="http://schemas.microsoft.com/office/drawing/2014/main" id="{4A5A4066-B64A-4066-8A4A-05D4D0093E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3152" y="3339306"/>
            <a:ext cx="179388" cy="179387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800" b="1" dirty="0">
                <a:solidFill>
                  <a:srgbClr val="FFFFFF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4920578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F887A-BAB4-AE73-C156-62A3B724C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6C713790-DE53-4281-0476-CB87470294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5904089"/>
              </p:ext>
            </p:extLst>
          </p:nvPr>
        </p:nvGraphicFramePr>
        <p:xfrm>
          <a:off x="8629650" y="811446"/>
          <a:ext cx="3184111" cy="18615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8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02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7523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ko-KR" sz="800" b="0" kern="12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Description</a:t>
                      </a:r>
                      <a:endParaRPr lang="ko-KR" altLang="en-US" sz="800" b="0" kern="1200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en-US" altLang="ko-KR" sz="8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3413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청약신청 진행 시 로딩 화면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9071" marR="99071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0085253"/>
                  </a:ext>
                </a:extLst>
              </a:tr>
              <a:tr h="9406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청약신청 시 로딩 팝업</a:t>
                      </a:r>
                      <a:endParaRPr lang="en-US" altLang="ko-KR" sz="8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진행률 노출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(1-1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참고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ㄴ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{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진행완료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NUM} / {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전체 개수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NUM}</a:t>
                      </a: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로딩 시간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로더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노출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(1-2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참고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ㄴ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{</a:t>
                      </a:r>
                      <a:r>
                        <a:rPr lang="en-US" altLang="ko-KR" sz="800" b="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mm:ss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}</a:t>
                      </a: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청약 완료 시 팝업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close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후 청약 결과 페이지로 이동 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(16PAGE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참고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99071" marR="99071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5" name="TextBox 64">
            <a:extLst>
              <a:ext uri="{FF2B5EF4-FFF2-40B4-BE49-F238E27FC236}">
                <a16:creationId xmlns:a16="http://schemas.microsoft.com/office/drawing/2014/main" id="{28EE15C2-726D-1206-37B5-A1B5551B8BB9}"/>
              </a:ext>
            </a:extLst>
          </p:cNvPr>
          <p:cNvSpPr txBox="1"/>
          <p:nvPr/>
        </p:nvSpPr>
        <p:spPr>
          <a:xfrm>
            <a:off x="4312366" y="199627"/>
            <a:ext cx="321589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청약신청 </a:t>
            </a:r>
            <a:r>
              <a:rPr lang="ko-KR" altLang="en-US" sz="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모달</a:t>
            </a:r>
            <a:endParaRPr lang="ko-KR" altLang="en-US" sz="8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CC5D9C1-99DF-3DA3-205C-4EC37F011E43}"/>
              </a:ext>
            </a:extLst>
          </p:cNvPr>
          <p:cNvSpPr txBox="1"/>
          <p:nvPr/>
        </p:nvSpPr>
        <p:spPr>
          <a:xfrm>
            <a:off x="4312366" y="419389"/>
            <a:ext cx="46220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1. 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메인 </a:t>
            </a: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&gt; 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정보입력 </a:t>
            </a: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&gt; 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보험료 조회 </a:t>
            </a: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&gt; 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보험료 조회 결과 확인  </a:t>
            </a: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&gt; 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카드 결제 </a:t>
            </a: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OR </a:t>
            </a:r>
            <a:r>
              <a:rPr lang="ko-KR" altLang="en-US" sz="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후정산</a:t>
            </a:r>
            <a:b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</a:b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2. 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메인 </a:t>
            </a: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&gt; 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정보입력 </a:t>
            </a: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&gt; 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즉시카드결제 </a:t>
            </a: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OR 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즉시 </a:t>
            </a:r>
            <a:r>
              <a:rPr lang="ko-KR" altLang="en-US" sz="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후정산</a:t>
            </a:r>
            <a:endParaRPr lang="en-US" altLang="ko-KR" sz="900" dirty="0">
              <a:latin typeface="+mn-ea"/>
            </a:endParaRPr>
          </a:p>
        </p:txBody>
      </p:sp>
      <p:sp>
        <p:nvSpPr>
          <p:cNvPr id="354" name="TextBox 353">
            <a:extLst>
              <a:ext uri="{FF2B5EF4-FFF2-40B4-BE49-F238E27FC236}">
                <a16:creationId xmlns:a16="http://schemas.microsoft.com/office/drawing/2014/main" id="{5D3F8AB6-1831-B76D-B4B7-FF8771D3C835}"/>
              </a:ext>
            </a:extLst>
          </p:cNvPr>
          <p:cNvSpPr txBox="1"/>
          <p:nvPr/>
        </p:nvSpPr>
        <p:spPr>
          <a:xfrm>
            <a:off x="10848513" y="421528"/>
            <a:ext cx="9765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Page</a:t>
            </a:r>
            <a:endParaRPr lang="ko-KR" altLang="en-US" sz="80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4CBD29E-8571-8A7C-F2EC-405859348E90}"/>
              </a:ext>
            </a:extLst>
          </p:cNvPr>
          <p:cNvSpPr/>
          <p:nvPr/>
        </p:nvSpPr>
        <p:spPr>
          <a:xfrm>
            <a:off x="404237" y="811446"/>
            <a:ext cx="8000854" cy="4446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800" b="1" dirty="0">
              <a:solidFill>
                <a:schemeClr val="bg1">
                  <a:lumMod val="50000"/>
                </a:schemeClr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93BB3D0-508B-AF64-E175-7C5B3193B098}"/>
              </a:ext>
            </a:extLst>
          </p:cNvPr>
          <p:cNvSpPr txBox="1"/>
          <p:nvPr/>
        </p:nvSpPr>
        <p:spPr>
          <a:xfrm>
            <a:off x="499489" y="892976"/>
            <a:ext cx="152327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나눔고딕" pitchFamily="2" charset="-127"/>
                <a:ea typeface="나눔고딕" pitchFamily="2" charset="-127"/>
              </a:rPr>
              <a:t>캐롯손해보험</a:t>
            </a:r>
            <a:r>
              <a:rPr lang="ko-KR" alt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itchFamily="2" charset="-127"/>
                <a:ea typeface="나눔고딕" pitchFamily="2" charset="-127"/>
              </a:rPr>
              <a:t> 관리자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E66C289-79C8-AAF2-C948-7FBAC9E62BEE}"/>
              </a:ext>
            </a:extLst>
          </p:cNvPr>
          <p:cNvSpPr txBox="1"/>
          <p:nvPr/>
        </p:nvSpPr>
        <p:spPr>
          <a:xfrm>
            <a:off x="6865733" y="909155"/>
            <a:ext cx="152327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itchFamily="2" charset="-127"/>
                <a:ea typeface="나눔고딕" pitchFamily="2" charset="-127"/>
              </a:rPr>
              <a:t>{NAME}</a:t>
            </a:r>
            <a:endParaRPr lang="ko-KR" altLang="en-US" sz="1050" b="1" dirty="0">
              <a:solidFill>
                <a:schemeClr val="tx1">
                  <a:lumMod val="65000"/>
                  <a:lumOff val="35000"/>
                </a:schemeClr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00E838E-E647-F2FF-1FE8-1B0B0D7F5610}"/>
              </a:ext>
            </a:extLst>
          </p:cNvPr>
          <p:cNvSpPr txBox="1"/>
          <p:nvPr/>
        </p:nvSpPr>
        <p:spPr>
          <a:xfrm>
            <a:off x="7591343" y="909155"/>
            <a:ext cx="69121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u="sng" dirty="0">
                <a:solidFill>
                  <a:schemeClr val="bg1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로그아웃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BF231A9-EC8E-1711-7FC6-5A8FDBA142E5}"/>
              </a:ext>
            </a:extLst>
          </p:cNvPr>
          <p:cNvSpPr txBox="1"/>
          <p:nvPr/>
        </p:nvSpPr>
        <p:spPr>
          <a:xfrm>
            <a:off x="3669198" y="887886"/>
            <a:ext cx="71686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itchFamily="2" charset="-127"/>
                <a:ea typeface="나눔고딕" pitchFamily="2" charset="-127"/>
              </a:rPr>
              <a:t>계약내역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F438CF2-3EA6-C775-1471-8E7C4E244BCC}"/>
              </a:ext>
            </a:extLst>
          </p:cNvPr>
          <p:cNvSpPr txBox="1"/>
          <p:nvPr/>
        </p:nvSpPr>
        <p:spPr>
          <a:xfrm>
            <a:off x="4691608" y="887886"/>
            <a:ext cx="55816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itchFamily="2" charset="-127"/>
                <a:ea typeface="나눔고딕" pitchFamily="2" charset="-127"/>
              </a:rPr>
              <a:t>HELP </a:t>
            </a:r>
            <a:endParaRPr lang="ko-KR" altLang="en-US" sz="1100" dirty="0">
              <a:solidFill>
                <a:schemeClr val="tx1">
                  <a:lumMod val="65000"/>
                  <a:lumOff val="35000"/>
                </a:schemeClr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8428569-F7A0-DB0D-4797-7517C0721580}"/>
              </a:ext>
            </a:extLst>
          </p:cNvPr>
          <p:cNvSpPr txBox="1"/>
          <p:nvPr/>
        </p:nvSpPr>
        <p:spPr>
          <a:xfrm>
            <a:off x="2406338" y="900444"/>
            <a:ext cx="93006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itchFamily="2" charset="-127"/>
                <a:ea typeface="나눔고딕" pitchFamily="2" charset="-127"/>
              </a:rPr>
              <a:t>청약신청 ▼ </a:t>
            </a:r>
          </a:p>
        </p:txBody>
      </p:sp>
      <p:pic>
        <p:nvPicPr>
          <p:cNvPr id="238" name="그림 237">
            <a:extLst>
              <a:ext uri="{FF2B5EF4-FFF2-40B4-BE49-F238E27FC236}">
                <a16:creationId xmlns:a16="http://schemas.microsoft.com/office/drawing/2014/main" id="{F648D153-5058-7BCA-E3B4-8825BD54D9D0}"/>
              </a:ext>
            </a:extLst>
          </p:cNvPr>
          <p:cNvPicPr>
            <a:picLocks noChangeAspect="1"/>
          </p:cNvPicPr>
          <p:nvPr/>
        </p:nvPicPr>
        <p:blipFill>
          <a:blip r:embed="rId23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5640" y="961202"/>
            <a:ext cx="142662" cy="142662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6B77264C-8A17-AB67-07D3-6FF14FF560CA}"/>
              </a:ext>
            </a:extLst>
          </p:cNvPr>
          <p:cNvSpPr txBox="1"/>
          <p:nvPr/>
        </p:nvSpPr>
        <p:spPr>
          <a:xfrm>
            <a:off x="5456361" y="907186"/>
            <a:ext cx="93968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</a:rPr>
              <a:t>고객사 관리</a:t>
            </a:r>
          </a:p>
        </p:txBody>
      </p:sp>
      <p:sp>
        <p:nvSpPr>
          <p:cNvPr id="148" name="직사각형 147">
            <a:extLst>
              <a:ext uri="{FF2B5EF4-FFF2-40B4-BE49-F238E27FC236}">
                <a16:creationId xmlns:a16="http://schemas.microsoft.com/office/drawing/2014/main" id="{40CFB993-09B2-4CA4-AAF8-F887851B1610}"/>
              </a:ext>
            </a:extLst>
          </p:cNvPr>
          <p:cNvSpPr/>
          <p:nvPr/>
        </p:nvSpPr>
        <p:spPr>
          <a:xfrm>
            <a:off x="4514991" y="1427347"/>
            <a:ext cx="3890100" cy="8216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5" name="사각형: 둥근 모서리 154">
            <a:extLst>
              <a:ext uri="{FF2B5EF4-FFF2-40B4-BE49-F238E27FC236}">
                <a16:creationId xmlns:a16="http://schemas.microsoft.com/office/drawing/2014/main" id="{F0F15F4F-03F8-43EC-A7DB-71615EFBF9E0}"/>
              </a:ext>
            </a:extLst>
          </p:cNvPr>
          <p:cNvSpPr/>
          <p:nvPr/>
        </p:nvSpPr>
        <p:spPr>
          <a:xfrm>
            <a:off x="728644" y="2922755"/>
            <a:ext cx="7582494" cy="821148"/>
          </a:xfrm>
          <a:prstGeom prst="roundRect">
            <a:avLst>
              <a:gd name="adj" fmla="val 4813"/>
            </a:avLst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나눔고딕" pitchFamily="2" charset="-127"/>
              <a:ea typeface="나눔고딕" pitchFamily="2" charset="-127"/>
            </a:endParaRPr>
          </a:p>
        </p:txBody>
      </p:sp>
      <p:graphicFrame>
        <p:nvGraphicFramePr>
          <p:cNvPr id="156" name="표 155">
            <a:extLst>
              <a:ext uri="{FF2B5EF4-FFF2-40B4-BE49-F238E27FC236}">
                <a16:creationId xmlns:a16="http://schemas.microsoft.com/office/drawing/2014/main" id="{0241ADE9-C1D2-4B1D-B31E-383F54D37C20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21013" y="2932032"/>
          <a:ext cx="7956452" cy="12479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566">
                  <a:extLst>
                    <a:ext uri="{9D8B030D-6E8A-4147-A177-3AD203B41FA5}">
                      <a16:colId xmlns:a16="http://schemas.microsoft.com/office/drawing/2014/main" val="1772057800"/>
                    </a:ext>
                  </a:extLst>
                </a:gridCol>
                <a:gridCol w="389566">
                  <a:extLst>
                    <a:ext uri="{9D8B030D-6E8A-4147-A177-3AD203B41FA5}">
                      <a16:colId xmlns:a16="http://schemas.microsoft.com/office/drawing/2014/main" val="1431671760"/>
                    </a:ext>
                  </a:extLst>
                </a:gridCol>
                <a:gridCol w="623749">
                  <a:extLst>
                    <a:ext uri="{9D8B030D-6E8A-4147-A177-3AD203B41FA5}">
                      <a16:colId xmlns:a16="http://schemas.microsoft.com/office/drawing/2014/main" val="4049852890"/>
                    </a:ext>
                  </a:extLst>
                </a:gridCol>
                <a:gridCol w="827868">
                  <a:extLst>
                    <a:ext uri="{9D8B030D-6E8A-4147-A177-3AD203B41FA5}">
                      <a16:colId xmlns:a16="http://schemas.microsoft.com/office/drawing/2014/main" val="1878946727"/>
                    </a:ext>
                  </a:extLst>
                </a:gridCol>
                <a:gridCol w="623749">
                  <a:extLst>
                    <a:ext uri="{9D8B030D-6E8A-4147-A177-3AD203B41FA5}">
                      <a16:colId xmlns:a16="http://schemas.microsoft.com/office/drawing/2014/main" val="1288515220"/>
                    </a:ext>
                  </a:extLst>
                </a:gridCol>
                <a:gridCol w="862678">
                  <a:extLst>
                    <a:ext uri="{9D8B030D-6E8A-4147-A177-3AD203B41FA5}">
                      <a16:colId xmlns:a16="http://schemas.microsoft.com/office/drawing/2014/main" val="352145204"/>
                    </a:ext>
                  </a:extLst>
                </a:gridCol>
                <a:gridCol w="421214">
                  <a:extLst>
                    <a:ext uri="{9D8B030D-6E8A-4147-A177-3AD203B41FA5}">
                      <a16:colId xmlns:a16="http://schemas.microsoft.com/office/drawing/2014/main" val="3551288772"/>
                    </a:ext>
                  </a:extLst>
                </a:gridCol>
                <a:gridCol w="623749">
                  <a:extLst>
                    <a:ext uri="{9D8B030D-6E8A-4147-A177-3AD203B41FA5}">
                      <a16:colId xmlns:a16="http://schemas.microsoft.com/office/drawing/2014/main" val="2306648982"/>
                    </a:ext>
                  </a:extLst>
                </a:gridCol>
                <a:gridCol w="862678">
                  <a:extLst>
                    <a:ext uri="{9D8B030D-6E8A-4147-A177-3AD203B41FA5}">
                      <a16:colId xmlns:a16="http://schemas.microsoft.com/office/drawing/2014/main" val="1109787800"/>
                    </a:ext>
                  </a:extLst>
                </a:gridCol>
                <a:gridCol w="826286">
                  <a:extLst>
                    <a:ext uri="{9D8B030D-6E8A-4147-A177-3AD203B41FA5}">
                      <a16:colId xmlns:a16="http://schemas.microsoft.com/office/drawing/2014/main" val="1422722882"/>
                    </a:ext>
                  </a:extLst>
                </a:gridCol>
                <a:gridCol w="826286">
                  <a:extLst>
                    <a:ext uri="{9D8B030D-6E8A-4147-A177-3AD203B41FA5}">
                      <a16:colId xmlns:a16="http://schemas.microsoft.com/office/drawing/2014/main" val="158344446"/>
                    </a:ext>
                  </a:extLst>
                </a:gridCol>
                <a:gridCol w="679063">
                  <a:extLst>
                    <a:ext uri="{9D8B030D-6E8A-4147-A177-3AD203B41FA5}">
                      <a16:colId xmlns:a16="http://schemas.microsoft.com/office/drawing/2014/main" val="58086774"/>
                    </a:ext>
                  </a:extLst>
                </a:gridCol>
              </a:tblGrid>
              <a:tr h="2241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적용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No.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고객사명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티켓번호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한글성명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영문성명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성별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생년월일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주민등록번호 </a:t>
                      </a:r>
                      <a:br>
                        <a:rPr lang="en-US" altLang="ko-KR" sz="800" b="1" dirty="0">
                          <a:solidFill>
                            <a:schemeClr val="bg1"/>
                          </a:solidFill>
                        </a:rPr>
                      </a:br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뒷자리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보험시작일시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보험종료일시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국적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5921844"/>
                  </a:ext>
                </a:extLst>
              </a:tr>
              <a:tr h="304230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SM C&amp;C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18123455686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홍길동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Hong 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</a:rPr>
                        <a:t>Gildong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남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910125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*******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2025-08-13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2025-08-15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대한민국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20038"/>
                  </a:ext>
                </a:extLst>
              </a:tr>
              <a:tr h="3042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SM C&amp;C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18123455686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홍길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Hong Gil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여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920125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*******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대한민국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8144735"/>
                  </a:ext>
                </a:extLst>
              </a:tr>
              <a:tr h="3042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SM C&amp;C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12321321312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홍민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Hong Min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여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920121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대한민국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705401"/>
                  </a:ext>
                </a:extLst>
              </a:tr>
            </a:tbl>
          </a:graphicData>
        </a:graphic>
      </p:graphicFrame>
      <p:sp>
        <p:nvSpPr>
          <p:cNvPr id="173" name="Track">
            <a:extLst>
              <a:ext uri="{FF2B5EF4-FFF2-40B4-BE49-F238E27FC236}">
                <a16:creationId xmlns:a16="http://schemas.microsoft.com/office/drawing/2014/main" id="{502152D2-F467-4E07-A23A-50F746990525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 rot="10800000">
            <a:off x="430280" y="4241854"/>
            <a:ext cx="7956453" cy="118619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4" name="Scroll Thumb">
            <a:extLst>
              <a:ext uri="{FF2B5EF4-FFF2-40B4-BE49-F238E27FC236}">
                <a16:creationId xmlns:a16="http://schemas.microsoft.com/office/drawing/2014/main" id="{180D6642-DEDB-4666-9E98-C8FDB10D23D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 rot="10800000">
            <a:off x="643269" y="4279872"/>
            <a:ext cx="5882364" cy="61243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6" name="Chevron">
            <a:extLst>
              <a:ext uri="{FF2B5EF4-FFF2-40B4-BE49-F238E27FC236}">
                <a16:creationId xmlns:a16="http://schemas.microsoft.com/office/drawing/2014/main" id="{D5351397-14A4-4BDE-B65A-4456832DB24B}"/>
              </a:ext>
            </a:extLst>
          </p:cNvPr>
          <p:cNvSpPr>
            <a:spLocks noChangeAspect="1"/>
          </p:cNvSpPr>
          <p:nvPr>
            <p:custDataLst>
              <p:tags r:id="rId3"/>
            </p:custDataLst>
          </p:nvPr>
        </p:nvSpPr>
        <p:spPr bwMode="auto">
          <a:xfrm rot="16200000" flipH="1">
            <a:off x="8161573" y="4298639"/>
            <a:ext cx="88545" cy="53979"/>
          </a:xfrm>
          <a:custGeom>
            <a:avLst/>
            <a:gdLst>
              <a:gd name="T0" fmla="*/ 0 w 197"/>
              <a:gd name="T1" fmla="*/ 0 h 115"/>
              <a:gd name="T2" fmla="*/ 99 w 197"/>
              <a:gd name="T3" fmla="*/ 115 h 115"/>
              <a:gd name="T4" fmla="*/ 197 w 197"/>
              <a:gd name="T5" fmla="*/ 0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7" h="115">
                <a:moveTo>
                  <a:pt x="0" y="0"/>
                </a:moveTo>
                <a:lnTo>
                  <a:pt x="99" y="115"/>
                </a:lnTo>
                <a:lnTo>
                  <a:pt x="197" y="0"/>
                </a:lnTo>
              </a:path>
            </a:pathLst>
          </a:custGeom>
          <a:noFill/>
          <a:ln w="6350" cap="sq">
            <a:solidFill>
              <a:srgbClr val="80808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7" name="Text Box">
            <a:extLst>
              <a:ext uri="{FF2B5EF4-FFF2-40B4-BE49-F238E27FC236}">
                <a16:creationId xmlns:a16="http://schemas.microsoft.com/office/drawing/2014/main" id="{A10A4AE9-6AE7-4553-AFB2-D66006673EF1}"/>
              </a:ext>
            </a:extLst>
          </p:cNvPr>
          <p:cNvSpPr/>
          <p:nvPr/>
        </p:nvSpPr>
        <p:spPr>
          <a:xfrm>
            <a:off x="4558011" y="1907870"/>
            <a:ext cx="3195405" cy="225703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22860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atinLnBrk="0"/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OOOO.xls</a:t>
            </a:r>
          </a:p>
        </p:txBody>
      </p:sp>
      <p:sp>
        <p:nvSpPr>
          <p:cNvPr id="178" name="Button">
            <a:extLst>
              <a:ext uri="{FF2B5EF4-FFF2-40B4-BE49-F238E27FC236}">
                <a16:creationId xmlns:a16="http://schemas.microsoft.com/office/drawing/2014/main" id="{E112525F-02D4-4097-A82A-9041FE2F6329}"/>
              </a:ext>
            </a:extLst>
          </p:cNvPr>
          <p:cNvSpPr>
            <a:spLocks/>
          </p:cNvSpPr>
          <p:nvPr/>
        </p:nvSpPr>
        <p:spPr bwMode="auto">
          <a:xfrm>
            <a:off x="7796434" y="1925402"/>
            <a:ext cx="497821" cy="209729"/>
          </a:xfrm>
          <a:prstGeom prst="roundRect">
            <a:avLst>
              <a:gd name="adj" fmla="val 8776"/>
            </a:avLst>
          </a:prstGeom>
          <a:solidFill>
            <a:schemeClr val="tx1">
              <a:lumMod val="65000"/>
              <a:lumOff val="35000"/>
            </a:schemeClr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700" dirty="0">
                <a:solidFill>
                  <a:prstClr val="white"/>
                </a:solidFill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업로드</a:t>
            </a:r>
            <a:endParaRPr lang="en-US" sz="700" dirty="0">
              <a:solidFill>
                <a:prstClr val="white"/>
              </a:solidFill>
              <a:latin typeface="나눔고딕" pitchFamily="2" charset="-127"/>
              <a:ea typeface="나눔고딕" pitchFamily="2" charset="-127"/>
              <a:cs typeface="Segoe UI" panose="020B0502040204020203" pitchFamily="34" charset="0"/>
            </a:endParaRPr>
          </a:p>
        </p:txBody>
      </p:sp>
      <p:sp>
        <p:nvSpPr>
          <p:cNvPr id="179" name="직사각형 178">
            <a:extLst>
              <a:ext uri="{FF2B5EF4-FFF2-40B4-BE49-F238E27FC236}">
                <a16:creationId xmlns:a16="http://schemas.microsoft.com/office/drawing/2014/main" id="{12EE1546-92B3-4A35-9EC4-BAC23C3B4369}"/>
              </a:ext>
            </a:extLst>
          </p:cNvPr>
          <p:cNvSpPr/>
          <p:nvPr/>
        </p:nvSpPr>
        <p:spPr>
          <a:xfrm>
            <a:off x="4504614" y="1517088"/>
            <a:ext cx="247137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나눔고딕" pitchFamily="2" charset="-127"/>
                <a:ea typeface="나눔고딕" pitchFamily="2" charset="-127"/>
              </a:rPr>
              <a:t>엑셀 업로드</a:t>
            </a:r>
          </a:p>
        </p:txBody>
      </p:sp>
      <p:sp>
        <p:nvSpPr>
          <p:cNvPr id="180" name="Button">
            <a:extLst>
              <a:ext uri="{FF2B5EF4-FFF2-40B4-BE49-F238E27FC236}">
                <a16:creationId xmlns:a16="http://schemas.microsoft.com/office/drawing/2014/main" id="{B3C1599F-1FAF-413A-980D-6E0D9C2C2F7A}"/>
              </a:ext>
            </a:extLst>
          </p:cNvPr>
          <p:cNvSpPr>
            <a:spLocks/>
          </p:cNvSpPr>
          <p:nvPr/>
        </p:nvSpPr>
        <p:spPr bwMode="auto">
          <a:xfrm>
            <a:off x="7486487" y="1605190"/>
            <a:ext cx="807768" cy="209729"/>
          </a:xfrm>
          <a:prstGeom prst="roundRect">
            <a:avLst>
              <a:gd name="adj" fmla="val 8776"/>
            </a:avLst>
          </a:prstGeom>
          <a:solidFill>
            <a:schemeClr val="tx1">
              <a:lumMod val="65000"/>
              <a:lumOff val="35000"/>
            </a:schemeClr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700">
                <a:solidFill>
                  <a:prstClr val="white"/>
                </a:solidFill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양식 다운로드</a:t>
            </a:r>
            <a:endParaRPr lang="en-US" sz="700" dirty="0">
              <a:solidFill>
                <a:prstClr val="white"/>
              </a:solidFill>
              <a:latin typeface="나눔고딕" pitchFamily="2" charset="-127"/>
              <a:ea typeface="나눔고딕" pitchFamily="2" charset="-127"/>
              <a:cs typeface="Segoe UI" panose="020B0502040204020203" pitchFamily="34" charset="0"/>
            </a:endParaRPr>
          </a:p>
        </p:txBody>
      </p:sp>
      <p:sp>
        <p:nvSpPr>
          <p:cNvPr id="181" name="Box" descr="&lt;SmartSettings&gt;&lt;SmartResize anchorLeft=&quot;Absolute&quot; anchorTop=&quot;None&quot; anchorRight=&quot;None&quot; anchorBottom=&quot;None&quot; /&gt;&lt;/SmartSettings&gt;">
            <a:extLst>
              <a:ext uri="{FF2B5EF4-FFF2-40B4-BE49-F238E27FC236}">
                <a16:creationId xmlns:a16="http://schemas.microsoft.com/office/drawing/2014/main" id="{81984A40-AACF-4FB6-A9D7-9FB531810E2D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54933" y="3335145"/>
            <a:ext cx="131556" cy="131556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800" dirty="0">
              <a:solidFill>
                <a:srgbClr val="5F5F5F"/>
              </a:solidFill>
              <a:latin typeface="+mn-ea"/>
              <a:cs typeface="Segoe UI" panose="020B0502040204020203" pitchFamily="34" charset="0"/>
            </a:endParaRPr>
          </a:p>
        </p:txBody>
      </p:sp>
      <p:grpSp>
        <p:nvGrpSpPr>
          <p:cNvPr id="182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4B5305CF-625F-4896-BDF5-D98AE42DDB41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554933" y="3631548"/>
            <a:ext cx="131556" cy="131556"/>
            <a:chOff x="554563" y="2632644"/>
            <a:chExt cx="131556" cy="131556"/>
          </a:xfrm>
        </p:grpSpPr>
        <p:sp>
          <p:nvSpPr>
            <p:cNvPr id="195" name="Box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65532BFD-E0BE-4222-AC4B-A68A007406C2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197" name="Check" descr="&lt;SmartSettings&gt;&lt;SmartResize anchorLeft=&quot;Absolute&quot; anchorTop=&quot;None&quot; anchorRight=&quot;None&quot; anchorBottom=&quot;None&quot; /&gt;&lt;/SmartSettings&gt;" hidden="1">
              <a:extLst>
                <a:ext uri="{FF2B5EF4-FFF2-40B4-BE49-F238E27FC236}">
                  <a16:creationId xmlns:a16="http://schemas.microsoft.com/office/drawing/2014/main" id="{C64DC38A-923A-476D-8F05-ED9482DA4676}"/>
                </a:ext>
              </a:extLst>
            </p:cNvPr>
            <p:cNvSpPr>
              <a:spLocks noEditPoints="1"/>
            </p:cNvSpPr>
            <p:nvPr>
              <p:custDataLst>
                <p:tags r:id="rId21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198" name="Accept">
            <a:extLst>
              <a:ext uri="{FF2B5EF4-FFF2-40B4-BE49-F238E27FC236}">
                <a16:creationId xmlns:a16="http://schemas.microsoft.com/office/drawing/2014/main" id="{1D62C385-CDCB-4AF0-B55E-574B03502D47}"/>
              </a:ext>
            </a:extLst>
          </p:cNvPr>
          <p:cNvSpPr>
            <a:spLocks noChangeAspect="1"/>
          </p:cNvSpPr>
          <p:nvPr/>
        </p:nvSpPr>
        <p:spPr bwMode="auto">
          <a:xfrm>
            <a:off x="610763" y="3381766"/>
            <a:ext cx="58826" cy="52208"/>
          </a:xfrm>
          <a:custGeom>
            <a:avLst/>
            <a:gdLst>
              <a:gd name="T0" fmla="*/ 504 w 525"/>
              <a:gd name="T1" fmla="*/ 3 h 467"/>
              <a:gd name="T2" fmla="*/ 495 w 525"/>
              <a:gd name="T3" fmla="*/ 9 h 467"/>
              <a:gd name="T4" fmla="*/ 223 w 525"/>
              <a:gd name="T5" fmla="*/ 431 h 467"/>
              <a:gd name="T6" fmla="*/ 35 w 525"/>
              <a:gd name="T7" fmla="*/ 262 h 467"/>
              <a:gd name="T8" fmla="*/ 18 w 525"/>
              <a:gd name="T9" fmla="*/ 282 h 467"/>
              <a:gd name="T10" fmla="*/ 217 w 525"/>
              <a:gd name="T11" fmla="*/ 462 h 467"/>
              <a:gd name="T12" fmla="*/ 237 w 525"/>
              <a:gd name="T13" fmla="*/ 459 h 467"/>
              <a:gd name="T14" fmla="*/ 518 w 525"/>
              <a:gd name="T15" fmla="*/ 23 h 467"/>
              <a:gd name="T16" fmla="*/ 504 w 525"/>
              <a:gd name="T17" fmla="*/ 3 h 4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25" h="467">
                <a:moveTo>
                  <a:pt x="504" y="3"/>
                </a:moveTo>
                <a:cubicBezTo>
                  <a:pt x="500" y="3"/>
                  <a:pt x="497" y="6"/>
                  <a:pt x="495" y="9"/>
                </a:cubicBezTo>
                <a:lnTo>
                  <a:pt x="223" y="431"/>
                </a:lnTo>
                <a:lnTo>
                  <a:pt x="35" y="262"/>
                </a:lnTo>
                <a:cubicBezTo>
                  <a:pt x="22" y="245"/>
                  <a:pt x="0" y="271"/>
                  <a:pt x="18" y="282"/>
                </a:cubicBezTo>
                <a:lnTo>
                  <a:pt x="217" y="462"/>
                </a:lnTo>
                <a:cubicBezTo>
                  <a:pt x="223" y="467"/>
                  <a:pt x="232" y="466"/>
                  <a:pt x="237" y="459"/>
                </a:cubicBezTo>
                <a:lnTo>
                  <a:pt x="518" y="23"/>
                </a:lnTo>
                <a:cubicBezTo>
                  <a:pt x="525" y="13"/>
                  <a:pt x="515" y="0"/>
                  <a:pt x="504" y="3"/>
                </a:cubicBezTo>
                <a:close/>
              </a:path>
            </a:pathLst>
          </a:cu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b="1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9" name="Accept">
            <a:extLst>
              <a:ext uri="{FF2B5EF4-FFF2-40B4-BE49-F238E27FC236}">
                <a16:creationId xmlns:a16="http://schemas.microsoft.com/office/drawing/2014/main" id="{D59AAE6C-27B6-4F5A-A314-9684A6A9B489}"/>
              </a:ext>
            </a:extLst>
          </p:cNvPr>
          <p:cNvSpPr>
            <a:spLocks noChangeAspect="1"/>
          </p:cNvSpPr>
          <p:nvPr/>
        </p:nvSpPr>
        <p:spPr bwMode="auto">
          <a:xfrm>
            <a:off x="610763" y="3667920"/>
            <a:ext cx="58826" cy="52208"/>
          </a:xfrm>
          <a:custGeom>
            <a:avLst/>
            <a:gdLst>
              <a:gd name="T0" fmla="*/ 504 w 525"/>
              <a:gd name="T1" fmla="*/ 3 h 467"/>
              <a:gd name="T2" fmla="*/ 495 w 525"/>
              <a:gd name="T3" fmla="*/ 9 h 467"/>
              <a:gd name="T4" fmla="*/ 223 w 525"/>
              <a:gd name="T5" fmla="*/ 431 h 467"/>
              <a:gd name="T6" fmla="*/ 35 w 525"/>
              <a:gd name="T7" fmla="*/ 262 h 467"/>
              <a:gd name="T8" fmla="*/ 18 w 525"/>
              <a:gd name="T9" fmla="*/ 282 h 467"/>
              <a:gd name="T10" fmla="*/ 217 w 525"/>
              <a:gd name="T11" fmla="*/ 462 h 467"/>
              <a:gd name="T12" fmla="*/ 237 w 525"/>
              <a:gd name="T13" fmla="*/ 459 h 467"/>
              <a:gd name="T14" fmla="*/ 518 w 525"/>
              <a:gd name="T15" fmla="*/ 23 h 467"/>
              <a:gd name="T16" fmla="*/ 504 w 525"/>
              <a:gd name="T17" fmla="*/ 3 h 4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25" h="467">
                <a:moveTo>
                  <a:pt x="504" y="3"/>
                </a:moveTo>
                <a:cubicBezTo>
                  <a:pt x="500" y="3"/>
                  <a:pt x="497" y="6"/>
                  <a:pt x="495" y="9"/>
                </a:cubicBezTo>
                <a:lnTo>
                  <a:pt x="223" y="431"/>
                </a:lnTo>
                <a:lnTo>
                  <a:pt x="35" y="262"/>
                </a:lnTo>
                <a:cubicBezTo>
                  <a:pt x="22" y="245"/>
                  <a:pt x="0" y="271"/>
                  <a:pt x="18" y="282"/>
                </a:cubicBezTo>
                <a:lnTo>
                  <a:pt x="217" y="462"/>
                </a:lnTo>
                <a:cubicBezTo>
                  <a:pt x="223" y="467"/>
                  <a:pt x="232" y="466"/>
                  <a:pt x="237" y="459"/>
                </a:cubicBezTo>
                <a:lnTo>
                  <a:pt x="518" y="23"/>
                </a:lnTo>
                <a:cubicBezTo>
                  <a:pt x="525" y="13"/>
                  <a:pt x="515" y="0"/>
                  <a:pt x="504" y="3"/>
                </a:cubicBezTo>
                <a:close/>
              </a:path>
            </a:pathLst>
          </a:cu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b="1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200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1EDF5A3B-D606-4665-ADCE-F33B906937CB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553314" y="3927952"/>
            <a:ext cx="131556" cy="131556"/>
            <a:chOff x="554563" y="2632644"/>
            <a:chExt cx="131556" cy="131556"/>
          </a:xfrm>
        </p:grpSpPr>
        <p:sp>
          <p:nvSpPr>
            <p:cNvPr id="201" name="Box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DF0F2A6F-3530-4CC5-8B10-4CF3E585A608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202" name="Check" descr="&lt;SmartSettings&gt;&lt;SmartResize anchorLeft=&quot;Absolute&quot; anchorTop=&quot;None&quot; anchorRight=&quot;None&quot; anchorBottom=&quot;None&quot; /&gt;&lt;/SmartSettings&gt;" hidden="1">
              <a:extLst>
                <a:ext uri="{FF2B5EF4-FFF2-40B4-BE49-F238E27FC236}">
                  <a16:creationId xmlns:a16="http://schemas.microsoft.com/office/drawing/2014/main" id="{AE28ED38-021D-404E-9352-26DCD601BD90}"/>
                </a:ext>
              </a:extLst>
            </p:cNvPr>
            <p:cNvSpPr>
              <a:spLocks noEditPoints="1"/>
            </p:cNvSpPr>
            <p:nvPr>
              <p:custDataLst>
                <p:tags r:id="rId19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203" name="직사각형 202">
            <a:extLst>
              <a:ext uri="{FF2B5EF4-FFF2-40B4-BE49-F238E27FC236}">
                <a16:creationId xmlns:a16="http://schemas.microsoft.com/office/drawing/2014/main" id="{3F3478F3-84B3-4FC5-9654-E73870497F4B}"/>
              </a:ext>
            </a:extLst>
          </p:cNvPr>
          <p:cNvSpPr/>
          <p:nvPr/>
        </p:nvSpPr>
        <p:spPr>
          <a:xfrm>
            <a:off x="391712" y="2183394"/>
            <a:ext cx="4129796" cy="814655"/>
          </a:xfrm>
          <a:prstGeom prst="rect">
            <a:avLst/>
          </a:prstGeom>
          <a:solidFill>
            <a:schemeClr val="bg1">
              <a:lumMod val="6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6" name="Button">
            <a:extLst>
              <a:ext uri="{FF2B5EF4-FFF2-40B4-BE49-F238E27FC236}">
                <a16:creationId xmlns:a16="http://schemas.microsoft.com/office/drawing/2014/main" id="{01246B91-9952-4FEB-B4A6-7A26C7C531BB}"/>
              </a:ext>
            </a:extLst>
          </p:cNvPr>
          <p:cNvSpPr>
            <a:spLocks/>
          </p:cNvSpPr>
          <p:nvPr/>
        </p:nvSpPr>
        <p:spPr bwMode="auto">
          <a:xfrm>
            <a:off x="7535968" y="2441133"/>
            <a:ext cx="807768" cy="209729"/>
          </a:xfrm>
          <a:prstGeom prst="roundRect">
            <a:avLst>
              <a:gd name="adj" fmla="val 8776"/>
            </a:avLst>
          </a:prstGeom>
          <a:solidFill>
            <a:schemeClr val="tx1">
              <a:lumMod val="65000"/>
              <a:lumOff val="35000"/>
            </a:schemeClr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700">
                <a:solidFill>
                  <a:prstClr val="white"/>
                </a:solidFill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초기화</a:t>
            </a:r>
            <a:endParaRPr lang="en-US" sz="700" dirty="0">
              <a:solidFill>
                <a:prstClr val="white"/>
              </a:solidFill>
              <a:latin typeface="나눔고딕" pitchFamily="2" charset="-127"/>
              <a:ea typeface="나눔고딕" pitchFamily="2" charset="-127"/>
              <a:cs typeface="Segoe UI" panose="020B0502040204020203" pitchFamily="34" charset="0"/>
            </a:endParaRP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D54AFCFD-209F-4317-B8C8-66BF7CE26C0C}"/>
              </a:ext>
            </a:extLst>
          </p:cNvPr>
          <p:cNvSpPr/>
          <p:nvPr/>
        </p:nvSpPr>
        <p:spPr>
          <a:xfrm>
            <a:off x="415781" y="1424729"/>
            <a:ext cx="4120720" cy="8121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6" name="Button">
            <a:extLst>
              <a:ext uri="{FF2B5EF4-FFF2-40B4-BE49-F238E27FC236}">
                <a16:creationId xmlns:a16="http://schemas.microsoft.com/office/drawing/2014/main" id="{BEF7D290-9552-472F-8341-4E7423FBA15A}"/>
              </a:ext>
            </a:extLst>
          </p:cNvPr>
          <p:cNvSpPr>
            <a:spLocks/>
          </p:cNvSpPr>
          <p:nvPr/>
        </p:nvSpPr>
        <p:spPr bwMode="auto">
          <a:xfrm>
            <a:off x="673980" y="1796184"/>
            <a:ext cx="3691317" cy="209729"/>
          </a:xfrm>
          <a:prstGeom prst="roundRect">
            <a:avLst>
              <a:gd name="adj" fmla="val 8776"/>
            </a:avLst>
          </a:prstGeom>
          <a:solidFill>
            <a:schemeClr val="tx1">
              <a:lumMod val="65000"/>
              <a:lumOff val="35000"/>
            </a:schemeClr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dirty="0">
                <a:solidFill>
                  <a:prstClr val="white"/>
                </a:solidFill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ERP</a:t>
            </a:r>
            <a:r>
              <a:rPr lang="ko-KR" altLang="en-US" sz="700" dirty="0">
                <a:solidFill>
                  <a:prstClr val="white"/>
                </a:solidFill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에서 데이터 호출</a:t>
            </a:r>
            <a:endParaRPr lang="en-US" sz="700" dirty="0">
              <a:solidFill>
                <a:prstClr val="white"/>
              </a:solidFill>
              <a:latin typeface="나눔고딕" pitchFamily="2" charset="-127"/>
              <a:ea typeface="나눔고딕" pitchFamily="2" charset="-127"/>
              <a:cs typeface="Segoe UI" panose="020B0502040204020203" pitchFamily="34" charset="0"/>
            </a:endParaRPr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04C83916-9ACD-4B99-AB50-70998402A4A0}"/>
              </a:ext>
            </a:extLst>
          </p:cNvPr>
          <p:cNvSpPr/>
          <p:nvPr/>
        </p:nvSpPr>
        <p:spPr>
          <a:xfrm>
            <a:off x="540573" y="1460417"/>
            <a:ext cx="247137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b="1" dirty="0">
                <a:latin typeface="나눔고딕" pitchFamily="2" charset="-127"/>
                <a:ea typeface="나눔고딕" pitchFamily="2" charset="-127"/>
              </a:rPr>
              <a:t>ERP</a:t>
            </a:r>
            <a:r>
              <a:rPr lang="ko-KR" altLang="en-US" sz="1400" b="1" dirty="0">
                <a:latin typeface="나눔고딕" pitchFamily="2" charset="-127"/>
                <a:ea typeface="나눔고딕" pitchFamily="2" charset="-127"/>
              </a:rPr>
              <a:t>연동</a:t>
            </a:r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D959B9CB-D179-4B46-8996-EC87F2FBFFE0}"/>
              </a:ext>
            </a:extLst>
          </p:cNvPr>
          <p:cNvSpPr/>
          <p:nvPr/>
        </p:nvSpPr>
        <p:spPr>
          <a:xfrm>
            <a:off x="662285" y="2023955"/>
            <a:ext cx="325441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atinLnBrk="0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ERP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조회를 통해 데이터를 호출 및 아래 청약 신청 테이블에 적용합니다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.</a:t>
            </a:r>
          </a:p>
        </p:txBody>
      </p:sp>
      <p:sp>
        <p:nvSpPr>
          <p:cNvPr id="327" name="사각형: 둥근 모서리 326">
            <a:extLst>
              <a:ext uri="{FF2B5EF4-FFF2-40B4-BE49-F238E27FC236}">
                <a16:creationId xmlns:a16="http://schemas.microsoft.com/office/drawing/2014/main" id="{F9AD92F7-35F9-483D-AE86-3AB8F1251ECE}"/>
              </a:ext>
            </a:extLst>
          </p:cNvPr>
          <p:cNvSpPr/>
          <p:nvPr/>
        </p:nvSpPr>
        <p:spPr>
          <a:xfrm>
            <a:off x="6661712" y="6671470"/>
            <a:ext cx="1729620" cy="23774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 err="1">
                <a:latin typeface="나눔고딕" pitchFamily="2" charset="-127"/>
                <a:ea typeface="나눔고딕" pitchFamily="2" charset="-127"/>
              </a:rPr>
              <a:t>후정산</a:t>
            </a:r>
            <a:endParaRPr lang="ko-KR" altLang="en-US" sz="800" b="1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328" name="직사각형 327">
            <a:extLst>
              <a:ext uri="{FF2B5EF4-FFF2-40B4-BE49-F238E27FC236}">
                <a16:creationId xmlns:a16="http://schemas.microsoft.com/office/drawing/2014/main" id="{D4A3C3B2-304A-48C7-9C02-3D9191346A2E}"/>
              </a:ext>
            </a:extLst>
          </p:cNvPr>
          <p:cNvSpPr/>
          <p:nvPr/>
        </p:nvSpPr>
        <p:spPr>
          <a:xfrm>
            <a:off x="430279" y="4770394"/>
            <a:ext cx="8009071" cy="180775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9" name="직사각형 328">
            <a:extLst>
              <a:ext uri="{FF2B5EF4-FFF2-40B4-BE49-F238E27FC236}">
                <a16:creationId xmlns:a16="http://schemas.microsoft.com/office/drawing/2014/main" id="{4433CFDE-0A67-405D-B3AA-12ADF554485A}"/>
              </a:ext>
            </a:extLst>
          </p:cNvPr>
          <p:cNvSpPr/>
          <p:nvPr/>
        </p:nvSpPr>
        <p:spPr>
          <a:xfrm>
            <a:off x="430279" y="4770570"/>
            <a:ext cx="8009072" cy="4180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0" name="직사각형 329">
            <a:extLst>
              <a:ext uri="{FF2B5EF4-FFF2-40B4-BE49-F238E27FC236}">
                <a16:creationId xmlns:a16="http://schemas.microsoft.com/office/drawing/2014/main" id="{43C90792-4C76-4EE9-8359-3FBF35EE69D3}"/>
              </a:ext>
            </a:extLst>
          </p:cNvPr>
          <p:cNvSpPr/>
          <p:nvPr/>
        </p:nvSpPr>
        <p:spPr>
          <a:xfrm>
            <a:off x="430279" y="4811447"/>
            <a:ext cx="247137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나눔고딕" pitchFamily="2" charset="-127"/>
                <a:ea typeface="나눔고딕" pitchFamily="2" charset="-127"/>
              </a:rPr>
              <a:t>보험료 선택</a:t>
            </a:r>
          </a:p>
        </p:txBody>
      </p:sp>
      <p:sp>
        <p:nvSpPr>
          <p:cNvPr id="331" name="사각형: 둥근 모서리 330">
            <a:extLst>
              <a:ext uri="{FF2B5EF4-FFF2-40B4-BE49-F238E27FC236}">
                <a16:creationId xmlns:a16="http://schemas.microsoft.com/office/drawing/2014/main" id="{3CB89333-2BBF-45A1-BD89-B7B341FC074A}"/>
              </a:ext>
            </a:extLst>
          </p:cNvPr>
          <p:cNvSpPr/>
          <p:nvPr/>
        </p:nvSpPr>
        <p:spPr>
          <a:xfrm>
            <a:off x="556850" y="5255912"/>
            <a:ext cx="1534826" cy="1243692"/>
          </a:xfrm>
          <a:prstGeom prst="roundRect">
            <a:avLst>
              <a:gd name="adj" fmla="val 445"/>
            </a:avLst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332" name="Text Box">
            <a:extLst>
              <a:ext uri="{FF2B5EF4-FFF2-40B4-BE49-F238E27FC236}">
                <a16:creationId xmlns:a16="http://schemas.microsoft.com/office/drawing/2014/main" id="{24A75CE4-89BB-49C4-848C-4F64B5D06358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599986" y="5633886"/>
            <a:ext cx="1449423" cy="225703"/>
          </a:xfrm>
          <a:prstGeom prst="rect">
            <a:avLst/>
          </a:prstGeom>
          <a:solidFill>
            <a:schemeClr val="accent1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256032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A-2</a:t>
            </a:r>
          </a:p>
        </p:txBody>
      </p:sp>
      <p:sp>
        <p:nvSpPr>
          <p:cNvPr id="333" name="Text Box">
            <a:extLst>
              <a:ext uri="{FF2B5EF4-FFF2-40B4-BE49-F238E27FC236}">
                <a16:creationId xmlns:a16="http://schemas.microsoft.com/office/drawing/2014/main" id="{17EB2C43-664A-4A8F-8E4C-96AE26CA91F9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599985" y="5912668"/>
            <a:ext cx="1449423" cy="225703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256032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A1-2</a:t>
            </a:r>
          </a:p>
        </p:txBody>
      </p:sp>
      <p:sp>
        <p:nvSpPr>
          <p:cNvPr id="334" name="Text Box">
            <a:extLst>
              <a:ext uri="{FF2B5EF4-FFF2-40B4-BE49-F238E27FC236}">
                <a16:creationId xmlns:a16="http://schemas.microsoft.com/office/drawing/2014/main" id="{1A51DACB-6B1D-4CCC-807A-AA658C778F24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599986" y="6183686"/>
            <a:ext cx="1449423" cy="225703"/>
          </a:xfrm>
          <a:prstGeom prst="rect">
            <a:avLst/>
          </a:prstGeom>
          <a:solidFill>
            <a:schemeClr val="bg1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256032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A0-3</a:t>
            </a:r>
          </a:p>
        </p:txBody>
      </p:sp>
      <p:sp>
        <p:nvSpPr>
          <p:cNvPr id="335" name="직사각형 334">
            <a:extLst>
              <a:ext uri="{FF2B5EF4-FFF2-40B4-BE49-F238E27FC236}">
                <a16:creationId xmlns:a16="http://schemas.microsoft.com/office/drawing/2014/main" id="{1CD5B8EE-CE98-4B45-8977-6F5707E78D11}"/>
              </a:ext>
            </a:extLst>
          </p:cNvPr>
          <p:cNvSpPr/>
          <p:nvPr/>
        </p:nvSpPr>
        <p:spPr>
          <a:xfrm>
            <a:off x="554502" y="5247775"/>
            <a:ext cx="1397414" cy="255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latin typeface="나눔고딕" pitchFamily="2" charset="-127"/>
                <a:ea typeface="나눔고딕" pitchFamily="2" charset="-127"/>
              </a:rPr>
              <a:t>홍민 </a:t>
            </a:r>
            <a:r>
              <a:rPr lang="en-US" altLang="ko-KR" sz="800" b="1" dirty="0">
                <a:latin typeface="나눔고딕" pitchFamily="2" charset="-127"/>
                <a:ea typeface="나눔고딕" pitchFamily="2" charset="-127"/>
              </a:rPr>
              <a:t>: 910125-111111</a:t>
            </a:r>
            <a:endParaRPr lang="ko-KR" altLang="en-US" sz="11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336" name="사각형: 둥근 모서리 335">
            <a:extLst>
              <a:ext uri="{FF2B5EF4-FFF2-40B4-BE49-F238E27FC236}">
                <a16:creationId xmlns:a16="http://schemas.microsoft.com/office/drawing/2014/main" id="{B65B98AC-2802-4259-B867-B0B872253B84}"/>
              </a:ext>
            </a:extLst>
          </p:cNvPr>
          <p:cNvSpPr/>
          <p:nvPr/>
        </p:nvSpPr>
        <p:spPr>
          <a:xfrm>
            <a:off x="2287748" y="5257929"/>
            <a:ext cx="1534826" cy="1243692"/>
          </a:xfrm>
          <a:prstGeom prst="roundRect">
            <a:avLst>
              <a:gd name="adj" fmla="val 445"/>
            </a:avLst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337" name="Text Box">
            <a:extLst>
              <a:ext uri="{FF2B5EF4-FFF2-40B4-BE49-F238E27FC236}">
                <a16:creationId xmlns:a16="http://schemas.microsoft.com/office/drawing/2014/main" id="{AA6001E1-9A2F-4C34-8041-B1F2A28836AE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2331425" y="5644425"/>
            <a:ext cx="1449423" cy="225703"/>
          </a:xfrm>
          <a:prstGeom prst="rect">
            <a:avLst/>
          </a:prstGeom>
          <a:solidFill>
            <a:schemeClr val="accent1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256032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A-2</a:t>
            </a:r>
          </a:p>
        </p:txBody>
      </p:sp>
      <p:sp>
        <p:nvSpPr>
          <p:cNvPr id="338" name="Text Box">
            <a:extLst>
              <a:ext uri="{FF2B5EF4-FFF2-40B4-BE49-F238E27FC236}">
                <a16:creationId xmlns:a16="http://schemas.microsoft.com/office/drawing/2014/main" id="{1E723855-A998-4ECE-8163-7DA5D7F77742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2331424" y="5923207"/>
            <a:ext cx="1449423" cy="225703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256032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A1-2</a:t>
            </a:r>
          </a:p>
        </p:txBody>
      </p:sp>
      <p:sp>
        <p:nvSpPr>
          <p:cNvPr id="339" name="Text Box">
            <a:extLst>
              <a:ext uri="{FF2B5EF4-FFF2-40B4-BE49-F238E27FC236}">
                <a16:creationId xmlns:a16="http://schemas.microsoft.com/office/drawing/2014/main" id="{C31F6691-0C80-4836-A690-B431279D69C9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2331425" y="6194225"/>
            <a:ext cx="1449423" cy="225703"/>
          </a:xfrm>
          <a:prstGeom prst="rect">
            <a:avLst/>
          </a:prstGeom>
          <a:solidFill>
            <a:schemeClr val="bg1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256032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A0-3</a:t>
            </a:r>
          </a:p>
        </p:txBody>
      </p:sp>
      <p:sp>
        <p:nvSpPr>
          <p:cNvPr id="340" name="직사각형 339">
            <a:extLst>
              <a:ext uri="{FF2B5EF4-FFF2-40B4-BE49-F238E27FC236}">
                <a16:creationId xmlns:a16="http://schemas.microsoft.com/office/drawing/2014/main" id="{AC42C7F5-E012-4667-B7AE-13BAC079D7AF}"/>
              </a:ext>
            </a:extLst>
          </p:cNvPr>
          <p:cNvSpPr/>
          <p:nvPr/>
        </p:nvSpPr>
        <p:spPr>
          <a:xfrm>
            <a:off x="2259018" y="5230540"/>
            <a:ext cx="1397414" cy="255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latin typeface="나눔고딕" pitchFamily="2" charset="-127"/>
                <a:ea typeface="나눔고딕" pitchFamily="2" charset="-127"/>
              </a:rPr>
              <a:t>홍길동</a:t>
            </a:r>
            <a:endParaRPr lang="ko-KR" altLang="en-US" sz="1100" dirty="0">
              <a:latin typeface="나눔고딕" pitchFamily="2" charset="-127"/>
              <a:ea typeface="나눔고딕" pitchFamily="2" charset="-127"/>
            </a:endParaRPr>
          </a:p>
        </p:txBody>
      </p:sp>
      <p:cxnSp>
        <p:nvCxnSpPr>
          <p:cNvPr id="341" name="직선 연결선 340">
            <a:extLst>
              <a:ext uri="{FF2B5EF4-FFF2-40B4-BE49-F238E27FC236}">
                <a16:creationId xmlns:a16="http://schemas.microsoft.com/office/drawing/2014/main" id="{9F2F866E-B3C8-4E0A-9955-303D66D3D3ED}"/>
              </a:ext>
            </a:extLst>
          </p:cNvPr>
          <p:cNvCxnSpPr/>
          <p:nvPr/>
        </p:nvCxnSpPr>
        <p:spPr>
          <a:xfrm>
            <a:off x="552718" y="5511583"/>
            <a:ext cx="153841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" name="직선 연결선 341">
            <a:extLst>
              <a:ext uri="{FF2B5EF4-FFF2-40B4-BE49-F238E27FC236}">
                <a16:creationId xmlns:a16="http://schemas.microsoft.com/office/drawing/2014/main" id="{41748673-CDB7-4CD9-9B52-621B1244590F}"/>
              </a:ext>
            </a:extLst>
          </p:cNvPr>
          <p:cNvCxnSpPr/>
          <p:nvPr/>
        </p:nvCxnSpPr>
        <p:spPr>
          <a:xfrm>
            <a:off x="2285952" y="5525562"/>
            <a:ext cx="153841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3" name="TextBox 342">
            <a:extLst>
              <a:ext uri="{FF2B5EF4-FFF2-40B4-BE49-F238E27FC236}">
                <a16:creationId xmlns:a16="http://schemas.microsoft.com/office/drawing/2014/main" id="{1BD1D01F-3862-407B-8E0F-BCFD82996603}"/>
              </a:ext>
            </a:extLst>
          </p:cNvPr>
          <p:cNvSpPr txBox="1"/>
          <p:nvPr/>
        </p:nvSpPr>
        <p:spPr>
          <a:xfrm>
            <a:off x="1159182" y="5635327"/>
            <a:ext cx="122391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chemeClr val="bg1"/>
                </a:solidFill>
              </a:rPr>
              <a:t>보험료 </a:t>
            </a:r>
            <a:r>
              <a:rPr lang="en-US" altLang="ko-KR" sz="800" b="1" dirty="0">
                <a:solidFill>
                  <a:schemeClr val="bg1"/>
                </a:solidFill>
              </a:rPr>
              <a:t>: 20,000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344" name="TextBox 343">
            <a:extLst>
              <a:ext uri="{FF2B5EF4-FFF2-40B4-BE49-F238E27FC236}">
                <a16:creationId xmlns:a16="http://schemas.microsoft.com/office/drawing/2014/main" id="{91E52F42-93E9-4EED-8BDE-B5796B10CB02}"/>
              </a:ext>
            </a:extLst>
          </p:cNvPr>
          <p:cNvSpPr txBox="1"/>
          <p:nvPr/>
        </p:nvSpPr>
        <p:spPr>
          <a:xfrm>
            <a:off x="1161315" y="5931947"/>
            <a:ext cx="122391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chemeClr val="accent1"/>
                </a:solidFill>
              </a:rPr>
              <a:t>보험료 </a:t>
            </a:r>
            <a:r>
              <a:rPr lang="en-US" altLang="ko-KR" sz="800" b="1" dirty="0">
                <a:solidFill>
                  <a:schemeClr val="accent1"/>
                </a:solidFill>
              </a:rPr>
              <a:t>: 32,000</a:t>
            </a:r>
            <a:endParaRPr lang="ko-KR" altLang="en-US" sz="800" b="1" dirty="0">
              <a:solidFill>
                <a:schemeClr val="accent1"/>
              </a:solidFill>
            </a:endParaRPr>
          </a:p>
        </p:txBody>
      </p:sp>
      <p:sp>
        <p:nvSpPr>
          <p:cNvPr id="345" name="TextBox 344">
            <a:extLst>
              <a:ext uri="{FF2B5EF4-FFF2-40B4-BE49-F238E27FC236}">
                <a16:creationId xmlns:a16="http://schemas.microsoft.com/office/drawing/2014/main" id="{FBAA3592-3A54-4351-A234-80CDC6CFF1E8}"/>
              </a:ext>
            </a:extLst>
          </p:cNvPr>
          <p:cNvSpPr txBox="1"/>
          <p:nvPr/>
        </p:nvSpPr>
        <p:spPr>
          <a:xfrm>
            <a:off x="1167037" y="6215929"/>
            <a:ext cx="122391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chemeClr val="accent1"/>
                </a:solidFill>
              </a:rPr>
              <a:t>보험료 </a:t>
            </a:r>
            <a:r>
              <a:rPr lang="en-US" altLang="ko-KR" sz="800" b="1" dirty="0">
                <a:solidFill>
                  <a:schemeClr val="accent1"/>
                </a:solidFill>
              </a:rPr>
              <a:t>: 43,000</a:t>
            </a:r>
            <a:endParaRPr lang="ko-KR" altLang="en-US" sz="800" b="1" dirty="0">
              <a:solidFill>
                <a:schemeClr val="accent1"/>
              </a:solidFill>
            </a:endParaRPr>
          </a:p>
        </p:txBody>
      </p:sp>
      <p:sp>
        <p:nvSpPr>
          <p:cNvPr id="346" name="TextBox 345">
            <a:extLst>
              <a:ext uri="{FF2B5EF4-FFF2-40B4-BE49-F238E27FC236}">
                <a16:creationId xmlns:a16="http://schemas.microsoft.com/office/drawing/2014/main" id="{8EF7A5C3-9D36-4780-AA4A-AC7C4C868417}"/>
              </a:ext>
            </a:extLst>
          </p:cNvPr>
          <p:cNvSpPr txBox="1"/>
          <p:nvPr/>
        </p:nvSpPr>
        <p:spPr>
          <a:xfrm>
            <a:off x="2916651" y="5921203"/>
            <a:ext cx="122391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chemeClr val="accent1"/>
                </a:solidFill>
              </a:rPr>
              <a:t>보험료 </a:t>
            </a:r>
            <a:r>
              <a:rPr lang="en-US" altLang="ko-KR" sz="800" b="1" dirty="0">
                <a:solidFill>
                  <a:schemeClr val="accent1"/>
                </a:solidFill>
              </a:rPr>
              <a:t>: 23,000</a:t>
            </a:r>
            <a:endParaRPr lang="ko-KR" altLang="en-US" sz="800" b="1" dirty="0">
              <a:solidFill>
                <a:schemeClr val="accent1"/>
              </a:solidFill>
            </a:endParaRPr>
          </a:p>
        </p:txBody>
      </p:sp>
      <p:sp>
        <p:nvSpPr>
          <p:cNvPr id="347" name="TextBox 346">
            <a:extLst>
              <a:ext uri="{FF2B5EF4-FFF2-40B4-BE49-F238E27FC236}">
                <a16:creationId xmlns:a16="http://schemas.microsoft.com/office/drawing/2014/main" id="{226DF526-403D-42DA-AE7C-D350F5EE1334}"/>
              </a:ext>
            </a:extLst>
          </p:cNvPr>
          <p:cNvSpPr txBox="1"/>
          <p:nvPr/>
        </p:nvSpPr>
        <p:spPr>
          <a:xfrm>
            <a:off x="2919408" y="6204140"/>
            <a:ext cx="122391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chemeClr val="accent1"/>
                </a:solidFill>
              </a:rPr>
              <a:t>보험료 </a:t>
            </a:r>
            <a:r>
              <a:rPr lang="en-US" altLang="ko-KR" sz="800" b="1" dirty="0">
                <a:solidFill>
                  <a:schemeClr val="accent1"/>
                </a:solidFill>
              </a:rPr>
              <a:t>: 40,000</a:t>
            </a:r>
            <a:endParaRPr lang="ko-KR" altLang="en-US" sz="800" b="1" dirty="0">
              <a:solidFill>
                <a:schemeClr val="accent1"/>
              </a:solidFill>
            </a:endParaRPr>
          </a:p>
        </p:txBody>
      </p:sp>
      <p:sp>
        <p:nvSpPr>
          <p:cNvPr id="348" name="TextBox 347">
            <a:extLst>
              <a:ext uri="{FF2B5EF4-FFF2-40B4-BE49-F238E27FC236}">
                <a16:creationId xmlns:a16="http://schemas.microsoft.com/office/drawing/2014/main" id="{D9D1D4D4-B3E2-4085-AA33-D78DB1942513}"/>
              </a:ext>
            </a:extLst>
          </p:cNvPr>
          <p:cNvSpPr txBox="1"/>
          <p:nvPr/>
        </p:nvSpPr>
        <p:spPr>
          <a:xfrm>
            <a:off x="2929881" y="5664576"/>
            <a:ext cx="122391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chemeClr val="bg1"/>
                </a:solidFill>
              </a:rPr>
              <a:t>보험료 </a:t>
            </a:r>
            <a:r>
              <a:rPr lang="en-US" altLang="ko-KR" sz="800" b="1" dirty="0">
                <a:solidFill>
                  <a:schemeClr val="bg1"/>
                </a:solidFill>
              </a:rPr>
              <a:t>: 11,000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349" name="사각형: 둥근 모서리 348">
            <a:extLst>
              <a:ext uri="{FF2B5EF4-FFF2-40B4-BE49-F238E27FC236}">
                <a16:creationId xmlns:a16="http://schemas.microsoft.com/office/drawing/2014/main" id="{F9477AAB-08AC-4E5C-A0F3-B5B350F2E0B7}"/>
              </a:ext>
            </a:extLst>
          </p:cNvPr>
          <p:cNvSpPr/>
          <p:nvPr/>
        </p:nvSpPr>
        <p:spPr>
          <a:xfrm>
            <a:off x="4029611" y="5242952"/>
            <a:ext cx="1534826" cy="1243692"/>
          </a:xfrm>
          <a:prstGeom prst="roundRect">
            <a:avLst>
              <a:gd name="adj" fmla="val 445"/>
            </a:avLst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350" name="직사각형 349">
            <a:extLst>
              <a:ext uri="{FF2B5EF4-FFF2-40B4-BE49-F238E27FC236}">
                <a16:creationId xmlns:a16="http://schemas.microsoft.com/office/drawing/2014/main" id="{7D93AEF8-8F5D-4331-8347-C23C1F88EB5C}"/>
              </a:ext>
            </a:extLst>
          </p:cNvPr>
          <p:cNvSpPr/>
          <p:nvPr/>
        </p:nvSpPr>
        <p:spPr>
          <a:xfrm>
            <a:off x="4029625" y="5234090"/>
            <a:ext cx="1421690" cy="25545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latin typeface="나눔고딕" pitchFamily="2" charset="-127"/>
                <a:ea typeface="나눔고딕" pitchFamily="2" charset="-127"/>
              </a:rPr>
              <a:t>홍순 </a:t>
            </a:r>
            <a:r>
              <a:rPr lang="en-US" altLang="ko-KR" sz="800" b="1" dirty="0">
                <a:latin typeface="나눔고딕" pitchFamily="2" charset="-127"/>
                <a:ea typeface="나눔고딕" pitchFamily="2" charset="-127"/>
              </a:rPr>
              <a:t>: undefined</a:t>
            </a:r>
            <a:endParaRPr lang="ko-KR" altLang="en-US" sz="11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351" name="사각형: 둥근 모서리 350">
            <a:extLst>
              <a:ext uri="{FF2B5EF4-FFF2-40B4-BE49-F238E27FC236}">
                <a16:creationId xmlns:a16="http://schemas.microsoft.com/office/drawing/2014/main" id="{B1DCC0A8-5D36-488D-8CC9-747583594D29}"/>
              </a:ext>
            </a:extLst>
          </p:cNvPr>
          <p:cNvSpPr/>
          <p:nvPr/>
        </p:nvSpPr>
        <p:spPr>
          <a:xfrm>
            <a:off x="5759798" y="5241232"/>
            <a:ext cx="1534826" cy="1243692"/>
          </a:xfrm>
          <a:prstGeom prst="roundRect">
            <a:avLst>
              <a:gd name="adj" fmla="val 445"/>
            </a:avLst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352" name="직사각형 351">
            <a:extLst>
              <a:ext uri="{FF2B5EF4-FFF2-40B4-BE49-F238E27FC236}">
                <a16:creationId xmlns:a16="http://schemas.microsoft.com/office/drawing/2014/main" id="{64D25A41-8922-48F9-8AC4-E3A941ABB1DD}"/>
              </a:ext>
            </a:extLst>
          </p:cNvPr>
          <p:cNvSpPr/>
          <p:nvPr/>
        </p:nvSpPr>
        <p:spPr>
          <a:xfrm>
            <a:off x="5765239" y="5216349"/>
            <a:ext cx="1397414" cy="25545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latin typeface="나눔고딕" pitchFamily="2" charset="-127"/>
                <a:ea typeface="나눔고딕" pitchFamily="2" charset="-127"/>
              </a:rPr>
              <a:t>홍진호 </a:t>
            </a:r>
            <a:r>
              <a:rPr lang="en-US" altLang="ko-KR" sz="800" b="1" dirty="0">
                <a:latin typeface="나눔고딕" pitchFamily="2" charset="-127"/>
                <a:ea typeface="나눔고딕" pitchFamily="2" charset="-127"/>
              </a:rPr>
              <a:t>: 910111-1</a:t>
            </a:r>
            <a:endParaRPr lang="ko-KR" altLang="en-US" sz="1100" dirty="0">
              <a:latin typeface="나눔고딕" pitchFamily="2" charset="-127"/>
              <a:ea typeface="나눔고딕" pitchFamily="2" charset="-127"/>
            </a:endParaRPr>
          </a:p>
        </p:txBody>
      </p:sp>
      <p:cxnSp>
        <p:nvCxnSpPr>
          <p:cNvPr id="353" name="직선 연결선 352">
            <a:extLst>
              <a:ext uri="{FF2B5EF4-FFF2-40B4-BE49-F238E27FC236}">
                <a16:creationId xmlns:a16="http://schemas.microsoft.com/office/drawing/2014/main" id="{A6DD42E1-F12A-4BB1-8659-7B0BE5D82907}"/>
              </a:ext>
            </a:extLst>
          </p:cNvPr>
          <p:cNvCxnSpPr/>
          <p:nvPr/>
        </p:nvCxnSpPr>
        <p:spPr>
          <a:xfrm>
            <a:off x="4026020" y="5508865"/>
            <a:ext cx="153841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5" name="그룹 354">
            <a:extLst>
              <a:ext uri="{FF2B5EF4-FFF2-40B4-BE49-F238E27FC236}">
                <a16:creationId xmlns:a16="http://schemas.microsoft.com/office/drawing/2014/main" id="{4ED80A8D-5A65-4CD0-B88C-D71287487BB5}"/>
              </a:ext>
            </a:extLst>
          </p:cNvPr>
          <p:cNvGrpSpPr/>
          <p:nvPr/>
        </p:nvGrpSpPr>
        <p:grpSpPr>
          <a:xfrm>
            <a:off x="4113225" y="6146192"/>
            <a:ext cx="1338090" cy="237744"/>
            <a:chOff x="4114016" y="5778987"/>
            <a:chExt cx="1338090" cy="237744"/>
          </a:xfrm>
        </p:grpSpPr>
        <p:sp>
          <p:nvSpPr>
            <p:cNvPr id="356" name="사각형: 둥근 모서리 355">
              <a:extLst>
                <a:ext uri="{FF2B5EF4-FFF2-40B4-BE49-F238E27FC236}">
                  <a16:creationId xmlns:a16="http://schemas.microsoft.com/office/drawing/2014/main" id="{A4EFAA68-1A4D-4E05-9A21-FD09CF4198E0}"/>
                </a:ext>
              </a:extLst>
            </p:cNvPr>
            <p:cNvSpPr/>
            <p:nvPr/>
          </p:nvSpPr>
          <p:spPr>
            <a:xfrm>
              <a:off x="4114016" y="5778987"/>
              <a:ext cx="1338090" cy="237744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latin typeface="나눔고딕" pitchFamily="2" charset="-127"/>
                  <a:ea typeface="나눔고딕" pitchFamily="2" charset="-127"/>
                </a:rPr>
                <a:t>다시 조회하기</a:t>
              </a:r>
            </a:p>
          </p:txBody>
        </p:sp>
        <p:pic>
          <p:nvPicPr>
            <p:cNvPr id="357" name="그래픽 356" descr="원 화살표">
              <a:extLst>
                <a:ext uri="{FF2B5EF4-FFF2-40B4-BE49-F238E27FC236}">
                  <a16:creationId xmlns:a16="http://schemas.microsoft.com/office/drawing/2014/main" id="{BBF89BC9-77DA-434E-8124-2239D36D09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4216335" y="5796932"/>
              <a:ext cx="192062" cy="199996"/>
            </a:xfrm>
            <a:prstGeom prst="rect">
              <a:avLst/>
            </a:prstGeom>
          </p:spPr>
        </p:pic>
      </p:grpSp>
      <p:sp>
        <p:nvSpPr>
          <p:cNvPr id="358" name="직사각형 357">
            <a:extLst>
              <a:ext uri="{FF2B5EF4-FFF2-40B4-BE49-F238E27FC236}">
                <a16:creationId xmlns:a16="http://schemas.microsoft.com/office/drawing/2014/main" id="{A85D710E-6AD0-4853-B909-AA832A9577AC}"/>
              </a:ext>
            </a:extLst>
          </p:cNvPr>
          <p:cNvSpPr/>
          <p:nvPr/>
        </p:nvSpPr>
        <p:spPr>
          <a:xfrm>
            <a:off x="4063259" y="5570016"/>
            <a:ext cx="1397414" cy="396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700" dirty="0">
                <a:latin typeface="나눔고딕" pitchFamily="2" charset="-127"/>
                <a:ea typeface="나눔고딕" pitchFamily="2" charset="-127"/>
              </a:rPr>
              <a:t>날짜형식이 올바르지 </a:t>
            </a:r>
            <a:br>
              <a:rPr lang="en-US" altLang="ko-KR" sz="700" dirty="0">
                <a:latin typeface="나눔고딕" pitchFamily="2" charset="-127"/>
                <a:ea typeface="나눔고딕" pitchFamily="2" charset="-127"/>
              </a:rPr>
            </a:br>
            <a:r>
              <a:rPr lang="ko-KR" altLang="en-US" sz="700" dirty="0">
                <a:latin typeface="나눔고딕" pitchFamily="2" charset="-127"/>
                <a:ea typeface="나눔고딕" pitchFamily="2" charset="-127"/>
              </a:rPr>
              <a:t>않습니다</a:t>
            </a:r>
            <a:r>
              <a:rPr lang="en-US" altLang="ko-KR" sz="700" dirty="0">
                <a:latin typeface="나눔고딕" pitchFamily="2" charset="-127"/>
                <a:ea typeface="나눔고딕" pitchFamily="2" charset="-127"/>
              </a:rPr>
              <a:t>.</a:t>
            </a:r>
            <a:endParaRPr lang="ko-KR" altLang="en-US" sz="700" dirty="0">
              <a:latin typeface="나눔고딕" pitchFamily="2" charset="-127"/>
              <a:ea typeface="나눔고딕" pitchFamily="2" charset="-127"/>
            </a:endParaRPr>
          </a:p>
        </p:txBody>
      </p:sp>
      <p:cxnSp>
        <p:nvCxnSpPr>
          <p:cNvPr id="359" name="직선 연결선 358">
            <a:extLst>
              <a:ext uri="{FF2B5EF4-FFF2-40B4-BE49-F238E27FC236}">
                <a16:creationId xmlns:a16="http://schemas.microsoft.com/office/drawing/2014/main" id="{51899557-F8FA-4B13-ADC0-6B9BD1D8B194}"/>
              </a:ext>
            </a:extLst>
          </p:cNvPr>
          <p:cNvCxnSpPr/>
          <p:nvPr/>
        </p:nvCxnSpPr>
        <p:spPr>
          <a:xfrm>
            <a:off x="5756207" y="5503667"/>
            <a:ext cx="153841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0" name="Text Box">
            <a:extLst>
              <a:ext uri="{FF2B5EF4-FFF2-40B4-BE49-F238E27FC236}">
                <a16:creationId xmlns:a16="http://schemas.microsoft.com/office/drawing/2014/main" id="{9DEB8F59-4726-42F9-BB2C-207C1857E7EC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5796511" y="5939782"/>
            <a:ext cx="1449423" cy="225703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256032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A1-2</a:t>
            </a:r>
          </a:p>
        </p:txBody>
      </p:sp>
      <p:sp>
        <p:nvSpPr>
          <p:cNvPr id="361" name="Text Box">
            <a:extLst>
              <a:ext uri="{FF2B5EF4-FFF2-40B4-BE49-F238E27FC236}">
                <a16:creationId xmlns:a16="http://schemas.microsoft.com/office/drawing/2014/main" id="{9E2515BD-682B-48FA-9916-7B00D7AB8C58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5796512" y="6210800"/>
            <a:ext cx="1449423" cy="225703"/>
          </a:xfrm>
          <a:prstGeom prst="rect">
            <a:avLst/>
          </a:prstGeom>
          <a:solidFill>
            <a:schemeClr val="bg1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256032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A0-3</a:t>
            </a:r>
          </a:p>
        </p:txBody>
      </p:sp>
      <p:sp>
        <p:nvSpPr>
          <p:cNvPr id="362" name="Text Box">
            <a:extLst>
              <a:ext uri="{FF2B5EF4-FFF2-40B4-BE49-F238E27FC236}">
                <a16:creationId xmlns:a16="http://schemas.microsoft.com/office/drawing/2014/main" id="{C7DD1DC9-7309-49C5-834D-6BA3788382A0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5801304" y="5665658"/>
            <a:ext cx="1449423" cy="225703"/>
          </a:xfrm>
          <a:prstGeom prst="rect">
            <a:avLst/>
          </a:prstGeom>
          <a:solidFill>
            <a:schemeClr val="accent1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256032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A-2</a:t>
            </a:r>
          </a:p>
        </p:txBody>
      </p:sp>
      <p:sp>
        <p:nvSpPr>
          <p:cNvPr id="363" name="TextBox 362">
            <a:extLst>
              <a:ext uri="{FF2B5EF4-FFF2-40B4-BE49-F238E27FC236}">
                <a16:creationId xmlns:a16="http://schemas.microsoft.com/office/drawing/2014/main" id="{81603F16-4A33-483C-A269-7339C3AA39B2}"/>
              </a:ext>
            </a:extLst>
          </p:cNvPr>
          <p:cNvSpPr txBox="1"/>
          <p:nvPr/>
        </p:nvSpPr>
        <p:spPr>
          <a:xfrm>
            <a:off x="6393871" y="5681364"/>
            <a:ext cx="122391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chemeClr val="bg1"/>
                </a:solidFill>
              </a:rPr>
              <a:t>보험료 </a:t>
            </a:r>
            <a:r>
              <a:rPr lang="en-US" altLang="ko-KR" sz="800" b="1" dirty="0">
                <a:solidFill>
                  <a:schemeClr val="bg1"/>
                </a:solidFill>
              </a:rPr>
              <a:t>: 13,000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364" name="TextBox 363">
            <a:extLst>
              <a:ext uri="{FF2B5EF4-FFF2-40B4-BE49-F238E27FC236}">
                <a16:creationId xmlns:a16="http://schemas.microsoft.com/office/drawing/2014/main" id="{B29EAB8B-4C82-4625-8DF2-F6E889E9D6D6}"/>
              </a:ext>
            </a:extLst>
          </p:cNvPr>
          <p:cNvSpPr txBox="1"/>
          <p:nvPr/>
        </p:nvSpPr>
        <p:spPr>
          <a:xfrm>
            <a:off x="6401931" y="5957666"/>
            <a:ext cx="122391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chemeClr val="accent1"/>
                </a:solidFill>
              </a:rPr>
              <a:t>보험료 </a:t>
            </a:r>
            <a:r>
              <a:rPr lang="en-US" altLang="ko-KR" sz="800" b="1" dirty="0">
                <a:solidFill>
                  <a:schemeClr val="accent1"/>
                </a:solidFill>
              </a:rPr>
              <a:t>: 33,000</a:t>
            </a:r>
            <a:endParaRPr lang="ko-KR" altLang="en-US" sz="800" b="1" dirty="0">
              <a:solidFill>
                <a:schemeClr val="accent1"/>
              </a:solidFill>
            </a:endParaRPr>
          </a:p>
        </p:txBody>
      </p:sp>
      <p:sp>
        <p:nvSpPr>
          <p:cNvPr id="365" name="TextBox 364">
            <a:extLst>
              <a:ext uri="{FF2B5EF4-FFF2-40B4-BE49-F238E27FC236}">
                <a16:creationId xmlns:a16="http://schemas.microsoft.com/office/drawing/2014/main" id="{E74A1DAF-A453-416F-ABDA-697AAF14A6DE}"/>
              </a:ext>
            </a:extLst>
          </p:cNvPr>
          <p:cNvSpPr txBox="1"/>
          <p:nvPr/>
        </p:nvSpPr>
        <p:spPr>
          <a:xfrm>
            <a:off x="6393475" y="6237105"/>
            <a:ext cx="122391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chemeClr val="accent1"/>
                </a:solidFill>
              </a:rPr>
              <a:t>보험료 </a:t>
            </a:r>
            <a:r>
              <a:rPr lang="en-US" altLang="ko-KR" sz="800" b="1" dirty="0">
                <a:solidFill>
                  <a:schemeClr val="accent1"/>
                </a:solidFill>
              </a:rPr>
              <a:t>: 43,000</a:t>
            </a:r>
            <a:endParaRPr lang="ko-KR" altLang="en-US" sz="800" b="1" dirty="0">
              <a:solidFill>
                <a:schemeClr val="accent1"/>
              </a:solidFill>
            </a:endParaRPr>
          </a:p>
        </p:txBody>
      </p:sp>
      <p:grpSp>
        <p:nvGrpSpPr>
          <p:cNvPr id="366" name="그룹 365">
            <a:extLst>
              <a:ext uri="{FF2B5EF4-FFF2-40B4-BE49-F238E27FC236}">
                <a16:creationId xmlns:a16="http://schemas.microsoft.com/office/drawing/2014/main" id="{349D9B87-1A0B-4AD1-A353-D2517D9CB4E1}"/>
              </a:ext>
            </a:extLst>
          </p:cNvPr>
          <p:cNvGrpSpPr/>
          <p:nvPr/>
        </p:nvGrpSpPr>
        <p:grpSpPr>
          <a:xfrm>
            <a:off x="430279" y="6975585"/>
            <a:ext cx="8009071" cy="791606"/>
            <a:chOff x="404237" y="5664890"/>
            <a:chExt cx="8009071" cy="791606"/>
          </a:xfrm>
        </p:grpSpPr>
        <p:sp>
          <p:nvSpPr>
            <p:cNvPr id="367" name="직사각형 366">
              <a:extLst>
                <a:ext uri="{FF2B5EF4-FFF2-40B4-BE49-F238E27FC236}">
                  <a16:creationId xmlns:a16="http://schemas.microsoft.com/office/drawing/2014/main" id="{623497DF-5ABE-487F-8BC6-C4BF9FA068CC}"/>
                </a:ext>
              </a:extLst>
            </p:cNvPr>
            <p:cNvSpPr/>
            <p:nvPr/>
          </p:nvSpPr>
          <p:spPr>
            <a:xfrm>
              <a:off x="404237" y="5886252"/>
              <a:ext cx="8009071" cy="57024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68" name="직사각형 367">
              <a:extLst>
                <a:ext uri="{FF2B5EF4-FFF2-40B4-BE49-F238E27FC236}">
                  <a16:creationId xmlns:a16="http://schemas.microsoft.com/office/drawing/2014/main" id="{AD569DB4-4A5F-4979-A227-77AE041F0888}"/>
                </a:ext>
              </a:extLst>
            </p:cNvPr>
            <p:cNvSpPr/>
            <p:nvPr/>
          </p:nvSpPr>
          <p:spPr>
            <a:xfrm>
              <a:off x="404237" y="5664890"/>
              <a:ext cx="8009071" cy="21846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69" name="직사각형 368">
            <a:extLst>
              <a:ext uri="{FF2B5EF4-FFF2-40B4-BE49-F238E27FC236}">
                <a16:creationId xmlns:a16="http://schemas.microsoft.com/office/drawing/2014/main" id="{6F908886-B9D5-4864-9BBA-8DD09A77591A}"/>
              </a:ext>
            </a:extLst>
          </p:cNvPr>
          <p:cNvSpPr/>
          <p:nvPr/>
        </p:nvSpPr>
        <p:spPr>
          <a:xfrm>
            <a:off x="430279" y="6975259"/>
            <a:ext cx="3555782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atinLnBrk="0"/>
            <a:r>
              <a:rPr lang="en-US" altLang="ko-KR" sz="800" b="1" dirty="0">
                <a:solidFill>
                  <a:srgbClr val="C00000"/>
                </a:solidFill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* </a:t>
            </a:r>
            <a:r>
              <a:rPr lang="ko-KR" altLang="en-US" sz="800" b="1" dirty="0">
                <a:solidFill>
                  <a:srgbClr val="C00000"/>
                </a:solidFill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법인카드의 경우</a:t>
            </a:r>
            <a:r>
              <a:rPr lang="en-US" altLang="ko-KR" sz="800" b="1" dirty="0">
                <a:solidFill>
                  <a:srgbClr val="C00000"/>
                </a:solidFill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, </a:t>
            </a:r>
            <a:r>
              <a:rPr lang="ko-KR" altLang="en-US" sz="800" b="1" dirty="0">
                <a:solidFill>
                  <a:srgbClr val="C00000"/>
                </a:solidFill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피보험자 소유카드 여부를 </a:t>
            </a:r>
            <a:r>
              <a:rPr lang="en-US" altLang="ko-KR" sz="800" b="1" dirty="0">
                <a:solidFill>
                  <a:srgbClr val="C00000"/>
                </a:solidFill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N </a:t>
            </a:r>
            <a:r>
              <a:rPr lang="ko-KR" altLang="en-US" sz="800" b="1" dirty="0">
                <a:solidFill>
                  <a:srgbClr val="C00000"/>
                </a:solidFill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선택 후 사업자번호 입력 필요</a:t>
            </a:r>
            <a:endParaRPr lang="en-US" altLang="ko-KR" sz="800" b="1" dirty="0">
              <a:solidFill>
                <a:srgbClr val="C00000"/>
              </a:solidFill>
              <a:latin typeface="나눔고딕" pitchFamily="2" charset="-127"/>
              <a:ea typeface="나눔고딕" pitchFamily="2" charset="-127"/>
              <a:cs typeface="Segoe UI" panose="020B0502040204020203" pitchFamily="34" charset="0"/>
            </a:endParaRPr>
          </a:p>
        </p:txBody>
      </p:sp>
      <p:sp>
        <p:nvSpPr>
          <p:cNvPr id="370" name="직사각형 369">
            <a:extLst>
              <a:ext uri="{FF2B5EF4-FFF2-40B4-BE49-F238E27FC236}">
                <a16:creationId xmlns:a16="http://schemas.microsoft.com/office/drawing/2014/main" id="{660D3C03-EEEA-4105-BC45-8FB489732005}"/>
              </a:ext>
            </a:extLst>
          </p:cNvPr>
          <p:cNvSpPr/>
          <p:nvPr/>
        </p:nvSpPr>
        <p:spPr>
          <a:xfrm>
            <a:off x="458236" y="7252199"/>
            <a:ext cx="129554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atinLnBrk="0"/>
            <a:r>
              <a:rPr lang="en-US" altLang="ko-KR" sz="800" b="1" dirty="0"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* </a:t>
            </a:r>
            <a:r>
              <a:rPr lang="ko-KR" altLang="en-US" sz="800" b="1" dirty="0"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피보험자 소유카드 여부</a:t>
            </a:r>
            <a:endParaRPr lang="en-US" altLang="ko-KR" sz="800" b="1" dirty="0">
              <a:latin typeface="나눔고딕" pitchFamily="2" charset="-127"/>
              <a:ea typeface="나눔고딕" pitchFamily="2" charset="-127"/>
              <a:cs typeface="Segoe UI" panose="020B0502040204020203" pitchFamily="34" charset="0"/>
            </a:endParaRPr>
          </a:p>
        </p:txBody>
      </p:sp>
      <p:sp>
        <p:nvSpPr>
          <p:cNvPr id="371" name="직사각형 370">
            <a:extLst>
              <a:ext uri="{FF2B5EF4-FFF2-40B4-BE49-F238E27FC236}">
                <a16:creationId xmlns:a16="http://schemas.microsoft.com/office/drawing/2014/main" id="{8B2801BD-44FE-441E-ABB8-9590FBCB3D28}"/>
              </a:ext>
            </a:extLst>
          </p:cNvPr>
          <p:cNvSpPr/>
          <p:nvPr/>
        </p:nvSpPr>
        <p:spPr>
          <a:xfrm>
            <a:off x="1201474" y="7494324"/>
            <a:ext cx="584571" cy="211371"/>
          </a:xfrm>
          <a:prstGeom prst="rect">
            <a:avLst/>
          </a:prstGeom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</a:rPr>
              <a:t>N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372" name="직사각형 371">
            <a:extLst>
              <a:ext uri="{FF2B5EF4-FFF2-40B4-BE49-F238E27FC236}">
                <a16:creationId xmlns:a16="http://schemas.microsoft.com/office/drawing/2014/main" id="{61B188B5-B3C1-47A2-BF3D-E617FDEC4AD6}"/>
              </a:ext>
            </a:extLst>
          </p:cNvPr>
          <p:cNvSpPr/>
          <p:nvPr/>
        </p:nvSpPr>
        <p:spPr>
          <a:xfrm>
            <a:off x="540078" y="7494324"/>
            <a:ext cx="575117" cy="211371"/>
          </a:xfrm>
          <a:prstGeom prst="rect">
            <a:avLst/>
          </a:prstGeom>
          <a:noFill/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tx2"/>
                </a:solidFill>
              </a:rPr>
              <a:t>Y</a:t>
            </a:r>
            <a:endParaRPr lang="ko-KR" altLang="en-US" sz="800" b="1" dirty="0">
              <a:solidFill>
                <a:schemeClr val="tx2"/>
              </a:solidFill>
            </a:endParaRPr>
          </a:p>
        </p:txBody>
      </p:sp>
      <p:sp>
        <p:nvSpPr>
          <p:cNvPr id="373" name="직사각형 372">
            <a:extLst>
              <a:ext uri="{FF2B5EF4-FFF2-40B4-BE49-F238E27FC236}">
                <a16:creationId xmlns:a16="http://schemas.microsoft.com/office/drawing/2014/main" id="{F67788A5-0D15-42B4-889F-E461CFED03C4}"/>
              </a:ext>
            </a:extLst>
          </p:cNvPr>
          <p:cNvSpPr/>
          <p:nvPr/>
        </p:nvSpPr>
        <p:spPr>
          <a:xfrm>
            <a:off x="1892602" y="7252199"/>
            <a:ext cx="1180131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atinLnBrk="0"/>
            <a:r>
              <a:rPr lang="en-US" altLang="ko-KR" sz="800" b="1" dirty="0"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* </a:t>
            </a:r>
            <a:r>
              <a:rPr lang="ko-KR" altLang="en-US" sz="800" b="1" dirty="0"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생년월일</a:t>
            </a:r>
            <a:r>
              <a:rPr lang="en-US" altLang="ko-KR" sz="800" b="1" dirty="0"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/</a:t>
            </a:r>
            <a:r>
              <a:rPr lang="ko-KR" altLang="en-US" sz="800" b="1" dirty="0"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사업자번호</a:t>
            </a:r>
            <a:endParaRPr lang="en-US" altLang="ko-KR" sz="800" b="1" dirty="0">
              <a:latin typeface="나눔고딕" pitchFamily="2" charset="-127"/>
              <a:ea typeface="나눔고딕" pitchFamily="2" charset="-127"/>
              <a:cs typeface="Segoe UI" panose="020B0502040204020203" pitchFamily="34" charset="0"/>
            </a:endParaRPr>
          </a:p>
        </p:txBody>
      </p:sp>
      <p:sp>
        <p:nvSpPr>
          <p:cNvPr id="374" name="직사각형 373">
            <a:extLst>
              <a:ext uri="{FF2B5EF4-FFF2-40B4-BE49-F238E27FC236}">
                <a16:creationId xmlns:a16="http://schemas.microsoft.com/office/drawing/2014/main" id="{E6449F8C-54A6-4118-9328-BFB1FCB6F917}"/>
              </a:ext>
            </a:extLst>
          </p:cNvPr>
          <p:cNvSpPr/>
          <p:nvPr/>
        </p:nvSpPr>
        <p:spPr>
          <a:xfrm>
            <a:off x="2068275" y="7498174"/>
            <a:ext cx="1040363" cy="211371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chemeClr val="tx2"/>
              </a:solidFill>
            </a:endParaRPr>
          </a:p>
        </p:txBody>
      </p:sp>
      <p:sp>
        <p:nvSpPr>
          <p:cNvPr id="375" name="직사각형 374">
            <a:extLst>
              <a:ext uri="{FF2B5EF4-FFF2-40B4-BE49-F238E27FC236}">
                <a16:creationId xmlns:a16="http://schemas.microsoft.com/office/drawing/2014/main" id="{822C5D92-63D4-42C6-A858-A068DF379E10}"/>
              </a:ext>
            </a:extLst>
          </p:cNvPr>
          <p:cNvSpPr/>
          <p:nvPr/>
        </p:nvSpPr>
        <p:spPr>
          <a:xfrm>
            <a:off x="3109410" y="7252199"/>
            <a:ext cx="66075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atinLnBrk="0"/>
            <a:r>
              <a:rPr lang="en-US" altLang="ko-KR" sz="800" b="1" dirty="0"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* </a:t>
            </a:r>
            <a:r>
              <a:rPr lang="ko-KR" altLang="en-US" sz="800" b="1" dirty="0"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결제카드</a:t>
            </a:r>
            <a:endParaRPr lang="en-US" altLang="ko-KR" sz="800" b="1" dirty="0">
              <a:latin typeface="나눔고딕" pitchFamily="2" charset="-127"/>
              <a:ea typeface="나눔고딕" pitchFamily="2" charset="-127"/>
              <a:cs typeface="Segoe UI" panose="020B0502040204020203" pitchFamily="34" charset="0"/>
            </a:endParaRPr>
          </a:p>
        </p:txBody>
      </p:sp>
      <p:sp>
        <p:nvSpPr>
          <p:cNvPr id="376" name="직사각형 375">
            <a:extLst>
              <a:ext uri="{FF2B5EF4-FFF2-40B4-BE49-F238E27FC236}">
                <a16:creationId xmlns:a16="http://schemas.microsoft.com/office/drawing/2014/main" id="{F4362D76-66E1-490D-B84B-E3E637A73438}"/>
              </a:ext>
            </a:extLst>
          </p:cNvPr>
          <p:cNvSpPr/>
          <p:nvPr/>
        </p:nvSpPr>
        <p:spPr>
          <a:xfrm>
            <a:off x="4239360" y="7252199"/>
            <a:ext cx="66075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atinLnBrk="0"/>
            <a:r>
              <a:rPr lang="en-US" altLang="ko-KR" sz="800" b="1" dirty="0"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* </a:t>
            </a:r>
            <a:r>
              <a:rPr lang="ko-KR" altLang="en-US" sz="800" b="1" dirty="0"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할부기간</a:t>
            </a:r>
            <a:endParaRPr lang="en-US" altLang="ko-KR" sz="800" b="1" dirty="0">
              <a:latin typeface="나눔고딕" pitchFamily="2" charset="-127"/>
              <a:ea typeface="나눔고딕" pitchFamily="2" charset="-127"/>
              <a:cs typeface="Segoe UI" panose="020B0502040204020203" pitchFamily="34" charset="0"/>
            </a:endParaRPr>
          </a:p>
        </p:txBody>
      </p:sp>
      <p:sp>
        <p:nvSpPr>
          <p:cNvPr id="377" name="직사각형 376">
            <a:extLst>
              <a:ext uri="{FF2B5EF4-FFF2-40B4-BE49-F238E27FC236}">
                <a16:creationId xmlns:a16="http://schemas.microsoft.com/office/drawing/2014/main" id="{218BE5DC-0B6E-456E-83C6-080CA8422F82}"/>
              </a:ext>
            </a:extLst>
          </p:cNvPr>
          <p:cNvSpPr/>
          <p:nvPr/>
        </p:nvSpPr>
        <p:spPr>
          <a:xfrm>
            <a:off x="5369310" y="7252199"/>
            <a:ext cx="66075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atinLnBrk="0"/>
            <a:r>
              <a:rPr lang="en-US" altLang="ko-KR" sz="800" b="1" dirty="0"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* </a:t>
            </a:r>
            <a:r>
              <a:rPr lang="ko-KR" altLang="en-US" sz="800" b="1" dirty="0"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카드번호</a:t>
            </a:r>
            <a:endParaRPr lang="en-US" altLang="ko-KR" sz="800" b="1" dirty="0">
              <a:latin typeface="나눔고딕" pitchFamily="2" charset="-127"/>
              <a:ea typeface="나눔고딕" pitchFamily="2" charset="-127"/>
              <a:cs typeface="Segoe UI" panose="020B0502040204020203" pitchFamily="34" charset="0"/>
            </a:endParaRPr>
          </a:p>
        </p:txBody>
      </p:sp>
      <p:sp>
        <p:nvSpPr>
          <p:cNvPr id="378" name="직사각형 377">
            <a:extLst>
              <a:ext uri="{FF2B5EF4-FFF2-40B4-BE49-F238E27FC236}">
                <a16:creationId xmlns:a16="http://schemas.microsoft.com/office/drawing/2014/main" id="{C626117F-54BC-493B-B783-C4BC3F27854F}"/>
              </a:ext>
            </a:extLst>
          </p:cNvPr>
          <p:cNvSpPr/>
          <p:nvPr/>
        </p:nvSpPr>
        <p:spPr>
          <a:xfrm>
            <a:off x="7192989" y="7266625"/>
            <a:ext cx="965329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atinLnBrk="0"/>
            <a:r>
              <a:rPr lang="en-US" altLang="ko-KR" sz="800" b="1" dirty="0"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* </a:t>
            </a:r>
            <a:r>
              <a:rPr lang="ko-KR" altLang="en-US" sz="800" b="1" dirty="0"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유효기간</a:t>
            </a:r>
            <a:r>
              <a:rPr lang="en-US" altLang="ko-KR" sz="800" b="1" dirty="0"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(</a:t>
            </a:r>
            <a:r>
              <a:rPr lang="ko-KR" altLang="en-US" sz="800" b="1" dirty="0"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월</a:t>
            </a:r>
            <a:r>
              <a:rPr lang="en-US" altLang="ko-KR" sz="800" b="1" dirty="0"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/</a:t>
            </a:r>
            <a:r>
              <a:rPr lang="ko-KR" altLang="en-US" sz="800" b="1" dirty="0"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년</a:t>
            </a:r>
            <a:r>
              <a:rPr lang="en-US" altLang="ko-KR" sz="800" b="1" dirty="0"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)</a:t>
            </a:r>
          </a:p>
        </p:txBody>
      </p:sp>
      <p:grpSp>
        <p:nvGrpSpPr>
          <p:cNvPr id="379" name="그룹 378">
            <a:extLst>
              <a:ext uri="{FF2B5EF4-FFF2-40B4-BE49-F238E27FC236}">
                <a16:creationId xmlns:a16="http://schemas.microsoft.com/office/drawing/2014/main" id="{F82EB134-96D3-4629-A2AB-200A82B8592D}"/>
              </a:ext>
            </a:extLst>
          </p:cNvPr>
          <p:cNvGrpSpPr/>
          <p:nvPr/>
        </p:nvGrpSpPr>
        <p:grpSpPr>
          <a:xfrm>
            <a:off x="3201619" y="7498174"/>
            <a:ext cx="1030121" cy="211371"/>
            <a:chOff x="3625157" y="6046429"/>
            <a:chExt cx="1159770" cy="211371"/>
          </a:xfrm>
        </p:grpSpPr>
        <p:sp>
          <p:nvSpPr>
            <p:cNvPr id="380" name="사각형: 둥근 모서리 379">
              <a:extLst>
                <a:ext uri="{FF2B5EF4-FFF2-40B4-BE49-F238E27FC236}">
                  <a16:creationId xmlns:a16="http://schemas.microsoft.com/office/drawing/2014/main" id="{FD1C84DE-AE69-4922-BE04-9A50E5D07F14}"/>
                </a:ext>
              </a:extLst>
            </p:cNvPr>
            <p:cNvSpPr/>
            <p:nvPr/>
          </p:nvSpPr>
          <p:spPr>
            <a:xfrm>
              <a:off x="3625157" y="6046429"/>
              <a:ext cx="1159770" cy="211371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>
                  <a:solidFill>
                    <a:schemeClr val="bg1">
                      <a:lumMod val="65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카드선택</a:t>
              </a:r>
            </a:p>
          </p:txBody>
        </p:sp>
        <p:sp>
          <p:nvSpPr>
            <p:cNvPr id="381" name="Chevron">
              <a:extLst>
                <a:ext uri="{FF2B5EF4-FFF2-40B4-BE49-F238E27FC236}">
                  <a16:creationId xmlns:a16="http://schemas.microsoft.com/office/drawing/2014/main" id="{FF724E4A-E786-4F1F-BB39-FADE5553637E}"/>
                </a:ext>
              </a:extLst>
            </p:cNvPr>
            <p:cNvSpPr>
              <a:spLocks noChangeAspect="1"/>
            </p:cNvSpPr>
            <p:nvPr>
              <p:custDataLst>
                <p:tags r:id="rId17"/>
              </p:custDataLst>
            </p:nvPr>
          </p:nvSpPr>
          <p:spPr bwMode="auto">
            <a:xfrm flipH="1">
              <a:off x="4621377" y="6124696"/>
              <a:ext cx="77922" cy="54835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noFill/>
            <a:ln w="6350" cap="sq">
              <a:solidFill>
                <a:schemeClr val="tx1">
                  <a:lumMod val="65000"/>
                  <a:lumOff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382" name="그룹 381">
            <a:extLst>
              <a:ext uri="{FF2B5EF4-FFF2-40B4-BE49-F238E27FC236}">
                <a16:creationId xmlns:a16="http://schemas.microsoft.com/office/drawing/2014/main" id="{E72C4024-538B-4A97-B363-7DD28A93019D}"/>
              </a:ext>
            </a:extLst>
          </p:cNvPr>
          <p:cNvGrpSpPr/>
          <p:nvPr/>
        </p:nvGrpSpPr>
        <p:grpSpPr>
          <a:xfrm>
            <a:off x="4341668" y="7494324"/>
            <a:ext cx="1030121" cy="211371"/>
            <a:chOff x="3754805" y="6054049"/>
            <a:chExt cx="1030121" cy="211371"/>
          </a:xfrm>
        </p:grpSpPr>
        <p:sp>
          <p:nvSpPr>
            <p:cNvPr id="383" name="사각형: 둥근 모서리 382">
              <a:extLst>
                <a:ext uri="{FF2B5EF4-FFF2-40B4-BE49-F238E27FC236}">
                  <a16:creationId xmlns:a16="http://schemas.microsoft.com/office/drawing/2014/main" id="{B21A62B1-AB6D-4794-A767-4BD6F267ECAA}"/>
                </a:ext>
              </a:extLst>
            </p:cNvPr>
            <p:cNvSpPr/>
            <p:nvPr/>
          </p:nvSpPr>
          <p:spPr>
            <a:xfrm>
              <a:off x="3754805" y="6054049"/>
              <a:ext cx="1030121" cy="211371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>
                  <a:solidFill>
                    <a:schemeClr val="bg1">
                      <a:lumMod val="65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일시불</a:t>
              </a:r>
            </a:p>
          </p:txBody>
        </p:sp>
        <p:sp>
          <p:nvSpPr>
            <p:cNvPr id="384" name="Chevron">
              <a:extLst>
                <a:ext uri="{FF2B5EF4-FFF2-40B4-BE49-F238E27FC236}">
                  <a16:creationId xmlns:a16="http://schemas.microsoft.com/office/drawing/2014/main" id="{93F25045-907A-4BB2-9422-F244EA01E9B3}"/>
                </a:ext>
              </a:extLst>
            </p:cNvPr>
            <p:cNvSpPr>
              <a:spLocks noChangeAspect="1"/>
            </p:cNvSpPr>
            <p:nvPr>
              <p:custDataLst>
                <p:tags r:id="rId16"/>
              </p:custDataLst>
            </p:nvPr>
          </p:nvSpPr>
          <p:spPr bwMode="auto">
            <a:xfrm flipH="1">
              <a:off x="4621377" y="6124696"/>
              <a:ext cx="77922" cy="54835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noFill/>
            <a:ln w="6350" cap="sq">
              <a:solidFill>
                <a:schemeClr val="tx1">
                  <a:lumMod val="65000"/>
                  <a:lumOff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385" name="직사각형 384">
            <a:extLst>
              <a:ext uri="{FF2B5EF4-FFF2-40B4-BE49-F238E27FC236}">
                <a16:creationId xmlns:a16="http://schemas.microsoft.com/office/drawing/2014/main" id="{6D17B2B0-F2BC-4D2D-91A8-19C61F6A205A}"/>
              </a:ext>
            </a:extLst>
          </p:cNvPr>
          <p:cNvSpPr/>
          <p:nvPr/>
        </p:nvSpPr>
        <p:spPr>
          <a:xfrm>
            <a:off x="5446799" y="7496235"/>
            <a:ext cx="419129" cy="211371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chemeClr val="tx2"/>
              </a:solidFill>
            </a:endParaRPr>
          </a:p>
        </p:txBody>
      </p:sp>
      <p:sp>
        <p:nvSpPr>
          <p:cNvPr id="386" name="직사각형 385">
            <a:extLst>
              <a:ext uri="{FF2B5EF4-FFF2-40B4-BE49-F238E27FC236}">
                <a16:creationId xmlns:a16="http://schemas.microsoft.com/office/drawing/2014/main" id="{4C7DA4FC-0320-4CCB-BCCA-41811F306909}"/>
              </a:ext>
            </a:extLst>
          </p:cNvPr>
          <p:cNvSpPr/>
          <p:nvPr/>
        </p:nvSpPr>
        <p:spPr>
          <a:xfrm>
            <a:off x="5900303" y="7494324"/>
            <a:ext cx="419129" cy="211371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chemeClr val="tx2"/>
              </a:solidFill>
            </a:endParaRPr>
          </a:p>
        </p:txBody>
      </p:sp>
      <p:sp>
        <p:nvSpPr>
          <p:cNvPr id="387" name="직사각형 386">
            <a:extLst>
              <a:ext uri="{FF2B5EF4-FFF2-40B4-BE49-F238E27FC236}">
                <a16:creationId xmlns:a16="http://schemas.microsoft.com/office/drawing/2014/main" id="{20DFA000-8BB4-4994-8D51-4321EC4A90F7}"/>
              </a:ext>
            </a:extLst>
          </p:cNvPr>
          <p:cNvSpPr/>
          <p:nvPr/>
        </p:nvSpPr>
        <p:spPr>
          <a:xfrm>
            <a:off x="6353685" y="7494324"/>
            <a:ext cx="419129" cy="211371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chemeClr val="tx2"/>
              </a:solidFill>
            </a:endParaRPr>
          </a:p>
        </p:txBody>
      </p:sp>
      <p:sp>
        <p:nvSpPr>
          <p:cNvPr id="388" name="직사각형 387">
            <a:extLst>
              <a:ext uri="{FF2B5EF4-FFF2-40B4-BE49-F238E27FC236}">
                <a16:creationId xmlns:a16="http://schemas.microsoft.com/office/drawing/2014/main" id="{B39CB6B5-1130-4216-A086-1596F286DFF3}"/>
              </a:ext>
            </a:extLst>
          </p:cNvPr>
          <p:cNvSpPr/>
          <p:nvPr/>
        </p:nvSpPr>
        <p:spPr>
          <a:xfrm>
            <a:off x="6807067" y="7497432"/>
            <a:ext cx="419129" cy="211371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chemeClr val="tx2"/>
              </a:solidFill>
            </a:endParaRPr>
          </a:p>
        </p:txBody>
      </p:sp>
      <p:sp>
        <p:nvSpPr>
          <p:cNvPr id="389" name="직사각형 388">
            <a:extLst>
              <a:ext uri="{FF2B5EF4-FFF2-40B4-BE49-F238E27FC236}">
                <a16:creationId xmlns:a16="http://schemas.microsoft.com/office/drawing/2014/main" id="{87326691-E364-4BCB-BE75-AF9C005A65C0}"/>
              </a:ext>
            </a:extLst>
          </p:cNvPr>
          <p:cNvSpPr/>
          <p:nvPr/>
        </p:nvSpPr>
        <p:spPr>
          <a:xfrm>
            <a:off x="7336918" y="7498055"/>
            <a:ext cx="460008" cy="211371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chemeClr val="tx2"/>
              </a:solidFill>
            </a:endParaRPr>
          </a:p>
        </p:txBody>
      </p:sp>
      <p:sp>
        <p:nvSpPr>
          <p:cNvPr id="390" name="직사각형 389">
            <a:extLst>
              <a:ext uri="{FF2B5EF4-FFF2-40B4-BE49-F238E27FC236}">
                <a16:creationId xmlns:a16="http://schemas.microsoft.com/office/drawing/2014/main" id="{2219048A-F1EC-46A6-A0BE-8880B5F2B3AE}"/>
              </a:ext>
            </a:extLst>
          </p:cNvPr>
          <p:cNvSpPr/>
          <p:nvPr/>
        </p:nvSpPr>
        <p:spPr>
          <a:xfrm>
            <a:off x="7745125" y="7460023"/>
            <a:ext cx="24237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latin typeface="나눔고딕" pitchFamily="2" charset="-127"/>
                <a:ea typeface="나눔고딕" pitchFamily="2" charset="-127"/>
              </a:rPr>
              <a:t>/</a:t>
            </a:r>
            <a:endParaRPr lang="ko-KR" altLang="en-US" sz="3600" dirty="0"/>
          </a:p>
        </p:txBody>
      </p:sp>
      <p:sp>
        <p:nvSpPr>
          <p:cNvPr id="391" name="직사각형 390">
            <a:extLst>
              <a:ext uri="{FF2B5EF4-FFF2-40B4-BE49-F238E27FC236}">
                <a16:creationId xmlns:a16="http://schemas.microsoft.com/office/drawing/2014/main" id="{9DBC9CE5-1852-4A05-8EBF-3D08547C4B74}"/>
              </a:ext>
            </a:extLst>
          </p:cNvPr>
          <p:cNvSpPr/>
          <p:nvPr/>
        </p:nvSpPr>
        <p:spPr>
          <a:xfrm>
            <a:off x="7931332" y="7494324"/>
            <a:ext cx="460008" cy="211371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chemeClr val="tx2"/>
              </a:solidFill>
            </a:endParaRPr>
          </a:p>
        </p:txBody>
      </p:sp>
      <p:sp>
        <p:nvSpPr>
          <p:cNvPr id="393" name="직사각형 392">
            <a:extLst>
              <a:ext uri="{FF2B5EF4-FFF2-40B4-BE49-F238E27FC236}">
                <a16:creationId xmlns:a16="http://schemas.microsoft.com/office/drawing/2014/main" id="{4F4F0454-D9AA-4383-B363-1B6329AF53D3}"/>
              </a:ext>
            </a:extLst>
          </p:cNvPr>
          <p:cNvSpPr/>
          <p:nvPr/>
        </p:nvSpPr>
        <p:spPr>
          <a:xfrm>
            <a:off x="7405660" y="7506807"/>
            <a:ext cx="322524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나눔고딕" pitchFamily="2" charset="-127"/>
                <a:ea typeface="나눔고딕" pitchFamily="2" charset="-127"/>
              </a:rPr>
              <a:t>YY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394" name="직사각형 393">
            <a:extLst>
              <a:ext uri="{FF2B5EF4-FFF2-40B4-BE49-F238E27FC236}">
                <a16:creationId xmlns:a16="http://schemas.microsoft.com/office/drawing/2014/main" id="{572B1598-D9C9-4133-BB6E-804D4147712E}"/>
              </a:ext>
            </a:extLst>
          </p:cNvPr>
          <p:cNvSpPr/>
          <p:nvPr/>
        </p:nvSpPr>
        <p:spPr>
          <a:xfrm>
            <a:off x="8024767" y="7506317"/>
            <a:ext cx="38343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나눔고딕" pitchFamily="2" charset="-127"/>
                <a:ea typeface="나눔고딕" pitchFamily="2" charset="-127"/>
              </a:rPr>
              <a:t>MM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395" name="Oval 35">
            <a:extLst>
              <a:ext uri="{FF2B5EF4-FFF2-40B4-BE49-F238E27FC236}">
                <a16:creationId xmlns:a16="http://schemas.microsoft.com/office/drawing/2014/main" id="{B44B0918-1BEF-4C90-9FBC-7664A5B892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2018" y="6630789"/>
            <a:ext cx="179388" cy="179387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8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96" name="직사각형 395">
            <a:extLst>
              <a:ext uri="{FF2B5EF4-FFF2-40B4-BE49-F238E27FC236}">
                <a16:creationId xmlns:a16="http://schemas.microsoft.com/office/drawing/2014/main" id="{AC1D2491-2219-4274-9FAF-A2C9C139FEE6}"/>
              </a:ext>
            </a:extLst>
          </p:cNvPr>
          <p:cNvSpPr/>
          <p:nvPr/>
        </p:nvSpPr>
        <p:spPr>
          <a:xfrm>
            <a:off x="373092" y="811447"/>
            <a:ext cx="8025430" cy="7089324"/>
          </a:xfrm>
          <a:prstGeom prst="rect">
            <a:avLst/>
          </a:prstGeom>
          <a:solidFill>
            <a:schemeClr val="tx1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97" name="사각형: 둥근 모서리 396">
            <a:extLst>
              <a:ext uri="{FF2B5EF4-FFF2-40B4-BE49-F238E27FC236}">
                <a16:creationId xmlns:a16="http://schemas.microsoft.com/office/drawing/2014/main" id="{4572DFA2-ACCB-49EC-BEF7-EFD950EF9159}"/>
              </a:ext>
            </a:extLst>
          </p:cNvPr>
          <p:cNvSpPr/>
          <p:nvPr/>
        </p:nvSpPr>
        <p:spPr>
          <a:xfrm>
            <a:off x="3044495" y="3003867"/>
            <a:ext cx="3523293" cy="1896176"/>
          </a:xfrm>
          <a:prstGeom prst="roundRect">
            <a:avLst>
              <a:gd name="adj" fmla="val 10558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8" name="TextBox 397">
            <a:extLst>
              <a:ext uri="{FF2B5EF4-FFF2-40B4-BE49-F238E27FC236}">
                <a16:creationId xmlns:a16="http://schemas.microsoft.com/office/drawing/2014/main" id="{7E5BC689-FD10-45CA-942D-F63C3373501D}"/>
              </a:ext>
            </a:extLst>
          </p:cNvPr>
          <p:cNvSpPr txBox="1"/>
          <p:nvPr/>
        </p:nvSpPr>
        <p:spPr>
          <a:xfrm>
            <a:off x="3196987" y="3266514"/>
            <a:ext cx="32772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청약 정보 </a:t>
            </a:r>
            <a:r>
              <a:rPr lang="ko-KR" altLang="en-US" sz="1000" b="1" dirty="0" err="1"/>
              <a:t>전송중입니다</a:t>
            </a:r>
            <a:r>
              <a:rPr lang="en-US" altLang="ko-KR" sz="1000" b="1" dirty="0"/>
              <a:t>.</a:t>
            </a:r>
            <a:endParaRPr lang="en-US" altLang="ko-KR" sz="1000" dirty="0"/>
          </a:p>
          <a:p>
            <a:pPr algn="ctr"/>
            <a:r>
              <a:rPr lang="ko-KR" altLang="en-US" sz="1000" dirty="0"/>
              <a:t>완료될 때까지 창을 닫지 말아주세요</a:t>
            </a:r>
            <a:endParaRPr lang="en-US" altLang="ko-KR" sz="1000" dirty="0"/>
          </a:p>
          <a:p>
            <a:pPr algn="ctr"/>
            <a:r>
              <a:rPr lang="ko-KR" altLang="en-US" sz="1000" dirty="0"/>
              <a:t>진행률 </a:t>
            </a:r>
            <a:r>
              <a:rPr lang="en-US" altLang="ko-KR" sz="1000" dirty="0"/>
              <a:t>: </a:t>
            </a:r>
            <a:r>
              <a:rPr lang="ko-KR" altLang="en-US" sz="1000" dirty="0"/>
              <a:t>진행률 </a:t>
            </a:r>
            <a:r>
              <a:rPr lang="en-US" altLang="ko-KR" sz="1000" dirty="0"/>
              <a:t>: {</a:t>
            </a:r>
            <a:r>
              <a:rPr lang="ko-KR" altLang="en-US" sz="1000" dirty="0"/>
              <a:t>진행완료 </a:t>
            </a:r>
            <a:r>
              <a:rPr lang="en-US" altLang="ko-KR" sz="1000" dirty="0"/>
              <a:t>num} / {</a:t>
            </a:r>
            <a:r>
              <a:rPr lang="ko-KR" altLang="en-US" sz="1000" dirty="0"/>
              <a:t>전체 개수 </a:t>
            </a:r>
            <a:r>
              <a:rPr lang="en-US" altLang="ko-KR" sz="1000" dirty="0"/>
              <a:t>num}</a:t>
            </a:r>
            <a:endParaRPr lang="ko-KR" altLang="en-US" sz="1000" dirty="0"/>
          </a:p>
          <a:p>
            <a:pPr algn="ctr"/>
            <a:r>
              <a:rPr lang="en-US" altLang="ko-KR" sz="1000" dirty="0"/>
              <a:t> </a:t>
            </a:r>
            <a:endParaRPr lang="ko-KR" altLang="en-US" sz="1000" dirty="0"/>
          </a:p>
        </p:txBody>
      </p:sp>
      <p:grpSp>
        <p:nvGrpSpPr>
          <p:cNvPr id="399" name="Spinner">
            <a:extLst>
              <a:ext uri="{FF2B5EF4-FFF2-40B4-BE49-F238E27FC236}">
                <a16:creationId xmlns:a16="http://schemas.microsoft.com/office/drawing/2014/main" id="{083880AC-D745-49BD-A208-41FF0C59BD5F}"/>
              </a:ext>
            </a:extLst>
          </p:cNvPr>
          <p:cNvGrpSpPr>
            <a:grpSpLocks noChangeAspect="1"/>
          </p:cNvGrpSpPr>
          <p:nvPr/>
        </p:nvGrpSpPr>
        <p:grpSpPr>
          <a:xfrm>
            <a:off x="4575670" y="4136423"/>
            <a:ext cx="550412" cy="556259"/>
            <a:chOff x="4659320" y="3340106"/>
            <a:chExt cx="149225" cy="150810"/>
          </a:xfrm>
        </p:grpSpPr>
        <p:sp>
          <p:nvSpPr>
            <p:cNvPr id="400" name="Part">
              <a:extLst>
                <a:ext uri="{FF2B5EF4-FFF2-40B4-BE49-F238E27FC236}">
                  <a16:creationId xmlns:a16="http://schemas.microsoft.com/office/drawing/2014/main" id="{B63B7836-3934-4A91-B8D9-3F5886176E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7584" y="3340106"/>
              <a:ext cx="14287" cy="36513"/>
            </a:xfrm>
            <a:custGeom>
              <a:avLst/>
              <a:gdLst>
                <a:gd name="T0" fmla="*/ 23 w 47"/>
                <a:gd name="T1" fmla="*/ 0 h 127"/>
                <a:gd name="T2" fmla="*/ 47 w 47"/>
                <a:gd name="T3" fmla="*/ 23 h 127"/>
                <a:gd name="T4" fmla="*/ 47 w 47"/>
                <a:gd name="T5" fmla="*/ 104 h 127"/>
                <a:gd name="T6" fmla="*/ 23 w 47"/>
                <a:gd name="T7" fmla="*/ 127 h 127"/>
                <a:gd name="T8" fmla="*/ 0 w 47"/>
                <a:gd name="T9" fmla="*/ 104 h 127"/>
                <a:gd name="T10" fmla="*/ 0 w 47"/>
                <a:gd name="T11" fmla="*/ 23 h 127"/>
                <a:gd name="T12" fmla="*/ 23 w 47"/>
                <a:gd name="T13" fmla="*/ 0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7" h="127">
                  <a:moveTo>
                    <a:pt x="23" y="0"/>
                  </a:moveTo>
                  <a:cubicBezTo>
                    <a:pt x="36" y="0"/>
                    <a:pt x="47" y="10"/>
                    <a:pt x="47" y="23"/>
                  </a:cubicBezTo>
                  <a:lnTo>
                    <a:pt x="47" y="104"/>
                  </a:lnTo>
                  <a:cubicBezTo>
                    <a:pt x="47" y="117"/>
                    <a:pt x="36" y="127"/>
                    <a:pt x="23" y="127"/>
                  </a:cubicBezTo>
                  <a:cubicBezTo>
                    <a:pt x="10" y="127"/>
                    <a:pt x="0" y="117"/>
                    <a:pt x="0" y="104"/>
                  </a:cubicBezTo>
                  <a:lnTo>
                    <a:pt x="0" y="23"/>
                  </a:lnTo>
                  <a:cubicBezTo>
                    <a:pt x="0" y="10"/>
                    <a:pt x="10" y="0"/>
                    <a:pt x="23" y="0"/>
                  </a:cubicBez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01" name="Part">
              <a:extLst>
                <a:ext uri="{FF2B5EF4-FFF2-40B4-BE49-F238E27FC236}">
                  <a16:creationId xmlns:a16="http://schemas.microsoft.com/office/drawing/2014/main" id="{892EE0CB-09DC-4214-8266-72A70F072781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9808" y="3348044"/>
              <a:ext cx="26987" cy="34925"/>
            </a:xfrm>
            <a:custGeom>
              <a:avLst/>
              <a:gdLst>
                <a:gd name="T0" fmla="*/ 79 w 94"/>
                <a:gd name="T1" fmla="*/ 7 h 123"/>
                <a:gd name="T2" fmla="*/ 87 w 94"/>
                <a:gd name="T3" fmla="*/ 38 h 123"/>
                <a:gd name="T4" fmla="*/ 47 w 94"/>
                <a:gd name="T5" fmla="*/ 108 h 123"/>
                <a:gd name="T6" fmla="*/ 15 w 94"/>
                <a:gd name="T7" fmla="*/ 117 h 123"/>
                <a:gd name="T8" fmla="*/ 7 w 94"/>
                <a:gd name="T9" fmla="*/ 85 h 123"/>
                <a:gd name="T10" fmla="*/ 47 w 94"/>
                <a:gd name="T11" fmla="*/ 15 h 123"/>
                <a:gd name="T12" fmla="*/ 79 w 94"/>
                <a:gd name="T13" fmla="*/ 7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4" h="123">
                  <a:moveTo>
                    <a:pt x="79" y="7"/>
                  </a:moveTo>
                  <a:cubicBezTo>
                    <a:pt x="90" y="13"/>
                    <a:pt x="94" y="27"/>
                    <a:pt x="87" y="38"/>
                  </a:cubicBezTo>
                  <a:lnTo>
                    <a:pt x="47" y="108"/>
                  </a:lnTo>
                  <a:cubicBezTo>
                    <a:pt x="41" y="119"/>
                    <a:pt x="27" y="123"/>
                    <a:pt x="15" y="117"/>
                  </a:cubicBezTo>
                  <a:cubicBezTo>
                    <a:pt x="4" y="110"/>
                    <a:pt x="0" y="96"/>
                    <a:pt x="7" y="85"/>
                  </a:cubicBezTo>
                  <a:lnTo>
                    <a:pt x="47" y="15"/>
                  </a:lnTo>
                  <a:cubicBezTo>
                    <a:pt x="53" y="4"/>
                    <a:pt x="68" y="0"/>
                    <a:pt x="79" y="7"/>
                  </a:cubicBez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02" name="Part">
              <a:extLst>
                <a:ext uri="{FF2B5EF4-FFF2-40B4-BE49-F238E27FC236}">
                  <a16:creationId xmlns:a16="http://schemas.microsoft.com/office/drawing/2014/main" id="{2D7C7108-C5D5-48B6-8F61-4D8A0921F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5684" y="3373444"/>
              <a:ext cx="34925" cy="26988"/>
            </a:xfrm>
            <a:custGeom>
              <a:avLst/>
              <a:gdLst>
                <a:gd name="T0" fmla="*/ 117 w 123"/>
                <a:gd name="T1" fmla="*/ 15 h 93"/>
                <a:gd name="T2" fmla="*/ 108 w 123"/>
                <a:gd name="T3" fmla="*/ 47 h 93"/>
                <a:gd name="T4" fmla="*/ 39 w 123"/>
                <a:gd name="T5" fmla="*/ 87 h 93"/>
                <a:gd name="T6" fmla="*/ 7 w 123"/>
                <a:gd name="T7" fmla="*/ 78 h 93"/>
                <a:gd name="T8" fmla="*/ 15 w 123"/>
                <a:gd name="T9" fmla="*/ 46 h 93"/>
                <a:gd name="T10" fmla="*/ 85 w 123"/>
                <a:gd name="T11" fmla="*/ 6 h 93"/>
                <a:gd name="T12" fmla="*/ 117 w 123"/>
                <a:gd name="T13" fmla="*/ 15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3" h="93">
                  <a:moveTo>
                    <a:pt x="117" y="15"/>
                  </a:moveTo>
                  <a:cubicBezTo>
                    <a:pt x="123" y="26"/>
                    <a:pt x="120" y="40"/>
                    <a:pt x="108" y="47"/>
                  </a:cubicBezTo>
                  <a:lnTo>
                    <a:pt x="39" y="87"/>
                  </a:lnTo>
                  <a:cubicBezTo>
                    <a:pt x="28" y="93"/>
                    <a:pt x="13" y="89"/>
                    <a:pt x="7" y="78"/>
                  </a:cubicBezTo>
                  <a:cubicBezTo>
                    <a:pt x="0" y="67"/>
                    <a:pt x="4" y="53"/>
                    <a:pt x="15" y="46"/>
                  </a:cubicBezTo>
                  <a:lnTo>
                    <a:pt x="85" y="6"/>
                  </a:lnTo>
                  <a:cubicBezTo>
                    <a:pt x="96" y="0"/>
                    <a:pt x="110" y="3"/>
                    <a:pt x="117" y="15"/>
                  </a:cubicBez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03" name="Part">
              <a:extLst>
                <a:ext uri="{FF2B5EF4-FFF2-40B4-BE49-F238E27FC236}">
                  <a16:creationId xmlns:a16="http://schemas.microsoft.com/office/drawing/2014/main" id="{71317102-B04F-41BE-AB5F-A3991CD1C710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3620" y="3408369"/>
              <a:ext cx="34925" cy="14288"/>
            </a:xfrm>
            <a:custGeom>
              <a:avLst/>
              <a:gdLst>
                <a:gd name="T0" fmla="*/ 127 w 127"/>
                <a:gd name="T1" fmla="*/ 23 h 47"/>
                <a:gd name="T2" fmla="*/ 104 w 127"/>
                <a:gd name="T3" fmla="*/ 47 h 47"/>
                <a:gd name="T4" fmla="*/ 24 w 127"/>
                <a:gd name="T5" fmla="*/ 47 h 47"/>
                <a:gd name="T6" fmla="*/ 0 w 127"/>
                <a:gd name="T7" fmla="*/ 23 h 47"/>
                <a:gd name="T8" fmla="*/ 24 w 127"/>
                <a:gd name="T9" fmla="*/ 0 h 47"/>
                <a:gd name="T10" fmla="*/ 104 w 127"/>
                <a:gd name="T11" fmla="*/ 0 h 47"/>
                <a:gd name="T12" fmla="*/ 127 w 127"/>
                <a:gd name="T13" fmla="*/ 23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7" h="47">
                  <a:moveTo>
                    <a:pt x="127" y="23"/>
                  </a:moveTo>
                  <a:cubicBezTo>
                    <a:pt x="127" y="36"/>
                    <a:pt x="117" y="47"/>
                    <a:pt x="104" y="47"/>
                  </a:cubicBezTo>
                  <a:lnTo>
                    <a:pt x="24" y="47"/>
                  </a:lnTo>
                  <a:cubicBezTo>
                    <a:pt x="11" y="47"/>
                    <a:pt x="0" y="36"/>
                    <a:pt x="0" y="23"/>
                  </a:cubicBezTo>
                  <a:cubicBezTo>
                    <a:pt x="0" y="10"/>
                    <a:pt x="11" y="0"/>
                    <a:pt x="24" y="0"/>
                  </a:cubicBezTo>
                  <a:lnTo>
                    <a:pt x="104" y="0"/>
                  </a:lnTo>
                  <a:cubicBezTo>
                    <a:pt x="117" y="0"/>
                    <a:pt x="127" y="10"/>
                    <a:pt x="127" y="23"/>
                  </a:cubicBez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04" name="Part">
              <a:extLst>
                <a:ext uri="{FF2B5EF4-FFF2-40B4-BE49-F238E27FC236}">
                  <a16:creationId xmlns:a16="http://schemas.microsoft.com/office/drawing/2014/main" id="{1475FAC0-5A0B-4D2A-AFAB-6104083EE44A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5679" y="3430594"/>
              <a:ext cx="34925" cy="26988"/>
            </a:xfrm>
            <a:custGeom>
              <a:avLst/>
              <a:gdLst>
                <a:gd name="T0" fmla="*/ 117 w 123"/>
                <a:gd name="T1" fmla="*/ 79 h 94"/>
                <a:gd name="T2" fmla="*/ 85 w 123"/>
                <a:gd name="T3" fmla="*/ 87 h 94"/>
                <a:gd name="T4" fmla="*/ 15 w 123"/>
                <a:gd name="T5" fmla="*/ 47 h 94"/>
                <a:gd name="T6" fmla="*/ 7 w 123"/>
                <a:gd name="T7" fmla="*/ 15 h 94"/>
                <a:gd name="T8" fmla="*/ 39 w 123"/>
                <a:gd name="T9" fmla="*/ 7 h 94"/>
                <a:gd name="T10" fmla="*/ 108 w 123"/>
                <a:gd name="T11" fmla="*/ 47 h 94"/>
                <a:gd name="T12" fmla="*/ 117 w 123"/>
                <a:gd name="T13" fmla="*/ 79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3" h="94">
                  <a:moveTo>
                    <a:pt x="117" y="79"/>
                  </a:moveTo>
                  <a:cubicBezTo>
                    <a:pt x="110" y="90"/>
                    <a:pt x="96" y="94"/>
                    <a:pt x="85" y="87"/>
                  </a:cubicBezTo>
                  <a:lnTo>
                    <a:pt x="15" y="47"/>
                  </a:lnTo>
                  <a:cubicBezTo>
                    <a:pt x="4" y="41"/>
                    <a:pt x="0" y="27"/>
                    <a:pt x="7" y="15"/>
                  </a:cubicBezTo>
                  <a:cubicBezTo>
                    <a:pt x="13" y="4"/>
                    <a:pt x="28" y="0"/>
                    <a:pt x="39" y="7"/>
                  </a:cubicBezTo>
                  <a:lnTo>
                    <a:pt x="108" y="47"/>
                  </a:lnTo>
                  <a:cubicBezTo>
                    <a:pt x="119" y="53"/>
                    <a:pt x="123" y="68"/>
                    <a:pt x="117" y="79"/>
                  </a:cubicBezTo>
                  <a:close/>
                </a:path>
              </a:pathLst>
            </a:custGeom>
            <a:solidFill>
              <a:srgbClr val="A1A1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05" name="Part">
              <a:extLst>
                <a:ext uri="{FF2B5EF4-FFF2-40B4-BE49-F238E27FC236}">
                  <a16:creationId xmlns:a16="http://schemas.microsoft.com/office/drawing/2014/main" id="{33F3AF85-D170-40B3-92FD-8449C5AC47A3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9803" y="3446469"/>
              <a:ext cx="26987" cy="34925"/>
            </a:xfrm>
            <a:custGeom>
              <a:avLst/>
              <a:gdLst>
                <a:gd name="T0" fmla="*/ 79 w 94"/>
                <a:gd name="T1" fmla="*/ 117 h 123"/>
                <a:gd name="T2" fmla="*/ 47 w 94"/>
                <a:gd name="T3" fmla="*/ 108 h 123"/>
                <a:gd name="T4" fmla="*/ 7 w 94"/>
                <a:gd name="T5" fmla="*/ 39 h 123"/>
                <a:gd name="T6" fmla="*/ 15 w 94"/>
                <a:gd name="T7" fmla="*/ 7 h 123"/>
                <a:gd name="T8" fmla="*/ 47 w 94"/>
                <a:gd name="T9" fmla="*/ 15 h 123"/>
                <a:gd name="T10" fmla="*/ 87 w 94"/>
                <a:gd name="T11" fmla="*/ 85 h 123"/>
                <a:gd name="T12" fmla="*/ 79 w 94"/>
                <a:gd name="T13" fmla="*/ 117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4" h="123">
                  <a:moveTo>
                    <a:pt x="79" y="117"/>
                  </a:moveTo>
                  <a:cubicBezTo>
                    <a:pt x="68" y="123"/>
                    <a:pt x="53" y="120"/>
                    <a:pt x="47" y="108"/>
                  </a:cubicBezTo>
                  <a:lnTo>
                    <a:pt x="7" y="39"/>
                  </a:lnTo>
                  <a:cubicBezTo>
                    <a:pt x="0" y="28"/>
                    <a:pt x="4" y="13"/>
                    <a:pt x="15" y="7"/>
                  </a:cubicBezTo>
                  <a:cubicBezTo>
                    <a:pt x="26" y="0"/>
                    <a:pt x="41" y="4"/>
                    <a:pt x="47" y="15"/>
                  </a:cubicBezTo>
                  <a:lnTo>
                    <a:pt x="87" y="85"/>
                  </a:lnTo>
                  <a:cubicBezTo>
                    <a:pt x="94" y="96"/>
                    <a:pt x="90" y="110"/>
                    <a:pt x="79" y="117"/>
                  </a:cubicBezTo>
                  <a:close/>
                </a:path>
              </a:pathLst>
            </a:custGeom>
            <a:solidFill>
              <a:srgbClr val="8989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06" name="Part">
              <a:extLst>
                <a:ext uri="{FF2B5EF4-FFF2-40B4-BE49-F238E27FC236}">
                  <a16:creationId xmlns:a16="http://schemas.microsoft.com/office/drawing/2014/main" id="{73D9A531-06E9-4925-8895-BD9240D7BAEC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7572" y="3454403"/>
              <a:ext cx="14287" cy="36513"/>
            </a:xfrm>
            <a:custGeom>
              <a:avLst/>
              <a:gdLst>
                <a:gd name="T0" fmla="*/ 23 w 47"/>
                <a:gd name="T1" fmla="*/ 127 h 127"/>
                <a:gd name="T2" fmla="*/ 0 w 47"/>
                <a:gd name="T3" fmla="*/ 104 h 127"/>
                <a:gd name="T4" fmla="*/ 0 w 47"/>
                <a:gd name="T5" fmla="*/ 24 h 127"/>
                <a:gd name="T6" fmla="*/ 23 w 47"/>
                <a:gd name="T7" fmla="*/ 0 h 127"/>
                <a:gd name="T8" fmla="*/ 47 w 47"/>
                <a:gd name="T9" fmla="*/ 24 h 127"/>
                <a:gd name="T10" fmla="*/ 47 w 47"/>
                <a:gd name="T11" fmla="*/ 104 h 127"/>
                <a:gd name="T12" fmla="*/ 23 w 47"/>
                <a:gd name="T13" fmla="*/ 127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7" h="127">
                  <a:moveTo>
                    <a:pt x="23" y="127"/>
                  </a:moveTo>
                  <a:cubicBezTo>
                    <a:pt x="10" y="127"/>
                    <a:pt x="0" y="117"/>
                    <a:pt x="0" y="104"/>
                  </a:cubicBezTo>
                  <a:lnTo>
                    <a:pt x="0" y="24"/>
                  </a:lnTo>
                  <a:cubicBezTo>
                    <a:pt x="0" y="11"/>
                    <a:pt x="10" y="0"/>
                    <a:pt x="23" y="0"/>
                  </a:cubicBezTo>
                  <a:cubicBezTo>
                    <a:pt x="36" y="0"/>
                    <a:pt x="47" y="11"/>
                    <a:pt x="47" y="24"/>
                  </a:cubicBezTo>
                  <a:lnTo>
                    <a:pt x="47" y="104"/>
                  </a:lnTo>
                  <a:cubicBezTo>
                    <a:pt x="47" y="117"/>
                    <a:pt x="36" y="127"/>
                    <a:pt x="23" y="127"/>
                  </a:cubicBezTo>
                  <a:close/>
                </a:path>
              </a:pathLst>
            </a:custGeom>
            <a:solidFill>
              <a:srgbClr val="7070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07" name="Part">
              <a:extLst>
                <a:ext uri="{FF2B5EF4-FFF2-40B4-BE49-F238E27FC236}">
                  <a16:creationId xmlns:a16="http://schemas.microsoft.com/office/drawing/2014/main" id="{22ECCC18-D714-466F-8CB8-521E5E04FBD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2647" y="3446468"/>
              <a:ext cx="26987" cy="34925"/>
            </a:xfrm>
            <a:custGeom>
              <a:avLst/>
              <a:gdLst>
                <a:gd name="T0" fmla="*/ 15 w 93"/>
                <a:gd name="T1" fmla="*/ 117 h 123"/>
                <a:gd name="T2" fmla="*/ 6 w 93"/>
                <a:gd name="T3" fmla="*/ 85 h 123"/>
                <a:gd name="T4" fmla="*/ 46 w 93"/>
                <a:gd name="T5" fmla="*/ 15 h 123"/>
                <a:gd name="T6" fmla="*/ 78 w 93"/>
                <a:gd name="T7" fmla="*/ 7 h 123"/>
                <a:gd name="T8" fmla="*/ 87 w 93"/>
                <a:gd name="T9" fmla="*/ 39 h 123"/>
                <a:gd name="T10" fmla="*/ 46 w 93"/>
                <a:gd name="T11" fmla="*/ 108 h 123"/>
                <a:gd name="T12" fmla="*/ 15 w 93"/>
                <a:gd name="T13" fmla="*/ 117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3" h="123">
                  <a:moveTo>
                    <a:pt x="15" y="117"/>
                  </a:moveTo>
                  <a:cubicBezTo>
                    <a:pt x="3" y="110"/>
                    <a:pt x="0" y="96"/>
                    <a:pt x="6" y="85"/>
                  </a:cubicBezTo>
                  <a:lnTo>
                    <a:pt x="46" y="15"/>
                  </a:lnTo>
                  <a:cubicBezTo>
                    <a:pt x="53" y="4"/>
                    <a:pt x="67" y="0"/>
                    <a:pt x="78" y="7"/>
                  </a:cubicBezTo>
                  <a:cubicBezTo>
                    <a:pt x="89" y="13"/>
                    <a:pt x="93" y="28"/>
                    <a:pt x="87" y="39"/>
                  </a:cubicBezTo>
                  <a:lnTo>
                    <a:pt x="46" y="108"/>
                  </a:lnTo>
                  <a:cubicBezTo>
                    <a:pt x="40" y="119"/>
                    <a:pt x="26" y="123"/>
                    <a:pt x="15" y="117"/>
                  </a:cubicBez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08" name="Part">
              <a:extLst>
                <a:ext uri="{FF2B5EF4-FFF2-40B4-BE49-F238E27FC236}">
                  <a16:creationId xmlns:a16="http://schemas.microsoft.com/office/drawing/2014/main" id="{A253344C-2583-4385-B823-82D3861B97B9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7247" y="3430589"/>
              <a:ext cx="34925" cy="26988"/>
            </a:xfrm>
            <a:custGeom>
              <a:avLst/>
              <a:gdLst>
                <a:gd name="T0" fmla="*/ 7 w 123"/>
                <a:gd name="T1" fmla="*/ 79 h 94"/>
                <a:gd name="T2" fmla="*/ 15 w 123"/>
                <a:gd name="T3" fmla="*/ 47 h 94"/>
                <a:gd name="T4" fmla="*/ 85 w 123"/>
                <a:gd name="T5" fmla="*/ 7 h 94"/>
                <a:gd name="T6" fmla="*/ 117 w 123"/>
                <a:gd name="T7" fmla="*/ 15 h 94"/>
                <a:gd name="T8" fmla="*/ 108 w 123"/>
                <a:gd name="T9" fmla="*/ 47 h 94"/>
                <a:gd name="T10" fmla="*/ 38 w 123"/>
                <a:gd name="T11" fmla="*/ 87 h 94"/>
                <a:gd name="T12" fmla="*/ 7 w 123"/>
                <a:gd name="T13" fmla="*/ 79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3" h="94">
                  <a:moveTo>
                    <a:pt x="7" y="79"/>
                  </a:moveTo>
                  <a:cubicBezTo>
                    <a:pt x="0" y="68"/>
                    <a:pt x="4" y="53"/>
                    <a:pt x="15" y="47"/>
                  </a:cubicBezTo>
                  <a:lnTo>
                    <a:pt x="85" y="7"/>
                  </a:lnTo>
                  <a:cubicBezTo>
                    <a:pt x="96" y="0"/>
                    <a:pt x="110" y="4"/>
                    <a:pt x="117" y="15"/>
                  </a:cubicBezTo>
                  <a:cubicBezTo>
                    <a:pt x="123" y="26"/>
                    <a:pt x="119" y="41"/>
                    <a:pt x="108" y="47"/>
                  </a:cubicBezTo>
                  <a:lnTo>
                    <a:pt x="38" y="87"/>
                  </a:lnTo>
                  <a:cubicBezTo>
                    <a:pt x="27" y="94"/>
                    <a:pt x="13" y="90"/>
                    <a:pt x="7" y="79"/>
                  </a:cubicBez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09" name="Part">
              <a:extLst>
                <a:ext uri="{FF2B5EF4-FFF2-40B4-BE49-F238E27FC236}">
                  <a16:creationId xmlns:a16="http://schemas.microsoft.com/office/drawing/2014/main" id="{B26CAFF7-03E9-427C-AAEF-A5DDCB76AEAB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9320" y="3408368"/>
              <a:ext cx="36512" cy="14288"/>
            </a:xfrm>
            <a:custGeom>
              <a:avLst/>
              <a:gdLst>
                <a:gd name="T0" fmla="*/ 0 w 127"/>
                <a:gd name="T1" fmla="*/ 23 h 47"/>
                <a:gd name="T2" fmla="*/ 23 w 127"/>
                <a:gd name="T3" fmla="*/ 0 h 47"/>
                <a:gd name="T4" fmla="*/ 104 w 127"/>
                <a:gd name="T5" fmla="*/ 0 h 47"/>
                <a:gd name="T6" fmla="*/ 127 w 127"/>
                <a:gd name="T7" fmla="*/ 23 h 47"/>
                <a:gd name="T8" fmla="*/ 104 w 127"/>
                <a:gd name="T9" fmla="*/ 47 h 47"/>
                <a:gd name="T10" fmla="*/ 23 w 127"/>
                <a:gd name="T11" fmla="*/ 47 h 47"/>
                <a:gd name="T12" fmla="*/ 0 w 127"/>
                <a:gd name="T13" fmla="*/ 23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7" h="47">
                  <a:moveTo>
                    <a:pt x="0" y="23"/>
                  </a:moveTo>
                  <a:cubicBezTo>
                    <a:pt x="0" y="10"/>
                    <a:pt x="10" y="0"/>
                    <a:pt x="23" y="0"/>
                  </a:cubicBezTo>
                  <a:lnTo>
                    <a:pt x="104" y="0"/>
                  </a:lnTo>
                  <a:cubicBezTo>
                    <a:pt x="117" y="0"/>
                    <a:pt x="127" y="10"/>
                    <a:pt x="127" y="23"/>
                  </a:cubicBezTo>
                  <a:cubicBezTo>
                    <a:pt x="127" y="36"/>
                    <a:pt x="117" y="47"/>
                    <a:pt x="104" y="47"/>
                  </a:cubicBezTo>
                  <a:lnTo>
                    <a:pt x="23" y="47"/>
                  </a:lnTo>
                  <a:cubicBezTo>
                    <a:pt x="10" y="47"/>
                    <a:pt x="0" y="36"/>
                    <a:pt x="0" y="23"/>
                  </a:cubicBez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10" name="Part">
              <a:extLst>
                <a:ext uri="{FF2B5EF4-FFF2-40B4-BE49-F238E27FC236}">
                  <a16:creationId xmlns:a16="http://schemas.microsoft.com/office/drawing/2014/main" id="{42ECF390-831B-493E-BD6D-52B23171DA95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7247" y="3373444"/>
              <a:ext cx="34925" cy="26988"/>
            </a:xfrm>
            <a:custGeom>
              <a:avLst/>
              <a:gdLst>
                <a:gd name="T0" fmla="*/ 7 w 123"/>
                <a:gd name="T1" fmla="*/ 15 h 93"/>
                <a:gd name="T2" fmla="*/ 38 w 123"/>
                <a:gd name="T3" fmla="*/ 6 h 93"/>
                <a:gd name="T4" fmla="*/ 108 w 123"/>
                <a:gd name="T5" fmla="*/ 46 h 93"/>
                <a:gd name="T6" fmla="*/ 117 w 123"/>
                <a:gd name="T7" fmla="*/ 78 h 93"/>
                <a:gd name="T8" fmla="*/ 85 w 123"/>
                <a:gd name="T9" fmla="*/ 87 h 93"/>
                <a:gd name="T10" fmla="*/ 15 w 123"/>
                <a:gd name="T11" fmla="*/ 46 h 93"/>
                <a:gd name="T12" fmla="*/ 7 w 123"/>
                <a:gd name="T13" fmla="*/ 15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3" h="93">
                  <a:moveTo>
                    <a:pt x="7" y="15"/>
                  </a:moveTo>
                  <a:cubicBezTo>
                    <a:pt x="13" y="3"/>
                    <a:pt x="27" y="0"/>
                    <a:pt x="38" y="6"/>
                  </a:cubicBezTo>
                  <a:lnTo>
                    <a:pt x="108" y="46"/>
                  </a:lnTo>
                  <a:cubicBezTo>
                    <a:pt x="119" y="53"/>
                    <a:pt x="123" y="67"/>
                    <a:pt x="117" y="78"/>
                  </a:cubicBezTo>
                  <a:cubicBezTo>
                    <a:pt x="110" y="89"/>
                    <a:pt x="96" y="93"/>
                    <a:pt x="85" y="87"/>
                  </a:cubicBezTo>
                  <a:lnTo>
                    <a:pt x="15" y="46"/>
                  </a:lnTo>
                  <a:cubicBezTo>
                    <a:pt x="4" y="40"/>
                    <a:pt x="0" y="26"/>
                    <a:pt x="7" y="15"/>
                  </a:cubicBez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11" name="Part">
              <a:extLst>
                <a:ext uri="{FF2B5EF4-FFF2-40B4-BE49-F238E27FC236}">
                  <a16:creationId xmlns:a16="http://schemas.microsoft.com/office/drawing/2014/main" id="{98864BC2-A93E-4677-88BB-FB940C6C5B2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2650" y="3348038"/>
              <a:ext cx="26987" cy="34925"/>
            </a:xfrm>
            <a:custGeom>
              <a:avLst/>
              <a:gdLst>
                <a:gd name="T0" fmla="*/ 15 w 93"/>
                <a:gd name="T1" fmla="*/ 7 h 123"/>
                <a:gd name="T2" fmla="*/ 47 w 93"/>
                <a:gd name="T3" fmla="*/ 15 h 123"/>
                <a:gd name="T4" fmla="*/ 87 w 93"/>
                <a:gd name="T5" fmla="*/ 85 h 123"/>
                <a:gd name="T6" fmla="*/ 78 w 93"/>
                <a:gd name="T7" fmla="*/ 117 h 123"/>
                <a:gd name="T8" fmla="*/ 46 w 93"/>
                <a:gd name="T9" fmla="*/ 108 h 123"/>
                <a:gd name="T10" fmla="*/ 6 w 93"/>
                <a:gd name="T11" fmla="*/ 38 h 123"/>
                <a:gd name="T12" fmla="*/ 15 w 93"/>
                <a:gd name="T13" fmla="*/ 7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3" h="123">
                  <a:moveTo>
                    <a:pt x="15" y="7"/>
                  </a:moveTo>
                  <a:cubicBezTo>
                    <a:pt x="26" y="0"/>
                    <a:pt x="40" y="4"/>
                    <a:pt x="47" y="15"/>
                  </a:cubicBezTo>
                  <a:lnTo>
                    <a:pt x="87" y="85"/>
                  </a:lnTo>
                  <a:cubicBezTo>
                    <a:pt x="93" y="96"/>
                    <a:pt x="89" y="110"/>
                    <a:pt x="78" y="117"/>
                  </a:cubicBezTo>
                  <a:cubicBezTo>
                    <a:pt x="67" y="123"/>
                    <a:pt x="53" y="119"/>
                    <a:pt x="46" y="108"/>
                  </a:cubicBezTo>
                  <a:lnTo>
                    <a:pt x="6" y="38"/>
                  </a:lnTo>
                  <a:cubicBezTo>
                    <a:pt x="0" y="27"/>
                    <a:pt x="3" y="13"/>
                    <a:pt x="15" y="7"/>
                  </a:cubicBez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412" name="Oval 35">
            <a:extLst>
              <a:ext uri="{FF2B5EF4-FFF2-40B4-BE49-F238E27FC236}">
                <a16:creationId xmlns:a16="http://schemas.microsoft.com/office/drawing/2014/main" id="{0A226F0E-E99C-43E2-B1A2-72650E415C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7013" y="3200989"/>
            <a:ext cx="179388" cy="179387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800" b="1" dirty="0">
                <a:solidFill>
                  <a:srgbClr val="FFFFFF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0154350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F887A-BAB4-AE73-C156-62A3B724C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6C713790-DE53-4281-0476-CB87470294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0553292"/>
              </p:ext>
            </p:extLst>
          </p:nvPr>
        </p:nvGraphicFramePr>
        <p:xfrm>
          <a:off x="8696507" y="811447"/>
          <a:ext cx="3128548" cy="57304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02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1491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ko-KR" sz="800" b="0" kern="12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Description</a:t>
                      </a:r>
                      <a:endParaRPr lang="ko-KR" altLang="en-US" sz="800" b="0" kern="1200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en-US" altLang="ko-KR" sz="8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125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보험료 조회 없이 즉시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카드 결제 선택 시 화면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9071" marR="99071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0085253"/>
                  </a:ext>
                </a:extLst>
              </a:tr>
              <a:tr h="5150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청약신청한 테이블 내역 노출</a:t>
                      </a:r>
                      <a:endParaRPr lang="en-US" altLang="ko-KR" sz="8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수정불가 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9071" marR="99071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373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85551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청약신청 대상자 태그 영역</a:t>
                      </a:r>
                      <a:endParaRPr lang="en-US" altLang="ko-KR" sz="8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marR="0" indent="-171450" algn="l" defTabSz="85551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테이블에 입력 후 청약신청한 대상자 리스트를 태그 형태로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[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실패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]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{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한글성명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} : {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주민등록번호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}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형태로 노출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marR="0" indent="-171450" algn="l" defTabSz="85551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800" b="0" u="sng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Only </a:t>
                      </a:r>
                      <a:r>
                        <a:rPr lang="ko-KR" altLang="en-US" sz="800" b="0" u="sng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실패 인원만 빨간색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태그로 노출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ㄴ 클릭 시 청약 재시도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모달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노출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hlinkClick r:id="rId15" action="ppaction://hlinksldjump"/>
                        </a:rPr>
                        <a:t>17page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hlinkClick r:id="rId15" action="ppaction://hlinksldjump"/>
                        </a:rPr>
                        <a:t>참고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  <a:p>
                      <a:pPr marL="171450" marR="0" indent="-171450" algn="l" defTabSz="85551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성공인원은 태그로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미노출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9071" marR="99071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5424848"/>
                  </a:ext>
                </a:extLst>
              </a:tr>
              <a:tr h="5694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85551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전체인원 다운로드 버튼</a:t>
                      </a:r>
                      <a:endParaRPr lang="en-US" altLang="ko-KR" sz="8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marR="0" indent="-171450" algn="l" defTabSz="85551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위 테이블 기준 청약 진행한 대상 전체 데이터 다운로드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indent="0" algn="l" defTabSz="85551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9071" marR="99071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224122"/>
                  </a:ext>
                </a:extLst>
              </a:tr>
              <a:tr h="108083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85551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성공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실패 인원 데이터 다운로드</a:t>
                      </a:r>
                      <a:endParaRPr lang="en-US" altLang="ko-KR" sz="8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marR="0" indent="-171450" algn="l" defTabSz="85551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청약 진행 대상 인원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모두 성공 시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case (4-1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참고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ㄴ전체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인원 데이터 다운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+</a:t>
                      </a:r>
                      <a:r>
                        <a:rPr lang="en-US" altLang="ko-KR" sz="800" b="1" u="sng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800" b="0" u="sng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성공 인원 데이터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버튼 노출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marR="0" indent="-171450" algn="l" defTabSz="85551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청약 진행 대상 인원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일부 성공 일부 실패 시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case(4-1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참고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ㄴ성공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실패 인원 데이터 다운로드 </a:t>
                      </a:r>
                      <a:r>
                        <a:rPr lang="ko-KR" altLang="en-US" sz="800" b="1" u="sng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둘다 노출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marR="0" indent="-171450" algn="l" defTabSz="85551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청약 진행 대상 인원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모두 실패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case (4-2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참고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ㄴ</a:t>
                      </a:r>
                      <a:r>
                        <a:rPr lang="ko-KR" altLang="en-US" sz="800" b="1" u="sng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전체</a:t>
                      </a:r>
                      <a:r>
                        <a:rPr lang="ko-KR" altLang="en-US" sz="800" b="1" u="sng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인원 </a:t>
                      </a:r>
                      <a:r>
                        <a:rPr lang="en-US" altLang="ko-KR" sz="800" b="1" u="sng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+ </a:t>
                      </a:r>
                      <a:r>
                        <a:rPr lang="ko-KR" altLang="en-US" sz="800" b="0" u="sng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실패 인원 </a:t>
                      </a:r>
                      <a:r>
                        <a:rPr lang="en-US" altLang="ko-KR" sz="800" b="0" u="sng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+ </a:t>
                      </a:r>
                      <a:r>
                        <a:rPr lang="ko-KR" altLang="en-US" sz="800" b="0" u="sng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성공인원 </a:t>
                      </a:r>
                      <a:r>
                        <a:rPr lang="en-US" altLang="ko-KR" sz="800" b="0" u="sng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+ </a:t>
                      </a:r>
                      <a:r>
                        <a:rPr lang="ko-KR" altLang="en-US" sz="800" b="0" u="sng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동일조건 다시 청약</a:t>
                      </a:r>
                      <a:br>
                        <a:rPr lang="en-US" altLang="ko-KR" sz="800" b="0" u="sng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r>
                        <a:rPr lang="ko-KR" altLang="en-US" sz="800" b="0" u="sng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버튼 전체 노출 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9071" marR="99071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0376303"/>
                  </a:ext>
                </a:extLst>
              </a:tr>
              <a:tr h="72373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85551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동일 조건으로 다시 청약</a:t>
                      </a:r>
                      <a:endParaRPr lang="en-US" altLang="ko-KR" sz="8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marR="0" indent="-171450" algn="l" defTabSz="85551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카드번호를 잘못입력 했거나 통신에 실패해서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전체건들이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실패했을 경우를 위한 일괄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API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재전송 버튼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marR="0" indent="-171450" algn="l" defTabSz="85551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1" u="sng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전체 청약신청한 건들이 실패했을 경우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노출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marR="0" indent="-171450" algn="l" defTabSz="85551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클릭 시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API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재전송 및 재전송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로더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노출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14PAGE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와 동일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marR="0" indent="-171450" algn="l" defTabSz="85551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일괄로 정보 수정하여 일괄 전송 불가능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X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ㄴ 정보 수정 후 재청약을 원하는 경우 실패 태그 클릭하여 처리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9071" marR="99071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5725310"/>
                  </a:ext>
                </a:extLst>
              </a:tr>
            </a:tbl>
          </a:graphicData>
        </a:graphic>
      </p:graphicFrame>
      <p:sp>
        <p:nvSpPr>
          <p:cNvPr id="65" name="TextBox 64">
            <a:extLst>
              <a:ext uri="{FF2B5EF4-FFF2-40B4-BE49-F238E27FC236}">
                <a16:creationId xmlns:a16="http://schemas.microsoft.com/office/drawing/2014/main" id="{28EE15C2-726D-1206-37B5-A1B5551B8BB9}"/>
              </a:ext>
            </a:extLst>
          </p:cNvPr>
          <p:cNvSpPr txBox="1"/>
          <p:nvPr/>
        </p:nvSpPr>
        <p:spPr>
          <a:xfrm>
            <a:off x="4312366" y="199627"/>
            <a:ext cx="321589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청약신청 결과 페이지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CC5D9C1-99DF-3DA3-205C-4EC37F011E43}"/>
              </a:ext>
            </a:extLst>
          </p:cNvPr>
          <p:cNvSpPr txBox="1"/>
          <p:nvPr/>
        </p:nvSpPr>
        <p:spPr>
          <a:xfrm>
            <a:off x="4312365" y="419389"/>
            <a:ext cx="53745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1. 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메인 </a:t>
            </a: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&gt; 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정보입력 </a:t>
            </a: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&gt; 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보험료 조회 </a:t>
            </a: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&gt; 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보험료 조회 결과 확인  </a:t>
            </a: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&gt; 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카드 결제 </a:t>
            </a: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OR </a:t>
            </a:r>
            <a:r>
              <a:rPr lang="ko-KR" altLang="en-US" sz="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후정산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</a:t>
            </a: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&gt; 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청약신청 결과 조회</a:t>
            </a:r>
            <a:b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</a:b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2. 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메인 </a:t>
            </a: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&gt; 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정보입력 </a:t>
            </a: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&gt; 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즉시카드결제 </a:t>
            </a: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OR 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즉시 </a:t>
            </a:r>
            <a:r>
              <a:rPr lang="ko-KR" altLang="en-US" sz="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후정산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</a:t>
            </a: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&gt; 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청약신청 결과 조회</a:t>
            </a:r>
            <a:endParaRPr lang="en-US" altLang="ko-KR" sz="900" dirty="0">
              <a:latin typeface="+mn-ea"/>
            </a:endParaRPr>
          </a:p>
        </p:txBody>
      </p:sp>
      <p:sp>
        <p:nvSpPr>
          <p:cNvPr id="354" name="TextBox 353">
            <a:extLst>
              <a:ext uri="{FF2B5EF4-FFF2-40B4-BE49-F238E27FC236}">
                <a16:creationId xmlns:a16="http://schemas.microsoft.com/office/drawing/2014/main" id="{5D3F8AB6-1831-B76D-B4B7-FF8771D3C835}"/>
              </a:ext>
            </a:extLst>
          </p:cNvPr>
          <p:cNvSpPr txBox="1"/>
          <p:nvPr/>
        </p:nvSpPr>
        <p:spPr>
          <a:xfrm>
            <a:off x="10848513" y="421528"/>
            <a:ext cx="9765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Page</a:t>
            </a:r>
            <a:endParaRPr lang="ko-KR" altLang="en-US" sz="80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4CBD29E-8571-8A7C-F2EC-405859348E90}"/>
              </a:ext>
            </a:extLst>
          </p:cNvPr>
          <p:cNvSpPr/>
          <p:nvPr/>
        </p:nvSpPr>
        <p:spPr>
          <a:xfrm>
            <a:off x="404237" y="811446"/>
            <a:ext cx="8000854" cy="4446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800" b="1" dirty="0">
              <a:solidFill>
                <a:schemeClr val="bg1">
                  <a:lumMod val="50000"/>
                </a:schemeClr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E66C289-79C8-AAF2-C948-7FBAC9E62BEE}"/>
              </a:ext>
            </a:extLst>
          </p:cNvPr>
          <p:cNvSpPr txBox="1"/>
          <p:nvPr/>
        </p:nvSpPr>
        <p:spPr>
          <a:xfrm>
            <a:off x="6865733" y="898520"/>
            <a:ext cx="152327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itchFamily="2" charset="-127"/>
                <a:ea typeface="나눔고딕" pitchFamily="2" charset="-127"/>
              </a:rPr>
              <a:t>{NAME}</a:t>
            </a:r>
            <a:endParaRPr lang="ko-KR" altLang="en-US" sz="1050" b="1" dirty="0">
              <a:solidFill>
                <a:schemeClr val="tx1">
                  <a:lumMod val="65000"/>
                  <a:lumOff val="35000"/>
                </a:schemeClr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00E838E-E647-F2FF-1FE8-1B0B0D7F5610}"/>
              </a:ext>
            </a:extLst>
          </p:cNvPr>
          <p:cNvSpPr txBox="1"/>
          <p:nvPr/>
        </p:nvSpPr>
        <p:spPr>
          <a:xfrm>
            <a:off x="7591343" y="909155"/>
            <a:ext cx="69121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u="sng" dirty="0">
                <a:solidFill>
                  <a:schemeClr val="bg1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로그아웃</a:t>
            </a:r>
          </a:p>
        </p:txBody>
      </p:sp>
      <p:pic>
        <p:nvPicPr>
          <p:cNvPr id="238" name="그림 237">
            <a:extLst>
              <a:ext uri="{FF2B5EF4-FFF2-40B4-BE49-F238E27FC236}">
                <a16:creationId xmlns:a16="http://schemas.microsoft.com/office/drawing/2014/main" id="{F648D153-5058-7BCA-E3B4-8825BD54D9D0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5640" y="957994"/>
            <a:ext cx="142662" cy="142662"/>
          </a:xfrm>
          <a:prstGeom prst="rect">
            <a:avLst/>
          </a:prstGeom>
        </p:spPr>
      </p:pic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94EE4D56-34C8-465A-B0CA-C8283036F0AA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45200" y="1725228"/>
          <a:ext cx="7920090" cy="14410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6603">
                  <a:extLst>
                    <a:ext uri="{9D8B030D-6E8A-4147-A177-3AD203B41FA5}">
                      <a16:colId xmlns:a16="http://schemas.microsoft.com/office/drawing/2014/main" val="3149999645"/>
                    </a:ext>
                  </a:extLst>
                </a:gridCol>
                <a:gridCol w="686340">
                  <a:extLst>
                    <a:ext uri="{9D8B030D-6E8A-4147-A177-3AD203B41FA5}">
                      <a16:colId xmlns:a16="http://schemas.microsoft.com/office/drawing/2014/main" val="144949006"/>
                    </a:ext>
                  </a:extLst>
                </a:gridCol>
                <a:gridCol w="730346">
                  <a:extLst>
                    <a:ext uri="{9D8B030D-6E8A-4147-A177-3AD203B41FA5}">
                      <a16:colId xmlns:a16="http://schemas.microsoft.com/office/drawing/2014/main" val="3613674393"/>
                    </a:ext>
                  </a:extLst>
                </a:gridCol>
                <a:gridCol w="902747">
                  <a:extLst>
                    <a:ext uri="{9D8B030D-6E8A-4147-A177-3AD203B41FA5}">
                      <a16:colId xmlns:a16="http://schemas.microsoft.com/office/drawing/2014/main" val="2622731716"/>
                    </a:ext>
                  </a:extLst>
                </a:gridCol>
                <a:gridCol w="875030">
                  <a:extLst>
                    <a:ext uri="{9D8B030D-6E8A-4147-A177-3AD203B41FA5}">
                      <a16:colId xmlns:a16="http://schemas.microsoft.com/office/drawing/2014/main" val="1881976941"/>
                    </a:ext>
                  </a:extLst>
                </a:gridCol>
                <a:gridCol w="875030">
                  <a:extLst>
                    <a:ext uri="{9D8B030D-6E8A-4147-A177-3AD203B41FA5}">
                      <a16:colId xmlns:a16="http://schemas.microsoft.com/office/drawing/2014/main" val="366950901"/>
                    </a:ext>
                  </a:extLst>
                </a:gridCol>
                <a:gridCol w="741680">
                  <a:extLst>
                    <a:ext uri="{9D8B030D-6E8A-4147-A177-3AD203B41FA5}">
                      <a16:colId xmlns:a16="http://schemas.microsoft.com/office/drawing/2014/main" val="3548355476"/>
                    </a:ext>
                  </a:extLst>
                </a:gridCol>
                <a:gridCol w="1006793">
                  <a:extLst>
                    <a:ext uri="{9D8B030D-6E8A-4147-A177-3AD203B41FA5}">
                      <a16:colId xmlns:a16="http://schemas.microsoft.com/office/drawing/2014/main" val="2697319228"/>
                    </a:ext>
                  </a:extLst>
                </a:gridCol>
                <a:gridCol w="913130">
                  <a:extLst>
                    <a:ext uri="{9D8B030D-6E8A-4147-A177-3AD203B41FA5}">
                      <a16:colId xmlns:a16="http://schemas.microsoft.com/office/drawing/2014/main" val="1424734495"/>
                    </a:ext>
                  </a:extLst>
                </a:gridCol>
                <a:gridCol w="772391">
                  <a:extLst>
                    <a:ext uri="{9D8B030D-6E8A-4147-A177-3AD203B41FA5}">
                      <a16:colId xmlns:a16="http://schemas.microsoft.com/office/drawing/2014/main" val="2460541664"/>
                    </a:ext>
                  </a:extLst>
                </a:gridCol>
              </a:tblGrid>
              <a:tr h="224170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* </a:t>
                      </a:r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고객사명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* </a:t>
                      </a:r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한글성명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*</a:t>
                      </a:r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주민등록번호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*</a:t>
                      </a:r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보험시작일시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*</a:t>
                      </a:r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보험종료일시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*</a:t>
                      </a:r>
                      <a:r>
                        <a:rPr lang="ko-KR" altLang="en-US" sz="800" b="1" dirty="0" err="1">
                          <a:solidFill>
                            <a:schemeClr val="bg1"/>
                          </a:solidFill>
                        </a:rPr>
                        <a:t>플랜명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영문성명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핸드폰번호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티켓번호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4863723"/>
                  </a:ext>
                </a:extLst>
              </a:tr>
              <a:tr h="304230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SM C&amp;C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홍민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910125-111111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2026-01-21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2026-01-23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SMCNC_A2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HONGMIN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010-1111-1111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12312312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8413740"/>
                  </a:ext>
                </a:extLst>
              </a:tr>
              <a:tr h="304230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SM C&amp;C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홍길동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921111-111111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2026-01-21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2026-01-23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SMCNC_A2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HONG GILDONG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010-2222-2222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12311131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9820604"/>
                  </a:ext>
                </a:extLst>
              </a:tr>
              <a:tr h="304230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SM C&amp;C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홍순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7472760"/>
                  </a:ext>
                </a:extLst>
              </a:tr>
              <a:tr h="304230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홍진호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910111-123123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2026-01-21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2026-01-23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SMCNC_A2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6043149"/>
                  </a:ext>
                </a:extLst>
              </a:tr>
            </a:tbl>
          </a:graphicData>
        </a:graphic>
      </p:graphicFrame>
      <p:sp>
        <p:nvSpPr>
          <p:cNvPr id="89" name="Track">
            <a:extLst>
              <a:ext uri="{FF2B5EF4-FFF2-40B4-BE49-F238E27FC236}">
                <a16:creationId xmlns:a16="http://schemas.microsoft.com/office/drawing/2014/main" id="{5D706130-8AE5-4D05-9243-E3D3EC6DB82F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 rot="10800000">
            <a:off x="432194" y="3161489"/>
            <a:ext cx="7956453" cy="118619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7" name="Scroll Thumb">
            <a:extLst>
              <a:ext uri="{FF2B5EF4-FFF2-40B4-BE49-F238E27FC236}">
                <a16:creationId xmlns:a16="http://schemas.microsoft.com/office/drawing/2014/main" id="{0CB441AD-2200-47A0-BBCA-4EFFC96AB5D6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 rot="10800000">
            <a:off x="678840" y="3190177"/>
            <a:ext cx="5882364" cy="61243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9" name="Chevron">
            <a:extLst>
              <a:ext uri="{FF2B5EF4-FFF2-40B4-BE49-F238E27FC236}">
                <a16:creationId xmlns:a16="http://schemas.microsoft.com/office/drawing/2014/main" id="{41847578-DDFC-4C2A-9379-9B661395EC07}"/>
              </a:ext>
            </a:extLst>
          </p:cNvPr>
          <p:cNvSpPr>
            <a:spLocks noChangeAspect="1"/>
          </p:cNvSpPr>
          <p:nvPr>
            <p:custDataLst>
              <p:tags r:id="rId3"/>
            </p:custDataLst>
          </p:nvPr>
        </p:nvSpPr>
        <p:spPr bwMode="auto">
          <a:xfrm rot="16200000" flipH="1">
            <a:off x="8186193" y="3206880"/>
            <a:ext cx="88545" cy="53979"/>
          </a:xfrm>
          <a:custGeom>
            <a:avLst/>
            <a:gdLst>
              <a:gd name="T0" fmla="*/ 0 w 197"/>
              <a:gd name="T1" fmla="*/ 0 h 115"/>
              <a:gd name="T2" fmla="*/ 99 w 197"/>
              <a:gd name="T3" fmla="*/ 115 h 115"/>
              <a:gd name="T4" fmla="*/ 197 w 197"/>
              <a:gd name="T5" fmla="*/ 0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7" h="115">
                <a:moveTo>
                  <a:pt x="0" y="0"/>
                </a:moveTo>
                <a:lnTo>
                  <a:pt x="99" y="115"/>
                </a:lnTo>
                <a:lnTo>
                  <a:pt x="197" y="0"/>
                </a:lnTo>
              </a:path>
            </a:pathLst>
          </a:custGeom>
          <a:noFill/>
          <a:ln w="6350" cap="sq">
            <a:solidFill>
              <a:srgbClr val="80808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4" name="Rectangle 89">
            <a:extLst>
              <a:ext uri="{FF2B5EF4-FFF2-40B4-BE49-F238E27FC236}">
                <a16:creationId xmlns:a16="http://schemas.microsoft.com/office/drawing/2014/main" id="{D9028C65-BFF6-443E-A373-765F8883B1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9612" y="1402083"/>
            <a:ext cx="700908" cy="22713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chemeClr val="bg1"/>
                </a:solidFill>
              </a:rPr>
              <a:t>초기화</a:t>
            </a: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0F7C9095-6F1F-459D-9765-4E40D77F3BCD}"/>
              </a:ext>
            </a:extLst>
          </p:cNvPr>
          <p:cNvSpPr/>
          <p:nvPr/>
        </p:nvSpPr>
        <p:spPr>
          <a:xfrm>
            <a:off x="469535" y="1300994"/>
            <a:ext cx="247137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solidFill>
                  <a:schemeClr val="accent2">
                    <a:lumMod val="75000"/>
                  </a:schemeClr>
                </a:solidFill>
                <a:latin typeface="나눔고딕" pitchFamily="2" charset="-127"/>
                <a:ea typeface="나눔고딕" pitchFamily="2" charset="-127"/>
              </a:rPr>
              <a:t>청약신청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8945C0E3-0131-4CE4-BC9B-330CD600B934}"/>
              </a:ext>
            </a:extLst>
          </p:cNvPr>
          <p:cNvSpPr txBox="1"/>
          <p:nvPr/>
        </p:nvSpPr>
        <p:spPr>
          <a:xfrm>
            <a:off x="499489" y="892976"/>
            <a:ext cx="152327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나눔고딕" pitchFamily="2" charset="-127"/>
                <a:ea typeface="나눔고딕" pitchFamily="2" charset="-127"/>
              </a:rPr>
              <a:t>캐롯손해보험</a:t>
            </a:r>
            <a:r>
              <a:rPr lang="ko-KR" alt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itchFamily="2" charset="-127"/>
                <a:ea typeface="나눔고딕" pitchFamily="2" charset="-127"/>
              </a:rPr>
              <a:t> 관리자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E9161EFB-E882-48C9-A0D4-87EAAE542EA2}"/>
              </a:ext>
            </a:extLst>
          </p:cNvPr>
          <p:cNvSpPr txBox="1"/>
          <p:nvPr/>
        </p:nvSpPr>
        <p:spPr>
          <a:xfrm>
            <a:off x="2878844" y="874552"/>
            <a:ext cx="71686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+mj-lt"/>
                <a:ea typeface="나눔고딕" pitchFamily="2" charset="-127"/>
              </a:rPr>
              <a:t>계약내역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C3167F3E-1C7B-48C8-A94C-C83F153F3942}"/>
              </a:ext>
            </a:extLst>
          </p:cNvPr>
          <p:cNvSpPr txBox="1"/>
          <p:nvPr/>
        </p:nvSpPr>
        <p:spPr>
          <a:xfrm>
            <a:off x="5550091" y="873968"/>
            <a:ext cx="55816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+mj-lt"/>
                <a:ea typeface="나눔고딕" pitchFamily="2" charset="-127"/>
              </a:rPr>
              <a:t>HELP </a:t>
            </a:r>
            <a:endParaRPr lang="ko-KR" altLang="en-US" sz="1100" dirty="0">
              <a:solidFill>
                <a:schemeClr val="bg1">
                  <a:lumMod val="50000"/>
                </a:schemeClr>
              </a:solidFill>
              <a:latin typeface="+mj-lt"/>
              <a:ea typeface="나눔고딕" pitchFamily="2" charset="-127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227A525A-1420-47C6-8D5A-89D5E1D81E6F}"/>
              </a:ext>
            </a:extLst>
          </p:cNvPr>
          <p:cNvSpPr txBox="1"/>
          <p:nvPr/>
        </p:nvSpPr>
        <p:spPr>
          <a:xfrm>
            <a:off x="2048020" y="874552"/>
            <a:ext cx="7665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나눔고딕" pitchFamily="2" charset="-127"/>
              </a:rPr>
              <a:t>청약신청 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12D3C0B6-78B1-4B0D-9928-A8D2F7B658D4}"/>
              </a:ext>
            </a:extLst>
          </p:cNvPr>
          <p:cNvSpPr txBox="1"/>
          <p:nvPr/>
        </p:nvSpPr>
        <p:spPr>
          <a:xfrm>
            <a:off x="3701236" y="884162"/>
            <a:ext cx="93968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고객사 관리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DDDECD75-DC75-4348-AD09-669A3B49A8C0}"/>
              </a:ext>
            </a:extLst>
          </p:cNvPr>
          <p:cNvSpPr txBox="1"/>
          <p:nvPr/>
        </p:nvSpPr>
        <p:spPr>
          <a:xfrm>
            <a:off x="4705184" y="884162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보험플랜</a:t>
            </a: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25AA2115-0225-48CF-9426-E359B40620A7}"/>
              </a:ext>
            </a:extLst>
          </p:cNvPr>
          <p:cNvSpPr/>
          <p:nvPr/>
        </p:nvSpPr>
        <p:spPr>
          <a:xfrm>
            <a:off x="404237" y="5641251"/>
            <a:ext cx="8000853" cy="70348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A93C50AB-2232-4745-829F-FF193061FB86}"/>
              </a:ext>
            </a:extLst>
          </p:cNvPr>
          <p:cNvSpPr/>
          <p:nvPr/>
        </p:nvSpPr>
        <p:spPr>
          <a:xfrm>
            <a:off x="404237" y="5419887"/>
            <a:ext cx="8000853" cy="54210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C74024CF-F56A-4A43-A035-A52B496622C5}"/>
              </a:ext>
            </a:extLst>
          </p:cNvPr>
          <p:cNvGrpSpPr/>
          <p:nvPr/>
        </p:nvGrpSpPr>
        <p:grpSpPr>
          <a:xfrm>
            <a:off x="702756" y="5616868"/>
            <a:ext cx="1693750" cy="255455"/>
            <a:chOff x="181001" y="3689457"/>
            <a:chExt cx="1693750" cy="255455"/>
          </a:xfrm>
          <a:solidFill>
            <a:srgbClr val="C00000"/>
          </a:solidFill>
        </p:grpSpPr>
        <p:sp>
          <p:nvSpPr>
            <p:cNvPr id="83" name="직사각형 82">
              <a:extLst>
                <a:ext uri="{FF2B5EF4-FFF2-40B4-BE49-F238E27FC236}">
                  <a16:creationId xmlns:a16="http://schemas.microsoft.com/office/drawing/2014/main" id="{3D2648AA-E149-480A-843D-07FDED8E98D6}"/>
                </a:ext>
              </a:extLst>
            </p:cNvPr>
            <p:cNvSpPr/>
            <p:nvPr/>
          </p:nvSpPr>
          <p:spPr>
            <a:xfrm>
              <a:off x="181001" y="3689457"/>
              <a:ext cx="1693750" cy="25545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84" name="직사각형 83">
              <a:extLst>
                <a:ext uri="{FF2B5EF4-FFF2-40B4-BE49-F238E27FC236}">
                  <a16:creationId xmlns:a16="http://schemas.microsoft.com/office/drawing/2014/main" id="{EF2B4C69-59FE-43C9-A95B-68D1929B0801}"/>
                </a:ext>
              </a:extLst>
            </p:cNvPr>
            <p:cNvSpPr/>
            <p:nvPr/>
          </p:nvSpPr>
          <p:spPr>
            <a:xfrm>
              <a:off x="242244" y="3695703"/>
              <a:ext cx="1571264" cy="215444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800" b="1" dirty="0">
                  <a:solidFill>
                    <a:schemeClr val="bg1"/>
                  </a:solidFill>
                  <a:latin typeface="나눔고딕" pitchFamily="2" charset="-127"/>
                  <a:ea typeface="나눔고딕" pitchFamily="2" charset="-127"/>
                </a:rPr>
                <a:t>[</a:t>
              </a:r>
              <a:r>
                <a:rPr lang="ko-KR" altLang="en-US" sz="800" b="1" dirty="0">
                  <a:solidFill>
                    <a:schemeClr val="bg1"/>
                  </a:solidFill>
                  <a:latin typeface="나눔고딕" pitchFamily="2" charset="-127"/>
                  <a:ea typeface="나눔고딕" pitchFamily="2" charset="-127"/>
                </a:rPr>
                <a:t>실패</a:t>
              </a:r>
              <a:r>
                <a:rPr lang="en-US" altLang="ko-KR" sz="800" b="1" dirty="0">
                  <a:solidFill>
                    <a:schemeClr val="bg1"/>
                  </a:solidFill>
                  <a:latin typeface="나눔고딕" pitchFamily="2" charset="-127"/>
                  <a:ea typeface="나눔고딕" pitchFamily="2" charset="-127"/>
                </a:rPr>
                <a:t>] </a:t>
              </a:r>
              <a:r>
                <a:rPr lang="ko-KR" altLang="en-US" sz="800" b="1" dirty="0">
                  <a:solidFill>
                    <a:schemeClr val="bg1"/>
                  </a:solidFill>
                  <a:latin typeface="나눔고딕" pitchFamily="2" charset="-127"/>
                  <a:ea typeface="나눔고딕" pitchFamily="2" charset="-127"/>
                </a:rPr>
                <a:t>홍진호 </a:t>
              </a:r>
              <a:r>
                <a:rPr lang="en-US" altLang="ko-KR" sz="800" b="1" dirty="0">
                  <a:solidFill>
                    <a:schemeClr val="bg1"/>
                  </a:solidFill>
                  <a:latin typeface="나눔고딕" pitchFamily="2" charset="-127"/>
                  <a:ea typeface="나눔고딕" pitchFamily="2" charset="-127"/>
                </a:rPr>
                <a:t>: </a:t>
              </a:r>
              <a:r>
                <a:rPr lang="en-US" altLang="ko-KR" sz="800" dirty="0">
                  <a:solidFill>
                    <a:schemeClr val="bg1"/>
                  </a:solidFill>
                </a:rPr>
                <a:t>910111-123123</a:t>
              </a:r>
              <a:endParaRPr lang="ko-KR" altLang="en-US" sz="800" dirty="0">
                <a:solidFill>
                  <a:schemeClr val="bg1"/>
                </a:solidFill>
              </a:endParaRPr>
            </a:p>
          </p:txBody>
        </p:sp>
      </p:grpSp>
      <p:sp>
        <p:nvSpPr>
          <p:cNvPr id="88" name="사각형: 둥근 모서리 87">
            <a:extLst>
              <a:ext uri="{FF2B5EF4-FFF2-40B4-BE49-F238E27FC236}">
                <a16:creationId xmlns:a16="http://schemas.microsoft.com/office/drawing/2014/main" id="{68924051-5E8A-423F-8A6F-CE8EBD82C252}"/>
              </a:ext>
            </a:extLst>
          </p:cNvPr>
          <p:cNvSpPr/>
          <p:nvPr/>
        </p:nvSpPr>
        <p:spPr>
          <a:xfrm>
            <a:off x="2447199" y="6013477"/>
            <a:ext cx="1378890" cy="23774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>
                <a:latin typeface="나눔고딕" pitchFamily="2" charset="-127"/>
                <a:ea typeface="나눔고딕" pitchFamily="2" charset="-127"/>
              </a:rPr>
              <a:t>전체 인원 데이터 다운로드</a:t>
            </a:r>
          </a:p>
        </p:txBody>
      </p:sp>
      <p:sp>
        <p:nvSpPr>
          <p:cNvPr id="90" name="사각형: 둥근 모서리 89">
            <a:extLst>
              <a:ext uri="{FF2B5EF4-FFF2-40B4-BE49-F238E27FC236}">
                <a16:creationId xmlns:a16="http://schemas.microsoft.com/office/drawing/2014/main" id="{ADE2737F-D1D3-4A9B-B3F0-F581694F4566}"/>
              </a:ext>
            </a:extLst>
          </p:cNvPr>
          <p:cNvSpPr/>
          <p:nvPr/>
        </p:nvSpPr>
        <p:spPr>
          <a:xfrm>
            <a:off x="3937976" y="6013477"/>
            <a:ext cx="1378890" cy="23774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>
                <a:latin typeface="나눔고딕" pitchFamily="2" charset="-127"/>
                <a:ea typeface="나눔고딕" pitchFamily="2" charset="-127"/>
              </a:rPr>
              <a:t>성공 인원 데이터 다운로드</a:t>
            </a:r>
          </a:p>
        </p:txBody>
      </p:sp>
      <p:sp>
        <p:nvSpPr>
          <p:cNvPr id="91" name="사각형: 둥근 모서리 90">
            <a:extLst>
              <a:ext uri="{FF2B5EF4-FFF2-40B4-BE49-F238E27FC236}">
                <a16:creationId xmlns:a16="http://schemas.microsoft.com/office/drawing/2014/main" id="{B18E23AC-08C4-4159-890A-AED533917176}"/>
              </a:ext>
            </a:extLst>
          </p:cNvPr>
          <p:cNvSpPr/>
          <p:nvPr/>
        </p:nvSpPr>
        <p:spPr>
          <a:xfrm>
            <a:off x="5455302" y="6013477"/>
            <a:ext cx="1378890" cy="23774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>
                <a:latin typeface="나눔고딕" pitchFamily="2" charset="-127"/>
                <a:ea typeface="나눔고딕" pitchFamily="2" charset="-127"/>
              </a:rPr>
              <a:t>실패 인원 데이터 다운로드</a:t>
            </a:r>
          </a:p>
        </p:txBody>
      </p:sp>
      <p:sp>
        <p:nvSpPr>
          <p:cNvPr id="92" name="사각형: 둥근 모서리 91">
            <a:extLst>
              <a:ext uri="{FF2B5EF4-FFF2-40B4-BE49-F238E27FC236}">
                <a16:creationId xmlns:a16="http://schemas.microsoft.com/office/drawing/2014/main" id="{3EA51E01-F99E-477F-A3BC-D9723DEB8C35}"/>
              </a:ext>
            </a:extLst>
          </p:cNvPr>
          <p:cNvSpPr/>
          <p:nvPr/>
        </p:nvSpPr>
        <p:spPr>
          <a:xfrm>
            <a:off x="6988122" y="6013477"/>
            <a:ext cx="1378890" cy="23774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>
                <a:latin typeface="나눔고딕" pitchFamily="2" charset="-127"/>
                <a:ea typeface="나눔고딕" pitchFamily="2" charset="-127"/>
              </a:rPr>
              <a:t>동일 조건으로 다시 청약</a:t>
            </a: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8CC49470-24D1-4FA5-BB85-424A257658B7}"/>
              </a:ext>
            </a:extLst>
          </p:cNvPr>
          <p:cNvSpPr/>
          <p:nvPr/>
        </p:nvSpPr>
        <p:spPr>
          <a:xfrm>
            <a:off x="3627773" y="6404402"/>
            <a:ext cx="4687411" cy="58826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3" name="사각형: 둥근 모서리 102">
            <a:extLst>
              <a:ext uri="{FF2B5EF4-FFF2-40B4-BE49-F238E27FC236}">
                <a16:creationId xmlns:a16="http://schemas.microsoft.com/office/drawing/2014/main" id="{2A6CB9B8-7F74-4F2F-B0EB-2E0807A5FE62}"/>
              </a:ext>
            </a:extLst>
          </p:cNvPr>
          <p:cNvSpPr/>
          <p:nvPr/>
        </p:nvSpPr>
        <p:spPr>
          <a:xfrm>
            <a:off x="5260142" y="6571361"/>
            <a:ext cx="1378890" cy="23774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>
                <a:latin typeface="나눔고딕" pitchFamily="2" charset="-127"/>
                <a:ea typeface="나눔고딕" pitchFamily="2" charset="-127"/>
              </a:rPr>
              <a:t>성공 인원 데이터 다운로드</a:t>
            </a:r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BEB52839-3147-4068-8D9B-1596A3ED8E18}"/>
              </a:ext>
            </a:extLst>
          </p:cNvPr>
          <p:cNvSpPr/>
          <p:nvPr/>
        </p:nvSpPr>
        <p:spPr>
          <a:xfrm>
            <a:off x="2305383" y="7082358"/>
            <a:ext cx="6026246" cy="58826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5" name="사각형: 둥근 모서리 114">
            <a:extLst>
              <a:ext uri="{FF2B5EF4-FFF2-40B4-BE49-F238E27FC236}">
                <a16:creationId xmlns:a16="http://schemas.microsoft.com/office/drawing/2014/main" id="{6EA06BD5-453A-456A-8FB1-982281D9FBFE}"/>
              </a:ext>
            </a:extLst>
          </p:cNvPr>
          <p:cNvSpPr/>
          <p:nvPr/>
        </p:nvSpPr>
        <p:spPr>
          <a:xfrm>
            <a:off x="2381951" y="7253080"/>
            <a:ext cx="1378890" cy="23774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>
                <a:latin typeface="나눔고딕" pitchFamily="2" charset="-127"/>
                <a:ea typeface="나눔고딕" pitchFamily="2" charset="-127"/>
              </a:rPr>
              <a:t>전체 인원 데이터 다운로드</a:t>
            </a:r>
          </a:p>
        </p:txBody>
      </p:sp>
      <p:sp>
        <p:nvSpPr>
          <p:cNvPr id="123" name="사각형: 둥근 모서리 122">
            <a:extLst>
              <a:ext uri="{FF2B5EF4-FFF2-40B4-BE49-F238E27FC236}">
                <a16:creationId xmlns:a16="http://schemas.microsoft.com/office/drawing/2014/main" id="{3ABA87FF-4F97-4D36-9AA8-1E158DC8DBF3}"/>
              </a:ext>
            </a:extLst>
          </p:cNvPr>
          <p:cNvSpPr/>
          <p:nvPr/>
        </p:nvSpPr>
        <p:spPr>
          <a:xfrm>
            <a:off x="5265669" y="7241468"/>
            <a:ext cx="1378890" cy="23774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>
                <a:latin typeface="나눔고딕" pitchFamily="2" charset="-127"/>
                <a:ea typeface="나눔고딕" pitchFamily="2" charset="-127"/>
              </a:rPr>
              <a:t>실패 인원 데이터 다운로드</a:t>
            </a:r>
          </a:p>
        </p:txBody>
      </p:sp>
      <p:sp>
        <p:nvSpPr>
          <p:cNvPr id="124" name="사각형: 둥근 모서리 123">
            <a:extLst>
              <a:ext uri="{FF2B5EF4-FFF2-40B4-BE49-F238E27FC236}">
                <a16:creationId xmlns:a16="http://schemas.microsoft.com/office/drawing/2014/main" id="{AE662645-7725-4182-B29D-78B9FF724CDB}"/>
              </a:ext>
            </a:extLst>
          </p:cNvPr>
          <p:cNvSpPr/>
          <p:nvPr/>
        </p:nvSpPr>
        <p:spPr>
          <a:xfrm>
            <a:off x="6799217" y="7241468"/>
            <a:ext cx="1378890" cy="23774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>
                <a:latin typeface="나눔고딕" pitchFamily="2" charset="-127"/>
                <a:ea typeface="나눔고딕" pitchFamily="2" charset="-127"/>
              </a:rPr>
              <a:t>동일 조건으로 다시 청약</a:t>
            </a:r>
          </a:p>
        </p:txBody>
      </p:sp>
      <p:sp>
        <p:nvSpPr>
          <p:cNvPr id="126" name="Oval 35">
            <a:extLst>
              <a:ext uri="{FF2B5EF4-FFF2-40B4-BE49-F238E27FC236}">
                <a16:creationId xmlns:a16="http://schemas.microsoft.com/office/drawing/2014/main" id="{DD74856F-F769-4CC3-B4F9-1E507CC182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368" y="5498646"/>
            <a:ext cx="179388" cy="179387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8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7" name="Oval 35">
            <a:extLst>
              <a:ext uri="{FF2B5EF4-FFF2-40B4-BE49-F238E27FC236}">
                <a16:creationId xmlns:a16="http://schemas.microsoft.com/office/drawing/2014/main" id="{1042CA46-16FF-448C-902C-C4041157D0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5658" y="5961995"/>
            <a:ext cx="179388" cy="179387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8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0" name="Oval 35">
            <a:extLst>
              <a:ext uri="{FF2B5EF4-FFF2-40B4-BE49-F238E27FC236}">
                <a16:creationId xmlns:a16="http://schemas.microsoft.com/office/drawing/2014/main" id="{9A6B4E36-6456-4C8F-9163-3C6E5F1838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506" y="1667968"/>
            <a:ext cx="179388" cy="179387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8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5" name="Oval 35">
            <a:extLst>
              <a:ext uri="{FF2B5EF4-FFF2-40B4-BE49-F238E27FC236}">
                <a16:creationId xmlns:a16="http://schemas.microsoft.com/office/drawing/2014/main" id="{6E6F7319-7111-4EC5-90CF-3880AEAC9D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38019" y="5916199"/>
            <a:ext cx="179388" cy="179387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8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36" name="Oval 35">
            <a:extLst>
              <a:ext uri="{FF2B5EF4-FFF2-40B4-BE49-F238E27FC236}">
                <a16:creationId xmlns:a16="http://schemas.microsoft.com/office/drawing/2014/main" id="{A60DBCBE-883E-43CF-8D9B-609D469868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9136" y="5934529"/>
            <a:ext cx="179388" cy="179387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8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37" name="Oval 35">
            <a:extLst>
              <a:ext uri="{FF2B5EF4-FFF2-40B4-BE49-F238E27FC236}">
                <a16:creationId xmlns:a16="http://schemas.microsoft.com/office/drawing/2014/main" id="{32C0713C-B0AE-4EF9-8413-5A2074A352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079" y="6362869"/>
            <a:ext cx="179388" cy="179387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800" b="1" dirty="0">
                <a:solidFill>
                  <a:srgbClr val="FFFFFF"/>
                </a:solidFill>
              </a:rPr>
              <a:t>4-1</a:t>
            </a:r>
          </a:p>
        </p:txBody>
      </p:sp>
      <p:sp>
        <p:nvSpPr>
          <p:cNvPr id="138" name="Oval 35">
            <a:extLst>
              <a:ext uri="{FF2B5EF4-FFF2-40B4-BE49-F238E27FC236}">
                <a16:creationId xmlns:a16="http://schemas.microsoft.com/office/drawing/2014/main" id="{A0607F7F-8911-474B-9FBB-948B34D47E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6345" y="6975249"/>
            <a:ext cx="179388" cy="179387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800" b="1" dirty="0">
                <a:solidFill>
                  <a:srgbClr val="FFFFFF"/>
                </a:solidFill>
              </a:rPr>
              <a:t>4-2</a:t>
            </a:r>
          </a:p>
        </p:txBody>
      </p:sp>
      <p:sp>
        <p:nvSpPr>
          <p:cNvPr id="139" name="Oval 35">
            <a:extLst>
              <a:ext uri="{FF2B5EF4-FFF2-40B4-BE49-F238E27FC236}">
                <a16:creationId xmlns:a16="http://schemas.microsoft.com/office/drawing/2014/main" id="{E84C29E7-348A-4789-86A4-D33078663F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3688" y="5952962"/>
            <a:ext cx="179388" cy="179387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800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BA928167-DEBB-4217-85F8-83017389D0E4}"/>
              </a:ext>
            </a:extLst>
          </p:cNvPr>
          <p:cNvSpPr/>
          <p:nvPr/>
        </p:nvSpPr>
        <p:spPr>
          <a:xfrm>
            <a:off x="6476553" y="3287481"/>
            <a:ext cx="5124660" cy="3370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>
                <a:latin typeface="나눔고딕" pitchFamily="2" charset="-127"/>
                <a:ea typeface="나눔고딕" pitchFamily="2" charset="-127"/>
              </a:rPr>
              <a:t>총 납입보험료 </a:t>
            </a:r>
            <a:r>
              <a:rPr lang="en-US" altLang="ko-KR" sz="1200" b="1" dirty="0">
                <a:latin typeface="나눔고딕" pitchFamily="2" charset="-127"/>
                <a:ea typeface="나눔고딕" pitchFamily="2" charset="-127"/>
              </a:rPr>
              <a:t>: 44,000</a:t>
            </a:r>
            <a:r>
              <a:rPr lang="ko-KR" altLang="en-US" sz="1200" b="1" dirty="0">
                <a:latin typeface="나눔고딕" pitchFamily="2" charset="-127"/>
                <a:ea typeface="나눔고딕" pitchFamily="2" charset="-127"/>
              </a:rPr>
              <a:t>원</a:t>
            </a:r>
            <a:endParaRPr lang="ko-KR" altLang="en-US" sz="12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13" name="직사각형 212">
            <a:extLst>
              <a:ext uri="{FF2B5EF4-FFF2-40B4-BE49-F238E27FC236}">
                <a16:creationId xmlns:a16="http://schemas.microsoft.com/office/drawing/2014/main" id="{32B83DB2-8512-4900-94DE-1FEDA5506A7B}"/>
              </a:ext>
            </a:extLst>
          </p:cNvPr>
          <p:cNvSpPr/>
          <p:nvPr/>
        </p:nvSpPr>
        <p:spPr>
          <a:xfrm>
            <a:off x="404237" y="3311029"/>
            <a:ext cx="8009071" cy="180775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4" name="직사각형 213">
            <a:extLst>
              <a:ext uri="{FF2B5EF4-FFF2-40B4-BE49-F238E27FC236}">
                <a16:creationId xmlns:a16="http://schemas.microsoft.com/office/drawing/2014/main" id="{5D7CCD4B-B1F5-4BDF-A251-238D307EAC54}"/>
              </a:ext>
            </a:extLst>
          </p:cNvPr>
          <p:cNvSpPr/>
          <p:nvPr/>
        </p:nvSpPr>
        <p:spPr>
          <a:xfrm>
            <a:off x="404237" y="3311205"/>
            <a:ext cx="8009072" cy="4180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5" name="직사각형 214">
            <a:extLst>
              <a:ext uri="{FF2B5EF4-FFF2-40B4-BE49-F238E27FC236}">
                <a16:creationId xmlns:a16="http://schemas.microsoft.com/office/drawing/2014/main" id="{ED1EC7E7-36EB-4B37-91EB-6B5891867B5F}"/>
              </a:ext>
            </a:extLst>
          </p:cNvPr>
          <p:cNvSpPr/>
          <p:nvPr/>
        </p:nvSpPr>
        <p:spPr>
          <a:xfrm>
            <a:off x="404237" y="3352082"/>
            <a:ext cx="247137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나눔고딕" pitchFamily="2" charset="-127"/>
                <a:ea typeface="나눔고딕" pitchFamily="2" charset="-127"/>
              </a:rPr>
              <a:t>보험료 선택</a:t>
            </a:r>
          </a:p>
        </p:txBody>
      </p:sp>
      <p:sp>
        <p:nvSpPr>
          <p:cNvPr id="216" name="사각형: 둥근 모서리 215">
            <a:extLst>
              <a:ext uri="{FF2B5EF4-FFF2-40B4-BE49-F238E27FC236}">
                <a16:creationId xmlns:a16="http://schemas.microsoft.com/office/drawing/2014/main" id="{B0CC19D8-601B-4257-B17E-92561C8DF769}"/>
              </a:ext>
            </a:extLst>
          </p:cNvPr>
          <p:cNvSpPr/>
          <p:nvPr/>
        </p:nvSpPr>
        <p:spPr>
          <a:xfrm>
            <a:off x="530808" y="3796547"/>
            <a:ext cx="1534826" cy="1243692"/>
          </a:xfrm>
          <a:prstGeom prst="roundRect">
            <a:avLst>
              <a:gd name="adj" fmla="val 445"/>
            </a:avLst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17" name="Text Box">
            <a:extLst>
              <a:ext uri="{FF2B5EF4-FFF2-40B4-BE49-F238E27FC236}">
                <a16:creationId xmlns:a16="http://schemas.microsoft.com/office/drawing/2014/main" id="{58B61C23-33F5-48D8-82CA-D72420244501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73944" y="4174521"/>
            <a:ext cx="1449423" cy="225703"/>
          </a:xfrm>
          <a:prstGeom prst="rect">
            <a:avLst/>
          </a:prstGeom>
          <a:solidFill>
            <a:schemeClr val="accent1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256032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A-2</a:t>
            </a:r>
          </a:p>
        </p:txBody>
      </p:sp>
      <p:sp>
        <p:nvSpPr>
          <p:cNvPr id="218" name="Text Box">
            <a:extLst>
              <a:ext uri="{FF2B5EF4-FFF2-40B4-BE49-F238E27FC236}">
                <a16:creationId xmlns:a16="http://schemas.microsoft.com/office/drawing/2014/main" id="{D9E69C4C-CE25-4EF1-A39B-149248B6B124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573943" y="4453303"/>
            <a:ext cx="1449423" cy="225703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256032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A1-2</a:t>
            </a:r>
          </a:p>
        </p:txBody>
      </p:sp>
      <p:sp>
        <p:nvSpPr>
          <p:cNvPr id="219" name="Text Box">
            <a:extLst>
              <a:ext uri="{FF2B5EF4-FFF2-40B4-BE49-F238E27FC236}">
                <a16:creationId xmlns:a16="http://schemas.microsoft.com/office/drawing/2014/main" id="{20F064CF-B541-4D79-B0FA-32C707461D62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573944" y="4724321"/>
            <a:ext cx="1449423" cy="225703"/>
          </a:xfrm>
          <a:prstGeom prst="rect">
            <a:avLst/>
          </a:prstGeom>
          <a:solidFill>
            <a:schemeClr val="bg1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256032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A0-3</a:t>
            </a:r>
          </a:p>
        </p:txBody>
      </p:sp>
      <p:sp>
        <p:nvSpPr>
          <p:cNvPr id="220" name="직사각형 219">
            <a:extLst>
              <a:ext uri="{FF2B5EF4-FFF2-40B4-BE49-F238E27FC236}">
                <a16:creationId xmlns:a16="http://schemas.microsoft.com/office/drawing/2014/main" id="{A5016306-20C8-4F80-BD58-770122EF9E23}"/>
              </a:ext>
            </a:extLst>
          </p:cNvPr>
          <p:cNvSpPr/>
          <p:nvPr/>
        </p:nvSpPr>
        <p:spPr>
          <a:xfrm>
            <a:off x="528460" y="3788410"/>
            <a:ext cx="1397414" cy="255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latin typeface="나눔고딕" pitchFamily="2" charset="-127"/>
                <a:ea typeface="나눔고딕" pitchFamily="2" charset="-127"/>
              </a:rPr>
              <a:t>홍민 </a:t>
            </a:r>
            <a:r>
              <a:rPr lang="en-US" altLang="ko-KR" sz="800" b="1" dirty="0">
                <a:latin typeface="나눔고딕" pitchFamily="2" charset="-127"/>
                <a:ea typeface="나눔고딕" pitchFamily="2" charset="-127"/>
              </a:rPr>
              <a:t>: 910125-111111</a:t>
            </a:r>
            <a:endParaRPr lang="ko-KR" altLang="en-US" sz="11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21" name="사각형: 둥근 모서리 220">
            <a:extLst>
              <a:ext uri="{FF2B5EF4-FFF2-40B4-BE49-F238E27FC236}">
                <a16:creationId xmlns:a16="http://schemas.microsoft.com/office/drawing/2014/main" id="{EDFE5514-AE53-413C-BD7F-9E5B512EA89C}"/>
              </a:ext>
            </a:extLst>
          </p:cNvPr>
          <p:cNvSpPr/>
          <p:nvPr/>
        </p:nvSpPr>
        <p:spPr>
          <a:xfrm>
            <a:off x="2261706" y="3798564"/>
            <a:ext cx="1534826" cy="1243692"/>
          </a:xfrm>
          <a:prstGeom prst="roundRect">
            <a:avLst>
              <a:gd name="adj" fmla="val 445"/>
            </a:avLst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22" name="Text Box">
            <a:extLst>
              <a:ext uri="{FF2B5EF4-FFF2-40B4-BE49-F238E27FC236}">
                <a16:creationId xmlns:a16="http://schemas.microsoft.com/office/drawing/2014/main" id="{82D9846E-7DD1-4290-966D-7350F72ED1E5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2305383" y="4185060"/>
            <a:ext cx="1449423" cy="225703"/>
          </a:xfrm>
          <a:prstGeom prst="rect">
            <a:avLst/>
          </a:prstGeom>
          <a:solidFill>
            <a:schemeClr val="accent1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256032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A-2</a:t>
            </a:r>
          </a:p>
        </p:txBody>
      </p:sp>
      <p:sp>
        <p:nvSpPr>
          <p:cNvPr id="223" name="Text Box">
            <a:extLst>
              <a:ext uri="{FF2B5EF4-FFF2-40B4-BE49-F238E27FC236}">
                <a16:creationId xmlns:a16="http://schemas.microsoft.com/office/drawing/2014/main" id="{FA0242E9-663F-4C29-8139-AC98EAAD0606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2305382" y="4463842"/>
            <a:ext cx="1449423" cy="225703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256032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A1-2</a:t>
            </a:r>
          </a:p>
        </p:txBody>
      </p:sp>
      <p:sp>
        <p:nvSpPr>
          <p:cNvPr id="224" name="Text Box">
            <a:extLst>
              <a:ext uri="{FF2B5EF4-FFF2-40B4-BE49-F238E27FC236}">
                <a16:creationId xmlns:a16="http://schemas.microsoft.com/office/drawing/2014/main" id="{500E5EF1-9042-4236-983A-A58A56D6549A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2305383" y="4734860"/>
            <a:ext cx="1449423" cy="225703"/>
          </a:xfrm>
          <a:prstGeom prst="rect">
            <a:avLst/>
          </a:prstGeom>
          <a:solidFill>
            <a:schemeClr val="bg1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256032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A0-3</a:t>
            </a:r>
          </a:p>
        </p:txBody>
      </p:sp>
      <p:sp>
        <p:nvSpPr>
          <p:cNvPr id="225" name="직사각형 224">
            <a:extLst>
              <a:ext uri="{FF2B5EF4-FFF2-40B4-BE49-F238E27FC236}">
                <a16:creationId xmlns:a16="http://schemas.microsoft.com/office/drawing/2014/main" id="{21D51E63-1AAA-4DA6-A97C-4EA0BA37C972}"/>
              </a:ext>
            </a:extLst>
          </p:cNvPr>
          <p:cNvSpPr/>
          <p:nvPr/>
        </p:nvSpPr>
        <p:spPr>
          <a:xfrm>
            <a:off x="2232976" y="3771175"/>
            <a:ext cx="1397414" cy="255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latin typeface="나눔고딕" pitchFamily="2" charset="-127"/>
                <a:ea typeface="나눔고딕" pitchFamily="2" charset="-127"/>
              </a:rPr>
              <a:t>홍길동</a:t>
            </a:r>
            <a:endParaRPr lang="ko-KR" altLang="en-US" sz="1100" dirty="0">
              <a:latin typeface="나눔고딕" pitchFamily="2" charset="-127"/>
              <a:ea typeface="나눔고딕" pitchFamily="2" charset="-127"/>
            </a:endParaRPr>
          </a:p>
        </p:txBody>
      </p:sp>
      <p:cxnSp>
        <p:nvCxnSpPr>
          <p:cNvPr id="226" name="직선 연결선 225">
            <a:extLst>
              <a:ext uri="{FF2B5EF4-FFF2-40B4-BE49-F238E27FC236}">
                <a16:creationId xmlns:a16="http://schemas.microsoft.com/office/drawing/2014/main" id="{66569DFB-63EB-41FE-B7C6-71D8E30C4072}"/>
              </a:ext>
            </a:extLst>
          </p:cNvPr>
          <p:cNvCxnSpPr/>
          <p:nvPr/>
        </p:nvCxnSpPr>
        <p:spPr>
          <a:xfrm>
            <a:off x="526676" y="4052218"/>
            <a:ext cx="153841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직선 연결선 226">
            <a:extLst>
              <a:ext uri="{FF2B5EF4-FFF2-40B4-BE49-F238E27FC236}">
                <a16:creationId xmlns:a16="http://schemas.microsoft.com/office/drawing/2014/main" id="{F1144442-2500-40E4-84E2-7B5D84074608}"/>
              </a:ext>
            </a:extLst>
          </p:cNvPr>
          <p:cNvCxnSpPr/>
          <p:nvPr/>
        </p:nvCxnSpPr>
        <p:spPr>
          <a:xfrm>
            <a:off x="2259910" y="4066197"/>
            <a:ext cx="153841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8" name="TextBox 227">
            <a:extLst>
              <a:ext uri="{FF2B5EF4-FFF2-40B4-BE49-F238E27FC236}">
                <a16:creationId xmlns:a16="http://schemas.microsoft.com/office/drawing/2014/main" id="{2077BA1C-6DD1-4F74-8C73-F29B849147FC}"/>
              </a:ext>
            </a:extLst>
          </p:cNvPr>
          <p:cNvSpPr txBox="1"/>
          <p:nvPr/>
        </p:nvSpPr>
        <p:spPr>
          <a:xfrm>
            <a:off x="1133140" y="4175962"/>
            <a:ext cx="122391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chemeClr val="bg1"/>
                </a:solidFill>
              </a:rPr>
              <a:t>보험료 </a:t>
            </a:r>
            <a:r>
              <a:rPr lang="en-US" altLang="ko-KR" sz="800" b="1" dirty="0">
                <a:solidFill>
                  <a:schemeClr val="bg1"/>
                </a:solidFill>
              </a:rPr>
              <a:t>: 20,000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BB26F129-02B4-42DF-9705-54DC2B000B2B}"/>
              </a:ext>
            </a:extLst>
          </p:cNvPr>
          <p:cNvSpPr txBox="1"/>
          <p:nvPr/>
        </p:nvSpPr>
        <p:spPr>
          <a:xfrm>
            <a:off x="1135273" y="4472582"/>
            <a:ext cx="122391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chemeClr val="accent1"/>
                </a:solidFill>
              </a:rPr>
              <a:t>보험료 </a:t>
            </a:r>
            <a:r>
              <a:rPr lang="en-US" altLang="ko-KR" sz="800" b="1" dirty="0">
                <a:solidFill>
                  <a:schemeClr val="accent1"/>
                </a:solidFill>
              </a:rPr>
              <a:t>: 32,000</a:t>
            </a:r>
            <a:endParaRPr lang="ko-KR" altLang="en-US" sz="800" b="1" dirty="0">
              <a:solidFill>
                <a:schemeClr val="accent1"/>
              </a:solidFill>
            </a:endParaRP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63B4647B-9B0B-4B9D-B915-7DEF689584C9}"/>
              </a:ext>
            </a:extLst>
          </p:cNvPr>
          <p:cNvSpPr txBox="1"/>
          <p:nvPr/>
        </p:nvSpPr>
        <p:spPr>
          <a:xfrm>
            <a:off x="1140995" y="4756564"/>
            <a:ext cx="122391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chemeClr val="accent1"/>
                </a:solidFill>
              </a:rPr>
              <a:t>보험료 </a:t>
            </a:r>
            <a:r>
              <a:rPr lang="en-US" altLang="ko-KR" sz="800" b="1" dirty="0">
                <a:solidFill>
                  <a:schemeClr val="accent1"/>
                </a:solidFill>
              </a:rPr>
              <a:t>: 43,000</a:t>
            </a:r>
            <a:endParaRPr lang="ko-KR" altLang="en-US" sz="800" b="1" dirty="0">
              <a:solidFill>
                <a:schemeClr val="accent1"/>
              </a:solidFill>
            </a:endParaRP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5117E737-1DA1-42C8-B92F-0B63AB2AA56B}"/>
              </a:ext>
            </a:extLst>
          </p:cNvPr>
          <p:cNvSpPr txBox="1"/>
          <p:nvPr/>
        </p:nvSpPr>
        <p:spPr>
          <a:xfrm>
            <a:off x="2890609" y="4461838"/>
            <a:ext cx="122391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chemeClr val="accent1"/>
                </a:solidFill>
              </a:rPr>
              <a:t>보험료 </a:t>
            </a:r>
            <a:r>
              <a:rPr lang="en-US" altLang="ko-KR" sz="800" b="1" dirty="0">
                <a:solidFill>
                  <a:schemeClr val="accent1"/>
                </a:solidFill>
              </a:rPr>
              <a:t>: 23,000</a:t>
            </a:r>
            <a:endParaRPr lang="ko-KR" altLang="en-US" sz="800" b="1" dirty="0">
              <a:solidFill>
                <a:schemeClr val="accent1"/>
              </a:solidFill>
            </a:endParaRP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EF4096C1-88C4-4D33-BF0A-3E60F20A68A8}"/>
              </a:ext>
            </a:extLst>
          </p:cNvPr>
          <p:cNvSpPr txBox="1"/>
          <p:nvPr/>
        </p:nvSpPr>
        <p:spPr>
          <a:xfrm>
            <a:off x="2893366" y="4744775"/>
            <a:ext cx="122391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chemeClr val="accent1"/>
                </a:solidFill>
              </a:rPr>
              <a:t>보험료 </a:t>
            </a:r>
            <a:r>
              <a:rPr lang="en-US" altLang="ko-KR" sz="800" b="1" dirty="0">
                <a:solidFill>
                  <a:schemeClr val="accent1"/>
                </a:solidFill>
              </a:rPr>
              <a:t>: 40,000</a:t>
            </a:r>
            <a:endParaRPr lang="ko-KR" altLang="en-US" sz="800" b="1" dirty="0">
              <a:solidFill>
                <a:schemeClr val="accent1"/>
              </a:solidFill>
            </a:endParaRP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34BF2024-1D1D-4BF1-9015-4C34870269F9}"/>
              </a:ext>
            </a:extLst>
          </p:cNvPr>
          <p:cNvSpPr txBox="1"/>
          <p:nvPr/>
        </p:nvSpPr>
        <p:spPr>
          <a:xfrm>
            <a:off x="2903839" y="4205211"/>
            <a:ext cx="122391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chemeClr val="bg1"/>
                </a:solidFill>
              </a:rPr>
              <a:t>보험료 </a:t>
            </a:r>
            <a:r>
              <a:rPr lang="en-US" altLang="ko-KR" sz="800" b="1" dirty="0">
                <a:solidFill>
                  <a:schemeClr val="bg1"/>
                </a:solidFill>
              </a:rPr>
              <a:t>: 11,000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234" name="사각형: 둥근 모서리 233">
            <a:extLst>
              <a:ext uri="{FF2B5EF4-FFF2-40B4-BE49-F238E27FC236}">
                <a16:creationId xmlns:a16="http://schemas.microsoft.com/office/drawing/2014/main" id="{FE019EA6-90A2-433B-9847-24DD37F52726}"/>
              </a:ext>
            </a:extLst>
          </p:cNvPr>
          <p:cNvSpPr/>
          <p:nvPr/>
        </p:nvSpPr>
        <p:spPr>
          <a:xfrm>
            <a:off x="4003569" y="3783587"/>
            <a:ext cx="1534826" cy="1243692"/>
          </a:xfrm>
          <a:prstGeom prst="roundRect">
            <a:avLst>
              <a:gd name="adj" fmla="val 445"/>
            </a:avLst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35" name="직사각형 234">
            <a:extLst>
              <a:ext uri="{FF2B5EF4-FFF2-40B4-BE49-F238E27FC236}">
                <a16:creationId xmlns:a16="http://schemas.microsoft.com/office/drawing/2014/main" id="{1F906E21-6E15-4D98-9C77-418A226D2FA2}"/>
              </a:ext>
            </a:extLst>
          </p:cNvPr>
          <p:cNvSpPr/>
          <p:nvPr/>
        </p:nvSpPr>
        <p:spPr>
          <a:xfrm>
            <a:off x="4003583" y="3774725"/>
            <a:ext cx="1421690" cy="25545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latin typeface="나눔고딕" pitchFamily="2" charset="-127"/>
                <a:ea typeface="나눔고딕" pitchFamily="2" charset="-127"/>
              </a:rPr>
              <a:t>홍순 </a:t>
            </a:r>
            <a:r>
              <a:rPr lang="en-US" altLang="ko-KR" sz="800" b="1" dirty="0">
                <a:latin typeface="나눔고딕" pitchFamily="2" charset="-127"/>
                <a:ea typeface="나눔고딕" pitchFamily="2" charset="-127"/>
              </a:rPr>
              <a:t>: undefined</a:t>
            </a:r>
            <a:endParaRPr lang="ko-KR" altLang="en-US" sz="11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36" name="사각형: 둥근 모서리 235">
            <a:extLst>
              <a:ext uri="{FF2B5EF4-FFF2-40B4-BE49-F238E27FC236}">
                <a16:creationId xmlns:a16="http://schemas.microsoft.com/office/drawing/2014/main" id="{101DF6C0-6E25-41DC-A39B-BD465CABE905}"/>
              </a:ext>
            </a:extLst>
          </p:cNvPr>
          <p:cNvSpPr/>
          <p:nvPr/>
        </p:nvSpPr>
        <p:spPr>
          <a:xfrm>
            <a:off x="5733756" y="3781867"/>
            <a:ext cx="1534826" cy="1243692"/>
          </a:xfrm>
          <a:prstGeom prst="roundRect">
            <a:avLst>
              <a:gd name="adj" fmla="val 445"/>
            </a:avLst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37" name="직사각형 236">
            <a:extLst>
              <a:ext uri="{FF2B5EF4-FFF2-40B4-BE49-F238E27FC236}">
                <a16:creationId xmlns:a16="http://schemas.microsoft.com/office/drawing/2014/main" id="{89B3DAF9-D79B-4E78-8C0C-C6B55846104C}"/>
              </a:ext>
            </a:extLst>
          </p:cNvPr>
          <p:cNvSpPr/>
          <p:nvPr/>
        </p:nvSpPr>
        <p:spPr>
          <a:xfrm>
            <a:off x="5739197" y="3756984"/>
            <a:ext cx="1397414" cy="25545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latin typeface="나눔고딕" pitchFamily="2" charset="-127"/>
                <a:ea typeface="나눔고딕" pitchFamily="2" charset="-127"/>
              </a:rPr>
              <a:t>홍진호 </a:t>
            </a:r>
            <a:r>
              <a:rPr lang="en-US" altLang="ko-KR" sz="800" b="1" dirty="0">
                <a:latin typeface="나눔고딕" pitchFamily="2" charset="-127"/>
                <a:ea typeface="나눔고딕" pitchFamily="2" charset="-127"/>
              </a:rPr>
              <a:t>: 910111-1</a:t>
            </a:r>
            <a:endParaRPr lang="ko-KR" altLang="en-US" sz="1100" dirty="0">
              <a:latin typeface="나눔고딕" pitchFamily="2" charset="-127"/>
              <a:ea typeface="나눔고딕" pitchFamily="2" charset="-127"/>
            </a:endParaRPr>
          </a:p>
        </p:txBody>
      </p:sp>
      <p:cxnSp>
        <p:nvCxnSpPr>
          <p:cNvPr id="239" name="직선 연결선 238">
            <a:extLst>
              <a:ext uri="{FF2B5EF4-FFF2-40B4-BE49-F238E27FC236}">
                <a16:creationId xmlns:a16="http://schemas.microsoft.com/office/drawing/2014/main" id="{1AA3FDF9-0011-4F46-965B-1885AC81E7D8}"/>
              </a:ext>
            </a:extLst>
          </p:cNvPr>
          <p:cNvCxnSpPr/>
          <p:nvPr/>
        </p:nvCxnSpPr>
        <p:spPr>
          <a:xfrm>
            <a:off x="3999978" y="4049500"/>
            <a:ext cx="153841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0" name="그룹 239">
            <a:extLst>
              <a:ext uri="{FF2B5EF4-FFF2-40B4-BE49-F238E27FC236}">
                <a16:creationId xmlns:a16="http://schemas.microsoft.com/office/drawing/2014/main" id="{047748D8-C8B6-4C15-A422-1A83A5BFE4A7}"/>
              </a:ext>
            </a:extLst>
          </p:cNvPr>
          <p:cNvGrpSpPr/>
          <p:nvPr/>
        </p:nvGrpSpPr>
        <p:grpSpPr>
          <a:xfrm>
            <a:off x="4087183" y="4686827"/>
            <a:ext cx="1338090" cy="237744"/>
            <a:chOff x="4114016" y="5778987"/>
            <a:chExt cx="1338090" cy="237744"/>
          </a:xfrm>
        </p:grpSpPr>
        <p:sp>
          <p:nvSpPr>
            <p:cNvPr id="241" name="사각형: 둥근 모서리 240">
              <a:extLst>
                <a:ext uri="{FF2B5EF4-FFF2-40B4-BE49-F238E27FC236}">
                  <a16:creationId xmlns:a16="http://schemas.microsoft.com/office/drawing/2014/main" id="{AA574355-1BBB-4F92-99F3-0BADC8516B62}"/>
                </a:ext>
              </a:extLst>
            </p:cNvPr>
            <p:cNvSpPr/>
            <p:nvPr/>
          </p:nvSpPr>
          <p:spPr>
            <a:xfrm>
              <a:off x="4114016" y="5778987"/>
              <a:ext cx="1338090" cy="237744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latin typeface="나눔고딕" pitchFamily="2" charset="-127"/>
                  <a:ea typeface="나눔고딕" pitchFamily="2" charset="-127"/>
                </a:rPr>
                <a:t>다시 조회하기</a:t>
              </a:r>
            </a:p>
          </p:txBody>
        </p:sp>
        <p:pic>
          <p:nvPicPr>
            <p:cNvPr id="242" name="그래픽 241" descr="원 화살표">
              <a:extLst>
                <a:ext uri="{FF2B5EF4-FFF2-40B4-BE49-F238E27FC236}">
                  <a16:creationId xmlns:a16="http://schemas.microsoft.com/office/drawing/2014/main" id="{3D297D7B-01E3-4DC3-AC1D-B995BED4A3B0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4216335" y="5796932"/>
              <a:ext cx="192062" cy="199996"/>
            </a:xfrm>
            <a:prstGeom prst="rect">
              <a:avLst/>
            </a:prstGeom>
          </p:spPr>
        </p:pic>
      </p:grpSp>
      <p:sp>
        <p:nvSpPr>
          <p:cNvPr id="243" name="직사각형 242">
            <a:extLst>
              <a:ext uri="{FF2B5EF4-FFF2-40B4-BE49-F238E27FC236}">
                <a16:creationId xmlns:a16="http://schemas.microsoft.com/office/drawing/2014/main" id="{C86B73BE-B3E8-4603-BB65-70C9F9CFA991}"/>
              </a:ext>
            </a:extLst>
          </p:cNvPr>
          <p:cNvSpPr/>
          <p:nvPr/>
        </p:nvSpPr>
        <p:spPr>
          <a:xfrm>
            <a:off x="4037217" y="4110651"/>
            <a:ext cx="1397414" cy="396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700" dirty="0">
                <a:latin typeface="나눔고딕" pitchFamily="2" charset="-127"/>
                <a:ea typeface="나눔고딕" pitchFamily="2" charset="-127"/>
              </a:rPr>
              <a:t>날짜형식이 올바르지 </a:t>
            </a:r>
            <a:br>
              <a:rPr lang="en-US" altLang="ko-KR" sz="700" dirty="0">
                <a:latin typeface="나눔고딕" pitchFamily="2" charset="-127"/>
                <a:ea typeface="나눔고딕" pitchFamily="2" charset="-127"/>
              </a:rPr>
            </a:br>
            <a:r>
              <a:rPr lang="ko-KR" altLang="en-US" sz="700" dirty="0">
                <a:latin typeface="나눔고딕" pitchFamily="2" charset="-127"/>
                <a:ea typeface="나눔고딕" pitchFamily="2" charset="-127"/>
              </a:rPr>
              <a:t>않습니다</a:t>
            </a:r>
            <a:r>
              <a:rPr lang="en-US" altLang="ko-KR" sz="700" dirty="0">
                <a:latin typeface="나눔고딕" pitchFamily="2" charset="-127"/>
                <a:ea typeface="나눔고딕" pitchFamily="2" charset="-127"/>
              </a:rPr>
              <a:t>.</a:t>
            </a:r>
            <a:endParaRPr lang="ko-KR" altLang="en-US" sz="700" dirty="0">
              <a:latin typeface="나눔고딕" pitchFamily="2" charset="-127"/>
              <a:ea typeface="나눔고딕" pitchFamily="2" charset="-127"/>
            </a:endParaRPr>
          </a:p>
        </p:txBody>
      </p:sp>
      <p:cxnSp>
        <p:nvCxnSpPr>
          <p:cNvPr id="244" name="직선 연결선 243">
            <a:extLst>
              <a:ext uri="{FF2B5EF4-FFF2-40B4-BE49-F238E27FC236}">
                <a16:creationId xmlns:a16="http://schemas.microsoft.com/office/drawing/2014/main" id="{E29E2D4F-B210-49C6-B541-1BC9D28EF620}"/>
              </a:ext>
            </a:extLst>
          </p:cNvPr>
          <p:cNvCxnSpPr/>
          <p:nvPr/>
        </p:nvCxnSpPr>
        <p:spPr>
          <a:xfrm>
            <a:off x="5730165" y="4044302"/>
            <a:ext cx="153841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5" name="Text Box">
            <a:extLst>
              <a:ext uri="{FF2B5EF4-FFF2-40B4-BE49-F238E27FC236}">
                <a16:creationId xmlns:a16="http://schemas.microsoft.com/office/drawing/2014/main" id="{E30E90FC-1985-4CC8-930E-01412AB883C0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5770469" y="4480417"/>
            <a:ext cx="1449423" cy="225703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256032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A1-2</a:t>
            </a:r>
          </a:p>
        </p:txBody>
      </p:sp>
      <p:sp>
        <p:nvSpPr>
          <p:cNvPr id="246" name="Text Box">
            <a:extLst>
              <a:ext uri="{FF2B5EF4-FFF2-40B4-BE49-F238E27FC236}">
                <a16:creationId xmlns:a16="http://schemas.microsoft.com/office/drawing/2014/main" id="{E3F44794-3E29-4CC8-97D5-1829F5FA2EAA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5770470" y="4751435"/>
            <a:ext cx="1449423" cy="225703"/>
          </a:xfrm>
          <a:prstGeom prst="rect">
            <a:avLst/>
          </a:prstGeom>
          <a:solidFill>
            <a:schemeClr val="bg1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256032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A0-3</a:t>
            </a:r>
          </a:p>
        </p:txBody>
      </p:sp>
      <p:sp>
        <p:nvSpPr>
          <p:cNvPr id="247" name="Text Box">
            <a:extLst>
              <a:ext uri="{FF2B5EF4-FFF2-40B4-BE49-F238E27FC236}">
                <a16:creationId xmlns:a16="http://schemas.microsoft.com/office/drawing/2014/main" id="{B1814BEA-ED83-4259-A1BF-BD7161DBE185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5775262" y="4206293"/>
            <a:ext cx="1449423" cy="225703"/>
          </a:xfrm>
          <a:prstGeom prst="rect">
            <a:avLst/>
          </a:prstGeom>
          <a:solidFill>
            <a:schemeClr val="accent1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256032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A-2</a:t>
            </a: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343A5E78-0F16-4B49-8618-84FE0739B64B}"/>
              </a:ext>
            </a:extLst>
          </p:cNvPr>
          <p:cNvSpPr txBox="1"/>
          <p:nvPr/>
        </p:nvSpPr>
        <p:spPr>
          <a:xfrm>
            <a:off x="6367829" y="4221999"/>
            <a:ext cx="122391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chemeClr val="bg1"/>
                </a:solidFill>
              </a:rPr>
              <a:t>보험료 </a:t>
            </a:r>
            <a:r>
              <a:rPr lang="en-US" altLang="ko-KR" sz="800" b="1" dirty="0">
                <a:solidFill>
                  <a:schemeClr val="bg1"/>
                </a:solidFill>
              </a:rPr>
              <a:t>: 13,000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5E20F344-B6B8-4C69-B889-DFC75307CEB8}"/>
              </a:ext>
            </a:extLst>
          </p:cNvPr>
          <p:cNvSpPr txBox="1"/>
          <p:nvPr/>
        </p:nvSpPr>
        <p:spPr>
          <a:xfrm>
            <a:off x="6375889" y="4498301"/>
            <a:ext cx="122391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chemeClr val="accent1"/>
                </a:solidFill>
              </a:rPr>
              <a:t>보험료 </a:t>
            </a:r>
            <a:r>
              <a:rPr lang="en-US" altLang="ko-KR" sz="800" b="1" dirty="0">
                <a:solidFill>
                  <a:schemeClr val="accent1"/>
                </a:solidFill>
              </a:rPr>
              <a:t>: 33,000</a:t>
            </a:r>
            <a:endParaRPr lang="ko-KR" altLang="en-US" sz="800" b="1" dirty="0">
              <a:solidFill>
                <a:schemeClr val="accent1"/>
              </a:solidFill>
            </a:endParaRP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42A04995-80EC-4409-BE09-18E3CD3D6E35}"/>
              </a:ext>
            </a:extLst>
          </p:cNvPr>
          <p:cNvSpPr txBox="1"/>
          <p:nvPr/>
        </p:nvSpPr>
        <p:spPr>
          <a:xfrm>
            <a:off x="6367433" y="4777740"/>
            <a:ext cx="122391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chemeClr val="accent1"/>
                </a:solidFill>
              </a:rPr>
              <a:t>보험료 </a:t>
            </a:r>
            <a:r>
              <a:rPr lang="en-US" altLang="ko-KR" sz="800" b="1" dirty="0">
                <a:solidFill>
                  <a:schemeClr val="accent1"/>
                </a:solidFill>
              </a:rPr>
              <a:t>: 43,000</a:t>
            </a:r>
            <a:endParaRPr lang="ko-KR" altLang="en-US" sz="800" b="1" dirty="0">
              <a:solidFill>
                <a:schemeClr val="accent1"/>
              </a:solidFill>
            </a:endParaRPr>
          </a:p>
        </p:txBody>
      </p:sp>
      <p:sp>
        <p:nvSpPr>
          <p:cNvPr id="252" name="직사각형 251">
            <a:extLst>
              <a:ext uri="{FF2B5EF4-FFF2-40B4-BE49-F238E27FC236}">
                <a16:creationId xmlns:a16="http://schemas.microsoft.com/office/drawing/2014/main" id="{A46C8E84-8FFE-418A-87B5-7A3F82CC2958}"/>
              </a:ext>
            </a:extLst>
          </p:cNvPr>
          <p:cNvSpPr/>
          <p:nvPr/>
        </p:nvSpPr>
        <p:spPr>
          <a:xfrm>
            <a:off x="6550835" y="5085229"/>
            <a:ext cx="5124660" cy="3370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>
                <a:latin typeface="나눔고딕" pitchFamily="2" charset="-127"/>
                <a:ea typeface="나눔고딕" pitchFamily="2" charset="-127"/>
              </a:rPr>
              <a:t>총 납입보험료 </a:t>
            </a:r>
            <a:r>
              <a:rPr lang="en-US" altLang="ko-KR" sz="1200" b="1" dirty="0">
                <a:latin typeface="나눔고딕" pitchFamily="2" charset="-127"/>
                <a:ea typeface="나눔고딕" pitchFamily="2" charset="-127"/>
              </a:rPr>
              <a:t>: 44,000</a:t>
            </a:r>
            <a:r>
              <a:rPr lang="ko-KR" altLang="en-US" sz="1200" b="1" dirty="0">
                <a:latin typeface="나눔고딕" pitchFamily="2" charset="-127"/>
                <a:ea typeface="나눔고딕" pitchFamily="2" charset="-127"/>
              </a:rPr>
              <a:t>원</a:t>
            </a:r>
            <a:endParaRPr lang="ko-KR" altLang="en-US" sz="12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93" name="사각형: 둥근 모서리 92">
            <a:extLst>
              <a:ext uri="{FF2B5EF4-FFF2-40B4-BE49-F238E27FC236}">
                <a16:creationId xmlns:a16="http://schemas.microsoft.com/office/drawing/2014/main" id="{135AD731-6AE5-4F6F-BF6B-E3D615A945C4}"/>
              </a:ext>
            </a:extLst>
          </p:cNvPr>
          <p:cNvSpPr/>
          <p:nvPr/>
        </p:nvSpPr>
        <p:spPr>
          <a:xfrm>
            <a:off x="3728098" y="6568692"/>
            <a:ext cx="1378890" cy="23774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>
                <a:latin typeface="나눔고딕" pitchFamily="2" charset="-127"/>
                <a:ea typeface="나눔고딕" pitchFamily="2" charset="-127"/>
              </a:rPr>
              <a:t>전체 인원 데이터 다운로드</a:t>
            </a:r>
          </a:p>
        </p:txBody>
      </p:sp>
      <p:sp>
        <p:nvSpPr>
          <p:cNvPr id="94" name="사각형: 둥근 모서리 93">
            <a:extLst>
              <a:ext uri="{FF2B5EF4-FFF2-40B4-BE49-F238E27FC236}">
                <a16:creationId xmlns:a16="http://schemas.microsoft.com/office/drawing/2014/main" id="{CC04E7B8-BE9A-44F8-8C4D-11C3F8B91F5C}"/>
              </a:ext>
            </a:extLst>
          </p:cNvPr>
          <p:cNvSpPr/>
          <p:nvPr/>
        </p:nvSpPr>
        <p:spPr>
          <a:xfrm>
            <a:off x="6799217" y="6571361"/>
            <a:ext cx="1378890" cy="23774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>
                <a:latin typeface="나눔고딕" pitchFamily="2" charset="-127"/>
                <a:ea typeface="나눔고딕" pitchFamily="2" charset="-127"/>
              </a:rPr>
              <a:t>실패 인원 데이터 다운로드</a:t>
            </a:r>
          </a:p>
        </p:txBody>
      </p:sp>
      <p:sp>
        <p:nvSpPr>
          <p:cNvPr id="95" name="사각형: 둥근 모서리 94">
            <a:extLst>
              <a:ext uri="{FF2B5EF4-FFF2-40B4-BE49-F238E27FC236}">
                <a16:creationId xmlns:a16="http://schemas.microsoft.com/office/drawing/2014/main" id="{05D8EC11-8436-4710-808D-6F8396EE0F26}"/>
              </a:ext>
            </a:extLst>
          </p:cNvPr>
          <p:cNvSpPr/>
          <p:nvPr/>
        </p:nvSpPr>
        <p:spPr>
          <a:xfrm>
            <a:off x="3809450" y="7253080"/>
            <a:ext cx="1378890" cy="23774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>
                <a:latin typeface="나눔고딕" pitchFamily="2" charset="-127"/>
                <a:ea typeface="나눔고딕" pitchFamily="2" charset="-127"/>
              </a:rPr>
              <a:t>성공 인원 데이터 다운로드</a:t>
            </a:r>
          </a:p>
        </p:txBody>
      </p:sp>
    </p:spTree>
    <p:extLst>
      <p:ext uri="{BB962C8B-B14F-4D97-AF65-F5344CB8AC3E}">
        <p14:creationId xmlns:p14="http://schemas.microsoft.com/office/powerpoint/2010/main" val="17919548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F887A-BAB4-AE73-C156-62A3B724C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6C713790-DE53-4281-0476-CB87470294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0743556"/>
              </p:ext>
            </p:extLst>
          </p:nvPr>
        </p:nvGraphicFramePr>
        <p:xfrm>
          <a:off x="8696507" y="811446"/>
          <a:ext cx="3128548" cy="31409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02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1751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ko-KR" sz="800" b="0" kern="12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Description</a:t>
                      </a:r>
                      <a:endParaRPr lang="ko-KR" altLang="en-US" sz="800" b="0" kern="1200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en-US" altLang="ko-KR" sz="8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227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보험료 조회 없이 즉시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카드 결제 선택 시 화면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9071" marR="99071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0085253"/>
                  </a:ext>
                </a:extLst>
              </a:tr>
              <a:tr h="7913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청약 재시도 </a:t>
                      </a:r>
                      <a:r>
                        <a:rPr lang="ko-KR" altLang="en-US" sz="800" b="1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모달</a:t>
                      </a:r>
                      <a:endParaRPr lang="en-US" altLang="ko-KR" sz="8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한글이름 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ㄴ 입력제한 없음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기존 입력한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한글명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노출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주민등록번호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ㄴ 하이픈 입력 제한 및 숫자 외 문자 입력 제한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보험시작일시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ㄴ 하이픈 입력 제한 및 숫자 외 문자 입력 제한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ㄴ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YYMMDDHHMM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형태로 입력 필요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보험종료일시 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ㄴ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YYMMDDHHMM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형태로 입력 필요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ㄴ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하이픈 입력 제한 및 숫자 외 문자 입력 제한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9071" marR="99071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484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85551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청약하기 버튼</a:t>
                      </a:r>
                      <a:endParaRPr lang="en-US" altLang="ko-KR" sz="8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marR="0" indent="-171450" algn="l" defTabSz="85551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클릭 시 재입력한 대상 정보만 청약신청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API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재전송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marR="0" indent="-171450" algn="l" defTabSz="85551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청약 완료 시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15PAGE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실패 태그 리스트에서 제외 처리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9071" marR="99071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5424848"/>
                  </a:ext>
                </a:extLst>
              </a:tr>
            </a:tbl>
          </a:graphicData>
        </a:graphic>
      </p:graphicFrame>
      <p:sp>
        <p:nvSpPr>
          <p:cNvPr id="65" name="TextBox 64">
            <a:extLst>
              <a:ext uri="{FF2B5EF4-FFF2-40B4-BE49-F238E27FC236}">
                <a16:creationId xmlns:a16="http://schemas.microsoft.com/office/drawing/2014/main" id="{28EE15C2-726D-1206-37B5-A1B5551B8BB9}"/>
              </a:ext>
            </a:extLst>
          </p:cNvPr>
          <p:cNvSpPr txBox="1"/>
          <p:nvPr/>
        </p:nvSpPr>
        <p:spPr>
          <a:xfrm>
            <a:off x="4312366" y="199627"/>
            <a:ext cx="321589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청약 실패 대상 재시도 </a:t>
            </a:r>
            <a:r>
              <a:rPr lang="ko-KR" altLang="en-US" sz="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모달</a:t>
            </a:r>
            <a:endParaRPr lang="ko-KR" altLang="en-US" sz="8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CC5D9C1-99DF-3DA3-205C-4EC37F011E43}"/>
              </a:ext>
            </a:extLst>
          </p:cNvPr>
          <p:cNvSpPr txBox="1"/>
          <p:nvPr/>
        </p:nvSpPr>
        <p:spPr>
          <a:xfrm>
            <a:off x="4312365" y="419389"/>
            <a:ext cx="61175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1. 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메인 </a:t>
            </a: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&gt; 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정보입력 </a:t>
            </a: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&gt; 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보험료 조회 </a:t>
            </a: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&gt; 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보험료 조회 결과 확인  </a:t>
            </a: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&gt; 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카드 결제 </a:t>
            </a: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OR </a:t>
            </a:r>
            <a:r>
              <a:rPr lang="ko-KR" altLang="en-US" sz="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후정산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</a:t>
            </a: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&gt; 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청약신청 결과 조회 </a:t>
            </a: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&gt; 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청약 재시도</a:t>
            </a:r>
            <a:b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</a:b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2. 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메인 </a:t>
            </a: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&gt; 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정보입력 </a:t>
            </a: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&gt; 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즉시카드결제 </a:t>
            </a: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OR 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즉시 </a:t>
            </a:r>
            <a:r>
              <a:rPr lang="ko-KR" altLang="en-US" sz="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후정산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</a:t>
            </a: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&gt; 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청약신청 결과 조회 </a:t>
            </a: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&gt; 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청약 재시도 </a:t>
            </a: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(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실패 대상</a:t>
            </a: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)</a:t>
            </a:r>
            <a:endParaRPr lang="en-US" altLang="ko-KR" sz="900" dirty="0">
              <a:latin typeface="+mn-ea"/>
            </a:endParaRPr>
          </a:p>
        </p:txBody>
      </p:sp>
      <p:sp>
        <p:nvSpPr>
          <p:cNvPr id="354" name="TextBox 353">
            <a:extLst>
              <a:ext uri="{FF2B5EF4-FFF2-40B4-BE49-F238E27FC236}">
                <a16:creationId xmlns:a16="http://schemas.microsoft.com/office/drawing/2014/main" id="{5D3F8AB6-1831-B76D-B4B7-FF8771D3C835}"/>
              </a:ext>
            </a:extLst>
          </p:cNvPr>
          <p:cNvSpPr txBox="1"/>
          <p:nvPr/>
        </p:nvSpPr>
        <p:spPr>
          <a:xfrm>
            <a:off x="10848513" y="421528"/>
            <a:ext cx="9765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Page</a:t>
            </a:r>
            <a:endParaRPr lang="ko-KR" altLang="en-US" sz="80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4CBD29E-8571-8A7C-F2EC-405859348E90}"/>
              </a:ext>
            </a:extLst>
          </p:cNvPr>
          <p:cNvSpPr/>
          <p:nvPr/>
        </p:nvSpPr>
        <p:spPr>
          <a:xfrm>
            <a:off x="404237" y="811446"/>
            <a:ext cx="8000854" cy="4446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800" b="1" dirty="0">
              <a:solidFill>
                <a:schemeClr val="bg1">
                  <a:lumMod val="50000"/>
                </a:schemeClr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E66C289-79C8-AAF2-C948-7FBAC9E62BEE}"/>
              </a:ext>
            </a:extLst>
          </p:cNvPr>
          <p:cNvSpPr txBox="1"/>
          <p:nvPr/>
        </p:nvSpPr>
        <p:spPr>
          <a:xfrm>
            <a:off x="6865733" y="898520"/>
            <a:ext cx="152327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itchFamily="2" charset="-127"/>
                <a:ea typeface="나눔고딕" pitchFamily="2" charset="-127"/>
              </a:rPr>
              <a:t>{NAME}</a:t>
            </a:r>
            <a:endParaRPr lang="ko-KR" altLang="en-US" sz="1050" b="1" dirty="0">
              <a:solidFill>
                <a:schemeClr val="tx1">
                  <a:lumMod val="65000"/>
                  <a:lumOff val="35000"/>
                </a:schemeClr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00E838E-E647-F2FF-1FE8-1B0B0D7F5610}"/>
              </a:ext>
            </a:extLst>
          </p:cNvPr>
          <p:cNvSpPr txBox="1"/>
          <p:nvPr/>
        </p:nvSpPr>
        <p:spPr>
          <a:xfrm>
            <a:off x="7591343" y="909155"/>
            <a:ext cx="69121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u="sng" dirty="0">
                <a:solidFill>
                  <a:schemeClr val="bg1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로그아웃</a:t>
            </a:r>
          </a:p>
        </p:txBody>
      </p:sp>
      <p:pic>
        <p:nvPicPr>
          <p:cNvPr id="238" name="그림 237">
            <a:extLst>
              <a:ext uri="{FF2B5EF4-FFF2-40B4-BE49-F238E27FC236}">
                <a16:creationId xmlns:a16="http://schemas.microsoft.com/office/drawing/2014/main" id="{F648D153-5058-7BCA-E3B4-8825BD54D9D0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5640" y="957994"/>
            <a:ext cx="142662" cy="142662"/>
          </a:xfrm>
          <a:prstGeom prst="rect">
            <a:avLst/>
          </a:prstGeom>
        </p:spPr>
      </p:pic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94EE4D56-34C8-465A-B0CA-C8283036F0AA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45200" y="1725228"/>
          <a:ext cx="7920090" cy="14410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6603">
                  <a:extLst>
                    <a:ext uri="{9D8B030D-6E8A-4147-A177-3AD203B41FA5}">
                      <a16:colId xmlns:a16="http://schemas.microsoft.com/office/drawing/2014/main" val="3149999645"/>
                    </a:ext>
                  </a:extLst>
                </a:gridCol>
                <a:gridCol w="686340">
                  <a:extLst>
                    <a:ext uri="{9D8B030D-6E8A-4147-A177-3AD203B41FA5}">
                      <a16:colId xmlns:a16="http://schemas.microsoft.com/office/drawing/2014/main" val="144949006"/>
                    </a:ext>
                  </a:extLst>
                </a:gridCol>
                <a:gridCol w="730346">
                  <a:extLst>
                    <a:ext uri="{9D8B030D-6E8A-4147-A177-3AD203B41FA5}">
                      <a16:colId xmlns:a16="http://schemas.microsoft.com/office/drawing/2014/main" val="3613674393"/>
                    </a:ext>
                  </a:extLst>
                </a:gridCol>
                <a:gridCol w="902747">
                  <a:extLst>
                    <a:ext uri="{9D8B030D-6E8A-4147-A177-3AD203B41FA5}">
                      <a16:colId xmlns:a16="http://schemas.microsoft.com/office/drawing/2014/main" val="2622731716"/>
                    </a:ext>
                  </a:extLst>
                </a:gridCol>
                <a:gridCol w="875030">
                  <a:extLst>
                    <a:ext uri="{9D8B030D-6E8A-4147-A177-3AD203B41FA5}">
                      <a16:colId xmlns:a16="http://schemas.microsoft.com/office/drawing/2014/main" val="1881976941"/>
                    </a:ext>
                  </a:extLst>
                </a:gridCol>
                <a:gridCol w="875030">
                  <a:extLst>
                    <a:ext uri="{9D8B030D-6E8A-4147-A177-3AD203B41FA5}">
                      <a16:colId xmlns:a16="http://schemas.microsoft.com/office/drawing/2014/main" val="366950901"/>
                    </a:ext>
                  </a:extLst>
                </a:gridCol>
                <a:gridCol w="741680">
                  <a:extLst>
                    <a:ext uri="{9D8B030D-6E8A-4147-A177-3AD203B41FA5}">
                      <a16:colId xmlns:a16="http://schemas.microsoft.com/office/drawing/2014/main" val="3548355476"/>
                    </a:ext>
                  </a:extLst>
                </a:gridCol>
                <a:gridCol w="1006793">
                  <a:extLst>
                    <a:ext uri="{9D8B030D-6E8A-4147-A177-3AD203B41FA5}">
                      <a16:colId xmlns:a16="http://schemas.microsoft.com/office/drawing/2014/main" val="2697319228"/>
                    </a:ext>
                  </a:extLst>
                </a:gridCol>
                <a:gridCol w="913130">
                  <a:extLst>
                    <a:ext uri="{9D8B030D-6E8A-4147-A177-3AD203B41FA5}">
                      <a16:colId xmlns:a16="http://schemas.microsoft.com/office/drawing/2014/main" val="1424734495"/>
                    </a:ext>
                  </a:extLst>
                </a:gridCol>
                <a:gridCol w="772391">
                  <a:extLst>
                    <a:ext uri="{9D8B030D-6E8A-4147-A177-3AD203B41FA5}">
                      <a16:colId xmlns:a16="http://schemas.microsoft.com/office/drawing/2014/main" val="2460541664"/>
                    </a:ext>
                  </a:extLst>
                </a:gridCol>
              </a:tblGrid>
              <a:tr h="224170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* </a:t>
                      </a:r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고객사명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* </a:t>
                      </a:r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한글성명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*</a:t>
                      </a:r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주민등록번호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*</a:t>
                      </a:r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보험시작일시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*</a:t>
                      </a:r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보험종료일시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*</a:t>
                      </a:r>
                      <a:r>
                        <a:rPr lang="ko-KR" altLang="en-US" sz="800" b="1" dirty="0" err="1">
                          <a:solidFill>
                            <a:schemeClr val="bg1"/>
                          </a:solidFill>
                        </a:rPr>
                        <a:t>플랜명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영문성명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핸드폰번호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티켓번호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4863723"/>
                  </a:ext>
                </a:extLst>
              </a:tr>
              <a:tr h="304230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SM C&amp;C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홍민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910125-111111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2026-01-21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2026-01-23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SMCNC_A2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HONGMIN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010-1111-1111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12312312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8413740"/>
                  </a:ext>
                </a:extLst>
              </a:tr>
              <a:tr h="304230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SM C&amp;C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홍길동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921111-111111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2026-01-21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2026-01-23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SMCNC_A2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HONG GILDONG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010-2222-2222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12311131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9820604"/>
                  </a:ext>
                </a:extLst>
              </a:tr>
              <a:tr h="304230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SM C&amp;C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홍순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7472760"/>
                  </a:ext>
                </a:extLst>
              </a:tr>
              <a:tr h="304230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홍진호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910111-123123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2026-01-21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2026-01-23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SMCNC_A2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6043149"/>
                  </a:ext>
                </a:extLst>
              </a:tr>
            </a:tbl>
          </a:graphicData>
        </a:graphic>
      </p:graphicFrame>
      <p:sp>
        <p:nvSpPr>
          <p:cNvPr id="89" name="Track">
            <a:extLst>
              <a:ext uri="{FF2B5EF4-FFF2-40B4-BE49-F238E27FC236}">
                <a16:creationId xmlns:a16="http://schemas.microsoft.com/office/drawing/2014/main" id="{5D706130-8AE5-4D05-9243-E3D3EC6DB82F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 rot="10800000">
            <a:off x="432194" y="3161489"/>
            <a:ext cx="7956453" cy="118619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7" name="Scroll Thumb">
            <a:extLst>
              <a:ext uri="{FF2B5EF4-FFF2-40B4-BE49-F238E27FC236}">
                <a16:creationId xmlns:a16="http://schemas.microsoft.com/office/drawing/2014/main" id="{0CB441AD-2200-47A0-BBCA-4EFFC96AB5D6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 rot="10800000">
            <a:off x="678840" y="3190177"/>
            <a:ext cx="5882364" cy="61243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9" name="Chevron">
            <a:extLst>
              <a:ext uri="{FF2B5EF4-FFF2-40B4-BE49-F238E27FC236}">
                <a16:creationId xmlns:a16="http://schemas.microsoft.com/office/drawing/2014/main" id="{41847578-DDFC-4C2A-9379-9B661395EC07}"/>
              </a:ext>
            </a:extLst>
          </p:cNvPr>
          <p:cNvSpPr>
            <a:spLocks noChangeAspect="1"/>
          </p:cNvSpPr>
          <p:nvPr>
            <p:custDataLst>
              <p:tags r:id="rId3"/>
            </p:custDataLst>
          </p:nvPr>
        </p:nvSpPr>
        <p:spPr bwMode="auto">
          <a:xfrm rot="16200000" flipH="1">
            <a:off x="8186193" y="3206880"/>
            <a:ext cx="88545" cy="53979"/>
          </a:xfrm>
          <a:custGeom>
            <a:avLst/>
            <a:gdLst>
              <a:gd name="T0" fmla="*/ 0 w 197"/>
              <a:gd name="T1" fmla="*/ 0 h 115"/>
              <a:gd name="T2" fmla="*/ 99 w 197"/>
              <a:gd name="T3" fmla="*/ 115 h 115"/>
              <a:gd name="T4" fmla="*/ 197 w 197"/>
              <a:gd name="T5" fmla="*/ 0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7" h="115">
                <a:moveTo>
                  <a:pt x="0" y="0"/>
                </a:moveTo>
                <a:lnTo>
                  <a:pt x="99" y="115"/>
                </a:lnTo>
                <a:lnTo>
                  <a:pt x="197" y="0"/>
                </a:lnTo>
              </a:path>
            </a:pathLst>
          </a:custGeom>
          <a:noFill/>
          <a:ln w="6350" cap="sq">
            <a:solidFill>
              <a:srgbClr val="80808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4" name="Rectangle 89">
            <a:extLst>
              <a:ext uri="{FF2B5EF4-FFF2-40B4-BE49-F238E27FC236}">
                <a16:creationId xmlns:a16="http://schemas.microsoft.com/office/drawing/2014/main" id="{D9028C65-BFF6-443E-A373-765F8883B1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9612" y="1402083"/>
            <a:ext cx="700908" cy="22713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chemeClr val="bg1"/>
                </a:solidFill>
              </a:rPr>
              <a:t>초기화</a:t>
            </a: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0F7C9095-6F1F-459D-9765-4E40D77F3BCD}"/>
              </a:ext>
            </a:extLst>
          </p:cNvPr>
          <p:cNvSpPr/>
          <p:nvPr/>
        </p:nvSpPr>
        <p:spPr>
          <a:xfrm>
            <a:off x="469535" y="1300994"/>
            <a:ext cx="247137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solidFill>
                  <a:schemeClr val="accent2">
                    <a:lumMod val="75000"/>
                  </a:schemeClr>
                </a:solidFill>
                <a:latin typeface="나눔고딕" pitchFamily="2" charset="-127"/>
                <a:ea typeface="나눔고딕" pitchFamily="2" charset="-127"/>
              </a:rPr>
              <a:t>청약신청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8945C0E3-0131-4CE4-BC9B-330CD600B934}"/>
              </a:ext>
            </a:extLst>
          </p:cNvPr>
          <p:cNvSpPr txBox="1"/>
          <p:nvPr/>
        </p:nvSpPr>
        <p:spPr>
          <a:xfrm>
            <a:off x="499489" y="892976"/>
            <a:ext cx="152327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나눔고딕" pitchFamily="2" charset="-127"/>
                <a:ea typeface="나눔고딕" pitchFamily="2" charset="-127"/>
              </a:rPr>
              <a:t>캐롯손해보험</a:t>
            </a:r>
            <a:r>
              <a:rPr lang="ko-KR" alt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itchFamily="2" charset="-127"/>
                <a:ea typeface="나눔고딕" pitchFamily="2" charset="-127"/>
              </a:rPr>
              <a:t> 관리자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E9161EFB-E882-48C9-A0D4-87EAAE542EA2}"/>
              </a:ext>
            </a:extLst>
          </p:cNvPr>
          <p:cNvSpPr txBox="1"/>
          <p:nvPr/>
        </p:nvSpPr>
        <p:spPr>
          <a:xfrm>
            <a:off x="2878844" y="874552"/>
            <a:ext cx="71686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+mj-lt"/>
                <a:ea typeface="나눔고딕" pitchFamily="2" charset="-127"/>
              </a:rPr>
              <a:t>계약내역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C3167F3E-1C7B-48C8-A94C-C83F153F3942}"/>
              </a:ext>
            </a:extLst>
          </p:cNvPr>
          <p:cNvSpPr txBox="1"/>
          <p:nvPr/>
        </p:nvSpPr>
        <p:spPr>
          <a:xfrm>
            <a:off x="5550091" y="873968"/>
            <a:ext cx="55816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+mj-lt"/>
                <a:ea typeface="나눔고딕" pitchFamily="2" charset="-127"/>
              </a:rPr>
              <a:t>HELP </a:t>
            </a:r>
            <a:endParaRPr lang="ko-KR" altLang="en-US" sz="1100" dirty="0">
              <a:solidFill>
                <a:schemeClr val="bg1">
                  <a:lumMod val="50000"/>
                </a:schemeClr>
              </a:solidFill>
              <a:latin typeface="+mj-lt"/>
              <a:ea typeface="나눔고딕" pitchFamily="2" charset="-127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227A525A-1420-47C6-8D5A-89D5E1D81E6F}"/>
              </a:ext>
            </a:extLst>
          </p:cNvPr>
          <p:cNvSpPr txBox="1"/>
          <p:nvPr/>
        </p:nvSpPr>
        <p:spPr>
          <a:xfrm>
            <a:off x="2048020" y="874552"/>
            <a:ext cx="7665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나눔고딕" pitchFamily="2" charset="-127"/>
              </a:rPr>
              <a:t>청약신청 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12D3C0B6-78B1-4B0D-9928-A8D2F7B658D4}"/>
              </a:ext>
            </a:extLst>
          </p:cNvPr>
          <p:cNvSpPr txBox="1"/>
          <p:nvPr/>
        </p:nvSpPr>
        <p:spPr>
          <a:xfrm>
            <a:off x="3701236" y="884162"/>
            <a:ext cx="93968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고객사 관리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DDDECD75-DC75-4348-AD09-669A3B49A8C0}"/>
              </a:ext>
            </a:extLst>
          </p:cNvPr>
          <p:cNvSpPr txBox="1"/>
          <p:nvPr/>
        </p:nvSpPr>
        <p:spPr>
          <a:xfrm>
            <a:off x="4705184" y="884162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보험플랜</a:t>
            </a: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25AA2115-0225-48CF-9426-E359B40620A7}"/>
              </a:ext>
            </a:extLst>
          </p:cNvPr>
          <p:cNvSpPr/>
          <p:nvPr/>
        </p:nvSpPr>
        <p:spPr>
          <a:xfrm>
            <a:off x="404237" y="3650362"/>
            <a:ext cx="8009071" cy="58826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A93C50AB-2232-4745-829F-FF193061FB86}"/>
              </a:ext>
            </a:extLst>
          </p:cNvPr>
          <p:cNvSpPr/>
          <p:nvPr/>
        </p:nvSpPr>
        <p:spPr>
          <a:xfrm>
            <a:off x="404237" y="3429000"/>
            <a:ext cx="8009071" cy="44469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8" name="사각형: 둥근 모서리 87">
            <a:extLst>
              <a:ext uri="{FF2B5EF4-FFF2-40B4-BE49-F238E27FC236}">
                <a16:creationId xmlns:a16="http://schemas.microsoft.com/office/drawing/2014/main" id="{68924051-5E8A-423F-8A6F-CE8EBD82C252}"/>
              </a:ext>
            </a:extLst>
          </p:cNvPr>
          <p:cNvSpPr/>
          <p:nvPr/>
        </p:nvSpPr>
        <p:spPr>
          <a:xfrm>
            <a:off x="2419244" y="3937289"/>
            <a:ext cx="1378890" cy="23774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>
                <a:latin typeface="나눔고딕" pitchFamily="2" charset="-127"/>
                <a:ea typeface="나눔고딕" pitchFamily="2" charset="-127"/>
              </a:rPr>
              <a:t>전체 인원 데이터 다운로드</a:t>
            </a:r>
          </a:p>
        </p:txBody>
      </p:sp>
      <p:sp>
        <p:nvSpPr>
          <p:cNvPr id="90" name="사각형: 둥근 모서리 89">
            <a:extLst>
              <a:ext uri="{FF2B5EF4-FFF2-40B4-BE49-F238E27FC236}">
                <a16:creationId xmlns:a16="http://schemas.microsoft.com/office/drawing/2014/main" id="{ADE2737F-D1D3-4A9B-B3F0-F581694F4566}"/>
              </a:ext>
            </a:extLst>
          </p:cNvPr>
          <p:cNvSpPr/>
          <p:nvPr/>
        </p:nvSpPr>
        <p:spPr>
          <a:xfrm>
            <a:off x="3910021" y="3937289"/>
            <a:ext cx="1378890" cy="23774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>
                <a:latin typeface="나눔고딕" pitchFamily="2" charset="-127"/>
                <a:ea typeface="나눔고딕" pitchFamily="2" charset="-127"/>
              </a:rPr>
              <a:t>성공 인원 데이터 다운로드</a:t>
            </a:r>
          </a:p>
        </p:txBody>
      </p:sp>
      <p:sp>
        <p:nvSpPr>
          <p:cNvPr id="91" name="사각형: 둥근 모서리 90">
            <a:extLst>
              <a:ext uri="{FF2B5EF4-FFF2-40B4-BE49-F238E27FC236}">
                <a16:creationId xmlns:a16="http://schemas.microsoft.com/office/drawing/2014/main" id="{B18E23AC-08C4-4159-890A-AED533917176}"/>
              </a:ext>
            </a:extLst>
          </p:cNvPr>
          <p:cNvSpPr/>
          <p:nvPr/>
        </p:nvSpPr>
        <p:spPr>
          <a:xfrm>
            <a:off x="5427347" y="3937289"/>
            <a:ext cx="1378890" cy="23774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>
                <a:latin typeface="나눔고딕" pitchFamily="2" charset="-127"/>
                <a:ea typeface="나눔고딕" pitchFamily="2" charset="-127"/>
              </a:rPr>
              <a:t>실패 인원 데이터 다운로드</a:t>
            </a:r>
          </a:p>
        </p:txBody>
      </p:sp>
      <p:sp>
        <p:nvSpPr>
          <p:cNvPr id="92" name="사각형: 둥근 모서리 91">
            <a:extLst>
              <a:ext uri="{FF2B5EF4-FFF2-40B4-BE49-F238E27FC236}">
                <a16:creationId xmlns:a16="http://schemas.microsoft.com/office/drawing/2014/main" id="{3EA51E01-F99E-477F-A3BC-D9723DEB8C35}"/>
              </a:ext>
            </a:extLst>
          </p:cNvPr>
          <p:cNvSpPr/>
          <p:nvPr/>
        </p:nvSpPr>
        <p:spPr>
          <a:xfrm>
            <a:off x="6960167" y="3937289"/>
            <a:ext cx="1378890" cy="23774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>
                <a:latin typeface="나눔고딕" pitchFamily="2" charset="-127"/>
                <a:ea typeface="나눔고딕" pitchFamily="2" charset="-127"/>
              </a:rPr>
              <a:t>동일 조건으로 다시 청약</a:t>
            </a:r>
          </a:p>
        </p:txBody>
      </p:sp>
      <p:sp>
        <p:nvSpPr>
          <p:cNvPr id="127" name="Oval 35">
            <a:extLst>
              <a:ext uri="{FF2B5EF4-FFF2-40B4-BE49-F238E27FC236}">
                <a16:creationId xmlns:a16="http://schemas.microsoft.com/office/drawing/2014/main" id="{1042CA46-16FF-448C-902C-C4041157D0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7829" y="3886700"/>
            <a:ext cx="179388" cy="179387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800" b="1" dirty="0">
                <a:solidFill>
                  <a:srgbClr val="FFFFFF"/>
                </a:solidFill>
              </a:rPr>
              <a:t>1</a:t>
            </a:r>
          </a:p>
        </p:txBody>
      </p: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9FC1F9B3-57AF-4F2C-A9DB-87C5B974A9A6}"/>
              </a:ext>
            </a:extLst>
          </p:cNvPr>
          <p:cNvGrpSpPr/>
          <p:nvPr/>
        </p:nvGrpSpPr>
        <p:grpSpPr>
          <a:xfrm>
            <a:off x="672134" y="3569819"/>
            <a:ext cx="1693750" cy="255455"/>
            <a:chOff x="181001" y="3689457"/>
            <a:chExt cx="1693750" cy="255455"/>
          </a:xfrm>
          <a:solidFill>
            <a:srgbClr val="C00000"/>
          </a:solidFill>
        </p:grpSpPr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04468CCD-4CC6-4E1C-8E94-552A7CB3D955}"/>
                </a:ext>
              </a:extLst>
            </p:cNvPr>
            <p:cNvSpPr/>
            <p:nvPr/>
          </p:nvSpPr>
          <p:spPr>
            <a:xfrm>
              <a:off x="181001" y="3689457"/>
              <a:ext cx="1693750" cy="25545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id="{702A5D9C-11AF-4DE6-9C32-BC34F19B31B4}"/>
                </a:ext>
              </a:extLst>
            </p:cNvPr>
            <p:cNvSpPr/>
            <p:nvPr/>
          </p:nvSpPr>
          <p:spPr>
            <a:xfrm>
              <a:off x="242244" y="3695703"/>
              <a:ext cx="1571264" cy="215444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800" b="1" dirty="0">
                  <a:solidFill>
                    <a:schemeClr val="bg1"/>
                  </a:solidFill>
                  <a:latin typeface="나눔고딕" pitchFamily="2" charset="-127"/>
                  <a:ea typeface="나눔고딕" pitchFamily="2" charset="-127"/>
                </a:rPr>
                <a:t>[</a:t>
              </a:r>
              <a:r>
                <a:rPr lang="ko-KR" altLang="en-US" sz="800" b="1" dirty="0">
                  <a:solidFill>
                    <a:schemeClr val="bg1"/>
                  </a:solidFill>
                  <a:latin typeface="나눔고딕" pitchFamily="2" charset="-127"/>
                  <a:ea typeface="나눔고딕" pitchFamily="2" charset="-127"/>
                </a:rPr>
                <a:t>실패</a:t>
              </a:r>
              <a:r>
                <a:rPr lang="en-US" altLang="ko-KR" sz="800" b="1" dirty="0">
                  <a:solidFill>
                    <a:schemeClr val="bg1"/>
                  </a:solidFill>
                  <a:latin typeface="나눔고딕" pitchFamily="2" charset="-127"/>
                  <a:ea typeface="나눔고딕" pitchFamily="2" charset="-127"/>
                </a:rPr>
                <a:t>] </a:t>
              </a:r>
              <a:r>
                <a:rPr lang="ko-KR" altLang="en-US" sz="800" b="1" dirty="0">
                  <a:solidFill>
                    <a:schemeClr val="bg1"/>
                  </a:solidFill>
                  <a:latin typeface="나눔고딕" pitchFamily="2" charset="-127"/>
                  <a:ea typeface="나눔고딕" pitchFamily="2" charset="-127"/>
                </a:rPr>
                <a:t>홍진호 </a:t>
              </a:r>
              <a:r>
                <a:rPr lang="en-US" altLang="ko-KR" sz="800" b="1" dirty="0">
                  <a:solidFill>
                    <a:schemeClr val="bg1"/>
                  </a:solidFill>
                  <a:latin typeface="나눔고딕" pitchFamily="2" charset="-127"/>
                  <a:ea typeface="나눔고딕" pitchFamily="2" charset="-127"/>
                </a:rPr>
                <a:t>: </a:t>
              </a:r>
              <a:r>
                <a:rPr lang="en-US" altLang="ko-KR" sz="800" dirty="0">
                  <a:solidFill>
                    <a:schemeClr val="bg1"/>
                  </a:solidFill>
                </a:rPr>
                <a:t>910111-123123</a:t>
              </a:r>
              <a:endParaRPr lang="ko-KR" altLang="en-US" sz="800" dirty="0">
                <a:solidFill>
                  <a:schemeClr val="bg1"/>
                </a:solidFill>
              </a:endParaRPr>
            </a:p>
          </p:txBody>
        </p:sp>
      </p:grp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8E0EAF4F-044F-4CE0-A1CD-F96D08E1E951}"/>
              </a:ext>
            </a:extLst>
          </p:cNvPr>
          <p:cNvSpPr/>
          <p:nvPr/>
        </p:nvSpPr>
        <p:spPr>
          <a:xfrm>
            <a:off x="366946" y="811446"/>
            <a:ext cx="8060084" cy="6004989"/>
          </a:xfrm>
          <a:prstGeom prst="rect">
            <a:avLst/>
          </a:prstGeom>
          <a:solidFill>
            <a:schemeClr val="tx1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46BE01C1-8F8D-4506-B76C-9FBDD65278F2}"/>
              </a:ext>
            </a:extLst>
          </p:cNvPr>
          <p:cNvGrpSpPr/>
          <p:nvPr/>
        </p:nvGrpSpPr>
        <p:grpSpPr>
          <a:xfrm>
            <a:off x="3060466" y="1926851"/>
            <a:ext cx="2768708" cy="3893693"/>
            <a:chOff x="3390108" y="2544917"/>
            <a:chExt cx="2768708" cy="3893693"/>
          </a:xfrm>
        </p:grpSpPr>
        <p:sp>
          <p:nvSpPr>
            <p:cNvPr id="72" name="사각형: 둥근 모서리 71">
              <a:extLst>
                <a:ext uri="{FF2B5EF4-FFF2-40B4-BE49-F238E27FC236}">
                  <a16:creationId xmlns:a16="http://schemas.microsoft.com/office/drawing/2014/main" id="{7C2940EC-8A63-4192-BC69-635FA993C29E}"/>
                </a:ext>
              </a:extLst>
            </p:cNvPr>
            <p:cNvSpPr/>
            <p:nvPr/>
          </p:nvSpPr>
          <p:spPr>
            <a:xfrm>
              <a:off x="3390108" y="2544917"/>
              <a:ext cx="2768708" cy="3893693"/>
            </a:xfrm>
            <a:prstGeom prst="roundRect">
              <a:avLst>
                <a:gd name="adj" fmla="val 10558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1BE3B87F-5408-471B-B1C2-108E91FAFE2A}"/>
                </a:ext>
              </a:extLst>
            </p:cNvPr>
            <p:cNvSpPr/>
            <p:nvPr/>
          </p:nvSpPr>
          <p:spPr>
            <a:xfrm>
              <a:off x="3931861" y="2673660"/>
              <a:ext cx="1664932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400" b="1" dirty="0">
                  <a:latin typeface="나눔고딕" pitchFamily="2" charset="-127"/>
                  <a:ea typeface="나눔고딕" pitchFamily="2" charset="-127"/>
                </a:rPr>
                <a:t>청약 재시도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96F851F4-DBB1-4DAF-8C13-11BF796B2FA5}"/>
                </a:ext>
              </a:extLst>
            </p:cNvPr>
            <p:cNvSpPr txBox="1"/>
            <p:nvPr/>
          </p:nvSpPr>
          <p:spPr>
            <a:xfrm>
              <a:off x="3619212" y="3117202"/>
              <a:ext cx="196911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b="1" dirty="0"/>
                <a:t>한글이름</a:t>
              </a:r>
              <a:endParaRPr lang="ko-KR" altLang="en-US" sz="1000" dirty="0"/>
            </a:p>
          </p:txBody>
        </p:sp>
        <p:sp>
          <p:nvSpPr>
            <p:cNvPr id="77" name="Text Box">
              <a:extLst>
                <a:ext uri="{FF2B5EF4-FFF2-40B4-BE49-F238E27FC236}">
                  <a16:creationId xmlns:a16="http://schemas.microsoft.com/office/drawing/2014/main" id="{9BE7453D-FB94-4EB9-8DB1-B63C3CA53B48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3699138" y="3424659"/>
              <a:ext cx="2094700" cy="22570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256032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b="1" dirty="0">
                  <a:solidFill>
                    <a:schemeClr val="accent1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rPr>
                <a:t>여승은</a:t>
              </a:r>
              <a:endParaRPr lang="en-US" sz="800" b="1" dirty="0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endParaRPr>
            </a:p>
          </p:txBody>
        </p:sp>
        <p:sp>
          <p:nvSpPr>
            <p:cNvPr id="78" name="사각형: 둥근 모서리 77">
              <a:extLst>
                <a:ext uri="{FF2B5EF4-FFF2-40B4-BE49-F238E27FC236}">
                  <a16:creationId xmlns:a16="http://schemas.microsoft.com/office/drawing/2014/main" id="{EA0E0A05-5636-48A7-BC2A-79BD249DDFED}"/>
                </a:ext>
              </a:extLst>
            </p:cNvPr>
            <p:cNvSpPr/>
            <p:nvPr/>
          </p:nvSpPr>
          <p:spPr>
            <a:xfrm>
              <a:off x="4070460" y="6017391"/>
              <a:ext cx="719334" cy="238889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b="1" dirty="0">
                  <a:latin typeface="나눔고딕" pitchFamily="2" charset="-127"/>
                  <a:ea typeface="나눔고딕" pitchFamily="2" charset="-127"/>
                </a:rPr>
                <a:t>청약하기</a:t>
              </a:r>
            </a:p>
          </p:txBody>
        </p:sp>
        <p:sp>
          <p:nvSpPr>
            <p:cNvPr id="79" name="사각형: 둥근 모서리 78">
              <a:extLst>
                <a:ext uri="{FF2B5EF4-FFF2-40B4-BE49-F238E27FC236}">
                  <a16:creationId xmlns:a16="http://schemas.microsoft.com/office/drawing/2014/main" id="{C4607D87-9BBA-4B46-A527-F695BC7CE9E8}"/>
                </a:ext>
              </a:extLst>
            </p:cNvPr>
            <p:cNvSpPr/>
            <p:nvPr/>
          </p:nvSpPr>
          <p:spPr>
            <a:xfrm>
              <a:off x="4895922" y="6023231"/>
              <a:ext cx="507558" cy="238889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b="1" dirty="0">
                  <a:latin typeface="나눔고딕" pitchFamily="2" charset="-127"/>
                  <a:ea typeface="나눔고딕" pitchFamily="2" charset="-127"/>
                </a:rPr>
                <a:t>닫기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60A0E6D5-1FC0-4F8E-9456-956AE99D17DD}"/>
                </a:ext>
              </a:extLst>
            </p:cNvPr>
            <p:cNvSpPr txBox="1"/>
            <p:nvPr/>
          </p:nvSpPr>
          <p:spPr>
            <a:xfrm>
              <a:off x="3604560" y="3683077"/>
              <a:ext cx="196911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b="1" dirty="0"/>
                <a:t>주민등록번호 </a:t>
              </a:r>
              <a:r>
                <a:rPr lang="en-US" altLang="ko-KR" sz="1000" b="1" dirty="0"/>
                <a:t>(</a:t>
              </a:r>
              <a:r>
                <a:rPr lang="ko-KR" altLang="en-US" sz="1000" b="1" dirty="0"/>
                <a:t>외국인등록번호</a:t>
              </a:r>
              <a:r>
                <a:rPr lang="en-US" altLang="ko-KR" sz="1000" b="1" dirty="0"/>
                <a:t>)</a:t>
              </a:r>
              <a:endParaRPr lang="ko-KR" altLang="en-US" sz="1000" b="1" dirty="0"/>
            </a:p>
          </p:txBody>
        </p:sp>
        <p:sp>
          <p:nvSpPr>
            <p:cNvPr id="81" name="Text Box">
              <a:extLst>
                <a:ext uri="{FF2B5EF4-FFF2-40B4-BE49-F238E27FC236}">
                  <a16:creationId xmlns:a16="http://schemas.microsoft.com/office/drawing/2014/main" id="{A9FFC46A-3CE3-4C1B-87FF-1E3D74388D21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3684486" y="3990534"/>
              <a:ext cx="2094700" cy="22570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256032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800" b="1" dirty="0">
                  <a:solidFill>
                    <a:schemeClr val="accent1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rPr>
                <a:t>11123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6A334375-736A-433B-BDAD-49D9F3B7D326}"/>
                </a:ext>
              </a:extLst>
            </p:cNvPr>
            <p:cNvSpPr txBox="1"/>
            <p:nvPr/>
          </p:nvSpPr>
          <p:spPr>
            <a:xfrm>
              <a:off x="3619212" y="4295122"/>
              <a:ext cx="196911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b="1" dirty="0"/>
                <a:t>보험시작일시</a:t>
              </a:r>
              <a:endParaRPr lang="ko-KR" altLang="en-US" sz="1000" dirty="0"/>
            </a:p>
          </p:txBody>
        </p:sp>
        <p:sp>
          <p:nvSpPr>
            <p:cNvPr id="94" name="Text Box">
              <a:extLst>
                <a:ext uri="{FF2B5EF4-FFF2-40B4-BE49-F238E27FC236}">
                  <a16:creationId xmlns:a16="http://schemas.microsoft.com/office/drawing/2014/main" id="{87F5DEC5-1D31-4502-A528-9C94AAE45BC0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3699138" y="4602579"/>
              <a:ext cx="2094700" cy="22570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256032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800" b="1" dirty="0">
                  <a:solidFill>
                    <a:schemeClr val="accent1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rPr>
                <a:t>11123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8BCD0315-6FBF-44D7-AF64-D536143EB35A}"/>
                </a:ext>
              </a:extLst>
            </p:cNvPr>
            <p:cNvSpPr txBox="1"/>
            <p:nvPr/>
          </p:nvSpPr>
          <p:spPr>
            <a:xfrm>
              <a:off x="3604560" y="4901371"/>
              <a:ext cx="196911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b="1" dirty="0"/>
                <a:t>보험종료일시</a:t>
              </a:r>
              <a:endParaRPr lang="ko-KR" altLang="en-US" sz="1000" dirty="0"/>
            </a:p>
          </p:txBody>
        </p:sp>
        <p:sp>
          <p:nvSpPr>
            <p:cNvPr id="96" name="Text Box">
              <a:extLst>
                <a:ext uri="{FF2B5EF4-FFF2-40B4-BE49-F238E27FC236}">
                  <a16:creationId xmlns:a16="http://schemas.microsoft.com/office/drawing/2014/main" id="{DE0577CE-204B-4807-96C6-53CADCF5EFE5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3684486" y="5208828"/>
              <a:ext cx="2094700" cy="22570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256032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800" b="1" dirty="0">
                  <a:solidFill>
                    <a:schemeClr val="accent1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rPr>
                <a:t>11123</a:t>
              </a:r>
            </a:p>
          </p:txBody>
        </p:sp>
      </p:grpSp>
      <p:sp>
        <p:nvSpPr>
          <p:cNvPr id="110" name="TextBox 109">
            <a:extLst>
              <a:ext uri="{FF2B5EF4-FFF2-40B4-BE49-F238E27FC236}">
                <a16:creationId xmlns:a16="http://schemas.microsoft.com/office/drawing/2014/main" id="{C7AD6710-3D21-42E1-89E6-B2C68F07C651}"/>
              </a:ext>
            </a:extLst>
          </p:cNvPr>
          <p:cNvSpPr txBox="1"/>
          <p:nvPr/>
        </p:nvSpPr>
        <p:spPr>
          <a:xfrm>
            <a:off x="3167666" y="5031739"/>
            <a:ext cx="266260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/>
              <a:t>* </a:t>
            </a:r>
            <a:r>
              <a:rPr lang="ko-KR" altLang="en-US" sz="800" b="1" dirty="0"/>
              <a:t> 위 값은 숫자만 입력 가능합니다</a:t>
            </a:r>
            <a:r>
              <a:rPr lang="en-US" altLang="ko-KR" sz="800" b="1" dirty="0"/>
              <a:t>. (</a:t>
            </a:r>
            <a:r>
              <a:rPr lang="ko-KR" altLang="en-US" sz="800" b="1" dirty="0"/>
              <a:t>한글이름 제외</a:t>
            </a:r>
            <a:r>
              <a:rPr lang="en-US" altLang="ko-KR" sz="800" b="1" dirty="0"/>
              <a:t>)</a:t>
            </a:r>
            <a:endParaRPr lang="ko-KR" altLang="en-US" sz="800" dirty="0"/>
          </a:p>
        </p:txBody>
      </p:sp>
      <p:sp>
        <p:nvSpPr>
          <p:cNvPr id="111" name="Oval 35">
            <a:extLst>
              <a:ext uri="{FF2B5EF4-FFF2-40B4-BE49-F238E27FC236}">
                <a16:creationId xmlns:a16="http://schemas.microsoft.com/office/drawing/2014/main" id="{25D1F57C-1DDD-4425-B06C-C0FFEE37D0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5140" y="1888890"/>
            <a:ext cx="179388" cy="179387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8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2" name="Oval 35">
            <a:extLst>
              <a:ext uri="{FF2B5EF4-FFF2-40B4-BE49-F238E27FC236}">
                <a16:creationId xmlns:a16="http://schemas.microsoft.com/office/drawing/2014/main" id="{F181251F-C93F-4FAF-B8AD-D3362E96A0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8027" y="5317305"/>
            <a:ext cx="179388" cy="179387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800" b="1" dirty="0">
                <a:solidFill>
                  <a:srgbClr val="FFFFFF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8199969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F887A-BAB4-AE73-C156-62A3B724C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6C713790-DE53-4281-0476-CB87470294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5774392"/>
              </p:ext>
            </p:extLst>
          </p:nvPr>
        </p:nvGraphicFramePr>
        <p:xfrm>
          <a:off x="8629650" y="811446"/>
          <a:ext cx="3195405" cy="18615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1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02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7523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ko-KR" sz="800" b="0" kern="12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Description</a:t>
                      </a:r>
                      <a:endParaRPr lang="ko-KR" altLang="en-US" sz="800" b="0" kern="1200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en-US" altLang="ko-KR" sz="8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3413">
                <a:tc gridSpan="2"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9071" marR="99071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0085253"/>
                  </a:ext>
                </a:extLst>
              </a:tr>
              <a:tr h="9406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보험플랜 노출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플랜별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보상한도액 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캐롯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남자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40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세 기준 기간별 보험료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처브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남자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40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세 기준 기간별 보험료 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현업에서 제공하는 파일 기준으로 노출</a:t>
                      </a:r>
                      <a:endParaRPr lang="en-US" altLang="ko-KR" sz="8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9071" marR="99071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5" name="TextBox 64">
            <a:extLst>
              <a:ext uri="{FF2B5EF4-FFF2-40B4-BE49-F238E27FC236}">
                <a16:creationId xmlns:a16="http://schemas.microsoft.com/office/drawing/2014/main" id="{28EE15C2-726D-1206-37B5-A1B5551B8BB9}"/>
              </a:ext>
            </a:extLst>
          </p:cNvPr>
          <p:cNvSpPr txBox="1"/>
          <p:nvPr/>
        </p:nvSpPr>
        <p:spPr>
          <a:xfrm>
            <a:off x="4312366" y="199627"/>
            <a:ext cx="321589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보험 플랜 페이지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CC5D9C1-99DF-3DA3-205C-4EC37F011E43}"/>
              </a:ext>
            </a:extLst>
          </p:cNvPr>
          <p:cNvSpPr txBox="1"/>
          <p:nvPr/>
        </p:nvSpPr>
        <p:spPr>
          <a:xfrm>
            <a:off x="4312366" y="419389"/>
            <a:ext cx="321589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메인 </a:t>
            </a: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&gt; 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보험플랜</a:t>
            </a:r>
            <a:endParaRPr lang="en-US" altLang="ko-KR" sz="900" dirty="0">
              <a:latin typeface="+mn-ea"/>
            </a:endParaRPr>
          </a:p>
        </p:txBody>
      </p:sp>
      <p:sp>
        <p:nvSpPr>
          <p:cNvPr id="354" name="TextBox 353">
            <a:extLst>
              <a:ext uri="{FF2B5EF4-FFF2-40B4-BE49-F238E27FC236}">
                <a16:creationId xmlns:a16="http://schemas.microsoft.com/office/drawing/2014/main" id="{5D3F8AB6-1831-B76D-B4B7-FF8771D3C835}"/>
              </a:ext>
            </a:extLst>
          </p:cNvPr>
          <p:cNvSpPr txBox="1"/>
          <p:nvPr/>
        </p:nvSpPr>
        <p:spPr>
          <a:xfrm>
            <a:off x="10848513" y="421528"/>
            <a:ext cx="9765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Page</a:t>
            </a:r>
            <a:endParaRPr lang="ko-KR" altLang="en-US" sz="80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4CBD29E-8571-8A7C-F2EC-405859348E90}"/>
              </a:ext>
            </a:extLst>
          </p:cNvPr>
          <p:cNvSpPr/>
          <p:nvPr/>
        </p:nvSpPr>
        <p:spPr>
          <a:xfrm>
            <a:off x="404237" y="811446"/>
            <a:ext cx="8000854" cy="4446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800" b="1" dirty="0">
              <a:solidFill>
                <a:schemeClr val="bg1">
                  <a:lumMod val="50000"/>
                </a:schemeClr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E66C289-79C8-AAF2-C948-7FBAC9E62BEE}"/>
              </a:ext>
            </a:extLst>
          </p:cNvPr>
          <p:cNvSpPr txBox="1"/>
          <p:nvPr/>
        </p:nvSpPr>
        <p:spPr>
          <a:xfrm>
            <a:off x="6865733" y="909155"/>
            <a:ext cx="152327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itchFamily="2" charset="-127"/>
                <a:ea typeface="나눔고딕" pitchFamily="2" charset="-127"/>
              </a:rPr>
              <a:t>{NAME}</a:t>
            </a:r>
            <a:endParaRPr lang="ko-KR" altLang="en-US" sz="1050" b="1" dirty="0">
              <a:solidFill>
                <a:schemeClr val="tx1">
                  <a:lumMod val="65000"/>
                  <a:lumOff val="35000"/>
                </a:schemeClr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00E838E-E647-F2FF-1FE8-1B0B0D7F5610}"/>
              </a:ext>
            </a:extLst>
          </p:cNvPr>
          <p:cNvSpPr txBox="1"/>
          <p:nvPr/>
        </p:nvSpPr>
        <p:spPr>
          <a:xfrm>
            <a:off x="7591343" y="909155"/>
            <a:ext cx="69121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u="sng" dirty="0">
                <a:solidFill>
                  <a:schemeClr val="bg1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로그아웃</a:t>
            </a:r>
          </a:p>
        </p:txBody>
      </p:sp>
      <p:pic>
        <p:nvPicPr>
          <p:cNvPr id="238" name="그림 237">
            <a:extLst>
              <a:ext uri="{FF2B5EF4-FFF2-40B4-BE49-F238E27FC236}">
                <a16:creationId xmlns:a16="http://schemas.microsoft.com/office/drawing/2014/main" id="{F648D153-5058-7BCA-E3B4-8825BD54D9D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5640" y="961202"/>
            <a:ext cx="142662" cy="142662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7A6E1A7C-83C0-4731-A4DC-678A6FF7739D}"/>
              </a:ext>
            </a:extLst>
          </p:cNvPr>
          <p:cNvSpPr txBox="1"/>
          <p:nvPr/>
        </p:nvSpPr>
        <p:spPr>
          <a:xfrm>
            <a:off x="499489" y="892976"/>
            <a:ext cx="152327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나눔고딕" pitchFamily="2" charset="-127"/>
                <a:ea typeface="나눔고딕" pitchFamily="2" charset="-127"/>
              </a:rPr>
              <a:t>캐롯손해보험</a:t>
            </a:r>
            <a:r>
              <a:rPr lang="ko-KR" alt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itchFamily="2" charset="-127"/>
                <a:ea typeface="나눔고딕" pitchFamily="2" charset="-127"/>
              </a:rPr>
              <a:t> 관리자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912D590-85E3-4ADE-97C4-9A21468C2BC9}"/>
              </a:ext>
            </a:extLst>
          </p:cNvPr>
          <p:cNvSpPr txBox="1"/>
          <p:nvPr/>
        </p:nvSpPr>
        <p:spPr>
          <a:xfrm>
            <a:off x="2878844" y="874552"/>
            <a:ext cx="71686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+mj-lt"/>
                <a:ea typeface="나눔고딕" pitchFamily="2" charset="-127"/>
              </a:rPr>
              <a:t>계약내역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B185A37-F003-46EC-8AB3-E66ABD136201}"/>
              </a:ext>
            </a:extLst>
          </p:cNvPr>
          <p:cNvSpPr txBox="1"/>
          <p:nvPr/>
        </p:nvSpPr>
        <p:spPr>
          <a:xfrm>
            <a:off x="5550091" y="873968"/>
            <a:ext cx="55816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+mj-lt"/>
                <a:ea typeface="나눔고딕" pitchFamily="2" charset="-127"/>
              </a:rPr>
              <a:t>HELP </a:t>
            </a:r>
            <a:endParaRPr lang="ko-KR" altLang="en-US" sz="1100" dirty="0">
              <a:solidFill>
                <a:schemeClr val="bg1">
                  <a:lumMod val="50000"/>
                </a:schemeClr>
              </a:solidFill>
              <a:latin typeface="+mj-lt"/>
              <a:ea typeface="나눔고딕" pitchFamily="2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58AB686-81DB-4C9C-8D80-83AEBE89D692}"/>
              </a:ext>
            </a:extLst>
          </p:cNvPr>
          <p:cNvSpPr txBox="1"/>
          <p:nvPr/>
        </p:nvSpPr>
        <p:spPr>
          <a:xfrm>
            <a:off x="2048020" y="874552"/>
            <a:ext cx="7665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+mj-lt"/>
                <a:ea typeface="나눔고딕" pitchFamily="2" charset="-127"/>
              </a:rPr>
              <a:t>청약신청 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BB438FC-DA2F-4BAC-9633-F1159F1D75B6}"/>
              </a:ext>
            </a:extLst>
          </p:cNvPr>
          <p:cNvSpPr txBox="1"/>
          <p:nvPr/>
        </p:nvSpPr>
        <p:spPr>
          <a:xfrm>
            <a:off x="3701236" y="884162"/>
            <a:ext cx="93968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고객사 관리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EE664C8-70B0-4CE8-B1E9-B4C4C264A22D}"/>
              </a:ext>
            </a:extLst>
          </p:cNvPr>
          <p:cNvSpPr txBox="1"/>
          <p:nvPr/>
        </p:nvSpPr>
        <p:spPr>
          <a:xfrm>
            <a:off x="4705184" y="884162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>
                <a:latin typeface="+mj-lt"/>
              </a:rPr>
              <a:t>보험플랜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001847C4-29DB-4FAD-8969-11A762A018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9518486"/>
              </p:ext>
            </p:extLst>
          </p:nvPr>
        </p:nvGraphicFramePr>
        <p:xfrm>
          <a:off x="1130834" y="1353854"/>
          <a:ext cx="6080484" cy="6234540"/>
        </p:xfrm>
        <a:graphic>
          <a:graphicData uri="http://schemas.openxmlformats.org/drawingml/2006/table">
            <a:tbl>
              <a:tblPr/>
              <a:tblGrid>
                <a:gridCol w="1013414">
                  <a:extLst>
                    <a:ext uri="{9D8B030D-6E8A-4147-A177-3AD203B41FA5}">
                      <a16:colId xmlns:a16="http://schemas.microsoft.com/office/drawing/2014/main" val="1111949737"/>
                    </a:ext>
                  </a:extLst>
                </a:gridCol>
                <a:gridCol w="1013414">
                  <a:extLst>
                    <a:ext uri="{9D8B030D-6E8A-4147-A177-3AD203B41FA5}">
                      <a16:colId xmlns:a16="http://schemas.microsoft.com/office/drawing/2014/main" val="43607170"/>
                    </a:ext>
                  </a:extLst>
                </a:gridCol>
                <a:gridCol w="1013414">
                  <a:extLst>
                    <a:ext uri="{9D8B030D-6E8A-4147-A177-3AD203B41FA5}">
                      <a16:colId xmlns:a16="http://schemas.microsoft.com/office/drawing/2014/main" val="1596031472"/>
                    </a:ext>
                  </a:extLst>
                </a:gridCol>
                <a:gridCol w="1013414">
                  <a:extLst>
                    <a:ext uri="{9D8B030D-6E8A-4147-A177-3AD203B41FA5}">
                      <a16:colId xmlns:a16="http://schemas.microsoft.com/office/drawing/2014/main" val="3500127722"/>
                    </a:ext>
                  </a:extLst>
                </a:gridCol>
                <a:gridCol w="1013414">
                  <a:extLst>
                    <a:ext uri="{9D8B030D-6E8A-4147-A177-3AD203B41FA5}">
                      <a16:colId xmlns:a16="http://schemas.microsoft.com/office/drawing/2014/main" val="1474514237"/>
                    </a:ext>
                  </a:extLst>
                </a:gridCol>
                <a:gridCol w="1013414">
                  <a:extLst>
                    <a:ext uri="{9D8B030D-6E8A-4147-A177-3AD203B41FA5}">
                      <a16:colId xmlns:a16="http://schemas.microsoft.com/office/drawing/2014/main" val="3440354208"/>
                    </a:ext>
                  </a:extLst>
                </a:gridCol>
              </a:tblGrid>
              <a:tr h="75818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700">
                          <a:solidFill>
                            <a:srgbClr val="FFFFFF"/>
                          </a:solidFill>
                          <a:effectLst/>
                        </a:rPr>
                        <a:t>가입연령</a:t>
                      </a: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F04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3045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F04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B046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514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700">
                          <a:solidFill>
                            <a:srgbClr val="FFFFFF"/>
                          </a:solidFill>
                          <a:effectLst/>
                        </a:rPr>
                        <a:t>15</a:t>
                      </a:r>
                      <a:r>
                        <a:rPr lang="ko-KR" altLang="en-US" sz="700">
                          <a:solidFill>
                            <a:srgbClr val="FFFFFF"/>
                          </a:solidFill>
                          <a:effectLst/>
                        </a:rPr>
                        <a:t>세 </a:t>
                      </a:r>
                      <a:r>
                        <a:rPr lang="en-US" altLang="ko-KR" sz="700">
                          <a:solidFill>
                            <a:srgbClr val="FFFFFF"/>
                          </a:solidFill>
                          <a:effectLst/>
                        </a:rPr>
                        <a:t>~ 70</a:t>
                      </a:r>
                      <a:r>
                        <a:rPr lang="ko-KR" altLang="en-US" sz="700">
                          <a:solidFill>
                            <a:srgbClr val="FFFFFF"/>
                          </a:solidFill>
                          <a:effectLst/>
                        </a:rPr>
                        <a:t>세</a:t>
                      </a: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3045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9045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3045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F04F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514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>
                          <a:solidFill>
                            <a:srgbClr val="FFFFFF"/>
                          </a:solidFill>
                          <a:effectLst/>
                        </a:rPr>
                        <a:t>단체</a:t>
                      </a: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9045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9045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9045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B049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51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4888006"/>
                  </a:ext>
                </a:extLst>
              </a:tr>
              <a:tr h="75818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700">
                          <a:solidFill>
                            <a:srgbClr val="FFFFFF"/>
                          </a:solidFill>
                          <a:effectLst/>
                        </a:rPr>
                        <a:t>플랜명</a:t>
                      </a: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B046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F04F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B046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B050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514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>
                          <a:solidFill>
                            <a:srgbClr val="FFFFFF"/>
                          </a:solidFill>
                          <a:effectLst/>
                        </a:rPr>
                        <a:t>A0-3</a:t>
                      </a: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F04F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F04E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F04F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D049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514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>
                          <a:solidFill>
                            <a:srgbClr val="FFFFFF"/>
                          </a:solidFill>
                          <a:effectLst/>
                        </a:rPr>
                        <a:t>A2</a:t>
                      </a: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F04E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B049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F04E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3050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514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>
                          <a:solidFill>
                            <a:srgbClr val="FFFFFF"/>
                          </a:solidFill>
                          <a:effectLst/>
                        </a:rPr>
                        <a:t>A2-2</a:t>
                      </a: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B049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B049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B049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3050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51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3715230"/>
                  </a:ext>
                </a:extLst>
              </a:tr>
              <a:tr h="148161">
                <a:tc rowSpan="28">
                  <a:txBody>
                    <a:bodyPr/>
                    <a:lstStyle/>
                    <a:p>
                      <a:pPr algn="ctr" fontAlgn="ctr"/>
                      <a:r>
                        <a:rPr lang="ko-KR" altLang="en-US" sz="700" dirty="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보상한도액</a:t>
                      </a: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B050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B04F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B050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B050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7">
                  <a:txBody>
                    <a:bodyPr/>
                    <a:lstStyle/>
                    <a:p>
                      <a:pPr algn="ctr" fontAlgn="ctr"/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상해</a:t>
                      </a: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B04F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B04F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B04F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107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해외여행중 상해사망후유장해</a:t>
                      </a: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B04F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D049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B04F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3050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300,000,000</a:t>
                      </a: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D049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3050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D049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9055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100,000,000</a:t>
                      </a: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3050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3050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3050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F05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100,000,000</a:t>
                      </a: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3050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3050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3050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5056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0257835"/>
                  </a:ext>
                </a:extLst>
              </a:tr>
              <a:tr h="14816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해외여행중 상해 후유장해</a:t>
                      </a: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3050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9055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3050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1058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700">
                        <a:solidFill>
                          <a:srgbClr val="333333"/>
                        </a:solidFill>
                        <a:effectLst/>
                        <a:latin typeface="Noto Sans Mono"/>
                      </a:endParaRP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9055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F05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9055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5059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700">
                        <a:solidFill>
                          <a:srgbClr val="333333"/>
                        </a:solidFill>
                        <a:effectLst/>
                        <a:latin typeface="Noto Sans Mono"/>
                      </a:endParaRP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F05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5056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F05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105B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700">
                        <a:solidFill>
                          <a:srgbClr val="333333"/>
                        </a:solidFill>
                        <a:effectLst/>
                        <a:latin typeface="Noto Sans Mono"/>
                      </a:endParaRP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5056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5056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5056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105B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6605707"/>
                  </a:ext>
                </a:extLst>
              </a:tr>
              <a:tr h="14816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해외의료비</a:t>
                      </a:r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(</a:t>
                      </a:r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상해</a:t>
                      </a:r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_</a:t>
                      </a:r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해외여행실손</a:t>
                      </a:r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)</a:t>
                      </a: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1058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5059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1058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905D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90,000,000</a:t>
                      </a: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5059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105B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5059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B060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30,000,000</a:t>
                      </a: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105B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105B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105B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D05A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40,000,000</a:t>
                      </a: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105B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105B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105B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505E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52117"/>
                  </a:ext>
                </a:extLst>
              </a:tr>
              <a:tr h="14816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국내의료비</a:t>
                      </a:r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(</a:t>
                      </a:r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상해 급여</a:t>
                      </a:r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_</a:t>
                      </a:r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입원</a:t>
                      </a:r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_</a:t>
                      </a:r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해외여행실손</a:t>
                      </a:r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_</a:t>
                      </a:r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기본</a:t>
                      </a:r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_S)</a:t>
                      </a: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905D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B060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905D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D05B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50,000,000</a:t>
                      </a: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B060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D05A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B060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D059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10,000,000</a:t>
                      </a: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D05A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505E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D05A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3065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10,000,000</a:t>
                      </a: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505E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505E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505E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F06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9178131"/>
                  </a:ext>
                </a:extLst>
              </a:tr>
              <a:tr h="14816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국내의료비</a:t>
                      </a:r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(</a:t>
                      </a:r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상해 급여</a:t>
                      </a:r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_</a:t>
                      </a:r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통원</a:t>
                      </a:r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_</a:t>
                      </a:r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해외여행실손</a:t>
                      </a:r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_</a:t>
                      </a:r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기본</a:t>
                      </a:r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_S)</a:t>
                      </a: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D05B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D059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D05B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3067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200,000</a:t>
                      </a: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D059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3065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D059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7063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100,000</a:t>
                      </a: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3065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F06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3065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9063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100,000</a:t>
                      </a: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F06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F06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F06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7063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8820510"/>
                  </a:ext>
                </a:extLst>
              </a:tr>
              <a:tr h="2205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국내의료비</a:t>
                      </a:r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(</a:t>
                      </a:r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상해 비급여</a:t>
                      </a:r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_</a:t>
                      </a:r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입원</a:t>
                      </a:r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_</a:t>
                      </a:r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해외여행실손</a:t>
                      </a:r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_</a:t>
                      </a:r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특약</a:t>
                      </a:r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_S)</a:t>
                      </a: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3067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7063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3067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D063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50,000,000</a:t>
                      </a: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7063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9063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7063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306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10,000,000</a:t>
                      </a: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9063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7063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9063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7065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10,000,000</a:t>
                      </a: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7063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7063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7063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B06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6311171"/>
                  </a:ext>
                </a:extLst>
              </a:tr>
              <a:tr h="2205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국내의료비</a:t>
                      </a:r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(</a:t>
                      </a:r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상해 비급여</a:t>
                      </a:r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_</a:t>
                      </a:r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통원</a:t>
                      </a:r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_</a:t>
                      </a:r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해외여행실손</a:t>
                      </a:r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_</a:t>
                      </a:r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특약</a:t>
                      </a:r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_S)</a:t>
                      </a: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D063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306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D063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506C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200,000</a:t>
                      </a: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306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7065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306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D06E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100,000</a:t>
                      </a: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7065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B06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7065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B06F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100,000</a:t>
                      </a: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B06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B06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B06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B069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5598876"/>
                  </a:ext>
                </a:extLst>
              </a:tr>
              <a:tr h="14816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ko-KR" altLang="en-US" sz="700" dirty="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질 병</a:t>
                      </a: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107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506C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107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90A0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해외의료비</a:t>
                      </a:r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(</a:t>
                      </a:r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질병</a:t>
                      </a:r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_</a:t>
                      </a:r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해외여행실손</a:t>
                      </a:r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)</a:t>
                      </a: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506C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D06E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506C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507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90,000,000</a:t>
                      </a: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D06E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B06F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D06E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B069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30,000,000</a:t>
                      </a: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B06F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B069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B06F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9078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40,000,000</a:t>
                      </a: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B069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B069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B069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F07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3632612"/>
                  </a:ext>
                </a:extLst>
              </a:tr>
              <a:tr h="14816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국내의료비</a:t>
                      </a:r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(</a:t>
                      </a:r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질병 급여</a:t>
                      </a:r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_</a:t>
                      </a:r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입원</a:t>
                      </a:r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_</a:t>
                      </a:r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해외여행실손</a:t>
                      </a:r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_</a:t>
                      </a:r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기본</a:t>
                      </a:r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_S)</a:t>
                      </a: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507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B069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507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7075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50,000,000</a:t>
                      </a: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B069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9078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B069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707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10,000,000</a:t>
                      </a: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9078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F07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9078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7078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10,000,000</a:t>
                      </a: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F07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F07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F07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107B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6581380"/>
                  </a:ext>
                </a:extLst>
              </a:tr>
              <a:tr h="14816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국내의료비</a:t>
                      </a:r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(</a:t>
                      </a:r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질병 급여</a:t>
                      </a:r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_</a:t>
                      </a:r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통원</a:t>
                      </a:r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_</a:t>
                      </a:r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해외여행실손</a:t>
                      </a:r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_</a:t>
                      </a:r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기본</a:t>
                      </a:r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_S)</a:t>
                      </a: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7075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707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7075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308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200,000</a:t>
                      </a: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707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7078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707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D080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100,000</a:t>
                      </a: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7078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107B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7078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B07B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100,000</a:t>
                      </a: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107B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107B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107B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D080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4602540"/>
                  </a:ext>
                </a:extLst>
              </a:tr>
              <a:tr h="2205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국내의료비</a:t>
                      </a:r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(</a:t>
                      </a:r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질병 비급여</a:t>
                      </a:r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_</a:t>
                      </a:r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입원</a:t>
                      </a:r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_</a:t>
                      </a:r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해외여행실손</a:t>
                      </a:r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_</a:t>
                      </a:r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특약</a:t>
                      </a:r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_S)</a:t>
                      </a: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308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D080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308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B07D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50,000,000</a:t>
                      </a: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D080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B07B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D080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707F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10,000,000</a:t>
                      </a: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B07B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D080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B07B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107A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10,000,000</a:t>
                      </a: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D080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D080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D080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7083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3213809"/>
                  </a:ext>
                </a:extLst>
              </a:tr>
              <a:tr h="2205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국내의료비</a:t>
                      </a:r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(</a:t>
                      </a:r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질병 비급여</a:t>
                      </a:r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_</a:t>
                      </a:r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통원</a:t>
                      </a:r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_</a:t>
                      </a:r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해외여행실손</a:t>
                      </a:r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_</a:t>
                      </a:r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특약</a:t>
                      </a:r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_S)</a:t>
                      </a: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B07D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707F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B07D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F088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200,000</a:t>
                      </a: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707F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107A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707F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D08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100,000</a:t>
                      </a: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107A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7083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107A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1093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100,000</a:t>
                      </a: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7083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7083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7083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30A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4407738"/>
                  </a:ext>
                </a:extLst>
              </a:tr>
              <a:tr h="14816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해외여행중 질병사망 및 질병 </a:t>
                      </a:r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80%</a:t>
                      </a:r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이상 후유장해</a:t>
                      </a: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F088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D08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F088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F09D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30,000,000</a:t>
                      </a: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D08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1093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D08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30A0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10,000,000</a:t>
                      </a: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1093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30A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1093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50A0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10,000,000</a:t>
                      </a: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30A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30A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30A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B0B0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4937929"/>
                  </a:ext>
                </a:extLst>
              </a:tr>
              <a:tr h="29284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700" dirty="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상해 질병</a:t>
                      </a: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90A0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F09D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90A0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D0B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국내의료비</a:t>
                      </a:r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(</a:t>
                      </a:r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상해질병 </a:t>
                      </a:r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3</a:t>
                      </a:r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대비급여</a:t>
                      </a:r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_</a:t>
                      </a:r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도수</a:t>
                      </a:r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,</a:t>
                      </a:r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체외충격파</a:t>
                      </a:r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,</a:t>
                      </a:r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증식치료</a:t>
                      </a:r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_</a:t>
                      </a:r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해외여행실손</a:t>
                      </a:r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_</a:t>
                      </a:r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특약</a:t>
                      </a:r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_S)</a:t>
                      </a: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F09D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30A0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F09D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B0AB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3,500,000</a:t>
                      </a: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30A0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50A0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30A0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90AD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3,500,000</a:t>
                      </a: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50A0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B0B0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50A0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D0AE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3,500,000</a:t>
                      </a: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B0B0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B0B0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B0B0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30AA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0027097"/>
                  </a:ext>
                </a:extLst>
              </a:tr>
              <a:tr h="2205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국내의료비</a:t>
                      </a:r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(</a:t>
                      </a:r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상해질병 </a:t>
                      </a:r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3</a:t>
                      </a:r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대비급여</a:t>
                      </a:r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_</a:t>
                      </a:r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주사치료</a:t>
                      </a:r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_</a:t>
                      </a:r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해외여행실손</a:t>
                      </a:r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_</a:t>
                      </a:r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특약</a:t>
                      </a:r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_S)</a:t>
                      </a: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B0AB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90AD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B0AB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90B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2,500,000</a:t>
                      </a: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90AD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D0AE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90AD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30B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2,500,000</a:t>
                      </a: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D0AE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30AA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D0AE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50B9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2,500,000</a:t>
                      </a: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30AA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30AA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30AA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70B6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7281886"/>
                  </a:ext>
                </a:extLst>
              </a:tr>
              <a:tr h="2205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국내의료비</a:t>
                      </a:r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(</a:t>
                      </a:r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상해질병 </a:t>
                      </a:r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3</a:t>
                      </a:r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대비급여</a:t>
                      </a:r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_</a:t>
                      </a:r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자기공명영상진단</a:t>
                      </a:r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_</a:t>
                      </a:r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해외여행실손</a:t>
                      </a:r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_</a:t>
                      </a:r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특약</a:t>
                      </a:r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_S)</a:t>
                      </a: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90B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30B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90B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D0B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3,000,000</a:t>
                      </a: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30B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50B9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30B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D0B7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3,000,000</a:t>
                      </a: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50B9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70B6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50B9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D0BF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3,000,000</a:t>
                      </a: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70B6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70B6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70B6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10BE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6447655"/>
                  </a:ext>
                </a:extLst>
              </a:tr>
              <a:tr h="758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해외여행중 배상책임</a:t>
                      </a:r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(</a:t>
                      </a:r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자기부담금 </a:t>
                      </a:r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1</a:t>
                      </a:r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만원</a:t>
                      </a:r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)</a:t>
                      </a: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D0B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D0B7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D0B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B0BA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20,000,000</a:t>
                      </a: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D0B7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D0BF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D0B7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B0BE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10,000,000</a:t>
                      </a: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D0BF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10BE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D0BF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30C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10,000,000</a:t>
                      </a: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10BE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10BE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10BE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10C6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7562849"/>
                  </a:ext>
                </a:extLst>
              </a:tr>
              <a:tr h="2205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해외여행중 휴대품손해</a:t>
                      </a:r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(</a:t>
                      </a:r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분실제외</a:t>
                      </a:r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, </a:t>
                      </a:r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자기부담금</a:t>
                      </a:r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1</a:t>
                      </a:r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만원</a:t>
                      </a:r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, </a:t>
                      </a:r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보상한도 개당</a:t>
                      </a:r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20</a:t>
                      </a:r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만원</a:t>
                      </a:r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(</a:t>
                      </a:r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단</a:t>
                      </a:r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, </a:t>
                      </a:r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이동통신단말기</a:t>
                      </a:r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10</a:t>
                      </a:r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만원</a:t>
                      </a:r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))</a:t>
                      </a:r>
                      <a:b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</a:br>
                      <a:r>
                        <a:rPr lang="ko-KR" altLang="en-US" sz="700" b="1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해외여행중 중대사고 구조송환비용 입원 </a:t>
                      </a:r>
                      <a:r>
                        <a:rPr lang="en-US" altLang="ko-KR" sz="700" b="1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14</a:t>
                      </a:r>
                      <a:r>
                        <a:rPr lang="ko-KR" altLang="en-US" sz="700" b="1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일 이상</a:t>
                      </a:r>
                      <a:endParaRPr lang="ko-KR" altLang="en-US" sz="700">
                        <a:solidFill>
                          <a:srgbClr val="333333"/>
                        </a:solidFill>
                        <a:effectLst/>
                        <a:latin typeface="Noto Sans Mono"/>
                      </a:endParaRP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B0BA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B0BE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B0BA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30C6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1,200,000</a:t>
                      </a: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B0BE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30C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B0BE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50C7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800,000</a:t>
                      </a: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30C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10C6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30C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10C9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800,000</a:t>
                      </a: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10C6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10C6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10C6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D0CF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2545124"/>
                  </a:ext>
                </a:extLst>
              </a:tr>
              <a:tr h="14816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해외여행중 중대사고 구조송환비용</a:t>
                      </a:r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(</a:t>
                      </a:r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자기부담금 </a:t>
                      </a:r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: </a:t>
                      </a:r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사고</a:t>
                      </a:r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(</a:t>
                      </a:r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질병</a:t>
                      </a:r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)</a:t>
                      </a:r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당 </a:t>
                      </a:r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10</a:t>
                      </a:r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만원공제후 </a:t>
                      </a:r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20%)</a:t>
                      </a: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30C6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50C7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30C6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70CE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50,000,000</a:t>
                      </a: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50C7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10C9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50C7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B0CD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50,000,000</a:t>
                      </a: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10C9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D0CF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10C9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70CE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50,000,000</a:t>
                      </a: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D0CF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D0CF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D0CF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B0CD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9671339"/>
                  </a:ext>
                </a:extLst>
              </a:tr>
              <a:tr h="758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신용카드사용액보상</a:t>
                      </a:r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(</a:t>
                      </a:r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해외여행중 상해사망</a:t>
                      </a:r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)</a:t>
                      </a: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70CE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B0CD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70CE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90D8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700">
                        <a:solidFill>
                          <a:srgbClr val="333333"/>
                        </a:solidFill>
                        <a:effectLst/>
                        <a:latin typeface="Noto Sans Mono"/>
                      </a:endParaRP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B0CD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70CE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B0CD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D0D8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700">
                        <a:solidFill>
                          <a:srgbClr val="333333"/>
                        </a:solidFill>
                        <a:effectLst/>
                        <a:latin typeface="Noto Sans Mono"/>
                      </a:endParaRP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70CE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B0CD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70CE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10D7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700">
                        <a:solidFill>
                          <a:srgbClr val="333333"/>
                        </a:solidFill>
                        <a:effectLst/>
                        <a:latin typeface="Noto Sans Mono"/>
                      </a:endParaRP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B0CD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B0CD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B0CD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90D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1767240"/>
                  </a:ext>
                </a:extLst>
              </a:tr>
              <a:tr h="758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해외여행중 여권분실후 재발급비용</a:t>
                      </a: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90D8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D0D8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90D8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50D5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실손보상</a:t>
                      </a: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D0D8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10D7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D0D8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70D5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실손보상</a:t>
                      </a: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10D7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90D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10D7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30D8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실손보상</a:t>
                      </a: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90D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90D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90D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10DC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3313392"/>
                  </a:ext>
                </a:extLst>
              </a:tr>
              <a:tr h="758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해외여행중 중단사고발생 추가비용</a:t>
                      </a: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50D5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70D5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50D5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10DC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1,000,000</a:t>
                      </a: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70D5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30D8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70D5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70F9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1,000,000</a:t>
                      </a: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30D8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10DC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30D8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700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1,000,000</a:t>
                      </a: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10DC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10DC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10DC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3003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2892305"/>
                  </a:ext>
                </a:extLst>
              </a:tr>
              <a:tr h="758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항공기 및 수화물 지연에 따른 추가비용</a:t>
                      </a: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10DC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70F9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10DC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300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800,000</a:t>
                      </a: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70F9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700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70F9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B008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400,000</a:t>
                      </a: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700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3003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700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B00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500,000</a:t>
                      </a: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3003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3003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3003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F00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588934"/>
                  </a:ext>
                </a:extLst>
              </a:tr>
              <a:tr h="758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해외여행중 식중독입원일당</a:t>
                      </a:r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(4</a:t>
                      </a:r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일이상 </a:t>
                      </a:r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120</a:t>
                      </a:r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일한도</a:t>
                      </a:r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)</a:t>
                      </a: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300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B008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300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300E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20,000</a:t>
                      </a: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B008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B00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B008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900A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20,000</a:t>
                      </a: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B00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F00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B00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B00C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20,000</a:t>
                      </a: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F00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F00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F00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700D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8945916"/>
                  </a:ext>
                </a:extLst>
              </a:tr>
              <a:tr h="758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해외여행중 특정전염병치료비</a:t>
                      </a: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300E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900A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300E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500D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200,000</a:t>
                      </a: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900A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B00C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900A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300D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200,000</a:t>
                      </a: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B00C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700D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B00C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501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200,000</a:t>
                      </a: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700D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700D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700D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700B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2169147"/>
                  </a:ext>
                </a:extLst>
              </a:tr>
              <a:tr h="758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해외여행 상해입원일당</a:t>
                      </a:r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(4</a:t>
                      </a:r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일이상 </a:t>
                      </a:r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30</a:t>
                      </a:r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일한도</a:t>
                      </a:r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)</a:t>
                      </a: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500D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300D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500D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301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700">
                        <a:solidFill>
                          <a:srgbClr val="333333"/>
                        </a:solidFill>
                        <a:effectLst/>
                        <a:latin typeface="Noto Sans Mono"/>
                      </a:endParaRP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300D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501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300D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100C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700">
                        <a:solidFill>
                          <a:srgbClr val="333333"/>
                        </a:solidFill>
                        <a:effectLst/>
                        <a:latin typeface="Noto Sans Mono"/>
                      </a:endParaRP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501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700B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501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9018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700">
                        <a:solidFill>
                          <a:srgbClr val="333333"/>
                        </a:solidFill>
                        <a:effectLst/>
                        <a:latin typeface="Noto Sans Mono"/>
                      </a:endParaRP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700B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700B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700B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7016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5398861"/>
                  </a:ext>
                </a:extLst>
              </a:tr>
              <a:tr h="758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해외여행 질병입원일당</a:t>
                      </a:r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(4</a:t>
                      </a:r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일이상 </a:t>
                      </a:r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30</a:t>
                      </a:r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일한도</a:t>
                      </a:r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)</a:t>
                      </a: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301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100C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301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9018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700">
                        <a:solidFill>
                          <a:srgbClr val="333333"/>
                        </a:solidFill>
                        <a:effectLst/>
                        <a:latin typeface="Noto Sans Mono"/>
                      </a:endParaRP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100C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9018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100C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D018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700">
                        <a:solidFill>
                          <a:srgbClr val="333333"/>
                        </a:solidFill>
                        <a:effectLst/>
                        <a:latin typeface="Noto Sans Mono"/>
                      </a:endParaRP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9018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7016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9018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501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700">
                        <a:solidFill>
                          <a:srgbClr val="333333"/>
                        </a:solidFill>
                        <a:effectLst/>
                        <a:latin typeface="Noto Sans Mono"/>
                      </a:endParaRP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7016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7016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7016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5018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53046"/>
                  </a:ext>
                </a:extLst>
              </a:tr>
              <a:tr h="758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해외여행중 항공기납치</a:t>
                      </a: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9018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D018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9018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9018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1,400,000</a:t>
                      </a: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D018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501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D018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D018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1,400,000</a:t>
                      </a: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501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5018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501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501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dirty="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1,400,000</a:t>
                      </a:r>
                    </a:p>
                  </a:txBody>
                  <a:tcPr marL="2563" marR="2563" marT="2563" marB="2563" anchor="ctr">
                    <a:lnL w="9144" cap="flat" cmpd="sng" algn="ctr">
                      <a:solidFill>
                        <a:srgbClr val="5018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5018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5018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5018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5539147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0057B762-B4D4-4A8D-A4DF-C44991A40E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7564095"/>
              </p:ext>
            </p:extLst>
          </p:nvPr>
        </p:nvGraphicFramePr>
        <p:xfrm>
          <a:off x="1130832" y="7883669"/>
          <a:ext cx="6080487" cy="3022596"/>
        </p:xfrm>
        <a:graphic>
          <a:graphicData uri="http://schemas.openxmlformats.org/drawingml/2006/table">
            <a:tbl>
              <a:tblPr/>
              <a:tblGrid>
                <a:gridCol w="868641">
                  <a:extLst>
                    <a:ext uri="{9D8B030D-6E8A-4147-A177-3AD203B41FA5}">
                      <a16:colId xmlns:a16="http://schemas.microsoft.com/office/drawing/2014/main" val="642671461"/>
                    </a:ext>
                  </a:extLst>
                </a:gridCol>
                <a:gridCol w="868641">
                  <a:extLst>
                    <a:ext uri="{9D8B030D-6E8A-4147-A177-3AD203B41FA5}">
                      <a16:colId xmlns:a16="http://schemas.microsoft.com/office/drawing/2014/main" val="2220918212"/>
                    </a:ext>
                  </a:extLst>
                </a:gridCol>
                <a:gridCol w="868641">
                  <a:extLst>
                    <a:ext uri="{9D8B030D-6E8A-4147-A177-3AD203B41FA5}">
                      <a16:colId xmlns:a16="http://schemas.microsoft.com/office/drawing/2014/main" val="2581919835"/>
                    </a:ext>
                  </a:extLst>
                </a:gridCol>
                <a:gridCol w="868641">
                  <a:extLst>
                    <a:ext uri="{9D8B030D-6E8A-4147-A177-3AD203B41FA5}">
                      <a16:colId xmlns:a16="http://schemas.microsoft.com/office/drawing/2014/main" val="111492242"/>
                    </a:ext>
                  </a:extLst>
                </a:gridCol>
                <a:gridCol w="868641">
                  <a:extLst>
                    <a:ext uri="{9D8B030D-6E8A-4147-A177-3AD203B41FA5}">
                      <a16:colId xmlns:a16="http://schemas.microsoft.com/office/drawing/2014/main" val="1560502757"/>
                    </a:ext>
                  </a:extLst>
                </a:gridCol>
                <a:gridCol w="868641">
                  <a:extLst>
                    <a:ext uri="{9D8B030D-6E8A-4147-A177-3AD203B41FA5}">
                      <a16:colId xmlns:a16="http://schemas.microsoft.com/office/drawing/2014/main" val="1798781164"/>
                    </a:ext>
                  </a:extLst>
                </a:gridCol>
                <a:gridCol w="868641">
                  <a:extLst>
                    <a:ext uri="{9D8B030D-6E8A-4147-A177-3AD203B41FA5}">
                      <a16:colId xmlns:a16="http://schemas.microsoft.com/office/drawing/2014/main" val="563842494"/>
                    </a:ext>
                  </a:extLst>
                </a:gridCol>
              </a:tblGrid>
              <a:tr h="167922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700">
                          <a:solidFill>
                            <a:srgbClr val="FFFFFF"/>
                          </a:solidFill>
                          <a:effectLst/>
                        </a:rPr>
                        <a:t>기간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F0D9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30E1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F0D9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70E0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514D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700">
                          <a:solidFill>
                            <a:srgbClr val="FFFFFF"/>
                          </a:solidFill>
                          <a:effectLst/>
                        </a:rPr>
                        <a:t>A0-3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30E1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90DE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30E1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70DE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514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700">
                          <a:solidFill>
                            <a:srgbClr val="FFFFFF"/>
                          </a:solidFill>
                          <a:effectLst/>
                        </a:rPr>
                        <a:t>A2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90DE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F0D9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90DE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D0DB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514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700">
                          <a:solidFill>
                            <a:srgbClr val="FFFFFF"/>
                          </a:solidFill>
                          <a:effectLst/>
                        </a:rPr>
                        <a:t>A2-2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F0D9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F0D9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F0D9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B0DF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514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6307192"/>
                  </a:ext>
                </a:extLst>
              </a:tr>
              <a:tr h="16792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>
                          <a:solidFill>
                            <a:srgbClr val="FFFFFF"/>
                          </a:solidFill>
                          <a:effectLst/>
                        </a:rPr>
                        <a:t>한화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70DE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B0DA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70DE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30E5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514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>
                          <a:solidFill>
                            <a:srgbClr val="FFFFFF"/>
                          </a:solidFill>
                          <a:effectLst/>
                        </a:rPr>
                        <a:t>처브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B0DA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D0DB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B0DA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70E5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514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>
                          <a:solidFill>
                            <a:srgbClr val="FFFFFF"/>
                          </a:solidFill>
                          <a:effectLst/>
                        </a:rPr>
                        <a:t>한화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D0DB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10E1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D0DB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B0E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514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>
                          <a:solidFill>
                            <a:srgbClr val="FFFFFF"/>
                          </a:solidFill>
                          <a:effectLst/>
                        </a:rPr>
                        <a:t>처브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10E1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B0DF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10E1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70E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514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>
                          <a:solidFill>
                            <a:srgbClr val="FFFFFF"/>
                          </a:solidFill>
                          <a:effectLst/>
                        </a:rPr>
                        <a:t>한화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B0DF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90DE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B0DF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F0E4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514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>
                          <a:solidFill>
                            <a:srgbClr val="FFFFFF"/>
                          </a:solidFill>
                          <a:effectLst/>
                        </a:rPr>
                        <a:t>처브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90DE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90DE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90DE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F0E5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51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2030752"/>
                  </a:ext>
                </a:extLst>
              </a:tr>
              <a:tr h="16792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2 </a:t>
                      </a:r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일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70E0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30E5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70E0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F0E5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15,150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30E5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70E5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30E5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50E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15,680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70E5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B0E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70E5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70E9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6,700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B0E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70E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B0E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10EE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7,090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70E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F0E4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70E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90ED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7,530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F0E4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F0E5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F0E4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D0EB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7,930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F0E5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F0E5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F0E5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10F1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9517032"/>
                  </a:ext>
                </a:extLst>
              </a:tr>
              <a:tr h="16792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3 </a:t>
                      </a:r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일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F0E5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50E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F0E5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10F0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18,940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50E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70E9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50E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50EC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19,600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70E9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10EE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70E9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90EC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8,380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10EE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90ED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10EE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70EC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8,860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90ED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D0EB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90ED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D0F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9,410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D0EB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10F1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D0EB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50F9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9,920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10F1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10F1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10F1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10F3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2186411"/>
                  </a:ext>
                </a:extLst>
              </a:tr>
              <a:tr h="16792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4 </a:t>
                      </a:r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일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10F0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50EC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10F0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B0F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26,520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50EC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90EC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50EC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90F1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27,450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90EC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70EC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90EC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70F3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11,740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70EC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D0F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70EC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90F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12,410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D0F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50F9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D0F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50F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13,180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50F9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10F3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50F9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70F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13,890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10F3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10F3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10F3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B0FB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3391632"/>
                  </a:ext>
                </a:extLst>
              </a:tr>
              <a:tr h="16792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5 </a:t>
                      </a:r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일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B0F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90F1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B0F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B0F9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30,300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90F1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70F3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90F1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F0FA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31,370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70F3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90F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70F3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F0FC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13,420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90F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50F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90F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30FF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14,180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50F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70F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50F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30FB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15,060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70F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B0FB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70F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10FD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15,870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B0FB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B0FB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B0FB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3000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9121299"/>
                  </a:ext>
                </a:extLst>
              </a:tr>
              <a:tr h="16792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6 </a:t>
                      </a:r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일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B0F9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F0FA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B0F9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D0FD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34,090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F0FA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F0FC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F0FA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F008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35,290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F0FC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30FF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F0FC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3002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15,100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30FF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30FB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30FF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300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15,960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30FB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10FD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30FB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9001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16,950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10FD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3000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10FD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1006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17,860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3000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3000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3000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F00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9428787"/>
                  </a:ext>
                </a:extLst>
              </a:tr>
              <a:tr h="16792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7 </a:t>
                      </a:r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일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D0FD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F008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D0FD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B002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37,880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F008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3002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F008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3002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39,210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3002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300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3002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F001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16,780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300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9001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300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100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17,730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9001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1006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9001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500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18,830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1006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F00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1006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500E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19,840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F00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F00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F00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D0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503488"/>
                  </a:ext>
                </a:extLst>
              </a:tr>
              <a:tr h="16792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10 </a:t>
                      </a:r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일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B002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3002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B002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B00A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41,670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3002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F001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3002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500C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43,130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F001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100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F001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F00E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18,450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100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500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100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700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19,500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500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500E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500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D0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20,710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500E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D0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500E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3011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21,830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D0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D0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D0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3019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9738537"/>
                  </a:ext>
                </a:extLst>
              </a:tr>
              <a:tr h="16792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14 </a:t>
                      </a:r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일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B00A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500C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B00A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1016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49,250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500C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F00E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500C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9011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50,980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F00E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700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F00E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30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21,810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700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D0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700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30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23,050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D0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3011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D0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501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24,480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3011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3019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3011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90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25,800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3019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3019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3019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5012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4022112"/>
                  </a:ext>
                </a:extLst>
              </a:tr>
              <a:tr h="16792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17 </a:t>
                      </a:r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일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1016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9011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1016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D011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53,040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9011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30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9011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50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54,900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30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30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30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10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23,490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30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501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30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B01C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24,820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501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90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501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F01A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26,360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90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5012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90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701E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27,780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5012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5012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5012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701E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3883851"/>
                  </a:ext>
                </a:extLst>
              </a:tr>
              <a:tr h="16792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21 </a:t>
                      </a:r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일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D011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50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D011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701E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60,620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50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10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50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F0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62,740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10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B01C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10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F01A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26,850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B01C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F01A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B01C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3029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28,370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F01A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701E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F01A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50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30,130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701E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701E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701E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5026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31,750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701E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701E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701E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D0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863896"/>
                  </a:ext>
                </a:extLst>
              </a:tr>
              <a:tr h="16792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24 </a:t>
                      </a:r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일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701E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F0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701E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B0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64,410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F0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F01A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F0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70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66,660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F01A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3029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F01A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D0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28,530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3029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50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3029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5026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30,140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50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5026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50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B02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32,020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5026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D0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5026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502E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33,740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D0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D0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D0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B02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1511706"/>
                  </a:ext>
                </a:extLst>
              </a:tr>
              <a:tr h="16792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27 </a:t>
                      </a:r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일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B0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70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B0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F02C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71,990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70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D0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70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D02A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74,500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D0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5026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D0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902E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31,880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5026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B02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5026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3031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33,690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B02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502E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B02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F02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35,790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502E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B02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502E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F02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37,700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B02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B02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B02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F02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394500"/>
                  </a:ext>
                </a:extLst>
              </a:tr>
              <a:tr h="16792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1 </a:t>
                      </a:r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개월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F02C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D02A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F02C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D032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75,780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D02A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902E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D02A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5036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78,430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902E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3031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902E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5036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33,560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3031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F02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3031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1039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35,460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F02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F02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F02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5032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37,670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F02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F02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F02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303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39,690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F02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F02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F02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D0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9833692"/>
                  </a:ext>
                </a:extLst>
              </a:tr>
              <a:tr h="16792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45 </a:t>
                      </a:r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일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D032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5036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D032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F0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90,940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5036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5036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5036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D0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94,110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5036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1039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5036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B03A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40,280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1039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5032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1039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303C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42,560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5032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303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5032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B03A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45,210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303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D0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303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F039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47,630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D0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D0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D0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103C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7561872"/>
                  </a:ext>
                </a:extLst>
              </a:tr>
              <a:tr h="16792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2 </a:t>
                      </a:r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개월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F0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D0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F0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D039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113,670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D0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B03A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D0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503E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117,640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B03A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303C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B03A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B043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50,350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303C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B03A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303C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1045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53,200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B03A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F039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B03A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B045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56,510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F039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103C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F039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B044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59,540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103C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103C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103C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1045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4086675"/>
                  </a:ext>
                </a:extLst>
              </a:tr>
              <a:tr h="16792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3 </a:t>
                      </a:r>
                      <a:r>
                        <a:rPr lang="ko-KR" altLang="en-US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개월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D039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503E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D039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D039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151,570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503E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B043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503E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503E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156,860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B043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1045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B043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B043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67,140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1045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B045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1045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1045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70,930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B045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B044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B045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B045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75,360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B044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1045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B044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B044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dirty="0">
                          <a:solidFill>
                            <a:srgbClr val="333333"/>
                          </a:solidFill>
                          <a:effectLst/>
                          <a:latin typeface="Noto Sans Mono"/>
                        </a:rPr>
                        <a:t>79,380</a:t>
                      </a:r>
                    </a:p>
                  </a:txBody>
                  <a:tcPr marL="12087" marR="12087" marT="12087" marB="12087" anchor="ctr">
                    <a:lnL w="9144" cap="flat" cmpd="sng" algn="ctr">
                      <a:solidFill>
                        <a:srgbClr val="1045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1045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1045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1045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994966"/>
                  </a:ext>
                </a:extLst>
              </a:tr>
            </a:tbl>
          </a:graphicData>
        </a:graphic>
      </p:graphicFrame>
      <p:sp>
        <p:nvSpPr>
          <p:cNvPr id="8" name="Rectangle 2">
            <a:extLst>
              <a:ext uri="{FF2B5EF4-FFF2-40B4-BE49-F238E27FC236}">
                <a16:creationId xmlns:a16="http://schemas.microsoft.com/office/drawing/2014/main" id="{A3641568-AD42-4189-A42B-0459588656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2470" y="7588394"/>
            <a:ext cx="1338828" cy="215444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8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-apple-system"/>
              </a:rPr>
              <a:t>✅ 보험료(남, 40세 기준)</a:t>
            </a:r>
            <a:endParaRPr kumimoji="0" lang="ko-KR" altLang="ko-KR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70059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46BC6FB9-8864-4447-A66B-7867F1B7B40C}"/>
              </a:ext>
            </a:extLst>
          </p:cNvPr>
          <p:cNvSpPr/>
          <p:nvPr/>
        </p:nvSpPr>
        <p:spPr>
          <a:xfrm>
            <a:off x="522317" y="708032"/>
            <a:ext cx="8673483" cy="596319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A1E74100-9C9A-41BB-AD89-EA386894C50B}"/>
              </a:ext>
            </a:extLst>
          </p:cNvPr>
          <p:cNvGraphicFramePr>
            <a:graphicFrameLocks noGrp="1"/>
          </p:cNvGraphicFramePr>
          <p:nvPr/>
        </p:nvGraphicFramePr>
        <p:xfrm>
          <a:off x="9443499" y="0"/>
          <a:ext cx="2748502" cy="6599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15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34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02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97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dirty="0" err="1">
                          <a:latin typeface="+mn-ea"/>
                          <a:ea typeface="+mn-ea"/>
                        </a:rPr>
                        <a:t>화면명</a:t>
                      </a:r>
                      <a:endParaRPr lang="ko-KR" altLang="en-US" sz="700" b="0" dirty="0"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여행자보험</a:t>
                      </a:r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700" b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캐롯손해보험화면</a:t>
                      </a:r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dirty="0">
                          <a:latin typeface="+mn-ea"/>
                          <a:ea typeface="+mn-ea"/>
                        </a:rPr>
                        <a:t>슬라이드</a:t>
                      </a:r>
                      <a:endParaRPr lang="en-US" altLang="ko-KR" sz="700" b="0" dirty="0"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700" b="0" dirty="0">
                          <a:latin typeface="+mn-ea"/>
                          <a:ea typeface="+mn-ea"/>
                        </a:rPr>
                        <a:t>번호</a:t>
                      </a:r>
                    </a:p>
                  </a:txBody>
                  <a:tcPr marL="45720" marR="45720" anchor="ctr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97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Screen</a:t>
                      </a:r>
                      <a:r>
                        <a:rPr lang="en-US" altLang="ko-KR" sz="700" b="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 path</a:t>
                      </a:r>
                      <a:endParaRPr lang="ko-KR" altLang="en-US" sz="700" b="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u="none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캐롯손해보험관리자</a:t>
                      </a:r>
                      <a:r>
                        <a:rPr lang="ko-KR" altLang="en-US" sz="700" b="0" u="none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0" u="none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&gt; </a:t>
                      </a:r>
                      <a:r>
                        <a:rPr lang="ko-KR" altLang="en-US" sz="700" b="0" u="none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계약내역</a:t>
                      </a:r>
                      <a:endParaRPr lang="en-US" altLang="ko-KR" sz="800" b="0" u="none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2CE11858-21F8-4719-B1D1-AF4289FF8F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9743275"/>
              </p:ext>
            </p:extLst>
          </p:nvPr>
        </p:nvGraphicFramePr>
        <p:xfrm>
          <a:off x="9443499" y="683163"/>
          <a:ext cx="2748501" cy="75020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46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841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latin typeface="+mn-ea"/>
                          <a:ea typeface="+mn-ea"/>
                        </a:rPr>
                        <a:t>No.</a:t>
                      </a:r>
                      <a:endParaRPr lang="ko-KR" altLang="en-US" sz="800" b="0" dirty="0"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latin typeface="+mn-ea"/>
                          <a:ea typeface="+mn-ea"/>
                        </a:rPr>
                        <a:t>Description</a:t>
                      </a:r>
                      <a:endParaRPr lang="ko-KR" altLang="en-US" sz="800" b="0" dirty="0"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0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ko-KR" altLang="en-US" sz="1100" dirty="0">
                        <a:solidFill>
                          <a:srgbClr val="0070C0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/>
                        <a:t>계약내역</a:t>
                      </a:r>
                      <a:endParaRPr lang="en-US" altLang="ko-KR" sz="900" b="1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/>
                        <a:t>수기가입</a:t>
                      </a:r>
                      <a:r>
                        <a:rPr lang="en-US" altLang="ko-KR" sz="900" b="1" dirty="0"/>
                        <a:t>(</a:t>
                      </a:r>
                      <a:r>
                        <a:rPr lang="ko-KR" altLang="en-US" sz="900" b="1" dirty="0" err="1"/>
                        <a:t>단건</a:t>
                      </a:r>
                      <a:r>
                        <a:rPr lang="en-US" altLang="ko-KR" sz="900" b="1" dirty="0"/>
                        <a:t>) </a:t>
                      </a:r>
                      <a:r>
                        <a:rPr lang="ko-KR" altLang="en-US" sz="900" b="1" dirty="0"/>
                        <a:t>추가에 따른 변경사항</a:t>
                      </a:r>
                      <a:endParaRPr lang="en-US" altLang="ko-KR" sz="900" dirty="0"/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9295480"/>
                  </a:ext>
                </a:extLst>
              </a:tr>
              <a:tr h="147966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1100" dirty="0">
                        <a:solidFill>
                          <a:srgbClr val="0070C0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900" b="1" dirty="0"/>
                    </a:p>
                    <a:p>
                      <a:pPr marL="0" indent="0">
                        <a:buNone/>
                      </a:pPr>
                      <a:r>
                        <a:rPr lang="en-US" altLang="ko-KR" sz="900" b="1" dirty="0"/>
                        <a:t>1. </a:t>
                      </a:r>
                      <a:r>
                        <a:rPr lang="ko-KR" altLang="en-US" sz="900" b="1" dirty="0"/>
                        <a:t>조회조건 변경사항</a:t>
                      </a:r>
                      <a:endParaRPr lang="en-US" altLang="ko-KR" sz="900" b="1" dirty="0"/>
                    </a:p>
                    <a:p>
                      <a:pPr marL="0" indent="0">
                        <a:buNone/>
                      </a:pPr>
                      <a:endParaRPr lang="ko-KR" altLang="en-US" sz="900" b="1" dirty="0"/>
                    </a:p>
                    <a:p>
                      <a:r>
                        <a:rPr lang="en-US" altLang="ko-KR" sz="900" b="1" dirty="0"/>
                        <a:t>1) </a:t>
                      </a:r>
                      <a:r>
                        <a:rPr lang="ko-KR" altLang="en-US" sz="900" b="1" dirty="0"/>
                        <a:t>예약번호 없는 항목 조회</a:t>
                      </a:r>
                    </a:p>
                    <a:p>
                      <a:r>
                        <a:rPr lang="ko-KR" altLang="en-US" sz="900" dirty="0"/>
                        <a:t>   </a:t>
                      </a:r>
                      <a:r>
                        <a:rPr lang="en-US" altLang="ko-KR" sz="900" dirty="0"/>
                        <a:t>- </a:t>
                      </a:r>
                      <a:r>
                        <a:rPr lang="ko-KR" altLang="en-US" sz="900" dirty="0"/>
                        <a:t>필터 입력란에 </a:t>
                      </a:r>
                      <a:r>
                        <a:rPr lang="en-US" altLang="ko-KR" sz="900" dirty="0"/>
                        <a:t>`-` </a:t>
                      </a:r>
                      <a:r>
                        <a:rPr lang="ko-KR" altLang="en-US" sz="900" dirty="0"/>
                        <a:t>또는 공백 입력 시</a:t>
                      </a:r>
                      <a:r>
                        <a:rPr lang="en-US" altLang="ko-KR" sz="900" dirty="0"/>
                        <a:t>,</a:t>
                      </a:r>
                      <a:br>
                        <a:rPr lang="en-US" altLang="ko-KR" sz="900" dirty="0"/>
                      </a:br>
                      <a:r>
                        <a:rPr lang="en-US" altLang="ko-KR" sz="900" dirty="0"/>
                        <a:t>     </a:t>
                      </a:r>
                      <a:r>
                        <a:rPr lang="ko-KR" altLang="en-US" sz="900" dirty="0"/>
                        <a:t>예약번호가 </a:t>
                      </a:r>
                      <a:r>
                        <a:rPr lang="en-US" altLang="ko-KR" sz="900" dirty="0"/>
                        <a:t>null</a:t>
                      </a:r>
                      <a:r>
                        <a:rPr lang="ko-KR" altLang="en-US" sz="900" dirty="0"/>
                        <a:t>인 항목만 조회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/>
                        <a:t>   </a:t>
                      </a:r>
                      <a:r>
                        <a:rPr lang="en-US" altLang="ko-KR" sz="900" dirty="0"/>
                        <a:t>- </a:t>
                      </a:r>
                      <a:r>
                        <a:rPr lang="ko-KR" altLang="en-US" sz="900" b="1" dirty="0"/>
                        <a:t>힌트문구</a:t>
                      </a:r>
                      <a:r>
                        <a:rPr lang="en-US" altLang="ko-KR" sz="900" dirty="0"/>
                        <a:t>: 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없는 경우 </a:t>
                      </a: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‘-’ 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또는 공백 입력</a:t>
                      </a:r>
                    </a:p>
                    <a:p>
                      <a:endParaRPr lang="en-US" altLang="ko-KR" sz="900" dirty="0"/>
                    </a:p>
                    <a:p>
                      <a:endParaRPr lang="en-US" altLang="ko-KR" sz="900" dirty="0"/>
                    </a:p>
                    <a:p>
                      <a:r>
                        <a:rPr lang="en-US" altLang="ko-KR" sz="900" b="1" dirty="0"/>
                        <a:t>2) </a:t>
                      </a:r>
                      <a:r>
                        <a:rPr lang="ko-KR" altLang="en-US" sz="900" b="1" dirty="0"/>
                        <a:t>신청자 항목 추가</a:t>
                      </a:r>
                    </a:p>
                    <a:p>
                      <a:r>
                        <a:rPr lang="ko-KR" altLang="en-US" sz="900" dirty="0"/>
                        <a:t>   </a:t>
                      </a:r>
                      <a:r>
                        <a:rPr lang="en-US" altLang="ko-KR" sz="900" dirty="0"/>
                        <a:t>- </a:t>
                      </a:r>
                      <a:r>
                        <a:rPr lang="ko-KR" altLang="en-US" sz="900" dirty="0"/>
                        <a:t>기존 증권번호 필드를 신청자로 대체</a:t>
                      </a:r>
                    </a:p>
                    <a:p>
                      <a:r>
                        <a:rPr lang="ko-KR" altLang="en-US" sz="900" dirty="0"/>
                        <a:t>   </a:t>
                      </a:r>
                      <a:r>
                        <a:rPr lang="en-US" altLang="ko-KR" sz="900" dirty="0"/>
                        <a:t>- </a:t>
                      </a:r>
                      <a:r>
                        <a:rPr lang="ko-KR" altLang="en-US" sz="900" dirty="0"/>
                        <a:t>신청자 이름 또는 </a:t>
                      </a:r>
                      <a:r>
                        <a:rPr lang="en-US" altLang="ko-KR" sz="900" dirty="0"/>
                        <a:t>ID</a:t>
                      </a:r>
                      <a:r>
                        <a:rPr lang="ko-KR" altLang="en-US" sz="900" dirty="0"/>
                        <a:t>로 검색 가능</a:t>
                      </a:r>
                      <a:br>
                        <a:rPr lang="en-US" altLang="ko-KR" sz="900" dirty="0"/>
                      </a:br>
                      <a:r>
                        <a:rPr lang="en-US" altLang="ko-KR" sz="900" dirty="0"/>
                        <a:t>   - </a:t>
                      </a:r>
                      <a:r>
                        <a:rPr lang="ko-KR" altLang="en-US" sz="900" dirty="0"/>
                        <a:t>리스트에서 명확히 확인하기 위함</a:t>
                      </a:r>
                      <a:r>
                        <a:rPr lang="en-US" altLang="ko-KR" sz="900" dirty="0"/>
                        <a:t>.</a:t>
                      </a:r>
                      <a:endParaRPr lang="ko-KR" altLang="en-US" sz="900" dirty="0"/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2100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1100" dirty="0">
                        <a:solidFill>
                          <a:srgbClr val="0070C0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US" altLang="ko-KR" sz="900" b="1" dirty="0"/>
                        <a:t>2. </a:t>
                      </a:r>
                      <a:r>
                        <a:rPr lang="ko-KR" altLang="en-US" sz="900" b="1" dirty="0"/>
                        <a:t>리스트 변경사항</a:t>
                      </a:r>
                      <a:endParaRPr lang="en-US" altLang="ko-KR" sz="900" b="1" dirty="0"/>
                    </a:p>
                    <a:p>
                      <a:pPr marL="0" indent="0">
                        <a:buFont typeface="+mj-lt"/>
                        <a:buNone/>
                      </a:pPr>
                      <a:endParaRPr lang="en-US" altLang="ko-KR" sz="900" dirty="0"/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US" altLang="ko-KR" sz="900" b="1" dirty="0"/>
                        <a:t>1) </a:t>
                      </a:r>
                      <a:r>
                        <a:rPr lang="ko-KR" altLang="en-US" sz="900" b="1" dirty="0"/>
                        <a:t>리스트 필드 변경</a:t>
                      </a:r>
                    </a:p>
                    <a:p>
                      <a:r>
                        <a:rPr lang="ko-KR" altLang="en-US" sz="900" b="1" dirty="0"/>
                        <a:t>  </a:t>
                      </a:r>
                      <a:r>
                        <a:rPr lang="en-US" altLang="ko-KR" sz="900" b="1" dirty="0"/>
                        <a:t>[AS-IS]: </a:t>
                      </a:r>
                      <a:r>
                        <a:rPr lang="ko-KR" altLang="en-US" sz="900" dirty="0"/>
                        <a:t>신청일자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고객사명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한글성명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예약번호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>
                          <a:solidFill>
                            <a:srgbClr val="FF0000"/>
                          </a:solidFill>
                        </a:rPr>
                        <a:t>증권번호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기간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결제방법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청약상태</a:t>
                      </a:r>
                    </a:p>
                    <a:p>
                      <a:r>
                        <a:rPr lang="ko-KR" altLang="en-US" sz="900" b="1" dirty="0"/>
                        <a:t>  </a:t>
                      </a:r>
                      <a:r>
                        <a:rPr lang="en-US" altLang="ko-KR" sz="900" b="1" dirty="0"/>
                        <a:t>[TO-BE]: </a:t>
                      </a:r>
                      <a:r>
                        <a:rPr lang="ko-KR" altLang="en-US" sz="900" dirty="0"/>
                        <a:t>신청일자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고객사명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한글성명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>
                          <a:solidFill>
                            <a:srgbClr val="FF0000"/>
                          </a:solidFill>
                        </a:rPr>
                        <a:t>신청자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예약번호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기간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결제방법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청약상태</a:t>
                      </a:r>
                    </a:p>
                    <a:p>
                      <a:endParaRPr lang="ko-KR" altLang="en-US" sz="900" dirty="0"/>
                    </a:p>
                    <a:p>
                      <a:r>
                        <a:rPr lang="en-US" altLang="ko-KR" sz="900" b="1" dirty="0"/>
                        <a:t>2) </a:t>
                      </a:r>
                      <a:r>
                        <a:rPr lang="ko-KR" altLang="en-US" sz="900" b="1" dirty="0"/>
                        <a:t>예약번호 표시 </a:t>
                      </a:r>
                      <a:r>
                        <a:rPr lang="en-US" altLang="ko-KR" sz="900" b="1" dirty="0"/>
                        <a:t>(</a:t>
                      </a:r>
                      <a:r>
                        <a:rPr lang="ko-KR" altLang="en-US" sz="900" b="1" dirty="0"/>
                        <a:t>수기가입</a:t>
                      </a:r>
                      <a:r>
                        <a:rPr lang="en-US" altLang="ko-KR" sz="900" b="1" dirty="0"/>
                        <a:t>)</a:t>
                      </a:r>
                      <a:endParaRPr lang="ko-KR" altLang="en-US" sz="900" b="1" dirty="0"/>
                    </a:p>
                    <a:p>
                      <a:r>
                        <a:rPr lang="ko-KR" altLang="en-US" sz="900" dirty="0"/>
                        <a:t>   </a:t>
                      </a:r>
                      <a:r>
                        <a:rPr lang="en-US" altLang="ko-KR" sz="900" dirty="0"/>
                        <a:t>- </a:t>
                      </a:r>
                      <a:r>
                        <a:rPr lang="ko-KR" altLang="en-US" sz="900" dirty="0"/>
                        <a:t>예약번호가 없는 항목은 </a:t>
                      </a:r>
                      <a:r>
                        <a:rPr lang="en-US" altLang="ko-KR" sz="900" dirty="0"/>
                        <a:t>`-`</a:t>
                      </a:r>
                      <a:r>
                        <a:rPr lang="ko-KR" altLang="en-US" sz="900" dirty="0"/>
                        <a:t>로 표시</a:t>
                      </a:r>
                      <a:endParaRPr lang="en-US" altLang="ko-KR" sz="900" dirty="0"/>
                    </a:p>
                    <a:p>
                      <a:r>
                        <a:rPr lang="en-US" altLang="ko-KR" sz="900" dirty="0"/>
                        <a:t>   - </a:t>
                      </a:r>
                      <a:r>
                        <a:rPr lang="ko-KR" altLang="en-US" sz="900" dirty="0"/>
                        <a:t>기존에는 </a:t>
                      </a:r>
                      <a:r>
                        <a:rPr lang="en-US" altLang="ko-KR" sz="900" dirty="0"/>
                        <a:t>ERP </a:t>
                      </a:r>
                      <a:r>
                        <a:rPr lang="ko-KR" altLang="en-US" sz="900" dirty="0"/>
                        <a:t>연계하여 모든 청약 건에</a:t>
                      </a:r>
                      <a:br>
                        <a:rPr lang="en-US" altLang="ko-KR" sz="900" dirty="0"/>
                      </a:br>
                      <a:r>
                        <a:rPr lang="en-US" altLang="ko-KR" sz="900" dirty="0"/>
                        <a:t>     </a:t>
                      </a:r>
                      <a:r>
                        <a:rPr lang="ko-KR" altLang="en-US" sz="900" dirty="0"/>
                        <a:t>대해 예약번호가 표기됨</a:t>
                      </a:r>
                    </a:p>
                    <a:p>
                      <a:endParaRPr lang="ko-KR" altLang="en-US" sz="900" dirty="0"/>
                    </a:p>
                    <a:p>
                      <a:r>
                        <a:rPr lang="en-US" altLang="ko-KR" sz="900" b="1" dirty="0"/>
                        <a:t>3) </a:t>
                      </a:r>
                      <a:r>
                        <a:rPr lang="ko-KR" altLang="en-US" sz="900" b="1" dirty="0"/>
                        <a:t>신청자</a:t>
                      </a:r>
                      <a:r>
                        <a:rPr lang="en-US" altLang="ko-KR" sz="900" b="1" dirty="0"/>
                        <a:t>(</a:t>
                      </a:r>
                      <a:r>
                        <a:rPr lang="ko-KR" altLang="en-US" sz="900" b="1" dirty="0"/>
                        <a:t>청약자</a:t>
                      </a:r>
                      <a:r>
                        <a:rPr lang="en-US" altLang="ko-KR" sz="900" b="1" dirty="0"/>
                        <a:t>)</a:t>
                      </a:r>
                      <a:r>
                        <a:rPr lang="ko-KR" altLang="en-US" sz="900" b="1" dirty="0"/>
                        <a:t> 정보 열 추가</a:t>
                      </a:r>
                    </a:p>
                    <a:p>
                      <a:r>
                        <a:rPr lang="ko-KR" altLang="en-US" sz="900" dirty="0"/>
                        <a:t>   </a:t>
                      </a:r>
                      <a:r>
                        <a:rPr lang="en-US" altLang="ko-KR" sz="900" dirty="0"/>
                        <a:t>- </a:t>
                      </a:r>
                      <a:r>
                        <a:rPr lang="ko-KR" altLang="en-US" sz="900" dirty="0"/>
                        <a:t>계약 조회 권한이 있는 사용자를 위해</a:t>
                      </a:r>
                      <a:br>
                        <a:rPr lang="en-US" altLang="ko-KR" sz="900" dirty="0"/>
                      </a:br>
                      <a:r>
                        <a:rPr lang="en-US" altLang="ko-KR" sz="900" dirty="0"/>
                        <a:t>     </a:t>
                      </a:r>
                      <a:r>
                        <a:rPr lang="ko-KR" altLang="en-US" sz="900" dirty="0"/>
                        <a:t>신청자 조회 열 추가</a:t>
                      </a:r>
                      <a:br>
                        <a:rPr lang="en-US" altLang="ko-KR" sz="900" dirty="0"/>
                      </a:br>
                      <a:r>
                        <a:rPr lang="en-US" altLang="ko-KR" sz="900" dirty="0"/>
                        <a:t>   - </a:t>
                      </a:r>
                      <a:r>
                        <a:rPr lang="ko-KR" altLang="en-US" sz="900" b="1" dirty="0"/>
                        <a:t>형식</a:t>
                      </a:r>
                      <a:r>
                        <a:rPr lang="ko-KR" altLang="en-US" sz="900" dirty="0"/>
                        <a:t> </a:t>
                      </a:r>
                      <a:r>
                        <a:rPr lang="en-US" altLang="ko-KR" sz="900" dirty="0"/>
                        <a:t>: </a:t>
                      </a:r>
                      <a:r>
                        <a:rPr lang="ko-KR" altLang="en-US" sz="900" dirty="0"/>
                        <a:t>이름</a:t>
                      </a:r>
                      <a:r>
                        <a:rPr lang="en-US" altLang="ko-KR" sz="900" dirty="0"/>
                        <a:t>(ID)</a:t>
                      </a:r>
                      <a:endParaRPr lang="ko-KR" altLang="en-US" sz="900" dirty="0"/>
                    </a:p>
                    <a:p>
                      <a:endParaRPr lang="ko-KR" altLang="en-US" sz="900" dirty="0"/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761870"/>
                  </a:ext>
                </a:extLst>
              </a:tr>
              <a:tr h="64300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3 </a:t>
                      </a:r>
                      <a:endParaRPr lang="ko-KR" altLang="en-US" sz="1100" dirty="0">
                        <a:solidFill>
                          <a:srgbClr val="0070C0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b="1" u="none" dirty="0"/>
                        <a:t>보험료 필드 추가 </a:t>
                      </a:r>
                      <a:r>
                        <a:rPr lang="en-US" altLang="ko-KR" sz="900" b="1" u="none" dirty="0"/>
                        <a:t>– </a:t>
                      </a:r>
                      <a:r>
                        <a:rPr lang="ko-KR" altLang="en-US" sz="900" b="1" u="none" dirty="0">
                          <a:solidFill>
                            <a:schemeClr val="accent1"/>
                          </a:solidFill>
                        </a:rPr>
                        <a:t>추가요건 개발 완료</a:t>
                      </a:r>
                      <a:endParaRPr lang="en-US" altLang="ko-KR" sz="900" b="1" u="none" dirty="0">
                        <a:solidFill>
                          <a:schemeClr val="accent1"/>
                        </a:solidFill>
                      </a:endParaRP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ko-KR" altLang="en-US" sz="900" u="none" dirty="0"/>
                        <a:t>계약내역에서도 보험료 바로 </a:t>
                      </a:r>
                      <a:r>
                        <a:rPr lang="ko-KR" altLang="en-US" sz="900" u="none" dirty="0" err="1"/>
                        <a:t>볼수</a:t>
                      </a:r>
                      <a:r>
                        <a:rPr lang="ko-KR" altLang="en-US" sz="900" u="none" dirty="0"/>
                        <a:t> 있도록 노출 요청</a:t>
                      </a:r>
                      <a:endParaRPr lang="en-US" altLang="ko-KR" sz="900" u="none" dirty="0"/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ko-KR" altLang="en-US" sz="900" u="none" dirty="0">
                          <a:solidFill>
                            <a:srgbClr val="C00000"/>
                          </a:solidFill>
                        </a:rPr>
                        <a:t>계약 기간 변경으로 보험료 변경되었을 경우 변경된 금액으로 </a:t>
                      </a:r>
                      <a:r>
                        <a:rPr lang="ko-KR" altLang="en-US" sz="900" u="none" dirty="0" err="1">
                          <a:solidFill>
                            <a:srgbClr val="C00000"/>
                          </a:solidFill>
                        </a:rPr>
                        <a:t>캐롯으로부터</a:t>
                      </a:r>
                      <a:r>
                        <a:rPr lang="ko-KR" altLang="en-US" sz="900" u="none" dirty="0">
                          <a:solidFill>
                            <a:srgbClr val="C00000"/>
                          </a:solidFill>
                        </a:rPr>
                        <a:t> 전달 받아 </a:t>
                      </a:r>
                      <a:r>
                        <a:rPr lang="en-US" altLang="ko-KR" sz="900" u="none" dirty="0">
                          <a:solidFill>
                            <a:srgbClr val="C00000"/>
                          </a:solidFill>
                        </a:rPr>
                        <a:t>update </a:t>
                      </a:r>
                      <a:r>
                        <a:rPr lang="ko-KR" altLang="en-US" sz="900" u="none" dirty="0">
                          <a:solidFill>
                            <a:srgbClr val="C00000"/>
                          </a:solidFill>
                        </a:rPr>
                        <a:t>및 노출 </a:t>
                      </a:r>
                      <a:r>
                        <a:rPr lang="en-US" altLang="ko-KR" sz="900" u="none" dirty="0">
                          <a:solidFill>
                            <a:srgbClr val="C00000"/>
                          </a:solidFill>
                        </a:rPr>
                        <a:t>(</a:t>
                      </a:r>
                      <a:r>
                        <a:rPr lang="ko-KR" altLang="en-US" sz="900" u="none" dirty="0" err="1">
                          <a:solidFill>
                            <a:srgbClr val="C00000"/>
                          </a:solidFill>
                        </a:rPr>
                        <a:t>캐롯측</a:t>
                      </a:r>
                      <a:r>
                        <a:rPr lang="ko-KR" altLang="en-US" sz="900" u="none" dirty="0">
                          <a:solidFill>
                            <a:srgbClr val="C00000"/>
                          </a:solidFill>
                        </a:rPr>
                        <a:t> 확인필요</a:t>
                      </a:r>
                      <a:r>
                        <a:rPr lang="en-US" altLang="ko-KR" sz="900" u="none" dirty="0">
                          <a:solidFill>
                            <a:srgbClr val="C00000"/>
                          </a:solidFill>
                        </a:rPr>
                        <a:t>)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endParaRPr lang="ko-KR" altLang="en-US" sz="900" u="none" dirty="0"/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7518323"/>
                  </a:ext>
                </a:extLst>
              </a:tr>
              <a:tr h="3007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4</a:t>
                      </a:r>
                      <a:endParaRPr lang="ko-KR" altLang="en-US" sz="1100" dirty="0">
                        <a:solidFill>
                          <a:srgbClr val="0070C0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ko-KR" altLang="en-US" sz="900" b="1" u="none" dirty="0"/>
                        <a:t>메일 전송 버튼 추가 </a:t>
                      </a:r>
                      <a:r>
                        <a:rPr lang="en-US" altLang="ko-KR" sz="900" b="1" u="none" dirty="0">
                          <a:solidFill>
                            <a:srgbClr val="C00000"/>
                          </a:solidFill>
                        </a:rPr>
                        <a:t>– </a:t>
                      </a:r>
                      <a:r>
                        <a:rPr lang="ko-KR" altLang="en-US" sz="900" b="1" u="none" dirty="0">
                          <a:solidFill>
                            <a:srgbClr val="C00000"/>
                          </a:solidFill>
                        </a:rPr>
                        <a:t>추가요건 사항</a:t>
                      </a:r>
                      <a:endParaRPr lang="en-US" altLang="ko-KR" sz="900" b="1" u="none" dirty="0">
                        <a:solidFill>
                          <a:srgbClr val="C00000"/>
                        </a:solidFill>
                      </a:endParaRPr>
                    </a:p>
                    <a:p>
                      <a:pPr marL="0" indent="0">
                        <a:buFontTx/>
                        <a:buNone/>
                      </a:pPr>
                      <a:r>
                        <a:rPr lang="en-US" altLang="ko-KR" sz="900" b="1" u="none" dirty="0"/>
                        <a:t>-   </a:t>
                      </a:r>
                      <a:r>
                        <a:rPr lang="ko-KR" altLang="en-US" sz="900" b="0" u="none" dirty="0"/>
                        <a:t>클릭 시 메일 전송 팝업 노출</a:t>
                      </a:r>
                      <a:br>
                        <a:rPr lang="en-US" altLang="ko-KR" sz="900" b="0" u="none" dirty="0"/>
                      </a:br>
                      <a:r>
                        <a:rPr lang="en-US" altLang="ko-KR" sz="900" b="0" u="none" dirty="0"/>
                        <a:t>    </a:t>
                      </a:r>
                      <a:r>
                        <a:rPr lang="ko-KR" altLang="en-US" sz="900" b="0" u="none" dirty="0"/>
                        <a:t>자동으로 채울 항목 확인 필요 </a:t>
                      </a:r>
                      <a:r>
                        <a:rPr lang="en-US" altLang="ko-KR" sz="900" b="1" u="none" dirty="0"/>
                        <a:t>(#27PAGE)</a:t>
                      </a:r>
                      <a:r>
                        <a:rPr lang="ko-KR" altLang="en-US" sz="900" b="1" u="none" dirty="0"/>
                        <a:t> </a:t>
                      </a:r>
                      <a:endParaRPr lang="en-US" altLang="ko-KR" sz="900" b="1" u="none" dirty="0"/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ko-KR" altLang="en-US" sz="900" u="none" dirty="0"/>
                        <a:t>메일전송 버튼 클릭 시 </a:t>
                      </a:r>
                      <a:r>
                        <a:rPr lang="ko-KR" altLang="en-US" sz="900" u="none" dirty="0" err="1"/>
                        <a:t>캐롯</a:t>
                      </a:r>
                      <a:r>
                        <a:rPr lang="ko-KR" altLang="en-US" sz="900" u="none" dirty="0"/>
                        <a:t> 담당자에게 해당 청약 및 증권에 대한 기간 변경 및 취소 관련 정보 전달</a:t>
                      </a:r>
                      <a:endParaRPr lang="en-US" altLang="ko-KR" sz="900" u="none" dirty="0"/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ko-KR" altLang="en-US" sz="900" u="none" dirty="0" err="1"/>
                        <a:t>캐롯</a:t>
                      </a:r>
                      <a:r>
                        <a:rPr lang="ko-KR" altLang="en-US" sz="900" u="none" dirty="0"/>
                        <a:t> 담당자 정보 필요</a:t>
                      </a:r>
                      <a:endParaRPr lang="en-US" altLang="ko-KR" sz="900" u="none" dirty="0"/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ko-KR" altLang="en-US" sz="900" u="none" dirty="0"/>
                        <a:t>기존에는 별도로 메일로 전송하고 </a:t>
                      </a:r>
                      <a:r>
                        <a:rPr lang="ko-KR" altLang="en-US" sz="900" u="none" dirty="0" err="1"/>
                        <a:t>있었던것으로</a:t>
                      </a:r>
                      <a:r>
                        <a:rPr lang="ko-KR" altLang="en-US" sz="900" u="none" dirty="0"/>
                        <a:t> 보임</a:t>
                      </a:r>
                      <a:r>
                        <a:rPr lang="en-US" altLang="ko-KR" sz="900" u="none" dirty="0">
                          <a:solidFill>
                            <a:srgbClr val="C00000"/>
                          </a:solidFill>
                        </a:rPr>
                        <a:t>)</a:t>
                      </a:r>
                      <a:r>
                        <a:rPr lang="ko-KR" altLang="en-US" sz="900" u="none" dirty="0">
                          <a:solidFill>
                            <a:srgbClr val="C00000"/>
                          </a:solidFill>
                        </a:rPr>
                        <a:t> </a:t>
                      </a:r>
                      <a:endParaRPr lang="en-US" altLang="ko-KR" sz="900" u="none" dirty="0">
                        <a:solidFill>
                          <a:srgbClr val="C00000"/>
                        </a:solidFill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0760306"/>
                  </a:ext>
                </a:extLst>
              </a:tr>
            </a:tbl>
          </a:graphicData>
        </a:graphic>
      </p:graphicFrame>
      <p:sp>
        <p:nvSpPr>
          <p:cNvPr id="7" name="슬라이드 번호 개체 틀 1">
            <a:extLst>
              <a:ext uri="{FF2B5EF4-FFF2-40B4-BE49-F238E27FC236}">
                <a16:creationId xmlns:a16="http://schemas.microsoft.com/office/drawing/2014/main" id="{6E2FC742-A216-44DD-9FB9-C5593AC15F1E}"/>
              </a:ext>
            </a:extLst>
          </p:cNvPr>
          <p:cNvSpPr txBox="1">
            <a:spLocks/>
          </p:cNvSpPr>
          <p:nvPr/>
        </p:nvSpPr>
        <p:spPr>
          <a:xfrm>
            <a:off x="11740785" y="-28424"/>
            <a:ext cx="578285" cy="36512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463E381-CB74-4648-8889-FF3C7184AA03}" type="slidenum">
              <a:rPr lang="en-US" smtClean="0">
                <a:latin typeface="+mn-ea"/>
              </a:rPr>
              <a:pPr/>
              <a:t>19</a:t>
            </a:fld>
            <a:endParaRPr lang="en-US" dirty="0">
              <a:latin typeface="+mn-ea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72D3E845-C4ED-47A5-B71B-CA8B0B44E640}"/>
              </a:ext>
            </a:extLst>
          </p:cNvPr>
          <p:cNvSpPr/>
          <p:nvPr/>
        </p:nvSpPr>
        <p:spPr>
          <a:xfrm>
            <a:off x="488272" y="136618"/>
            <a:ext cx="8673483" cy="6539823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7CEAECC-753A-4CDA-B9DC-0DC8181C4C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272" y="106532"/>
            <a:ext cx="8673483" cy="57663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D4F9FEE-D811-4132-863E-0DDF1C581C98}"/>
              </a:ext>
            </a:extLst>
          </p:cNvPr>
          <p:cNvSpPr txBox="1"/>
          <p:nvPr/>
        </p:nvSpPr>
        <p:spPr>
          <a:xfrm>
            <a:off x="7338566" y="290875"/>
            <a:ext cx="74411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chemeClr val="bg1"/>
                </a:solidFill>
                <a:latin typeface="+mn-ea"/>
              </a:rPr>
              <a:t>{</a:t>
            </a:r>
            <a:r>
              <a:rPr lang="ko-KR" altLang="en-US" sz="1100" dirty="0">
                <a:solidFill>
                  <a:schemeClr val="bg1"/>
                </a:solidFill>
                <a:latin typeface="+mn-ea"/>
              </a:rPr>
              <a:t>이름</a:t>
            </a:r>
            <a:r>
              <a:rPr lang="en-US" altLang="ko-KR" sz="1100" dirty="0">
                <a:solidFill>
                  <a:schemeClr val="bg1"/>
                </a:solidFill>
                <a:latin typeface="+mn-ea"/>
              </a:rPr>
              <a:t>}</a:t>
            </a:r>
            <a:r>
              <a:rPr lang="ko-KR" altLang="en-US" sz="1100" dirty="0">
                <a:solidFill>
                  <a:schemeClr val="bg1"/>
                </a:solidFill>
                <a:latin typeface="+mn-ea"/>
              </a:rPr>
              <a:t> 님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1581710-DC3C-43AA-9F61-9E92F49C80DD}"/>
              </a:ext>
            </a:extLst>
          </p:cNvPr>
          <p:cNvSpPr txBox="1"/>
          <p:nvPr/>
        </p:nvSpPr>
        <p:spPr>
          <a:xfrm>
            <a:off x="8058491" y="307653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>
                <a:solidFill>
                  <a:schemeClr val="bg1">
                    <a:lumMod val="75000"/>
                  </a:schemeClr>
                </a:solidFill>
              </a:rPr>
              <a:t>로그아웃</a:t>
            </a:r>
            <a:endParaRPr lang="ko-KR" altLang="en-US" sz="11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1077911-1F52-47FD-AD0B-2995DE8CDC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338" y="988786"/>
            <a:ext cx="8433349" cy="3964591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20EA99F4-04CD-4369-B2C6-380E22C9EFF3}"/>
              </a:ext>
            </a:extLst>
          </p:cNvPr>
          <p:cNvSpPr/>
          <p:nvPr/>
        </p:nvSpPr>
        <p:spPr>
          <a:xfrm>
            <a:off x="4145280" y="3805646"/>
            <a:ext cx="526163" cy="1567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9547B3-A99E-4383-9F3D-9D23E0A7CE99}"/>
              </a:ext>
            </a:extLst>
          </p:cNvPr>
          <p:cNvSpPr txBox="1"/>
          <p:nvPr/>
        </p:nvSpPr>
        <p:spPr>
          <a:xfrm>
            <a:off x="5415893" y="3069001"/>
            <a:ext cx="26321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dirty="0"/>
              <a:t>-</a:t>
            </a:r>
            <a:endParaRPr lang="ko-KR" altLang="en-US" sz="15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931321-946F-41D9-9B94-2D8B0969FEED}"/>
              </a:ext>
            </a:extLst>
          </p:cNvPr>
          <p:cNvSpPr txBox="1"/>
          <p:nvPr/>
        </p:nvSpPr>
        <p:spPr>
          <a:xfrm>
            <a:off x="5605504" y="1465607"/>
            <a:ext cx="164179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bg1">
                    <a:lumMod val="75000"/>
                  </a:schemeClr>
                </a:solidFill>
              </a:rPr>
              <a:t>없는 경우 </a:t>
            </a:r>
            <a:r>
              <a:rPr lang="en-US" altLang="ko-KR" sz="900" dirty="0">
                <a:solidFill>
                  <a:schemeClr val="bg1">
                    <a:lumMod val="75000"/>
                  </a:schemeClr>
                </a:solidFill>
              </a:rPr>
              <a:t>‘-’ </a:t>
            </a:r>
            <a:r>
              <a:rPr lang="ko-KR" altLang="en-US" sz="900" dirty="0">
                <a:solidFill>
                  <a:schemeClr val="bg1">
                    <a:lumMod val="75000"/>
                  </a:schemeClr>
                </a:solidFill>
              </a:rPr>
              <a:t>또는 공백 입력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B488E04-9A8B-4C88-A9C0-38478AF1C2B7}"/>
              </a:ext>
            </a:extLst>
          </p:cNvPr>
          <p:cNvSpPr/>
          <p:nvPr/>
        </p:nvSpPr>
        <p:spPr>
          <a:xfrm>
            <a:off x="4896773" y="1443376"/>
            <a:ext cx="3957232" cy="279190"/>
          </a:xfrm>
          <a:prstGeom prst="rect">
            <a:avLst/>
          </a:prstGeom>
          <a:noFill/>
          <a:ln w="28575">
            <a:solidFill>
              <a:srgbClr val="F05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4341E44-0FC8-46E7-A22E-F6646A119133}"/>
              </a:ext>
            </a:extLst>
          </p:cNvPr>
          <p:cNvSpPr/>
          <p:nvPr/>
        </p:nvSpPr>
        <p:spPr>
          <a:xfrm>
            <a:off x="827313" y="2116183"/>
            <a:ext cx="505098" cy="254307"/>
          </a:xfrm>
          <a:prstGeom prst="rect">
            <a:avLst/>
          </a:prstGeom>
          <a:solidFill>
            <a:srgbClr val="F9FAFA"/>
          </a:solidFill>
          <a:ln>
            <a:solidFill>
              <a:srgbClr val="F9FAF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62CE19F-05B0-4EF0-95B3-D96100283A1D}"/>
              </a:ext>
            </a:extLst>
          </p:cNvPr>
          <p:cNvSpPr txBox="1"/>
          <p:nvPr/>
        </p:nvSpPr>
        <p:spPr>
          <a:xfrm>
            <a:off x="765541" y="2101793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dirty="0"/>
              <a:t>신청자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C126E431-DDEA-419A-B9E1-5AD758CB59F6}"/>
              </a:ext>
            </a:extLst>
          </p:cNvPr>
          <p:cNvSpPr/>
          <p:nvPr/>
        </p:nvSpPr>
        <p:spPr>
          <a:xfrm>
            <a:off x="743874" y="2053869"/>
            <a:ext cx="4037132" cy="323164"/>
          </a:xfrm>
          <a:prstGeom prst="rect">
            <a:avLst/>
          </a:prstGeom>
          <a:noFill/>
          <a:ln w="28575">
            <a:solidFill>
              <a:srgbClr val="F05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B545FDC-AD52-4FFB-888F-D6153BD6AD5B}"/>
              </a:ext>
            </a:extLst>
          </p:cNvPr>
          <p:cNvSpPr/>
          <p:nvPr/>
        </p:nvSpPr>
        <p:spPr>
          <a:xfrm>
            <a:off x="4145280" y="3561806"/>
            <a:ext cx="526163" cy="185934"/>
          </a:xfrm>
          <a:prstGeom prst="rect">
            <a:avLst/>
          </a:prstGeom>
          <a:solidFill>
            <a:srgbClr val="2125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944F01EE-F44D-4A39-A856-FB940E4B8090}"/>
              </a:ext>
            </a:extLst>
          </p:cNvPr>
          <p:cNvSpPr/>
          <p:nvPr/>
        </p:nvSpPr>
        <p:spPr>
          <a:xfrm>
            <a:off x="5194663" y="3559631"/>
            <a:ext cx="526163" cy="185934"/>
          </a:xfrm>
          <a:prstGeom prst="rect">
            <a:avLst/>
          </a:prstGeom>
          <a:solidFill>
            <a:srgbClr val="2125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C4D731D-0D9F-4905-B749-1898160456C6}"/>
              </a:ext>
            </a:extLst>
          </p:cNvPr>
          <p:cNvSpPr/>
          <p:nvPr/>
        </p:nvSpPr>
        <p:spPr>
          <a:xfrm>
            <a:off x="4978842" y="3841839"/>
            <a:ext cx="957803" cy="136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19893B3-13C7-41E5-88E3-FCA5AD6F42B1}"/>
              </a:ext>
            </a:extLst>
          </p:cNvPr>
          <p:cNvSpPr/>
          <p:nvPr/>
        </p:nvSpPr>
        <p:spPr>
          <a:xfrm>
            <a:off x="4978842" y="4056711"/>
            <a:ext cx="957803" cy="136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2391FD77-B4E3-4924-8DFF-5FE1DFED9D81}"/>
              </a:ext>
            </a:extLst>
          </p:cNvPr>
          <p:cNvSpPr/>
          <p:nvPr/>
        </p:nvSpPr>
        <p:spPr>
          <a:xfrm>
            <a:off x="5044152" y="4235237"/>
            <a:ext cx="957803" cy="1616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483DD978-4E83-4E4D-9B56-390CFE280AD8}"/>
              </a:ext>
            </a:extLst>
          </p:cNvPr>
          <p:cNvSpPr/>
          <p:nvPr/>
        </p:nvSpPr>
        <p:spPr>
          <a:xfrm>
            <a:off x="3961006" y="4064582"/>
            <a:ext cx="957803" cy="136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68D38F4F-6DD1-4EE0-8F4D-D84C5ADCB02C}"/>
              </a:ext>
            </a:extLst>
          </p:cNvPr>
          <p:cNvSpPr/>
          <p:nvPr/>
        </p:nvSpPr>
        <p:spPr>
          <a:xfrm>
            <a:off x="4038920" y="4260139"/>
            <a:ext cx="957803" cy="136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8304FDB-375D-4CA6-BBD6-5D885001E8A2}"/>
              </a:ext>
            </a:extLst>
          </p:cNvPr>
          <p:cNvSpPr txBox="1"/>
          <p:nvPr/>
        </p:nvSpPr>
        <p:spPr>
          <a:xfrm>
            <a:off x="1491503" y="2100471"/>
            <a:ext cx="115127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bg1">
                    <a:lumMod val="75000"/>
                  </a:schemeClr>
                </a:solidFill>
              </a:rPr>
              <a:t>이름 또는 </a:t>
            </a:r>
            <a:r>
              <a:rPr lang="en-US" altLang="ko-KR" sz="900" dirty="0">
                <a:solidFill>
                  <a:schemeClr val="bg1">
                    <a:lumMod val="75000"/>
                  </a:schemeClr>
                </a:solidFill>
              </a:rPr>
              <a:t>ID</a:t>
            </a:r>
            <a:r>
              <a:rPr lang="ko-KR" altLang="en-US" sz="900" dirty="0">
                <a:solidFill>
                  <a:schemeClr val="bg1">
                    <a:lumMod val="75000"/>
                  </a:schemeClr>
                </a:solidFill>
              </a:rPr>
              <a:t> 입력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6D3F237-5D91-429B-8377-0507F2D5E4E9}"/>
              </a:ext>
            </a:extLst>
          </p:cNvPr>
          <p:cNvSpPr txBox="1"/>
          <p:nvPr/>
        </p:nvSpPr>
        <p:spPr>
          <a:xfrm>
            <a:off x="5344571" y="3787391"/>
            <a:ext cx="22634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-</a:t>
            </a:r>
            <a:endParaRPr lang="ko-KR" altLang="en-US" sz="800" dirty="0"/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2F7B958D-272C-2748-F22E-9E8CE1FAED6D}"/>
              </a:ext>
            </a:extLst>
          </p:cNvPr>
          <p:cNvGrpSpPr/>
          <p:nvPr/>
        </p:nvGrpSpPr>
        <p:grpSpPr>
          <a:xfrm>
            <a:off x="662119" y="3477397"/>
            <a:ext cx="8437597" cy="1749140"/>
            <a:chOff x="686112" y="4598776"/>
            <a:chExt cx="7771500" cy="1407449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C1077911-1F52-47FD-AD0B-2995DE8CDC9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64451" r="17789"/>
            <a:stretch>
              <a:fillRect/>
            </a:stretch>
          </p:blipFill>
          <p:spPr>
            <a:xfrm>
              <a:off x="686112" y="4614802"/>
              <a:ext cx="6546773" cy="1330840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BC7F852-4AC6-D266-1E27-609FA8A4CA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82010" t="64545"/>
            <a:stretch>
              <a:fillRect/>
            </a:stretch>
          </p:blipFill>
          <p:spPr>
            <a:xfrm>
              <a:off x="6938546" y="4598776"/>
              <a:ext cx="1519066" cy="1407449"/>
            </a:xfrm>
            <a:prstGeom prst="rect">
              <a:avLst/>
            </a:prstGeom>
          </p:spPr>
        </p:pic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35A7F502-6358-1491-431C-82920EFC4B7E}"/>
              </a:ext>
            </a:extLst>
          </p:cNvPr>
          <p:cNvSpPr txBox="1"/>
          <p:nvPr/>
        </p:nvSpPr>
        <p:spPr>
          <a:xfrm>
            <a:off x="4024777" y="4257854"/>
            <a:ext cx="92204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/>
              <a:t>김인혜</a:t>
            </a:r>
            <a:r>
              <a:rPr lang="en-US" altLang="ko-KR" sz="800" dirty="0"/>
              <a:t>(051003)</a:t>
            </a:r>
            <a:endParaRPr lang="ko-KR" altLang="en-US" sz="8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5193EBC-AECA-CBC8-53E9-66D49679266C}"/>
              </a:ext>
            </a:extLst>
          </p:cNvPr>
          <p:cNvSpPr txBox="1"/>
          <p:nvPr/>
        </p:nvSpPr>
        <p:spPr>
          <a:xfrm>
            <a:off x="4012406" y="4023077"/>
            <a:ext cx="92204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/>
              <a:t>김인혜</a:t>
            </a:r>
            <a:r>
              <a:rPr lang="en-US" altLang="ko-KR" sz="800" dirty="0"/>
              <a:t>(051003)</a:t>
            </a:r>
            <a:endParaRPr lang="ko-KR" altLang="en-US" sz="800" dirty="0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8141A45B-B1B8-7307-DADE-537BC0FE8572}"/>
              </a:ext>
            </a:extLst>
          </p:cNvPr>
          <p:cNvSpPr/>
          <p:nvPr/>
        </p:nvSpPr>
        <p:spPr>
          <a:xfrm>
            <a:off x="3557162" y="3777458"/>
            <a:ext cx="526163" cy="1567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2BA0B11-C729-785F-D137-56A63C9ECE01}"/>
              </a:ext>
            </a:extLst>
          </p:cNvPr>
          <p:cNvSpPr txBox="1"/>
          <p:nvPr/>
        </p:nvSpPr>
        <p:spPr>
          <a:xfrm>
            <a:off x="3449204" y="3494580"/>
            <a:ext cx="492443" cy="215444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ko-KR" altLang="en-US" sz="800" b="1" dirty="0">
                <a:solidFill>
                  <a:schemeClr val="bg1"/>
                </a:solidFill>
              </a:rPr>
              <a:t>신청자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A8A376C-0471-ECC6-4108-A4021FB00C96}"/>
              </a:ext>
            </a:extLst>
          </p:cNvPr>
          <p:cNvSpPr txBox="1"/>
          <p:nvPr/>
        </p:nvSpPr>
        <p:spPr>
          <a:xfrm>
            <a:off x="3374250" y="4197794"/>
            <a:ext cx="922047" cy="21544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800" dirty="0"/>
              <a:t>김인혜</a:t>
            </a:r>
            <a:r>
              <a:rPr lang="en-US" altLang="ko-KR" sz="800" dirty="0"/>
              <a:t>(051003)</a:t>
            </a:r>
            <a:endParaRPr lang="ko-KR" altLang="en-US" sz="8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4F1B1BB-8801-8CB2-D82B-55E849113535}"/>
              </a:ext>
            </a:extLst>
          </p:cNvPr>
          <p:cNvSpPr txBox="1"/>
          <p:nvPr/>
        </p:nvSpPr>
        <p:spPr>
          <a:xfrm>
            <a:off x="3367239" y="4001570"/>
            <a:ext cx="922047" cy="21544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800" dirty="0"/>
              <a:t>김인혜</a:t>
            </a:r>
            <a:r>
              <a:rPr lang="en-US" altLang="ko-KR" sz="800" dirty="0"/>
              <a:t>(051003)</a:t>
            </a:r>
            <a:endParaRPr lang="ko-KR" altLang="en-US" sz="8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F0D9645-9FBC-35A2-8DD7-692C7DAEDCC6}"/>
              </a:ext>
            </a:extLst>
          </p:cNvPr>
          <p:cNvSpPr txBox="1"/>
          <p:nvPr/>
        </p:nvSpPr>
        <p:spPr>
          <a:xfrm>
            <a:off x="4282425" y="3536621"/>
            <a:ext cx="595035" cy="215444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ko-KR" altLang="en-US" sz="800" b="1" dirty="0">
                <a:solidFill>
                  <a:schemeClr val="bg1"/>
                </a:solidFill>
              </a:rPr>
              <a:t>예약번호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A3F2D18-B870-7A47-7EA0-622D7F7565A0}"/>
              </a:ext>
            </a:extLst>
          </p:cNvPr>
          <p:cNvSpPr txBox="1"/>
          <p:nvPr/>
        </p:nvSpPr>
        <p:spPr>
          <a:xfrm>
            <a:off x="4220469" y="4047919"/>
            <a:ext cx="910285" cy="21544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/>
              <a:t>5N356Q</a:t>
            </a:r>
            <a:endParaRPr lang="ko-KR" altLang="en-US" sz="800" b="1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E84D0A7-01CF-0E20-B0BF-AEBBF2DE68F4}"/>
              </a:ext>
            </a:extLst>
          </p:cNvPr>
          <p:cNvSpPr txBox="1"/>
          <p:nvPr/>
        </p:nvSpPr>
        <p:spPr>
          <a:xfrm>
            <a:off x="4254573" y="4232499"/>
            <a:ext cx="856999" cy="21544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/>
              <a:t>EAMARG</a:t>
            </a:r>
            <a:endParaRPr lang="ko-KR" altLang="en-US" sz="8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565C4D6-DB97-2C4F-3B6D-ACBCB48F4FD4}"/>
              </a:ext>
            </a:extLst>
          </p:cNvPr>
          <p:cNvSpPr txBox="1"/>
          <p:nvPr/>
        </p:nvSpPr>
        <p:spPr>
          <a:xfrm>
            <a:off x="4039992" y="3776193"/>
            <a:ext cx="1038754" cy="21544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/>
              <a:t>-</a:t>
            </a:r>
            <a:endParaRPr lang="ko-KR" altLang="en-US" sz="800" dirty="0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BE813BDC-73E4-48FC-E918-8F3E2564778B}"/>
              </a:ext>
            </a:extLst>
          </p:cNvPr>
          <p:cNvSpPr/>
          <p:nvPr/>
        </p:nvSpPr>
        <p:spPr>
          <a:xfrm>
            <a:off x="815050" y="3702353"/>
            <a:ext cx="8026691" cy="254307"/>
          </a:xfrm>
          <a:prstGeom prst="rect">
            <a:avLst/>
          </a:prstGeom>
          <a:noFill/>
          <a:ln w="28575">
            <a:solidFill>
              <a:srgbClr val="F05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63" name="표 62">
            <a:extLst>
              <a:ext uri="{FF2B5EF4-FFF2-40B4-BE49-F238E27FC236}">
                <a16:creationId xmlns:a16="http://schemas.microsoft.com/office/drawing/2014/main" id="{015DC173-90C3-CBDA-7F7A-85366553E3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2933528"/>
              </p:ext>
            </p:extLst>
          </p:nvPr>
        </p:nvGraphicFramePr>
        <p:xfrm>
          <a:off x="608338" y="5226537"/>
          <a:ext cx="8538242" cy="1170723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595909">
                  <a:extLst>
                    <a:ext uri="{9D8B030D-6E8A-4147-A177-3AD203B41FA5}">
                      <a16:colId xmlns:a16="http://schemas.microsoft.com/office/drawing/2014/main" val="1054970324"/>
                    </a:ext>
                  </a:extLst>
                </a:gridCol>
                <a:gridCol w="588365">
                  <a:extLst>
                    <a:ext uri="{9D8B030D-6E8A-4147-A177-3AD203B41FA5}">
                      <a16:colId xmlns:a16="http://schemas.microsoft.com/office/drawing/2014/main" val="2594118690"/>
                    </a:ext>
                  </a:extLst>
                </a:gridCol>
                <a:gridCol w="905178">
                  <a:extLst>
                    <a:ext uri="{9D8B030D-6E8A-4147-A177-3AD203B41FA5}">
                      <a16:colId xmlns:a16="http://schemas.microsoft.com/office/drawing/2014/main" val="964266327"/>
                    </a:ext>
                  </a:extLst>
                </a:gridCol>
                <a:gridCol w="950438">
                  <a:extLst>
                    <a:ext uri="{9D8B030D-6E8A-4147-A177-3AD203B41FA5}">
                      <a16:colId xmlns:a16="http://schemas.microsoft.com/office/drawing/2014/main" val="277362783"/>
                    </a:ext>
                  </a:extLst>
                </a:gridCol>
                <a:gridCol w="923011">
                  <a:extLst>
                    <a:ext uri="{9D8B030D-6E8A-4147-A177-3AD203B41FA5}">
                      <a16:colId xmlns:a16="http://schemas.microsoft.com/office/drawing/2014/main" val="2517204592"/>
                    </a:ext>
                  </a:extLst>
                </a:gridCol>
                <a:gridCol w="1045750">
                  <a:extLst>
                    <a:ext uri="{9D8B030D-6E8A-4147-A177-3AD203B41FA5}">
                      <a16:colId xmlns:a16="http://schemas.microsoft.com/office/drawing/2014/main" val="548258113"/>
                    </a:ext>
                  </a:extLst>
                </a:gridCol>
                <a:gridCol w="1045750">
                  <a:extLst>
                    <a:ext uri="{9D8B030D-6E8A-4147-A177-3AD203B41FA5}">
                      <a16:colId xmlns:a16="http://schemas.microsoft.com/office/drawing/2014/main" val="3174459750"/>
                    </a:ext>
                  </a:extLst>
                </a:gridCol>
                <a:gridCol w="608769">
                  <a:extLst>
                    <a:ext uri="{9D8B030D-6E8A-4147-A177-3AD203B41FA5}">
                      <a16:colId xmlns:a16="http://schemas.microsoft.com/office/drawing/2014/main" val="1212340539"/>
                    </a:ext>
                  </a:extLst>
                </a:gridCol>
                <a:gridCol w="625024">
                  <a:extLst>
                    <a:ext uri="{9D8B030D-6E8A-4147-A177-3AD203B41FA5}">
                      <a16:colId xmlns:a16="http://schemas.microsoft.com/office/drawing/2014/main" val="1729254596"/>
                    </a:ext>
                  </a:extLst>
                </a:gridCol>
                <a:gridCol w="625024">
                  <a:extLst>
                    <a:ext uri="{9D8B030D-6E8A-4147-A177-3AD203B41FA5}">
                      <a16:colId xmlns:a16="http://schemas.microsoft.com/office/drawing/2014/main" val="2366245455"/>
                    </a:ext>
                  </a:extLst>
                </a:gridCol>
                <a:gridCol w="625024">
                  <a:extLst>
                    <a:ext uri="{9D8B030D-6E8A-4147-A177-3AD203B41FA5}">
                      <a16:colId xmlns:a16="http://schemas.microsoft.com/office/drawing/2014/main" val="50401498"/>
                    </a:ext>
                  </a:extLst>
                </a:gridCol>
              </a:tblGrid>
              <a:tr h="25632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/>
                        <a:t>신청일자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/>
                        <a:t>고객사명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/>
                        <a:t>한글성명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/>
                        <a:t>신청자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/>
                        <a:t>에약번호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/>
                        <a:t>기간</a:t>
                      </a:r>
                      <a:endParaRPr lang="en-US" altLang="ko-KR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/>
                        <a:t>증권번호</a:t>
                      </a:r>
                      <a:endParaRPr lang="en-US" altLang="ko-KR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/>
                        <a:t>보험료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/>
                        <a:t>결제방법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/>
                        <a:t>청약상태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/>
                        <a:t>메일전송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7322080"/>
                  </a:ext>
                </a:extLst>
              </a:tr>
              <a:tr h="22419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2025-01-01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/>
                        <a:t>무신사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/>
                        <a:t>홍길스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/>
                        <a:t>김인혜</a:t>
                      </a:r>
                      <a:r>
                        <a:rPr lang="en-US" altLang="ko-KR" sz="700" dirty="0"/>
                        <a:t>(051003)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5N356Q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2025-09-01~2026—09-06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FAC0244558750000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31,000</a:t>
                      </a:r>
                      <a:r>
                        <a:rPr lang="ko-KR" altLang="en-US" sz="700" dirty="0"/>
                        <a:t>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/>
                        <a:t>후정산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/>
                        <a:t>정상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4036582"/>
                  </a:ext>
                </a:extLst>
              </a:tr>
              <a:tr h="22419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2025-01-01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/>
                        <a:t>무신사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/>
                        <a:t>홍길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/>
                        <a:t>김인혜</a:t>
                      </a:r>
                      <a:r>
                        <a:rPr lang="en-US" altLang="ko-KR" sz="700" dirty="0"/>
                        <a:t>(051003)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EM56Q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2025-09-01~2026—09-06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FAC0244558750000</a:t>
                      </a:r>
                      <a:endParaRPr lang="ko-KR" altLang="en-US" sz="700" dirty="0"/>
                    </a:p>
                    <a:p>
                      <a:pPr algn="ctr" latinLnBrk="1"/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31,000</a:t>
                      </a:r>
                      <a:r>
                        <a:rPr lang="ko-KR" altLang="en-US" sz="700" dirty="0"/>
                        <a:t>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/>
                        <a:t>후정산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/>
                        <a:t>정상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8162997"/>
                  </a:ext>
                </a:extLst>
              </a:tr>
              <a:tr h="22419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2025-01-01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/>
                        <a:t>무신사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/>
                        <a:t>홍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/>
                        <a:t>김인혜</a:t>
                      </a:r>
                      <a:r>
                        <a:rPr lang="en-US" altLang="ko-KR" sz="700" dirty="0"/>
                        <a:t>(051003)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WN356Q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2025-09-01~2026—09-06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FAC0244558750000</a:t>
                      </a:r>
                      <a:endParaRPr lang="ko-KR" altLang="en-US" sz="700" dirty="0"/>
                    </a:p>
                    <a:p>
                      <a:pPr algn="ctr" latinLnBrk="1"/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31,000</a:t>
                      </a:r>
                      <a:r>
                        <a:rPr lang="ko-KR" altLang="en-US" sz="700" dirty="0"/>
                        <a:t>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/>
                        <a:t>후정산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/>
                        <a:t>정상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0783500"/>
                  </a:ext>
                </a:extLst>
              </a:tr>
            </a:tbl>
          </a:graphicData>
        </a:graphic>
      </p:graphicFrame>
      <p:grpSp>
        <p:nvGrpSpPr>
          <p:cNvPr id="65" name="그룹 64">
            <a:extLst>
              <a:ext uri="{FF2B5EF4-FFF2-40B4-BE49-F238E27FC236}">
                <a16:creationId xmlns:a16="http://schemas.microsoft.com/office/drawing/2014/main" id="{3FFF07F2-F24D-AE62-B9F1-B9F2708E7AE7}"/>
              </a:ext>
            </a:extLst>
          </p:cNvPr>
          <p:cNvGrpSpPr/>
          <p:nvPr/>
        </p:nvGrpSpPr>
        <p:grpSpPr>
          <a:xfrm>
            <a:off x="8711759" y="5548964"/>
            <a:ext cx="189188" cy="196103"/>
            <a:chOff x="4578106" y="1248129"/>
            <a:chExt cx="189188" cy="196103"/>
          </a:xfrm>
        </p:grpSpPr>
        <p:pic>
          <p:nvPicPr>
            <p:cNvPr id="66" name="그림 65">
              <a:extLst>
                <a:ext uri="{FF2B5EF4-FFF2-40B4-BE49-F238E27FC236}">
                  <a16:creationId xmlns:a16="http://schemas.microsoft.com/office/drawing/2014/main" id="{93F1FC78-9142-2E07-55CC-06F13E5004E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8106" y="1255050"/>
              <a:ext cx="189182" cy="189182"/>
            </a:xfrm>
            <a:prstGeom prst="rect">
              <a:avLst/>
            </a:prstGeom>
          </p:spPr>
        </p:pic>
        <p:pic>
          <p:nvPicPr>
            <p:cNvPr id="67" name="그림 66">
              <a:extLst>
                <a:ext uri="{FF2B5EF4-FFF2-40B4-BE49-F238E27FC236}">
                  <a16:creationId xmlns:a16="http://schemas.microsoft.com/office/drawing/2014/main" id="{73B637AA-5D31-C329-F703-AF2859B3EF4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8112" y="1248129"/>
              <a:ext cx="189182" cy="189182"/>
            </a:xfrm>
            <a:prstGeom prst="rect">
              <a:avLst/>
            </a:prstGeom>
          </p:spPr>
        </p:pic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14E04CDD-D761-F5D1-62E9-D845E1FF4A51}"/>
              </a:ext>
            </a:extLst>
          </p:cNvPr>
          <p:cNvGrpSpPr/>
          <p:nvPr/>
        </p:nvGrpSpPr>
        <p:grpSpPr>
          <a:xfrm>
            <a:off x="8711753" y="5864470"/>
            <a:ext cx="189188" cy="196103"/>
            <a:chOff x="4578106" y="1248129"/>
            <a:chExt cx="189188" cy="196103"/>
          </a:xfrm>
        </p:grpSpPr>
        <p:pic>
          <p:nvPicPr>
            <p:cNvPr id="69" name="그림 68">
              <a:extLst>
                <a:ext uri="{FF2B5EF4-FFF2-40B4-BE49-F238E27FC236}">
                  <a16:creationId xmlns:a16="http://schemas.microsoft.com/office/drawing/2014/main" id="{7D927D29-5B1F-D605-C0C0-93976681A78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8106" y="1255050"/>
              <a:ext cx="189182" cy="189182"/>
            </a:xfrm>
            <a:prstGeom prst="rect">
              <a:avLst/>
            </a:prstGeom>
          </p:spPr>
        </p:pic>
        <p:pic>
          <p:nvPicPr>
            <p:cNvPr id="70" name="그림 69">
              <a:extLst>
                <a:ext uri="{FF2B5EF4-FFF2-40B4-BE49-F238E27FC236}">
                  <a16:creationId xmlns:a16="http://schemas.microsoft.com/office/drawing/2014/main" id="{F4CCDB52-5712-AED2-47A5-01794302ECA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8112" y="1248129"/>
              <a:ext cx="189182" cy="189182"/>
            </a:xfrm>
            <a:prstGeom prst="rect">
              <a:avLst/>
            </a:prstGeom>
          </p:spPr>
        </p:pic>
      </p:grp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04A008E9-D034-410E-3FB9-84FA5657860A}"/>
              </a:ext>
            </a:extLst>
          </p:cNvPr>
          <p:cNvGrpSpPr/>
          <p:nvPr/>
        </p:nvGrpSpPr>
        <p:grpSpPr>
          <a:xfrm>
            <a:off x="8711753" y="6176556"/>
            <a:ext cx="189188" cy="196103"/>
            <a:chOff x="4578106" y="1248129"/>
            <a:chExt cx="189188" cy="196103"/>
          </a:xfrm>
        </p:grpSpPr>
        <p:pic>
          <p:nvPicPr>
            <p:cNvPr id="72" name="그림 71">
              <a:extLst>
                <a:ext uri="{FF2B5EF4-FFF2-40B4-BE49-F238E27FC236}">
                  <a16:creationId xmlns:a16="http://schemas.microsoft.com/office/drawing/2014/main" id="{3C27EEB6-5008-7663-EE0E-F15D6F207AC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8106" y="1255050"/>
              <a:ext cx="189182" cy="189182"/>
            </a:xfrm>
            <a:prstGeom prst="rect">
              <a:avLst/>
            </a:prstGeom>
          </p:spPr>
        </p:pic>
        <p:pic>
          <p:nvPicPr>
            <p:cNvPr id="73" name="그림 72">
              <a:extLst>
                <a:ext uri="{FF2B5EF4-FFF2-40B4-BE49-F238E27FC236}">
                  <a16:creationId xmlns:a16="http://schemas.microsoft.com/office/drawing/2014/main" id="{5C0A7CEE-B090-5134-C452-A3CE6AE639F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8112" y="1248129"/>
              <a:ext cx="189182" cy="189182"/>
            </a:xfrm>
            <a:prstGeom prst="rect">
              <a:avLst/>
            </a:prstGeom>
          </p:spPr>
        </p:pic>
      </p:grpSp>
      <p:sp>
        <p:nvSpPr>
          <p:cNvPr id="86" name="TextBox 85">
            <a:extLst>
              <a:ext uri="{FF2B5EF4-FFF2-40B4-BE49-F238E27FC236}">
                <a16:creationId xmlns:a16="http://schemas.microsoft.com/office/drawing/2014/main" id="{E44439A1-7D10-C900-063E-2F8C281462DB}"/>
              </a:ext>
            </a:extLst>
          </p:cNvPr>
          <p:cNvSpPr txBox="1"/>
          <p:nvPr/>
        </p:nvSpPr>
        <p:spPr>
          <a:xfrm>
            <a:off x="494856" y="2907933"/>
            <a:ext cx="1498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C00000"/>
                </a:solidFill>
              </a:rPr>
              <a:t>&lt;AS-IS &gt;</a:t>
            </a:r>
            <a:endParaRPr lang="ko-KR" altLang="en-US" dirty="0">
              <a:solidFill>
                <a:srgbClr val="C00000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EA033AD-9E67-13B6-EB9B-321226381672}"/>
              </a:ext>
            </a:extLst>
          </p:cNvPr>
          <p:cNvSpPr txBox="1"/>
          <p:nvPr/>
        </p:nvSpPr>
        <p:spPr>
          <a:xfrm>
            <a:off x="454227" y="4767370"/>
            <a:ext cx="1498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C00000"/>
                </a:solidFill>
              </a:rPr>
              <a:t>&lt;TO-BE&gt; </a:t>
            </a:r>
            <a:endParaRPr lang="ko-KR" altLang="en-US" dirty="0">
              <a:solidFill>
                <a:srgbClr val="C00000"/>
              </a:solidFill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EABF26DE-B06C-5C14-8782-D25BE8CE5E84}"/>
              </a:ext>
            </a:extLst>
          </p:cNvPr>
          <p:cNvSpPr/>
          <p:nvPr/>
        </p:nvSpPr>
        <p:spPr>
          <a:xfrm>
            <a:off x="6693548" y="5240616"/>
            <a:ext cx="610322" cy="1156644"/>
          </a:xfrm>
          <a:prstGeom prst="rect">
            <a:avLst/>
          </a:prstGeom>
          <a:noFill/>
          <a:ln w="28575">
            <a:solidFill>
              <a:srgbClr val="F05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타원 6">
            <a:extLst>
              <a:ext uri="{FF2B5EF4-FFF2-40B4-BE49-F238E27FC236}">
                <a16:creationId xmlns:a16="http://schemas.microsoft.com/office/drawing/2014/main" id="{3031FA38-6DD7-A37E-1ABD-21C305C8D6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8298" y="5193752"/>
            <a:ext cx="190500" cy="1905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wrap="none" lIns="36000" tIns="36000" rIns="36000" bIns="36000" anchor="ctr"/>
          <a:lstStyle>
            <a:lvl1pPr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latinLnBrk="1" hangingPunct="1"/>
            <a:r>
              <a:rPr lang="en-US" altLang="ko-KR" sz="700" dirty="0">
                <a:solidFill>
                  <a:srgbClr val="FFFFFF"/>
                </a:solidFill>
                <a:latin typeface="+mn-ea"/>
                <a:ea typeface="+mn-ea"/>
              </a:rPr>
              <a:t>3</a:t>
            </a:r>
            <a:endParaRPr lang="ko-KR" altLang="en-US" sz="700" dirty="0">
              <a:solidFill>
                <a:srgbClr val="FFFFFF"/>
              </a:solidFill>
              <a:latin typeface="+mn-ea"/>
              <a:ea typeface="+mn-ea"/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41929A46-78A5-FCB8-D4A0-872A084016F1}"/>
              </a:ext>
            </a:extLst>
          </p:cNvPr>
          <p:cNvSpPr/>
          <p:nvPr/>
        </p:nvSpPr>
        <p:spPr>
          <a:xfrm>
            <a:off x="8467309" y="5239858"/>
            <a:ext cx="699960" cy="1182272"/>
          </a:xfrm>
          <a:prstGeom prst="rect">
            <a:avLst/>
          </a:prstGeom>
          <a:noFill/>
          <a:ln w="28575">
            <a:solidFill>
              <a:srgbClr val="F05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타원 6">
            <a:extLst>
              <a:ext uri="{FF2B5EF4-FFF2-40B4-BE49-F238E27FC236}">
                <a16:creationId xmlns:a16="http://schemas.microsoft.com/office/drawing/2014/main" id="{396A80BF-A521-18F7-1C2D-409A90835F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55037" y="5167303"/>
            <a:ext cx="190500" cy="1905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wrap="none" lIns="36000" tIns="36000" rIns="36000" bIns="36000" anchor="ctr"/>
          <a:lstStyle>
            <a:lvl1pPr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latinLnBrk="1" hangingPunct="1"/>
            <a:r>
              <a:rPr lang="en-US" altLang="ko-KR" sz="700" dirty="0">
                <a:solidFill>
                  <a:srgbClr val="FFFFFF"/>
                </a:solidFill>
                <a:latin typeface="+mn-ea"/>
                <a:ea typeface="+mn-ea"/>
              </a:rPr>
              <a:t>4</a:t>
            </a:r>
            <a:endParaRPr lang="ko-KR" altLang="en-US" sz="700" dirty="0">
              <a:solidFill>
                <a:srgbClr val="FFFFFF"/>
              </a:solidFill>
              <a:latin typeface="+mn-ea"/>
              <a:ea typeface="+mn-ea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A7CF04B-1E29-484F-BA28-FCCF3CC31AB4}"/>
              </a:ext>
            </a:extLst>
          </p:cNvPr>
          <p:cNvSpPr txBox="1"/>
          <p:nvPr/>
        </p:nvSpPr>
        <p:spPr>
          <a:xfrm>
            <a:off x="738326" y="274436"/>
            <a:ext cx="152327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b="1" dirty="0" err="1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캐롯손해보험</a:t>
            </a:r>
            <a:r>
              <a:rPr lang="ko-KR" altLang="en-US" sz="1050" b="1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 관리자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FFFB5C6-A7A3-4E61-9811-1CA5850A83A7}"/>
              </a:ext>
            </a:extLst>
          </p:cNvPr>
          <p:cNvSpPr txBox="1"/>
          <p:nvPr/>
        </p:nvSpPr>
        <p:spPr>
          <a:xfrm>
            <a:off x="3117681" y="256012"/>
            <a:ext cx="71686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>
                <a:solidFill>
                  <a:schemeClr val="bg1"/>
                </a:solidFill>
                <a:latin typeface="+mj-lt"/>
                <a:ea typeface="나눔고딕" pitchFamily="2" charset="-127"/>
              </a:rPr>
              <a:t>계약내역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2C8F9AA-DABE-417D-BEB6-F85C61DB4458}"/>
              </a:ext>
            </a:extLst>
          </p:cNvPr>
          <p:cNvSpPr txBox="1"/>
          <p:nvPr/>
        </p:nvSpPr>
        <p:spPr>
          <a:xfrm>
            <a:off x="5788928" y="255428"/>
            <a:ext cx="55816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chemeClr val="bg1"/>
                </a:solidFill>
                <a:latin typeface="+mj-lt"/>
                <a:ea typeface="나눔고딕" pitchFamily="2" charset="-127"/>
              </a:rPr>
              <a:t>HELP </a:t>
            </a:r>
            <a:endParaRPr lang="ko-KR" altLang="en-US" sz="1100" dirty="0">
              <a:solidFill>
                <a:schemeClr val="bg1"/>
              </a:solidFill>
              <a:latin typeface="+mj-lt"/>
              <a:ea typeface="나눔고딕" pitchFamily="2" charset="-127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650EDF6-4B83-4685-92FA-E26C6E18226A}"/>
              </a:ext>
            </a:extLst>
          </p:cNvPr>
          <p:cNvSpPr txBox="1"/>
          <p:nvPr/>
        </p:nvSpPr>
        <p:spPr>
          <a:xfrm>
            <a:off x="2286857" y="256012"/>
            <a:ext cx="7665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solidFill>
                  <a:schemeClr val="bg1"/>
                </a:solidFill>
                <a:latin typeface="+mj-lt"/>
                <a:ea typeface="나눔고딕" pitchFamily="2" charset="-127"/>
              </a:rPr>
              <a:t>청약신청 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1797D4AD-2788-476B-8EBA-8FA5AB51DE59}"/>
              </a:ext>
            </a:extLst>
          </p:cNvPr>
          <p:cNvSpPr txBox="1"/>
          <p:nvPr/>
        </p:nvSpPr>
        <p:spPr>
          <a:xfrm>
            <a:off x="3940073" y="265622"/>
            <a:ext cx="93968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solidFill>
                  <a:schemeClr val="bg1"/>
                </a:solidFill>
                <a:latin typeface="+mj-lt"/>
              </a:rPr>
              <a:t>고객사 관리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7C8AE1B-A7E6-4F37-A225-A7E3F0E4CE73}"/>
              </a:ext>
            </a:extLst>
          </p:cNvPr>
          <p:cNvSpPr txBox="1"/>
          <p:nvPr/>
        </p:nvSpPr>
        <p:spPr>
          <a:xfrm>
            <a:off x="4944021" y="265622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solidFill>
                  <a:schemeClr val="bg1"/>
                </a:solidFill>
                <a:latin typeface="+mj-lt"/>
              </a:rPr>
              <a:t>보험플랜</a:t>
            </a:r>
          </a:p>
        </p:txBody>
      </p:sp>
    </p:spTree>
    <p:extLst>
      <p:ext uri="{BB962C8B-B14F-4D97-AF65-F5344CB8AC3E}">
        <p14:creationId xmlns:p14="http://schemas.microsoft.com/office/powerpoint/2010/main" val="14555173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46BC6FB9-8864-4447-A66B-7867F1B7B40C}"/>
              </a:ext>
            </a:extLst>
          </p:cNvPr>
          <p:cNvSpPr/>
          <p:nvPr/>
        </p:nvSpPr>
        <p:spPr>
          <a:xfrm>
            <a:off x="488272" y="683162"/>
            <a:ext cx="8673483" cy="596319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A1E74100-9C9A-41BB-AD89-EA386894C50B}"/>
              </a:ext>
            </a:extLst>
          </p:cNvPr>
          <p:cNvGraphicFramePr>
            <a:graphicFrameLocks noGrp="1"/>
          </p:cNvGraphicFramePr>
          <p:nvPr/>
        </p:nvGraphicFramePr>
        <p:xfrm>
          <a:off x="9443499" y="0"/>
          <a:ext cx="2748502" cy="6599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15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34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02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97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dirty="0" err="1">
                          <a:latin typeface="+mn-ea"/>
                          <a:ea typeface="+mn-ea"/>
                        </a:rPr>
                        <a:t>화면명</a:t>
                      </a:r>
                      <a:endParaRPr lang="ko-KR" altLang="en-US" sz="700" b="0" dirty="0"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여행자보험</a:t>
                      </a:r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700" b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캐롯손해보험화면</a:t>
                      </a:r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dirty="0">
                          <a:latin typeface="+mn-ea"/>
                          <a:ea typeface="+mn-ea"/>
                        </a:rPr>
                        <a:t>슬라이드</a:t>
                      </a:r>
                      <a:endParaRPr lang="en-US" altLang="ko-KR" sz="700" b="0" dirty="0"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700" b="0" dirty="0">
                          <a:latin typeface="+mn-ea"/>
                          <a:ea typeface="+mn-ea"/>
                        </a:rPr>
                        <a:t>번호</a:t>
                      </a:r>
                    </a:p>
                  </a:txBody>
                  <a:tcPr marL="45720" marR="45720" anchor="ctr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97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Screen</a:t>
                      </a:r>
                      <a:r>
                        <a:rPr lang="en-US" altLang="ko-KR" sz="700" b="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 path</a:t>
                      </a:r>
                      <a:endParaRPr lang="ko-KR" altLang="en-US" sz="700" b="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u="none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캐롯손해보험관리자</a:t>
                      </a:r>
                      <a:r>
                        <a:rPr lang="ko-KR" altLang="en-US" sz="700" b="0" u="none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0" u="none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&gt; </a:t>
                      </a:r>
                      <a:r>
                        <a:rPr lang="ko-KR" altLang="en-US" sz="700" b="0" u="none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계약내역 </a:t>
                      </a:r>
                      <a:r>
                        <a:rPr lang="en-US" altLang="ko-KR" sz="700" b="0" u="none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&gt; </a:t>
                      </a:r>
                      <a:r>
                        <a:rPr lang="ko-KR" altLang="en-US" sz="700" b="0" u="none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상세페이지</a:t>
                      </a:r>
                      <a:endParaRPr lang="en-US" altLang="ko-KR" sz="800" b="0" u="none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2CE11858-21F8-4719-B1D1-AF4289FF8F9C}"/>
              </a:ext>
            </a:extLst>
          </p:cNvPr>
          <p:cNvGraphicFramePr>
            <a:graphicFrameLocks noGrp="1"/>
          </p:cNvGraphicFramePr>
          <p:nvPr/>
        </p:nvGraphicFramePr>
        <p:xfrm>
          <a:off x="9443499" y="683162"/>
          <a:ext cx="2748501" cy="2582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46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62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latin typeface="+mn-ea"/>
                          <a:ea typeface="+mn-ea"/>
                        </a:rPr>
                        <a:t>No.</a:t>
                      </a:r>
                      <a:endParaRPr lang="ko-KR" altLang="en-US" sz="800" b="0" dirty="0"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latin typeface="+mn-ea"/>
                          <a:ea typeface="+mn-ea"/>
                        </a:rPr>
                        <a:t>Description</a:t>
                      </a:r>
                      <a:endParaRPr lang="ko-KR" altLang="en-US" sz="800" b="0" dirty="0"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80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ko-KR" altLang="en-US" sz="1100" dirty="0">
                        <a:solidFill>
                          <a:srgbClr val="0070C0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/>
                        <a:t>계약내역</a:t>
                      </a:r>
                      <a:endParaRPr lang="en-US" altLang="ko-KR" sz="900" b="1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/>
                        <a:t>수기가입</a:t>
                      </a:r>
                      <a:r>
                        <a:rPr lang="en-US" altLang="ko-KR" sz="900" b="1" dirty="0"/>
                        <a:t>(</a:t>
                      </a:r>
                      <a:r>
                        <a:rPr lang="ko-KR" altLang="en-US" sz="900" b="1" dirty="0" err="1"/>
                        <a:t>단건</a:t>
                      </a:r>
                      <a:r>
                        <a:rPr lang="en-US" altLang="ko-KR" sz="900" b="1" dirty="0"/>
                        <a:t>) </a:t>
                      </a:r>
                      <a:r>
                        <a:rPr lang="ko-KR" altLang="en-US" sz="900" b="1" dirty="0"/>
                        <a:t>추가에 따른 상세 변경사항</a:t>
                      </a:r>
                      <a:endParaRPr lang="en-US" altLang="ko-KR" sz="900" dirty="0"/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9295480"/>
                  </a:ext>
                </a:extLst>
              </a:tr>
              <a:tr h="18835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1100" dirty="0">
                        <a:solidFill>
                          <a:srgbClr val="0070C0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buAutoNum type="arabicPeriod"/>
                      </a:pPr>
                      <a:r>
                        <a:rPr lang="ko-KR" altLang="en-US" sz="900" b="1" dirty="0"/>
                        <a:t>상세페이지 수정사항</a:t>
                      </a:r>
                      <a:endParaRPr lang="en-US" altLang="ko-KR" sz="900" b="1" dirty="0"/>
                    </a:p>
                    <a:p>
                      <a:pPr marL="0" indent="0">
                        <a:buNone/>
                      </a:pPr>
                      <a:endParaRPr lang="en-US" altLang="ko-KR" sz="900" b="0" dirty="0"/>
                    </a:p>
                    <a:p>
                      <a:pPr marL="0" indent="0">
                        <a:buNone/>
                      </a:pPr>
                      <a:r>
                        <a:rPr lang="en-US" altLang="ko-KR" sz="900" b="0" dirty="0"/>
                        <a:t> 1) </a:t>
                      </a:r>
                      <a:r>
                        <a:rPr lang="ko-KR" altLang="en-US" sz="900" b="1" dirty="0"/>
                        <a:t>신청자 정보 안내</a:t>
                      </a:r>
                      <a:br>
                        <a:rPr lang="en-US" altLang="ko-KR" sz="900" b="1" dirty="0"/>
                      </a:br>
                      <a:r>
                        <a:rPr lang="ko-KR" altLang="en-US" sz="900" b="1" dirty="0"/>
                        <a:t>    </a:t>
                      </a:r>
                      <a:r>
                        <a:rPr lang="en-US" altLang="ko-KR" sz="900" b="1" dirty="0"/>
                        <a:t>- </a:t>
                      </a:r>
                      <a:r>
                        <a:rPr lang="ko-KR" altLang="en-US" sz="900" dirty="0"/>
                        <a:t>청약신청 </a:t>
                      </a:r>
                      <a:r>
                        <a:rPr lang="en-US" altLang="ko-KR" sz="900" dirty="0"/>
                        <a:t>ID: </a:t>
                      </a:r>
                      <a:r>
                        <a:rPr lang="ko-KR" altLang="en-US" sz="900" dirty="0"/>
                        <a:t>이름</a:t>
                      </a:r>
                      <a:r>
                        <a:rPr lang="en-US" altLang="ko-KR" sz="900" dirty="0"/>
                        <a:t>(ID) </a:t>
                      </a:r>
                      <a:r>
                        <a:rPr lang="ko-KR" altLang="en-US" sz="900" dirty="0"/>
                        <a:t>형식으로 노출</a:t>
                      </a:r>
                      <a:br>
                        <a:rPr lang="en-US" altLang="ko-KR" sz="900" dirty="0"/>
                      </a:br>
                      <a:r>
                        <a:rPr lang="en-US" altLang="ko-KR" sz="900" dirty="0"/>
                        <a:t>    - </a:t>
                      </a:r>
                      <a:r>
                        <a:rPr lang="ko-KR" altLang="en-US" sz="900" dirty="0"/>
                        <a:t>리스트와 형식 통일을 위함</a:t>
                      </a:r>
                      <a:endParaRPr lang="en-US" altLang="ko-KR" sz="900" dirty="0"/>
                    </a:p>
                    <a:p>
                      <a:pPr marL="0" indent="0">
                        <a:buNone/>
                      </a:pPr>
                      <a:endParaRPr lang="en-US" altLang="ko-KR" sz="900" b="1" dirty="0"/>
                    </a:p>
                    <a:p>
                      <a:pPr marL="0" indent="0">
                        <a:buNone/>
                      </a:pPr>
                      <a:r>
                        <a:rPr lang="en-US" altLang="ko-KR" sz="900" b="1" dirty="0"/>
                        <a:t> 2) </a:t>
                      </a:r>
                      <a:r>
                        <a:rPr lang="ko-KR" altLang="en-US" sz="900" b="1" dirty="0"/>
                        <a:t>계약자 정보 안내</a:t>
                      </a:r>
                      <a:br>
                        <a:rPr lang="en-US" altLang="ko-KR" sz="900" b="1" dirty="0"/>
                      </a:br>
                      <a:r>
                        <a:rPr lang="ko-KR" altLang="en-US" sz="900" b="1" dirty="0"/>
                        <a:t>    </a:t>
                      </a:r>
                      <a:r>
                        <a:rPr lang="en-US" altLang="ko-KR" sz="900" b="1" dirty="0"/>
                        <a:t>-</a:t>
                      </a:r>
                      <a:r>
                        <a:rPr lang="ko-KR" altLang="en-US" sz="900" b="1" dirty="0"/>
                        <a:t> </a:t>
                      </a:r>
                      <a:r>
                        <a:rPr lang="ko-KR" altLang="en-US" sz="900" b="0" dirty="0"/>
                        <a:t>수기가입 시</a:t>
                      </a:r>
                      <a:br>
                        <a:rPr lang="en-US" altLang="ko-KR" sz="900" b="1" dirty="0"/>
                      </a:br>
                      <a:r>
                        <a:rPr lang="en-US" altLang="ko-KR" sz="900" b="1" dirty="0"/>
                        <a:t>      </a:t>
                      </a:r>
                      <a:r>
                        <a:rPr lang="ko-KR" altLang="en-US" sz="900" b="1" dirty="0"/>
                        <a:t>예약번호</a:t>
                      </a:r>
                      <a:r>
                        <a:rPr lang="en-US" altLang="ko-KR" sz="900" b="1" dirty="0"/>
                        <a:t>, </a:t>
                      </a:r>
                      <a:r>
                        <a:rPr lang="ko-KR" altLang="en-US" sz="900" b="1" dirty="0"/>
                        <a:t>티켓번호</a:t>
                      </a:r>
                      <a:r>
                        <a:rPr lang="en-US" altLang="ko-KR" sz="900" b="1" dirty="0"/>
                        <a:t>, </a:t>
                      </a:r>
                      <a:r>
                        <a:rPr lang="ko-KR" altLang="en-US" sz="900" b="1" dirty="0"/>
                        <a:t>영문성명</a:t>
                      </a:r>
                      <a:r>
                        <a:rPr lang="ko-KR" altLang="en-US" sz="900" dirty="0"/>
                        <a:t>은 없음으로 </a:t>
                      </a:r>
                      <a:br>
                        <a:rPr lang="en-US" altLang="ko-KR" sz="900" dirty="0"/>
                      </a:br>
                      <a:r>
                        <a:rPr lang="en-US" altLang="ko-KR" sz="900" dirty="0"/>
                        <a:t>      </a:t>
                      </a:r>
                      <a:r>
                        <a:rPr lang="ko-KR" altLang="en-US" sz="900" dirty="0"/>
                        <a:t>해당 항목은 </a:t>
                      </a:r>
                      <a:r>
                        <a:rPr lang="en-US" altLang="ko-KR" sz="900" dirty="0"/>
                        <a:t>"-"</a:t>
                      </a:r>
                      <a:r>
                        <a:rPr lang="ko-KR" altLang="en-US" sz="900" dirty="0"/>
                        <a:t>로 노출되도록 요청</a:t>
                      </a:r>
                      <a:endParaRPr lang="en-US" altLang="ko-KR" sz="900" dirty="0"/>
                    </a:p>
                    <a:p>
                      <a:pPr marL="0" indent="0">
                        <a:buNone/>
                      </a:pPr>
                      <a:endParaRPr lang="en-US" altLang="ko-KR" sz="900" b="1" dirty="0"/>
                    </a:p>
                    <a:p>
                      <a:pPr marL="0" indent="0">
                        <a:buNone/>
                      </a:pPr>
                      <a:r>
                        <a:rPr lang="en-US" altLang="ko-KR" sz="900" b="1" dirty="0"/>
                        <a:t>  3) </a:t>
                      </a:r>
                      <a:r>
                        <a:rPr lang="ko-KR" altLang="en-US" sz="900" b="1" dirty="0"/>
                        <a:t>기타사항</a:t>
                      </a:r>
                      <a:endParaRPr lang="en-US" altLang="ko-KR" sz="900" b="1" dirty="0"/>
                    </a:p>
                    <a:p>
                      <a:pPr marL="0" indent="0">
                        <a:buNone/>
                      </a:pPr>
                      <a:r>
                        <a:rPr lang="en-US" altLang="ko-KR" sz="900" dirty="0"/>
                        <a:t>  - </a:t>
                      </a:r>
                      <a:r>
                        <a:rPr lang="ko-KR" altLang="en-US" sz="900" dirty="0"/>
                        <a:t>기존 계약내역 틀 유지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슬라이드 번호 개체 틀 1">
            <a:extLst>
              <a:ext uri="{FF2B5EF4-FFF2-40B4-BE49-F238E27FC236}">
                <a16:creationId xmlns:a16="http://schemas.microsoft.com/office/drawing/2014/main" id="{6E2FC742-A216-44DD-9FB9-C5593AC15F1E}"/>
              </a:ext>
            </a:extLst>
          </p:cNvPr>
          <p:cNvSpPr txBox="1">
            <a:spLocks/>
          </p:cNvSpPr>
          <p:nvPr/>
        </p:nvSpPr>
        <p:spPr>
          <a:xfrm>
            <a:off x="11740785" y="-28424"/>
            <a:ext cx="578285" cy="36512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463E381-CB74-4648-8889-FF3C7184AA03}" type="slidenum">
              <a:rPr lang="en-US" smtClean="0">
                <a:latin typeface="+mn-ea"/>
              </a:rPr>
              <a:pPr/>
              <a:t>20</a:t>
            </a:fld>
            <a:endParaRPr lang="en-US" dirty="0">
              <a:latin typeface="+mn-ea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72D3E845-C4ED-47A5-B71B-CA8B0B44E640}"/>
              </a:ext>
            </a:extLst>
          </p:cNvPr>
          <p:cNvSpPr/>
          <p:nvPr/>
        </p:nvSpPr>
        <p:spPr>
          <a:xfrm>
            <a:off x="488272" y="106532"/>
            <a:ext cx="8673483" cy="6539823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7CEAECC-753A-4CDA-B9DC-0DC8181C4C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272" y="106532"/>
            <a:ext cx="8673483" cy="57663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D4F9FEE-D811-4132-863E-0DDF1C581C98}"/>
              </a:ext>
            </a:extLst>
          </p:cNvPr>
          <p:cNvSpPr txBox="1"/>
          <p:nvPr/>
        </p:nvSpPr>
        <p:spPr>
          <a:xfrm>
            <a:off x="7338566" y="290875"/>
            <a:ext cx="74411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chemeClr val="bg1"/>
                </a:solidFill>
                <a:latin typeface="+mn-ea"/>
              </a:rPr>
              <a:t>{</a:t>
            </a:r>
            <a:r>
              <a:rPr lang="ko-KR" altLang="en-US" sz="1100" dirty="0">
                <a:solidFill>
                  <a:schemeClr val="bg1"/>
                </a:solidFill>
                <a:latin typeface="+mn-ea"/>
              </a:rPr>
              <a:t>이름</a:t>
            </a:r>
            <a:r>
              <a:rPr lang="en-US" altLang="ko-KR" sz="1100" dirty="0">
                <a:solidFill>
                  <a:schemeClr val="bg1"/>
                </a:solidFill>
                <a:latin typeface="+mn-ea"/>
              </a:rPr>
              <a:t>}</a:t>
            </a:r>
            <a:r>
              <a:rPr lang="ko-KR" altLang="en-US" sz="1100" dirty="0">
                <a:solidFill>
                  <a:schemeClr val="bg1"/>
                </a:solidFill>
                <a:latin typeface="+mn-ea"/>
              </a:rPr>
              <a:t> 님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1581710-DC3C-43AA-9F61-9E92F49C80DD}"/>
              </a:ext>
            </a:extLst>
          </p:cNvPr>
          <p:cNvSpPr txBox="1"/>
          <p:nvPr/>
        </p:nvSpPr>
        <p:spPr>
          <a:xfrm>
            <a:off x="8058491" y="307653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>
                <a:solidFill>
                  <a:schemeClr val="bg1">
                    <a:lumMod val="75000"/>
                  </a:schemeClr>
                </a:solidFill>
              </a:rPr>
              <a:t>로그아웃</a:t>
            </a:r>
            <a:endParaRPr lang="ko-KR" altLang="en-US" sz="11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1077911-1F52-47FD-AD0B-2995DE8CDC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338" y="988786"/>
            <a:ext cx="8433349" cy="3964591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61AEFBEA-4EB4-4FF8-906D-49A008AB2FF2}"/>
              </a:ext>
            </a:extLst>
          </p:cNvPr>
          <p:cNvSpPr/>
          <p:nvPr/>
        </p:nvSpPr>
        <p:spPr>
          <a:xfrm>
            <a:off x="1382550" y="4579596"/>
            <a:ext cx="1273566" cy="4865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45D3D11-5C85-48A3-A40E-CC7A7C58B379}"/>
              </a:ext>
            </a:extLst>
          </p:cNvPr>
          <p:cNvSpPr/>
          <p:nvPr/>
        </p:nvSpPr>
        <p:spPr>
          <a:xfrm>
            <a:off x="1499966" y="5541613"/>
            <a:ext cx="1060354" cy="2147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F41DC34-E69E-4164-98DE-1E4E9C4117F9}"/>
              </a:ext>
            </a:extLst>
          </p:cNvPr>
          <p:cNvSpPr txBox="1"/>
          <p:nvPr/>
        </p:nvSpPr>
        <p:spPr>
          <a:xfrm>
            <a:off x="1491259" y="4511157"/>
            <a:ext cx="26321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dirty="0">
                <a:solidFill>
                  <a:schemeClr val="bg1">
                    <a:lumMod val="50000"/>
                  </a:schemeClr>
                </a:solidFill>
              </a:rPr>
              <a:t>-</a:t>
            </a:r>
            <a:endParaRPr lang="ko-KR" altLang="en-US" sz="15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5E3355F-4152-4623-8171-E1FDECC5C9F9}"/>
              </a:ext>
            </a:extLst>
          </p:cNvPr>
          <p:cNvSpPr txBox="1"/>
          <p:nvPr/>
        </p:nvSpPr>
        <p:spPr>
          <a:xfrm>
            <a:off x="1491259" y="4737251"/>
            <a:ext cx="26321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dirty="0">
                <a:solidFill>
                  <a:schemeClr val="bg1">
                    <a:lumMod val="50000"/>
                  </a:schemeClr>
                </a:solidFill>
              </a:rPr>
              <a:t>-</a:t>
            </a:r>
            <a:endParaRPr lang="ko-KR" altLang="en-US" sz="15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F534F1A-A23E-49DB-BDB9-16B586C250A3}"/>
              </a:ext>
            </a:extLst>
          </p:cNvPr>
          <p:cNvSpPr txBox="1"/>
          <p:nvPr/>
        </p:nvSpPr>
        <p:spPr>
          <a:xfrm>
            <a:off x="1491259" y="5433201"/>
            <a:ext cx="26321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dirty="0">
                <a:solidFill>
                  <a:schemeClr val="bg1">
                    <a:lumMod val="50000"/>
                  </a:schemeClr>
                </a:solidFill>
              </a:rPr>
              <a:t>-</a:t>
            </a:r>
            <a:endParaRPr lang="ko-KR" altLang="en-US" sz="15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27D6F3C-5529-4FAB-9C06-32143BABD85B}"/>
              </a:ext>
            </a:extLst>
          </p:cNvPr>
          <p:cNvSpPr/>
          <p:nvPr/>
        </p:nvSpPr>
        <p:spPr>
          <a:xfrm>
            <a:off x="1499966" y="1436914"/>
            <a:ext cx="938434" cy="2002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BA8B1EA-9017-4359-BF98-39938BCD928E}"/>
              </a:ext>
            </a:extLst>
          </p:cNvPr>
          <p:cNvSpPr txBox="1"/>
          <p:nvPr/>
        </p:nvSpPr>
        <p:spPr>
          <a:xfrm>
            <a:off x="1443171" y="1461382"/>
            <a:ext cx="92204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err="1"/>
              <a:t>이다운</a:t>
            </a:r>
            <a:r>
              <a:rPr lang="en-US" altLang="ko-KR" sz="800" dirty="0"/>
              <a:t>(220803)</a:t>
            </a:r>
            <a:endParaRPr lang="ko-KR" altLang="en-US" sz="800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A9636AD-07F5-4357-89D5-7A145973FFC3}"/>
              </a:ext>
            </a:extLst>
          </p:cNvPr>
          <p:cNvSpPr/>
          <p:nvPr/>
        </p:nvSpPr>
        <p:spPr>
          <a:xfrm>
            <a:off x="4962307" y="3805646"/>
            <a:ext cx="990624" cy="1567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-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BCA2C466-0579-40FF-8A55-A6E2F680BBB5}"/>
              </a:ext>
            </a:extLst>
          </p:cNvPr>
          <p:cNvSpPr/>
          <p:nvPr/>
        </p:nvSpPr>
        <p:spPr>
          <a:xfrm>
            <a:off x="4962307" y="4051271"/>
            <a:ext cx="990624" cy="1567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-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24C67E37-9E30-4B12-B7BC-79624ED67511}"/>
              </a:ext>
            </a:extLst>
          </p:cNvPr>
          <p:cNvSpPr/>
          <p:nvPr/>
        </p:nvSpPr>
        <p:spPr>
          <a:xfrm>
            <a:off x="4934316" y="4293775"/>
            <a:ext cx="990624" cy="1567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-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9C4711B-33AF-4DE4-A2BB-E3D017E1489D}"/>
              </a:ext>
            </a:extLst>
          </p:cNvPr>
          <p:cNvSpPr txBox="1"/>
          <p:nvPr/>
        </p:nvSpPr>
        <p:spPr>
          <a:xfrm>
            <a:off x="5160101" y="3561440"/>
            <a:ext cx="764839" cy="215444"/>
          </a:xfrm>
          <a:prstGeom prst="rect">
            <a:avLst/>
          </a:prstGeom>
          <a:solidFill>
            <a:srgbClr val="212529"/>
          </a:solidFill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chemeClr val="bg1"/>
                </a:solidFill>
              </a:rPr>
              <a:t>예약번호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EFBB9A5-7FE4-4A01-A31C-2674026D84DC}"/>
              </a:ext>
            </a:extLst>
          </p:cNvPr>
          <p:cNvSpPr txBox="1"/>
          <p:nvPr/>
        </p:nvSpPr>
        <p:spPr>
          <a:xfrm>
            <a:off x="4204684" y="3553353"/>
            <a:ext cx="764839" cy="215444"/>
          </a:xfrm>
          <a:prstGeom prst="rect">
            <a:avLst/>
          </a:prstGeom>
          <a:solidFill>
            <a:srgbClr val="212529"/>
          </a:solidFill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chemeClr val="bg1"/>
                </a:solidFill>
              </a:rPr>
              <a:t>신청자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62C69B0C-77F6-427D-98AA-774F73C54F51}"/>
              </a:ext>
            </a:extLst>
          </p:cNvPr>
          <p:cNvSpPr/>
          <p:nvPr/>
        </p:nvSpPr>
        <p:spPr>
          <a:xfrm>
            <a:off x="3969577" y="3797559"/>
            <a:ext cx="990624" cy="1567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이다운</a:t>
            </a:r>
            <a:r>
              <a:rPr lang="en-US" altLang="ko-KR" sz="800" dirty="0">
                <a:solidFill>
                  <a:schemeClr val="tx1"/>
                </a:solidFill>
              </a:rPr>
              <a:t>(220803)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680D97D4-3EAC-4921-BFA5-07FFAA1D306E}"/>
              </a:ext>
            </a:extLst>
          </p:cNvPr>
          <p:cNvSpPr/>
          <p:nvPr/>
        </p:nvSpPr>
        <p:spPr>
          <a:xfrm>
            <a:off x="3943691" y="4037855"/>
            <a:ext cx="990624" cy="1567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이다운</a:t>
            </a:r>
            <a:r>
              <a:rPr lang="en-US" altLang="ko-KR" sz="800" dirty="0">
                <a:solidFill>
                  <a:schemeClr val="tx1"/>
                </a:solidFill>
              </a:rPr>
              <a:t>(220803)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10B0A6EB-BE1A-4035-A904-15D4A14224BE}"/>
              </a:ext>
            </a:extLst>
          </p:cNvPr>
          <p:cNvSpPr/>
          <p:nvPr/>
        </p:nvSpPr>
        <p:spPr>
          <a:xfrm>
            <a:off x="3943691" y="4246907"/>
            <a:ext cx="990624" cy="1567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이다운</a:t>
            </a:r>
            <a:r>
              <a:rPr lang="en-US" altLang="ko-KR" sz="800" dirty="0">
                <a:solidFill>
                  <a:schemeClr val="tx1"/>
                </a:solidFill>
              </a:rPr>
              <a:t>(220803)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96B3622-8524-4CB1-A124-8E79E81AB2DD}"/>
              </a:ext>
            </a:extLst>
          </p:cNvPr>
          <p:cNvSpPr/>
          <p:nvPr/>
        </p:nvSpPr>
        <p:spPr>
          <a:xfrm>
            <a:off x="488270" y="699642"/>
            <a:ext cx="8673483" cy="5938619"/>
          </a:xfrm>
          <a:prstGeom prst="rect">
            <a:avLst/>
          </a:prstGeom>
          <a:solidFill>
            <a:schemeClr val="tx1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F0F0BF1-E62D-4772-A706-821B81231E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383" y="689347"/>
            <a:ext cx="3481307" cy="5938620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E3349DD8-2A27-48F6-9C13-2AA1D75D504D}"/>
              </a:ext>
            </a:extLst>
          </p:cNvPr>
          <p:cNvSpPr/>
          <p:nvPr/>
        </p:nvSpPr>
        <p:spPr>
          <a:xfrm>
            <a:off x="1491259" y="1461382"/>
            <a:ext cx="1069061" cy="2154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D20D0AA1-EC15-4F82-BE90-3E5C49579E6E}"/>
              </a:ext>
            </a:extLst>
          </p:cNvPr>
          <p:cNvSpPr/>
          <p:nvPr/>
        </p:nvSpPr>
        <p:spPr>
          <a:xfrm>
            <a:off x="1503346" y="4607435"/>
            <a:ext cx="1069061" cy="1983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DDEF1971-05C8-42EF-B819-F2FC2C8C7480}"/>
              </a:ext>
            </a:extLst>
          </p:cNvPr>
          <p:cNvSpPr/>
          <p:nvPr/>
        </p:nvSpPr>
        <p:spPr>
          <a:xfrm>
            <a:off x="1443171" y="4835012"/>
            <a:ext cx="1069061" cy="2154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44F68C1B-0969-4922-A629-A3173168800A}"/>
              </a:ext>
            </a:extLst>
          </p:cNvPr>
          <p:cNvSpPr/>
          <p:nvPr/>
        </p:nvSpPr>
        <p:spPr>
          <a:xfrm>
            <a:off x="1439658" y="5570193"/>
            <a:ext cx="1069061" cy="2154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50C2A6A-B146-4BE7-A916-B6048D6D390B}"/>
              </a:ext>
            </a:extLst>
          </p:cNvPr>
          <p:cNvSpPr txBox="1"/>
          <p:nvPr/>
        </p:nvSpPr>
        <p:spPr>
          <a:xfrm>
            <a:off x="1425191" y="1471628"/>
            <a:ext cx="98616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/>
              <a:t>김인혜</a:t>
            </a:r>
            <a:r>
              <a:rPr lang="en-US" altLang="ko-KR" sz="900" dirty="0"/>
              <a:t>(051003)</a:t>
            </a:r>
            <a:endParaRPr lang="ko-KR" altLang="en-US" sz="9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E86AD0A-450A-493B-ABC8-B7BA233C4B3D}"/>
              </a:ext>
            </a:extLst>
          </p:cNvPr>
          <p:cNvSpPr txBox="1"/>
          <p:nvPr/>
        </p:nvSpPr>
        <p:spPr>
          <a:xfrm>
            <a:off x="1479730" y="4835822"/>
            <a:ext cx="23275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/>
              <a:t>-</a:t>
            </a:r>
            <a:endParaRPr lang="ko-KR" altLang="en-US" sz="9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2B28668-BDCF-490E-A96E-D0294C3CCE9E}"/>
              </a:ext>
            </a:extLst>
          </p:cNvPr>
          <p:cNvSpPr txBox="1"/>
          <p:nvPr/>
        </p:nvSpPr>
        <p:spPr>
          <a:xfrm>
            <a:off x="1488395" y="4587616"/>
            <a:ext cx="23275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/>
              <a:t>-</a:t>
            </a:r>
            <a:endParaRPr lang="ko-KR" altLang="en-US" sz="9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5778CFD-DA9F-420B-8ED9-0CC78DEC4B2C}"/>
              </a:ext>
            </a:extLst>
          </p:cNvPr>
          <p:cNvSpPr txBox="1"/>
          <p:nvPr/>
        </p:nvSpPr>
        <p:spPr>
          <a:xfrm>
            <a:off x="1499964" y="5535262"/>
            <a:ext cx="23275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/>
              <a:t>-</a:t>
            </a:r>
            <a:endParaRPr lang="ko-KR" altLang="en-US" sz="900" dirty="0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E2BC5D51-E4AE-499F-888E-F470E0929040}"/>
              </a:ext>
            </a:extLst>
          </p:cNvPr>
          <p:cNvSpPr/>
          <p:nvPr/>
        </p:nvSpPr>
        <p:spPr>
          <a:xfrm>
            <a:off x="481771" y="1441083"/>
            <a:ext cx="3367418" cy="278795"/>
          </a:xfrm>
          <a:prstGeom prst="rect">
            <a:avLst/>
          </a:prstGeom>
          <a:noFill/>
          <a:ln w="28575">
            <a:solidFill>
              <a:srgbClr val="F05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9C6CCEBF-C402-4384-B3D0-93E35B25C1FA}"/>
              </a:ext>
            </a:extLst>
          </p:cNvPr>
          <p:cNvSpPr/>
          <p:nvPr/>
        </p:nvSpPr>
        <p:spPr>
          <a:xfrm>
            <a:off x="474272" y="4276614"/>
            <a:ext cx="3367418" cy="1489480"/>
          </a:xfrm>
          <a:prstGeom prst="rect">
            <a:avLst/>
          </a:prstGeom>
          <a:noFill/>
          <a:ln w="28575">
            <a:solidFill>
              <a:srgbClr val="F05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3FCB91F-9D89-48A1-BD0F-5CE865BACC59}"/>
              </a:ext>
            </a:extLst>
          </p:cNvPr>
          <p:cNvSpPr txBox="1"/>
          <p:nvPr/>
        </p:nvSpPr>
        <p:spPr>
          <a:xfrm>
            <a:off x="738326" y="274436"/>
            <a:ext cx="152327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b="1" dirty="0" err="1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캐롯손해보험</a:t>
            </a:r>
            <a:r>
              <a:rPr lang="ko-KR" altLang="en-US" sz="1050" b="1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 관리자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7A26529-7DEC-4B56-847C-BAA83733BDA1}"/>
              </a:ext>
            </a:extLst>
          </p:cNvPr>
          <p:cNvSpPr txBox="1"/>
          <p:nvPr/>
        </p:nvSpPr>
        <p:spPr>
          <a:xfrm>
            <a:off x="3117681" y="256012"/>
            <a:ext cx="71686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>
                <a:solidFill>
                  <a:schemeClr val="bg1"/>
                </a:solidFill>
                <a:latin typeface="+mj-lt"/>
                <a:ea typeface="나눔고딕" pitchFamily="2" charset="-127"/>
              </a:rPr>
              <a:t>계약내역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5BBA45A-F948-4E3D-895E-CD26B5393040}"/>
              </a:ext>
            </a:extLst>
          </p:cNvPr>
          <p:cNvSpPr txBox="1"/>
          <p:nvPr/>
        </p:nvSpPr>
        <p:spPr>
          <a:xfrm>
            <a:off x="5788928" y="255428"/>
            <a:ext cx="55816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chemeClr val="bg1"/>
                </a:solidFill>
                <a:latin typeface="+mj-lt"/>
                <a:ea typeface="나눔고딕" pitchFamily="2" charset="-127"/>
              </a:rPr>
              <a:t>HELP </a:t>
            </a:r>
            <a:endParaRPr lang="ko-KR" altLang="en-US" sz="1100" dirty="0">
              <a:solidFill>
                <a:schemeClr val="bg1"/>
              </a:solidFill>
              <a:latin typeface="+mj-lt"/>
              <a:ea typeface="나눔고딕" pitchFamily="2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8DF7581-0C76-4C86-B29E-D0746468750B}"/>
              </a:ext>
            </a:extLst>
          </p:cNvPr>
          <p:cNvSpPr txBox="1"/>
          <p:nvPr/>
        </p:nvSpPr>
        <p:spPr>
          <a:xfrm>
            <a:off x="2286857" y="256012"/>
            <a:ext cx="7665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solidFill>
                  <a:schemeClr val="bg1"/>
                </a:solidFill>
                <a:latin typeface="+mj-lt"/>
                <a:ea typeface="나눔고딕" pitchFamily="2" charset="-127"/>
              </a:rPr>
              <a:t>청약신청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9D033B5-BF1A-4EE7-9C63-71871611F332}"/>
              </a:ext>
            </a:extLst>
          </p:cNvPr>
          <p:cNvSpPr txBox="1"/>
          <p:nvPr/>
        </p:nvSpPr>
        <p:spPr>
          <a:xfrm>
            <a:off x="3940073" y="265622"/>
            <a:ext cx="93968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solidFill>
                  <a:schemeClr val="bg1"/>
                </a:solidFill>
                <a:latin typeface="+mj-lt"/>
              </a:rPr>
              <a:t>고객사 관리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5855A0C-4F5E-4127-96F3-941BA4C7E236}"/>
              </a:ext>
            </a:extLst>
          </p:cNvPr>
          <p:cNvSpPr txBox="1"/>
          <p:nvPr/>
        </p:nvSpPr>
        <p:spPr>
          <a:xfrm>
            <a:off x="4944021" y="265622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solidFill>
                  <a:schemeClr val="bg1"/>
                </a:solidFill>
                <a:latin typeface="+mj-lt"/>
              </a:rPr>
              <a:t>보험플랜</a:t>
            </a:r>
          </a:p>
        </p:txBody>
      </p:sp>
    </p:spTree>
    <p:extLst>
      <p:ext uri="{BB962C8B-B14F-4D97-AF65-F5344CB8AC3E}">
        <p14:creationId xmlns:p14="http://schemas.microsoft.com/office/powerpoint/2010/main" val="11180554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46BC6FB9-8864-4447-A66B-7867F1B7B40C}"/>
              </a:ext>
            </a:extLst>
          </p:cNvPr>
          <p:cNvSpPr/>
          <p:nvPr/>
        </p:nvSpPr>
        <p:spPr>
          <a:xfrm>
            <a:off x="488272" y="683162"/>
            <a:ext cx="8673483" cy="596319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A1E74100-9C9A-41BB-AD89-EA386894C50B}"/>
              </a:ext>
            </a:extLst>
          </p:cNvPr>
          <p:cNvGraphicFramePr>
            <a:graphicFrameLocks noGrp="1"/>
          </p:cNvGraphicFramePr>
          <p:nvPr/>
        </p:nvGraphicFramePr>
        <p:xfrm>
          <a:off x="9443499" y="0"/>
          <a:ext cx="2748502" cy="6599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15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34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02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97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dirty="0" err="1">
                          <a:latin typeface="+mn-ea"/>
                          <a:ea typeface="+mn-ea"/>
                        </a:rPr>
                        <a:t>화면명</a:t>
                      </a:r>
                      <a:endParaRPr lang="ko-KR" altLang="en-US" sz="700" b="0" dirty="0"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여행자보험</a:t>
                      </a:r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700" b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캐롯손해보험화면</a:t>
                      </a:r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dirty="0">
                          <a:latin typeface="+mn-ea"/>
                          <a:ea typeface="+mn-ea"/>
                        </a:rPr>
                        <a:t>슬라이드</a:t>
                      </a:r>
                      <a:endParaRPr lang="en-US" altLang="ko-KR" sz="700" b="0" dirty="0"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700" b="0" dirty="0">
                          <a:latin typeface="+mn-ea"/>
                          <a:ea typeface="+mn-ea"/>
                        </a:rPr>
                        <a:t>번호</a:t>
                      </a:r>
                    </a:p>
                  </a:txBody>
                  <a:tcPr marL="45720" marR="45720" anchor="ctr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97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Screen</a:t>
                      </a:r>
                      <a:r>
                        <a:rPr lang="en-US" altLang="ko-KR" sz="700" b="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 path</a:t>
                      </a:r>
                      <a:endParaRPr lang="ko-KR" altLang="en-US" sz="700" b="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u="none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캐롯손해보험관리자</a:t>
                      </a:r>
                      <a:r>
                        <a:rPr lang="ko-KR" altLang="en-US" sz="700" b="0" u="none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0" u="none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&gt; </a:t>
                      </a:r>
                      <a:r>
                        <a:rPr lang="ko-KR" altLang="en-US" sz="700" b="0" u="none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계약내역 </a:t>
                      </a:r>
                      <a:r>
                        <a:rPr lang="en-US" altLang="ko-KR" sz="700" b="0" u="none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&gt; </a:t>
                      </a:r>
                      <a:r>
                        <a:rPr lang="ko-KR" altLang="en-US" sz="700" b="0" u="none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상세페이지</a:t>
                      </a:r>
                      <a:endParaRPr lang="en-US" altLang="ko-KR" sz="800" b="0" u="none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2CE11858-21F8-4719-B1D1-AF4289FF8F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6648122"/>
              </p:ext>
            </p:extLst>
          </p:nvPr>
        </p:nvGraphicFramePr>
        <p:xfrm>
          <a:off x="9443499" y="683162"/>
          <a:ext cx="2748501" cy="2582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46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62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latin typeface="+mn-ea"/>
                          <a:ea typeface="+mn-ea"/>
                        </a:rPr>
                        <a:t>No.</a:t>
                      </a:r>
                      <a:endParaRPr lang="ko-KR" altLang="en-US" sz="800" b="0" dirty="0"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latin typeface="+mn-ea"/>
                          <a:ea typeface="+mn-ea"/>
                        </a:rPr>
                        <a:t>Description</a:t>
                      </a:r>
                      <a:endParaRPr lang="ko-KR" altLang="en-US" sz="800" b="0" dirty="0"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80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ko-KR" altLang="en-US" sz="1100" dirty="0">
                        <a:solidFill>
                          <a:srgbClr val="0070C0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dirty="0"/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9295480"/>
                  </a:ext>
                </a:extLst>
              </a:tr>
              <a:tr h="18835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1100" dirty="0">
                        <a:solidFill>
                          <a:srgbClr val="0070C0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900" dirty="0"/>
                        <a:t>변경 요청 버튼 추가 </a:t>
                      </a:r>
                      <a:r>
                        <a:rPr lang="en-US" altLang="ko-KR" sz="900" dirty="0"/>
                        <a:t>(26-04-02)</a:t>
                      </a:r>
                      <a:br>
                        <a:rPr lang="en-US" altLang="ko-KR" sz="900" dirty="0"/>
                      </a:br>
                      <a:r>
                        <a:rPr lang="en-US" altLang="ko-KR" sz="900" dirty="0"/>
                        <a:t>- </a:t>
                      </a:r>
                      <a:r>
                        <a:rPr lang="ko-KR" altLang="en-US" sz="900" dirty="0"/>
                        <a:t>클릭 시 메일 보내기 팝업 노출</a:t>
                      </a:r>
                      <a:br>
                        <a:rPr lang="en-US" altLang="ko-KR" sz="900" dirty="0"/>
                      </a:br>
                      <a:r>
                        <a:rPr lang="en-US" altLang="ko-KR" sz="900" dirty="0"/>
                        <a:t>  </a:t>
                      </a:r>
                      <a:r>
                        <a:rPr lang="ko-KR" altLang="en-US" sz="900" dirty="0"/>
                        <a:t> </a:t>
                      </a:r>
                      <a:r>
                        <a:rPr lang="en-US" altLang="ko-KR" sz="900" dirty="0"/>
                        <a:t>(22page </a:t>
                      </a:r>
                      <a:r>
                        <a:rPr lang="ko-KR" altLang="en-US" sz="900" dirty="0"/>
                        <a:t>참고</a:t>
                      </a:r>
                      <a:r>
                        <a:rPr lang="en-US" altLang="ko-KR" sz="900" dirty="0"/>
                        <a:t>)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슬라이드 번호 개체 틀 1">
            <a:extLst>
              <a:ext uri="{FF2B5EF4-FFF2-40B4-BE49-F238E27FC236}">
                <a16:creationId xmlns:a16="http://schemas.microsoft.com/office/drawing/2014/main" id="{6E2FC742-A216-44DD-9FB9-C5593AC15F1E}"/>
              </a:ext>
            </a:extLst>
          </p:cNvPr>
          <p:cNvSpPr txBox="1">
            <a:spLocks/>
          </p:cNvSpPr>
          <p:nvPr/>
        </p:nvSpPr>
        <p:spPr>
          <a:xfrm>
            <a:off x="11740785" y="-28424"/>
            <a:ext cx="578285" cy="36512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463E381-CB74-4648-8889-FF3C7184AA03}" type="slidenum">
              <a:rPr lang="en-US" smtClean="0">
                <a:latin typeface="+mn-ea"/>
              </a:rPr>
              <a:pPr/>
              <a:t>21</a:t>
            </a:fld>
            <a:endParaRPr lang="en-US" dirty="0">
              <a:latin typeface="+mn-ea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72D3E845-C4ED-47A5-B71B-CA8B0B44E640}"/>
              </a:ext>
            </a:extLst>
          </p:cNvPr>
          <p:cNvSpPr/>
          <p:nvPr/>
        </p:nvSpPr>
        <p:spPr>
          <a:xfrm>
            <a:off x="488272" y="106532"/>
            <a:ext cx="8673483" cy="6539823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7CEAECC-753A-4CDA-B9DC-0DC8181C4CE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8272" y="106532"/>
            <a:ext cx="8673483" cy="57663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D4F9FEE-D811-4132-863E-0DDF1C581C98}"/>
              </a:ext>
            </a:extLst>
          </p:cNvPr>
          <p:cNvSpPr txBox="1"/>
          <p:nvPr/>
        </p:nvSpPr>
        <p:spPr>
          <a:xfrm>
            <a:off x="7338566" y="290875"/>
            <a:ext cx="74411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chemeClr val="bg1"/>
                </a:solidFill>
                <a:latin typeface="+mn-ea"/>
              </a:rPr>
              <a:t>{</a:t>
            </a:r>
            <a:r>
              <a:rPr lang="ko-KR" altLang="en-US" sz="1100" dirty="0">
                <a:solidFill>
                  <a:schemeClr val="bg1"/>
                </a:solidFill>
                <a:latin typeface="+mn-ea"/>
              </a:rPr>
              <a:t>이름</a:t>
            </a:r>
            <a:r>
              <a:rPr lang="en-US" altLang="ko-KR" sz="1100" dirty="0">
                <a:solidFill>
                  <a:schemeClr val="bg1"/>
                </a:solidFill>
                <a:latin typeface="+mn-ea"/>
              </a:rPr>
              <a:t>}</a:t>
            </a:r>
            <a:r>
              <a:rPr lang="ko-KR" altLang="en-US" sz="1100" dirty="0">
                <a:solidFill>
                  <a:schemeClr val="bg1"/>
                </a:solidFill>
                <a:latin typeface="+mn-ea"/>
              </a:rPr>
              <a:t> 님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1581710-DC3C-43AA-9F61-9E92F49C80DD}"/>
              </a:ext>
            </a:extLst>
          </p:cNvPr>
          <p:cNvSpPr txBox="1"/>
          <p:nvPr/>
        </p:nvSpPr>
        <p:spPr>
          <a:xfrm>
            <a:off x="8058491" y="307653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>
                <a:solidFill>
                  <a:schemeClr val="bg1">
                    <a:lumMod val="75000"/>
                  </a:schemeClr>
                </a:solidFill>
              </a:rPr>
              <a:t>로그아웃</a:t>
            </a:r>
            <a:endParaRPr lang="ko-KR" altLang="en-US" sz="11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1077911-1F52-47FD-AD0B-2995DE8CDC9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8338" y="988786"/>
            <a:ext cx="8433349" cy="3964591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4A9636AD-07F5-4357-89D5-7A145973FFC3}"/>
              </a:ext>
            </a:extLst>
          </p:cNvPr>
          <p:cNvSpPr/>
          <p:nvPr/>
        </p:nvSpPr>
        <p:spPr>
          <a:xfrm>
            <a:off x="4962307" y="3805646"/>
            <a:ext cx="990624" cy="1567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-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BCA2C466-0579-40FF-8A55-A6E2F680BBB5}"/>
              </a:ext>
            </a:extLst>
          </p:cNvPr>
          <p:cNvSpPr/>
          <p:nvPr/>
        </p:nvSpPr>
        <p:spPr>
          <a:xfrm>
            <a:off x="4962307" y="4051271"/>
            <a:ext cx="990624" cy="1567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-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24C67E37-9E30-4B12-B7BC-79624ED67511}"/>
              </a:ext>
            </a:extLst>
          </p:cNvPr>
          <p:cNvSpPr/>
          <p:nvPr/>
        </p:nvSpPr>
        <p:spPr>
          <a:xfrm>
            <a:off x="4934316" y="4293775"/>
            <a:ext cx="990624" cy="1567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-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9C4711B-33AF-4DE4-A2BB-E3D017E1489D}"/>
              </a:ext>
            </a:extLst>
          </p:cNvPr>
          <p:cNvSpPr txBox="1"/>
          <p:nvPr/>
        </p:nvSpPr>
        <p:spPr>
          <a:xfrm>
            <a:off x="5160101" y="3561440"/>
            <a:ext cx="764839" cy="215444"/>
          </a:xfrm>
          <a:prstGeom prst="rect">
            <a:avLst/>
          </a:prstGeom>
          <a:solidFill>
            <a:srgbClr val="212529"/>
          </a:solidFill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chemeClr val="bg1"/>
                </a:solidFill>
              </a:rPr>
              <a:t>예약번호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EFBB9A5-7FE4-4A01-A31C-2674026D84DC}"/>
              </a:ext>
            </a:extLst>
          </p:cNvPr>
          <p:cNvSpPr txBox="1"/>
          <p:nvPr/>
        </p:nvSpPr>
        <p:spPr>
          <a:xfrm>
            <a:off x="4204684" y="3553353"/>
            <a:ext cx="764839" cy="215444"/>
          </a:xfrm>
          <a:prstGeom prst="rect">
            <a:avLst/>
          </a:prstGeom>
          <a:solidFill>
            <a:srgbClr val="212529"/>
          </a:solidFill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chemeClr val="bg1"/>
                </a:solidFill>
              </a:rPr>
              <a:t>신청자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62C69B0C-77F6-427D-98AA-774F73C54F51}"/>
              </a:ext>
            </a:extLst>
          </p:cNvPr>
          <p:cNvSpPr/>
          <p:nvPr/>
        </p:nvSpPr>
        <p:spPr>
          <a:xfrm>
            <a:off x="3969577" y="3797559"/>
            <a:ext cx="990624" cy="1567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이다운</a:t>
            </a:r>
            <a:r>
              <a:rPr lang="en-US" altLang="ko-KR" sz="800" dirty="0">
                <a:solidFill>
                  <a:schemeClr val="tx1"/>
                </a:solidFill>
              </a:rPr>
              <a:t>(220803)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96B3622-8524-4CB1-A124-8E79E81AB2DD}"/>
              </a:ext>
            </a:extLst>
          </p:cNvPr>
          <p:cNvSpPr/>
          <p:nvPr/>
        </p:nvSpPr>
        <p:spPr>
          <a:xfrm>
            <a:off x="524941" y="699641"/>
            <a:ext cx="8673483" cy="5938619"/>
          </a:xfrm>
          <a:prstGeom prst="rect">
            <a:avLst/>
          </a:prstGeom>
          <a:solidFill>
            <a:schemeClr val="tx1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3FCB91F-9D89-48A1-BD0F-5CE865BACC59}"/>
              </a:ext>
            </a:extLst>
          </p:cNvPr>
          <p:cNvSpPr txBox="1"/>
          <p:nvPr/>
        </p:nvSpPr>
        <p:spPr>
          <a:xfrm>
            <a:off x="738326" y="274436"/>
            <a:ext cx="152327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b="1" dirty="0" err="1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캐롯손해보험</a:t>
            </a:r>
            <a:r>
              <a:rPr lang="ko-KR" altLang="en-US" sz="1050" b="1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 관리자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7A26529-7DEC-4B56-847C-BAA83733BDA1}"/>
              </a:ext>
            </a:extLst>
          </p:cNvPr>
          <p:cNvSpPr txBox="1"/>
          <p:nvPr/>
        </p:nvSpPr>
        <p:spPr>
          <a:xfrm>
            <a:off x="3117681" y="256012"/>
            <a:ext cx="71686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>
                <a:solidFill>
                  <a:schemeClr val="bg1"/>
                </a:solidFill>
                <a:latin typeface="+mj-lt"/>
                <a:ea typeface="나눔고딕" pitchFamily="2" charset="-127"/>
              </a:rPr>
              <a:t>계약내역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5BBA45A-F948-4E3D-895E-CD26B5393040}"/>
              </a:ext>
            </a:extLst>
          </p:cNvPr>
          <p:cNvSpPr txBox="1"/>
          <p:nvPr/>
        </p:nvSpPr>
        <p:spPr>
          <a:xfrm>
            <a:off x="5788928" y="255428"/>
            <a:ext cx="55816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chemeClr val="bg1"/>
                </a:solidFill>
                <a:latin typeface="+mj-lt"/>
                <a:ea typeface="나눔고딕" pitchFamily="2" charset="-127"/>
              </a:rPr>
              <a:t>HELP </a:t>
            </a:r>
            <a:endParaRPr lang="ko-KR" altLang="en-US" sz="1100" dirty="0">
              <a:solidFill>
                <a:schemeClr val="bg1"/>
              </a:solidFill>
              <a:latin typeface="+mj-lt"/>
              <a:ea typeface="나눔고딕" pitchFamily="2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8DF7581-0C76-4C86-B29E-D0746468750B}"/>
              </a:ext>
            </a:extLst>
          </p:cNvPr>
          <p:cNvSpPr txBox="1"/>
          <p:nvPr/>
        </p:nvSpPr>
        <p:spPr>
          <a:xfrm>
            <a:off x="2286857" y="256012"/>
            <a:ext cx="7665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solidFill>
                  <a:schemeClr val="bg1"/>
                </a:solidFill>
                <a:latin typeface="+mj-lt"/>
                <a:ea typeface="나눔고딕" pitchFamily="2" charset="-127"/>
              </a:rPr>
              <a:t>청약신청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9D033B5-BF1A-4EE7-9C63-71871611F332}"/>
              </a:ext>
            </a:extLst>
          </p:cNvPr>
          <p:cNvSpPr txBox="1"/>
          <p:nvPr/>
        </p:nvSpPr>
        <p:spPr>
          <a:xfrm>
            <a:off x="3940073" y="265622"/>
            <a:ext cx="93968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solidFill>
                  <a:schemeClr val="bg1"/>
                </a:solidFill>
                <a:latin typeface="+mj-lt"/>
              </a:rPr>
              <a:t>고객사 관리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5855A0C-4F5E-4127-96F3-941BA4C7E236}"/>
              </a:ext>
            </a:extLst>
          </p:cNvPr>
          <p:cNvSpPr txBox="1"/>
          <p:nvPr/>
        </p:nvSpPr>
        <p:spPr>
          <a:xfrm>
            <a:off x="4944021" y="265622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solidFill>
                  <a:schemeClr val="bg1"/>
                </a:solidFill>
                <a:latin typeface="+mj-lt"/>
              </a:rPr>
              <a:t>보험플랜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A74B416-FAF6-4423-8A8A-BD612D91C501}"/>
              </a:ext>
            </a:extLst>
          </p:cNvPr>
          <p:cNvSpPr/>
          <p:nvPr/>
        </p:nvSpPr>
        <p:spPr>
          <a:xfrm>
            <a:off x="488270" y="699642"/>
            <a:ext cx="3596348" cy="59386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순서도: 연결자 10">
            <a:extLst>
              <a:ext uri="{FF2B5EF4-FFF2-40B4-BE49-F238E27FC236}">
                <a16:creationId xmlns:a16="http://schemas.microsoft.com/office/drawing/2014/main" id="{E83F0772-7A5E-4D5C-8CFB-3FD4A9C79ED1}"/>
              </a:ext>
            </a:extLst>
          </p:cNvPr>
          <p:cNvSpPr/>
          <p:nvPr/>
        </p:nvSpPr>
        <p:spPr>
          <a:xfrm>
            <a:off x="608336" y="2993639"/>
            <a:ext cx="213360" cy="203200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</a:rPr>
              <a:t>v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sp>
        <p:nvSpPr>
          <p:cNvPr id="64" name="Track">
            <a:extLst>
              <a:ext uri="{FF2B5EF4-FFF2-40B4-BE49-F238E27FC236}">
                <a16:creationId xmlns:a16="http://schemas.microsoft.com/office/drawing/2014/main" id="{0AEE1227-4E53-4E5D-8855-551EA509030C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 rot="5400000">
            <a:off x="1055995" y="3603896"/>
            <a:ext cx="5938619" cy="118619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5" name="Scroll Thumb">
            <a:extLst>
              <a:ext uri="{FF2B5EF4-FFF2-40B4-BE49-F238E27FC236}">
                <a16:creationId xmlns:a16="http://schemas.microsoft.com/office/drawing/2014/main" id="{83AF62E1-6399-4122-A02A-B6D77D96415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 rot="5400000">
            <a:off x="2204759" y="4600395"/>
            <a:ext cx="3641090" cy="61323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6" name="Chevron">
            <a:extLst>
              <a:ext uri="{FF2B5EF4-FFF2-40B4-BE49-F238E27FC236}">
                <a16:creationId xmlns:a16="http://schemas.microsoft.com/office/drawing/2014/main" id="{E20E37E9-2163-49B1-9F92-B41D5DE26675}"/>
              </a:ext>
            </a:extLst>
          </p:cNvPr>
          <p:cNvSpPr>
            <a:spLocks noChangeAspect="1"/>
          </p:cNvSpPr>
          <p:nvPr>
            <p:custDataLst>
              <p:tags r:id="rId3"/>
            </p:custDataLst>
          </p:nvPr>
        </p:nvSpPr>
        <p:spPr bwMode="auto">
          <a:xfrm rot="10800000" flipH="1">
            <a:off x="7801078" y="4658204"/>
            <a:ext cx="88545" cy="53979"/>
          </a:xfrm>
          <a:custGeom>
            <a:avLst/>
            <a:gdLst>
              <a:gd name="T0" fmla="*/ 0 w 197"/>
              <a:gd name="T1" fmla="*/ 0 h 115"/>
              <a:gd name="T2" fmla="*/ 99 w 197"/>
              <a:gd name="T3" fmla="*/ 115 h 115"/>
              <a:gd name="T4" fmla="*/ 197 w 197"/>
              <a:gd name="T5" fmla="*/ 0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7" h="115">
                <a:moveTo>
                  <a:pt x="0" y="0"/>
                </a:moveTo>
                <a:lnTo>
                  <a:pt x="99" y="115"/>
                </a:lnTo>
                <a:lnTo>
                  <a:pt x="197" y="0"/>
                </a:lnTo>
              </a:path>
            </a:pathLst>
          </a:custGeom>
          <a:noFill/>
          <a:ln w="6350" cap="sq">
            <a:solidFill>
              <a:srgbClr val="80808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7" name="Chevron">
            <a:extLst>
              <a:ext uri="{FF2B5EF4-FFF2-40B4-BE49-F238E27FC236}">
                <a16:creationId xmlns:a16="http://schemas.microsoft.com/office/drawing/2014/main" id="{678A0BC2-24AE-4555-960D-CC36E97C1BE7}"/>
              </a:ext>
            </a:extLst>
          </p:cNvPr>
          <p:cNvSpPr>
            <a:spLocks noChangeAspect="1"/>
          </p:cNvSpPr>
          <p:nvPr>
            <p:custDataLst>
              <p:tags r:id="rId4"/>
            </p:custDataLst>
          </p:nvPr>
        </p:nvSpPr>
        <p:spPr bwMode="auto">
          <a:xfrm rot="11225079" flipH="1">
            <a:off x="3993886" y="780883"/>
            <a:ext cx="88545" cy="53979"/>
          </a:xfrm>
          <a:custGeom>
            <a:avLst/>
            <a:gdLst>
              <a:gd name="T0" fmla="*/ 0 w 197"/>
              <a:gd name="T1" fmla="*/ 0 h 115"/>
              <a:gd name="T2" fmla="*/ 99 w 197"/>
              <a:gd name="T3" fmla="*/ 115 h 115"/>
              <a:gd name="T4" fmla="*/ 197 w 197"/>
              <a:gd name="T5" fmla="*/ 0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7" h="115">
                <a:moveTo>
                  <a:pt x="0" y="0"/>
                </a:moveTo>
                <a:lnTo>
                  <a:pt x="99" y="115"/>
                </a:lnTo>
                <a:lnTo>
                  <a:pt x="197" y="0"/>
                </a:lnTo>
              </a:path>
            </a:pathLst>
          </a:custGeom>
          <a:noFill/>
          <a:ln w="6350" cap="sq">
            <a:solidFill>
              <a:srgbClr val="80808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8" name="Chevron">
            <a:extLst>
              <a:ext uri="{FF2B5EF4-FFF2-40B4-BE49-F238E27FC236}">
                <a16:creationId xmlns:a16="http://schemas.microsoft.com/office/drawing/2014/main" id="{6B6B799F-48C7-4F6C-AEC1-06E331710355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 bwMode="auto">
          <a:xfrm flipH="1">
            <a:off x="3993885" y="6541670"/>
            <a:ext cx="88545" cy="53979"/>
          </a:xfrm>
          <a:custGeom>
            <a:avLst/>
            <a:gdLst>
              <a:gd name="T0" fmla="*/ 0 w 197"/>
              <a:gd name="T1" fmla="*/ 0 h 115"/>
              <a:gd name="T2" fmla="*/ 99 w 197"/>
              <a:gd name="T3" fmla="*/ 115 h 115"/>
              <a:gd name="T4" fmla="*/ 197 w 197"/>
              <a:gd name="T5" fmla="*/ 0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7" h="115">
                <a:moveTo>
                  <a:pt x="0" y="0"/>
                </a:moveTo>
                <a:lnTo>
                  <a:pt x="99" y="115"/>
                </a:lnTo>
                <a:lnTo>
                  <a:pt x="197" y="0"/>
                </a:lnTo>
              </a:path>
            </a:pathLst>
          </a:custGeom>
          <a:noFill/>
          <a:ln w="6350" cap="sq">
            <a:solidFill>
              <a:srgbClr val="80808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4BDF272B-0DE5-4486-9BA6-D2B16F758F83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r="6463"/>
          <a:stretch/>
        </p:blipFill>
        <p:spPr>
          <a:xfrm>
            <a:off x="524941" y="724215"/>
            <a:ext cx="2821154" cy="5144999"/>
          </a:xfrm>
          <a:prstGeom prst="rect">
            <a:avLst/>
          </a:prstGeom>
        </p:spPr>
      </p:pic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304206CA-A52C-48C3-B8AB-DEC7C8188B90}"/>
              </a:ext>
            </a:extLst>
          </p:cNvPr>
          <p:cNvCxnSpPr>
            <a:cxnSpLocks/>
          </p:cNvCxnSpPr>
          <p:nvPr/>
        </p:nvCxnSpPr>
        <p:spPr>
          <a:xfrm>
            <a:off x="608336" y="6004560"/>
            <a:ext cx="2737759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Rectangle 89">
            <a:extLst>
              <a:ext uri="{FF2B5EF4-FFF2-40B4-BE49-F238E27FC236}">
                <a16:creationId xmlns:a16="http://schemas.microsoft.com/office/drawing/2014/main" id="{7BB103B7-FDBC-46CD-B416-E73DD081E9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6370" y="6125032"/>
            <a:ext cx="641885" cy="23470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chemeClr val="tx1"/>
                </a:solidFill>
              </a:rPr>
              <a:t>변경요청</a:t>
            </a:r>
          </a:p>
        </p:txBody>
      </p:sp>
      <p:sp>
        <p:nvSpPr>
          <p:cNvPr id="40" name="Rectangle 89">
            <a:extLst>
              <a:ext uri="{FF2B5EF4-FFF2-40B4-BE49-F238E27FC236}">
                <a16:creationId xmlns:a16="http://schemas.microsoft.com/office/drawing/2014/main" id="{ACAA2D77-8B99-4F41-AC80-8FBA6FA676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4279" y="6132602"/>
            <a:ext cx="641885" cy="23470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chemeClr val="bg1"/>
                </a:solidFill>
              </a:rPr>
              <a:t>계약해지</a:t>
            </a:r>
          </a:p>
        </p:txBody>
      </p:sp>
      <p:sp>
        <p:nvSpPr>
          <p:cNvPr id="44" name="타원 6">
            <a:extLst>
              <a:ext uri="{FF2B5EF4-FFF2-40B4-BE49-F238E27FC236}">
                <a16:creationId xmlns:a16="http://schemas.microsoft.com/office/drawing/2014/main" id="{14306CF5-3E66-43D0-8659-950A63556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4581" y="6034754"/>
            <a:ext cx="190500" cy="1905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wrap="none" lIns="36000" tIns="36000" rIns="36000" bIns="36000" anchor="ctr"/>
          <a:lstStyle>
            <a:lvl1pPr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latinLnBrk="1" hangingPunct="1"/>
            <a:r>
              <a:rPr lang="en-US" altLang="ko-KR" sz="700" dirty="0">
                <a:solidFill>
                  <a:srgbClr val="FFFFFF"/>
                </a:solidFill>
                <a:latin typeface="+mn-ea"/>
                <a:ea typeface="+mn-ea"/>
              </a:rPr>
              <a:t>1</a:t>
            </a:r>
            <a:endParaRPr lang="ko-KR" altLang="en-US" sz="700" dirty="0">
              <a:solidFill>
                <a:srgbClr val="FFFFFF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962368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04EA1-0B48-0831-04E0-FDA4053C3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A2D0A179-B81D-7C66-081B-F3FAB5E469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9735315"/>
              </p:ext>
            </p:extLst>
          </p:nvPr>
        </p:nvGraphicFramePr>
        <p:xfrm>
          <a:off x="8524302" y="873968"/>
          <a:ext cx="3300753" cy="51405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4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02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2891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ko-KR" sz="800" b="0" kern="12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Description</a:t>
                      </a:r>
                      <a:endParaRPr lang="ko-KR" altLang="en-US" sz="800" b="0" kern="1200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en-US" altLang="ko-KR" sz="8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9113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계약내역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&gt;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검색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&gt;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메일전송 버튼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9071" marR="99071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9584405"/>
                  </a:ext>
                </a:extLst>
              </a:tr>
              <a:tr h="5054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800" b="1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팝업창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타이틀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{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고객명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}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계약에 대한 메일 발송</a:t>
                      </a:r>
                      <a:endParaRPr lang="en-US" altLang="ko-KR" sz="8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클릭한 청약내역에 대한 고객명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자동채움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9071" marR="99071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91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85551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수신자</a:t>
                      </a:r>
                      <a:endParaRPr lang="en-US" altLang="ko-KR" sz="8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marR="0" indent="-171450" algn="l" defTabSz="85551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모든 계약이 특정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캐롯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담당자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한명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또는 특정 메일 계정에 전송 할 경우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Default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로 수신자 설정 및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Disable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처리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marR="0" indent="-171450" algn="l" defTabSz="85551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담당자가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여러명일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경우 담당자 정보를 청약시에 받아오는지 확인 필요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9071" marR="99071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5424848"/>
                  </a:ext>
                </a:extLst>
              </a:tr>
              <a:tr h="4974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85551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참조 </a:t>
                      </a:r>
                      <a:endParaRPr lang="en-US" altLang="ko-KR" sz="8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indent="0" algn="l" defTabSz="85551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참조로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들어가야할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btms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직원 이메일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default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로 설정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9071" marR="99071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6354469"/>
                  </a:ext>
                </a:extLst>
              </a:tr>
              <a:tr h="4391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85551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메일 제목</a:t>
                      </a:r>
                      <a:endParaRPr lang="en-US" altLang="ko-KR" sz="8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marR="0" indent="-171450" algn="l" defTabSz="85551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보험기간 변경 요청만 보낼 경우 타이틀에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[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보험기간 변경 요청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]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문구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default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로 고정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marR="0" indent="-171450" algn="l" defTabSz="85551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이어서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{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고객명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}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계약건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{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신청일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}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자동채움</a:t>
                      </a:r>
                      <a:b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ㄴ 청약 최초 신청일 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9071" marR="99071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9587385"/>
                  </a:ext>
                </a:extLst>
              </a:tr>
              <a:tr h="4391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85551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본문</a:t>
                      </a:r>
                      <a:endParaRPr lang="en-US" altLang="ko-KR" sz="8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marR="0" indent="-171450" algn="l" defTabSz="85551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계약자명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증권번호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계약보험플랜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결제방법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기존 신청기간 등을 기존 청약내역에서 불러와서 자동 채움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marR="0" indent="-171450" algn="l" defTabSz="85551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요청 변경기간에 대해서만 직접 작성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9071" marR="99071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6078979"/>
                  </a:ext>
                </a:extLst>
              </a:tr>
              <a:tr h="4391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85551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발신자</a:t>
                      </a:r>
                      <a:endParaRPr lang="en-US" altLang="ko-KR" sz="8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marR="0" indent="-171450" algn="l" defTabSz="85551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로그인한 계정의 이메일 주소를 호출하여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FILL IN</a:t>
                      </a:r>
                    </a:p>
                    <a:p>
                      <a:pPr marL="171450" marR="0" indent="-171450" algn="l" defTabSz="85551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호출한 이메일 주소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Editable (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수정가능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99071" marR="99071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5160965"/>
                  </a:ext>
                </a:extLst>
              </a:tr>
              <a:tr h="4391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85551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Tab 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메뉴</a:t>
                      </a:r>
                      <a:endParaRPr lang="en-US" altLang="ko-KR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marR="0" indent="-171450" algn="l" defTabSz="85551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메일 보내기 </a:t>
                      </a:r>
                      <a:br>
                        <a:rPr lang="en-US" altLang="ko-KR" sz="7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ㄴ 클릭 시 해당 메일보내기 화면 노출</a:t>
                      </a:r>
                      <a:endParaRPr lang="en-US" altLang="ko-KR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marR="0" indent="-171450" algn="l" defTabSz="85551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지난 메일 보기</a:t>
                      </a:r>
                      <a:br>
                        <a:rPr lang="en-US" altLang="ko-KR" sz="7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ㄴ 클릭 시 지난 메일 이력 화면으로 전환 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(23page 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참고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endParaRPr lang="en-US" altLang="ko-KR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9071" marR="99071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6831406"/>
                  </a:ext>
                </a:extLst>
              </a:tr>
              <a:tr h="4023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85551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9071" marR="99071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7184347"/>
                  </a:ext>
                </a:extLst>
              </a:tr>
            </a:tbl>
          </a:graphicData>
        </a:graphic>
      </p:graphicFrame>
      <p:sp>
        <p:nvSpPr>
          <p:cNvPr id="65" name="TextBox 64">
            <a:extLst>
              <a:ext uri="{FF2B5EF4-FFF2-40B4-BE49-F238E27FC236}">
                <a16:creationId xmlns:a16="http://schemas.microsoft.com/office/drawing/2014/main" id="{68AFF04F-61C8-FD6B-DBB0-CE7085564833}"/>
              </a:ext>
            </a:extLst>
          </p:cNvPr>
          <p:cNvSpPr txBox="1"/>
          <p:nvPr/>
        </p:nvSpPr>
        <p:spPr>
          <a:xfrm>
            <a:off x="4312366" y="199627"/>
            <a:ext cx="321589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ERP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연동 </a:t>
            </a: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(</a:t>
            </a:r>
            <a:r>
              <a:rPr lang="ko-KR" altLang="en-US" sz="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캐롯손해보험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</a:t>
            </a: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HOME 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화면</a:t>
            </a: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)</a:t>
            </a:r>
            <a:endParaRPr lang="ko-KR" altLang="en-US" sz="8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D0D36C4-0699-BCD5-1105-01F44BB261F3}"/>
              </a:ext>
            </a:extLst>
          </p:cNvPr>
          <p:cNvSpPr txBox="1"/>
          <p:nvPr/>
        </p:nvSpPr>
        <p:spPr>
          <a:xfrm>
            <a:off x="4312366" y="419389"/>
            <a:ext cx="321589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ko-KR" altLang="en-US" sz="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캐롯손해보험관리자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</a:t>
            </a: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&gt; HELP &gt; 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고객사관리</a:t>
            </a:r>
            <a:endParaRPr lang="en-US" altLang="ko-KR" sz="900" dirty="0">
              <a:latin typeface="+mn-ea"/>
            </a:endParaRPr>
          </a:p>
        </p:txBody>
      </p:sp>
      <p:sp>
        <p:nvSpPr>
          <p:cNvPr id="354" name="TextBox 353">
            <a:extLst>
              <a:ext uri="{FF2B5EF4-FFF2-40B4-BE49-F238E27FC236}">
                <a16:creationId xmlns:a16="http://schemas.microsoft.com/office/drawing/2014/main" id="{0E90E8DE-26BB-EDE3-22FA-01CE8F7F5F1F}"/>
              </a:ext>
            </a:extLst>
          </p:cNvPr>
          <p:cNvSpPr txBox="1"/>
          <p:nvPr/>
        </p:nvSpPr>
        <p:spPr>
          <a:xfrm>
            <a:off x="10848513" y="421528"/>
            <a:ext cx="9765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ALERT</a:t>
            </a:r>
            <a:endParaRPr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CC7622C-9A95-883B-2243-E8266FA67A20}"/>
              </a:ext>
            </a:extLst>
          </p:cNvPr>
          <p:cNvSpPr/>
          <p:nvPr/>
        </p:nvSpPr>
        <p:spPr>
          <a:xfrm>
            <a:off x="404237" y="782008"/>
            <a:ext cx="8000854" cy="44469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8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F847FD2-A7DF-2F49-A58E-6CE5EC9ABFAC}"/>
              </a:ext>
            </a:extLst>
          </p:cNvPr>
          <p:cNvSpPr txBox="1"/>
          <p:nvPr/>
        </p:nvSpPr>
        <p:spPr>
          <a:xfrm>
            <a:off x="6865733" y="909155"/>
            <a:ext cx="152327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bg1">
                    <a:lumMod val="50000"/>
                  </a:schemeClr>
                </a:solidFill>
              </a:rPr>
              <a:t>{NAME}</a:t>
            </a:r>
            <a:endParaRPr lang="ko-KR" altLang="en-US" sz="105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528B003-0895-BCD2-1ED1-68EB27689F19}"/>
              </a:ext>
            </a:extLst>
          </p:cNvPr>
          <p:cNvSpPr txBox="1"/>
          <p:nvPr/>
        </p:nvSpPr>
        <p:spPr>
          <a:xfrm>
            <a:off x="7591343" y="909155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u="sng" dirty="0">
                <a:solidFill>
                  <a:schemeClr val="bg1">
                    <a:lumMod val="50000"/>
                  </a:schemeClr>
                </a:solidFill>
              </a:rPr>
              <a:t>로그아웃</a:t>
            </a:r>
          </a:p>
        </p:txBody>
      </p:sp>
      <p:pic>
        <p:nvPicPr>
          <p:cNvPr id="238" name="그림 237">
            <a:extLst>
              <a:ext uri="{FF2B5EF4-FFF2-40B4-BE49-F238E27FC236}">
                <a16:creationId xmlns:a16="http://schemas.microsoft.com/office/drawing/2014/main" id="{E9084CE7-4A78-22E3-001D-A340A66F56C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5640" y="961202"/>
            <a:ext cx="142662" cy="142662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E5112E82-7F24-60DD-FAAF-08EB5D5C99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490" y="1421519"/>
            <a:ext cx="7701536" cy="3620559"/>
          </a:xfrm>
          <a:prstGeom prst="rect">
            <a:avLst/>
          </a:prstGeom>
        </p:spPr>
      </p:pic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938BFB1-7E6F-E25C-9DCA-9A2F19DA69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9335519"/>
              </p:ext>
            </p:extLst>
          </p:nvPr>
        </p:nvGraphicFramePr>
        <p:xfrm>
          <a:off x="-133151" y="3772453"/>
          <a:ext cx="8538242" cy="1170723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595909">
                  <a:extLst>
                    <a:ext uri="{9D8B030D-6E8A-4147-A177-3AD203B41FA5}">
                      <a16:colId xmlns:a16="http://schemas.microsoft.com/office/drawing/2014/main" val="1054970324"/>
                    </a:ext>
                  </a:extLst>
                </a:gridCol>
                <a:gridCol w="588365">
                  <a:extLst>
                    <a:ext uri="{9D8B030D-6E8A-4147-A177-3AD203B41FA5}">
                      <a16:colId xmlns:a16="http://schemas.microsoft.com/office/drawing/2014/main" val="2594118690"/>
                    </a:ext>
                  </a:extLst>
                </a:gridCol>
                <a:gridCol w="905178">
                  <a:extLst>
                    <a:ext uri="{9D8B030D-6E8A-4147-A177-3AD203B41FA5}">
                      <a16:colId xmlns:a16="http://schemas.microsoft.com/office/drawing/2014/main" val="964266327"/>
                    </a:ext>
                  </a:extLst>
                </a:gridCol>
                <a:gridCol w="950438">
                  <a:extLst>
                    <a:ext uri="{9D8B030D-6E8A-4147-A177-3AD203B41FA5}">
                      <a16:colId xmlns:a16="http://schemas.microsoft.com/office/drawing/2014/main" val="277362783"/>
                    </a:ext>
                  </a:extLst>
                </a:gridCol>
                <a:gridCol w="923011">
                  <a:extLst>
                    <a:ext uri="{9D8B030D-6E8A-4147-A177-3AD203B41FA5}">
                      <a16:colId xmlns:a16="http://schemas.microsoft.com/office/drawing/2014/main" val="2517204592"/>
                    </a:ext>
                  </a:extLst>
                </a:gridCol>
                <a:gridCol w="1045750">
                  <a:extLst>
                    <a:ext uri="{9D8B030D-6E8A-4147-A177-3AD203B41FA5}">
                      <a16:colId xmlns:a16="http://schemas.microsoft.com/office/drawing/2014/main" val="548258113"/>
                    </a:ext>
                  </a:extLst>
                </a:gridCol>
                <a:gridCol w="1045750">
                  <a:extLst>
                    <a:ext uri="{9D8B030D-6E8A-4147-A177-3AD203B41FA5}">
                      <a16:colId xmlns:a16="http://schemas.microsoft.com/office/drawing/2014/main" val="3174459750"/>
                    </a:ext>
                  </a:extLst>
                </a:gridCol>
                <a:gridCol w="608769">
                  <a:extLst>
                    <a:ext uri="{9D8B030D-6E8A-4147-A177-3AD203B41FA5}">
                      <a16:colId xmlns:a16="http://schemas.microsoft.com/office/drawing/2014/main" val="1212340539"/>
                    </a:ext>
                  </a:extLst>
                </a:gridCol>
                <a:gridCol w="625024">
                  <a:extLst>
                    <a:ext uri="{9D8B030D-6E8A-4147-A177-3AD203B41FA5}">
                      <a16:colId xmlns:a16="http://schemas.microsoft.com/office/drawing/2014/main" val="1729254596"/>
                    </a:ext>
                  </a:extLst>
                </a:gridCol>
                <a:gridCol w="625024">
                  <a:extLst>
                    <a:ext uri="{9D8B030D-6E8A-4147-A177-3AD203B41FA5}">
                      <a16:colId xmlns:a16="http://schemas.microsoft.com/office/drawing/2014/main" val="2366245455"/>
                    </a:ext>
                  </a:extLst>
                </a:gridCol>
                <a:gridCol w="625024">
                  <a:extLst>
                    <a:ext uri="{9D8B030D-6E8A-4147-A177-3AD203B41FA5}">
                      <a16:colId xmlns:a16="http://schemas.microsoft.com/office/drawing/2014/main" val="50401498"/>
                    </a:ext>
                  </a:extLst>
                </a:gridCol>
              </a:tblGrid>
              <a:tr h="25632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/>
                        <a:t>신청일자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/>
                        <a:t>고객사명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/>
                        <a:t>한글성명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/>
                        <a:t>신청자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/>
                        <a:t>에약번호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/>
                        <a:t>기간</a:t>
                      </a:r>
                      <a:endParaRPr lang="en-US" altLang="ko-KR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/>
                        <a:t>증권번호</a:t>
                      </a:r>
                      <a:endParaRPr lang="en-US" altLang="ko-KR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/>
                        <a:t>보험료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/>
                        <a:t>결제방법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/>
                        <a:t>청약상태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/>
                        <a:t>메일전송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7322080"/>
                  </a:ext>
                </a:extLst>
              </a:tr>
              <a:tr h="22419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2025-01-01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/>
                        <a:t>무신사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/>
                        <a:t>홍길스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/>
                        <a:t>김인혜</a:t>
                      </a:r>
                      <a:r>
                        <a:rPr lang="en-US" altLang="ko-KR" sz="700" dirty="0"/>
                        <a:t>(051003)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5N356Q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2025-09-01~2026—09-06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FAC0244558750000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31,000</a:t>
                      </a:r>
                      <a:r>
                        <a:rPr lang="ko-KR" altLang="en-US" sz="700" dirty="0"/>
                        <a:t>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/>
                        <a:t>후정산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/>
                        <a:t>정상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4036582"/>
                  </a:ext>
                </a:extLst>
              </a:tr>
              <a:tr h="22419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2025-01-01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/>
                        <a:t>무신사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/>
                        <a:t>홍길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/>
                        <a:t>김인혜</a:t>
                      </a:r>
                      <a:r>
                        <a:rPr lang="en-US" altLang="ko-KR" sz="700" dirty="0"/>
                        <a:t>(051003)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EM56Q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2025-09-01~2026—09-06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FAC0244558750000</a:t>
                      </a:r>
                      <a:endParaRPr lang="ko-KR" altLang="en-US" sz="700" dirty="0"/>
                    </a:p>
                    <a:p>
                      <a:pPr algn="ctr" latinLnBrk="1"/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31,000</a:t>
                      </a:r>
                      <a:r>
                        <a:rPr lang="ko-KR" altLang="en-US" sz="700" dirty="0"/>
                        <a:t>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/>
                        <a:t>후정산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/>
                        <a:t>정상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8162997"/>
                  </a:ext>
                </a:extLst>
              </a:tr>
              <a:tr h="22419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2025-01-01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/>
                        <a:t>무신사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/>
                        <a:t>홍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/>
                        <a:t>김인혜</a:t>
                      </a:r>
                      <a:r>
                        <a:rPr lang="en-US" altLang="ko-KR" sz="700" dirty="0"/>
                        <a:t>(051003)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WN356Q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2025-09-01~2026—09-06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FAC0244558750000</a:t>
                      </a:r>
                      <a:endParaRPr lang="ko-KR" altLang="en-US" sz="700" dirty="0"/>
                    </a:p>
                    <a:p>
                      <a:pPr algn="ctr" latinLnBrk="1"/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31,000</a:t>
                      </a:r>
                      <a:r>
                        <a:rPr lang="ko-KR" altLang="en-US" sz="700" dirty="0"/>
                        <a:t>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/>
                        <a:t>후정산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/>
                        <a:t>정상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0783500"/>
                  </a:ext>
                </a:extLst>
              </a:tr>
            </a:tbl>
          </a:graphicData>
        </a:graphic>
      </p:graphicFrame>
      <p:grpSp>
        <p:nvGrpSpPr>
          <p:cNvPr id="6" name="그룹 5">
            <a:extLst>
              <a:ext uri="{FF2B5EF4-FFF2-40B4-BE49-F238E27FC236}">
                <a16:creationId xmlns:a16="http://schemas.microsoft.com/office/drawing/2014/main" id="{BFC40E81-0DEC-001D-680E-4ABC5595A52A}"/>
              </a:ext>
            </a:extLst>
          </p:cNvPr>
          <p:cNvGrpSpPr/>
          <p:nvPr/>
        </p:nvGrpSpPr>
        <p:grpSpPr>
          <a:xfrm>
            <a:off x="8019279" y="4069598"/>
            <a:ext cx="189188" cy="196103"/>
            <a:chOff x="4578106" y="1248129"/>
            <a:chExt cx="189188" cy="196103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D2C02127-4BD0-549C-3BB9-5AF6A3DF37E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8106" y="1255050"/>
              <a:ext cx="189182" cy="189182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201493C4-946B-E82D-0E75-6FF14064124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8112" y="1248129"/>
              <a:ext cx="189182" cy="189182"/>
            </a:xfrm>
            <a:prstGeom prst="rect">
              <a:avLst/>
            </a:prstGeom>
          </p:spPr>
        </p:pic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358B0FE7-5C74-4ED9-FBB7-FF0F2AFF0084}"/>
              </a:ext>
            </a:extLst>
          </p:cNvPr>
          <p:cNvGrpSpPr/>
          <p:nvPr/>
        </p:nvGrpSpPr>
        <p:grpSpPr>
          <a:xfrm>
            <a:off x="8019273" y="4385104"/>
            <a:ext cx="189188" cy="196103"/>
            <a:chOff x="4578106" y="1248129"/>
            <a:chExt cx="189188" cy="196103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E9833E87-98C3-88CB-D630-8E18051ACA0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8106" y="1255050"/>
              <a:ext cx="189182" cy="189182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5977668A-6244-73CF-69BC-B2FE2129918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8112" y="1248129"/>
              <a:ext cx="189182" cy="189182"/>
            </a:xfrm>
            <a:prstGeom prst="rect">
              <a:avLst/>
            </a:prstGeom>
          </p:spPr>
        </p:pic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A829969A-64A6-5756-5621-81F7EF8B6C3F}"/>
              </a:ext>
            </a:extLst>
          </p:cNvPr>
          <p:cNvGrpSpPr/>
          <p:nvPr/>
        </p:nvGrpSpPr>
        <p:grpSpPr>
          <a:xfrm>
            <a:off x="8019273" y="4697190"/>
            <a:ext cx="189188" cy="196103"/>
            <a:chOff x="4578106" y="1248129"/>
            <a:chExt cx="189188" cy="196103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89AD15BE-36C2-B460-943E-51765EEB480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8106" y="1255050"/>
              <a:ext cx="189182" cy="189182"/>
            </a:xfrm>
            <a:prstGeom prst="rect">
              <a:avLst/>
            </a:prstGeom>
          </p:spPr>
        </p:pic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5582FEB6-1181-673C-823F-DA8316E1F7B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8112" y="1248129"/>
              <a:ext cx="189182" cy="189182"/>
            </a:xfrm>
            <a:prstGeom prst="rect">
              <a:avLst/>
            </a:prstGeom>
          </p:spPr>
        </p:pic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EBF7AED-08C3-B757-83B7-32F5424CE5EE}"/>
              </a:ext>
            </a:extLst>
          </p:cNvPr>
          <p:cNvSpPr/>
          <p:nvPr/>
        </p:nvSpPr>
        <p:spPr>
          <a:xfrm>
            <a:off x="5473880" y="3628354"/>
            <a:ext cx="610322" cy="1156644"/>
          </a:xfrm>
          <a:prstGeom prst="rect">
            <a:avLst/>
          </a:prstGeom>
          <a:noFill/>
          <a:ln w="28575">
            <a:solidFill>
              <a:srgbClr val="F05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6">
            <a:extLst>
              <a:ext uri="{FF2B5EF4-FFF2-40B4-BE49-F238E27FC236}">
                <a16:creationId xmlns:a16="http://schemas.microsoft.com/office/drawing/2014/main" id="{70F66987-B755-1FE5-C273-C7A89C5958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8630" y="3581490"/>
            <a:ext cx="190500" cy="1905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wrap="none" lIns="36000" tIns="36000" rIns="36000" bIns="36000" anchor="ctr"/>
          <a:lstStyle>
            <a:lvl1pPr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latinLnBrk="1" hangingPunct="1"/>
            <a:r>
              <a:rPr lang="en-US" altLang="ko-KR" sz="700" dirty="0">
                <a:solidFill>
                  <a:srgbClr val="FFFFFF"/>
                </a:solidFill>
                <a:latin typeface="+mn-ea"/>
                <a:ea typeface="+mn-ea"/>
              </a:rPr>
              <a:t>3</a:t>
            </a:r>
            <a:endParaRPr lang="ko-KR" altLang="en-US" sz="700" dirty="0">
              <a:solidFill>
                <a:srgbClr val="FFFFFF"/>
              </a:solidFill>
              <a:latin typeface="+mn-ea"/>
              <a:ea typeface="+mn-ea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383AA3A-96BA-BC40-61C4-3355387B498C}"/>
              </a:ext>
            </a:extLst>
          </p:cNvPr>
          <p:cNvSpPr/>
          <p:nvPr/>
        </p:nvSpPr>
        <p:spPr>
          <a:xfrm>
            <a:off x="7713238" y="3781258"/>
            <a:ext cx="699960" cy="1182272"/>
          </a:xfrm>
          <a:prstGeom prst="rect">
            <a:avLst/>
          </a:prstGeom>
          <a:noFill/>
          <a:ln w="28575">
            <a:solidFill>
              <a:srgbClr val="F05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7A885F8-60D7-0291-D068-8604AC36235E}"/>
              </a:ext>
            </a:extLst>
          </p:cNvPr>
          <p:cNvSpPr/>
          <p:nvPr/>
        </p:nvSpPr>
        <p:spPr>
          <a:xfrm>
            <a:off x="383548" y="1237732"/>
            <a:ext cx="8029650" cy="5342132"/>
          </a:xfrm>
          <a:prstGeom prst="rect">
            <a:avLst/>
          </a:prstGeom>
          <a:solidFill>
            <a:schemeClr val="tx1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3" name="사각형: 둥근 모서리 452">
            <a:extLst>
              <a:ext uri="{FF2B5EF4-FFF2-40B4-BE49-F238E27FC236}">
                <a16:creationId xmlns:a16="http://schemas.microsoft.com/office/drawing/2014/main" id="{911264F8-DAD1-A840-68B7-5158FD54C805}"/>
              </a:ext>
            </a:extLst>
          </p:cNvPr>
          <p:cNvSpPr/>
          <p:nvPr/>
        </p:nvSpPr>
        <p:spPr>
          <a:xfrm>
            <a:off x="6985989" y="5989720"/>
            <a:ext cx="831748" cy="271574"/>
          </a:xfrm>
          <a:prstGeom prst="roundRect">
            <a:avLst/>
          </a:prstGeom>
          <a:noFill/>
          <a:ln>
            <a:solidFill>
              <a:srgbClr val="21252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취소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3092AAE-6383-49D1-8F9F-463C854C998A}"/>
              </a:ext>
            </a:extLst>
          </p:cNvPr>
          <p:cNvSpPr txBox="1"/>
          <p:nvPr/>
        </p:nvSpPr>
        <p:spPr>
          <a:xfrm>
            <a:off x="499489" y="892976"/>
            <a:ext cx="152327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나눔고딕" pitchFamily="2" charset="-127"/>
                <a:ea typeface="나눔고딕" pitchFamily="2" charset="-127"/>
              </a:rPr>
              <a:t>캐롯손해보험</a:t>
            </a:r>
            <a:r>
              <a:rPr lang="ko-KR" alt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itchFamily="2" charset="-127"/>
                <a:ea typeface="나눔고딕" pitchFamily="2" charset="-127"/>
              </a:rPr>
              <a:t> 관리자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E45E5F6-DAF7-47FB-9EED-78DC571A4E49}"/>
              </a:ext>
            </a:extLst>
          </p:cNvPr>
          <p:cNvSpPr txBox="1"/>
          <p:nvPr/>
        </p:nvSpPr>
        <p:spPr>
          <a:xfrm>
            <a:off x="2878844" y="874552"/>
            <a:ext cx="71686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>
                <a:solidFill>
                  <a:schemeClr val="bg1">
                    <a:lumMod val="50000"/>
                  </a:schemeClr>
                </a:solidFill>
                <a:latin typeface="+mj-lt"/>
                <a:ea typeface="나눔고딕" pitchFamily="2" charset="-127"/>
              </a:rPr>
              <a:t>계약내역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F9AE630-1732-4B5A-83E9-5876C4D843BA}"/>
              </a:ext>
            </a:extLst>
          </p:cNvPr>
          <p:cNvSpPr txBox="1"/>
          <p:nvPr/>
        </p:nvSpPr>
        <p:spPr>
          <a:xfrm>
            <a:off x="5550091" y="873968"/>
            <a:ext cx="55816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+mj-lt"/>
                <a:ea typeface="나눔고딕" pitchFamily="2" charset="-127"/>
              </a:rPr>
              <a:t>HELP </a:t>
            </a:r>
            <a:endParaRPr lang="ko-KR" altLang="en-US" sz="1100" dirty="0">
              <a:solidFill>
                <a:schemeClr val="bg1">
                  <a:lumMod val="50000"/>
                </a:schemeClr>
              </a:solidFill>
              <a:latin typeface="+mj-lt"/>
              <a:ea typeface="나눔고딕" pitchFamily="2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35B4F70-0561-4916-86B6-E8867633784A}"/>
              </a:ext>
            </a:extLst>
          </p:cNvPr>
          <p:cNvSpPr txBox="1"/>
          <p:nvPr/>
        </p:nvSpPr>
        <p:spPr>
          <a:xfrm>
            <a:off x="2048020" y="874552"/>
            <a:ext cx="7665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나눔고딕" pitchFamily="2" charset="-127"/>
              </a:rPr>
              <a:t>청약신청 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F890F12-269A-4BB9-8A8F-785F8223D5B0}"/>
              </a:ext>
            </a:extLst>
          </p:cNvPr>
          <p:cNvSpPr txBox="1"/>
          <p:nvPr/>
        </p:nvSpPr>
        <p:spPr>
          <a:xfrm>
            <a:off x="3701236" y="884162"/>
            <a:ext cx="93968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고객사 관리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007FC46-5430-4DA8-8BD0-C9CA85E1627F}"/>
              </a:ext>
            </a:extLst>
          </p:cNvPr>
          <p:cNvSpPr txBox="1"/>
          <p:nvPr/>
        </p:nvSpPr>
        <p:spPr>
          <a:xfrm>
            <a:off x="4705184" y="884162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보험플랜</a:t>
            </a:r>
          </a:p>
        </p:txBody>
      </p:sp>
      <p:grpSp>
        <p:nvGrpSpPr>
          <p:cNvPr id="101" name="그룹 100">
            <a:extLst>
              <a:ext uri="{FF2B5EF4-FFF2-40B4-BE49-F238E27FC236}">
                <a16:creationId xmlns:a16="http://schemas.microsoft.com/office/drawing/2014/main" id="{2139A7DC-7A24-45E4-A687-A44760C28303}"/>
              </a:ext>
            </a:extLst>
          </p:cNvPr>
          <p:cNvGrpSpPr/>
          <p:nvPr/>
        </p:nvGrpSpPr>
        <p:grpSpPr>
          <a:xfrm>
            <a:off x="1191126" y="1302840"/>
            <a:ext cx="6523452" cy="5429800"/>
            <a:chOff x="1976741" y="985820"/>
            <a:chExt cx="6523452" cy="5429800"/>
          </a:xfrm>
        </p:grpSpPr>
        <p:sp>
          <p:nvSpPr>
            <p:cNvPr id="102" name="직사각형 101">
              <a:extLst>
                <a:ext uri="{FF2B5EF4-FFF2-40B4-BE49-F238E27FC236}">
                  <a16:creationId xmlns:a16="http://schemas.microsoft.com/office/drawing/2014/main" id="{EB25CF1A-5675-4EF3-8A8D-2DB78BB3C823}"/>
                </a:ext>
              </a:extLst>
            </p:cNvPr>
            <p:cNvSpPr/>
            <p:nvPr/>
          </p:nvSpPr>
          <p:spPr>
            <a:xfrm>
              <a:off x="2124057" y="1733673"/>
              <a:ext cx="6374796" cy="4681947"/>
            </a:xfrm>
            <a:prstGeom prst="rect">
              <a:avLst/>
            </a:prstGeom>
            <a:solidFill>
              <a:schemeClr val="bg1"/>
            </a:solidFill>
            <a:ln w="3175" algn="ctr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</p:spPr>
          <p:txBody>
            <a:bodyPr wrap="none" lIns="80788" tIns="40395" rIns="80788" bIns="40395" rtlCol="0" anchor="t"/>
            <a:lstStyle/>
            <a:p>
              <a:endParaRPr lang="en-US" altLang="ko-KR" sz="1100" b="1" dirty="0"/>
            </a:p>
            <a:p>
              <a:r>
                <a:rPr lang="ko-KR" altLang="en-US" sz="1100" b="1" dirty="0"/>
                <a:t>발신자</a:t>
              </a:r>
              <a:r>
                <a:rPr lang="en-US" altLang="ko-KR" sz="1100" b="1" dirty="0"/>
                <a:t>:</a:t>
              </a:r>
            </a:p>
            <a:p>
              <a:endParaRPr lang="en-US" altLang="ko-KR" sz="1100" b="1" dirty="0"/>
            </a:p>
            <a:p>
              <a:r>
                <a:rPr lang="ko-KR" altLang="en-US" sz="1100" b="1" dirty="0"/>
                <a:t>수신자</a:t>
              </a:r>
              <a:r>
                <a:rPr lang="ko-KR" altLang="en-US" sz="1100" dirty="0"/>
                <a:t>: </a:t>
              </a:r>
              <a:r>
                <a:rPr lang="ko-KR" altLang="en-US" sz="1100" dirty="0" err="1"/>
                <a:t>carro</a:t>
              </a:r>
              <a:r>
                <a:rPr lang="en-US" altLang="ko-KR" sz="1100" dirty="0"/>
                <a:t>tins</a:t>
              </a:r>
              <a:r>
                <a:rPr lang="ko-KR" altLang="en-US" sz="1100" dirty="0"/>
                <a:t>@carrotins.com</a:t>
              </a:r>
            </a:p>
            <a:p>
              <a:endParaRPr lang="en-US" altLang="ko-KR" sz="1100" b="1" dirty="0"/>
            </a:p>
            <a:p>
              <a:r>
                <a:rPr lang="ko-KR" altLang="en-US" sz="1100" b="1" dirty="0"/>
                <a:t>참조</a:t>
              </a:r>
              <a:r>
                <a:rPr lang="ko-KR" altLang="en-US" sz="1100" dirty="0"/>
                <a:t>:</a:t>
              </a:r>
              <a:endParaRPr lang="en-US" altLang="ko-KR" sz="1100" dirty="0"/>
            </a:p>
            <a:p>
              <a:endParaRPr lang="en-US" altLang="ko-KR" sz="1100" b="1" dirty="0"/>
            </a:p>
            <a:p>
              <a:r>
                <a:rPr lang="ko-KR" altLang="en-US" sz="1100" b="1" dirty="0"/>
                <a:t>제목</a:t>
              </a:r>
              <a:r>
                <a:rPr lang="ko-KR" altLang="en-US" sz="1100" dirty="0"/>
                <a:t>: </a:t>
              </a:r>
            </a:p>
            <a:p>
              <a:r>
                <a:rPr lang="ko-KR" altLang="en-US" sz="1100" dirty="0"/>
                <a:t>                                                                   </a:t>
              </a:r>
            </a:p>
            <a:p>
              <a:r>
                <a:rPr lang="ko-KR" altLang="en-US" sz="1100" b="1" dirty="0"/>
                <a:t>본문:                                                            </a:t>
              </a:r>
            </a:p>
            <a:p>
              <a:endParaRPr lang="en-US" altLang="ko-KR" sz="1100" dirty="0"/>
            </a:p>
            <a:p>
              <a:endParaRPr lang="en-US" altLang="ko-KR" sz="1100" dirty="0"/>
            </a:p>
            <a:p>
              <a:endParaRPr lang="en-US" altLang="ko-KR" sz="1100" dirty="0"/>
            </a:p>
            <a:p>
              <a:endParaRPr lang="en-US" altLang="ko-KR" sz="1100" dirty="0"/>
            </a:p>
            <a:p>
              <a:endParaRPr lang="en-US" altLang="ko-KR" sz="1100" dirty="0"/>
            </a:p>
            <a:p>
              <a:endParaRPr lang="en-US" altLang="ko-KR" sz="1100" dirty="0"/>
            </a:p>
            <a:p>
              <a:endParaRPr lang="en-US" altLang="ko-KR" sz="1100" dirty="0"/>
            </a:p>
            <a:p>
              <a:endParaRPr lang="en-US" altLang="ko-KR" sz="1100" dirty="0"/>
            </a:p>
            <a:p>
              <a:endParaRPr lang="en-US" altLang="ko-KR" sz="1100" dirty="0"/>
            </a:p>
            <a:p>
              <a:endParaRPr lang="en-US" altLang="ko-KR" sz="1100" dirty="0"/>
            </a:p>
          </p:txBody>
        </p:sp>
        <p:sp>
          <p:nvSpPr>
            <p:cNvPr id="103" name="직사각형 102">
              <a:extLst>
                <a:ext uri="{FF2B5EF4-FFF2-40B4-BE49-F238E27FC236}">
                  <a16:creationId xmlns:a16="http://schemas.microsoft.com/office/drawing/2014/main" id="{A75FE8A8-F0DA-4E58-AC60-A3043B68C0A1}"/>
                </a:ext>
              </a:extLst>
            </p:cNvPr>
            <p:cNvSpPr/>
            <p:nvPr/>
          </p:nvSpPr>
          <p:spPr>
            <a:xfrm>
              <a:off x="2119352" y="985820"/>
              <a:ext cx="3222732" cy="385018"/>
            </a:xfrm>
            <a:prstGeom prst="rect">
              <a:avLst/>
            </a:prstGeom>
            <a:solidFill>
              <a:schemeClr val="bg1"/>
            </a:solidFill>
            <a:ln w="317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80788" tIns="40395" rIns="80788" bIns="40395" rtlCol="0" anchor="ctr"/>
            <a:lstStyle/>
            <a:p>
              <a:pPr algn="ctr"/>
              <a:r>
                <a:rPr lang="ko-KR" altLang="en-US" sz="1100" b="1" dirty="0"/>
                <a:t>메일보내기</a:t>
              </a:r>
            </a:p>
          </p:txBody>
        </p:sp>
        <p:sp>
          <p:nvSpPr>
            <p:cNvPr id="104" name="사각형: 둥근 모서리 103">
              <a:extLst>
                <a:ext uri="{FF2B5EF4-FFF2-40B4-BE49-F238E27FC236}">
                  <a16:creationId xmlns:a16="http://schemas.microsoft.com/office/drawing/2014/main" id="{B7FD78E4-0482-4A21-A747-2D40B6CDCB13}"/>
                </a:ext>
              </a:extLst>
            </p:cNvPr>
            <p:cNvSpPr/>
            <p:nvPr/>
          </p:nvSpPr>
          <p:spPr>
            <a:xfrm rot="10800000" flipV="1">
              <a:off x="2690237" y="3249786"/>
              <a:ext cx="4203833" cy="2131741"/>
            </a:xfrm>
            <a:prstGeom prst="roundRect">
              <a:avLst>
                <a:gd name="adj" fmla="val 4394"/>
              </a:avLst>
            </a:prstGeom>
            <a:solidFill>
              <a:schemeClr val="bg1"/>
            </a:solidFill>
            <a:ln>
              <a:solidFill>
                <a:srgbClr val="2125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altLang="ko-KR" sz="1100" dirty="0">
                <a:solidFill>
                  <a:schemeClr val="tx1"/>
                </a:solidFill>
              </a:endParaRPr>
            </a:p>
            <a:p>
              <a:r>
                <a:rPr lang="ko-KR" altLang="en-US" sz="1100" dirty="0">
                  <a:solidFill>
                    <a:schemeClr val="tx1"/>
                  </a:solidFill>
                </a:rPr>
                <a:t>안녕하세요, </a:t>
              </a:r>
              <a:r>
                <a:rPr lang="ko-KR" altLang="en-US" sz="1100" dirty="0" err="1">
                  <a:solidFill>
                    <a:schemeClr val="tx1"/>
                  </a:solidFill>
                </a:rPr>
                <a:t>캐롯</a:t>
              </a:r>
              <a:r>
                <a:rPr lang="ko-KR" altLang="en-US" sz="1100" dirty="0">
                  <a:solidFill>
                    <a:schemeClr val="tx1"/>
                  </a:solidFill>
                </a:rPr>
                <a:t> 여행자보험 담당자님.                          </a:t>
              </a:r>
            </a:p>
            <a:p>
              <a:r>
                <a:rPr lang="ko-KR" altLang="en-US" sz="1100" dirty="0">
                  <a:solidFill>
                    <a:schemeClr val="tx1"/>
                  </a:solidFill>
                </a:rPr>
                <a:t>아래 </a:t>
              </a:r>
              <a:r>
                <a:rPr lang="ko-KR" altLang="en-US" sz="1100" dirty="0" err="1">
                  <a:solidFill>
                    <a:schemeClr val="tx1"/>
                  </a:solidFill>
                </a:rPr>
                <a:t>계약건에</a:t>
              </a:r>
              <a:r>
                <a:rPr lang="ko-KR" altLang="en-US" sz="1100" dirty="0">
                  <a:solidFill>
                    <a:schemeClr val="tx1"/>
                  </a:solidFill>
                </a:rPr>
                <a:t> 대해 보험기간 변경 </a:t>
              </a:r>
              <a:r>
                <a:rPr lang="ko-KR" altLang="en-US" sz="1100" dirty="0" err="1">
                  <a:solidFill>
                    <a:schemeClr val="tx1"/>
                  </a:solidFill>
                </a:rPr>
                <a:t>요청드립니다</a:t>
              </a:r>
              <a:r>
                <a:rPr lang="ko-KR" altLang="en-US" sz="1100" dirty="0">
                  <a:solidFill>
                    <a:schemeClr val="tx1"/>
                  </a:solidFill>
                </a:rPr>
                <a:t>.               </a:t>
              </a:r>
            </a:p>
            <a:p>
              <a:r>
                <a:rPr lang="ko-KR" altLang="en-US" sz="1100" dirty="0">
                  <a:solidFill>
                    <a:schemeClr val="tx1"/>
                  </a:solidFill>
                </a:rPr>
                <a:t>                                                                   </a:t>
              </a:r>
            </a:p>
            <a:p>
              <a:r>
                <a:rPr lang="ko-KR" altLang="en-US" sz="1100" dirty="0">
                  <a:solidFill>
                    <a:schemeClr val="tx1"/>
                  </a:solidFill>
                </a:rPr>
                <a:t>    • 계약자: </a:t>
              </a:r>
              <a:r>
                <a:rPr lang="en-US" altLang="ko-KR" sz="1100" dirty="0">
                  <a:solidFill>
                    <a:schemeClr val="tx1"/>
                  </a:solidFill>
                </a:rPr>
                <a:t>{</a:t>
              </a:r>
              <a:r>
                <a:rPr lang="ko-KR" altLang="en-US" sz="1100" dirty="0">
                  <a:solidFill>
                    <a:schemeClr val="tx1"/>
                  </a:solidFill>
                </a:rPr>
                <a:t>계약자명</a:t>
              </a:r>
              <a:r>
                <a:rPr lang="en-US" altLang="ko-KR" sz="1100" dirty="0">
                  <a:solidFill>
                    <a:schemeClr val="tx1"/>
                  </a:solidFill>
                </a:rPr>
                <a:t>}</a:t>
              </a:r>
              <a:br>
                <a:rPr lang="en-US" altLang="ko-KR" sz="1100" dirty="0">
                  <a:solidFill>
                    <a:schemeClr val="tx1"/>
                  </a:solidFill>
                </a:rPr>
              </a:br>
              <a:r>
                <a:rPr lang="ko-KR" altLang="en-US" sz="1100" dirty="0">
                  <a:solidFill>
                    <a:schemeClr val="tx1"/>
                  </a:solidFill>
                </a:rPr>
                <a:t>    • 증권번호: </a:t>
              </a:r>
              <a:r>
                <a:rPr lang="en-US" altLang="ko-KR" sz="1100" dirty="0">
                  <a:solidFill>
                    <a:schemeClr val="tx1"/>
                  </a:solidFill>
                </a:rPr>
                <a:t>{</a:t>
              </a:r>
              <a:r>
                <a:rPr lang="ko-KR" altLang="en-US" sz="1100" dirty="0">
                  <a:solidFill>
                    <a:schemeClr val="tx1"/>
                  </a:solidFill>
                </a:rPr>
                <a:t>증권번호</a:t>
              </a:r>
              <a:r>
                <a:rPr lang="en-US" altLang="ko-KR" sz="1100" dirty="0">
                  <a:solidFill>
                    <a:schemeClr val="tx1"/>
                  </a:solidFill>
                </a:rPr>
                <a:t>}</a:t>
              </a:r>
            </a:p>
            <a:p>
              <a:r>
                <a:rPr lang="en-US" altLang="ko-KR" sz="1100" dirty="0">
                  <a:solidFill>
                    <a:schemeClr val="tx1"/>
                  </a:solidFill>
                </a:rPr>
                <a:t>    </a:t>
              </a:r>
              <a:r>
                <a:rPr lang="ko-KR" altLang="en-US" sz="1100" dirty="0">
                  <a:solidFill>
                    <a:schemeClr val="tx1"/>
                  </a:solidFill>
                </a:rPr>
                <a:t>• 플랜: </a:t>
              </a:r>
              <a:r>
                <a:rPr lang="en-US" altLang="ko-KR" sz="1100" dirty="0">
                  <a:solidFill>
                    <a:schemeClr val="tx1"/>
                  </a:solidFill>
                </a:rPr>
                <a:t>{</a:t>
              </a:r>
              <a:r>
                <a:rPr lang="ko-KR" altLang="en-US" sz="1100" dirty="0">
                  <a:solidFill>
                    <a:schemeClr val="tx1"/>
                  </a:solidFill>
                </a:rPr>
                <a:t>계약보험플랜</a:t>
              </a:r>
              <a:r>
                <a:rPr lang="en-US" altLang="ko-KR" sz="1100" dirty="0">
                  <a:solidFill>
                    <a:schemeClr val="tx1"/>
                  </a:solidFill>
                </a:rPr>
                <a:t>}</a:t>
              </a:r>
              <a:br>
                <a:rPr lang="en-US" altLang="ko-KR" sz="1100" dirty="0">
                  <a:solidFill>
                    <a:schemeClr val="tx1"/>
                  </a:solidFill>
                </a:rPr>
              </a:br>
              <a:r>
                <a:rPr lang="ko-KR" altLang="en-US" sz="1100" dirty="0">
                  <a:solidFill>
                    <a:schemeClr val="tx1"/>
                  </a:solidFill>
                </a:rPr>
                <a:t>    • 납입보험료: </a:t>
              </a:r>
              <a:r>
                <a:rPr lang="en-US" altLang="ko-KR" sz="1100" dirty="0">
                  <a:solidFill>
                    <a:schemeClr val="tx1"/>
                  </a:solidFill>
                </a:rPr>
                <a:t>{</a:t>
              </a:r>
              <a:r>
                <a:rPr lang="ko-KR" altLang="en-US" sz="1100" dirty="0">
                  <a:solidFill>
                    <a:schemeClr val="tx1"/>
                  </a:solidFill>
                </a:rPr>
                <a:t>납입보험료</a:t>
              </a:r>
              <a:r>
                <a:rPr lang="en-US" altLang="ko-KR" sz="1100" dirty="0">
                  <a:solidFill>
                    <a:schemeClr val="tx1"/>
                  </a:solidFill>
                </a:rPr>
                <a:t>}</a:t>
              </a:r>
              <a:br>
                <a:rPr lang="en-US" altLang="ko-KR" sz="1100" dirty="0">
                  <a:solidFill>
                    <a:schemeClr val="tx1"/>
                  </a:solidFill>
                </a:rPr>
              </a:br>
              <a:r>
                <a:rPr lang="ko-KR" altLang="en-US" sz="1100" dirty="0">
                  <a:solidFill>
                    <a:schemeClr val="tx1"/>
                  </a:solidFill>
                </a:rPr>
                <a:t>    • 결제방법: </a:t>
              </a:r>
              <a:r>
                <a:rPr lang="en-US" altLang="ko-KR" sz="1100" dirty="0">
                  <a:solidFill>
                    <a:schemeClr val="tx1"/>
                  </a:solidFill>
                </a:rPr>
                <a:t>{</a:t>
              </a:r>
              <a:r>
                <a:rPr lang="ko-KR" altLang="en-US" sz="1100" dirty="0">
                  <a:solidFill>
                    <a:schemeClr val="tx1"/>
                  </a:solidFill>
                </a:rPr>
                <a:t>결제방법</a:t>
              </a:r>
              <a:r>
                <a:rPr lang="en-US" altLang="ko-KR" sz="1100" dirty="0">
                  <a:solidFill>
                    <a:schemeClr val="tx1"/>
                  </a:solidFill>
                </a:rPr>
                <a:t>}</a:t>
              </a:r>
              <a:r>
                <a:rPr lang="ko-KR" altLang="en-US" sz="1100" dirty="0">
                  <a:solidFill>
                    <a:schemeClr val="tx1"/>
                  </a:solidFill>
                </a:rPr>
                <a:t>                              </a:t>
              </a:r>
            </a:p>
            <a:p>
              <a:r>
                <a:rPr lang="ko-KR" altLang="en-US" sz="1100" dirty="0">
                  <a:solidFill>
                    <a:schemeClr val="tx1"/>
                  </a:solidFill>
                </a:rPr>
                <a:t>    • 기존 보험기간: </a:t>
              </a:r>
              <a:r>
                <a:rPr lang="en-US" altLang="ko-KR" sz="1100" dirty="0">
                  <a:solidFill>
                    <a:schemeClr val="tx1"/>
                  </a:solidFill>
                </a:rPr>
                <a:t>{</a:t>
              </a:r>
              <a:r>
                <a:rPr lang="ko-KR" altLang="en-US" sz="1100" dirty="0">
                  <a:solidFill>
                    <a:schemeClr val="tx1"/>
                  </a:solidFill>
                </a:rPr>
                <a:t>신청기간</a:t>
              </a:r>
              <a:r>
                <a:rPr lang="en-US" altLang="ko-KR" sz="1100" dirty="0">
                  <a:solidFill>
                    <a:schemeClr val="tx1"/>
                  </a:solidFill>
                </a:rPr>
                <a:t>}</a:t>
              </a:r>
              <a:r>
                <a:rPr lang="ko-KR" altLang="en-US" sz="1100" dirty="0">
                  <a:solidFill>
                    <a:schemeClr val="tx1"/>
                  </a:solidFill>
                </a:rPr>
                <a:t>                       </a:t>
              </a:r>
            </a:p>
            <a:p>
              <a:r>
                <a:rPr lang="ko-KR" altLang="en-US" sz="1100" dirty="0">
                  <a:solidFill>
                    <a:schemeClr val="tx1"/>
                  </a:solidFill>
                </a:rPr>
                <a:t>    • 요청 변경기간: </a:t>
              </a:r>
              <a:endParaRPr lang="en-US" altLang="ko-KR" sz="1100" dirty="0">
                <a:solidFill>
                  <a:schemeClr val="tx1"/>
                </a:solidFill>
              </a:endParaRPr>
            </a:p>
            <a:p>
              <a:r>
                <a:rPr lang="ko-KR" altLang="en-US" sz="1100" dirty="0">
                  <a:solidFill>
                    <a:schemeClr val="tx1"/>
                  </a:solidFill>
                </a:rPr>
                <a:t>확인 부탁드립니다. 감사합니다</a:t>
              </a:r>
              <a:endParaRPr kumimoji="1" lang="ko-KR" altLang="en-US" sz="1100" kern="0" dirty="0">
                <a:solidFill>
                  <a:schemeClr val="tx1"/>
                </a:solidFill>
                <a:latin typeface="Calibri" panose="020F0502020204030204"/>
                <a:ea typeface="맑은 고딕" charset="-127"/>
              </a:endParaRPr>
            </a:p>
            <a:p>
              <a:endParaRPr lang="ko-KR" altLang="en-US" sz="1100" dirty="0">
                <a:solidFill>
                  <a:schemeClr val="tx1"/>
                </a:solidFill>
              </a:endParaRPr>
            </a:p>
            <a:p>
              <a:pPr algn="ctr"/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105" name="사각형: 둥근 모서리 104">
              <a:extLst>
                <a:ext uri="{FF2B5EF4-FFF2-40B4-BE49-F238E27FC236}">
                  <a16:creationId xmlns:a16="http://schemas.microsoft.com/office/drawing/2014/main" id="{0917E7BE-D78E-4246-8F19-7D25A787F2B8}"/>
                </a:ext>
              </a:extLst>
            </p:cNvPr>
            <p:cNvSpPr/>
            <p:nvPr/>
          </p:nvSpPr>
          <p:spPr>
            <a:xfrm rot="10800000" flipV="1">
              <a:off x="2694154" y="2843828"/>
              <a:ext cx="4205775" cy="280587"/>
            </a:xfrm>
            <a:prstGeom prst="roundRect">
              <a:avLst>
                <a:gd name="adj" fmla="val 4394"/>
              </a:avLst>
            </a:prstGeom>
            <a:solidFill>
              <a:schemeClr val="bg1"/>
            </a:solidFill>
            <a:ln>
              <a:solidFill>
                <a:srgbClr val="2125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altLang="ko-KR" sz="1100" dirty="0">
                <a:solidFill>
                  <a:schemeClr val="tx1"/>
                </a:solidFill>
              </a:endParaRPr>
            </a:p>
            <a:p>
              <a:r>
                <a:rPr lang="ko-KR" altLang="en-US" sz="1100" dirty="0">
                  <a:solidFill>
                    <a:schemeClr val="tx1"/>
                  </a:solidFill>
                </a:rPr>
                <a:t>[보험기간 변경 요청] </a:t>
              </a:r>
              <a:r>
                <a:rPr lang="en-US" altLang="ko-KR" sz="1100" dirty="0">
                  <a:solidFill>
                    <a:schemeClr val="tx1"/>
                  </a:solidFill>
                </a:rPr>
                <a:t>{</a:t>
              </a:r>
              <a:r>
                <a:rPr lang="ko-KR" altLang="en-US" sz="1100" dirty="0">
                  <a:solidFill>
                    <a:schemeClr val="tx1"/>
                  </a:solidFill>
                </a:rPr>
                <a:t>고객명</a:t>
              </a:r>
              <a:r>
                <a:rPr lang="en-US" altLang="ko-KR" sz="1100" dirty="0">
                  <a:solidFill>
                    <a:schemeClr val="tx1"/>
                  </a:solidFill>
                </a:rPr>
                <a:t>}</a:t>
              </a:r>
              <a:r>
                <a:rPr lang="ko-KR" altLang="en-US" sz="1100" dirty="0">
                  <a:solidFill>
                    <a:schemeClr val="tx1"/>
                  </a:solidFill>
                </a:rPr>
                <a:t> </a:t>
              </a:r>
              <a:r>
                <a:rPr lang="ko-KR" altLang="en-US" sz="1100" dirty="0" err="1">
                  <a:solidFill>
                    <a:schemeClr val="tx1"/>
                  </a:solidFill>
                </a:rPr>
                <a:t>계약건</a:t>
              </a:r>
              <a:r>
                <a:rPr lang="ko-KR" altLang="en-US" sz="1100" dirty="0">
                  <a:solidFill>
                    <a:schemeClr val="tx1"/>
                  </a:solidFill>
                </a:rPr>
                <a:t> </a:t>
              </a:r>
              <a:r>
                <a:rPr lang="en-US" altLang="ko-KR" sz="1100" dirty="0">
                  <a:solidFill>
                    <a:schemeClr val="tx1"/>
                  </a:solidFill>
                </a:rPr>
                <a:t>{</a:t>
              </a:r>
              <a:r>
                <a:rPr lang="ko-KR" altLang="en-US" sz="1100" dirty="0">
                  <a:solidFill>
                    <a:schemeClr val="tx1"/>
                  </a:solidFill>
                </a:rPr>
                <a:t>신청일</a:t>
              </a:r>
              <a:r>
                <a:rPr lang="en-US" altLang="ko-KR" sz="1100" dirty="0">
                  <a:solidFill>
                    <a:schemeClr val="tx1"/>
                  </a:solidFill>
                </a:rPr>
                <a:t>}</a:t>
              </a:r>
              <a:r>
                <a:rPr lang="ko-KR" altLang="en-US" sz="1100" dirty="0">
                  <a:solidFill>
                    <a:schemeClr val="tx1"/>
                  </a:solidFill>
                </a:rPr>
                <a:t>)</a:t>
              </a:r>
            </a:p>
            <a:p>
              <a:pPr algn="ctr"/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106" name="사각형: 둥근 모서리 105">
              <a:extLst>
                <a:ext uri="{FF2B5EF4-FFF2-40B4-BE49-F238E27FC236}">
                  <a16:creationId xmlns:a16="http://schemas.microsoft.com/office/drawing/2014/main" id="{5E3ED683-0F18-4178-A3A1-7F823B8BCD12}"/>
                </a:ext>
              </a:extLst>
            </p:cNvPr>
            <p:cNvSpPr/>
            <p:nvPr/>
          </p:nvSpPr>
          <p:spPr>
            <a:xfrm rot="10800000" flipV="1">
              <a:off x="2694154" y="2511597"/>
              <a:ext cx="4205775" cy="280587"/>
            </a:xfrm>
            <a:prstGeom prst="roundRect">
              <a:avLst>
                <a:gd name="adj" fmla="val 4394"/>
              </a:avLst>
            </a:prstGeom>
            <a:solidFill>
              <a:schemeClr val="bg1"/>
            </a:solidFill>
            <a:ln>
              <a:solidFill>
                <a:srgbClr val="2125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100" dirty="0" err="1">
                  <a:solidFill>
                    <a:schemeClr val="tx1"/>
                  </a:solidFill>
                </a:rPr>
                <a:t>btms</a:t>
              </a:r>
              <a:r>
                <a:rPr lang="ko-KR" altLang="en-US" sz="1100" dirty="0">
                  <a:solidFill>
                    <a:schemeClr val="tx1"/>
                  </a:solidFill>
                </a:rPr>
                <a:t>@</a:t>
              </a:r>
              <a:r>
                <a:rPr lang="en-US" altLang="ko-KR" sz="1100" dirty="0">
                  <a:solidFill>
                    <a:schemeClr val="tx1"/>
                  </a:solidFill>
                </a:rPr>
                <a:t>smtown.com</a:t>
              </a:r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107" name="사각형: 둥근 모서리 106">
              <a:extLst>
                <a:ext uri="{FF2B5EF4-FFF2-40B4-BE49-F238E27FC236}">
                  <a16:creationId xmlns:a16="http://schemas.microsoft.com/office/drawing/2014/main" id="{113A0EBB-0867-4277-8300-A4BC6CFAF369}"/>
                </a:ext>
              </a:extLst>
            </p:cNvPr>
            <p:cNvSpPr/>
            <p:nvPr/>
          </p:nvSpPr>
          <p:spPr>
            <a:xfrm rot="10800000" flipV="1">
              <a:off x="2688297" y="2175380"/>
              <a:ext cx="4205775" cy="280587"/>
            </a:xfrm>
            <a:prstGeom prst="roundRect">
              <a:avLst>
                <a:gd name="adj" fmla="val 4394"/>
              </a:avLst>
            </a:prstGeom>
            <a:solidFill>
              <a:schemeClr val="bg1"/>
            </a:solidFill>
            <a:ln>
              <a:solidFill>
                <a:srgbClr val="2125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100" dirty="0" err="1">
                  <a:solidFill>
                    <a:schemeClr val="tx1"/>
                  </a:solidFill>
                </a:rPr>
                <a:t>carro</a:t>
              </a:r>
              <a:r>
                <a:rPr lang="en-US" altLang="ko-KR" sz="1100" dirty="0">
                  <a:solidFill>
                    <a:schemeClr val="tx1"/>
                  </a:solidFill>
                </a:rPr>
                <a:t>tins</a:t>
              </a:r>
              <a:r>
                <a:rPr lang="ko-KR" altLang="en-US" sz="1100" dirty="0">
                  <a:solidFill>
                    <a:schemeClr val="tx1"/>
                  </a:solidFill>
                </a:rPr>
                <a:t>@carrotins.com</a:t>
              </a:r>
            </a:p>
          </p:txBody>
        </p:sp>
        <p:sp>
          <p:nvSpPr>
            <p:cNvPr id="108" name="사각형: 둥근 모서리 107">
              <a:extLst>
                <a:ext uri="{FF2B5EF4-FFF2-40B4-BE49-F238E27FC236}">
                  <a16:creationId xmlns:a16="http://schemas.microsoft.com/office/drawing/2014/main" id="{AC337B2A-6FF3-4E65-8810-F04F4DDBF7E9}"/>
                </a:ext>
              </a:extLst>
            </p:cNvPr>
            <p:cNvSpPr/>
            <p:nvPr/>
          </p:nvSpPr>
          <p:spPr>
            <a:xfrm>
              <a:off x="6241517" y="5982857"/>
              <a:ext cx="960998" cy="271574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b="1" dirty="0"/>
                <a:t>보내기</a:t>
              </a:r>
            </a:p>
          </p:txBody>
        </p:sp>
        <p:sp>
          <p:nvSpPr>
            <p:cNvPr id="109" name="사각형: 둥근 모서리 108">
              <a:extLst>
                <a:ext uri="{FF2B5EF4-FFF2-40B4-BE49-F238E27FC236}">
                  <a16:creationId xmlns:a16="http://schemas.microsoft.com/office/drawing/2014/main" id="{3E222208-3616-465B-9844-EE160BE6B586}"/>
                </a:ext>
              </a:extLst>
            </p:cNvPr>
            <p:cNvSpPr/>
            <p:nvPr/>
          </p:nvSpPr>
          <p:spPr>
            <a:xfrm>
              <a:off x="7460864" y="5999147"/>
              <a:ext cx="831748" cy="271574"/>
            </a:xfrm>
            <a:prstGeom prst="roundRect">
              <a:avLst/>
            </a:prstGeom>
            <a:noFill/>
            <a:ln>
              <a:solidFill>
                <a:srgbClr val="2125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b="1" dirty="0">
                  <a:solidFill>
                    <a:schemeClr val="tx1"/>
                  </a:solidFill>
                </a:rPr>
                <a:t>취소</a:t>
              </a:r>
            </a:p>
          </p:txBody>
        </p:sp>
        <p:sp>
          <p:nvSpPr>
            <p:cNvPr id="110" name="타원 6">
              <a:extLst>
                <a:ext uri="{FF2B5EF4-FFF2-40B4-BE49-F238E27FC236}">
                  <a16:creationId xmlns:a16="http://schemas.microsoft.com/office/drawing/2014/main" id="{24195F43-8239-42D3-9780-096C279CCF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6991" y="2227599"/>
              <a:ext cx="190500" cy="1905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none" lIns="36000" tIns="36000" rIns="36000" bIns="36000" anchor="ctr"/>
            <a:lstStyle>
              <a:lvl1pPr>
                <a:defRPr kumimoji="1" sz="800" b="1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defRPr>
              </a:lvl1pPr>
              <a:lvl2pPr marL="742950" indent="-285750">
                <a:defRPr kumimoji="1" sz="800" b="1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defRPr>
              </a:lvl2pPr>
              <a:lvl3pPr marL="1143000" indent="-228600">
                <a:defRPr kumimoji="1" sz="800" b="1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defRPr>
              </a:lvl3pPr>
              <a:lvl4pPr marL="1600200" indent="-228600">
                <a:defRPr kumimoji="1" sz="800" b="1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defRPr>
              </a:lvl4pPr>
              <a:lvl5pPr marL="2057400" indent="-228600">
                <a:defRPr kumimoji="1" sz="800" b="1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defRPr>
              </a:lvl9pPr>
            </a:lstStyle>
            <a:p>
              <a:pPr algn="ctr" eaLnBrk="1" latinLnBrk="1" hangingPunct="1"/>
              <a:r>
                <a:rPr lang="en-US" altLang="ko-KR" sz="700" dirty="0">
                  <a:solidFill>
                    <a:srgbClr val="FFFFFF"/>
                  </a:solidFill>
                  <a:latin typeface="+mn-ea"/>
                  <a:ea typeface="+mn-ea"/>
                </a:rPr>
                <a:t>2</a:t>
              </a:r>
              <a:endParaRPr lang="ko-KR" altLang="en-US" sz="700" dirty="0">
                <a:solidFill>
                  <a:srgbClr val="FFFFFF"/>
                </a:solidFill>
                <a:latin typeface="+mn-ea"/>
                <a:ea typeface="+mn-ea"/>
              </a:endParaRPr>
            </a:p>
          </p:txBody>
        </p:sp>
        <p:sp>
          <p:nvSpPr>
            <p:cNvPr id="111" name="타원 6">
              <a:extLst>
                <a:ext uri="{FF2B5EF4-FFF2-40B4-BE49-F238E27FC236}">
                  <a16:creationId xmlns:a16="http://schemas.microsoft.com/office/drawing/2014/main" id="{3EF906F9-E97E-4FD5-95A8-37F0BB5A49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3395" y="2561126"/>
              <a:ext cx="190500" cy="1905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none" lIns="36000" tIns="36000" rIns="36000" bIns="36000" anchor="ctr"/>
            <a:lstStyle>
              <a:lvl1pPr>
                <a:defRPr kumimoji="1" sz="800" b="1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defRPr>
              </a:lvl1pPr>
              <a:lvl2pPr marL="742950" indent="-285750">
                <a:defRPr kumimoji="1" sz="800" b="1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defRPr>
              </a:lvl2pPr>
              <a:lvl3pPr marL="1143000" indent="-228600">
                <a:defRPr kumimoji="1" sz="800" b="1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defRPr>
              </a:lvl3pPr>
              <a:lvl4pPr marL="1600200" indent="-228600">
                <a:defRPr kumimoji="1" sz="800" b="1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defRPr>
              </a:lvl4pPr>
              <a:lvl5pPr marL="2057400" indent="-228600">
                <a:defRPr kumimoji="1" sz="800" b="1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defRPr>
              </a:lvl9pPr>
            </a:lstStyle>
            <a:p>
              <a:pPr algn="ctr" eaLnBrk="1" latinLnBrk="1" hangingPunct="1"/>
              <a:r>
                <a:rPr lang="en-US" altLang="ko-KR" sz="700" dirty="0">
                  <a:solidFill>
                    <a:srgbClr val="FFFFFF"/>
                  </a:solidFill>
                  <a:latin typeface="+mn-ea"/>
                  <a:ea typeface="+mn-ea"/>
                </a:rPr>
                <a:t>3</a:t>
              </a:r>
              <a:endParaRPr lang="ko-KR" altLang="en-US" sz="700" dirty="0">
                <a:solidFill>
                  <a:srgbClr val="FFFFFF"/>
                </a:solidFill>
                <a:latin typeface="+mn-ea"/>
                <a:ea typeface="+mn-ea"/>
              </a:endParaRPr>
            </a:p>
          </p:txBody>
        </p:sp>
        <p:sp>
          <p:nvSpPr>
            <p:cNvPr id="112" name="타원 6">
              <a:extLst>
                <a:ext uri="{FF2B5EF4-FFF2-40B4-BE49-F238E27FC236}">
                  <a16:creationId xmlns:a16="http://schemas.microsoft.com/office/drawing/2014/main" id="{8D187F9A-6BE4-4714-B1D2-E132394232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5995" y="2896937"/>
              <a:ext cx="190500" cy="1905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none" lIns="36000" tIns="36000" rIns="36000" bIns="36000" anchor="ctr"/>
            <a:lstStyle>
              <a:lvl1pPr>
                <a:defRPr kumimoji="1" sz="800" b="1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defRPr>
              </a:lvl1pPr>
              <a:lvl2pPr marL="742950" indent="-285750">
                <a:defRPr kumimoji="1" sz="800" b="1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defRPr>
              </a:lvl2pPr>
              <a:lvl3pPr marL="1143000" indent="-228600">
                <a:defRPr kumimoji="1" sz="800" b="1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defRPr>
              </a:lvl3pPr>
              <a:lvl4pPr marL="1600200" indent="-228600">
                <a:defRPr kumimoji="1" sz="800" b="1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defRPr>
              </a:lvl4pPr>
              <a:lvl5pPr marL="2057400" indent="-228600">
                <a:defRPr kumimoji="1" sz="800" b="1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defRPr>
              </a:lvl9pPr>
            </a:lstStyle>
            <a:p>
              <a:pPr algn="ctr" eaLnBrk="1" latinLnBrk="1" hangingPunct="1"/>
              <a:r>
                <a:rPr lang="en-US" altLang="ko-KR" sz="700" dirty="0">
                  <a:solidFill>
                    <a:srgbClr val="FFFFFF"/>
                  </a:solidFill>
                  <a:latin typeface="+mn-ea"/>
                  <a:ea typeface="+mn-ea"/>
                </a:rPr>
                <a:t>4</a:t>
              </a:r>
              <a:endParaRPr lang="ko-KR" altLang="en-US" sz="700" dirty="0">
                <a:solidFill>
                  <a:srgbClr val="FFFFFF"/>
                </a:solidFill>
                <a:latin typeface="+mn-ea"/>
                <a:ea typeface="+mn-ea"/>
              </a:endParaRPr>
            </a:p>
          </p:txBody>
        </p:sp>
        <p:sp>
          <p:nvSpPr>
            <p:cNvPr id="113" name="타원 6">
              <a:extLst>
                <a:ext uri="{FF2B5EF4-FFF2-40B4-BE49-F238E27FC236}">
                  <a16:creationId xmlns:a16="http://schemas.microsoft.com/office/drawing/2014/main" id="{23A37375-1CFD-493D-B7C9-CA9A57AD49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5995" y="3249469"/>
              <a:ext cx="190500" cy="1905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none" lIns="36000" tIns="36000" rIns="36000" bIns="36000" anchor="ctr"/>
            <a:lstStyle>
              <a:lvl1pPr>
                <a:defRPr kumimoji="1" sz="800" b="1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defRPr>
              </a:lvl1pPr>
              <a:lvl2pPr marL="742950" indent="-285750">
                <a:defRPr kumimoji="1" sz="800" b="1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defRPr>
              </a:lvl2pPr>
              <a:lvl3pPr marL="1143000" indent="-228600">
                <a:defRPr kumimoji="1" sz="800" b="1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defRPr>
              </a:lvl3pPr>
              <a:lvl4pPr marL="1600200" indent="-228600">
                <a:defRPr kumimoji="1" sz="800" b="1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defRPr>
              </a:lvl4pPr>
              <a:lvl5pPr marL="2057400" indent="-228600">
                <a:defRPr kumimoji="1" sz="800" b="1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defRPr>
              </a:lvl9pPr>
            </a:lstStyle>
            <a:p>
              <a:pPr algn="ctr" eaLnBrk="1" latinLnBrk="1" hangingPunct="1"/>
              <a:r>
                <a:rPr lang="en-US" altLang="ko-KR" sz="700" dirty="0">
                  <a:solidFill>
                    <a:srgbClr val="FFFFFF"/>
                  </a:solidFill>
                  <a:latin typeface="+mn-ea"/>
                  <a:ea typeface="+mn-ea"/>
                </a:rPr>
                <a:t>5</a:t>
              </a:r>
              <a:endParaRPr lang="ko-KR" altLang="en-US" sz="700" dirty="0">
                <a:solidFill>
                  <a:srgbClr val="FFFFFF"/>
                </a:solidFill>
                <a:latin typeface="+mn-ea"/>
                <a:ea typeface="+mn-ea"/>
              </a:endParaRPr>
            </a:p>
          </p:txBody>
        </p:sp>
        <p:sp>
          <p:nvSpPr>
            <p:cNvPr id="114" name="사각형: 둥근 모서리 113">
              <a:extLst>
                <a:ext uri="{FF2B5EF4-FFF2-40B4-BE49-F238E27FC236}">
                  <a16:creationId xmlns:a16="http://schemas.microsoft.com/office/drawing/2014/main" id="{CBF9D555-BD15-4053-AEF8-0F535D252F87}"/>
                </a:ext>
              </a:extLst>
            </p:cNvPr>
            <p:cNvSpPr/>
            <p:nvPr/>
          </p:nvSpPr>
          <p:spPr>
            <a:xfrm rot="10800000" flipV="1">
              <a:off x="2688297" y="1832318"/>
              <a:ext cx="4205775" cy="280587"/>
            </a:xfrm>
            <a:prstGeom prst="roundRect">
              <a:avLst>
                <a:gd name="adj" fmla="val 4394"/>
              </a:avLst>
            </a:prstGeom>
            <a:solidFill>
              <a:schemeClr val="bg1"/>
            </a:solidFill>
            <a:ln>
              <a:solidFill>
                <a:srgbClr val="2125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100" dirty="0">
                  <a:solidFill>
                    <a:schemeClr val="tx1"/>
                  </a:solidFill>
                </a:rPr>
                <a:t>{</a:t>
              </a:r>
              <a:r>
                <a:rPr lang="ko-KR" altLang="en-US" sz="1100" dirty="0">
                  <a:solidFill>
                    <a:schemeClr val="tx1"/>
                  </a:solidFill>
                </a:rPr>
                <a:t>로그인 계정 이메일</a:t>
              </a:r>
              <a:r>
                <a:rPr lang="en-US" altLang="ko-KR" sz="1100" dirty="0">
                  <a:solidFill>
                    <a:schemeClr val="tx1"/>
                  </a:solidFill>
                </a:rPr>
                <a:t>}</a:t>
              </a:r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115" name="타원 6">
              <a:extLst>
                <a:ext uri="{FF2B5EF4-FFF2-40B4-BE49-F238E27FC236}">
                  <a16:creationId xmlns:a16="http://schemas.microsoft.com/office/drawing/2014/main" id="{8BC098B5-D02D-4410-BE69-1DB5093804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6741" y="1848899"/>
              <a:ext cx="190500" cy="1905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none" lIns="36000" tIns="36000" rIns="36000" bIns="36000" anchor="ctr"/>
            <a:lstStyle>
              <a:lvl1pPr>
                <a:defRPr kumimoji="1" sz="800" b="1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defRPr>
              </a:lvl1pPr>
              <a:lvl2pPr marL="742950" indent="-285750">
                <a:defRPr kumimoji="1" sz="800" b="1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defRPr>
              </a:lvl2pPr>
              <a:lvl3pPr marL="1143000" indent="-228600">
                <a:defRPr kumimoji="1" sz="800" b="1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defRPr>
              </a:lvl3pPr>
              <a:lvl4pPr marL="1600200" indent="-228600">
                <a:defRPr kumimoji="1" sz="800" b="1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defRPr>
              </a:lvl4pPr>
              <a:lvl5pPr marL="2057400" indent="-228600">
                <a:defRPr kumimoji="1" sz="800" b="1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defRPr>
              </a:lvl9pPr>
            </a:lstStyle>
            <a:p>
              <a:pPr algn="ctr" eaLnBrk="1" latinLnBrk="1" hangingPunct="1"/>
              <a:r>
                <a:rPr lang="en-US" altLang="ko-KR" sz="700" dirty="0">
                  <a:solidFill>
                    <a:srgbClr val="FFFFFF"/>
                  </a:solidFill>
                  <a:latin typeface="+mn-ea"/>
                  <a:ea typeface="+mn-ea"/>
                </a:rPr>
                <a:t>6</a:t>
              </a:r>
              <a:endParaRPr lang="ko-KR" altLang="en-US" sz="700" dirty="0">
                <a:solidFill>
                  <a:srgbClr val="FFFFFF"/>
                </a:solidFill>
                <a:latin typeface="+mn-ea"/>
                <a:ea typeface="+mn-ea"/>
              </a:endParaRPr>
            </a:p>
          </p:txBody>
        </p:sp>
        <p:sp>
          <p:nvSpPr>
            <p:cNvPr id="116" name="직사각형 115">
              <a:extLst>
                <a:ext uri="{FF2B5EF4-FFF2-40B4-BE49-F238E27FC236}">
                  <a16:creationId xmlns:a16="http://schemas.microsoft.com/office/drawing/2014/main" id="{7E60C69B-99CE-4320-B83D-4AFFA5A939AA}"/>
                </a:ext>
              </a:extLst>
            </p:cNvPr>
            <p:cNvSpPr/>
            <p:nvPr/>
          </p:nvSpPr>
          <p:spPr>
            <a:xfrm>
              <a:off x="2119352" y="1354264"/>
              <a:ext cx="6374796" cy="385018"/>
            </a:xfrm>
            <a:prstGeom prst="rect">
              <a:avLst/>
            </a:prstGeom>
            <a:solidFill>
              <a:schemeClr val="bg1"/>
            </a:solidFill>
            <a:ln w="3175" algn="ctr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</p:spPr>
          <p:txBody>
            <a:bodyPr wrap="none" lIns="80788" tIns="40395" rIns="80788" bIns="40395" rtlCol="0" anchor="ctr"/>
            <a:lstStyle/>
            <a:p>
              <a:r>
                <a:rPr lang="ko-KR" altLang="en-US" sz="1100" b="1" dirty="0"/>
                <a:t>[</a:t>
              </a:r>
              <a:r>
                <a:rPr lang="en-US" altLang="ko-KR" sz="1100" b="1" dirty="0"/>
                <a:t>{</a:t>
              </a:r>
              <a:r>
                <a:rPr lang="ko-KR" altLang="en-US" sz="1100" b="1" dirty="0"/>
                <a:t>고객명</a:t>
              </a:r>
              <a:r>
                <a:rPr lang="en-US" altLang="ko-KR" sz="1100" b="1" dirty="0"/>
                <a:t>} </a:t>
              </a:r>
              <a:r>
                <a:rPr lang="ko-KR" altLang="en-US" sz="1100" b="1" dirty="0"/>
                <a:t>계약에 대한 메일 발송]                                </a:t>
              </a:r>
            </a:p>
          </p:txBody>
        </p:sp>
        <p:sp>
          <p:nvSpPr>
            <p:cNvPr id="117" name="직사각형 116">
              <a:extLst>
                <a:ext uri="{FF2B5EF4-FFF2-40B4-BE49-F238E27FC236}">
                  <a16:creationId xmlns:a16="http://schemas.microsoft.com/office/drawing/2014/main" id="{7DDC3263-E921-450D-B8F3-7125873ED34C}"/>
                </a:ext>
              </a:extLst>
            </p:cNvPr>
            <p:cNvSpPr/>
            <p:nvPr/>
          </p:nvSpPr>
          <p:spPr>
            <a:xfrm>
              <a:off x="5336039" y="985820"/>
              <a:ext cx="3164154" cy="35999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317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80788" tIns="40395" rIns="80788" bIns="40395" rtlCol="0" anchor="ctr"/>
            <a:lstStyle/>
            <a:p>
              <a:pPr algn="ctr"/>
              <a:r>
                <a:rPr lang="ko-KR" altLang="en-US" sz="1100" b="1" dirty="0">
                  <a:solidFill>
                    <a:srgbClr val="C00000"/>
                  </a:solidFill>
                </a:rPr>
                <a:t>지난 메일 보기</a:t>
              </a:r>
            </a:p>
          </p:txBody>
        </p:sp>
        <p:sp>
          <p:nvSpPr>
            <p:cNvPr id="118" name="타원 6">
              <a:extLst>
                <a:ext uri="{FF2B5EF4-FFF2-40B4-BE49-F238E27FC236}">
                  <a16:creationId xmlns:a16="http://schemas.microsoft.com/office/drawing/2014/main" id="{F108F565-03C3-4CD4-AAD8-B59C0682DF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3395" y="1359386"/>
              <a:ext cx="190500" cy="1905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none" lIns="36000" tIns="36000" rIns="36000" bIns="36000" anchor="ctr"/>
            <a:lstStyle>
              <a:lvl1pPr>
                <a:defRPr kumimoji="1" sz="800" b="1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defRPr>
              </a:lvl1pPr>
              <a:lvl2pPr marL="742950" indent="-285750">
                <a:defRPr kumimoji="1" sz="800" b="1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defRPr>
              </a:lvl2pPr>
              <a:lvl3pPr marL="1143000" indent="-228600">
                <a:defRPr kumimoji="1" sz="800" b="1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defRPr>
              </a:lvl3pPr>
              <a:lvl4pPr marL="1600200" indent="-228600">
                <a:defRPr kumimoji="1" sz="800" b="1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defRPr>
              </a:lvl4pPr>
              <a:lvl5pPr marL="2057400" indent="-228600">
                <a:defRPr kumimoji="1" sz="800" b="1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defRPr>
              </a:lvl9pPr>
            </a:lstStyle>
            <a:p>
              <a:pPr algn="ctr" eaLnBrk="1" latinLnBrk="1" hangingPunct="1"/>
              <a:r>
                <a:rPr lang="en-US" altLang="ko-KR" sz="700" dirty="0">
                  <a:solidFill>
                    <a:srgbClr val="FFFFFF"/>
                  </a:solidFill>
                  <a:latin typeface="+mn-ea"/>
                  <a:ea typeface="+mn-ea"/>
                </a:rPr>
                <a:t>1</a:t>
              </a:r>
              <a:endParaRPr lang="ko-KR" altLang="en-US" sz="700" dirty="0">
                <a:solidFill>
                  <a:srgbClr val="FFFFFF"/>
                </a:solidFill>
                <a:latin typeface="+mn-ea"/>
                <a:ea typeface="+mn-ea"/>
              </a:endParaRPr>
            </a:p>
          </p:txBody>
        </p:sp>
        <p:sp>
          <p:nvSpPr>
            <p:cNvPr id="119" name="타원 6">
              <a:extLst>
                <a:ext uri="{FF2B5EF4-FFF2-40B4-BE49-F238E27FC236}">
                  <a16:creationId xmlns:a16="http://schemas.microsoft.com/office/drawing/2014/main" id="{D18DE710-CF94-4449-8C34-7546C7B562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1435" y="992081"/>
              <a:ext cx="190500" cy="1905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none" lIns="36000" tIns="36000" rIns="36000" bIns="36000" anchor="ctr"/>
            <a:lstStyle>
              <a:lvl1pPr>
                <a:defRPr kumimoji="1" sz="800" b="1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defRPr>
              </a:lvl1pPr>
              <a:lvl2pPr marL="742950" indent="-285750">
                <a:defRPr kumimoji="1" sz="800" b="1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defRPr>
              </a:lvl2pPr>
              <a:lvl3pPr marL="1143000" indent="-228600">
                <a:defRPr kumimoji="1" sz="800" b="1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defRPr>
              </a:lvl3pPr>
              <a:lvl4pPr marL="1600200" indent="-228600">
                <a:defRPr kumimoji="1" sz="800" b="1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defRPr>
              </a:lvl4pPr>
              <a:lvl5pPr marL="2057400" indent="-228600">
                <a:defRPr kumimoji="1" sz="800" b="1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defRPr>
              </a:lvl9pPr>
            </a:lstStyle>
            <a:p>
              <a:pPr algn="ctr" eaLnBrk="1" latinLnBrk="1" hangingPunct="1"/>
              <a:r>
                <a:rPr lang="en-US" altLang="ko-KR" sz="700" dirty="0">
                  <a:solidFill>
                    <a:srgbClr val="FFFFFF"/>
                  </a:solidFill>
                  <a:latin typeface="+mn-ea"/>
                  <a:ea typeface="+mn-ea"/>
                </a:rPr>
                <a:t>7</a:t>
              </a:r>
              <a:endParaRPr lang="ko-KR" altLang="en-US" sz="700" dirty="0">
                <a:solidFill>
                  <a:srgbClr val="FFFFFF"/>
                </a:solidFill>
                <a:latin typeface="+mn-ea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278156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04EA1-0B48-0831-04E0-FDA4053C3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A2D0A179-B81D-7C66-081B-F3FAB5E469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3361423"/>
              </p:ext>
            </p:extLst>
          </p:nvPr>
        </p:nvGraphicFramePr>
        <p:xfrm>
          <a:off x="8524302" y="873968"/>
          <a:ext cx="3300753" cy="51405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4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02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2891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ko-KR" sz="800" b="0" kern="12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Description</a:t>
                      </a:r>
                      <a:endParaRPr lang="ko-KR" altLang="en-US" sz="800" b="0" kern="1200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en-US" altLang="ko-KR" sz="8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9113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계약내역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&gt;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검색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&gt;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메일전송 버튼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9071" marR="99071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9584405"/>
                  </a:ext>
                </a:extLst>
              </a:tr>
              <a:tr h="5054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800" b="1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팝업창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타이틀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{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고객명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}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계약에 대한 메일 발송</a:t>
                      </a:r>
                      <a:endParaRPr lang="en-US" altLang="ko-KR" sz="8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클릭한 청약내역에 대한 고객명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자동채움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9071" marR="99071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91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85551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수신자</a:t>
                      </a:r>
                      <a:endParaRPr lang="en-US" altLang="ko-KR" sz="8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marR="0" indent="-171450" algn="l" defTabSz="85551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모든 계약이 특정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캐롯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담당자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한명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또는 특정 메일 계정에 전송 할 경우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Default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로 수신자 설정 및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Disable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처리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marR="0" indent="-171450" algn="l" defTabSz="85551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담당자가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여러명일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경우 담당자 정보를 청약시에 받아오는지 확인 필요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9071" marR="99071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5424848"/>
                  </a:ext>
                </a:extLst>
              </a:tr>
              <a:tr h="4974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85551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참조 </a:t>
                      </a:r>
                      <a:endParaRPr lang="en-US" altLang="ko-KR" sz="8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indent="0" algn="l" defTabSz="85551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참조로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들어가야할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btms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직원 이메일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default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로 설정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9071" marR="99071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6354469"/>
                  </a:ext>
                </a:extLst>
              </a:tr>
              <a:tr h="4391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85551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메일 제목</a:t>
                      </a:r>
                      <a:endParaRPr lang="en-US" altLang="ko-KR" sz="8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marR="0" indent="-171450" algn="l" defTabSz="85551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보험기간 변경 요청만 보낼 경우 타이틀에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[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보험기간 변경 요청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]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문구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default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로 고정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marR="0" indent="-171450" algn="l" defTabSz="85551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이어서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{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고객명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}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계약건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{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신청일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}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자동채움</a:t>
                      </a:r>
                      <a:b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ㄴ 청약 최초 신청일 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9071" marR="99071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9587385"/>
                  </a:ext>
                </a:extLst>
              </a:tr>
              <a:tr h="47858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85551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본문</a:t>
                      </a:r>
                      <a:endParaRPr lang="en-US" altLang="ko-KR" sz="8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marR="0" indent="-171450" algn="l" defTabSz="85551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계약자명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증권번호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계약보험플랜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결제방법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기존 신청기간 등을 기존 청약내역에서 불러와서 자동 채움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marR="0" indent="-171450" algn="l" defTabSz="85551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요청 변경기간에 대해서만 직접 작성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9071" marR="99071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6078979"/>
                  </a:ext>
                </a:extLst>
              </a:tr>
              <a:tr h="4391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85551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발신자</a:t>
                      </a:r>
                      <a:endParaRPr lang="en-US" altLang="ko-KR" sz="8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marR="0" indent="-171450" algn="l" defTabSz="85551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로그인한 계정의 이메일 주소를 호출하여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FILL IN</a:t>
                      </a:r>
                    </a:p>
                    <a:p>
                      <a:pPr marL="171450" marR="0" indent="-171450" algn="l" defTabSz="85551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호출한 이메일 주소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Editable (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수정가능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99071" marR="99071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5160965"/>
                  </a:ext>
                </a:extLst>
              </a:tr>
              <a:tr h="4391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85551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Tab 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메뉴</a:t>
                      </a:r>
                      <a:endParaRPr lang="en-US" altLang="ko-KR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marR="0" indent="-171450" algn="l" defTabSz="85551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메일 보내기 </a:t>
                      </a:r>
                      <a:br>
                        <a:rPr lang="en-US" altLang="ko-KR" sz="7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ㄴ 클릭 시 해당 메일보내기 화면 노출</a:t>
                      </a:r>
                      <a:endParaRPr lang="en-US" altLang="ko-KR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marR="0" indent="-171450" algn="l" defTabSz="85551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지난 메일 보기</a:t>
                      </a:r>
                      <a:br>
                        <a:rPr lang="en-US" altLang="ko-KR" sz="7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ㄴ 클릭 시 지난 메일 이력 화면으로 전환 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(23page 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참고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endParaRPr lang="en-US" altLang="ko-KR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9071" marR="99071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6831406"/>
                  </a:ext>
                </a:extLst>
              </a:tr>
              <a:tr h="4023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85551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9071" marR="99071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7184347"/>
                  </a:ext>
                </a:extLst>
              </a:tr>
            </a:tbl>
          </a:graphicData>
        </a:graphic>
      </p:graphicFrame>
      <p:sp>
        <p:nvSpPr>
          <p:cNvPr id="65" name="TextBox 64">
            <a:extLst>
              <a:ext uri="{FF2B5EF4-FFF2-40B4-BE49-F238E27FC236}">
                <a16:creationId xmlns:a16="http://schemas.microsoft.com/office/drawing/2014/main" id="{68AFF04F-61C8-FD6B-DBB0-CE7085564833}"/>
              </a:ext>
            </a:extLst>
          </p:cNvPr>
          <p:cNvSpPr txBox="1"/>
          <p:nvPr/>
        </p:nvSpPr>
        <p:spPr>
          <a:xfrm>
            <a:off x="4312366" y="199627"/>
            <a:ext cx="321589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ERP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연동 </a:t>
            </a: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(</a:t>
            </a:r>
            <a:r>
              <a:rPr lang="ko-KR" altLang="en-US" sz="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캐롯손해보험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</a:t>
            </a: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HOME 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화면</a:t>
            </a: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)</a:t>
            </a:r>
            <a:endParaRPr lang="ko-KR" altLang="en-US" sz="8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D0D36C4-0699-BCD5-1105-01F44BB261F3}"/>
              </a:ext>
            </a:extLst>
          </p:cNvPr>
          <p:cNvSpPr txBox="1"/>
          <p:nvPr/>
        </p:nvSpPr>
        <p:spPr>
          <a:xfrm>
            <a:off x="4312366" y="419389"/>
            <a:ext cx="321589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ko-KR" altLang="en-US" sz="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캐롯손해보험관리자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</a:t>
            </a: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&gt; HELP &gt; 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고객사관리</a:t>
            </a:r>
            <a:endParaRPr lang="en-US" altLang="ko-KR" sz="900" dirty="0">
              <a:latin typeface="+mn-ea"/>
            </a:endParaRPr>
          </a:p>
        </p:txBody>
      </p:sp>
      <p:sp>
        <p:nvSpPr>
          <p:cNvPr id="354" name="TextBox 353">
            <a:extLst>
              <a:ext uri="{FF2B5EF4-FFF2-40B4-BE49-F238E27FC236}">
                <a16:creationId xmlns:a16="http://schemas.microsoft.com/office/drawing/2014/main" id="{0E90E8DE-26BB-EDE3-22FA-01CE8F7F5F1F}"/>
              </a:ext>
            </a:extLst>
          </p:cNvPr>
          <p:cNvSpPr txBox="1"/>
          <p:nvPr/>
        </p:nvSpPr>
        <p:spPr>
          <a:xfrm>
            <a:off x="10848513" y="421528"/>
            <a:ext cx="9765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ALERT</a:t>
            </a:r>
            <a:endParaRPr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CC7622C-9A95-883B-2243-E8266FA67A20}"/>
              </a:ext>
            </a:extLst>
          </p:cNvPr>
          <p:cNvSpPr/>
          <p:nvPr/>
        </p:nvSpPr>
        <p:spPr>
          <a:xfrm>
            <a:off x="404237" y="782008"/>
            <a:ext cx="8000854" cy="44469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8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F847FD2-A7DF-2F49-A58E-6CE5EC9ABFAC}"/>
              </a:ext>
            </a:extLst>
          </p:cNvPr>
          <p:cNvSpPr txBox="1"/>
          <p:nvPr/>
        </p:nvSpPr>
        <p:spPr>
          <a:xfrm>
            <a:off x="6865733" y="909155"/>
            <a:ext cx="152327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bg1">
                    <a:lumMod val="50000"/>
                  </a:schemeClr>
                </a:solidFill>
              </a:rPr>
              <a:t>{NAME}</a:t>
            </a:r>
            <a:endParaRPr lang="ko-KR" altLang="en-US" sz="105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528B003-0895-BCD2-1ED1-68EB27689F19}"/>
              </a:ext>
            </a:extLst>
          </p:cNvPr>
          <p:cNvSpPr txBox="1"/>
          <p:nvPr/>
        </p:nvSpPr>
        <p:spPr>
          <a:xfrm>
            <a:off x="7591343" y="909155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u="sng" dirty="0">
                <a:solidFill>
                  <a:schemeClr val="bg1">
                    <a:lumMod val="50000"/>
                  </a:schemeClr>
                </a:solidFill>
              </a:rPr>
              <a:t>로그아웃</a:t>
            </a:r>
          </a:p>
        </p:txBody>
      </p:sp>
      <p:pic>
        <p:nvPicPr>
          <p:cNvPr id="238" name="그림 237">
            <a:extLst>
              <a:ext uri="{FF2B5EF4-FFF2-40B4-BE49-F238E27FC236}">
                <a16:creationId xmlns:a16="http://schemas.microsoft.com/office/drawing/2014/main" id="{E9084CE7-4A78-22E3-001D-A340A66F56C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5640" y="961202"/>
            <a:ext cx="142662" cy="142662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E5112E82-7F24-60DD-FAAF-08EB5D5C997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9490" y="1421519"/>
            <a:ext cx="7701536" cy="3620559"/>
          </a:xfrm>
          <a:prstGeom prst="rect">
            <a:avLst/>
          </a:prstGeom>
        </p:spPr>
      </p:pic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938BFB1-7E6F-E25C-9DCA-9A2F19DA6920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-133151" y="3772453"/>
          <a:ext cx="8538242" cy="1170723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595909">
                  <a:extLst>
                    <a:ext uri="{9D8B030D-6E8A-4147-A177-3AD203B41FA5}">
                      <a16:colId xmlns:a16="http://schemas.microsoft.com/office/drawing/2014/main" val="1054970324"/>
                    </a:ext>
                  </a:extLst>
                </a:gridCol>
                <a:gridCol w="588365">
                  <a:extLst>
                    <a:ext uri="{9D8B030D-6E8A-4147-A177-3AD203B41FA5}">
                      <a16:colId xmlns:a16="http://schemas.microsoft.com/office/drawing/2014/main" val="2594118690"/>
                    </a:ext>
                  </a:extLst>
                </a:gridCol>
                <a:gridCol w="905178">
                  <a:extLst>
                    <a:ext uri="{9D8B030D-6E8A-4147-A177-3AD203B41FA5}">
                      <a16:colId xmlns:a16="http://schemas.microsoft.com/office/drawing/2014/main" val="964266327"/>
                    </a:ext>
                  </a:extLst>
                </a:gridCol>
                <a:gridCol w="950438">
                  <a:extLst>
                    <a:ext uri="{9D8B030D-6E8A-4147-A177-3AD203B41FA5}">
                      <a16:colId xmlns:a16="http://schemas.microsoft.com/office/drawing/2014/main" val="277362783"/>
                    </a:ext>
                  </a:extLst>
                </a:gridCol>
                <a:gridCol w="923011">
                  <a:extLst>
                    <a:ext uri="{9D8B030D-6E8A-4147-A177-3AD203B41FA5}">
                      <a16:colId xmlns:a16="http://schemas.microsoft.com/office/drawing/2014/main" val="2517204592"/>
                    </a:ext>
                  </a:extLst>
                </a:gridCol>
                <a:gridCol w="1045750">
                  <a:extLst>
                    <a:ext uri="{9D8B030D-6E8A-4147-A177-3AD203B41FA5}">
                      <a16:colId xmlns:a16="http://schemas.microsoft.com/office/drawing/2014/main" val="548258113"/>
                    </a:ext>
                  </a:extLst>
                </a:gridCol>
                <a:gridCol w="1045750">
                  <a:extLst>
                    <a:ext uri="{9D8B030D-6E8A-4147-A177-3AD203B41FA5}">
                      <a16:colId xmlns:a16="http://schemas.microsoft.com/office/drawing/2014/main" val="3174459750"/>
                    </a:ext>
                  </a:extLst>
                </a:gridCol>
                <a:gridCol w="608769">
                  <a:extLst>
                    <a:ext uri="{9D8B030D-6E8A-4147-A177-3AD203B41FA5}">
                      <a16:colId xmlns:a16="http://schemas.microsoft.com/office/drawing/2014/main" val="1212340539"/>
                    </a:ext>
                  </a:extLst>
                </a:gridCol>
                <a:gridCol w="625024">
                  <a:extLst>
                    <a:ext uri="{9D8B030D-6E8A-4147-A177-3AD203B41FA5}">
                      <a16:colId xmlns:a16="http://schemas.microsoft.com/office/drawing/2014/main" val="1729254596"/>
                    </a:ext>
                  </a:extLst>
                </a:gridCol>
                <a:gridCol w="625024">
                  <a:extLst>
                    <a:ext uri="{9D8B030D-6E8A-4147-A177-3AD203B41FA5}">
                      <a16:colId xmlns:a16="http://schemas.microsoft.com/office/drawing/2014/main" val="2366245455"/>
                    </a:ext>
                  </a:extLst>
                </a:gridCol>
                <a:gridCol w="625024">
                  <a:extLst>
                    <a:ext uri="{9D8B030D-6E8A-4147-A177-3AD203B41FA5}">
                      <a16:colId xmlns:a16="http://schemas.microsoft.com/office/drawing/2014/main" val="50401498"/>
                    </a:ext>
                  </a:extLst>
                </a:gridCol>
              </a:tblGrid>
              <a:tr h="25632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/>
                        <a:t>신청일자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/>
                        <a:t>고객사명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/>
                        <a:t>한글성명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/>
                        <a:t>신청자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/>
                        <a:t>에약번호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/>
                        <a:t>기간</a:t>
                      </a:r>
                      <a:endParaRPr lang="en-US" altLang="ko-KR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/>
                        <a:t>증권번호</a:t>
                      </a:r>
                      <a:endParaRPr lang="en-US" altLang="ko-KR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/>
                        <a:t>보험료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/>
                        <a:t>결제방법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/>
                        <a:t>청약상태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/>
                        <a:t>메일전송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7322080"/>
                  </a:ext>
                </a:extLst>
              </a:tr>
              <a:tr h="22419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2025-01-01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/>
                        <a:t>무신사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/>
                        <a:t>홍길스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/>
                        <a:t>김인혜</a:t>
                      </a:r>
                      <a:r>
                        <a:rPr lang="en-US" altLang="ko-KR" sz="700" dirty="0"/>
                        <a:t>(051003)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5N356Q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2025-09-01~2026—09-06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FAC0244558750000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31,000</a:t>
                      </a:r>
                      <a:r>
                        <a:rPr lang="ko-KR" altLang="en-US" sz="700" dirty="0"/>
                        <a:t>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/>
                        <a:t>후정산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/>
                        <a:t>정상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4036582"/>
                  </a:ext>
                </a:extLst>
              </a:tr>
              <a:tr h="22419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2025-01-01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/>
                        <a:t>무신사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/>
                        <a:t>홍길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/>
                        <a:t>김인혜</a:t>
                      </a:r>
                      <a:r>
                        <a:rPr lang="en-US" altLang="ko-KR" sz="700" dirty="0"/>
                        <a:t>(051003)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EM56Q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2025-09-01~2026—09-06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FAC0244558750000</a:t>
                      </a:r>
                      <a:endParaRPr lang="ko-KR" altLang="en-US" sz="700" dirty="0"/>
                    </a:p>
                    <a:p>
                      <a:pPr algn="ctr" latinLnBrk="1"/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31,000</a:t>
                      </a:r>
                      <a:r>
                        <a:rPr lang="ko-KR" altLang="en-US" sz="700" dirty="0"/>
                        <a:t>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/>
                        <a:t>후정산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/>
                        <a:t>정상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8162997"/>
                  </a:ext>
                </a:extLst>
              </a:tr>
              <a:tr h="22419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2025-01-01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/>
                        <a:t>무신사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/>
                        <a:t>홍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/>
                        <a:t>김인혜</a:t>
                      </a:r>
                      <a:r>
                        <a:rPr lang="en-US" altLang="ko-KR" sz="700" dirty="0"/>
                        <a:t>(051003)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WN356Q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2025-09-01~2026—09-06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FAC0244558750000</a:t>
                      </a:r>
                      <a:endParaRPr lang="ko-KR" altLang="en-US" sz="700" dirty="0"/>
                    </a:p>
                    <a:p>
                      <a:pPr algn="ctr" latinLnBrk="1"/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31,000</a:t>
                      </a:r>
                      <a:r>
                        <a:rPr lang="ko-KR" altLang="en-US" sz="700" dirty="0"/>
                        <a:t>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/>
                        <a:t>후정산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/>
                        <a:t>정상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0783500"/>
                  </a:ext>
                </a:extLst>
              </a:tr>
            </a:tbl>
          </a:graphicData>
        </a:graphic>
      </p:graphicFrame>
      <p:grpSp>
        <p:nvGrpSpPr>
          <p:cNvPr id="6" name="그룹 5">
            <a:extLst>
              <a:ext uri="{FF2B5EF4-FFF2-40B4-BE49-F238E27FC236}">
                <a16:creationId xmlns:a16="http://schemas.microsoft.com/office/drawing/2014/main" id="{BFC40E81-0DEC-001D-680E-4ABC5595A52A}"/>
              </a:ext>
            </a:extLst>
          </p:cNvPr>
          <p:cNvGrpSpPr/>
          <p:nvPr/>
        </p:nvGrpSpPr>
        <p:grpSpPr>
          <a:xfrm>
            <a:off x="8019279" y="4069598"/>
            <a:ext cx="189188" cy="196103"/>
            <a:chOff x="4578106" y="1248129"/>
            <a:chExt cx="189188" cy="196103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D2C02127-4BD0-549C-3BB9-5AF6A3DF37E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8106" y="1255050"/>
              <a:ext cx="189182" cy="189182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201493C4-946B-E82D-0E75-6FF14064124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8112" y="1248129"/>
              <a:ext cx="189182" cy="189182"/>
            </a:xfrm>
            <a:prstGeom prst="rect">
              <a:avLst/>
            </a:prstGeom>
          </p:spPr>
        </p:pic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358B0FE7-5C74-4ED9-FBB7-FF0F2AFF0084}"/>
              </a:ext>
            </a:extLst>
          </p:cNvPr>
          <p:cNvGrpSpPr/>
          <p:nvPr/>
        </p:nvGrpSpPr>
        <p:grpSpPr>
          <a:xfrm>
            <a:off x="8019273" y="4385104"/>
            <a:ext cx="189188" cy="196103"/>
            <a:chOff x="4578106" y="1248129"/>
            <a:chExt cx="189188" cy="196103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E9833E87-98C3-88CB-D630-8E18051ACA0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8106" y="1255050"/>
              <a:ext cx="189182" cy="189182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5977668A-6244-73CF-69BC-B2FE2129918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8112" y="1248129"/>
              <a:ext cx="189182" cy="189182"/>
            </a:xfrm>
            <a:prstGeom prst="rect">
              <a:avLst/>
            </a:prstGeom>
          </p:spPr>
        </p:pic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A829969A-64A6-5756-5621-81F7EF8B6C3F}"/>
              </a:ext>
            </a:extLst>
          </p:cNvPr>
          <p:cNvGrpSpPr/>
          <p:nvPr/>
        </p:nvGrpSpPr>
        <p:grpSpPr>
          <a:xfrm>
            <a:off x="8019273" y="4697190"/>
            <a:ext cx="189188" cy="196103"/>
            <a:chOff x="4578106" y="1248129"/>
            <a:chExt cx="189188" cy="196103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89AD15BE-36C2-B460-943E-51765EEB480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8106" y="1255050"/>
              <a:ext cx="189182" cy="189182"/>
            </a:xfrm>
            <a:prstGeom prst="rect">
              <a:avLst/>
            </a:prstGeom>
          </p:spPr>
        </p:pic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5582FEB6-1181-673C-823F-DA8316E1F7B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8112" y="1248129"/>
              <a:ext cx="189182" cy="189182"/>
            </a:xfrm>
            <a:prstGeom prst="rect">
              <a:avLst/>
            </a:prstGeom>
          </p:spPr>
        </p:pic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EBF7AED-08C3-B757-83B7-32F5424CE5EE}"/>
              </a:ext>
            </a:extLst>
          </p:cNvPr>
          <p:cNvSpPr/>
          <p:nvPr/>
        </p:nvSpPr>
        <p:spPr>
          <a:xfrm>
            <a:off x="5473880" y="3628354"/>
            <a:ext cx="610322" cy="1156644"/>
          </a:xfrm>
          <a:prstGeom prst="rect">
            <a:avLst/>
          </a:prstGeom>
          <a:noFill/>
          <a:ln w="28575">
            <a:solidFill>
              <a:srgbClr val="F05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6">
            <a:extLst>
              <a:ext uri="{FF2B5EF4-FFF2-40B4-BE49-F238E27FC236}">
                <a16:creationId xmlns:a16="http://schemas.microsoft.com/office/drawing/2014/main" id="{70F66987-B755-1FE5-C273-C7A89C5958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8630" y="3581490"/>
            <a:ext cx="190500" cy="1905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wrap="none" lIns="36000" tIns="36000" rIns="36000" bIns="36000" anchor="ctr"/>
          <a:lstStyle>
            <a:lvl1pPr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latinLnBrk="1" hangingPunct="1"/>
            <a:r>
              <a:rPr lang="en-US" altLang="ko-KR" sz="700" dirty="0">
                <a:solidFill>
                  <a:srgbClr val="FFFFFF"/>
                </a:solidFill>
                <a:latin typeface="+mn-ea"/>
                <a:ea typeface="+mn-ea"/>
              </a:rPr>
              <a:t>3</a:t>
            </a:r>
            <a:endParaRPr lang="ko-KR" altLang="en-US" sz="700" dirty="0">
              <a:solidFill>
                <a:srgbClr val="FFFFFF"/>
              </a:solidFill>
              <a:latin typeface="+mn-ea"/>
              <a:ea typeface="+mn-ea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383AA3A-96BA-BC40-61C4-3355387B498C}"/>
              </a:ext>
            </a:extLst>
          </p:cNvPr>
          <p:cNvSpPr/>
          <p:nvPr/>
        </p:nvSpPr>
        <p:spPr>
          <a:xfrm>
            <a:off x="7713238" y="3781258"/>
            <a:ext cx="699960" cy="1182272"/>
          </a:xfrm>
          <a:prstGeom prst="rect">
            <a:avLst/>
          </a:prstGeom>
          <a:noFill/>
          <a:ln w="28575">
            <a:solidFill>
              <a:srgbClr val="F05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7A885F8-60D7-0291-D068-8604AC36235E}"/>
              </a:ext>
            </a:extLst>
          </p:cNvPr>
          <p:cNvSpPr/>
          <p:nvPr/>
        </p:nvSpPr>
        <p:spPr>
          <a:xfrm>
            <a:off x="383548" y="1237732"/>
            <a:ext cx="8029650" cy="5342132"/>
          </a:xfrm>
          <a:prstGeom prst="rect">
            <a:avLst/>
          </a:prstGeom>
          <a:solidFill>
            <a:schemeClr val="tx1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3" name="사각형: 둥근 모서리 452">
            <a:extLst>
              <a:ext uri="{FF2B5EF4-FFF2-40B4-BE49-F238E27FC236}">
                <a16:creationId xmlns:a16="http://schemas.microsoft.com/office/drawing/2014/main" id="{911264F8-DAD1-A840-68B7-5158FD54C805}"/>
              </a:ext>
            </a:extLst>
          </p:cNvPr>
          <p:cNvSpPr/>
          <p:nvPr/>
        </p:nvSpPr>
        <p:spPr>
          <a:xfrm>
            <a:off x="6985989" y="5989720"/>
            <a:ext cx="831748" cy="271574"/>
          </a:xfrm>
          <a:prstGeom prst="roundRect">
            <a:avLst/>
          </a:prstGeom>
          <a:noFill/>
          <a:ln>
            <a:solidFill>
              <a:srgbClr val="21252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취소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3092AAE-6383-49D1-8F9F-463C854C998A}"/>
              </a:ext>
            </a:extLst>
          </p:cNvPr>
          <p:cNvSpPr txBox="1"/>
          <p:nvPr/>
        </p:nvSpPr>
        <p:spPr>
          <a:xfrm>
            <a:off x="499489" y="892976"/>
            <a:ext cx="152327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나눔고딕" pitchFamily="2" charset="-127"/>
                <a:ea typeface="나눔고딕" pitchFamily="2" charset="-127"/>
              </a:rPr>
              <a:t>캐롯손해보험</a:t>
            </a:r>
            <a:r>
              <a:rPr lang="ko-KR" alt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itchFamily="2" charset="-127"/>
                <a:ea typeface="나눔고딕" pitchFamily="2" charset="-127"/>
              </a:rPr>
              <a:t> 관리자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E45E5F6-DAF7-47FB-9EED-78DC571A4E49}"/>
              </a:ext>
            </a:extLst>
          </p:cNvPr>
          <p:cNvSpPr txBox="1"/>
          <p:nvPr/>
        </p:nvSpPr>
        <p:spPr>
          <a:xfrm>
            <a:off x="2878844" y="874552"/>
            <a:ext cx="71686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>
                <a:solidFill>
                  <a:schemeClr val="bg1">
                    <a:lumMod val="50000"/>
                  </a:schemeClr>
                </a:solidFill>
                <a:latin typeface="+mj-lt"/>
                <a:ea typeface="나눔고딕" pitchFamily="2" charset="-127"/>
              </a:rPr>
              <a:t>계약내역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F9AE630-1732-4B5A-83E9-5876C4D843BA}"/>
              </a:ext>
            </a:extLst>
          </p:cNvPr>
          <p:cNvSpPr txBox="1"/>
          <p:nvPr/>
        </p:nvSpPr>
        <p:spPr>
          <a:xfrm>
            <a:off x="5550091" y="873968"/>
            <a:ext cx="55816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+mj-lt"/>
                <a:ea typeface="나눔고딕" pitchFamily="2" charset="-127"/>
              </a:rPr>
              <a:t>HELP </a:t>
            </a:r>
            <a:endParaRPr lang="ko-KR" altLang="en-US" sz="1100" dirty="0">
              <a:solidFill>
                <a:schemeClr val="bg1">
                  <a:lumMod val="50000"/>
                </a:schemeClr>
              </a:solidFill>
              <a:latin typeface="+mj-lt"/>
              <a:ea typeface="나눔고딕" pitchFamily="2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35B4F70-0561-4916-86B6-E8867633784A}"/>
              </a:ext>
            </a:extLst>
          </p:cNvPr>
          <p:cNvSpPr txBox="1"/>
          <p:nvPr/>
        </p:nvSpPr>
        <p:spPr>
          <a:xfrm>
            <a:off x="2048020" y="874552"/>
            <a:ext cx="7665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나눔고딕" pitchFamily="2" charset="-127"/>
              </a:rPr>
              <a:t>청약신청 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F890F12-269A-4BB9-8A8F-785F8223D5B0}"/>
              </a:ext>
            </a:extLst>
          </p:cNvPr>
          <p:cNvSpPr txBox="1"/>
          <p:nvPr/>
        </p:nvSpPr>
        <p:spPr>
          <a:xfrm>
            <a:off x="3701236" y="884162"/>
            <a:ext cx="93968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고객사 관리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007FC46-5430-4DA8-8BD0-C9CA85E1627F}"/>
              </a:ext>
            </a:extLst>
          </p:cNvPr>
          <p:cNvSpPr txBox="1"/>
          <p:nvPr/>
        </p:nvSpPr>
        <p:spPr>
          <a:xfrm>
            <a:off x="4705184" y="884162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보험플랜</a:t>
            </a:r>
          </a:p>
        </p:txBody>
      </p:sp>
      <p:grpSp>
        <p:nvGrpSpPr>
          <p:cNvPr id="101" name="그룹 100">
            <a:extLst>
              <a:ext uri="{FF2B5EF4-FFF2-40B4-BE49-F238E27FC236}">
                <a16:creationId xmlns:a16="http://schemas.microsoft.com/office/drawing/2014/main" id="{2139A7DC-7A24-45E4-A687-A44760C28303}"/>
              </a:ext>
            </a:extLst>
          </p:cNvPr>
          <p:cNvGrpSpPr/>
          <p:nvPr/>
        </p:nvGrpSpPr>
        <p:grpSpPr>
          <a:xfrm>
            <a:off x="1257780" y="1495408"/>
            <a:ext cx="6461503" cy="5053445"/>
            <a:chOff x="2043395" y="1178388"/>
            <a:chExt cx="6461503" cy="5053445"/>
          </a:xfrm>
        </p:grpSpPr>
        <p:sp>
          <p:nvSpPr>
            <p:cNvPr id="102" name="직사각형 101">
              <a:extLst>
                <a:ext uri="{FF2B5EF4-FFF2-40B4-BE49-F238E27FC236}">
                  <a16:creationId xmlns:a16="http://schemas.microsoft.com/office/drawing/2014/main" id="{EB25CF1A-5675-4EF3-8A8D-2DB78BB3C823}"/>
                </a:ext>
              </a:extLst>
            </p:cNvPr>
            <p:cNvSpPr/>
            <p:nvPr/>
          </p:nvSpPr>
          <p:spPr>
            <a:xfrm>
              <a:off x="2124057" y="1549886"/>
              <a:ext cx="6374796" cy="4681947"/>
            </a:xfrm>
            <a:prstGeom prst="rect">
              <a:avLst/>
            </a:prstGeom>
            <a:solidFill>
              <a:schemeClr val="bg1"/>
            </a:solidFill>
            <a:ln w="3175" algn="ctr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</p:spPr>
          <p:txBody>
            <a:bodyPr wrap="none" lIns="80788" tIns="40395" rIns="80788" bIns="40395" rtlCol="0" anchor="t"/>
            <a:lstStyle/>
            <a:p>
              <a:endParaRPr lang="en-US" altLang="ko-KR" sz="1100" b="1" dirty="0"/>
            </a:p>
            <a:p>
              <a:endParaRPr lang="en-US" altLang="ko-KR" sz="1100" b="1" dirty="0"/>
            </a:p>
            <a:p>
              <a:endParaRPr lang="en-US" altLang="ko-KR" sz="1100" b="1" dirty="0"/>
            </a:p>
            <a:p>
              <a:endParaRPr lang="en-US" altLang="ko-KR" sz="1100" dirty="0"/>
            </a:p>
            <a:p>
              <a:endParaRPr lang="en-US" altLang="ko-KR" sz="1100" dirty="0"/>
            </a:p>
            <a:p>
              <a:endParaRPr lang="en-US" altLang="ko-KR" sz="1100" dirty="0"/>
            </a:p>
            <a:p>
              <a:endParaRPr lang="en-US" altLang="ko-KR" sz="1100" dirty="0"/>
            </a:p>
            <a:p>
              <a:endParaRPr lang="en-US" altLang="ko-KR" sz="1100" dirty="0"/>
            </a:p>
            <a:p>
              <a:endParaRPr lang="en-US" altLang="ko-KR" sz="1100" dirty="0"/>
            </a:p>
            <a:p>
              <a:endParaRPr lang="en-US" altLang="ko-KR" sz="1100" dirty="0"/>
            </a:p>
            <a:p>
              <a:endParaRPr lang="en-US" altLang="ko-KR" sz="1100" dirty="0"/>
            </a:p>
            <a:p>
              <a:endParaRPr lang="en-US" altLang="ko-KR" sz="1100" dirty="0"/>
            </a:p>
            <a:p>
              <a:endParaRPr lang="en-US" altLang="ko-KR" sz="1100" dirty="0"/>
            </a:p>
          </p:txBody>
        </p:sp>
        <p:sp>
          <p:nvSpPr>
            <p:cNvPr id="103" name="직사각형 102">
              <a:extLst>
                <a:ext uri="{FF2B5EF4-FFF2-40B4-BE49-F238E27FC236}">
                  <a16:creationId xmlns:a16="http://schemas.microsoft.com/office/drawing/2014/main" id="{A75FE8A8-F0DA-4E58-AC60-A3043B68C0A1}"/>
                </a:ext>
              </a:extLst>
            </p:cNvPr>
            <p:cNvSpPr/>
            <p:nvPr/>
          </p:nvSpPr>
          <p:spPr>
            <a:xfrm>
              <a:off x="2124057" y="1183784"/>
              <a:ext cx="3216687" cy="38977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317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80788" tIns="40395" rIns="80788" bIns="40395" rtlCol="0" anchor="ctr"/>
            <a:lstStyle/>
            <a:p>
              <a:pPr algn="ctr"/>
              <a:r>
                <a:rPr lang="ko-KR" altLang="en-US" sz="1100" b="1" dirty="0"/>
                <a:t>메일보내기</a:t>
              </a:r>
            </a:p>
          </p:txBody>
        </p:sp>
        <p:sp>
          <p:nvSpPr>
            <p:cNvPr id="117" name="직사각형 116">
              <a:extLst>
                <a:ext uri="{FF2B5EF4-FFF2-40B4-BE49-F238E27FC236}">
                  <a16:creationId xmlns:a16="http://schemas.microsoft.com/office/drawing/2014/main" id="{7DDC3263-E921-450D-B8F3-7125873ED34C}"/>
                </a:ext>
              </a:extLst>
            </p:cNvPr>
            <p:cNvSpPr/>
            <p:nvPr/>
          </p:nvSpPr>
          <p:spPr>
            <a:xfrm>
              <a:off x="5340744" y="1178388"/>
              <a:ext cx="3164154" cy="387033"/>
            </a:xfrm>
            <a:prstGeom prst="rect">
              <a:avLst/>
            </a:prstGeom>
            <a:solidFill>
              <a:schemeClr val="bg1"/>
            </a:solidFill>
            <a:ln w="317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80788" tIns="40395" rIns="80788" bIns="40395" rtlCol="0" anchor="ctr"/>
            <a:lstStyle/>
            <a:p>
              <a:pPr algn="ctr"/>
              <a:r>
                <a:rPr lang="ko-KR" altLang="en-US" sz="1100" b="1" dirty="0">
                  <a:solidFill>
                    <a:srgbClr val="C00000"/>
                  </a:solidFill>
                </a:rPr>
                <a:t>지난 메일 보기</a:t>
              </a:r>
            </a:p>
          </p:txBody>
        </p:sp>
        <p:sp>
          <p:nvSpPr>
            <p:cNvPr id="118" name="타원 6">
              <a:extLst>
                <a:ext uri="{FF2B5EF4-FFF2-40B4-BE49-F238E27FC236}">
                  <a16:creationId xmlns:a16="http://schemas.microsoft.com/office/drawing/2014/main" id="{F108F565-03C3-4CD4-AAD8-B59C0682DF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3395" y="1359386"/>
              <a:ext cx="190500" cy="1905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none" lIns="36000" tIns="36000" rIns="36000" bIns="36000" anchor="ctr"/>
            <a:lstStyle>
              <a:lvl1pPr>
                <a:defRPr kumimoji="1" sz="800" b="1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defRPr>
              </a:lvl1pPr>
              <a:lvl2pPr marL="742950" indent="-285750">
                <a:defRPr kumimoji="1" sz="800" b="1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defRPr>
              </a:lvl2pPr>
              <a:lvl3pPr marL="1143000" indent="-228600">
                <a:defRPr kumimoji="1" sz="800" b="1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defRPr>
              </a:lvl3pPr>
              <a:lvl4pPr marL="1600200" indent="-228600">
                <a:defRPr kumimoji="1" sz="800" b="1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defRPr>
              </a:lvl4pPr>
              <a:lvl5pPr marL="2057400" indent="-228600">
                <a:defRPr kumimoji="1" sz="800" b="1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defRPr>
              </a:lvl9pPr>
            </a:lstStyle>
            <a:p>
              <a:pPr algn="ctr" eaLnBrk="1" latinLnBrk="1" hangingPunct="1"/>
              <a:r>
                <a:rPr lang="en-US" altLang="ko-KR" sz="700" dirty="0">
                  <a:solidFill>
                    <a:srgbClr val="FFFFFF"/>
                  </a:solidFill>
                  <a:latin typeface="+mn-ea"/>
                  <a:ea typeface="+mn-ea"/>
                </a:rPr>
                <a:t>1</a:t>
              </a:r>
              <a:endParaRPr lang="ko-KR" altLang="en-US" sz="700" dirty="0">
                <a:solidFill>
                  <a:srgbClr val="FFFFFF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7A799437-BBDE-4910-9EF9-7CC8F9CF2AF4}"/>
              </a:ext>
            </a:extLst>
          </p:cNvPr>
          <p:cNvSpPr/>
          <p:nvPr/>
        </p:nvSpPr>
        <p:spPr>
          <a:xfrm>
            <a:off x="1591008" y="2034843"/>
            <a:ext cx="5915989" cy="385018"/>
          </a:xfrm>
          <a:prstGeom prst="rect">
            <a:avLst/>
          </a:prstGeom>
          <a:solidFill>
            <a:schemeClr val="bg1"/>
          </a:solidFill>
          <a:ln w="3175" algn="ctr">
            <a:noFill/>
            <a:round/>
            <a:headEnd/>
            <a:tailEnd/>
          </a:ln>
        </p:spPr>
        <p:txBody>
          <a:bodyPr wrap="none" lIns="80788" tIns="40395" rIns="80788" bIns="40395" rtlCol="0" anchor="ctr"/>
          <a:lstStyle/>
          <a:p>
            <a:r>
              <a:rPr lang="ko-KR" altLang="en-US" sz="1100" dirty="0"/>
              <a:t>[보험기간 변경 요청] 홍길동님 </a:t>
            </a:r>
            <a:r>
              <a:rPr lang="ko-KR" altLang="en-US" sz="1100" dirty="0" err="1"/>
              <a:t>계약건</a:t>
            </a:r>
            <a:r>
              <a:rPr lang="ko-KR" altLang="en-US" sz="1100" dirty="0"/>
              <a:t> </a:t>
            </a:r>
            <a:r>
              <a:rPr lang="en-US" altLang="ko-KR" sz="1100" dirty="0"/>
              <a:t>2025-01-01</a:t>
            </a:r>
          </a:p>
        </p:txBody>
      </p:sp>
      <p:sp>
        <p:nvSpPr>
          <p:cNvPr id="53" name="Arrow Down">
            <a:extLst>
              <a:ext uri="{FF2B5EF4-FFF2-40B4-BE49-F238E27FC236}">
                <a16:creationId xmlns:a16="http://schemas.microsoft.com/office/drawing/2014/main" id="{FAAE3D77-5DC2-46EA-9981-B470E2325415}"/>
              </a:ext>
            </a:extLst>
          </p:cNvPr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 flipH="1">
            <a:off x="7091123" y="2192202"/>
            <a:ext cx="154053" cy="87070"/>
          </a:xfrm>
          <a:custGeom>
            <a:avLst/>
            <a:gdLst>
              <a:gd name="T0" fmla="*/ 0 w 197"/>
              <a:gd name="T1" fmla="*/ 0 h 115"/>
              <a:gd name="T2" fmla="*/ 99 w 197"/>
              <a:gd name="T3" fmla="*/ 115 h 115"/>
              <a:gd name="T4" fmla="*/ 197 w 197"/>
              <a:gd name="T5" fmla="*/ 0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7" h="115">
                <a:moveTo>
                  <a:pt x="0" y="0"/>
                </a:moveTo>
                <a:lnTo>
                  <a:pt x="99" y="115"/>
                </a:lnTo>
                <a:lnTo>
                  <a:pt x="197" y="0"/>
                </a:lnTo>
              </a:path>
            </a:pathLst>
          </a:custGeom>
          <a:solidFill>
            <a:srgbClr val="FFFFFF"/>
          </a:solidFill>
          <a:ln w="6350" cap="sq">
            <a:solidFill>
              <a:srgbClr val="80808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E316C34E-781B-49C6-A693-BCEAFEAB09E6}"/>
              </a:ext>
            </a:extLst>
          </p:cNvPr>
          <p:cNvSpPr/>
          <p:nvPr/>
        </p:nvSpPr>
        <p:spPr>
          <a:xfrm>
            <a:off x="1591008" y="2451459"/>
            <a:ext cx="5915989" cy="385018"/>
          </a:xfrm>
          <a:prstGeom prst="rect">
            <a:avLst/>
          </a:prstGeom>
          <a:solidFill>
            <a:schemeClr val="bg1"/>
          </a:solidFill>
          <a:ln w="3175" algn="ctr">
            <a:noFill/>
            <a:round/>
            <a:headEnd/>
            <a:tailEnd/>
          </a:ln>
        </p:spPr>
        <p:txBody>
          <a:bodyPr wrap="none" lIns="80788" tIns="40395" rIns="80788" bIns="40395" rtlCol="0" anchor="ctr"/>
          <a:lstStyle/>
          <a:p>
            <a:r>
              <a:rPr lang="ko-KR" altLang="en-US" sz="1100" dirty="0"/>
              <a:t>[보험기간 변경 요청] 홍길동님 </a:t>
            </a:r>
            <a:r>
              <a:rPr lang="ko-KR" altLang="en-US" sz="1100" dirty="0" err="1"/>
              <a:t>계약건</a:t>
            </a:r>
            <a:r>
              <a:rPr lang="ko-KR" altLang="en-US" sz="1100" dirty="0"/>
              <a:t> </a:t>
            </a:r>
            <a:r>
              <a:rPr lang="en-US" altLang="ko-KR" sz="1100" dirty="0"/>
              <a:t>2025-01-01</a:t>
            </a:r>
            <a:endParaRPr lang="ko-KR" altLang="en-US" sz="1100" dirty="0"/>
          </a:p>
        </p:txBody>
      </p:sp>
      <p:sp>
        <p:nvSpPr>
          <p:cNvPr id="55" name="Arrow Down">
            <a:extLst>
              <a:ext uri="{FF2B5EF4-FFF2-40B4-BE49-F238E27FC236}">
                <a16:creationId xmlns:a16="http://schemas.microsoft.com/office/drawing/2014/main" id="{984E48D8-8BDB-4958-86CC-3FA6AA793678}"/>
              </a:ext>
            </a:extLst>
          </p:cNvPr>
          <p:cNvSpPr>
            <a:spLocks noChangeAspect="1"/>
          </p:cNvSpPr>
          <p:nvPr>
            <p:custDataLst>
              <p:tags r:id="rId2"/>
            </p:custDataLst>
          </p:nvPr>
        </p:nvSpPr>
        <p:spPr bwMode="auto">
          <a:xfrm flipH="1">
            <a:off x="7091123" y="2608818"/>
            <a:ext cx="154053" cy="87070"/>
          </a:xfrm>
          <a:custGeom>
            <a:avLst/>
            <a:gdLst>
              <a:gd name="T0" fmla="*/ 0 w 197"/>
              <a:gd name="T1" fmla="*/ 0 h 115"/>
              <a:gd name="T2" fmla="*/ 99 w 197"/>
              <a:gd name="T3" fmla="*/ 115 h 115"/>
              <a:gd name="T4" fmla="*/ 197 w 197"/>
              <a:gd name="T5" fmla="*/ 0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7" h="115">
                <a:moveTo>
                  <a:pt x="0" y="0"/>
                </a:moveTo>
                <a:lnTo>
                  <a:pt x="99" y="115"/>
                </a:lnTo>
                <a:lnTo>
                  <a:pt x="197" y="0"/>
                </a:lnTo>
              </a:path>
            </a:pathLst>
          </a:custGeom>
          <a:solidFill>
            <a:srgbClr val="FFFFFF"/>
          </a:solidFill>
          <a:ln w="6350" cap="sq">
            <a:solidFill>
              <a:srgbClr val="80808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C3683EF2-BE08-4139-88D1-9965969F8E98}"/>
              </a:ext>
            </a:extLst>
          </p:cNvPr>
          <p:cNvSpPr/>
          <p:nvPr/>
        </p:nvSpPr>
        <p:spPr>
          <a:xfrm>
            <a:off x="1597134" y="2858155"/>
            <a:ext cx="5915989" cy="385018"/>
          </a:xfrm>
          <a:prstGeom prst="rect">
            <a:avLst/>
          </a:prstGeom>
          <a:solidFill>
            <a:schemeClr val="bg1"/>
          </a:solidFill>
          <a:ln w="3175" algn="ctr">
            <a:noFill/>
            <a:round/>
            <a:headEnd/>
            <a:tailEnd/>
          </a:ln>
        </p:spPr>
        <p:txBody>
          <a:bodyPr wrap="none" lIns="80788" tIns="40395" rIns="80788" bIns="40395" rtlCol="0" anchor="ctr"/>
          <a:lstStyle/>
          <a:p>
            <a:r>
              <a:rPr lang="ko-KR" altLang="en-US" sz="1100" dirty="0"/>
              <a:t>[보험기간 변경 요청] 홍길동님 </a:t>
            </a:r>
            <a:r>
              <a:rPr lang="ko-KR" altLang="en-US" sz="1100" dirty="0" err="1"/>
              <a:t>계약건</a:t>
            </a:r>
            <a:r>
              <a:rPr lang="ko-KR" altLang="en-US" sz="1100" dirty="0"/>
              <a:t> </a:t>
            </a:r>
            <a:r>
              <a:rPr lang="en-US" altLang="ko-KR" sz="1100" dirty="0"/>
              <a:t>2025-01-01</a:t>
            </a:r>
            <a:endParaRPr lang="ko-KR" altLang="en-US" sz="1100" dirty="0"/>
          </a:p>
        </p:txBody>
      </p:sp>
      <p:sp>
        <p:nvSpPr>
          <p:cNvPr id="57" name="Arrow Down">
            <a:extLst>
              <a:ext uri="{FF2B5EF4-FFF2-40B4-BE49-F238E27FC236}">
                <a16:creationId xmlns:a16="http://schemas.microsoft.com/office/drawing/2014/main" id="{0B199CB5-592B-425A-A89B-8904E7F1E3CA}"/>
              </a:ext>
            </a:extLst>
          </p:cNvPr>
          <p:cNvSpPr>
            <a:spLocks noChangeAspect="1"/>
          </p:cNvSpPr>
          <p:nvPr>
            <p:custDataLst>
              <p:tags r:id="rId3"/>
            </p:custDataLst>
          </p:nvPr>
        </p:nvSpPr>
        <p:spPr bwMode="auto">
          <a:xfrm flipH="1">
            <a:off x="7097249" y="3015514"/>
            <a:ext cx="154053" cy="87070"/>
          </a:xfrm>
          <a:custGeom>
            <a:avLst/>
            <a:gdLst>
              <a:gd name="T0" fmla="*/ 0 w 197"/>
              <a:gd name="T1" fmla="*/ 0 h 115"/>
              <a:gd name="T2" fmla="*/ 99 w 197"/>
              <a:gd name="T3" fmla="*/ 115 h 115"/>
              <a:gd name="T4" fmla="*/ 197 w 197"/>
              <a:gd name="T5" fmla="*/ 0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7" h="115">
                <a:moveTo>
                  <a:pt x="0" y="0"/>
                </a:moveTo>
                <a:lnTo>
                  <a:pt x="99" y="115"/>
                </a:lnTo>
                <a:lnTo>
                  <a:pt x="197" y="0"/>
                </a:lnTo>
              </a:path>
            </a:pathLst>
          </a:custGeom>
          <a:solidFill>
            <a:srgbClr val="FFFFFF"/>
          </a:solidFill>
          <a:ln w="6350" cap="sq">
            <a:solidFill>
              <a:srgbClr val="80808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38595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46BC6FB9-8864-4447-A66B-7867F1B7B40C}"/>
              </a:ext>
            </a:extLst>
          </p:cNvPr>
          <p:cNvSpPr/>
          <p:nvPr/>
        </p:nvSpPr>
        <p:spPr>
          <a:xfrm>
            <a:off x="488272" y="683162"/>
            <a:ext cx="8673483" cy="596319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A1E74100-9C9A-41BB-AD89-EA386894C50B}"/>
              </a:ext>
            </a:extLst>
          </p:cNvPr>
          <p:cNvGraphicFramePr>
            <a:graphicFrameLocks noGrp="1"/>
          </p:cNvGraphicFramePr>
          <p:nvPr/>
        </p:nvGraphicFramePr>
        <p:xfrm>
          <a:off x="9443499" y="0"/>
          <a:ext cx="2748502" cy="6599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15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34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02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97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dirty="0" err="1">
                          <a:latin typeface="+mn-ea"/>
                          <a:ea typeface="+mn-ea"/>
                        </a:rPr>
                        <a:t>화면명</a:t>
                      </a:r>
                      <a:endParaRPr lang="ko-KR" altLang="en-US" sz="700" b="0" dirty="0"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여행자보험</a:t>
                      </a:r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700" b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캐롯손해보험화면</a:t>
                      </a:r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dirty="0">
                          <a:latin typeface="+mn-ea"/>
                          <a:ea typeface="+mn-ea"/>
                        </a:rPr>
                        <a:t>슬라이드</a:t>
                      </a:r>
                      <a:endParaRPr lang="en-US" altLang="ko-KR" sz="700" b="0" dirty="0"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700" b="0" dirty="0">
                          <a:latin typeface="+mn-ea"/>
                          <a:ea typeface="+mn-ea"/>
                        </a:rPr>
                        <a:t>번호</a:t>
                      </a:r>
                    </a:p>
                  </a:txBody>
                  <a:tcPr marL="45720" marR="45720" anchor="ctr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97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Screen</a:t>
                      </a:r>
                      <a:r>
                        <a:rPr lang="en-US" altLang="ko-KR" sz="700" b="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 path</a:t>
                      </a:r>
                      <a:endParaRPr lang="ko-KR" altLang="en-US" sz="700" b="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u="none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캐롯손해보험관리자</a:t>
                      </a:r>
                      <a:r>
                        <a:rPr lang="ko-KR" altLang="en-US" sz="700" b="0" u="none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0" u="none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&gt; </a:t>
                      </a:r>
                      <a:r>
                        <a:rPr lang="ko-KR" altLang="en-US" sz="700" b="0" u="none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계약내역 </a:t>
                      </a:r>
                      <a:r>
                        <a:rPr lang="en-US" altLang="ko-KR" sz="700" b="0" u="none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&gt; </a:t>
                      </a:r>
                      <a:r>
                        <a:rPr lang="ko-KR" altLang="en-US" sz="700" b="0" u="none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상세페이지</a:t>
                      </a:r>
                      <a:endParaRPr lang="en-US" altLang="ko-KR" sz="800" b="0" u="none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2CE11858-21F8-4719-B1D1-AF4289FF8F9C}"/>
              </a:ext>
            </a:extLst>
          </p:cNvPr>
          <p:cNvGraphicFramePr>
            <a:graphicFrameLocks noGrp="1"/>
          </p:cNvGraphicFramePr>
          <p:nvPr/>
        </p:nvGraphicFramePr>
        <p:xfrm>
          <a:off x="9443499" y="683162"/>
          <a:ext cx="2748501" cy="2582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46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62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latin typeface="+mn-ea"/>
                          <a:ea typeface="+mn-ea"/>
                        </a:rPr>
                        <a:t>No.</a:t>
                      </a:r>
                      <a:endParaRPr lang="ko-KR" altLang="en-US" sz="800" b="0" dirty="0"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latin typeface="+mn-ea"/>
                          <a:ea typeface="+mn-ea"/>
                        </a:rPr>
                        <a:t>Description</a:t>
                      </a:r>
                      <a:endParaRPr lang="ko-KR" altLang="en-US" sz="800" b="0" dirty="0"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80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ko-KR" altLang="en-US" sz="1100" dirty="0">
                        <a:solidFill>
                          <a:srgbClr val="0070C0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/>
                        <a:t>계약내역</a:t>
                      </a:r>
                      <a:endParaRPr lang="en-US" altLang="ko-KR" sz="900" b="1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/>
                        <a:t>수기가입</a:t>
                      </a:r>
                      <a:r>
                        <a:rPr lang="en-US" altLang="ko-KR" sz="900" b="1" dirty="0"/>
                        <a:t>(</a:t>
                      </a:r>
                      <a:r>
                        <a:rPr lang="ko-KR" altLang="en-US" sz="900" b="1" dirty="0" err="1"/>
                        <a:t>단건</a:t>
                      </a:r>
                      <a:r>
                        <a:rPr lang="en-US" altLang="ko-KR" sz="900" b="1" dirty="0"/>
                        <a:t>) </a:t>
                      </a:r>
                      <a:r>
                        <a:rPr lang="ko-KR" altLang="en-US" sz="900" b="1" dirty="0"/>
                        <a:t>추가에 따른 상세 변경사항</a:t>
                      </a:r>
                      <a:endParaRPr lang="en-US" altLang="ko-KR" sz="900" dirty="0"/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9295480"/>
                  </a:ext>
                </a:extLst>
              </a:tr>
              <a:tr h="18835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1100" dirty="0">
                        <a:solidFill>
                          <a:srgbClr val="0070C0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buAutoNum type="arabicPeriod"/>
                      </a:pPr>
                      <a:r>
                        <a:rPr lang="ko-KR" altLang="en-US" sz="900" b="1" dirty="0"/>
                        <a:t>상세페이지 수정사항</a:t>
                      </a:r>
                      <a:endParaRPr lang="en-US" altLang="ko-KR" sz="900" b="1" dirty="0"/>
                    </a:p>
                    <a:p>
                      <a:pPr marL="0" indent="0">
                        <a:buNone/>
                      </a:pPr>
                      <a:endParaRPr lang="en-US" altLang="ko-KR" sz="900" b="0" dirty="0"/>
                    </a:p>
                    <a:p>
                      <a:pPr marL="0" indent="0">
                        <a:buNone/>
                      </a:pPr>
                      <a:r>
                        <a:rPr lang="en-US" altLang="ko-KR" sz="900" b="0" dirty="0"/>
                        <a:t> 1) </a:t>
                      </a:r>
                      <a:r>
                        <a:rPr lang="ko-KR" altLang="en-US" sz="900" b="1" dirty="0"/>
                        <a:t>신청자 정보 안내</a:t>
                      </a:r>
                      <a:br>
                        <a:rPr lang="en-US" altLang="ko-KR" sz="900" b="1" dirty="0"/>
                      </a:br>
                      <a:r>
                        <a:rPr lang="ko-KR" altLang="en-US" sz="900" b="1" dirty="0"/>
                        <a:t>    </a:t>
                      </a:r>
                      <a:r>
                        <a:rPr lang="en-US" altLang="ko-KR" sz="900" b="1" dirty="0"/>
                        <a:t>- </a:t>
                      </a:r>
                      <a:r>
                        <a:rPr lang="ko-KR" altLang="en-US" sz="900" dirty="0"/>
                        <a:t>청약신청 </a:t>
                      </a:r>
                      <a:r>
                        <a:rPr lang="en-US" altLang="ko-KR" sz="900" dirty="0"/>
                        <a:t>ID: </a:t>
                      </a:r>
                      <a:r>
                        <a:rPr lang="ko-KR" altLang="en-US" sz="900" dirty="0"/>
                        <a:t>이름</a:t>
                      </a:r>
                      <a:r>
                        <a:rPr lang="en-US" altLang="ko-KR" sz="900" dirty="0"/>
                        <a:t>(ID) </a:t>
                      </a:r>
                      <a:r>
                        <a:rPr lang="ko-KR" altLang="en-US" sz="900" dirty="0"/>
                        <a:t>형식으로 노출</a:t>
                      </a:r>
                      <a:br>
                        <a:rPr lang="en-US" altLang="ko-KR" sz="900" dirty="0"/>
                      </a:br>
                      <a:r>
                        <a:rPr lang="en-US" altLang="ko-KR" sz="900" dirty="0"/>
                        <a:t>    - </a:t>
                      </a:r>
                      <a:r>
                        <a:rPr lang="ko-KR" altLang="en-US" sz="900" dirty="0"/>
                        <a:t>리스트와 형식 통일을 위함</a:t>
                      </a:r>
                      <a:endParaRPr lang="en-US" altLang="ko-KR" sz="900" dirty="0"/>
                    </a:p>
                    <a:p>
                      <a:pPr marL="0" indent="0">
                        <a:buNone/>
                      </a:pPr>
                      <a:endParaRPr lang="en-US" altLang="ko-KR" sz="900" b="1" dirty="0"/>
                    </a:p>
                    <a:p>
                      <a:pPr marL="0" indent="0">
                        <a:buNone/>
                      </a:pPr>
                      <a:r>
                        <a:rPr lang="en-US" altLang="ko-KR" sz="900" b="1" dirty="0"/>
                        <a:t> 2) </a:t>
                      </a:r>
                      <a:r>
                        <a:rPr lang="ko-KR" altLang="en-US" sz="900" b="1" dirty="0"/>
                        <a:t>계약자 정보 안내</a:t>
                      </a:r>
                      <a:br>
                        <a:rPr lang="en-US" altLang="ko-KR" sz="900" b="1" dirty="0"/>
                      </a:br>
                      <a:r>
                        <a:rPr lang="ko-KR" altLang="en-US" sz="900" b="1" dirty="0"/>
                        <a:t>    </a:t>
                      </a:r>
                      <a:r>
                        <a:rPr lang="en-US" altLang="ko-KR" sz="900" b="1" dirty="0"/>
                        <a:t>-</a:t>
                      </a:r>
                      <a:r>
                        <a:rPr lang="ko-KR" altLang="en-US" sz="900" b="1" dirty="0"/>
                        <a:t> </a:t>
                      </a:r>
                      <a:r>
                        <a:rPr lang="ko-KR" altLang="en-US" sz="900" b="0" dirty="0"/>
                        <a:t>수기가입 시</a:t>
                      </a:r>
                      <a:br>
                        <a:rPr lang="en-US" altLang="ko-KR" sz="900" b="1" dirty="0"/>
                      </a:br>
                      <a:r>
                        <a:rPr lang="en-US" altLang="ko-KR" sz="900" b="1" dirty="0"/>
                        <a:t>      </a:t>
                      </a:r>
                      <a:r>
                        <a:rPr lang="ko-KR" altLang="en-US" sz="900" b="1" dirty="0"/>
                        <a:t>예약번호</a:t>
                      </a:r>
                      <a:r>
                        <a:rPr lang="en-US" altLang="ko-KR" sz="900" b="1" dirty="0"/>
                        <a:t>, </a:t>
                      </a:r>
                      <a:r>
                        <a:rPr lang="ko-KR" altLang="en-US" sz="900" b="1" dirty="0"/>
                        <a:t>티켓번호</a:t>
                      </a:r>
                      <a:r>
                        <a:rPr lang="en-US" altLang="ko-KR" sz="900" b="1" dirty="0"/>
                        <a:t>, </a:t>
                      </a:r>
                      <a:r>
                        <a:rPr lang="ko-KR" altLang="en-US" sz="900" b="1" dirty="0"/>
                        <a:t>영문성명</a:t>
                      </a:r>
                      <a:r>
                        <a:rPr lang="ko-KR" altLang="en-US" sz="900" dirty="0"/>
                        <a:t>은 없음으로 </a:t>
                      </a:r>
                      <a:br>
                        <a:rPr lang="en-US" altLang="ko-KR" sz="900" dirty="0"/>
                      </a:br>
                      <a:r>
                        <a:rPr lang="en-US" altLang="ko-KR" sz="900" dirty="0"/>
                        <a:t>      </a:t>
                      </a:r>
                      <a:r>
                        <a:rPr lang="ko-KR" altLang="en-US" sz="900" dirty="0"/>
                        <a:t>해당 항목은 </a:t>
                      </a:r>
                      <a:r>
                        <a:rPr lang="en-US" altLang="ko-KR" sz="900" dirty="0"/>
                        <a:t>"-"</a:t>
                      </a:r>
                      <a:r>
                        <a:rPr lang="ko-KR" altLang="en-US" sz="900" dirty="0"/>
                        <a:t>로 노출되도록 요청</a:t>
                      </a:r>
                      <a:endParaRPr lang="en-US" altLang="ko-KR" sz="900" dirty="0"/>
                    </a:p>
                    <a:p>
                      <a:pPr marL="0" indent="0">
                        <a:buNone/>
                      </a:pPr>
                      <a:endParaRPr lang="en-US" altLang="ko-KR" sz="900" b="1" dirty="0"/>
                    </a:p>
                    <a:p>
                      <a:pPr marL="0" indent="0">
                        <a:buNone/>
                      </a:pPr>
                      <a:r>
                        <a:rPr lang="en-US" altLang="ko-KR" sz="900" b="1" dirty="0"/>
                        <a:t>  3) </a:t>
                      </a:r>
                      <a:r>
                        <a:rPr lang="ko-KR" altLang="en-US" sz="900" b="1" dirty="0"/>
                        <a:t>기타사항</a:t>
                      </a:r>
                      <a:endParaRPr lang="en-US" altLang="ko-KR" sz="900" b="1" dirty="0"/>
                    </a:p>
                    <a:p>
                      <a:pPr marL="0" indent="0">
                        <a:buNone/>
                      </a:pPr>
                      <a:r>
                        <a:rPr lang="en-US" altLang="ko-KR" sz="900" dirty="0"/>
                        <a:t>  - </a:t>
                      </a:r>
                      <a:r>
                        <a:rPr lang="ko-KR" altLang="en-US" sz="900" dirty="0"/>
                        <a:t>기존 계약내역 틀 유지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슬라이드 번호 개체 틀 1">
            <a:extLst>
              <a:ext uri="{FF2B5EF4-FFF2-40B4-BE49-F238E27FC236}">
                <a16:creationId xmlns:a16="http://schemas.microsoft.com/office/drawing/2014/main" id="{6E2FC742-A216-44DD-9FB9-C5593AC15F1E}"/>
              </a:ext>
            </a:extLst>
          </p:cNvPr>
          <p:cNvSpPr txBox="1">
            <a:spLocks/>
          </p:cNvSpPr>
          <p:nvPr/>
        </p:nvSpPr>
        <p:spPr>
          <a:xfrm>
            <a:off x="11740785" y="-28424"/>
            <a:ext cx="578285" cy="36512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463E381-CB74-4648-8889-FF3C7184AA03}" type="slidenum">
              <a:rPr lang="en-US" smtClean="0">
                <a:latin typeface="+mn-ea"/>
              </a:rPr>
              <a:pPr/>
              <a:t>24</a:t>
            </a:fld>
            <a:endParaRPr lang="en-US" dirty="0">
              <a:latin typeface="+mn-ea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72D3E845-C4ED-47A5-B71B-CA8B0B44E640}"/>
              </a:ext>
            </a:extLst>
          </p:cNvPr>
          <p:cNvSpPr/>
          <p:nvPr/>
        </p:nvSpPr>
        <p:spPr>
          <a:xfrm>
            <a:off x="488272" y="106532"/>
            <a:ext cx="8673483" cy="6539823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7CEAECC-753A-4CDA-B9DC-0DC8181C4C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272" y="106532"/>
            <a:ext cx="8673483" cy="57663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D4F9FEE-D811-4132-863E-0DDF1C581C98}"/>
              </a:ext>
            </a:extLst>
          </p:cNvPr>
          <p:cNvSpPr txBox="1"/>
          <p:nvPr/>
        </p:nvSpPr>
        <p:spPr>
          <a:xfrm>
            <a:off x="7338566" y="290875"/>
            <a:ext cx="74411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chemeClr val="bg1"/>
                </a:solidFill>
                <a:latin typeface="+mn-ea"/>
              </a:rPr>
              <a:t>{</a:t>
            </a:r>
            <a:r>
              <a:rPr lang="ko-KR" altLang="en-US" sz="1100" dirty="0">
                <a:solidFill>
                  <a:schemeClr val="bg1"/>
                </a:solidFill>
                <a:latin typeface="+mn-ea"/>
              </a:rPr>
              <a:t>이름</a:t>
            </a:r>
            <a:r>
              <a:rPr lang="en-US" altLang="ko-KR" sz="1100" dirty="0">
                <a:solidFill>
                  <a:schemeClr val="bg1"/>
                </a:solidFill>
                <a:latin typeface="+mn-ea"/>
              </a:rPr>
              <a:t>}</a:t>
            </a:r>
            <a:r>
              <a:rPr lang="ko-KR" altLang="en-US" sz="1100" dirty="0">
                <a:solidFill>
                  <a:schemeClr val="bg1"/>
                </a:solidFill>
                <a:latin typeface="+mn-ea"/>
              </a:rPr>
              <a:t> 님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1581710-DC3C-43AA-9F61-9E92F49C80DD}"/>
              </a:ext>
            </a:extLst>
          </p:cNvPr>
          <p:cNvSpPr txBox="1"/>
          <p:nvPr/>
        </p:nvSpPr>
        <p:spPr>
          <a:xfrm>
            <a:off x="8058491" y="307653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>
                <a:solidFill>
                  <a:schemeClr val="bg1">
                    <a:lumMod val="75000"/>
                  </a:schemeClr>
                </a:solidFill>
              </a:rPr>
              <a:t>로그아웃</a:t>
            </a:r>
            <a:endParaRPr lang="ko-KR" altLang="en-US" sz="11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1077911-1F52-47FD-AD0B-2995DE8CDC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338" y="988786"/>
            <a:ext cx="8433349" cy="3964591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61AEFBEA-4EB4-4FF8-906D-49A008AB2FF2}"/>
              </a:ext>
            </a:extLst>
          </p:cNvPr>
          <p:cNvSpPr/>
          <p:nvPr/>
        </p:nvSpPr>
        <p:spPr>
          <a:xfrm>
            <a:off x="1382550" y="4579596"/>
            <a:ext cx="1273566" cy="4865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45D3D11-5C85-48A3-A40E-CC7A7C58B379}"/>
              </a:ext>
            </a:extLst>
          </p:cNvPr>
          <p:cNvSpPr/>
          <p:nvPr/>
        </p:nvSpPr>
        <p:spPr>
          <a:xfrm>
            <a:off x="1499966" y="5541613"/>
            <a:ext cx="1060354" cy="2147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F41DC34-E69E-4164-98DE-1E4E9C4117F9}"/>
              </a:ext>
            </a:extLst>
          </p:cNvPr>
          <p:cNvSpPr txBox="1"/>
          <p:nvPr/>
        </p:nvSpPr>
        <p:spPr>
          <a:xfrm>
            <a:off x="1491259" y="4511157"/>
            <a:ext cx="26321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dirty="0">
                <a:solidFill>
                  <a:schemeClr val="bg1">
                    <a:lumMod val="50000"/>
                  </a:schemeClr>
                </a:solidFill>
              </a:rPr>
              <a:t>-</a:t>
            </a:r>
            <a:endParaRPr lang="ko-KR" altLang="en-US" sz="15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5E3355F-4152-4623-8171-E1FDECC5C9F9}"/>
              </a:ext>
            </a:extLst>
          </p:cNvPr>
          <p:cNvSpPr txBox="1"/>
          <p:nvPr/>
        </p:nvSpPr>
        <p:spPr>
          <a:xfrm>
            <a:off x="1491259" y="4737251"/>
            <a:ext cx="26321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dirty="0">
                <a:solidFill>
                  <a:schemeClr val="bg1">
                    <a:lumMod val="50000"/>
                  </a:schemeClr>
                </a:solidFill>
              </a:rPr>
              <a:t>-</a:t>
            </a:r>
            <a:endParaRPr lang="ko-KR" altLang="en-US" sz="15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F534F1A-A23E-49DB-BDB9-16B586C250A3}"/>
              </a:ext>
            </a:extLst>
          </p:cNvPr>
          <p:cNvSpPr txBox="1"/>
          <p:nvPr/>
        </p:nvSpPr>
        <p:spPr>
          <a:xfrm>
            <a:off x="1491259" y="5433201"/>
            <a:ext cx="26321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dirty="0">
                <a:solidFill>
                  <a:schemeClr val="bg1">
                    <a:lumMod val="50000"/>
                  </a:schemeClr>
                </a:solidFill>
              </a:rPr>
              <a:t>-</a:t>
            </a:r>
            <a:endParaRPr lang="ko-KR" altLang="en-US" sz="15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27D6F3C-5529-4FAB-9C06-32143BABD85B}"/>
              </a:ext>
            </a:extLst>
          </p:cNvPr>
          <p:cNvSpPr/>
          <p:nvPr/>
        </p:nvSpPr>
        <p:spPr>
          <a:xfrm>
            <a:off x="1499966" y="1436914"/>
            <a:ext cx="938434" cy="2002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BA8B1EA-9017-4359-BF98-39938BCD928E}"/>
              </a:ext>
            </a:extLst>
          </p:cNvPr>
          <p:cNvSpPr txBox="1"/>
          <p:nvPr/>
        </p:nvSpPr>
        <p:spPr>
          <a:xfrm>
            <a:off x="1443171" y="1461382"/>
            <a:ext cx="92204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err="1"/>
              <a:t>이다운</a:t>
            </a:r>
            <a:r>
              <a:rPr lang="en-US" altLang="ko-KR" sz="800" dirty="0"/>
              <a:t>(220803)</a:t>
            </a:r>
            <a:endParaRPr lang="ko-KR" altLang="en-US" sz="800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A9636AD-07F5-4357-89D5-7A145973FFC3}"/>
              </a:ext>
            </a:extLst>
          </p:cNvPr>
          <p:cNvSpPr/>
          <p:nvPr/>
        </p:nvSpPr>
        <p:spPr>
          <a:xfrm>
            <a:off x="4962307" y="3805646"/>
            <a:ext cx="990624" cy="1567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-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BCA2C466-0579-40FF-8A55-A6E2F680BBB5}"/>
              </a:ext>
            </a:extLst>
          </p:cNvPr>
          <p:cNvSpPr/>
          <p:nvPr/>
        </p:nvSpPr>
        <p:spPr>
          <a:xfrm>
            <a:off x="4962307" y="4051271"/>
            <a:ext cx="990624" cy="1567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-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24C67E37-9E30-4B12-B7BC-79624ED67511}"/>
              </a:ext>
            </a:extLst>
          </p:cNvPr>
          <p:cNvSpPr/>
          <p:nvPr/>
        </p:nvSpPr>
        <p:spPr>
          <a:xfrm>
            <a:off x="4934316" y="4293775"/>
            <a:ext cx="990624" cy="1567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-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9C4711B-33AF-4DE4-A2BB-E3D017E1489D}"/>
              </a:ext>
            </a:extLst>
          </p:cNvPr>
          <p:cNvSpPr txBox="1"/>
          <p:nvPr/>
        </p:nvSpPr>
        <p:spPr>
          <a:xfrm>
            <a:off x="5160101" y="3561440"/>
            <a:ext cx="764839" cy="215444"/>
          </a:xfrm>
          <a:prstGeom prst="rect">
            <a:avLst/>
          </a:prstGeom>
          <a:solidFill>
            <a:srgbClr val="212529"/>
          </a:solidFill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chemeClr val="bg1"/>
                </a:solidFill>
              </a:rPr>
              <a:t>예약번호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EFBB9A5-7FE4-4A01-A31C-2674026D84DC}"/>
              </a:ext>
            </a:extLst>
          </p:cNvPr>
          <p:cNvSpPr txBox="1"/>
          <p:nvPr/>
        </p:nvSpPr>
        <p:spPr>
          <a:xfrm>
            <a:off x="4204684" y="3553353"/>
            <a:ext cx="764839" cy="215444"/>
          </a:xfrm>
          <a:prstGeom prst="rect">
            <a:avLst/>
          </a:prstGeom>
          <a:solidFill>
            <a:srgbClr val="212529"/>
          </a:solidFill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chemeClr val="bg1"/>
                </a:solidFill>
              </a:rPr>
              <a:t>신청자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62C69B0C-77F6-427D-98AA-774F73C54F51}"/>
              </a:ext>
            </a:extLst>
          </p:cNvPr>
          <p:cNvSpPr/>
          <p:nvPr/>
        </p:nvSpPr>
        <p:spPr>
          <a:xfrm>
            <a:off x="3969577" y="3797559"/>
            <a:ext cx="990624" cy="1567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이다운</a:t>
            </a:r>
            <a:r>
              <a:rPr lang="en-US" altLang="ko-KR" sz="800" dirty="0">
                <a:solidFill>
                  <a:schemeClr val="tx1"/>
                </a:solidFill>
              </a:rPr>
              <a:t>(220803)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680D97D4-3EAC-4921-BFA5-07FFAA1D306E}"/>
              </a:ext>
            </a:extLst>
          </p:cNvPr>
          <p:cNvSpPr/>
          <p:nvPr/>
        </p:nvSpPr>
        <p:spPr>
          <a:xfrm>
            <a:off x="3943691" y="4037855"/>
            <a:ext cx="990624" cy="1567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이다운</a:t>
            </a:r>
            <a:r>
              <a:rPr lang="en-US" altLang="ko-KR" sz="800" dirty="0">
                <a:solidFill>
                  <a:schemeClr val="tx1"/>
                </a:solidFill>
              </a:rPr>
              <a:t>(220803)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10B0A6EB-BE1A-4035-A904-15D4A14224BE}"/>
              </a:ext>
            </a:extLst>
          </p:cNvPr>
          <p:cNvSpPr/>
          <p:nvPr/>
        </p:nvSpPr>
        <p:spPr>
          <a:xfrm>
            <a:off x="3943691" y="4246907"/>
            <a:ext cx="990624" cy="1567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이다운</a:t>
            </a:r>
            <a:r>
              <a:rPr lang="en-US" altLang="ko-KR" sz="800" dirty="0">
                <a:solidFill>
                  <a:schemeClr val="tx1"/>
                </a:solidFill>
              </a:rPr>
              <a:t>(220803)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96B3622-8524-4CB1-A124-8E79E81AB2DD}"/>
              </a:ext>
            </a:extLst>
          </p:cNvPr>
          <p:cNvSpPr/>
          <p:nvPr/>
        </p:nvSpPr>
        <p:spPr>
          <a:xfrm>
            <a:off x="488270" y="699642"/>
            <a:ext cx="8673483" cy="5938619"/>
          </a:xfrm>
          <a:prstGeom prst="rect">
            <a:avLst/>
          </a:prstGeom>
          <a:solidFill>
            <a:schemeClr val="tx1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3349DD8-2A27-48F6-9C13-2AA1D75D504D}"/>
              </a:ext>
            </a:extLst>
          </p:cNvPr>
          <p:cNvSpPr/>
          <p:nvPr/>
        </p:nvSpPr>
        <p:spPr>
          <a:xfrm>
            <a:off x="1491259" y="1461382"/>
            <a:ext cx="1069061" cy="2154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D20D0AA1-EC15-4F82-BE90-3E5C49579E6E}"/>
              </a:ext>
            </a:extLst>
          </p:cNvPr>
          <p:cNvSpPr/>
          <p:nvPr/>
        </p:nvSpPr>
        <p:spPr>
          <a:xfrm>
            <a:off x="1503346" y="4607435"/>
            <a:ext cx="1069061" cy="1983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DDEF1971-05C8-42EF-B819-F2FC2C8C7480}"/>
              </a:ext>
            </a:extLst>
          </p:cNvPr>
          <p:cNvSpPr/>
          <p:nvPr/>
        </p:nvSpPr>
        <p:spPr>
          <a:xfrm>
            <a:off x="1443171" y="4835012"/>
            <a:ext cx="1069061" cy="2154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44F68C1B-0969-4922-A629-A3173168800A}"/>
              </a:ext>
            </a:extLst>
          </p:cNvPr>
          <p:cNvSpPr/>
          <p:nvPr/>
        </p:nvSpPr>
        <p:spPr>
          <a:xfrm>
            <a:off x="1439658" y="5570193"/>
            <a:ext cx="1069061" cy="2154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50C2A6A-B146-4BE7-A916-B6048D6D390B}"/>
              </a:ext>
            </a:extLst>
          </p:cNvPr>
          <p:cNvSpPr txBox="1"/>
          <p:nvPr/>
        </p:nvSpPr>
        <p:spPr>
          <a:xfrm>
            <a:off x="1425191" y="1471628"/>
            <a:ext cx="98616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/>
              <a:t>김인혜</a:t>
            </a:r>
            <a:r>
              <a:rPr lang="en-US" altLang="ko-KR" sz="900" dirty="0"/>
              <a:t>(051003)</a:t>
            </a:r>
            <a:endParaRPr lang="ko-KR" altLang="en-US" sz="9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E86AD0A-450A-493B-ABC8-B7BA233C4B3D}"/>
              </a:ext>
            </a:extLst>
          </p:cNvPr>
          <p:cNvSpPr txBox="1"/>
          <p:nvPr/>
        </p:nvSpPr>
        <p:spPr>
          <a:xfrm>
            <a:off x="1479730" y="4835822"/>
            <a:ext cx="23275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/>
              <a:t>-</a:t>
            </a:r>
            <a:endParaRPr lang="ko-KR" altLang="en-US" sz="9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2B28668-BDCF-490E-A96E-D0294C3CCE9E}"/>
              </a:ext>
            </a:extLst>
          </p:cNvPr>
          <p:cNvSpPr txBox="1"/>
          <p:nvPr/>
        </p:nvSpPr>
        <p:spPr>
          <a:xfrm>
            <a:off x="1488395" y="4587616"/>
            <a:ext cx="23275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/>
              <a:t>-</a:t>
            </a:r>
            <a:endParaRPr lang="ko-KR" altLang="en-US" sz="9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5778CFD-DA9F-420B-8ED9-0CC78DEC4B2C}"/>
              </a:ext>
            </a:extLst>
          </p:cNvPr>
          <p:cNvSpPr txBox="1"/>
          <p:nvPr/>
        </p:nvSpPr>
        <p:spPr>
          <a:xfrm>
            <a:off x="1499964" y="5535262"/>
            <a:ext cx="23275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/>
              <a:t>-</a:t>
            </a:r>
            <a:endParaRPr lang="ko-KR" altLang="en-US" sz="900" dirty="0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E2BC5D51-E4AE-499F-888E-F470E0929040}"/>
              </a:ext>
            </a:extLst>
          </p:cNvPr>
          <p:cNvSpPr/>
          <p:nvPr/>
        </p:nvSpPr>
        <p:spPr>
          <a:xfrm>
            <a:off x="481771" y="1441083"/>
            <a:ext cx="3367418" cy="278795"/>
          </a:xfrm>
          <a:prstGeom prst="rect">
            <a:avLst/>
          </a:prstGeom>
          <a:noFill/>
          <a:ln w="28575">
            <a:solidFill>
              <a:srgbClr val="F05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9C6CCEBF-C402-4384-B3D0-93E35B25C1FA}"/>
              </a:ext>
            </a:extLst>
          </p:cNvPr>
          <p:cNvSpPr/>
          <p:nvPr/>
        </p:nvSpPr>
        <p:spPr>
          <a:xfrm>
            <a:off x="474272" y="4276614"/>
            <a:ext cx="3367418" cy="1489480"/>
          </a:xfrm>
          <a:prstGeom prst="rect">
            <a:avLst/>
          </a:prstGeom>
          <a:noFill/>
          <a:ln w="28575">
            <a:solidFill>
              <a:srgbClr val="F05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8914CD0-BE08-4882-AA87-DE53B2A1067B}"/>
              </a:ext>
            </a:extLst>
          </p:cNvPr>
          <p:cNvSpPr txBox="1"/>
          <p:nvPr/>
        </p:nvSpPr>
        <p:spPr>
          <a:xfrm>
            <a:off x="738326" y="274436"/>
            <a:ext cx="152327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b="1" dirty="0" err="1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캐롯손해보험</a:t>
            </a:r>
            <a:r>
              <a:rPr lang="ko-KR" altLang="en-US" sz="1050" b="1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 관리자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BCE1B09-5DB6-4B38-86A0-30517411511D}"/>
              </a:ext>
            </a:extLst>
          </p:cNvPr>
          <p:cNvSpPr txBox="1"/>
          <p:nvPr/>
        </p:nvSpPr>
        <p:spPr>
          <a:xfrm>
            <a:off x="3117681" y="256012"/>
            <a:ext cx="71686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>
                <a:solidFill>
                  <a:schemeClr val="bg1"/>
                </a:solidFill>
                <a:latin typeface="+mj-lt"/>
                <a:ea typeface="나눔고딕" pitchFamily="2" charset="-127"/>
              </a:rPr>
              <a:t>계약내역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7409B25-5AEA-4D2D-9666-7E3804125544}"/>
              </a:ext>
            </a:extLst>
          </p:cNvPr>
          <p:cNvSpPr txBox="1"/>
          <p:nvPr/>
        </p:nvSpPr>
        <p:spPr>
          <a:xfrm>
            <a:off x="5788928" y="255428"/>
            <a:ext cx="55816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chemeClr val="bg1"/>
                </a:solidFill>
                <a:latin typeface="+mj-lt"/>
                <a:ea typeface="나눔고딕" pitchFamily="2" charset="-127"/>
              </a:rPr>
              <a:t>HELP </a:t>
            </a:r>
            <a:endParaRPr lang="ko-KR" altLang="en-US" sz="1100" dirty="0">
              <a:solidFill>
                <a:schemeClr val="bg1"/>
              </a:solidFill>
              <a:latin typeface="+mj-lt"/>
              <a:ea typeface="나눔고딕" pitchFamily="2" charset="-127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02A74AB-67F0-4133-BE44-AD32586F2B03}"/>
              </a:ext>
            </a:extLst>
          </p:cNvPr>
          <p:cNvSpPr txBox="1"/>
          <p:nvPr/>
        </p:nvSpPr>
        <p:spPr>
          <a:xfrm>
            <a:off x="2286857" y="256012"/>
            <a:ext cx="7665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solidFill>
                  <a:schemeClr val="bg1"/>
                </a:solidFill>
                <a:latin typeface="+mj-lt"/>
                <a:ea typeface="나눔고딕" pitchFamily="2" charset="-127"/>
              </a:rPr>
              <a:t>청약신청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BE499DB-2F7E-45AD-A4AE-6B559E55C9F3}"/>
              </a:ext>
            </a:extLst>
          </p:cNvPr>
          <p:cNvSpPr txBox="1"/>
          <p:nvPr/>
        </p:nvSpPr>
        <p:spPr>
          <a:xfrm>
            <a:off x="3940073" y="265622"/>
            <a:ext cx="93968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solidFill>
                  <a:schemeClr val="bg1"/>
                </a:solidFill>
                <a:latin typeface="+mj-lt"/>
              </a:rPr>
              <a:t>고객사 관리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8866DAF-D748-4D00-98C1-0145C6A7C52F}"/>
              </a:ext>
            </a:extLst>
          </p:cNvPr>
          <p:cNvSpPr txBox="1"/>
          <p:nvPr/>
        </p:nvSpPr>
        <p:spPr>
          <a:xfrm>
            <a:off x="4944021" y="265622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solidFill>
                  <a:schemeClr val="bg1"/>
                </a:solidFill>
                <a:latin typeface="+mj-lt"/>
              </a:rPr>
              <a:t>보험플랜</a:t>
            </a:r>
          </a:p>
        </p:txBody>
      </p:sp>
    </p:spTree>
    <p:extLst>
      <p:ext uri="{BB962C8B-B14F-4D97-AF65-F5344CB8AC3E}">
        <p14:creationId xmlns:p14="http://schemas.microsoft.com/office/powerpoint/2010/main" val="39205596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1855E-185F-100B-3A51-AD3DE2561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5C576E3-786C-5010-FA35-C9B14913FE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9344344"/>
              </p:ext>
            </p:extLst>
          </p:nvPr>
        </p:nvGraphicFramePr>
        <p:xfrm>
          <a:off x="8523694" y="811446"/>
          <a:ext cx="3300753" cy="54686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4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02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2922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ko-KR" sz="800" b="0" kern="12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Description</a:t>
                      </a:r>
                      <a:endParaRPr lang="ko-KR" altLang="en-US" sz="800" b="0" kern="1200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en-US" altLang="ko-KR" sz="8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144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고객사별로 특정 보험 플랜만 사용할 수 있도록 설정하는 관리 페이지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9071" marR="99071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9584405"/>
                  </a:ext>
                </a:extLst>
              </a:tr>
              <a:tr h="47628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고객사 관리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GNB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메뉴 추가</a:t>
                      </a:r>
                      <a:endParaRPr lang="en-US" altLang="ko-KR" sz="8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9071" marR="99071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28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고정 보험 플랜 선택 체크 박스</a:t>
                      </a:r>
                      <a:endParaRPr lang="en-US" altLang="ko-KR" sz="8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캐롯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보험사에서 제공하는 모든 보험 플랜 노출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보험상품이 새롭게 추가가 되면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캐롯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API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를 실시간으로 받아서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UPDATE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및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INSERT, DELETE</a:t>
                      </a:r>
                      <a:b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endParaRPr lang="en-US" altLang="ko-KR" sz="8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 3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번에서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Y/N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으로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ON, OFF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함으로써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선택항목에서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NULL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값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X</a:t>
                      </a:r>
                    </a:p>
                  </a:txBody>
                  <a:tcPr marL="99071" marR="99071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5424848"/>
                  </a:ext>
                </a:extLst>
              </a:tr>
              <a:tr h="47628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85551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고정 보험플랜 사용 여부</a:t>
                      </a:r>
                      <a:endParaRPr lang="en-US" altLang="ko-KR" sz="8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marR="0" indent="-171450" algn="l" defTabSz="85551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고정 보험 플랜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설정해놓은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값을 각 고객사마다 사용할지 말지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Y/N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값으로 끄고 키는 기능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9071" marR="99071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6354469"/>
                  </a:ext>
                </a:extLst>
              </a:tr>
              <a:tr h="5804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85551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고객사명</a:t>
                      </a:r>
                      <a:endParaRPr lang="en-US" altLang="ko-KR" sz="8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indent="0" algn="l" defTabSz="85551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고객사명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프리텍스트로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작성 할 수 있도록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INPUT BOX</a:t>
                      </a:r>
                    </a:p>
                  </a:txBody>
                  <a:tcPr marL="99071" marR="99071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9587385"/>
                  </a:ext>
                </a:extLst>
              </a:tr>
              <a:tr h="47628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85551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체크 박스 </a:t>
                      </a:r>
                      <a:endParaRPr lang="en-US" altLang="ko-KR" sz="8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indent="0" algn="l" defTabSz="85551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체크 박스 선택 후 선택 삭제 버튼 클릭 시 해당 규칙 삭제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9071" marR="99071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6078979"/>
                  </a:ext>
                </a:extLst>
              </a:tr>
              <a:tr h="47628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85551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추가하기 버튼</a:t>
                      </a:r>
                      <a:endParaRPr lang="en-US" altLang="ko-KR" sz="8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indent="0" algn="l" defTabSz="85551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추가 버튼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클릭시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아래 로우 하나 생성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9071" marR="99071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5160965"/>
                  </a:ext>
                </a:extLst>
              </a:tr>
              <a:tr h="47628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85551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회사코드 입력</a:t>
                      </a:r>
                      <a:endParaRPr lang="en-US" altLang="ko-KR" sz="8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indent="0" algn="l" defTabSz="85551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ERP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에서 불러오는 고객사명과 등록된 고객사명이 불일치할 수 도 있기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떄문에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KEY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값이 필요하여 회사코드 입력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9071" marR="99071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6831406"/>
                  </a:ext>
                </a:extLst>
              </a:tr>
              <a:tr h="47628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85551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적용하기 버튼</a:t>
                      </a:r>
                      <a:endParaRPr lang="en-US" altLang="ko-KR" sz="8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marR="0" indent="-171450" algn="l" defTabSz="85551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버튼 클릭 시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CONFIRM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팝업 확인 후 고정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보펌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플랜 적용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marR="0" indent="-171450" algn="l" defTabSz="85551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적용시 화면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#23PAGE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번 참고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9071" marR="99071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7184347"/>
                  </a:ext>
                </a:extLst>
              </a:tr>
            </a:tbl>
          </a:graphicData>
        </a:graphic>
      </p:graphicFrame>
      <p:sp>
        <p:nvSpPr>
          <p:cNvPr id="65" name="TextBox 64">
            <a:extLst>
              <a:ext uri="{FF2B5EF4-FFF2-40B4-BE49-F238E27FC236}">
                <a16:creationId xmlns:a16="http://schemas.microsoft.com/office/drawing/2014/main" id="{4656253D-7613-B5F9-F9F6-A958D5BB2E20}"/>
              </a:ext>
            </a:extLst>
          </p:cNvPr>
          <p:cNvSpPr txBox="1"/>
          <p:nvPr/>
        </p:nvSpPr>
        <p:spPr>
          <a:xfrm>
            <a:off x="4312366" y="199627"/>
            <a:ext cx="321589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고객사관리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51179BD-3315-EAF6-6DFA-B4BD3ABA369C}"/>
              </a:ext>
            </a:extLst>
          </p:cNvPr>
          <p:cNvSpPr txBox="1"/>
          <p:nvPr/>
        </p:nvSpPr>
        <p:spPr>
          <a:xfrm>
            <a:off x="4312366" y="419389"/>
            <a:ext cx="321589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고객사관리 메인</a:t>
            </a:r>
            <a:endParaRPr lang="en-US" altLang="ko-KR" sz="900" dirty="0">
              <a:latin typeface="+mn-ea"/>
            </a:endParaRPr>
          </a:p>
        </p:txBody>
      </p:sp>
      <p:sp>
        <p:nvSpPr>
          <p:cNvPr id="354" name="TextBox 353">
            <a:extLst>
              <a:ext uri="{FF2B5EF4-FFF2-40B4-BE49-F238E27FC236}">
                <a16:creationId xmlns:a16="http://schemas.microsoft.com/office/drawing/2014/main" id="{3E17AF62-DF2A-5079-591D-785E02EEEBD9}"/>
              </a:ext>
            </a:extLst>
          </p:cNvPr>
          <p:cNvSpPr txBox="1"/>
          <p:nvPr/>
        </p:nvSpPr>
        <p:spPr>
          <a:xfrm>
            <a:off x="10848513" y="421528"/>
            <a:ext cx="9765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Page</a:t>
            </a:r>
            <a:endParaRPr lang="ko-KR" altLang="en-US" sz="80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1F48425-58BA-92FB-21A8-8FE1006048EC}"/>
              </a:ext>
            </a:extLst>
          </p:cNvPr>
          <p:cNvSpPr/>
          <p:nvPr/>
        </p:nvSpPr>
        <p:spPr>
          <a:xfrm>
            <a:off x="404237" y="811446"/>
            <a:ext cx="8000854" cy="4446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8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C7D5B15-3D00-3CBA-06DA-25B9E3F14776}"/>
              </a:ext>
            </a:extLst>
          </p:cNvPr>
          <p:cNvSpPr txBox="1"/>
          <p:nvPr/>
        </p:nvSpPr>
        <p:spPr>
          <a:xfrm>
            <a:off x="6865733" y="909155"/>
            <a:ext cx="152327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bg1">
                    <a:lumMod val="50000"/>
                  </a:schemeClr>
                </a:solidFill>
              </a:rPr>
              <a:t>{NAME}</a:t>
            </a:r>
            <a:endParaRPr lang="ko-KR" altLang="en-US" sz="105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C931EF9-ADB0-2D91-7A46-3F54B9FDC849}"/>
              </a:ext>
            </a:extLst>
          </p:cNvPr>
          <p:cNvSpPr txBox="1"/>
          <p:nvPr/>
        </p:nvSpPr>
        <p:spPr>
          <a:xfrm>
            <a:off x="7591343" y="909155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u="sng" dirty="0">
                <a:solidFill>
                  <a:schemeClr val="bg1">
                    <a:lumMod val="50000"/>
                  </a:schemeClr>
                </a:solidFill>
              </a:rPr>
              <a:t>로그아웃</a:t>
            </a:r>
          </a:p>
        </p:txBody>
      </p:sp>
      <p:pic>
        <p:nvPicPr>
          <p:cNvPr id="238" name="그림 237">
            <a:extLst>
              <a:ext uri="{FF2B5EF4-FFF2-40B4-BE49-F238E27FC236}">
                <a16:creationId xmlns:a16="http://schemas.microsoft.com/office/drawing/2014/main" id="{3F2A06C6-9C9D-6AED-B7E1-0F2DC1EAA6A9}"/>
              </a:ext>
            </a:extLst>
          </p:cNvPr>
          <p:cNvPicPr>
            <a:picLocks noChangeAspect="1"/>
          </p:cNvPicPr>
          <p:nvPr/>
        </p:nvPicPr>
        <p:blipFill>
          <a:blip r:embed="rId105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5640" y="961202"/>
            <a:ext cx="142662" cy="142662"/>
          </a:xfrm>
          <a:prstGeom prst="rect">
            <a:avLst/>
          </a:prstGeom>
        </p:spPr>
      </p:pic>
      <p:sp>
        <p:nvSpPr>
          <p:cNvPr id="245" name="TextBox 244">
            <a:extLst>
              <a:ext uri="{FF2B5EF4-FFF2-40B4-BE49-F238E27FC236}">
                <a16:creationId xmlns:a16="http://schemas.microsoft.com/office/drawing/2014/main" id="{5E0AE4AB-E31A-D463-25DD-355B46B93A93}"/>
              </a:ext>
            </a:extLst>
          </p:cNvPr>
          <p:cNvSpPr txBox="1"/>
          <p:nvPr/>
        </p:nvSpPr>
        <p:spPr>
          <a:xfrm>
            <a:off x="634379" y="1389308"/>
            <a:ext cx="25186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/>
              <a:t>고객사 관리 </a:t>
            </a:r>
            <a:r>
              <a:rPr lang="en-US" altLang="ko-KR" sz="1400" b="1" dirty="0"/>
              <a:t>: </a:t>
            </a:r>
            <a:r>
              <a:rPr lang="ko-KR" altLang="en-US" sz="1400" b="1" dirty="0"/>
              <a:t>고정 보험 플랜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7D5554CC-5BDC-A02C-4D10-36154111CCAE}"/>
              </a:ext>
            </a:extLst>
          </p:cNvPr>
          <p:cNvSpPr/>
          <p:nvPr/>
        </p:nvSpPr>
        <p:spPr>
          <a:xfrm>
            <a:off x="979355" y="1842561"/>
            <a:ext cx="6548908" cy="4274565"/>
          </a:xfrm>
          <a:prstGeom prst="roundRect">
            <a:avLst>
              <a:gd name="adj" fmla="val 4813"/>
            </a:avLst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401" name="Rectangle 89">
            <a:extLst>
              <a:ext uri="{FF2B5EF4-FFF2-40B4-BE49-F238E27FC236}">
                <a16:creationId xmlns:a16="http://schemas.microsoft.com/office/drawing/2014/main" id="{FB4F8179-A9F4-DFA7-FBE1-19380E99EA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1709" y="1573523"/>
            <a:ext cx="566539" cy="21724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chemeClr val="tx1"/>
                </a:solidFill>
              </a:rPr>
              <a:t>선택 삭제</a:t>
            </a:r>
          </a:p>
        </p:txBody>
      </p:sp>
      <p:sp>
        <p:nvSpPr>
          <p:cNvPr id="402" name="Rectangle 89">
            <a:extLst>
              <a:ext uri="{FF2B5EF4-FFF2-40B4-BE49-F238E27FC236}">
                <a16:creationId xmlns:a16="http://schemas.microsoft.com/office/drawing/2014/main" id="{FE9815A8-6144-190A-AFA0-414C7D413E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8697" y="1588891"/>
            <a:ext cx="566539" cy="20187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700" kern="0" dirty="0">
                <a:solidFill>
                  <a:schemeClr val="bg1"/>
                </a:solidFill>
              </a:rPr>
              <a:t>+</a:t>
            </a:r>
            <a:r>
              <a:rPr kumimoji="0" lang="ko-KR" altLang="en-US" sz="700" kern="0" dirty="0">
                <a:solidFill>
                  <a:schemeClr val="bg1"/>
                </a:solidFill>
              </a:rPr>
              <a:t>추가</a:t>
            </a:r>
          </a:p>
        </p:txBody>
      </p:sp>
      <p:sp>
        <p:nvSpPr>
          <p:cNvPr id="458" name="사각형: 둥근 모서리 457">
            <a:extLst>
              <a:ext uri="{FF2B5EF4-FFF2-40B4-BE49-F238E27FC236}">
                <a16:creationId xmlns:a16="http://schemas.microsoft.com/office/drawing/2014/main" id="{C046CF9D-92F1-2CB5-FD99-B3E2A2746098}"/>
              </a:ext>
            </a:extLst>
          </p:cNvPr>
          <p:cNvSpPr/>
          <p:nvPr/>
        </p:nvSpPr>
        <p:spPr>
          <a:xfrm>
            <a:off x="6659100" y="6211217"/>
            <a:ext cx="789856" cy="20457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>
                <a:latin typeface="나눔고딕" pitchFamily="2" charset="-127"/>
                <a:ea typeface="나눔고딕" pitchFamily="2" charset="-127"/>
              </a:rPr>
              <a:t>적용하기</a:t>
            </a:r>
          </a:p>
        </p:txBody>
      </p:sp>
      <p:graphicFrame>
        <p:nvGraphicFramePr>
          <p:cNvPr id="150" name="표 149">
            <a:extLst>
              <a:ext uri="{FF2B5EF4-FFF2-40B4-BE49-F238E27FC236}">
                <a16:creationId xmlns:a16="http://schemas.microsoft.com/office/drawing/2014/main" id="{0C86B862-31B5-4C37-9E6D-692354AB6D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643296"/>
              </p:ext>
            </p:extLst>
          </p:nvPr>
        </p:nvGraphicFramePr>
        <p:xfrm>
          <a:off x="1227004" y="2022038"/>
          <a:ext cx="6037965" cy="4057807"/>
        </p:xfrm>
        <a:graphic>
          <a:graphicData uri="http://schemas.openxmlformats.org/drawingml/2006/table">
            <a:tbl>
              <a:tblPr firstRow="1" bandRow="1"/>
              <a:tblGrid>
                <a:gridCol w="424204">
                  <a:extLst>
                    <a:ext uri="{9D8B030D-6E8A-4147-A177-3AD203B41FA5}">
                      <a16:colId xmlns:a16="http://schemas.microsoft.com/office/drawing/2014/main" val="804009745"/>
                    </a:ext>
                  </a:extLst>
                </a:gridCol>
                <a:gridCol w="1091992">
                  <a:extLst>
                    <a:ext uri="{9D8B030D-6E8A-4147-A177-3AD203B41FA5}">
                      <a16:colId xmlns:a16="http://schemas.microsoft.com/office/drawing/2014/main" val="672849057"/>
                    </a:ext>
                  </a:extLst>
                </a:gridCol>
                <a:gridCol w="1487024">
                  <a:extLst>
                    <a:ext uri="{9D8B030D-6E8A-4147-A177-3AD203B41FA5}">
                      <a16:colId xmlns:a16="http://schemas.microsoft.com/office/drawing/2014/main" val="1948441988"/>
                    </a:ext>
                  </a:extLst>
                </a:gridCol>
                <a:gridCol w="1733244">
                  <a:extLst>
                    <a:ext uri="{9D8B030D-6E8A-4147-A177-3AD203B41FA5}">
                      <a16:colId xmlns:a16="http://schemas.microsoft.com/office/drawing/2014/main" val="3673462483"/>
                    </a:ext>
                  </a:extLst>
                </a:gridCol>
                <a:gridCol w="1301501">
                  <a:extLst>
                    <a:ext uri="{9D8B030D-6E8A-4147-A177-3AD203B41FA5}">
                      <a16:colId xmlns:a16="http://schemas.microsoft.com/office/drawing/2014/main" val="3181780071"/>
                    </a:ext>
                  </a:extLst>
                </a:gridCol>
              </a:tblGrid>
              <a:tr h="39390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000" b="1" i="0" u="none" strike="noStrike" cap="none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Arial"/>
                        </a:rPr>
                        <a:t>선택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000" b="1" i="0" u="none" strike="noStrike" cap="none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Arial"/>
                        </a:rPr>
                        <a:t>회사코드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000" b="1" i="0" u="none" strike="noStrike" cap="none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Arial"/>
                        </a:rPr>
                        <a:t>고객사명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000" b="1" i="0" u="none" strike="noStrike" cap="none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Arial"/>
                        </a:rPr>
                        <a:t>고정 보험 플랜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000" b="1" i="0" u="none" strike="noStrike" cap="none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Arial"/>
                        </a:rPr>
                        <a:t>고정 보험플랜 사용 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5544455"/>
                  </a:ext>
                </a:extLst>
              </a:tr>
              <a:tr h="3579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CORP20241018001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SM C&amp;C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85725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ko-KR" altLang="en-US" sz="1000" b="0" i="0" u="none" strike="noStrike" cap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3373054"/>
                  </a:ext>
                </a:extLst>
              </a:tr>
              <a:tr h="3579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Arial"/>
                        </a:rPr>
                        <a:t>□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CORP20250101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/>
                      <a:r>
                        <a:rPr lang="en-US" altLang="ko-KR" sz="1000" b="1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Musinsa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85725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ko-KR" altLang="en-US" sz="1000" b="0" i="0" u="none" strike="noStrike" cap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4519957"/>
                  </a:ext>
                </a:extLst>
              </a:tr>
              <a:tr h="3579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Arial"/>
                        </a:rPr>
                        <a:t>□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CORP221220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JTC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85725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ko-KR" altLang="en-US" sz="1000" b="0" i="0" u="none" strike="noStrike" cap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0469623"/>
                  </a:ext>
                </a:extLst>
              </a:tr>
              <a:tr h="3579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Arial"/>
                        </a:rPr>
                        <a:t>□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CORP2504002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SM ENTERTAINTMENT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85725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ko-KR" altLang="en-US" sz="1000" b="0" i="0" u="none" strike="noStrike" cap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236339"/>
                  </a:ext>
                </a:extLst>
              </a:tr>
              <a:tr h="3579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Arial"/>
                        </a:rPr>
                        <a:t>□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CORP2504023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ENT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85725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ko-KR" altLang="en-US" sz="1000" b="0" i="0" u="none" strike="noStrike" cap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028132"/>
                  </a:ext>
                </a:extLst>
              </a:tr>
              <a:tr h="3579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Arial"/>
                        </a:rPr>
                        <a:t>□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CORP250425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KBS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85725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ko-KR" altLang="en-US" sz="1000" b="0" i="0" u="none" strike="noStrike" cap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4629017"/>
                  </a:ext>
                </a:extLst>
              </a:tr>
              <a:tr h="40140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Arial"/>
                        </a:rPr>
                        <a:t>□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CORP250425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MBC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85725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ko-KR" altLang="en-US" sz="1000" b="0" i="0" u="none" strike="noStrike" cap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3983533"/>
                  </a:ext>
                </a:extLst>
              </a:tr>
              <a:tr h="3579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Arial"/>
                        </a:rPr>
                        <a:t>□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CORP250425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DDD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85725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ko-KR" altLang="en-US" sz="1000" b="0" i="0" u="none" strike="noStrike" cap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2550189"/>
                  </a:ext>
                </a:extLst>
              </a:tr>
              <a:tr h="3579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Arial"/>
                        </a:rPr>
                        <a:t>□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CORP250425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FFF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85725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ko-KR" altLang="en-US" sz="1000" b="0" i="0" u="none" strike="noStrike" cap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0514784"/>
                  </a:ext>
                </a:extLst>
              </a:tr>
              <a:tr h="3579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/>
                      <a:endParaRPr lang="ko-KR" altLang="en-US" sz="10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/>
                      <a:endParaRPr lang="ko-KR" altLang="en-US" sz="10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85725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ko-KR" altLang="en-US" sz="1000" b="0" i="0" u="none" strike="noStrike" cap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6771086"/>
                  </a:ext>
                </a:extLst>
              </a:tr>
            </a:tbl>
          </a:graphicData>
        </a:graphic>
      </p:graphicFrame>
      <p:grpSp>
        <p:nvGrpSpPr>
          <p:cNvPr id="151" name="Drop-Down Box (Expanded)">
            <a:extLst>
              <a:ext uri="{FF2B5EF4-FFF2-40B4-BE49-F238E27FC236}">
                <a16:creationId xmlns:a16="http://schemas.microsoft.com/office/drawing/2014/main" id="{CC82A099-021D-4E1E-919A-D7B550BEF7E9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4344754" y="4263410"/>
            <a:ext cx="1368150" cy="1049389"/>
            <a:chOff x="595686" y="1268936"/>
            <a:chExt cx="1368150" cy="1049389"/>
          </a:xfrm>
        </p:grpSpPr>
        <p:grpSp>
          <p:nvGrpSpPr>
            <p:cNvPr id="152" name="Drop-Down Box">
              <a:extLst>
                <a:ext uri="{FF2B5EF4-FFF2-40B4-BE49-F238E27FC236}">
                  <a16:creationId xmlns:a16="http://schemas.microsoft.com/office/drawing/2014/main" id="{D9E8C3DA-7A1C-4044-8308-7D45A59CAB28}"/>
                </a:ext>
              </a:extLst>
            </p:cNvPr>
            <p:cNvGrpSpPr/>
            <p:nvPr/>
          </p:nvGrpSpPr>
          <p:grpSpPr>
            <a:xfrm>
              <a:off x="595686" y="1268936"/>
              <a:ext cx="1368150" cy="225703"/>
              <a:chOff x="595686" y="1268936"/>
              <a:chExt cx="1368150" cy="225703"/>
            </a:xfrm>
          </p:grpSpPr>
          <p:sp>
            <p:nvSpPr>
              <p:cNvPr id="156" name="Text Box">
                <a:extLst>
                  <a:ext uri="{FF2B5EF4-FFF2-40B4-BE49-F238E27FC236}">
                    <a16:creationId xmlns:a16="http://schemas.microsoft.com/office/drawing/2014/main" id="{92ADF98F-3DD5-46A2-8E31-DC86B48D88CC}"/>
                  </a:ext>
                </a:extLst>
              </p:cNvPr>
              <p:cNvSpPr/>
              <p:nvPr>
                <p:custDataLst>
                  <p:tags r:id="rId101"/>
                </p:custDataLst>
              </p:nvPr>
            </p:nvSpPr>
            <p:spPr>
              <a:xfrm>
                <a:off x="595686" y="1268936"/>
                <a:ext cx="1368150" cy="225703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50800" rIns="256032" bIns="5080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800" dirty="0">
                    <a:solidFill>
                      <a:srgbClr val="5F5F5F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A0-3</a:t>
                </a:r>
              </a:p>
            </p:txBody>
          </p:sp>
          <p:sp>
            <p:nvSpPr>
              <p:cNvPr id="157" name="Arrow Down">
                <a:extLst>
                  <a:ext uri="{FF2B5EF4-FFF2-40B4-BE49-F238E27FC236}">
                    <a16:creationId xmlns:a16="http://schemas.microsoft.com/office/drawing/2014/main" id="{FA74E2A1-8C69-43E0-8367-B806226B4E97}"/>
                  </a:ext>
                </a:extLst>
              </p:cNvPr>
              <p:cNvSpPr>
                <a:spLocks noChangeAspect="1"/>
              </p:cNvSpPr>
              <p:nvPr>
                <p:custDataLst>
                  <p:tags r:id="rId102"/>
                </p:custDataLst>
              </p:nvPr>
            </p:nvSpPr>
            <p:spPr bwMode="auto">
              <a:xfrm rot="10800000" flipH="1">
                <a:off x="1825975" y="1363700"/>
                <a:ext cx="64008" cy="36177"/>
              </a:xfrm>
              <a:custGeom>
                <a:avLst/>
                <a:gdLst>
                  <a:gd name="T0" fmla="*/ 0 w 197"/>
                  <a:gd name="T1" fmla="*/ 0 h 115"/>
                  <a:gd name="T2" fmla="*/ 99 w 197"/>
                  <a:gd name="T3" fmla="*/ 115 h 115"/>
                  <a:gd name="T4" fmla="*/ 197 w 197"/>
                  <a:gd name="T5" fmla="*/ 0 h 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97" h="115">
                    <a:moveTo>
                      <a:pt x="0" y="0"/>
                    </a:moveTo>
                    <a:lnTo>
                      <a:pt x="99" y="115"/>
                    </a:lnTo>
                    <a:lnTo>
                      <a:pt x="197" y="0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153" name="Drop-Down Menu">
              <a:extLst>
                <a:ext uri="{FF2B5EF4-FFF2-40B4-BE49-F238E27FC236}">
                  <a16:creationId xmlns:a16="http://schemas.microsoft.com/office/drawing/2014/main" id="{72A93742-3890-40FD-B9DF-7CE0C9972B3B}"/>
                </a:ext>
              </a:extLst>
            </p:cNvPr>
            <p:cNvGrpSpPr/>
            <p:nvPr/>
          </p:nvGrpSpPr>
          <p:grpSpPr>
            <a:xfrm>
              <a:off x="595686" y="1497587"/>
              <a:ext cx="1368150" cy="820738"/>
              <a:chOff x="595686" y="1497587"/>
              <a:chExt cx="1368150" cy="820738"/>
            </a:xfrm>
          </p:grpSpPr>
          <p:sp>
            <p:nvSpPr>
              <p:cNvPr id="154" name="Box">
                <a:extLst>
                  <a:ext uri="{FF2B5EF4-FFF2-40B4-BE49-F238E27FC236}">
                    <a16:creationId xmlns:a16="http://schemas.microsoft.com/office/drawing/2014/main" id="{3E67BA6A-2992-430B-B4C6-CB59A0947EB2}"/>
                  </a:ext>
                </a:extLst>
              </p:cNvPr>
              <p:cNvSpPr/>
              <p:nvPr>
                <p:custDataLst>
                  <p:tags r:id="rId99"/>
                </p:custDataLst>
              </p:nvPr>
            </p:nvSpPr>
            <p:spPr>
              <a:xfrm>
                <a:off x="595686" y="1497587"/>
                <a:ext cx="1368150" cy="820738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50800" rIns="91440" bIns="5080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Aft>
                    <a:spcPts val="200"/>
                  </a:spcAft>
                </a:pPr>
                <a:r>
                  <a:rPr lang="en-US" sz="800" noProof="1">
                    <a:solidFill>
                      <a:srgbClr val="5F5F5F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A1</a:t>
                </a:r>
              </a:p>
              <a:p>
                <a:pPr>
                  <a:spcAft>
                    <a:spcPts val="200"/>
                  </a:spcAft>
                </a:pPr>
                <a:r>
                  <a:rPr lang="en-US" sz="800" noProof="1">
                    <a:solidFill>
                      <a:srgbClr val="5F5F5F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A2</a:t>
                </a:r>
              </a:p>
              <a:p>
                <a:pPr>
                  <a:spcAft>
                    <a:spcPts val="200"/>
                  </a:spcAft>
                </a:pPr>
                <a:r>
                  <a:rPr lang="en-US" sz="800" noProof="1">
                    <a:solidFill>
                      <a:srgbClr val="5F5F5F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A0-3</a:t>
                </a:r>
              </a:p>
              <a:p>
                <a:pPr>
                  <a:spcAft>
                    <a:spcPts val="200"/>
                  </a:spcAft>
                </a:pPr>
                <a:r>
                  <a:rPr lang="en-US" sz="800" noProof="1">
                    <a:solidFill>
                      <a:srgbClr val="5F5F5F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A0-4</a:t>
                </a:r>
              </a:p>
              <a:p>
                <a:pPr>
                  <a:spcAft>
                    <a:spcPts val="200"/>
                  </a:spcAft>
                </a:pPr>
                <a:r>
                  <a:rPr lang="en-US" sz="800" noProof="1">
                    <a:solidFill>
                      <a:srgbClr val="5F5F5F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A1-2</a:t>
                </a:r>
              </a:p>
            </p:txBody>
          </p:sp>
          <p:sp>
            <p:nvSpPr>
              <p:cNvPr id="155" name="Selection Overlay">
                <a:extLst>
                  <a:ext uri="{FF2B5EF4-FFF2-40B4-BE49-F238E27FC236}">
                    <a16:creationId xmlns:a16="http://schemas.microsoft.com/office/drawing/2014/main" id="{65FAC129-7462-47D7-9B05-AC57E4866905}"/>
                  </a:ext>
                </a:extLst>
              </p:cNvPr>
              <p:cNvSpPr/>
              <p:nvPr>
                <p:custDataLst>
                  <p:tags r:id="rId100"/>
                </p:custDataLst>
              </p:nvPr>
            </p:nvSpPr>
            <p:spPr>
              <a:xfrm>
                <a:off x="644327" y="1674051"/>
                <a:ext cx="1239597" cy="171414"/>
              </a:xfrm>
              <a:prstGeom prst="rect">
                <a:avLst/>
              </a:prstGeom>
              <a:solidFill>
                <a:srgbClr val="5B9BD5">
                  <a:alpha val="21961"/>
                </a:srgbClr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grpSp>
        <p:nvGrpSpPr>
          <p:cNvPr id="158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80C08285-761E-4251-94AE-7AA0B9184230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4344754" y="2458087"/>
            <a:ext cx="1368150" cy="225703"/>
            <a:chOff x="595686" y="1268936"/>
            <a:chExt cx="1368150" cy="225703"/>
          </a:xfrm>
          <a:solidFill>
            <a:srgbClr val="FFFFFF"/>
          </a:solidFill>
        </p:grpSpPr>
        <p:sp>
          <p:nvSpPr>
            <p:cNvPr id="159" name="Text Box">
              <a:extLst>
                <a:ext uri="{FF2B5EF4-FFF2-40B4-BE49-F238E27FC236}">
                  <a16:creationId xmlns:a16="http://schemas.microsoft.com/office/drawing/2014/main" id="{F2342D88-337B-4876-8656-316B41BA7551}"/>
                </a:ext>
              </a:extLst>
            </p:cNvPr>
            <p:cNvSpPr/>
            <p:nvPr/>
          </p:nvSpPr>
          <p:spPr>
            <a:xfrm>
              <a:off x="595686" y="1268936"/>
              <a:ext cx="1368150" cy="225703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256032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800" dirty="0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rPr>
                <a:t>A-2</a:t>
              </a:r>
            </a:p>
          </p:txBody>
        </p:sp>
        <p:sp>
          <p:nvSpPr>
            <p:cNvPr id="160" name="Arrow Down">
              <a:extLst>
                <a:ext uri="{FF2B5EF4-FFF2-40B4-BE49-F238E27FC236}">
                  <a16:creationId xmlns:a16="http://schemas.microsoft.com/office/drawing/2014/main" id="{EFEA8D9D-1415-4CAA-9FDC-6E2FCABFB558}"/>
                </a:ext>
              </a:extLst>
            </p:cNvPr>
            <p:cNvSpPr>
              <a:spLocks noChangeAspect="1"/>
            </p:cNvSpPr>
            <p:nvPr>
              <p:custDataLst>
                <p:tags r:id="rId98"/>
              </p:custDataLst>
            </p:nvPr>
          </p:nvSpPr>
          <p:spPr bwMode="auto">
            <a:xfrm flipH="1">
              <a:off x="1833595" y="1363700"/>
              <a:ext cx="64008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61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33A44C41-A617-482D-81C9-77C79DAA8658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4344754" y="2811086"/>
            <a:ext cx="1368150" cy="225703"/>
            <a:chOff x="595686" y="1268936"/>
            <a:chExt cx="1368150" cy="225703"/>
          </a:xfrm>
          <a:solidFill>
            <a:srgbClr val="FFFFFF"/>
          </a:solidFill>
        </p:grpSpPr>
        <p:sp>
          <p:nvSpPr>
            <p:cNvPr id="162" name="Text Box">
              <a:extLst>
                <a:ext uri="{FF2B5EF4-FFF2-40B4-BE49-F238E27FC236}">
                  <a16:creationId xmlns:a16="http://schemas.microsoft.com/office/drawing/2014/main" id="{F50D87C3-DBE8-4D11-BE2B-E6B6F6508FEC}"/>
                </a:ext>
              </a:extLst>
            </p:cNvPr>
            <p:cNvSpPr/>
            <p:nvPr/>
          </p:nvSpPr>
          <p:spPr>
            <a:xfrm>
              <a:off x="595686" y="1268936"/>
              <a:ext cx="1368150" cy="225703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256032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800" dirty="0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rPr>
                <a:t>A0-3</a:t>
              </a:r>
            </a:p>
          </p:txBody>
        </p:sp>
        <p:sp>
          <p:nvSpPr>
            <p:cNvPr id="163" name="Arrow Down">
              <a:extLst>
                <a:ext uri="{FF2B5EF4-FFF2-40B4-BE49-F238E27FC236}">
                  <a16:creationId xmlns:a16="http://schemas.microsoft.com/office/drawing/2014/main" id="{42417538-1303-455A-AB6B-5832644E5073}"/>
                </a:ext>
              </a:extLst>
            </p:cNvPr>
            <p:cNvSpPr>
              <a:spLocks noChangeAspect="1"/>
            </p:cNvSpPr>
            <p:nvPr>
              <p:custDataLst>
                <p:tags r:id="rId97"/>
              </p:custDataLst>
            </p:nvPr>
          </p:nvSpPr>
          <p:spPr bwMode="auto">
            <a:xfrm flipH="1">
              <a:off x="1833595" y="1363700"/>
              <a:ext cx="64008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64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49C7F7FD-BB5A-4BED-B0E6-14A27992CBBE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4344754" y="3171627"/>
            <a:ext cx="1368150" cy="225703"/>
            <a:chOff x="595686" y="1268936"/>
            <a:chExt cx="1368150" cy="225703"/>
          </a:xfrm>
          <a:solidFill>
            <a:srgbClr val="FFFFFF"/>
          </a:solidFill>
        </p:grpSpPr>
        <p:sp>
          <p:nvSpPr>
            <p:cNvPr id="165" name="Text Box">
              <a:extLst>
                <a:ext uri="{FF2B5EF4-FFF2-40B4-BE49-F238E27FC236}">
                  <a16:creationId xmlns:a16="http://schemas.microsoft.com/office/drawing/2014/main" id="{9C4B59AB-5449-472A-93FE-8865D941FAF8}"/>
                </a:ext>
              </a:extLst>
            </p:cNvPr>
            <p:cNvSpPr/>
            <p:nvPr/>
          </p:nvSpPr>
          <p:spPr>
            <a:xfrm>
              <a:off x="595686" y="1268936"/>
              <a:ext cx="1368150" cy="225703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256032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800" dirty="0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rPr>
                <a:t>A4</a:t>
              </a:r>
            </a:p>
          </p:txBody>
        </p:sp>
        <p:sp>
          <p:nvSpPr>
            <p:cNvPr id="166" name="Arrow Down">
              <a:extLst>
                <a:ext uri="{FF2B5EF4-FFF2-40B4-BE49-F238E27FC236}">
                  <a16:creationId xmlns:a16="http://schemas.microsoft.com/office/drawing/2014/main" id="{0C58712E-F84C-4880-9C79-519243A91648}"/>
                </a:ext>
              </a:extLst>
            </p:cNvPr>
            <p:cNvSpPr>
              <a:spLocks noChangeAspect="1"/>
            </p:cNvSpPr>
            <p:nvPr>
              <p:custDataLst>
                <p:tags r:id="rId96"/>
              </p:custDataLst>
            </p:nvPr>
          </p:nvSpPr>
          <p:spPr bwMode="auto">
            <a:xfrm flipH="1">
              <a:off x="1833595" y="1363700"/>
              <a:ext cx="64008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67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70EFF39C-D38A-46A1-98A3-1F0E80F9B751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4344754" y="3542023"/>
            <a:ext cx="1368150" cy="225703"/>
            <a:chOff x="595686" y="1268936"/>
            <a:chExt cx="1368150" cy="225703"/>
          </a:xfrm>
          <a:solidFill>
            <a:srgbClr val="FFFFFF"/>
          </a:solidFill>
        </p:grpSpPr>
        <p:sp>
          <p:nvSpPr>
            <p:cNvPr id="168" name="Text Box">
              <a:extLst>
                <a:ext uri="{FF2B5EF4-FFF2-40B4-BE49-F238E27FC236}">
                  <a16:creationId xmlns:a16="http://schemas.microsoft.com/office/drawing/2014/main" id="{91C9F0BF-2D8A-4CAC-83ED-F77036B86F90}"/>
                </a:ext>
              </a:extLst>
            </p:cNvPr>
            <p:cNvSpPr/>
            <p:nvPr/>
          </p:nvSpPr>
          <p:spPr>
            <a:xfrm>
              <a:off x="595686" y="1268936"/>
              <a:ext cx="1368150" cy="225703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256032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800" dirty="0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rPr>
                <a:t>A2</a:t>
              </a:r>
            </a:p>
          </p:txBody>
        </p:sp>
        <p:sp>
          <p:nvSpPr>
            <p:cNvPr id="169" name="Arrow Down">
              <a:extLst>
                <a:ext uri="{FF2B5EF4-FFF2-40B4-BE49-F238E27FC236}">
                  <a16:creationId xmlns:a16="http://schemas.microsoft.com/office/drawing/2014/main" id="{F3C50458-E571-4B4C-91DE-9DA576D7C46D}"/>
                </a:ext>
              </a:extLst>
            </p:cNvPr>
            <p:cNvSpPr>
              <a:spLocks noChangeAspect="1"/>
            </p:cNvSpPr>
            <p:nvPr>
              <p:custDataLst>
                <p:tags r:id="rId95"/>
              </p:custDataLst>
            </p:nvPr>
          </p:nvSpPr>
          <p:spPr bwMode="auto">
            <a:xfrm flipH="1">
              <a:off x="1833595" y="1363700"/>
              <a:ext cx="64008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70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4520BB76-1E43-42D5-9EA2-00F8C2C1F089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4344754" y="3891507"/>
            <a:ext cx="1368150" cy="225703"/>
            <a:chOff x="595686" y="1268936"/>
            <a:chExt cx="1368150" cy="225703"/>
          </a:xfrm>
          <a:solidFill>
            <a:srgbClr val="FFFFFF"/>
          </a:solidFill>
        </p:grpSpPr>
        <p:sp>
          <p:nvSpPr>
            <p:cNvPr id="171" name="Text Box">
              <a:extLst>
                <a:ext uri="{FF2B5EF4-FFF2-40B4-BE49-F238E27FC236}">
                  <a16:creationId xmlns:a16="http://schemas.microsoft.com/office/drawing/2014/main" id="{6E0880BE-8420-42B2-BA1F-0722965484CB}"/>
                </a:ext>
              </a:extLst>
            </p:cNvPr>
            <p:cNvSpPr/>
            <p:nvPr/>
          </p:nvSpPr>
          <p:spPr>
            <a:xfrm>
              <a:off x="595686" y="1268936"/>
              <a:ext cx="1368150" cy="225703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256032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800" dirty="0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rPr>
                <a:t>A1</a:t>
              </a:r>
            </a:p>
          </p:txBody>
        </p:sp>
        <p:sp>
          <p:nvSpPr>
            <p:cNvPr id="172" name="Arrow Down">
              <a:extLst>
                <a:ext uri="{FF2B5EF4-FFF2-40B4-BE49-F238E27FC236}">
                  <a16:creationId xmlns:a16="http://schemas.microsoft.com/office/drawing/2014/main" id="{78E0DE3C-4272-441A-B82B-E342837B069E}"/>
                </a:ext>
              </a:extLst>
            </p:cNvPr>
            <p:cNvSpPr>
              <a:spLocks noChangeAspect="1"/>
            </p:cNvSpPr>
            <p:nvPr>
              <p:custDataLst>
                <p:tags r:id="rId94"/>
              </p:custDataLst>
            </p:nvPr>
          </p:nvSpPr>
          <p:spPr bwMode="auto">
            <a:xfrm flipH="1">
              <a:off x="1833595" y="1363700"/>
              <a:ext cx="64008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73" name="모서리가 둥근 직사각형 99">
            <a:extLst>
              <a:ext uri="{FF2B5EF4-FFF2-40B4-BE49-F238E27FC236}">
                <a16:creationId xmlns:a16="http://schemas.microsoft.com/office/drawing/2014/main" id="{73EFBF7B-DF5B-4C30-9D0B-0F928043C0A6}"/>
              </a:ext>
            </a:extLst>
          </p:cNvPr>
          <p:cNvSpPr/>
          <p:nvPr/>
        </p:nvSpPr>
        <p:spPr>
          <a:xfrm>
            <a:off x="5658902" y="4502313"/>
            <a:ext cx="28800" cy="828000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 latinLnBrk="0"/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174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165569AE-4083-4C7D-B990-D1CAC8C5E40B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4356352" y="5387249"/>
            <a:ext cx="1368150" cy="225703"/>
            <a:chOff x="595686" y="1268936"/>
            <a:chExt cx="1368150" cy="225703"/>
          </a:xfrm>
          <a:solidFill>
            <a:srgbClr val="FFFFFF"/>
          </a:solidFill>
        </p:grpSpPr>
        <p:sp>
          <p:nvSpPr>
            <p:cNvPr id="175" name="Text Box">
              <a:extLst>
                <a:ext uri="{FF2B5EF4-FFF2-40B4-BE49-F238E27FC236}">
                  <a16:creationId xmlns:a16="http://schemas.microsoft.com/office/drawing/2014/main" id="{308D798A-3DC5-4D9C-BCE2-D8A09B50C539}"/>
                </a:ext>
              </a:extLst>
            </p:cNvPr>
            <p:cNvSpPr/>
            <p:nvPr/>
          </p:nvSpPr>
          <p:spPr>
            <a:xfrm>
              <a:off x="595686" y="1268936"/>
              <a:ext cx="1368150" cy="225703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256032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800" dirty="0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rPr>
                <a:t>A1</a:t>
              </a:r>
            </a:p>
          </p:txBody>
        </p:sp>
        <p:sp>
          <p:nvSpPr>
            <p:cNvPr id="176" name="Arrow Down">
              <a:extLst>
                <a:ext uri="{FF2B5EF4-FFF2-40B4-BE49-F238E27FC236}">
                  <a16:creationId xmlns:a16="http://schemas.microsoft.com/office/drawing/2014/main" id="{445CF690-4E8A-4F17-BEC1-7F5044C65490}"/>
                </a:ext>
              </a:extLst>
            </p:cNvPr>
            <p:cNvSpPr>
              <a:spLocks noChangeAspect="1"/>
            </p:cNvSpPr>
            <p:nvPr>
              <p:custDataLst>
                <p:tags r:id="rId93"/>
              </p:custDataLst>
            </p:nvPr>
          </p:nvSpPr>
          <p:spPr bwMode="auto">
            <a:xfrm flipH="1">
              <a:off x="1833595" y="1363700"/>
              <a:ext cx="64008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77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1AAA3C39-C3DF-414A-9425-A993E5113E83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4360930" y="5710937"/>
            <a:ext cx="1368150" cy="225703"/>
            <a:chOff x="595686" y="1268936"/>
            <a:chExt cx="1368150" cy="225703"/>
          </a:xfrm>
          <a:solidFill>
            <a:srgbClr val="FFFFFF"/>
          </a:solidFill>
        </p:grpSpPr>
        <p:sp>
          <p:nvSpPr>
            <p:cNvPr id="178" name="Text Box">
              <a:extLst>
                <a:ext uri="{FF2B5EF4-FFF2-40B4-BE49-F238E27FC236}">
                  <a16:creationId xmlns:a16="http://schemas.microsoft.com/office/drawing/2014/main" id="{5F5E60D4-2C3F-4063-A4DD-E08ECD17CE8E}"/>
                </a:ext>
              </a:extLst>
            </p:cNvPr>
            <p:cNvSpPr/>
            <p:nvPr/>
          </p:nvSpPr>
          <p:spPr>
            <a:xfrm>
              <a:off x="595686" y="1268936"/>
              <a:ext cx="1368150" cy="225703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256032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800" dirty="0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rPr>
                <a:t>A1</a:t>
              </a:r>
            </a:p>
          </p:txBody>
        </p:sp>
        <p:sp>
          <p:nvSpPr>
            <p:cNvPr id="179" name="Arrow Down">
              <a:extLst>
                <a:ext uri="{FF2B5EF4-FFF2-40B4-BE49-F238E27FC236}">
                  <a16:creationId xmlns:a16="http://schemas.microsoft.com/office/drawing/2014/main" id="{3D53E3A5-51C9-42A0-896B-79AB5BEDCE8E}"/>
                </a:ext>
              </a:extLst>
            </p:cNvPr>
            <p:cNvSpPr>
              <a:spLocks noChangeAspect="1"/>
            </p:cNvSpPr>
            <p:nvPr>
              <p:custDataLst>
                <p:tags r:id="rId92"/>
              </p:custDataLst>
            </p:nvPr>
          </p:nvSpPr>
          <p:spPr bwMode="auto">
            <a:xfrm flipH="1">
              <a:off x="1833595" y="1363700"/>
              <a:ext cx="64008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80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&lt;/Code&gt;&lt;CodeSignature&gt;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B0CDBAA5-05F1-4FAC-B6FC-4DFABE6C4102}"/>
              </a:ext>
            </a:extLst>
          </p:cNvPr>
          <p:cNvGrpSpPr/>
          <p:nvPr>
            <p:custDataLst>
              <p:tags r:id="rId9"/>
            </p:custDataLst>
          </p:nvPr>
        </p:nvGrpSpPr>
        <p:grpSpPr>
          <a:xfrm>
            <a:off x="6134992" y="2504214"/>
            <a:ext cx="350013" cy="196977"/>
            <a:chOff x="593892" y="1592858"/>
            <a:chExt cx="350013" cy="196977"/>
          </a:xfrm>
        </p:grpSpPr>
        <p:sp>
          <p:nvSpPr>
            <p:cNvPr id="181" name="Circle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9C995826-5657-4B2A-9F34-3BE5711DFF1E}"/>
                </a:ext>
              </a:extLst>
            </p:cNvPr>
            <p:cNvSpPr/>
            <p:nvPr>
              <p:custDataLst>
                <p:tags r:id="rId89"/>
              </p:custDataLst>
            </p:nvPr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182" name="Check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EB9F4871-1763-4CC7-902F-6A8C85A34CE2}"/>
                </a:ext>
              </a:extLst>
            </p:cNvPr>
            <p:cNvSpPr/>
            <p:nvPr>
              <p:custDataLst>
                <p:tags r:id="rId90"/>
              </p:custDataLst>
            </p:nvPr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183" name="Label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DC87582A-F70B-4734-9A7B-88FCF4F227D5}"/>
                </a:ext>
              </a:extLst>
            </p:cNvPr>
            <p:cNvSpPr txBox="1"/>
            <p:nvPr>
              <p:custDataLst>
                <p:tags r:id="rId91"/>
              </p:custDataLst>
            </p:nvPr>
          </p:nvSpPr>
          <p:spPr>
            <a:xfrm>
              <a:off x="727243" y="1592858"/>
              <a:ext cx="216662" cy="196977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Y</a:t>
              </a:r>
            </a:p>
          </p:txBody>
        </p:sp>
      </p:grpSp>
      <p:grpSp>
        <p:nvGrpSpPr>
          <p:cNvPr id="184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&lt;/Code&gt;&lt;CodeSignature&gt;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C81A8A0E-E028-4F26-865C-E7ABBA937662}"/>
              </a:ext>
            </a:extLst>
          </p:cNvPr>
          <p:cNvGrpSpPr/>
          <p:nvPr>
            <p:custDataLst>
              <p:tags r:id="rId10"/>
            </p:custDataLst>
          </p:nvPr>
        </p:nvGrpSpPr>
        <p:grpSpPr>
          <a:xfrm>
            <a:off x="6837443" y="2504214"/>
            <a:ext cx="354822" cy="196977"/>
            <a:chOff x="593892" y="1592858"/>
            <a:chExt cx="354822" cy="196977"/>
          </a:xfrm>
        </p:grpSpPr>
        <p:sp>
          <p:nvSpPr>
            <p:cNvPr id="185" name="Circle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77F046BC-7793-4BE9-9A06-466B7C24197D}"/>
                </a:ext>
              </a:extLst>
            </p:cNvPr>
            <p:cNvSpPr/>
            <p:nvPr>
              <p:custDataLst>
                <p:tags r:id="rId86"/>
              </p:custDataLst>
            </p:nvPr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186" name="Check" descr="&lt;SmartSettings&gt;&lt;SmartResize anchorLeft=&quot;Absolute&quot; anchorTop=&quot;None&quot; anchorRight=&quot;None&quot; anchorBottom=&quot;None&quot; /&gt;&lt;/SmartSettings&gt;" hidden="1">
              <a:extLst>
                <a:ext uri="{FF2B5EF4-FFF2-40B4-BE49-F238E27FC236}">
                  <a16:creationId xmlns:a16="http://schemas.microsoft.com/office/drawing/2014/main" id="{CFD985D4-EC7D-4ED3-B485-0D5F4CBD2EF0}"/>
                </a:ext>
              </a:extLst>
            </p:cNvPr>
            <p:cNvSpPr/>
            <p:nvPr>
              <p:custDataLst>
                <p:tags r:id="rId87"/>
              </p:custDataLst>
            </p:nvPr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rgbClr val="808080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187" name="Label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F2891D7C-AB66-49D1-8977-862D94B83665}"/>
                </a:ext>
              </a:extLst>
            </p:cNvPr>
            <p:cNvSpPr txBox="1"/>
            <p:nvPr>
              <p:custDataLst>
                <p:tags r:id="rId88"/>
              </p:custDataLst>
            </p:nvPr>
          </p:nvSpPr>
          <p:spPr>
            <a:xfrm>
              <a:off x="727243" y="1592858"/>
              <a:ext cx="221471" cy="196977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N</a:t>
              </a:r>
            </a:p>
          </p:txBody>
        </p:sp>
      </p:grpSp>
      <p:grpSp>
        <p:nvGrpSpPr>
          <p:cNvPr id="188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&lt;/Code&gt;&lt;CodeSignature&gt;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82C39DDC-A997-4F97-A638-C8D5493246E3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6134992" y="2864791"/>
            <a:ext cx="350013" cy="196977"/>
            <a:chOff x="593892" y="1592858"/>
            <a:chExt cx="350013" cy="196977"/>
          </a:xfrm>
        </p:grpSpPr>
        <p:sp>
          <p:nvSpPr>
            <p:cNvPr id="189" name="Circle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67E45194-6887-420C-98E6-798FFD1EAFA9}"/>
                </a:ext>
              </a:extLst>
            </p:cNvPr>
            <p:cNvSpPr/>
            <p:nvPr>
              <p:custDataLst>
                <p:tags r:id="rId83"/>
              </p:custDataLst>
            </p:nvPr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190" name="Check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9C8C1801-8DBB-4F9A-AD6E-74C2E4D5415C}"/>
                </a:ext>
              </a:extLst>
            </p:cNvPr>
            <p:cNvSpPr/>
            <p:nvPr>
              <p:custDataLst>
                <p:tags r:id="rId84"/>
              </p:custDataLst>
            </p:nvPr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191" name="Label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C1D91608-4BB4-465E-8C90-A1A4D3BDE7AC}"/>
                </a:ext>
              </a:extLst>
            </p:cNvPr>
            <p:cNvSpPr txBox="1"/>
            <p:nvPr>
              <p:custDataLst>
                <p:tags r:id="rId85"/>
              </p:custDataLst>
            </p:nvPr>
          </p:nvSpPr>
          <p:spPr>
            <a:xfrm>
              <a:off x="727243" y="1592858"/>
              <a:ext cx="216662" cy="196977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Y</a:t>
              </a:r>
            </a:p>
          </p:txBody>
        </p:sp>
      </p:grpSp>
      <p:grpSp>
        <p:nvGrpSpPr>
          <p:cNvPr id="192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&lt;/Code&gt;&lt;CodeSignature&gt;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8D775A1C-6D52-49A6-8CED-B0555B7A9253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6837443" y="2864791"/>
            <a:ext cx="354822" cy="196977"/>
            <a:chOff x="593892" y="1592858"/>
            <a:chExt cx="354822" cy="196977"/>
          </a:xfrm>
        </p:grpSpPr>
        <p:sp>
          <p:nvSpPr>
            <p:cNvPr id="193" name="Circle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133242DF-20BC-4032-855E-CD5475463422}"/>
                </a:ext>
              </a:extLst>
            </p:cNvPr>
            <p:cNvSpPr/>
            <p:nvPr>
              <p:custDataLst>
                <p:tags r:id="rId80"/>
              </p:custDataLst>
            </p:nvPr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194" name="Check" descr="&lt;SmartSettings&gt;&lt;SmartResize anchorLeft=&quot;Absolute&quot; anchorTop=&quot;None&quot; anchorRight=&quot;None&quot; anchorBottom=&quot;None&quot; /&gt;&lt;/SmartSettings&gt;" hidden="1">
              <a:extLst>
                <a:ext uri="{FF2B5EF4-FFF2-40B4-BE49-F238E27FC236}">
                  <a16:creationId xmlns:a16="http://schemas.microsoft.com/office/drawing/2014/main" id="{6896154C-A5CC-4B7F-A70E-97943D584144}"/>
                </a:ext>
              </a:extLst>
            </p:cNvPr>
            <p:cNvSpPr/>
            <p:nvPr>
              <p:custDataLst>
                <p:tags r:id="rId81"/>
              </p:custDataLst>
            </p:nvPr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rgbClr val="808080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195" name="Label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BB047A32-5CB8-4734-AD73-12C5E3B17228}"/>
                </a:ext>
              </a:extLst>
            </p:cNvPr>
            <p:cNvSpPr txBox="1"/>
            <p:nvPr>
              <p:custDataLst>
                <p:tags r:id="rId82"/>
              </p:custDataLst>
            </p:nvPr>
          </p:nvSpPr>
          <p:spPr>
            <a:xfrm>
              <a:off x="727243" y="1592858"/>
              <a:ext cx="221471" cy="196977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N</a:t>
              </a:r>
            </a:p>
          </p:txBody>
        </p:sp>
      </p:grpSp>
      <p:grpSp>
        <p:nvGrpSpPr>
          <p:cNvPr id="196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&lt;/Code&gt;&lt;CodeSignature&gt;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65501384-D3B5-4275-9E49-766CEC55BF52}"/>
              </a:ext>
            </a:extLst>
          </p:cNvPr>
          <p:cNvGrpSpPr/>
          <p:nvPr>
            <p:custDataLst>
              <p:tags r:id="rId13"/>
            </p:custDataLst>
          </p:nvPr>
        </p:nvGrpSpPr>
        <p:grpSpPr>
          <a:xfrm>
            <a:off x="6134992" y="3204909"/>
            <a:ext cx="350013" cy="196977"/>
            <a:chOff x="593892" y="1592858"/>
            <a:chExt cx="350013" cy="196977"/>
          </a:xfrm>
        </p:grpSpPr>
        <p:sp>
          <p:nvSpPr>
            <p:cNvPr id="197" name="Circle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3DD2A09C-182D-4655-BF83-140E6EBAC360}"/>
                </a:ext>
              </a:extLst>
            </p:cNvPr>
            <p:cNvSpPr/>
            <p:nvPr>
              <p:custDataLst>
                <p:tags r:id="rId77"/>
              </p:custDataLst>
            </p:nvPr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198" name="Check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8C0B5F99-BB6F-4228-9962-46C0E9CF1FE5}"/>
                </a:ext>
              </a:extLst>
            </p:cNvPr>
            <p:cNvSpPr/>
            <p:nvPr>
              <p:custDataLst>
                <p:tags r:id="rId78"/>
              </p:custDataLst>
            </p:nvPr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199" name="Label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25F178CE-6195-47CE-A264-3EA1F78DBF56}"/>
                </a:ext>
              </a:extLst>
            </p:cNvPr>
            <p:cNvSpPr txBox="1"/>
            <p:nvPr>
              <p:custDataLst>
                <p:tags r:id="rId79"/>
              </p:custDataLst>
            </p:nvPr>
          </p:nvSpPr>
          <p:spPr>
            <a:xfrm>
              <a:off x="727243" y="1592858"/>
              <a:ext cx="216662" cy="196977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Y</a:t>
              </a:r>
            </a:p>
          </p:txBody>
        </p:sp>
      </p:grpSp>
      <p:grpSp>
        <p:nvGrpSpPr>
          <p:cNvPr id="200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&lt;/Code&gt;&lt;CodeSignature&gt;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1913A56E-A0F5-4A34-96DE-4B659734C9B2}"/>
              </a:ext>
            </a:extLst>
          </p:cNvPr>
          <p:cNvGrpSpPr/>
          <p:nvPr>
            <p:custDataLst>
              <p:tags r:id="rId14"/>
            </p:custDataLst>
          </p:nvPr>
        </p:nvGrpSpPr>
        <p:grpSpPr>
          <a:xfrm>
            <a:off x="6837443" y="3204909"/>
            <a:ext cx="354822" cy="196977"/>
            <a:chOff x="593892" y="1592858"/>
            <a:chExt cx="354822" cy="196977"/>
          </a:xfrm>
        </p:grpSpPr>
        <p:sp>
          <p:nvSpPr>
            <p:cNvPr id="201" name="Circle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A1E4091A-18EF-443C-9F18-62C2CC5152EA}"/>
                </a:ext>
              </a:extLst>
            </p:cNvPr>
            <p:cNvSpPr/>
            <p:nvPr>
              <p:custDataLst>
                <p:tags r:id="rId74"/>
              </p:custDataLst>
            </p:nvPr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202" name="Check" descr="&lt;SmartSettings&gt;&lt;SmartResize anchorLeft=&quot;Absolute&quot; anchorTop=&quot;None&quot; anchorRight=&quot;None&quot; anchorBottom=&quot;None&quot; /&gt;&lt;/SmartSettings&gt;" hidden="1">
              <a:extLst>
                <a:ext uri="{FF2B5EF4-FFF2-40B4-BE49-F238E27FC236}">
                  <a16:creationId xmlns:a16="http://schemas.microsoft.com/office/drawing/2014/main" id="{924D26E4-4672-4ABB-9E07-DDC8D754C5B4}"/>
                </a:ext>
              </a:extLst>
            </p:cNvPr>
            <p:cNvSpPr/>
            <p:nvPr>
              <p:custDataLst>
                <p:tags r:id="rId75"/>
              </p:custDataLst>
            </p:nvPr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rgbClr val="808080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203" name="Label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679E7901-EE3E-4E7F-9873-8C0EE25879C1}"/>
                </a:ext>
              </a:extLst>
            </p:cNvPr>
            <p:cNvSpPr txBox="1"/>
            <p:nvPr>
              <p:custDataLst>
                <p:tags r:id="rId76"/>
              </p:custDataLst>
            </p:nvPr>
          </p:nvSpPr>
          <p:spPr>
            <a:xfrm>
              <a:off x="727243" y="1592858"/>
              <a:ext cx="221471" cy="196977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N</a:t>
              </a:r>
            </a:p>
          </p:txBody>
        </p:sp>
      </p:grpSp>
      <p:grpSp>
        <p:nvGrpSpPr>
          <p:cNvPr id="204" name="그룹 203">
            <a:extLst>
              <a:ext uri="{FF2B5EF4-FFF2-40B4-BE49-F238E27FC236}">
                <a16:creationId xmlns:a16="http://schemas.microsoft.com/office/drawing/2014/main" id="{672C35EA-9B64-4920-8573-1AEDC840BD5A}"/>
              </a:ext>
            </a:extLst>
          </p:cNvPr>
          <p:cNvGrpSpPr/>
          <p:nvPr/>
        </p:nvGrpSpPr>
        <p:grpSpPr>
          <a:xfrm>
            <a:off x="6134992" y="3593365"/>
            <a:ext cx="1057273" cy="198637"/>
            <a:chOff x="5744386" y="3810921"/>
            <a:chExt cx="1057273" cy="198637"/>
          </a:xfrm>
        </p:grpSpPr>
        <p:grpSp>
          <p:nvGrpSpPr>
            <p:cNvPr id="205" name="그룹 204">
              <a:extLst>
                <a:ext uri="{FF2B5EF4-FFF2-40B4-BE49-F238E27FC236}">
                  <a16:creationId xmlns:a16="http://schemas.microsoft.com/office/drawing/2014/main" id="{2D5B4547-48FB-4683-8BF0-F8FB385175C1}"/>
                </a:ext>
              </a:extLst>
            </p:cNvPr>
            <p:cNvGrpSpPr/>
            <p:nvPr/>
          </p:nvGrpSpPr>
          <p:grpSpPr>
            <a:xfrm>
              <a:off x="5744386" y="3810921"/>
              <a:ext cx="1057273" cy="198637"/>
              <a:chOff x="5744386" y="3810921"/>
              <a:chExt cx="1057273" cy="198637"/>
            </a:xfrm>
          </p:grpSpPr>
          <p:grpSp>
            <p:nvGrpSpPr>
              <p:cNvPr id="207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&lt;/Code&gt;&lt;CodeSignature&gt;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&lt;/CodeSignature&gt;&lt;/SmartOptions&gt;&lt;SmartResize enabled=&quot;True&quot; minWidth=&quot;10&quot; minHeight=&quot;10&quot; /&gt;&lt;/SmartSettings&gt;">
                <a:extLst>
                  <a:ext uri="{FF2B5EF4-FFF2-40B4-BE49-F238E27FC236}">
                    <a16:creationId xmlns:a16="http://schemas.microsoft.com/office/drawing/2014/main" id="{E2A3057B-E944-44A9-9E9D-A59CC2C5D064}"/>
                  </a:ext>
                </a:extLst>
              </p:cNvPr>
              <p:cNvGrpSpPr/>
              <p:nvPr>
                <p:custDataLst>
                  <p:tags r:id="rId67"/>
                </p:custDataLst>
              </p:nvPr>
            </p:nvGrpSpPr>
            <p:grpSpPr>
              <a:xfrm>
                <a:off x="5744386" y="3810921"/>
                <a:ext cx="350013" cy="196977"/>
                <a:chOff x="593892" y="1592858"/>
                <a:chExt cx="350013" cy="196977"/>
              </a:xfrm>
            </p:grpSpPr>
            <p:sp>
              <p:nvSpPr>
                <p:cNvPr id="212" name="Circle" descr="&lt;SmartSettings&gt;&lt;SmartResize anchorLeft=&quot;Absolute&quot; anchorTop=&quot;None&quot; anchorRight=&quot;None&quot; anchorBottom=&quot;None&quot; /&gt;&lt;/SmartSettings&gt;">
                  <a:extLst>
                    <a:ext uri="{FF2B5EF4-FFF2-40B4-BE49-F238E27FC236}">
                      <a16:creationId xmlns:a16="http://schemas.microsoft.com/office/drawing/2014/main" id="{572041F6-B72E-46BB-BE99-ED416202CCFE}"/>
                    </a:ext>
                  </a:extLst>
                </p:cNvPr>
                <p:cNvSpPr/>
                <p:nvPr>
                  <p:custDataLst>
                    <p:tags r:id="rId72"/>
                  </p:custDataLst>
                </p:nvPr>
              </p:nvSpPr>
              <p:spPr>
                <a:xfrm>
                  <a:off x="593892" y="1624671"/>
                  <a:ext cx="133350" cy="133350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800" dirty="0">
                    <a:solidFill>
                      <a:srgbClr val="5F5F5F"/>
                    </a:solidFill>
                    <a:latin typeface="+mn-ea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213" name="Label" descr="&lt;SmartSettings&gt;&lt;SmartResize anchorLeft=&quot;Absolute&quot; anchorTop=&quot;Absolute&quot; anchorRight=&quot;Absolute&quot; anchorBottom=&quot;Absolute&quot; /&gt;&lt;/SmartSettings&gt;">
                  <a:extLst>
                    <a:ext uri="{FF2B5EF4-FFF2-40B4-BE49-F238E27FC236}">
                      <a16:creationId xmlns:a16="http://schemas.microsoft.com/office/drawing/2014/main" id="{F827286F-1C40-40F6-B839-B86E87E6352F}"/>
                    </a:ext>
                  </a:extLst>
                </p:cNvPr>
                <p:cNvSpPr txBox="1"/>
                <p:nvPr>
                  <p:custDataLst>
                    <p:tags r:id="rId73"/>
                  </p:custDataLst>
                </p:nvPr>
              </p:nvSpPr>
              <p:spPr>
                <a:xfrm>
                  <a:off x="727243" y="1592858"/>
                  <a:ext cx="216662" cy="196977"/>
                </a:xfrm>
                <a:prstGeom prst="rect">
                  <a:avLst/>
                </a:prstGeom>
                <a:noFill/>
              </p:spPr>
              <p:txBody>
                <a:bodyPr wrap="none" lIns="73152" tIns="36576" rIns="73152" bIns="36576" rtlCol="0" anchor="ctr" anchorCtr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sz="800" dirty="0">
                      <a:solidFill>
                        <a:srgbClr val="5F5F5F"/>
                      </a:solidFill>
                      <a:latin typeface="+mn-ea"/>
                      <a:cs typeface="Segoe UI" panose="020B0502040204020203" pitchFamily="34" charset="0"/>
                    </a:rPr>
                    <a:t>Y</a:t>
                  </a:r>
                </a:p>
              </p:txBody>
            </p:sp>
          </p:grpSp>
          <p:grpSp>
            <p:nvGrpSpPr>
              <p:cNvPr id="208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&lt;/Code&gt;&lt;CodeSignature&gt;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&lt;/CodeSignature&gt;&lt;/SmartOptions&gt;&lt;SmartResize enabled=&quot;True&quot; minWidth=&quot;10&quot; minHeight=&quot;10&quot; /&gt;&lt;/SmartSettings&gt;">
                <a:extLst>
                  <a:ext uri="{FF2B5EF4-FFF2-40B4-BE49-F238E27FC236}">
                    <a16:creationId xmlns:a16="http://schemas.microsoft.com/office/drawing/2014/main" id="{CDD8D780-CB99-408E-8FF3-6461EB892F65}"/>
                  </a:ext>
                </a:extLst>
              </p:cNvPr>
              <p:cNvGrpSpPr/>
              <p:nvPr>
                <p:custDataLst>
                  <p:tags r:id="rId68"/>
                </p:custDataLst>
              </p:nvPr>
            </p:nvGrpSpPr>
            <p:grpSpPr>
              <a:xfrm>
                <a:off x="6446837" y="3812581"/>
                <a:ext cx="354822" cy="196977"/>
                <a:chOff x="593892" y="1592858"/>
                <a:chExt cx="354822" cy="196977"/>
              </a:xfrm>
            </p:grpSpPr>
            <p:sp>
              <p:nvSpPr>
                <p:cNvPr id="209" name="Circle" descr="&lt;SmartSettings&gt;&lt;SmartResize anchorLeft=&quot;Absolute&quot; anchorTop=&quot;None&quot; anchorRight=&quot;None&quot; anchorBottom=&quot;None&quot; /&gt;&lt;/SmartSettings&gt;">
                  <a:extLst>
                    <a:ext uri="{FF2B5EF4-FFF2-40B4-BE49-F238E27FC236}">
                      <a16:creationId xmlns:a16="http://schemas.microsoft.com/office/drawing/2014/main" id="{F9154B67-9609-44E1-B390-6FB15DEDE40A}"/>
                    </a:ext>
                  </a:extLst>
                </p:cNvPr>
                <p:cNvSpPr/>
                <p:nvPr>
                  <p:custDataLst>
                    <p:tags r:id="rId69"/>
                  </p:custDataLst>
                </p:nvPr>
              </p:nvSpPr>
              <p:spPr>
                <a:xfrm>
                  <a:off x="593892" y="1624671"/>
                  <a:ext cx="133350" cy="133350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800" dirty="0">
                    <a:solidFill>
                      <a:srgbClr val="5F5F5F"/>
                    </a:solidFill>
                    <a:latin typeface="+mn-ea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210" name="Check" descr="&lt;SmartSettings&gt;&lt;SmartResize anchorLeft=&quot;Absolute&quot; anchorTop=&quot;None&quot; anchorRight=&quot;None&quot; anchorBottom=&quot;None&quot; /&gt;&lt;/SmartSettings&gt;" hidden="1">
                  <a:extLst>
                    <a:ext uri="{FF2B5EF4-FFF2-40B4-BE49-F238E27FC236}">
                      <a16:creationId xmlns:a16="http://schemas.microsoft.com/office/drawing/2014/main" id="{E38C8759-C5FF-40A0-9686-3ABD16E5633B}"/>
                    </a:ext>
                  </a:extLst>
                </p:cNvPr>
                <p:cNvSpPr/>
                <p:nvPr>
                  <p:custDataLst>
                    <p:tags r:id="rId70"/>
                  </p:custDataLst>
                </p:nvPr>
              </p:nvSpPr>
              <p:spPr>
                <a:xfrm>
                  <a:off x="631198" y="1661977"/>
                  <a:ext cx="58738" cy="58738"/>
                </a:xfrm>
                <a:prstGeom prst="ellipse">
                  <a:avLst/>
                </a:prstGeom>
                <a:solidFill>
                  <a:srgbClr val="808080"/>
                </a:solidFill>
                <a:ln w="6350">
                  <a:solidFill>
                    <a:srgbClr val="80808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800" dirty="0">
                    <a:solidFill>
                      <a:srgbClr val="5F5F5F"/>
                    </a:solidFill>
                    <a:latin typeface="+mn-ea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211" name="Label" descr="&lt;SmartSettings&gt;&lt;SmartResize anchorLeft=&quot;Absolute&quot; anchorTop=&quot;Absolute&quot; anchorRight=&quot;Absolute&quot; anchorBottom=&quot;Absolute&quot; /&gt;&lt;/SmartSettings&gt;">
                  <a:extLst>
                    <a:ext uri="{FF2B5EF4-FFF2-40B4-BE49-F238E27FC236}">
                      <a16:creationId xmlns:a16="http://schemas.microsoft.com/office/drawing/2014/main" id="{B3008C1D-5618-4289-8D3E-291B3DFFEF24}"/>
                    </a:ext>
                  </a:extLst>
                </p:cNvPr>
                <p:cNvSpPr txBox="1"/>
                <p:nvPr>
                  <p:custDataLst>
                    <p:tags r:id="rId71"/>
                  </p:custDataLst>
                </p:nvPr>
              </p:nvSpPr>
              <p:spPr>
                <a:xfrm>
                  <a:off x="727243" y="1592858"/>
                  <a:ext cx="221471" cy="196977"/>
                </a:xfrm>
                <a:prstGeom prst="rect">
                  <a:avLst/>
                </a:prstGeom>
                <a:noFill/>
              </p:spPr>
              <p:txBody>
                <a:bodyPr wrap="none" lIns="73152" tIns="36576" rIns="73152" bIns="36576" rtlCol="0" anchor="ctr" anchorCtr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sz="800" dirty="0">
                      <a:solidFill>
                        <a:srgbClr val="5F5F5F"/>
                      </a:solidFill>
                      <a:latin typeface="+mn-ea"/>
                      <a:cs typeface="Segoe UI" panose="020B0502040204020203" pitchFamily="34" charset="0"/>
                    </a:rPr>
                    <a:t>N</a:t>
                  </a:r>
                </a:p>
              </p:txBody>
            </p:sp>
          </p:grpSp>
        </p:grpSp>
        <p:sp>
          <p:nvSpPr>
            <p:cNvPr id="206" name="Check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5F898049-9D46-4642-A26F-3EB53920104A}"/>
                </a:ext>
              </a:extLst>
            </p:cNvPr>
            <p:cNvSpPr/>
            <p:nvPr>
              <p:custDataLst>
                <p:tags r:id="rId66"/>
              </p:custDataLst>
            </p:nvPr>
          </p:nvSpPr>
          <p:spPr>
            <a:xfrm>
              <a:off x="6484143" y="3876604"/>
              <a:ext cx="58738" cy="58738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214" name="그룹 213">
            <a:extLst>
              <a:ext uri="{FF2B5EF4-FFF2-40B4-BE49-F238E27FC236}">
                <a16:creationId xmlns:a16="http://schemas.microsoft.com/office/drawing/2014/main" id="{2E27A172-B61F-4384-9836-93D76BA02BCD}"/>
              </a:ext>
            </a:extLst>
          </p:cNvPr>
          <p:cNvGrpSpPr/>
          <p:nvPr/>
        </p:nvGrpSpPr>
        <p:grpSpPr>
          <a:xfrm>
            <a:off x="6138888" y="3948449"/>
            <a:ext cx="1057273" cy="198637"/>
            <a:chOff x="5744386" y="3810921"/>
            <a:chExt cx="1057273" cy="198637"/>
          </a:xfrm>
        </p:grpSpPr>
        <p:grpSp>
          <p:nvGrpSpPr>
            <p:cNvPr id="215" name="그룹 214">
              <a:extLst>
                <a:ext uri="{FF2B5EF4-FFF2-40B4-BE49-F238E27FC236}">
                  <a16:creationId xmlns:a16="http://schemas.microsoft.com/office/drawing/2014/main" id="{9BA38A69-31BE-4DBB-AFCA-5B950FC8D066}"/>
                </a:ext>
              </a:extLst>
            </p:cNvPr>
            <p:cNvGrpSpPr/>
            <p:nvPr/>
          </p:nvGrpSpPr>
          <p:grpSpPr>
            <a:xfrm>
              <a:off x="5744386" y="3810921"/>
              <a:ext cx="1057273" cy="198637"/>
              <a:chOff x="5744386" y="3810921"/>
              <a:chExt cx="1057273" cy="198637"/>
            </a:xfrm>
          </p:grpSpPr>
          <p:grpSp>
            <p:nvGrpSpPr>
              <p:cNvPr id="217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&lt;/Code&gt;&lt;CodeSignature&gt;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&lt;/CodeSignature&gt;&lt;/SmartOptions&gt;&lt;SmartResize enabled=&quot;True&quot; minWidth=&quot;10&quot; minHeight=&quot;10&quot; /&gt;&lt;/SmartSettings&gt;">
                <a:extLst>
                  <a:ext uri="{FF2B5EF4-FFF2-40B4-BE49-F238E27FC236}">
                    <a16:creationId xmlns:a16="http://schemas.microsoft.com/office/drawing/2014/main" id="{6C13AAE9-D90B-4E79-902F-4038D5078DD5}"/>
                  </a:ext>
                </a:extLst>
              </p:cNvPr>
              <p:cNvGrpSpPr/>
              <p:nvPr>
                <p:custDataLst>
                  <p:tags r:id="rId59"/>
                </p:custDataLst>
              </p:nvPr>
            </p:nvGrpSpPr>
            <p:grpSpPr>
              <a:xfrm>
                <a:off x="5744386" y="3810921"/>
                <a:ext cx="350013" cy="196977"/>
                <a:chOff x="593892" y="1592858"/>
                <a:chExt cx="350013" cy="196977"/>
              </a:xfrm>
            </p:grpSpPr>
            <p:sp>
              <p:nvSpPr>
                <p:cNvPr id="222" name="Circle" descr="&lt;SmartSettings&gt;&lt;SmartResize anchorLeft=&quot;Absolute&quot; anchorTop=&quot;None&quot; anchorRight=&quot;None&quot; anchorBottom=&quot;None&quot; /&gt;&lt;/SmartSettings&gt;">
                  <a:extLst>
                    <a:ext uri="{FF2B5EF4-FFF2-40B4-BE49-F238E27FC236}">
                      <a16:creationId xmlns:a16="http://schemas.microsoft.com/office/drawing/2014/main" id="{E419DDD1-65A0-4309-8BB3-56BA4CA7BE72}"/>
                    </a:ext>
                  </a:extLst>
                </p:cNvPr>
                <p:cNvSpPr/>
                <p:nvPr>
                  <p:custDataLst>
                    <p:tags r:id="rId64"/>
                  </p:custDataLst>
                </p:nvPr>
              </p:nvSpPr>
              <p:spPr>
                <a:xfrm>
                  <a:off x="593892" y="1624671"/>
                  <a:ext cx="133350" cy="133350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800" dirty="0">
                    <a:solidFill>
                      <a:srgbClr val="5F5F5F"/>
                    </a:solidFill>
                    <a:latin typeface="+mn-ea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223" name="Label" descr="&lt;SmartSettings&gt;&lt;SmartResize anchorLeft=&quot;Absolute&quot; anchorTop=&quot;Absolute&quot; anchorRight=&quot;Absolute&quot; anchorBottom=&quot;Absolute&quot; /&gt;&lt;/SmartSettings&gt;">
                  <a:extLst>
                    <a:ext uri="{FF2B5EF4-FFF2-40B4-BE49-F238E27FC236}">
                      <a16:creationId xmlns:a16="http://schemas.microsoft.com/office/drawing/2014/main" id="{D0571B7C-0D25-4135-9208-E80DBEA57E16}"/>
                    </a:ext>
                  </a:extLst>
                </p:cNvPr>
                <p:cNvSpPr txBox="1"/>
                <p:nvPr>
                  <p:custDataLst>
                    <p:tags r:id="rId65"/>
                  </p:custDataLst>
                </p:nvPr>
              </p:nvSpPr>
              <p:spPr>
                <a:xfrm>
                  <a:off x="727243" y="1592858"/>
                  <a:ext cx="216662" cy="196977"/>
                </a:xfrm>
                <a:prstGeom prst="rect">
                  <a:avLst/>
                </a:prstGeom>
                <a:noFill/>
              </p:spPr>
              <p:txBody>
                <a:bodyPr wrap="none" lIns="73152" tIns="36576" rIns="73152" bIns="36576" rtlCol="0" anchor="ctr" anchorCtr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sz="800" dirty="0">
                      <a:solidFill>
                        <a:srgbClr val="5F5F5F"/>
                      </a:solidFill>
                      <a:latin typeface="+mn-ea"/>
                      <a:cs typeface="Segoe UI" panose="020B0502040204020203" pitchFamily="34" charset="0"/>
                    </a:rPr>
                    <a:t>Y</a:t>
                  </a:r>
                </a:p>
              </p:txBody>
            </p:sp>
          </p:grpSp>
          <p:grpSp>
            <p:nvGrpSpPr>
              <p:cNvPr id="218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&lt;/Code&gt;&lt;CodeSignature&gt;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&lt;/CodeSignature&gt;&lt;/SmartOptions&gt;&lt;SmartResize enabled=&quot;True&quot; minWidth=&quot;10&quot; minHeight=&quot;10&quot; /&gt;&lt;/SmartSettings&gt;">
                <a:extLst>
                  <a:ext uri="{FF2B5EF4-FFF2-40B4-BE49-F238E27FC236}">
                    <a16:creationId xmlns:a16="http://schemas.microsoft.com/office/drawing/2014/main" id="{CE892CF9-43D2-4010-BABE-77B9F3654751}"/>
                  </a:ext>
                </a:extLst>
              </p:cNvPr>
              <p:cNvGrpSpPr/>
              <p:nvPr>
                <p:custDataLst>
                  <p:tags r:id="rId60"/>
                </p:custDataLst>
              </p:nvPr>
            </p:nvGrpSpPr>
            <p:grpSpPr>
              <a:xfrm>
                <a:off x="6446837" y="3812581"/>
                <a:ext cx="354822" cy="196977"/>
                <a:chOff x="593892" y="1592858"/>
                <a:chExt cx="354822" cy="196977"/>
              </a:xfrm>
            </p:grpSpPr>
            <p:sp>
              <p:nvSpPr>
                <p:cNvPr id="219" name="Circle" descr="&lt;SmartSettings&gt;&lt;SmartResize anchorLeft=&quot;Absolute&quot; anchorTop=&quot;None&quot; anchorRight=&quot;None&quot; anchorBottom=&quot;None&quot; /&gt;&lt;/SmartSettings&gt;">
                  <a:extLst>
                    <a:ext uri="{FF2B5EF4-FFF2-40B4-BE49-F238E27FC236}">
                      <a16:creationId xmlns:a16="http://schemas.microsoft.com/office/drawing/2014/main" id="{91087D45-7893-4101-A732-E06E0126C9F3}"/>
                    </a:ext>
                  </a:extLst>
                </p:cNvPr>
                <p:cNvSpPr/>
                <p:nvPr>
                  <p:custDataLst>
                    <p:tags r:id="rId61"/>
                  </p:custDataLst>
                </p:nvPr>
              </p:nvSpPr>
              <p:spPr>
                <a:xfrm>
                  <a:off x="593892" y="1624671"/>
                  <a:ext cx="133350" cy="133350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800" dirty="0">
                    <a:solidFill>
                      <a:srgbClr val="5F5F5F"/>
                    </a:solidFill>
                    <a:latin typeface="+mn-ea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220" name="Check" descr="&lt;SmartSettings&gt;&lt;SmartResize anchorLeft=&quot;Absolute&quot; anchorTop=&quot;None&quot; anchorRight=&quot;None&quot; anchorBottom=&quot;None&quot; /&gt;&lt;/SmartSettings&gt;" hidden="1">
                  <a:extLst>
                    <a:ext uri="{FF2B5EF4-FFF2-40B4-BE49-F238E27FC236}">
                      <a16:creationId xmlns:a16="http://schemas.microsoft.com/office/drawing/2014/main" id="{130414D3-FED3-4565-A4AC-C589D581D59E}"/>
                    </a:ext>
                  </a:extLst>
                </p:cNvPr>
                <p:cNvSpPr/>
                <p:nvPr>
                  <p:custDataLst>
                    <p:tags r:id="rId62"/>
                  </p:custDataLst>
                </p:nvPr>
              </p:nvSpPr>
              <p:spPr>
                <a:xfrm>
                  <a:off x="631198" y="1661977"/>
                  <a:ext cx="58738" cy="58738"/>
                </a:xfrm>
                <a:prstGeom prst="ellipse">
                  <a:avLst/>
                </a:prstGeom>
                <a:solidFill>
                  <a:srgbClr val="808080"/>
                </a:solidFill>
                <a:ln w="6350">
                  <a:solidFill>
                    <a:srgbClr val="80808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800" dirty="0">
                    <a:solidFill>
                      <a:srgbClr val="5F5F5F"/>
                    </a:solidFill>
                    <a:latin typeface="+mn-ea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221" name="Label" descr="&lt;SmartSettings&gt;&lt;SmartResize anchorLeft=&quot;Absolute&quot; anchorTop=&quot;Absolute&quot; anchorRight=&quot;Absolute&quot; anchorBottom=&quot;Absolute&quot; /&gt;&lt;/SmartSettings&gt;">
                  <a:extLst>
                    <a:ext uri="{FF2B5EF4-FFF2-40B4-BE49-F238E27FC236}">
                      <a16:creationId xmlns:a16="http://schemas.microsoft.com/office/drawing/2014/main" id="{EB65E2AD-78EC-495D-AF94-7218147B8962}"/>
                    </a:ext>
                  </a:extLst>
                </p:cNvPr>
                <p:cNvSpPr txBox="1"/>
                <p:nvPr>
                  <p:custDataLst>
                    <p:tags r:id="rId63"/>
                  </p:custDataLst>
                </p:nvPr>
              </p:nvSpPr>
              <p:spPr>
                <a:xfrm>
                  <a:off x="727243" y="1592858"/>
                  <a:ext cx="221471" cy="196977"/>
                </a:xfrm>
                <a:prstGeom prst="rect">
                  <a:avLst/>
                </a:prstGeom>
                <a:noFill/>
              </p:spPr>
              <p:txBody>
                <a:bodyPr wrap="none" lIns="73152" tIns="36576" rIns="73152" bIns="36576" rtlCol="0" anchor="ctr" anchorCtr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sz="800" dirty="0">
                      <a:solidFill>
                        <a:srgbClr val="5F5F5F"/>
                      </a:solidFill>
                      <a:latin typeface="+mn-ea"/>
                      <a:cs typeface="Segoe UI" panose="020B0502040204020203" pitchFamily="34" charset="0"/>
                    </a:rPr>
                    <a:t>N</a:t>
                  </a:r>
                </a:p>
              </p:txBody>
            </p:sp>
          </p:grpSp>
        </p:grpSp>
        <p:sp>
          <p:nvSpPr>
            <p:cNvPr id="216" name="Check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7CF9D13D-5E09-4DCE-8C17-7EB53415865C}"/>
                </a:ext>
              </a:extLst>
            </p:cNvPr>
            <p:cNvSpPr/>
            <p:nvPr>
              <p:custDataLst>
                <p:tags r:id="rId58"/>
              </p:custDataLst>
            </p:nvPr>
          </p:nvSpPr>
          <p:spPr>
            <a:xfrm>
              <a:off x="6484143" y="3876604"/>
              <a:ext cx="58738" cy="58738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228" name="그룹 227">
            <a:extLst>
              <a:ext uri="{FF2B5EF4-FFF2-40B4-BE49-F238E27FC236}">
                <a16:creationId xmlns:a16="http://schemas.microsoft.com/office/drawing/2014/main" id="{9278141F-309A-4D6F-B795-34C6BC1086E6}"/>
              </a:ext>
            </a:extLst>
          </p:cNvPr>
          <p:cNvGrpSpPr/>
          <p:nvPr/>
        </p:nvGrpSpPr>
        <p:grpSpPr>
          <a:xfrm>
            <a:off x="6134992" y="4281498"/>
            <a:ext cx="1057273" cy="198637"/>
            <a:chOff x="5744386" y="3810921"/>
            <a:chExt cx="1057273" cy="198637"/>
          </a:xfrm>
        </p:grpSpPr>
        <p:grpSp>
          <p:nvGrpSpPr>
            <p:cNvPr id="229" name="그룹 228">
              <a:extLst>
                <a:ext uri="{FF2B5EF4-FFF2-40B4-BE49-F238E27FC236}">
                  <a16:creationId xmlns:a16="http://schemas.microsoft.com/office/drawing/2014/main" id="{2FF214D9-983C-498B-B8AD-E50A0C060BF0}"/>
                </a:ext>
              </a:extLst>
            </p:cNvPr>
            <p:cNvGrpSpPr/>
            <p:nvPr/>
          </p:nvGrpSpPr>
          <p:grpSpPr>
            <a:xfrm>
              <a:off x="5744386" y="3810921"/>
              <a:ext cx="1057273" cy="198637"/>
              <a:chOff x="5744386" y="3810921"/>
              <a:chExt cx="1057273" cy="198637"/>
            </a:xfrm>
          </p:grpSpPr>
          <p:grpSp>
            <p:nvGrpSpPr>
              <p:cNvPr id="235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&lt;/Code&gt;&lt;CodeSignature&gt;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&lt;/CodeSignature&gt;&lt;/SmartOptions&gt;&lt;SmartResize enabled=&quot;True&quot; minWidth=&quot;10&quot; minHeight=&quot;10&quot; /&gt;&lt;/SmartSettings&gt;">
                <a:extLst>
                  <a:ext uri="{FF2B5EF4-FFF2-40B4-BE49-F238E27FC236}">
                    <a16:creationId xmlns:a16="http://schemas.microsoft.com/office/drawing/2014/main" id="{25E06F30-CFBA-4DD7-80FB-A94189909A59}"/>
                  </a:ext>
                </a:extLst>
              </p:cNvPr>
              <p:cNvGrpSpPr/>
              <p:nvPr>
                <p:custDataLst>
                  <p:tags r:id="rId51"/>
                </p:custDataLst>
              </p:nvPr>
            </p:nvGrpSpPr>
            <p:grpSpPr>
              <a:xfrm>
                <a:off x="5744386" y="3810921"/>
                <a:ext cx="350013" cy="196977"/>
                <a:chOff x="593892" y="1592858"/>
                <a:chExt cx="350013" cy="196977"/>
              </a:xfrm>
            </p:grpSpPr>
            <p:sp>
              <p:nvSpPr>
                <p:cNvPr id="256" name="Circle" descr="&lt;SmartSettings&gt;&lt;SmartResize anchorLeft=&quot;Absolute&quot; anchorTop=&quot;None&quot; anchorRight=&quot;None&quot; anchorBottom=&quot;None&quot; /&gt;&lt;/SmartSettings&gt;">
                  <a:extLst>
                    <a:ext uri="{FF2B5EF4-FFF2-40B4-BE49-F238E27FC236}">
                      <a16:creationId xmlns:a16="http://schemas.microsoft.com/office/drawing/2014/main" id="{C28792AA-0D4B-471E-92D2-5C324E32A97C}"/>
                    </a:ext>
                  </a:extLst>
                </p:cNvPr>
                <p:cNvSpPr/>
                <p:nvPr>
                  <p:custDataLst>
                    <p:tags r:id="rId56"/>
                  </p:custDataLst>
                </p:nvPr>
              </p:nvSpPr>
              <p:spPr>
                <a:xfrm>
                  <a:off x="593892" y="1624671"/>
                  <a:ext cx="133350" cy="133350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800" dirty="0">
                    <a:solidFill>
                      <a:srgbClr val="5F5F5F"/>
                    </a:solidFill>
                    <a:latin typeface="+mn-ea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257" name="Label" descr="&lt;SmartSettings&gt;&lt;SmartResize anchorLeft=&quot;Absolute&quot; anchorTop=&quot;Absolute&quot; anchorRight=&quot;Absolute&quot; anchorBottom=&quot;Absolute&quot; /&gt;&lt;/SmartSettings&gt;">
                  <a:extLst>
                    <a:ext uri="{FF2B5EF4-FFF2-40B4-BE49-F238E27FC236}">
                      <a16:creationId xmlns:a16="http://schemas.microsoft.com/office/drawing/2014/main" id="{6561B034-62C4-4637-935B-B4ABB8C249D7}"/>
                    </a:ext>
                  </a:extLst>
                </p:cNvPr>
                <p:cNvSpPr txBox="1"/>
                <p:nvPr>
                  <p:custDataLst>
                    <p:tags r:id="rId57"/>
                  </p:custDataLst>
                </p:nvPr>
              </p:nvSpPr>
              <p:spPr>
                <a:xfrm>
                  <a:off x="727243" y="1592858"/>
                  <a:ext cx="216662" cy="196977"/>
                </a:xfrm>
                <a:prstGeom prst="rect">
                  <a:avLst/>
                </a:prstGeom>
                <a:noFill/>
              </p:spPr>
              <p:txBody>
                <a:bodyPr wrap="none" lIns="73152" tIns="36576" rIns="73152" bIns="36576" rtlCol="0" anchor="ctr" anchorCtr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sz="800" dirty="0">
                      <a:solidFill>
                        <a:srgbClr val="5F5F5F"/>
                      </a:solidFill>
                      <a:latin typeface="+mn-ea"/>
                      <a:cs typeface="Segoe UI" panose="020B0502040204020203" pitchFamily="34" charset="0"/>
                    </a:rPr>
                    <a:t>Y</a:t>
                  </a:r>
                </a:p>
              </p:txBody>
            </p:sp>
          </p:grpSp>
          <p:grpSp>
            <p:nvGrpSpPr>
              <p:cNvPr id="236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&lt;/Code&gt;&lt;CodeSignature&gt;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&lt;/CodeSignature&gt;&lt;/SmartOptions&gt;&lt;SmartResize enabled=&quot;True&quot; minWidth=&quot;10&quot; minHeight=&quot;10&quot; /&gt;&lt;/SmartSettings&gt;">
                <a:extLst>
                  <a:ext uri="{FF2B5EF4-FFF2-40B4-BE49-F238E27FC236}">
                    <a16:creationId xmlns:a16="http://schemas.microsoft.com/office/drawing/2014/main" id="{7F389E10-5E96-4395-880D-99E0969D2CA1}"/>
                  </a:ext>
                </a:extLst>
              </p:cNvPr>
              <p:cNvGrpSpPr/>
              <p:nvPr>
                <p:custDataLst>
                  <p:tags r:id="rId52"/>
                </p:custDataLst>
              </p:nvPr>
            </p:nvGrpSpPr>
            <p:grpSpPr>
              <a:xfrm>
                <a:off x="6446837" y="3812581"/>
                <a:ext cx="354822" cy="196977"/>
                <a:chOff x="593892" y="1592858"/>
                <a:chExt cx="354822" cy="196977"/>
              </a:xfrm>
            </p:grpSpPr>
            <p:sp>
              <p:nvSpPr>
                <p:cNvPr id="237" name="Circle" descr="&lt;SmartSettings&gt;&lt;SmartResize anchorLeft=&quot;Absolute&quot; anchorTop=&quot;None&quot; anchorRight=&quot;None&quot; anchorBottom=&quot;None&quot; /&gt;&lt;/SmartSettings&gt;">
                  <a:extLst>
                    <a:ext uri="{FF2B5EF4-FFF2-40B4-BE49-F238E27FC236}">
                      <a16:creationId xmlns:a16="http://schemas.microsoft.com/office/drawing/2014/main" id="{713A2A96-A602-4C67-BF89-C671992866D5}"/>
                    </a:ext>
                  </a:extLst>
                </p:cNvPr>
                <p:cNvSpPr/>
                <p:nvPr>
                  <p:custDataLst>
                    <p:tags r:id="rId53"/>
                  </p:custDataLst>
                </p:nvPr>
              </p:nvSpPr>
              <p:spPr>
                <a:xfrm>
                  <a:off x="593892" y="1624671"/>
                  <a:ext cx="133350" cy="133350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800" dirty="0">
                    <a:solidFill>
                      <a:srgbClr val="5F5F5F"/>
                    </a:solidFill>
                    <a:latin typeface="+mn-ea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243" name="Check" descr="&lt;SmartSettings&gt;&lt;SmartResize anchorLeft=&quot;Absolute&quot; anchorTop=&quot;None&quot; anchorRight=&quot;None&quot; anchorBottom=&quot;None&quot; /&gt;&lt;/SmartSettings&gt;" hidden="1">
                  <a:extLst>
                    <a:ext uri="{FF2B5EF4-FFF2-40B4-BE49-F238E27FC236}">
                      <a16:creationId xmlns:a16="http://schemas.microsoft.com/office/drawing/2014/main" id="{6CBCB07C-C418-4FF8-98AA-B1D22F3ECB1C}"/>
                    </a:ext>
                  </a:extLst>
                </p:cNvPr>
                <p:cNvSpPr/>
                <p:nvPr>
                  <p:custDataLst>
                    <p:tags r:id="rId54"/>
                  </p:custDataLst>
                </p:nvPr>
              </p:nvSpPr>
              <p:spPr>
                <a:xfrm>
                  <a:off x="631198" y="1661977"/>
                  <a:ext cx="58738" cy="58738"/>
                </a:xfrm>
                <a:prstGeom prst="ellipse">
                  <a:avLst/>
                </a:prstGeom>
                <a:solidFill>
                  <a:srgbClr val="808080"/>
                </a:solidFill>
                <a:ln w="6350">
                  <a:solidFill>
                    <a:srgbClr val="80808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800" dirty="0">
                    <a:solidFill>
                      <a:srgbClr val="5F5F5F"/>
                    </a:solidFill>
                    <a:latin typeface="+mn-ea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244" name="Label" descr="&lt;SmartSettings&gt;&lt;SmartResize anchorLeft=&quot;Absolute&quot; anchorTop=&quot;Absolute&quot; anchorRight=&quot;Absolute&quot; anchorBottom=&quot;Absolute&quot; /&gt;&lt;/SmartSettings&gt;">
                  <a:extLst>
                    <a:ext uri="{FF2B5EF4-FFF2-40B4-BE49-F238E27FC236}">
                      <a16:creationId xmlns:a16="http://schemas.microsoft.com/office/drawing/2014/main" id="{D57CA0C6-E115-4A1D-A9AC-1BC2AB7FB81A}"/>
                    </a:ext>
                  </a:extLst>
                </p:cNvPr>
                <p:cNvSpPr txBox="1"/>
                <p:nvPr>
                  <p:custDataLst>
                    <p:tags r:id="rId55"/>
                  </p:custDataLst>
                </p:nvPr>
              </p:nvSpPr>
              <p:spPr>
                <a:xfrm>
                  <a:off x="727243" y="1592858"/>
                  <a:ext cx="221471" cy="196977"/>
                </a:xfrm>
                <a:prstGeom prst="rect">
                  <a:avLst/>
                </a:prstGeom>
                <a:noFill/>
              </p:spPr>
              <p:txBody>
                <a:bodyPr wrap="none" lIns="73152" tIns="36576" rIns="73152" bIns="36576" rtlCol="0" anchor="ctr" anchorCtr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sz="800" dirty="0">
                      <a:solidFill>
                        <a:srgbClr val="5F5F5F"/>
                      </a:solidFill>
                      <a:latin typeface="+mn-ea"/>
                      <a:cs typeface="Segoe UI" panose="020B0502040204020203" pitchFamily="34" charset="0"/>
                    </a:rPr>
                    <a:t>N</a:t>
                  </a:r>
                </a:p>
              </p:txBody>
            </p:sp>
          </p:grpSp>
        </p:grpSp>
        <p:sp>
          <p:nvSpPr>
            <p:cNvPr id="230" name="Check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D45DC527-E1D9-4711-BB1C-EFECFB5B1E89}"/>
                </a:ext>
              </a:extLst>
            </p:cNvPr>
            <p:cNvSpPr/>
            <p:nvPr>
              <p:custDataLst>
                <p:tags r:id="rId50"/>
              </p:custDataLst>
            </p:nvPr>
          </p:nvSpPr>
          <p:spPr>
            <a:xfrm>
              <a:off x="6484143" y="3876604"/>
              <a:ext cx="58738" cy="58738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258" name="그룹 257">
            <a:extLst>
              <a:ext uri="{FF2B5EF4-FFF2-40B4-BE49-F238E27FC236}">
                <a16:creationId xmlns:a16="http://schemas.microsoft.com/office/drawing/2014/main" id="{D26C68CF-1DCD-4838-B6B3-D487936459B6}"/>
              </a:ext>
            </a:extLst>
          </p:cNvPr>
          <p:cNvGrpSpPr/>
          <p:nvPr/>
        </p:nvGrpSpPr>
        <p:grpSpPr>
          <a:xfrm>
            <a:off x="6125910" y="4670530"/>
            <a:ext cx="1057273" cy="198637"/>
            <a:chOff x="5744386" y="3810921"/>
            <a:chExt cx="1057273" cy="198637"/>
          </a:xfrm>
        </p:grpSpPr>
        <p:grpSp>
          <p:nvGrpSpPr>
            <p:cNvPr id="259" name="그룹 258">
              <a:extLst>
                <a:ext uri="{FF2B5EF4-FFF2-40B4-BE49-F238E27FC236}">
                  <a16:creationId xmlns:a16="http://schemas.microsoft.com/office/drawing/2014/main" id="{93A8D3D0-D222-4181-B18E-56DE3676EC64}"/>
                </a:ext>
              </a:extLst>
            </p:cNvPr>
            <p:cNvGrpSpPr/>
            <p:nvPr/>
          </p:nvGrpSpPr>
          <p:grpSpPr>
            <a:xfrm>
              <a:off x="5744386" y="3810921"/>
              <a:ext cx="1057273" cy="198637"/>
              <a:chOff x="5744386" y="3810921"/>
              <a:chExt cx="1057273" cy="198637"/>
            </a:xfrm>
          </p:grpSpPr>
          <p:grpSp>
            <p:nvGrpSpPr>
              <p:cNvPr id="261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&lt;/Code&gt;&lt;CodeSignature&gt;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&lt;/CodeSignature&gt;&lt;/SmartOptions&gt;&lt;SmartResize enabled=&quot;True&quot; minWidth=&quot;10&quot; minHeight=&quot;10&quot; /&gt;&lt;/SmartSettings&gt;">
                <a:extLst>
                  <a:ext uri="{FF2B5EF4-FFF2-40B4-BE49-F238E27FC236}">
                    <a16:creationId xmlns:a16="http://schemas.microsoft.com/office/drawing/2014/main" id="{17F627EF-3D64-44DD-8962-7701D7CA03F7}"/>
                  </a:ext>
                </a:extLst>
              </p:cNvPr>
              <p:cNvGrpSpPr/>
              <p:nvPr>
                <p:custDataLst>
                  <p:tags r:id="rId43"/>
                </p:custDataLst>
              </p:nvPr>
            </p:nvGrpSpPr>
            <p:grpSpPr>
              <a:xfrm>
                <a:off x="5744386" y="3810921"/>
                <a:ext cx="350013" cy="196977"/>
                <a:chOff x="593892" y="1592858"/>
                <a:chExt cx="350013" cy="196977"/>
              </a:xfrm>
            </p:grpSpPr>
            <p:sp>
              <p:nvSpPr>
                <p:cNvPr id="266" name="Circle" descr="&lt;SmartSettings&gt;&lt;SmartResize anchorLeft=&quot;Absolute&quot; anchorTop=&quot;None&quot; anchorRight=&quot;None&quot; anchorBottom=&quot;None&quot; /&gt;&lt;/SmartSettings&gt;">
                  <a:extLst>
                    <a:ext uri="{FF2B5EF4-FFF2-40B4-BE49-F238E27FC236}">
                      <a16:creationId xmlns:a16="http://schemas.microsoft.com/office/drawing/2014/main" id="{901F5DE3-CDFD-4075-BFF5-92D0E555DF56}"/>
                    </a:ext>
                  </a:extLst>
                </p:cNvPr>
                <p:cNvSpPr/>
                <p:nvPr>
                  <p:custDataLst>
                    <p:tags r:id="rId48"/>
                  </p:custDataLst>
                </p:nvPr>
              </p:nvSpPr>
              <p:spPr>
                <a:xfrm>
                  <a:off x="593892" y="1624671"/>
                  <a:ext cx="133350" cy="133350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800" dirty="0">
                    <a:solidFill>
                      <a:srgbClr val="5F5F5F"/>
                    </a:solidFill>
                    <a:latin typeface="+mn-ea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267" name="Label" descr="&lt;SmartSettings&gt;&lt;SmartResize anchorLeft=&quot;Absolute&quot; anchorTop=&quot;Absolute&quot; anchorRight=&quot;Absolute&quot; anchorBottom=&quot;Absolute&quot; /&gt;&lt;/SmartSettings&gt;">
                  <a:extLst>
                    <a:ext uri="{FF2B5EF4-FFF2-40B4-BE49-F238E27FC236}">
                      <a16:creationId xmlns:a16="http://schemas.microsoft.com/office/drawing/2014/main" id="{8C6EBC62-D76D-4EB9-ACE9-3A3F93A9F1D9}"/>
                    </a:ext>
                  </a:extLst>
                </p:cNvPr>
                <p:cNvSpPr txBox="1"/>
                <p:nvPr>
                  <p:custDataLst>
                    <p:tags r:id="rId49"/>
                  </p:custDataLst>
                </p:nvPr>
              </p:nvSpPr>
              <p:spPr>
                <a:xfrm>
                  <a:off x="727243" y="1592858"/>
                  <a:ext cx="216662" cy="196977"/>
                </a:xfrm>
                <a:prstGeom prst="rect">
                  <a:avLst/>
                </a:prstGeom>
                <a:noFill/>
              </p:spPr>
              <p:txBody>
                <a:bodyPr wrap="none" lIns="73152" tIns="36576" rIns="73152" bIns="36576" rtlCol="0" anchor="ctr" anchorCtr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sz="800" dirty="0">
                      <a:solidFill>
                        <a:srgbClr val="5F5F5F"/>
                      </a:solidFill>
                      <a:latin typeface="+mn-ea"/>
                      <a:cs typeface="Segoe UI" panose="020B0502040204020203" pitchFamily="34" charset="0"/>
                    </a:rPr>
                    <a:t>Y</a:t>
                  </a:r>
                </a:p>
              </p:txBody>
            </p:sp>
          </p:grpSp>
          <p:grpSp>
            <p:nvGrpSpPr>
              <p:cNvPr id="262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&lt;/Code&gt;&lt;CodeSignature&gt;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&lt;/CodeSignature&gt;&lt;/SmartOptions&gt;&lt;SmartResize enabled=&quot;True&quot; minWidth=&quot;10&quot; minHeight=&quot;10&quot; /&gt;&lt;/SmartSettings&gt;">
                <a:extLst>
                  <a:ext uri="{FF2B5EF4-FFF2-40B4-BE49-F238E27FC236}">
                    <a16:creationId xmlns:a16="http://schemas.microsoft.com/office/drawing/2014/main" id="{8E586D65-D253-4D2E-8D24-711AC390FE3A}"/>
                  </a:ext>
                </a:extLst>
              </p:cNvPr>
              <p:cNvGrpSpPr/>
              <p:nvPr>
                <p:custDataLst>
                  <p:tags r:id="rId44"/>
                </p:custDataLst>
              </p:nvPr>
            </p:nvGrpSpPr>
            <p:grpSpPr>
              <a:xfrm>
                <a:off x="6446837" y="3812581"/>
                <a:ext cx="354822" cy="196977"/>
                <a:chOff x="593892" y="1592858"/>
                <a:chExt cx="354822" cy="196977"/>
              </a:xfrm>
            </p:grpSpPr>
            <p:sp>
              <p:nvSpPr>
                <p:cNvPr id="263" name="Circle" descr="&lt;SmartSettings&gt;&lt;SmartResize anchorLeft=&quot;Absolute&quot; anchorTop=&quot;None&quot; anchorRight=&quot;None&quot; anchorBottom=&quot;None&quot; /&gt;&lt;/SmartSettings&gt;">
                  <a:extLst>
                    <a:ext uri="{FF2B5EF4-FFF2-40B4-BE49-F238E27FC236}">
                      <a16:creationId xmlns:a16="http://schemas.microsoft.com/office/drawing/2014/main" id="{3123B57F-E6E3-4940-ACE5-5EAF1DB61577}"/>
                    </a:ext>
                  </a:extLst>
                </p:cNvPr>
                <p:cNvSpPr/>
                <p:nvPr>
                  <p:custDataLst>
                    <p:tags r:id="rId45"/>
                  </p:custDataLst>
                </p:nvPr>
              </p:nvSpPr>
              <p:spPr>
                <a:xfrm>
                  <a:off x="593892" y="1624671"/>
                  <a:ext cx="133350" cy="133350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800" dirty="0">
                    <a:solidFill>
                      <a:srgbClr val="5F5F5F"/>
                    </a:solidFill>
                    <a:latin typeface="+mn-ea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264" name="Check" descr="&lt;SmartSettings&gt;&lt;SmartResize anchorLeft=&quot;Absolute&quot; anchorTop=&quot;None&quot; anchorRight=&quot;None&quot; anchorBottom=&quot;None&quot; /&gt;&lt;/SmartSettings&gt;" hidden="1">
                  <a:extLst>
                    <a:ext uri="{FF2B5EF4-FFF2-40B4-BE49-F238E27FC236}">
                      <a16:creationId xmlns:a16="http://schemas.microsoft.com/office/drawing/2014/main" id="{6EE15235-1D27-42AB-A906-B7352F083146}"/>
                    </a:ext>
                  </a:extLst>
                </p:cNvPr>
                <p:cNvSpPr/>
                <p:nvPr>
                  <p:custDataLst>
                    <p:tags r:id="rId46"/>
                  </p:custDataLst>
                </p:nvPr>
              </p:nvSpPr>
              <p:spPr>
                <a:xfrm>
                  <a:off x="631198" y="1661977"/>
                  <a:ext cx="58738" cy="58738"/>
                </a:xfrm>
                <a:prstGeom prst="ellipse">
                  <a:avLst/>
                </a:prstGeom>
                <a:solidFill>
                  <a:srgbClr val="808080"/>
                </a:solidFill>
                <a:ln w="6350">
                  <a:solidFill>
                    <a:srgbClr val="80808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800" dirty="0">
                    <a:solidFill>
                      <a:srgbClr val="5F5F5F"/>
                    </a:solidFill>
                    <a:latin typeface="+mn-ea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265" name="Label" descr="&lt;SmartSettings&gt;&lt;SmartResize anchorLeft=&quot;Absolute&quot; anchorTop=&quot;Absolute&quot; anchorRight=&quot;Absolute&quot; anchorBottom=&quot;Absolute&quot; /&gt;&lt;/SmartSettings&gt;">
                  <a:extLst>
                    <a:ext uri="{FF2B5EF4-FFF2-40B4-BE49-F238E27FC236}">
                      <a16:creationId xmlns:a16="http://schemas.microsoft.com/office/drawing/2014/main" id="{1FF1B952-F5A5-466F-A392-E38F6EAAE020}"/>
                    </a:ext>
                  </a:extLst>
                </p:cNvPr>
                <p:cNvSpPr txBox="1"/>
                <p:nvPr>
                  <p:custDataLst>
                    <p:tags r:id="rId47"/>
                  </p:custDataLst>
                </p:nvPr>
              </p:nvSpPr>
              <p:spPr>
                <a:xfrm>
                  <a:off x="727243" y="1592858"/>
                  <a:ext cx="221471" cy="196977"/>
                </a:xfrm>
                <a:prstGeom prst="rect">
                  <a:avLst/>
                </a:prstGeom>
                <a:noFill/>
              </p:spPr>
              <p:txBody>
                <a:bodyPr wrap="none" lIns="73152" tIns="36576" rIns="73152" bIns="36576" rtlCol="0" anchor="ctr" anchorCtr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sz="800" dirty="0">
                      <a:solidFill>
                        <a:srgbClr val="5F5F5F"/>
                      </a:solidFill>
                      <a:latin typeface="+mn-ea"/>
                      <a:cs typeface="Segoe UI" panose="020B0502040204020203" pitchFamily="34" charset="0"/>
                    </a:rPr>
                    <a:t>N</a:t>
                  </a:r>
                </a:p>
              </p:txBody>
            </p:sp>
          </p:grpSp>
        </p:grpSp>
        <p:sp>
          <p:nvSpPr>
            <p:cNvPr id="260" name="Check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52528501-2BD3-4425-AF1F-21178E7A954D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>
            <a:xfrm>
              <a:off x="6484143" y="3876604"/>
              <a:ext cx="58738" cy="58738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268" name="그룹 267">
            <a:extLst>
              <a:ext uri="{FF2B5EF4-FFF2-40B4-BE49-F238E27FC236}">
                <a16:creationId xmlns:a16="http://schemas.microsoft.com/office/drawing/2014/main" id="{9DB1D83D-710F-4512-BB6F-3877BE696ED3}"/>
              </a:ext>
            </a:extLst>
          </p:cNvPr>
          <p:cNvGrpSpPr/>
          <p:nvPr/>
        </p:nvGrpSpPr>
        <p:grpSpPr>
          <a:xfrm>
            <a:off x="6134992" y="5043310"/>
            <a:ext cx="1057273" cy="198637"/>
            <a:chOff x="5744386" y="3810921"/>
            <a:chExt cx="1057273" cy="198637"/>
          </a:xfrm>
        </p:grpSpPr>
        <p:grpSp>
          <p:nvGrpSpPr>
            <p:cNvPr id="269" name="그룹 268">
              <a:extLst>
                <a:ext uri="{FF2B5EF4-FFF2-40B4-BE49-F238E27FC236}">
                  <a16:creationId xmlns:a16="http://schemas.microsoft.com/office/drawing/2014/main" id="{4F8D2327-5809-4097-B5A4-E4C4B16CBDA7}"/>
                </a:ext>
              </a:extLst>
            </p:cNvPr>
            <p:cNvGrpSpPr/>
            <p:nvPr/>
          </p:nvGrpSpPr>
          <p:grpSpPr>
            <a:xfrm>
              <a:off x="5744386" y="3810921"/>
              <a:ext cx="1057273" cy="198637"/>
              <a:chOff x="5744386" y="3810921"/>
              <a:chExt cx="1057273" cy="198637"/>
            </a:xfrm>
          </p:grpSpPr>
          <p:grpSp>
            <p:nvGrpSpPr>
              <p:cNvPr id="271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&lt;/Code&gt;&lt;CodeSignature&gt;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&lt;/CodeSignature&gt;&lt;/SmartOptions&gt;&lt;SmartResize enabled=&quot;True&quot; minWidth=&quot;10&quot; minHeight=&quot;10&quot; /&gt;&lt;/SmartSettings&gt;">
                <a:extLst>
                  <a:ext uri="{FF2B5EF4-FFF2-40B4-BE49-F238E27FC236}">
                    <a16:creationId xmlns:a16="http://schemas.microsoft.com/office/drawing/2014/main" id="{3070E7FE-217D-4E0F-8DC0-03F22DE33D79}"/>
                  </a:ext>
                </a:extLst>
              </p:cNvPr>
              <p:cNvGrpSpPr/>
              <p:nvPr>
                <p:custDataLst>
                  <p:tags r:id="rId35"/>
                </p:custDataLst>
              </p:nvPr>
            </p:nvGrpSpPr>
            <p:grpSpPr>
              <a:xfrm>
                <a:off x="5744386" y="3810921"/>
                <a:ext cx="350013" cy="196977"/>
                <a:chOff x="593892" y="1592858"/>
                <a:chExt cx="350013" cy="196977"/>
              </a:xfrm>
            </p:grpSpPr>
            <p:sp>
              <p:nvSpPr>
                <p:cNvPr id="276" name="Circle" descr="&lt;SmartSettings&gt;&lt;SmartResize anchorLeft=&quot;Absolute&quot; anchorTop=&quot;None&quot; anchorRight=&quot;None&quot; anchorBottom=&quot;None&quot; /&gt;&lt;/SmartSettings&gt;">
                  <a:extLst>
                    <a:ext uri="{FF2B5EF4-FFF2-40B4-BE49-F238E27FC236}">
                      <a16:creationId xmlns:a16="http://schemas.microsoft.com/office/drawing/2014/main" id="{3676729F-3C6A-4F9D-91C9-8B5DB230D382}"/>
                    </a:ext>
                  </a:extLst>
                </p:cNvPr>
                <p:cNvSpPr/>
                <p:nvPr>
                  <p:custDataLst>
                    <p:tags r:id="rId40"/>
                  </p:custDataLst>
                </p:nvPr>
              </p:nvSpPr>
              <p:spPr>
                <a:xfrm>
                  <a:off x="593892" y="1624671"/>
                  <a:ext cx="133350" cy="133350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800" dirty="0">
                    <a:solidFill>
                      <a:srgbClr val="5F5F5F"/>
                    </a:solidFill>
                    <a:latin typeface="+mn-ea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277" name="Label" descr="&lt;SmartSettings&gt;&lt;SmartResize anchorLeft=&quot;Absolute&quot; anchorTop=&quot;Absolute&quot; anchorRight=&quot;Absolute&quot; anchorBottom=&quot;Absolute&quot; /&gt;&lt;/SmartSettings&gt;">
                  <a:extLst>
                    <a:ext uri="{FF2B5EF4-FFF2-40B4-BE49-F238E27FC236}">
                      <a16:creationId xmlns:a16="http://schemas.microsoft.com/office/drawing/2014/main" id="{C3B5B926-B4CD-4252-AC1A-56641969D15B}"/>
                    </a:ext>
                  </a:extLst>
                </p:cNvPr>
                <p:cNvSpPr txBox="1"/>
                <p:nvPr>
                  <p:custDataLst>
                    <p:tags r:id="rId41"/>
                  </p:custDataLst>
                </p:nvPr>
              </p:nvSpPr>
              <p:spPr>
                <a:xfrm>
                  <a:off x="727243" y="1592858"/>
                  <a:ext cx="216662" cy="196977"/>
                </a:xfrm>
                <a:prstGeom prst="rect">
                  <a:avLst/>
                </a:prstGeom>
                <a:noFill/>
              </p:spPr>
              <p:txBody>
                <a:bodyPr wrap="none" lIns="73152" tIns="36576" rIns="73152" bIns="36576" rtlCol="0" anchor="ctr" anchorCtr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sz="800" dirty="0">
                      <a:solidFill>
                        <a:srgbClr val="5F5F5F"/>
                      </a:solidFill>
                      <a:latin typeface="+mn-ea"/>
                      <a:cs typeface="Segoe UI" panose="020B0502040204020203" pitchFamily="34" charset="0"/>
                    </a:rPr>
                    <a:t>Y</a:t>
                  </a:r>
                </a:p>
              </p:txBody>
            </p:sp>
          </p:grpSp>
          <p:grpSp>
            <p:nvGrpSpPr>
              <p:cNvPr id="272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&lt;/Code&gt;&lt;CodeSignature&gt;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&lt;/CodeSignature&gt;&lt;/SmartOptions&gt;&lt;SmartResize enabled=&quot;True&quot; minWidth=&quot;10&quot; minHeight=&quot;10&quot; /&gt;&lt;/SmartSettings&gt;">
                <a:extLst>
                  <a:ext uri="{FF2B5EF4-FFF2-40B4-BE49-F238E27FC236}">
                    <a16:creationId xmlns:a16="http://schemas.microsoft.com/office/drawing/2014/main" id="{F09661C4-3CB3-4477-A5CC-47A90D54E16C}"/>
                  </a:ext>
                </a:extLst>
              </p:cNvPr>
              <p:cNvGrpSpPr/>
              <p:nvPr>
                <p:custDataLst>
                  <p:tags r:id="rId36"/>
                </p:custDataLst>
              </p:nvPr>
            </p:nvGrpSpPr>
            <p:grpSpPr>
              <a:xfrm>
                <a:off x="6446837" y="3812581"/>
                <a:ext cx="354822" cy="196977"/>
                <a:chOff x="593892" y="1592858"/>
                <a:chExt cx="354822" cy="196977"/>
              </a:xfrm>
            </p:grpSpPr>
            <p:sp>
              <p:nvSpPr>
                <p:cNvPr id="273" name="Circle" descr="&lt;SmartSettings&gt;&lt;SmartResize anchorLeft=&quot;Absolute&quot; anchorTop=&quot;None&quot; anchorRight=&quot;None&quot; anchorBottom=&quot;None&quot; /&gt;&lt;/SmartSettings&gt;">
                  <a:extLst>
                    <a:ext uri="{FF2B5EF4-FFF2-40B4-BE49-F238E27FC236}">
                      <a16:creationId xmlns:a16="http://schemas.microsoft.com/office/drawing/2014/main" id="{472D0924-9CBB-4585-8914-08CF96CCB0B0}"/>
                    </a:ext>
                  </a:extLst>
                </p:cNvPr>
                <p:cNvSpPr/>
                <p:nvPr>
                  <p:custDataLst>
                    <p:tags r:id="rId37"/>
                  </p:custDataLst>
                </p:nvPr>
              </p:nvSpPr>
              <p:spPr>
                <a:xfrm>
                  <a:off x="593892" y="1624671"/>
                  <a:ext cx="133350" cy="133350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800" dirty="0">
                    <a:solidFill>
                      <a:srgbClr val="5F5F5F"/>
                    </a:solidFill>
                    <a:latin typeface="+mn-ea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274" name="Check" descr="&lt;SmartSettings&gt;&lt;SmartResize anchorLeft=&quot;Absolute&quot; anchorTop=&quot;None&quot; anchorRight=&quot;None&quot; anchorBottom=&quot;None&quot; /&gt;&lt;/SmartSettings&gt;" hidden="1">
                  <a:extLst>
                    <a:ext uri="{FF2B5EF4-FFF2-40B4-BE49-F238E27FC236}">
                      <a16:creationId xmlns:a16="http://schemas.microsoft.com/office/drawing/2014/main" id="{AEBF90AA-0B75-48B9-A394-5B482F46F8B7}"/>
                    </a:ext>
                  </a:extLst>
                </p:cNvPr>
                <p:cNvSpPr/>
                <p:nvPr>
                  <p:custDataLst>
                    <p:tags r:id="rId38"/>
                  </p:custDataLst>
                </p:nvPr>
              </p:nvSpPr>
              <p:spPr>
                <a:xfrm>
                  <a:off x="631198" y="1661977"/>
                  <a:ext cx="58738" cy="58738"/>
                </a:xfrm>
                <a:prstGeom prst="ellipse">
                  <a:avLst/>
                </a:prstGeom>
                <a:solidFill>
                  <a:srgbClr val="808080"/>
                </a:solidFill>
                <a:ln w="6350">
                  <a:solidFill>
                    <a:srgbClr val="80808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800" dirty="0">
                    <a:solidFill>
                      <a:srgbClr val="5F5F5F"/>
                    </a:solidFill>
                    <a:latin typeface="+mn-ea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275" name="Label" descr="&lt;SmartSettings&gt;&lt;SmartResize anchorLeft=&quot;Absolute&quot; anchorTop=&quot;Absolute&quot; anchorRight=&quot;Absolute&quot; anchorBottom=&quot;Absolute&quot; /&gt;&lt;/SmartSettings&gt;">
                  <a:extLst>
                    <a:ext uri="{FF2B5EF4-FFF2-40B4-BE49-F238E27FC236}">
                      <a16:creationId xmlns:a16="http://schemas.microsoft.com/office/drawing/2014/main" id="{A22A38DF-8DFC-42FC-AFCE-318FAFF3FAEF}"/>
                    </a:ext>
                  </a:extLst>
                </p:cNvPr>
                <p:cNvSpPr txBox="1"/>
                <p:nvPr>
                  <p:custDataLst>
                    <p:tags r:id="rId39"/>
                  </p:custDataLst>
                </p:nvPr>
              </p:nvSpPr>
              <p:spPr>
                <a:xfrm>
                  <a:off x="727243" y="1592858"/>
                  <a:ext cx="221471" cy="196977"/>
                </a:xfrm>
                <a:prstGeom prst="rect">
                  <a:avLst/>
                </a:prstGeom>
                <a:noFill/>
              </p:spPr>
              <p:txBody>
                <a:bodyPr wrap="none" lIns="73152" tIns="36576" rIns="73152" bIns="36576" rtlCol="0" anchor="ctr" anchorCtr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sz="800" dirty="0">
                      <a:solidFill>
                        <a:srgbClr val="5F5F5F"/>
                      </a:solidFill>
                      <a:latin typeface="+mn-ea"/>
                      <a:cs typeface="Segoe UI" panose="020B0502040204020203" pitchFamily="34" charset="0"/>
                    </a:rPr>
                    <a:t>N</a:t>
                  </a:r>
                </a:p>
              </p:txBody>
            </p:sp>
          </p:grpSp>
        </p:grpSp>
        <p:sp>
          <p:nvSpPr>
            <p:cNvPr id="270" name="Check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6E8F651D-02F2-4333-8CF4-44D27EC094EB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>
            <a:xfrm>
              <a:off x="6484143" y="3876604"/>
              <a:ext cx="58738" cy="58738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278" name="그룹 277">
            <a:extLst>
              <a:ext uri="{FF2B5EF4-FFF2-40B4-BE49-F238E27FC236}">
                <a16:creationId xmlns:a16="http://schemas.microsoft.com/office/drawing/2014/main" id="{A238FF7F-6AA3-459F-B45B-FEC0B24E8E25}"/>
              </a:ext>
            </a:extLst>
          </p:cNvPr>
          <p:cNvGrpSpPr/>
          <p:nvPr/>
        </p:nvGrpSpPr>
        <p:grpSpPr>
          <a:xfrm>
            <a:off x="6134992" y="5413323"/>
            <a:ext cx="1057273" cy="198637"/>
            <a:chOff x="5744386" y="3810921"/>
            <a:chExt cx="1057273" cy="198637"/>
          </a:xfrm>
        </p:grpSpPr>
        <p:grpSp>
          <p:nvGrpSpPr>
            <p:cNvPr id="279" name="그룹 278">
              <a:extLst>
                <a:ext uri="{FF2B5EF4-FFF2-40B4-BE49-F238E27FC236}">
                  <a16:creationId xmlns:a16="http://schemas.microsoft.com/office/drawing/2014/main" id="{94DA23F7-186D-462A-BC0C-7E4A3BDD50C2}"/>
                </a:ext>
              </a:extLst>
            </p:cNvPr>
            <p:cNvGrpSpPr/>
            <p:nvPr/>
          </p:nvGrpSpPr>
          <p:grpSpPr>
            <a:xfrm>
              <a:off x="5744386" y="3810921"/>
              <a:ext cx="1057273" cy="198637"/>
              <a:chOff x="5744386" y="3810921"/>
              <a:chExt cx="1057273" cy="198637"/>
            </a:xfrm>
          </p:grpSpPr>
          <p:grpSp>
            <p:nvGrpSpPr>
              <p:cNvPr id="281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&lt;/Code&gt;&lt;CodeSignature&gt;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&lt;/CodeSignature&gt;&lt;/SmartOptions&gt;&lt;SmartResize enabled=&quot;True&quot; minWidth=&quot;10&quot; minHeight=&quot;10&quot; /&gt;&lt;/SmartSettings&gt;">
                <a:extLst>
                  <a:ext uri="{FF2B5EF4-FFF2-40B4-BE49-F238E27FC236}">
                    <a16:creationId xmlns:a16="http://schemas.microsoft.com/office/drawing/2014/main" id="{8A1C280B-89E6-47DF-BF4A-72F0D68137F1}"/>
                  </a:ext>
                </a:extLst>
              </p:cNvPr>
              <p:cNvGrpSpPr/>
              <p:nvPr>
                <p:custDataLst>
                  <p:tags r:id="rId27"/>
                </p:custDataLst>
              </p:nvPr>
            </p:nvGrpSpPr>
            <p:grpSpPr>
              <a:xfrm>
                <a:off x="5744386" y="3810921"/>
                <a:ext cx="350013" cy="196977"/>
                <a:chOff x="593892" y="1592858"/>
                <a:chExt cx="350013" cy="196977"/>
              </a:xfrm>
            </p:grpSpPr>
            <p:sp>
              <p:nvSpPr>
                <p:cNvPr id="286" name="Circle" descr="&lt;SmartSettings&gt;&lt;SmartResize anchorLeft=&quot;Absolute&quot; anchorTop=&quot;None&quot; anchorRight=&quot;None&quot; anchorBottom=&quot;None&quot; /&gt;&lt;/SmartSettings&gt;">
                  <a:extLst>
                    <a:ext uri="{FF2B5EF4-FFF2-40B4-BE49-F238E27FC236}">
                      <a16:creationId xmlns:a16="http://schemas.microsoft.com/office/drawing/2014/main" id="{D344F00A-A95F-4D38-852D-C9A68FED2106}"/>
                    </a:ext>
                  </a:extLst>
                </p:cNvPr>
                <p:cNvSpPr/>
                <p:nvPr>
                  <p:custDataLst>
                    <p:tags r:id="rId32"/>
                  </p:custDataLst>
                </p:nvPr>
              </p:nvSpPr>
              <p:spPr>
                <a:xfrm>
                  <a:off x="593892" y="1624671"/>
                  <a:ext cx="133350" cy="133350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800" dirty="0">
                    <a:solidFill>
                      <a:srgbClr val="5F5F5F"/>
                    </a:solidFill>
                    <a:latin typeface="+mn-ea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287" name="Label" descr="&lt;SmartSettings&gt;&lt;SmartResize anchorLeft=&quot;Absolute&quot; anchorTop=&quot;Absolute&quot; anchorRight=&quot;Absolute&quot; anchorBottom=&quot;Absolute&quot; /&gt;&lt;/SmartSettings&gt;">
                  <a:extLst>
                    <a:ext uri="{FF2B5EF4-FFF2-40B4-BE49-F238E27FC236}">
                      <a16:creationId xmlns:a16="http://schemas.microsoft.com/office/drawing/2014/main" id="{5733D459-EC00-46B8-8356-718CC188561D}"/>
                    </a:ext>
                  </a:extLst>
                </p:cNvPr>
                <p:cNvSpPr txBox="1"/>
                <p:nvPr>
                  <p:custDataLst>
                    <p:tags r:id="rId33"/>
                  </p:custDataLst>
                </p:nvPr>
              </p:nvSpPr>
              <p:spPr>
                <a:xfrm>
                  <a:off x="727243" y="1592858"/>
                  <a:ext cx="216662" cy="196977"/>
                </a:xfrm>
                <a:prstGeom prst="rect">
                  <a:avLst/>
                </a:prstGeom>
                <a:noFill/>
              </p:spPr>
              <p:txBody>
                <a:bodyPr wrap="none" lIns="73152" tIns="36576" rIns="73152" bIns="36576" rtlCol="0" anchor="ctr" anchorCtr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sz="800" dirty="0">
                      <a:solidFill>
                        <a:srgbClr val="5F5F5F"/>
                      </a:solidFill>
                      <a:latin typeface="+mn-ea"/>
                      <a:cs typeface="Segoe UI" panose="020B0502040204020203" pitchFamily="34" charset="0"/>
                    </a:rPr>
                    <a:t>Y</a:t>
                  </a:r>
                </a:p>
              </p:txBody>
            </p:sp>
          </p:grpSp>
          <p:grpSp>
            <p:nvGrpSpPr>
              <p:cNvPr id="282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&lt;/Code&gt;&lt;CodeSignature&gt;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&lt;/CodeSignature&gt;&lt;/SmartOptions&gt;&lt;SmartResize enabled=&quot;True&quot; minWidth=&quot;10&quot; minHeight=&quot;10&quot; /&gt;&lt;/SmartSettings&gt;">
                <a:extLst>
                  <a:ext uri="{FF2B5EF4-FFF2-40B4-BE49-F238E27FC236}">
                    <a16:creationId xmlns:a16="http://schemas.microsoft.com/office/drawing/2014/main" id="{EC463733-2C55-47B8-B5F5-C818C54A30AB}"/>
                  </a:ext>
                </a:extLst>
              </p:cNvPr>
              <p:cNvGrpSpPr/>
              <p:nvPr>
                <p:custDataLst>
                  <p:tags r:id="rId28"/>
                </p:custDataLst>
              </p:nvPr>
            </p:nvGrpSpPr>
            <p:grpSpPr>
              <a:xfrm>
                <a:off x="6446837" y="3812581"/>
                <a:ext cx="354822" cy="196977"/>
                <a:chOff x="593892" y="1592858"/>
                <a:chExt cx="354822" cy="196977"/>
              </a:xfrm>
            </p:grpSpPr>
            <p:sp>
              <p:nvSpPr>
                <p:cNvPr id="283" name="Circle" descr="&lt;SmartSettings&gt;&lt;SmartResize anchorLeft=&quot;Absolute&quot; anchorTop=&quot;None&quot; anchorRight=&quot;None&quot; anchorBottom=&quot;None&quot; /&gt;&lt;/SmartSettings&gt;">
                  <a:extLst>
                    <a:ext uri="{FF2B5EF4-FFF2-40B4-BE49-F238E27FC236}">
                      <a16:creationId xmlns:a16="http://schemas.microsoft.com/office/drawing/2014/main" id="{B6C6F9B4-5CD6-42C2-A4FC-DED5AB5385D8}"/>
                    </a:ext>
                  </a:extLst>
                </p:cNvPr>
                <p:cNvSpPr/>
                <p:nvPr>
                  <p:custDataLst>
                    <p:tags r:id="rId29"/>
                  </p:custDataLst>
                </p:nvPr>
              </p:nvSpPr>
              <p:spPr>
                <a:xfrm>
                  <a:off x="593892" y="1624671"/>
                  <a:ext cx="133350" cy="133350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800" dirty="0">
                    <a:solidFill>
                      <a:srgbClr val="5F5F5F"/>
                    </a:solidFill>
                    <a:latin typeface="+mn-ea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284" name="Check" descr="&lt;SmartSettings&gt;&lt;SmartResize anchorLeft=&quot;Absolute&quot; anchorTop=&quot;None&quot; anchorRight=&quot;None&quot; anchorBottom=&quot;None&quot; /&gt;&lt;/SmartSettings&gt;" hidden="1">
                  <a:extLst>
                    <a:ext uri="{FF2B5EF4-FFF2-40B4-BE49-F238E27FC236}">
                      <a16:creationId xmlns:a16="http://schemas.microsoft.com/office/drawing/2014/main" id="{FFF25C13-CCA6-458D-A973-493D393877F7}"/>
                    </a:ext>
                  </a:extLst>
                </p:cNvPr>
                <p:cNvSpPr/>
                <p:nvPr>
                  <p:custDataLst>
                    <p:tags r:id="rId30"/>
                  </p:custDataLst>
                </p:nvPr>
              </p:nvSpPr>
              <p:spPr>
                <a:xfrm>
                  <a:off x="631198" y="1661977"/>
                  <a:ext cx="58738" cy="58738"/>
                </a:xfrm>
                <a:prstGeom prst="ellipse">
                  <a:avLst/>
                </a:prstGeom>
                <a:solidFill>
                  <a:srgbClr val="808080"/>
                </a:solidFill>
                <a:ln w="6350">
                  <a:solidFill>
                    <a:srgbClr val="80808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800" dirty="0">
                    <a:solidFill>
                      <a:srgbClr val="5F5F5F"/>
                    </a:solidFill>
                    <a:latin typeface="+mn-ea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285" name="Label" descr="&lt;SmartSettings&gt;&lt;SmartResize anchorLeft=&quot;Absolute&quot; anchorTop=&quot;Absolute&quot; anchorRight=&quot;Absolute&quot; anchorBottom=&quot;Absolute&quot; /&gt;&lt;/SmartSettings&gt;">
                  <a:extLst>
                    <a:ext uri="{FF2B5EF4-FFF2-40B4-BE49-F238E27FC236}">
                      <a16:creationId xmlns:a16="http://schemas.microsoft.com/office/drawing/2014/main" id="{DE05761F-F450-4227-B395-C1E9CFEB03E2}"/>
                    </a:ext>
                  </a:extLst>
                </p:cNvPr>
                <p:cNvSpPr txBox="1"/>
                <p:nvPr>
                  <p:custDataLst>
                    <p:tags r:id="rId31"/>
                  </p:custDataLst>
                </p:nvPr>
              </p:nvSpPr>
              <p:spPr>
                <a:xfrm>
                  <a:off x="727243" y="1592858"/>
                  <a:ext cx="221471" cy="196977"/>
                </a:xfrm>
                <a:prstGeom prst="rect">
                  <a:avLst/>
                </a:prstGeom>
                <a:noFill/>
              </p:spPr>
              <p:txBody>
                <a:bodyPr wrap="none" lIns="73152" tIns="36576" rIns="73152" bIns="36576" rtlCol="0" anchor="ctr" anchorCtr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sz="800" dirty="0">
                      <a:solidFill>
                        <a:srgbClr val="5F5F5F"/>
                      </a:solidFill>
                      <a:latin typeface="+mn-ea"/>
                      <a:cs typeface="Segoe UI" panose="020B0502040204020203" pitchFamily="34" charset="0"/>
                    </a:rPr>
                    <a:t>N</a:t>
                  </a:r>
                </a:p>
              </p:txBody>
            </p:sp>
          </p:grpSp>
        </p:grpSp>
        <p:sp>
          <p:nvSpPr>
            <p:cNvPr id="280" name="Check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8B4E0E3B-5A9F-4550-9E0C-10121D43EE4E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6484143" y="3876604"/>
              <a:ext cx="58738" cy="58738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288" name="그룹 287">
            <a:extLst>
              <a:ext uri="{FF2B5EF4-FFF2-40B4-BE49-F238E27FC236}">
                <a16:creationId xmlns:a16="http://schemas.microsoft.com/office/drawing/2014/main" id="{B7BF68F0-93B5-4580-88A9-0D9AB06316A0}"/>
              </a:ext>
            </a:extLst>
          </p:cNvPr>
          <p:cNvGrpSpPr/>
          <p:nvPr/>
        </p:nvGrpSpPr>
        <p:grpSpPr>
          <a:xfrm>
            <a:off x="6134992" y="5742559"/>
            <a:ext cx="1057273" cy="198637"/>
            <a:chOff x="5744386" y="3810921"/>
            <a:chExt cx="1057273" cy="198637"/>
          </a:xfrm>
        </p:grpSpPr>
        <p:grpSp>
          <p:nvGrpSpPr>
            <p:cNvPr id="289" name="그룹 288">
              <a:extLst>
                <a:ext uri="{FF2B5EF4-FFF2-40B4-BE49-F238E27FC236}">
                  <a16:creationId xmlns:a16="http://schemas.microsoft.com/office/drawing/2014/main" id="{90BB4357-A5D1-48E1-96F5-46C3B7748E26}"/>
                </a:ext>
              </a:extLst>
            </p:cNvPr>
            <p:cNvGrpSpPr/>
            <p:nvPr/>
          </p:nvGrpSpPr>
          <p:grpSpPr>
            <a:xfrm>
              <a:off x="5744386" y="3810921"/>
              <a:ext cx="1057273" cy="198637"/>
              <a:chOff x="5744386" y="3810921"/>
              <a:chExt cx="1057273" cy="198637"/>
            </a:xfrm>
          </p:grpSpPr>
          <p:grpSp>
            <p:nvGrpSpPr>
              <p:cNvPr id="291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&lt;/Code&gt;&lt;CodeSignature&gt;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&lt;/CodeSignature&gt;&lt;/SmartOptions&gt;&lt;SmartResize enabled=&quot;True&quot; minWidth=&quot;10&quot; minHeight=&quot;10&quot; /&gt;&lt;/SmartSettings&gt;">
                <a:extLst>
                  <a:ext uri="{FF2B5EF4-FFF2-40B4-BE49-F238E27FC236}">
                    <a16:creationId xmlns:a16="http://schemas.microsoft.com/office/drawing/2014/main" id="{8709DB01-3BE5-4812-9078-A71D2C4C18FC}"/>
                  </a:ext>
                </a:extLst>
              </p:cNvPr>
              <p:cNvGrpSpPr/>
              <p:nvPr>
                <p:custDataLst>
                  <p:tags r:id="rId19"/>
                </p:custDataLst>
              </p:nvPr>
            </p:nvGrpSpPr>
            <p:grpSpPr>
              <a:xfrm>
                <a:off x="5744386" y="3810921"/>
                <a:ext cx="350013" cy="196977"/>
                <a:chOff x="593892" y="1592858"/>
                <a:chExt cx="350013" cy="196977"/>
              </a:xfrm>
            </p:grpSpPr>
            <p:sp>
              <p:nvSpPr>
                <p:cNvPr id="296" name="Circle" descr="&lt;SmartSettings&gt;&lt;SmartResize anchorLeft=&quot;Absolute&quot; anchorTop=&quot;None&quot; anchorRight=&quot;None&quot; anchorBottom=&quot;None&quot; /&gt;&lt;/SmartSettings&gt;">
                  <a:extLst>
                    <a:ext uri="{FF2B5EF4-FFF2-40B4-BE49-F238E27FC236}">
                      <a16:creationId xmlns:a16="http://schemas.microsoft.com/office/drawing/2014/main" id="{2705CD12-D6F5-4137-B8B4-C7F6918B4ADE}"/>
                    </a:ext>
                  </a:extLst>
                </p:cNvPr>
                <p:cNvSpPr/>
                <p:nvPr>
                  <p:custDataLst>
                    <p:tags r:id="rId24"/>
                  </p:custDataLst>
                </p:nvPr>
              </p:nvSpPr>
              <p:spPr>
                <a:xfrm>
                  <a:off x="593892" y="1624671"/>
                  <a:ext cx="133350" cy="133350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800" dirty="0">
                    <a:solidFill>
                      <a:srgbClr val="5F5F5F"/>
                    </a:solidFill>
                    <a:latin typeface="+mn-ea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297" name="Label" descr="&lt;SmartSettings&gt;&lt;SmartResize anchorLeft=&quot;Absolute&quot; anchorTop=&quot;Absolute&quot; anchorRight=&quot;Absolute&quot; anchorBottom=&quot;Absolute&quot; /&gt;&lt;/SmartSettings&gt;">
                  <a:extLst>
                    <a:ext uri="{FF2B5EF4-FFF2-40B4-BE49-F238E27FC236}">
                      <a16:creationId xmlns:a16="http://schemas.microsoft.com/office/drawing/2014/main" id="{047C50CE-3A60-45DD-8723-0A262F093D34}"/>
                    </a:ext>
                  </a:extLst>
                </p:cNvPr>
                <p:cNvSpPr txBox="1"/>
                <p:nvPr>
                  <p:custDataLst>
                    <p:tags r:id="rId25"/>
                  </p:custDataLst>
                </p:nvPr>
              </p:nvSpPr>
              <p:spPr>
                <a:xfrm>
                  <a:off x="727243" y="1592858"/>
                  <a:ext cx="216662" cy="196977"/>
                </a:xfrm>
                <a:prstGeom prst="rect">
                  <a:avLst/>
                </a:prstGeom>
                <a:noFill/>
              </p:spPr>
              <p:txBody>
                <a:bodyPr wrap="none" lIns="73152" tIns="36576" rIns="73152" bIns="36576" rtlCol="0" anchor="ctr" anchorCtr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sz="800" dirty="0">
                      <a:solidFill>
                        <a:srgbClr val="5F5F5F"/>
                      </a:solidFill>
                      <a:latin typeface="+mn-ea"/>
                      <a:cs typeface="Segoe UI" panose="020B0502040204020203" pitchFamily="34" charset="0"/>
                    </a:rPr>
                    <a:t>Y</a:t>
                  </a:r>
                </a:p>
              </p:txBody>
            </p:sp>
          </p:grpSp>
          <p:grpSp>
            <p:nvGrpSpPr>
              <p:cNvPr id="292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&lt;/Code&gt;&lt;CodeSignature&gt;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&lt;/CodeSignature&gt;&lt;/SmartOptions&gt;&lt;SmartResize enabled=&quot;True&quot; minWidth=&quot;10&quot; minHeight=&quot;10&quot; /&gt;&lt;/SmartSettings&gt;">
                <a:extLst>
                  <a:ext uri="{FF2B5EF4-FFF2-40B4-BE49-F238E27FC236}">
                    <a16:creationId xmlns:a16="http://schemas.microsoft.com/office/drawing/2014/main" id="{A2B2622F-A689-4218-A4C7-5276AB272503}"/>
                  </a:ext>
                </a:extLst>
              </p:cNvPr>
              <p:cNvGrpSpPr/>
              <p:nvPr>
                <p:custDataLst>
                  <p:tags r:id="rId20"/>
                </p:custDataLst>
              </p:nvPr>
            </p:nvGrpSpPr>
            <p:grpSpPr>
              <a:xfrm>
                <a:off x="6446837" y="3812581"/>
                <a:ext cx="354822" cy="196977"/>
                <a:chOff x="593892" y="1592858"/>
                <a:chExt cx="354822" cy="196977"/>
              </a:xfrm>
            </p:grpSpPr>
            <p:sp>
              <p:nvSpPr>
                <p:cNvPr id="293" name="Circle" descr="&lt;SmartSettings&gt;&lt;SmartResize anchorLeft=&quot;Absolute&quot; anchorTop=&quot;None&quot; anchorRight=&quot;None&quot; anchorBottom=&quot;None&quot; /&gt;&lt;/SmartSettings&gt;">
                  <a:extLst>
                    <a:ext uri="{FF2B5EF4-FFF2-40B4-BE49-F238E27FC236}">
                      <a16:creationId xmlns:a16="http://schemas.microsoft.com/office/drawing/2014/main" id="{F46B4E0F-E610-4BCB-B4A1-91DCE297A8DE}"/>
                    </a:ext>
                  </a:extLst>
                </p:cNvPr>
                <p:cNvSpPr/>
                <p:nvPr>
                  <p:custDataLst>
                    <p:tags r:id="rId21"/>
                  </p:custDataLst>
                </p:nvPr>
              </p:nvSpPr>
              <p:spPr>
                <a:xfrm>
                  <a:off x="593892" y="1624671"/>
                  <a:ext cx="133350" cy="133350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800" dirty="0">
                    <a:solidFill>
                      <a:srgbClr val="5F5F5F"/>
                    </a:solidFill>
                    <a:latin typeface="+mn-ea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294" name="Check" descr="&lt;SmartSettings&gt;&lt;SmartResize anchorLeft=&quot;Absolute&quot; anchorTop=&quot;None&quot; anchorRight=&quot;None&quot; anchorBottom=&quot;None&quot; /&gt;&lt;/SmartSettings&gt;" hidden="1">
                  <a:extLst>
                    <a:ext uri="{FF2B5EF4-FFF2-40B4-BE49-F238E27FC236}">
                      <a16:creationId xmlns:a16="http://schemas.microsoft.com/office/drawing/2014/main" id="{A0F87C10-3A38-41B5-9693-2CFDC35CAEF0}"/>
                    </a:ext>
                  </a:extLst>
                </p:cNvPr>
                <p:cNvSpPr/>
                <p:nvPr>
                  <p:custDataLst>
                    <p:tags r:id="rId22"/>
                  </p:custDataLst>
                </p:nvPr>
              </p:nvSpPr>
              <p:spPr>
                <a:xfrm>
                  <a:off x="631198" y="1661977"/>
                  <a:ext cx="58738" cy="58738"/>
                </a:xfrm>
                <a:prstGeom prst="ellipse">
                  <a:avLst/>
                </a:prstGeom>
                <a:solidFill>
                  <a:srgbClr val="808080"/>
                </a:solidFill>
                <a:ln w="6350">
                  <a:solidFill>
                    <a:srgbClr val="80808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800" dirty="0">
                    <a:solidFill>
                      <a:srgbClr val="5F5F5F"/>
                    </a:solidFill>
                    <a:latin typeface="+mn-ea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295" name="Label" descr="&lt;SmartSettings&gt;&lt;SmartResize anchorLeft=&quot;Absolute&quot; anchorTop=&quot;Absolute&quot; anchorRight=&quot;Absolute&quot; anchorBottom=&quot;Absolute&quot; /&gt;&lt;/SmartSettings&gt;">
                  <a:extLst>
                    <a:ext uri="{FF2B5EF4-FFF2-40B4-BE49-F238E27FC236}">
                      <a16:creationId xmlns:a16="http://schemas.microsoft.com/office/drawing/2014/main" id="{63EB9180-5C66-4C03-ACAD-0B0A63D5E43F}"/>
                    </a:ext>
                  </a:extLst>
                </p:cNvPr>
                <p:cNvSpPr txBox="1"/>
                <p:nvPr>
                  <p:custDataLst>
                    <p:tags r:id="rId23"/>
                  </p:custDataLst>
                </p:nvPr>
              </p:nvSpPr>
              <p:spPr>
                <a:xfrm>
                  <a:off x="727243" y="1592858"/>
                  <a:ext cx="221471" cy="196977"/>
                </a:xfrm>
                <a:prstGeom prst="rect">
                  <a:avLst/>
                </a:prstGeom>
                <a:noFill/>
              </p:spPr>
              <p:txBody>
                <a:bodyPr wrap="none" lIns="73152" tIns="36576" rIns="73152" bIns="36576" rtlCol="0" anchor="ctr" anchorCtr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sz="800" dirty="0">
                      <a:solidFill>
                        <a:srgbClr val="5F5F5F"/>
                      </a:solidFill>
                      <a:latin typeface="+mn-ea"/>
                      <a:cs typeface="Segoe UI" panose="020B0502040204020203" pitchFamily="34" charset="0"/>
                    </a:rPr>
                    <a:t>N</a:t>
                  </a:r>
                </a:p>
              </p:txBody>
            </p:sp>
          </p:grpSp>
        </p:grpSp>
        <p:sp>
          <p:nvSpPr>
            <p:cNvPr id="290" name="Check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1A4B4F4A-A8EF-4737-8E1E-237515CEF14E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6484143" y="3876604"/>
              <a:ext cx="58738" cy="58738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303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9E9C73EB-7C95-4AB3-94C7-C3B091A9229E}"/>
              </a:ext>
            </a:extLst>
          </p:cNvPr>
          <p:cNvGrpSpPr/>
          <p:nvPr>
            <p:custDataLst>
              <p:tags r:id="rId15"/>
            </p:custDataLst>
          </p:nvPr>
        </p:nvGrpSpPr>
        <p:grpSpPr>
          <a:xfrm>
            <a:off x="1388117" y="2493843"/>
            <a:ext cx="131556" cy="131556"/>
            <a:chOff x="554563" y="2632644"/>
            <a:chExt cx="131556" cy="131556"/>
          </a:xfrm>
        </p:grpSpPr>
        <p:sp>
          <p:nvSpPr>
            <p:cNvPr id="304" name="Box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EF765ACD-F99D-4BDC-BB53-A472365C8D4A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305" name="Check" descr="&lt;SmartSettings&gt;&lt;SmartResize anchorLeft=&quot;Absolute&quot; anchorTop=&quot;None&quot; anchorRight=&quot;None&quot; anchorBottom=&quot;None&quot; /&gt;&lt;/SmartSettings&gt;" hidden="1">
              <a:extLst>
                <a:ext uri="{FF2B5EF4-FFF2-40B4-BE49-F238E27FC236}">
                  <a16:creationId xmlns:a16="http://schemas.microsoft.com/office/drawing/2014/main" id="{FB15985D-C3DB-4BEF-840F-F84BB9303C52}"/>
                </a:ext>
              </a:extLst>
            </p:cNvPr>
            <p:cNvSpPr>
              <a:spLocks noEditPoints="1"/>
            </p:cNvSpPr>
            <p:nvPr>
              <p:custDataLst>
                <p:tags r:id="rId17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306" name="Accept">
            <a:extLst>
              <a:ext uri="{FF2B5EF4-FFF2-40B4-BE49-F238E27FC236}">
                <a16:creationId xmlns:a16="http://schemas.microsoft.com/office/drawing/2014/main" id="{02A4721B-C447-4AD0-9DD1-E90D09C844E9}"/>
              </a:ext>
            </a:extLst>
          </p:cNvPr>
          <p:cNvSpPr>
            <a:spLocks noChangeAspect="1"/>
          </p:cNvSpPr>
          <p:nvPr/>
        </p:nvSpPr>
        <p:spPr bwMode="auto">
          <a:xfrm>
            <a:off x="1430468" y="2541460"/>
            <a:ext cx="58826" cy="52208"/>
          </a:xfrm>
          <a:custGeom>
            <a:avLst/>
            <a:gdLst>
              <a:gd name="T0" fmla="*/ 504 w 525"/>
              <a:gd name="T1" fmla="*/ 3 h 467"/>
              <a:gd name="T2" fmla="*/ 495 w 525"/>
              <a:gd name="T3" fmla="*/ 9 h 467"/>
              <a:gd name="T4" fmla="*/ 223 w 525"/>
              <a:gd name="T5" fmla="*/ 431 h 467"/>
              <a:gd name="T6" fmla="*/ 35 w 525"/>
              <a:gd name="T7" fmla="*/ 262 h 467"/>
              <a:gd name="T8" fmla="*/ 18 w 525"/>
              <a:gd name="T9" fmla="*/ 282 h 467"/>
              <a:gd name="T10" fmla="*/ 217 w 525"/>
              <a:gd name="T11" fmla="*/ 462 h 467"/>
              <a:gd name="T12" fmla="*/ 237 w 525"/>
              <a:gd name="T13" fmla="*/ 459 h 467"/>
              <a:gd name="T14" fmla="*/ 518 w 525"/>
              <a:gd name="T15" fmla="*/ 23 h 467"/>
              <a:gd name="T16" fmla="*/ 504 w 525"/>
              <a:gd name="T17" fmla="*/ 3 h 4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25" h="467">
                <a:moveTo>
                  <a:pt x="504" y="3"/>
                </a:moveTo>
                <a:cubicBezTo>
                  <a:pt x="500" y="3"/>
                  <a:pt x="497" y="6"/>
                  <a:pt x="495" y="9"/>
                </a:cubicBezTo>
                <a:lnTo>
                  <a:pt x="223" y="431"/>
                </a:lnTo>
                <a:lnTo>
                  <a:pt x="35" y="262"/>
                </a:lnTo>
                <a:cubicBezTo>
                  <a:pt x="22" y="245"/>
                  <a:pt x="0" y="271"/>
                  <a:pt x="18" y="282"/>
                </a:cubicBezTo>
                <a:lnTo>
                  <a:pt x="217" y="462"/>
                </a:lnTo>
                <a:cubicBezTo>
                  <a:pt x="223" y="467"/>
                  <a:pt x="232" y="466"/>
                  <a:pt x="237" y="459"/>
                </a:cubicBezTo>
                <a:lnTo>
                  <a:pt x="518" y="23"/>
                </a:lnTo>
                <a:cubicBezTo>
                  <a:pt x="525" y="13"/>
                  <a:pt x="515" y="0"/>
                  <a:pt x="504" y="3"/>
                </a:cubicBezTo>
                <a:close/>
              </a:path>
            </a:pathLst>
          </a:cu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b="1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07" name="타원 6">
            <a:extLst>
              <a:ext uri="{FF2B5EF4-FFF2-40B4-BE49-F238E27FC236}">
                <a16:creationId xmlns:a16="http://schemas.microsoft.com/office/drawing/2014/main" id="{755DBFBC-C9E9-4E9F-BB4A-AD29DA4187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30739" y="4195665"/>
            <a:ext cx="190500" cy="1905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wrap="none" lIns="36000" tIns="36000" rIns="36000" bIns="36000" anchor="ctr"/>
          <a:lstStyle>
            <a:lvl1pPr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latinLnBrk="1" hangingPunct="1"/>
            <a:r>
              <a:rPr lang="en-US" altLang="ko-KR" sz="700" dirty="0">
                <a:solidFill>
                  <a:srgbClr val="FFFFFF"/>
                </a:solidFill>
                <a:latin typeface="+mn-ea"/>
                <a:ea typeface="+mn-ea"/>
              </a:rPr>
              <a:t>2</a:t>
            </a:r>
            <a:endParaRPr lang="ko-KR" altLang="en-US" sz="700" dirty="0">
              <a:solidFill>
                <a:srgbClr val="FFFFFF"/>
              </a:solidFill>
              <a:latin typeface="+mn-ea"/>
              <a:ea typeface="+mn-ea"/>
            </a:endParaRPr>
          </a:p>
        </p:txBody>
      </p:sp>
      <p:sp>
        <p:nvSpPr>
          <p:cNvPr id="308" name="타원 6">
            <a:extLst>
              <a:ext uri="{FF2B5EF4-FFF2-40B4-BE49-F238E27FC236}">
                <a16:creationId xmlns:a16="http://schemas.microsoft.com/office/drawing/2014/main" id="{9403BD8D-98DE-488B-98F8-7829235A5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1167" y="2070469"/>
            <a:ext cx="190500" cy="1905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wrap="none" lIns="36000" tIns="36000" rIns="36000" bIns="36000" anchor="ctr"/>
          <a:lstStyle>
            <a:lvl1pPr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latinLnBrk="1" hangingPunct="1"/>
            <a:r>
              <a:rPr lang="en-US" altLang="ko-KR" sz="700" dirty="0">
                <a:solidFill>
                  <a:srgbClr val="FFFFFF"/>
                </a:solidFill>
                <a:latin typeface="+mn-ea"/>
                <a:ea typeface="+mn-ea"/>
              </a:rPr>
              <a:t>3</a:t>
            </a:r>
            <a:endParaRPr lang="ko-KR" altLang="en-US" sz="700" dirty="0">
              <a:solidFill>
                <a:srgbClr val="FFFFFF"/>
              </a:solidFill>
              <a:latin typeface="+mn-ea"/>
              <a:ea typeface="+mn-ea"/>
            </a:endParaRPr>
          </a:p>
        </p:txBody>
      </p:sp>
      <p:sp>
        <p:nvSpPr>
          <p:cNvPr id="309" name="타원 6">
            <a:extLst>
              <a:ext uri="{FF2B5EF4-FFF2-40B4-BE49-F238E27FC236}">
                <a16:creationId xmlns:a16="http://schemas.microsoft.com/office/drawing/2014/main" id="{BA26BB11-763C-4D3E-97CC-ECDCE565F7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5540" y="2121864"/>
            <a:ext cx="190500" cy="1905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wrap="none" lIns="36000" tIns="36000" rIns="36000" bIns="36000" anchor="ctr"/>
          <a:lstStyle>
            <a:lvl1pPr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latinLnBrk="1" hangingPunct="1"/>
            <a:r>
              <a:rPr lang="en-US" altLang="ko-KR" sz="700" dirty="0">
                <a:solidFill>
                  <a:srgbClr val="FFFFFF"/>
                </a:solidFill>
                <a:latin typeface="+mn-ea"/>
                <a:ea typeface="+mn-ea"/>
              </a:rPr>
              <a:t>4</a:t>
            </a:r>
            <a:endParaRPr lang="ko-KR" altLang="en-US" sz="700" dirty="0">
              <a:solidFill>
                <a:srgbClr val="FFFFFF"/>
              </a:solidFill>
              <a:latin typeface="+mn-ea"/>
              <a:ea typeface="+mn-ea"/>
            </a:endParaRPr>
          </a:p>
        </p:txBody>
      </p:sp>
      <p:sp>
        <p:nvSpPr>
          <p:cNvPr id="310" name="타원 6">
            <a:extLst>
              <a:ext uri="{FF2B5EF4-FFF2-40B4-BE49-F238E27FC236}">
                <a16:creationId xmlns:a16="http://schemas.microsoft.com/office/drawing/2014/main" id="{FC032437-AA58-475B-8DFC-62B72CE768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1340" y="1506438"/>
            <a:ext cx="190500" cy="1905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wrap="none" lIns="36000" tIns="36000" rIns="36000" bIns="36000" anchor="ctr"/>
          <a:lstStyle>
            <a:lvl1pPr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latinLnBrk="1" hangingPunct="1"/>
            <a:r>
              <a:rPr lang="en-US" altLang="ko-KR" sz="700" dirty="0">
                <a:solidFill>
                  <a:srgbClr val="FFFFFF"/>
                </a:solidFill>
                <a:latin typeface="+mn-ea"/>
                <a:ea typeface="+mn-ea"/>
              </a:rPr>
              <a:t>4</a:t>
            </a:r>
            <a:endParaRPr lang="ko-KR" altLang="en-US" sz="700" dirty="0">
              <a:solidFill>
                <a:srgbClr val="FFFFFF"/>
              </a:solidFill>
              <a:latin typeface="+mn-ea"/>
              <a:ea typeface="+mn-ea"/>
            </a:endParaRPr>
          </a:p>
        </p:txBody>
      </p:sp>
      <p:sp>
        <p:nvSpPr>
          <p:cNvPr id="311" name="타원 6">
            <a:extLst>
              <a:ext uri="{FF2B5EF4-FFF2-40B4-BE49-F238E27FC236}">
                <a16:creationId xmlns:a16="http://schemas.microsoft.com/office/drawing/2014/main" id="{1C2C3D91-613D-46D3-9424-F42050CA91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1754" y="2145348"/>
            <a:ext cx="190500" cy="1905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wrap="none" lIns="36000" tIns="36000" rIns="36000" bIns="36000" anchor="ctr"/>
          <a:lstStyle>
            <a:lvl1pPr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latinLnBrk="1" hangingPunct="1"/>
            <a:r>
              <a:rPr lang="en-US" altLang="ko-KR" sz="700" dirty="0">
                <a:solidFill>
                  <a:srgbClr val="FFFFFF"/>
                </a:solidFill>
                <a:latin typeface="+mn-ea"/>
                <a:ea typeface="+mn-ea"/>
              </a:rPr>
              <a:t>5</a:t>
            </a:r>
            <a:endParaRPr lang="ko-KR" altLang="en-US" sz="700" dirty="0">
              <a:solidFill>
                <a:srgbClr val="FFFFFF"/>
              </a:solidFill>
              <a:latin typeface="+mn-ea"/>
              <a:ea typeface="+mn-ea"/>
            </a:endParaRPr>
          </a:p>
        </p:txBody>
      </p:sp>
      <p:sp>
        <p:nvSpPr>
          <p:cNvPr id="312" name="타원 6">
            <a:extLst>
              <a:ext uri="{FF2B5EF4-FFF2-40B4-BE49-F238E27FC236}">
                <a16:creationId xmlns:a16="http://schemas.microsoft.com/office/drawing/2014/main" id="{19238536-2F03-4075-8708-6AE38E39E2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3629" y="1478273"/>
            <a:ext cx="190500" cy="1905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wrap="none" lIns="36000" tIns="36000" rIns="36000" bIns="36000" anchor="ctr"/>
          <a:lstStyle>
            <a:lvl1pPr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latinLnBrk="1" hangingPunct="1"/>
            <a:r>
              <a:rPr lang="en-US" altLang="ko-KR" sz="700" dirty="0">
                <a:solidFill>
                  <a:srgbClr val="FFFFFF"/>
                </a:solidFill>
                <a:latin typeface="+mn-ea"/>
                <a:ea typeface="+mn-ea"/>
              </a:rPr>
              <a:t>5</a:t>
            </a:r>
            <a:endParaRPr lang="ko-KR" altLang="en-US" sz="700" dirty="0">
              <a:solidFill>
                <a:srgbClr val="FFFFFF"/>
              </a:solidFill>
              <a:latin typeface="+mn-ea"/>
              <a:ea typeface="+mn-ea"/>
            </a:endParaRPr>
          </a:p>
        </p:txBody>
      </p:sp>
      <p:sp>
        <p:nvSpPr>
          <p:cNvPr id="313" name="타원 6">
            <a:extLst>
              <a:ext uri="{FF2B5EF4-FFF2-40B4-BE49-F238E27FC236}">
                <a16:creationId xmlns:a16="http://schemas.microsoft.com/office/drawing/2014/main" id="{DCB82A0A-5F50-4EF4-81EB-7D9B51A141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45140" y="6148649"/>
            <a:ext cx="190500" cy="1905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wrap="none" lIns="36000" tIns="36000" rIns="36000" bIns="36000" anchor="ctr"/>
          <a:lstStyle>
            <a:lvl1pPr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latinLnBrk="1" hangingPunct="1"/>
            <a:r>
              <a:rPr lang="en-US" altLang="ko-KR" sz="700" dirty="0">
                <a:solidFill>
                  <a:srgbClr val="FFFFFF"/>
                </a:solidFill>
                <a:latin typeface="+mn-ea"/>
                <a:ea typeface="+mn-ea"/>
              </a:rPr>
              <a:t>8</a:t>
            </a:r>
            <a:endParaRPr lang="ko-KR" altLang="en-US" sz="700" dirty="0">
              <a:solidFill>
                <a:srgbClr val="FFFFFF"/>
              </a:solidFill>
              <a:latin typeface="+mn-ea"/>
              <a:ea typeface="+mn-ea"/>
            </a:endParaRPr>
          </a:p>
        </p:txBody>
      </p:sp>
      <p:sp>
        <p:nvSpPr>
          <p:cNvPr id="314" name="타원 6">
            <a:extLst>
              <a:ext uri="{FF2B5EF4-FFF2-40B4-BE49-F238E27FC236}">
                <a16:creationId xmlns:a16="http://schemas.microsoft.com/office/drawing/2014/main" id="{CCBBA3EC-465D-46BA-A9E1-53F44D8724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317" y="2093001"/>
            <a:ext cx="190500" cy="1905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wrap="none" lIns="36000" tIns="36000" rIns="36000" bIns="36000" anchor="ctr"/>
          <a:lstStyle>
            <a:lvl1pPr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latinLnBrk="1" hangingPunct="1"/>
            <a:r>
              <a:rPr lang="en-US" altLang="ko-KR" sz="700" dirty="0">
                <a:solidFill>
                  <a:srgbClr val="FFFFFF"/>
                </a:solidFill>
                <a:latin typeface="+mn-ea"/>
                <a:ea typeface="+mn-ea"/>
              </a:rPr>
              <a:t>7</a:t>
            </a:r>
            <a:endParaRPr lang="ko-KR" altLang="en-US" sz="700" dirty="0">
              <a:solidFill>
                <a:srgbClr val="FFFFFF"/>
              </a:solidFill>
              <a:latin typeface="+mn-ea"/>
              <a:ea typeface="+mn-ea"/>
            </a:endParaRPr>
          </a:p>
        </p:txBody>
      </p:sp>
      <p:sp>
        <p:nvSpPr>
          <p:cNvPr id="6" name="타원 6">
            <a:extLst>
              <a:ext uri="{FF2B5EF4-FFF2-40B4-BE49-F238E27FC236}">
                <a16:creationId xmlns:a16="http://schemas.microsoft.com/office/drawing/2014/main" id="{AB81130E-4080-9AA4-E4D2-2B2721B039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1039" y="842033"/>
            <a:ext cx="190500" cy="1905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wrap="none" lIns="36000" tIns="36000" rIns="36000" bIns="36000" anchor="ctr"/>
          <a:lstStyle>
            <a:lvl1pPr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latinLnBrk="1" hangingPunct="1"/>
            <a:r>
              <a:rPr lang="en-US" altLang="ko-KR" sz="700" dirty="0">
                <a:solidFill>
                  <a:srgbClr val="FFFFFF"/>
                </a:solidFill>
                <a:latin typeface="+mn-ea"/>
                <a:ea typeface="+mn-ea"/>
              </a:rPr>
              <a:t>1</a:t>
            </a:r>
            <a:endParaRPr lang="ko-KR" altLang="en-US" sz="700" dirty="0">
              <a:solidFill>
                <a:srgbClr val="FFFFFF"/>
              </a:solidFill>
              <a:latin typeface="+mn-ea"/>
              <a:ea typeface="+mn-ea"/>
            </a:endParaRPr>
          </a:p>
        </p:txBody>
      </p:sp>
      <p:sp>
        <p:nvSpPr>
          <p:cNvPr id="8" name="타원 6">
            <a:extLst>
              <a:ext uri="{FF2B5EF4-FFF2-40B4-BE49-F238E27FC236}">
                <a16:creationId xmlns:a16="http://schemas.microsoft.com/office/drawing/2014/main" id="{2F3DD620-1B3A-7441-E2C7-66B90291D3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4044" y="5774524"/>
            <a:ext cx="190500" cy="1905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wrap="none" lIns="36000" tIns="36000" rIns="36000" bIns="36000" anchor="ctr"/>
          <a:lstStyle>
            <a:lvl1pPr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latinLnBrk="1" hangingPunct="1"/>
            <a:r>
              <a:rPr lang="en-US" altLang="ko-KR" sz="700" dirty="0">
                <a:solidFill>
                  <a:srgbClr val="FFFFFF"/>
                </a:solidFill>
                <a:latin typeface="+mn-ea"/>
                <a:ea typeface="+mn-ea"/>
              </a:rPr>
              <a:t>5</a:t>
            </a:r>
            <a:endParaRPr lang="ko-KR" altLang="en-US" sz="700" dirty="0">
              <a:solidFill>
                <a:srgbClr val="FFFFFF"/>
              </a:solidFill>
              <a:latin typeface="+mn-ea"/>
              <a:ea typeface="+mn-ea"/>
            </a:endParaRP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B12F7167-7290-4FF6-8836-F5BC61AF8BCE}"/>
              </a:ext>
            </a:extLst>
          </p:cNvPr>
          <p:cNvSpPr txBox="1"/>
          <p:nvPr/>
        </p:nvSpPr>
        <p:spPr>
          <a:xfrm>
            <a:off x="499489" y="892976"/>
            <a:ext cx="152327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나눔고딕" pitchFamily="2" charset="-127"/>
                <a:ea typeface="나눔고딕" pitchFamily="2" charset="-127"/>
              </a:rPr>
              <a:t>캐롯손해보험</a:t>
            </a:r>
            <a:r>
              <a:rPr lang="ko-KR" alt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itchFamily="2" charset="-127"/>
                <a:ea typeface="나눔고딕" pitchFamily="2" charset="-127"/>
              </a:rPr>
              <a:t> 관리자</a:t>
            </a: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8068F95F-5127-4B33-90F6-A3AB56D5076C}"/>
              </a:ext>
            </a:extLst>
          </p:cNvPr>
          <p:cNvSpPr txBox="1"/>
          <p:nvPr/>
        </p:nvSpPr>
        <p:spPr>
          <a:xfrm>
            <a:off x="2878844" y="874552"/>
            <a:ext cx="71686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+mj-lt"/>
                <a:ea typeface="나눔고딕" pitchFamily="2" charset="-127"/>
              </a:rPr>
              <a:t>계약내역</a:t>
            </a: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9CF0D527-EFC6-488D-9061-25C71D021F69}"/>
              </a:ext>
            </a:extLst>
          </p:cNvPr>
          <p:cNvSpPr txBox="1"/>
          <p:nvPr/>
        </p:nvSpPr>
        <p:spPr>
          <a:xfrm>
            <a:off x="5550091" y="873968"/>
            <a:ext cx="55816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+mj-lt"/>
                <a:ea typeface="나눔고딕" pitchFamily="2" charset="-127"/>
              </a:rPr>
              <a:t>HELP </a:t>
            </a:r>
            <a:endParaRPr lang="ko-KR" altLang="en-US" sz="1100" dirty="0">
              <a:solidFill>
                <a:schemeClr val="bg1">
                  <a:lumMod val="50000"/>
                </a:schemeClr>
              </a:solidFill>
              <a:latin typeface="+mj-lt"/>
              <a:ea typeface="나눔고딕" pitchFamily="2" charset="-127"/>
            </a:endParaRP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BC794962-9C84-4D64-B0E4-8D28B8F6128E}"/>
              </a:ext>
            </a:extLst>
          </p:cNvPr>
          <p:cNvSpPr txBox="1"/>
          <p:nvPr/>
        </p:nvSpPr>
        <p:spPr>
          <a:xfrm>
            <a:off x="2048020" y="874552"/>
            <a:ext cx="7665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나눔고딕" pitchFamily="2" charset="-127"/>
              </a:rPr>
              <a:t>청약신청 </a:t>
            </a:r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47005099-9A46-41BB-9DFD-7FCE781BDB11}"/>
              </a:ext>
            </a:extLst>
          </p:cNvPr>
          <p:cNvSpPr txBox="1"/>
          <p:nvPr/>
        </p:nvSpPr>
        <p:spPr>
          <a:xfrm>
            <a:off x="3701236" y="884162"/>
            <a:ext cx="93968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고객사 관리</a:t>
            </a:r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B084D424-8CA2-47CA-A6AB-A53EB56B5919}"/>
              </a:ext>
            </a:extLst>
          </p:cNvPr>
          <p:cNvSpPr txBox="1"/>
          <p:nvPr/>
        </p:nvSpPr>
        <p:spPr>
          <a:xfrm>
            <a:off x="4705184" y="884162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보험플랜</a:t>
            </a:r>
          </a:p>
        </p:txBody>
      </p:sp>
    </p:spTree>
    <p:extLst>
      <p:ext uri="{BB962C8B-B14F-4D97-AF65-F5344CB8AC3E}">
        <p14:creationId xmlns:p14="http://schemas.microsoft.com/office/powerpoint/2010/main" val="39227491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F887A-BAB4-AE73-C156-62A3B724C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6C713790-DE53-4281-0476-CB87470294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4773113"/>
              </p:ext>
            </p:extLst>
          </p:nvPr>
        </p:nvGraphicFramePr>
        <p:xfrm>
          <a:off x="8696507" y="811446"/>
          <a:ext cx="3268248" cy="29751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02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1751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ko-KR" sz="800" b="0" kern="12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Description</a:t>
                      </a:r>
                      <a:endParaRPr lang="ko-KR" altLang="en-US" sz="800" b="0" kern="1200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en-US" altLang="ko-KR" sz="8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227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고정보험료 적용 시 화면 예시를 위한 참고 페이지</a:t>
                      </a:r>
                      <a:b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</a:rPr>
                        <a:t>고정보험플랜이 존재할 경우 </a:t>
                      </a:r>
                      <a:r>
                        <a:rPr lang="en-US" altLang="ko-KR" sz="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</a:rPr>
                        <a:t>CASE </a:t>
                      </a:r>
                      <a:r>
                        <a:rPr lang="ko-KR" altLang="en-US" sz="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</a:rPr>
                        <a:t>보험플랜 선택 및 결제 화면</a:t>
                      </a:r>
                    </a:p>
                    <a:p>
                      <a:pPr algn="l" latinLnBrk="1"/>
                      <a:endParaRPr lang="en-US" altLang="ko-KR" sz="8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9071" marR="99071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0085253"/>
                  </a:ext>
                </a:extLst>
              </a:tr>
              <a:tr h="7913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플랜 선택 영역</a:t>
                      </a:r>
                      <a:endParaRPr lang="en-US" altLang="ko-KR" sz="8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상단 테이블에서 플랜명을 입력하지 않은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CASE (1-1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참조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ㄴ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23 PAGE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고객사 관리에서 설정한 고정 보험플랜을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Default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선택 된 상태로 노출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상단 테이블에서 플랜명을 입력 했을 경우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CASE (1-2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참조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ㄴ 고객사 관리에서 설정한 고정 보험플랜을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Default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선택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X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테이블에 입력한 보험 플랜을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Default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선택으로 노출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9071" marR="99071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13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카드 결제 및 </a:t>
                      </a:r>
                      <a:r>
                        <a:rPr lang="ko-KR" altLang="en-US" sz="800" b="1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후정산</a:t>
                      </a:r>
                      <a:endParaRPr lang="en-US" altLang="ko-KR" sz="8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보험료 선택에서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선택되어있는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값을 최종으로 청약신청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전송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9071" marR="99071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8919406"/>
                  </a:ext>
                </a:extLst>
              </a:tr>
            </a:tbl>
          </a:graphicData>
        </a:graphic>
      </p:graphicFrame>
      <p:sp>
        <p:nvSpPr>
          <p:cNvPr id="65" name="TextBox 64">
            <a:extLst>
              <a:ext uri="{FF2B5EF4-FFF2-40B4-BE49-F238E27FC236}">
                <a16:creationId xmlns:a16="http://schemas.microsoft.com/office/drawing/2014/main" id="{28EE15C2-726D-1206-37B5-A1B5551B8BB9}"/>
              </a:ext>
            </a:extLst>
          </p:cNvPr>
          <p:cNvSpPr txBox="1"/>
          <p:nvPr/>
        </p:nvSpPr>
        <p:spPr>
          <a:xfrm>
            <a:off x="4312366" y="199627"/>
            <a:ext cx="321589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고정보험플랜이 존재할 경우 </a:t>
            </a: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CASE 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보험플랜 선택 및 결제 화면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CC5D9C1-99DF-3DA3-205C-4EC37F011E43}"/>
              </a:ext>
            </a:extLst>
          </p:cNvPr>
          <p:cNvSpPr txBox="1"/>
          <p:nvPr/>
        </p:nvSpPr>
        <p:spPr>
          <a:xfrm>
            <a:off x="4312366" y="419389"/>
            <a:ext cx="36791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고객사관리 </a:t>
            </a: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&gt; 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고정보험플랜 설정 </a:t>
            </a: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&gt; 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보험료 조회 </a:t>
            </a: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&gt; 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청약신청 시 </a:t>
            </a: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CASE</a:t>
            </a:r>
            <a:endParaRPr lang="en-US" altLang="ko-KR" sz="900" dirty="0">
              <a:latin typeface="+mn-ea"/>
            </a:endParaRPr>
          </a:p>
        </p:txBody>
      </p:sp>
      <p:sp>
        <p:nvSpPr>
          <p:cNvPr id="354" name="TextBox 353">
            <a:extLst>
              <a:ext uri="{FF2B5EF4-FFF2-40B4-BE49-F238E27FC236}">
                <a16:creationId xmlns:a16="http://schemas.microsoft.com/office/drawing/2014/main" id="{5D3F8AB6-1831-B76D-B4B7-FF8771D3C835}"/>
              </a:ext>
            </a:extLst>
          </p:cNvPr>
          <p:cNvSpPr txBox="1"/>
          <p:nvPr/>
        </p:nvSpPr>
        <p:spPr>
          <a:xfrm>
            <a:off x="10848513" y="421528"/>
            <a:ext cx="9765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Page</a:t>
            </a:r>
            <a:endParaRPr lang="ko-KR" altLang="en-US" sz="80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4CBD29E-8571-8A7C-F2EC-405859348E90}"/>
              </a:ext>
            </a:extLst>
          </p:cNvPr>
          <p:cNvSpPr/>
          <p:nvPr/>
        </p:nvSpPr>
        <p:spPr>
          <a:xfrm>
            <a:off x="404237" y="811446"/>
            <a:ext cx="8000854" cy="4446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800" b="1" dirty="0">
              <a:solidFill>
                <a:schemeClr val="bg1">
                  <a:lumMod val="50000"/>
                </a:schemeClr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E66C289-79C8-AAF2-C948-7FBAC9E62BEE}"/>
              </a:ext>
            </a:extLst>
          </p:cNvPr>
          <p:cNvSpPr txBox="1"/>
          <p:nvPr/>
        </p:nvSpPr>
        <p:spPr>
          <a:xfrm>
            <a:off x="6865733" y="898520"/>
            <a:ext cx="152327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itchFamily="2" charset="-127"/>
                <a:ea typeface="나눔고딕" pitchFamily="2" charset="-127"/>
              </a:rPr>
              <a:t>{NAME}</a:t>
            </a:r>
            <a:endParaRPr lang="ko-KR" altLang="en-US" sz="1050" b="1" dirty="0">
              <a:solidFill>
                <a:schemeClr val="tx1">
                  <a:lumMod val="65000"/>
                  <a:lumOff val="35000"/>
                </a:schemeClr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00E838E-E647-F2FF-1FE8-1B0B0D7F5610}"/>
              </a:ext>
            </a:extLst>
          </p:cNvPr>
          <p:cNvSpPr txBox="1"/>
          <p:nvPr/>
        </p:nvSpPr>
        <p:spPr>
          <a:xfrm>
            <a:off x="7591343" y="909155"/>
            <a:ext cx="69121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u="sng" dirty="0">
                <a:solidFill>
                  <a:schemeClr val="bg1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로그아웃</a:t>
            </a:r>
          </a:p>
        </p:txBody>
      </p:sp>
      <p:pic>
        <p:nvPicPr>
          <p:cNvPr id="238" name="그림 237">
            <a:extLst>
              <a:ext uri="{FF2B5EF4-FFF2-40B4-BE49-F238E27FC236}">
                <a16:creationId xmlns:a16="http://schemas.microsoft.com/office/drawing/2014/main" id="{F648D153-5058-7BCA-E3B4-8825BD54D9D0}"/>
              </a:ext>
            </a:extLst>
          </p:cNvPr>
          <p:cNvPicPr>
            <a:picLocks noChangeAspect="1"/>
          </p:cNvPicPr>
          <p:nvPr/>
        </p:nvPicPr>
        <p:blipFill>
          <a:blip r:embed="rId34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5640" y="957994"/>
            <a:ext cx="142662" cy="142662"/>
          </a:xfrm>
          <a:prstGeom prst="rect">
            <a:avLst/>
          </a:prstGeom>
        </p:spPr>
      </p:pic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94EE4D56-34C8-465A-B0CA-C8283036F0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5111743"/>
              </p:ext>
            </p:extLst>
          </p:nvPr>
        </p:nvGraphicFramePr>
        <p:xfrm>
          <a:off x="445200" y="1725228"/>
          <a:ext cx="8016927" cy="14410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6603">
                  <a:extLst>
                    <a:ext uri="{9D8B030D-6E8A-4147-A177-3AD203B41FA5}">
                      <a16:colId xmlns:a16="http://schemas.microsoft.com/office/drawing/2014/main" val="3149999645"/>
                    </a:ext>
                  </a:extLst>
                </a:gridCol>
                <a:gridCol w="686340">
                  <a:extLst>
                    <a:ext uri="{9D8B030D-6E8A-4147-A177-3AD203B41FA5}">
                      <a16:colId xmlns:a16="http://schemas.microsoft.com/office/drawing/2014/main" val="144949006"/>
                    </a:ext>
                  </a:extLst>
                </a:gridCol>
                <a:gridCol w="730346">
                  <a:extLst>
                    <a:ext uri="{9D8B030D-6E8A-4147-A177-3AD203B41FA5}">
                      <a16:colId xmlns:a16="http://schemas.microsoft.com/office/drawing/2014/main" val="3613674393"/>
                    </a:ext>
                  </a:extLst>
                </a:gridCol>
                <a:gridCol w="902747">
                  <a:extLst>
                    <a:ext uri="{9D8B030D-6E8A-4147-A177-3AD203B41FA5}">
                      <a16:colId xmlns:a16="http://schemas.microsoft.com/office/drawing/2014/main" val="2622731716"/>
                    </a:ext>
                  </a:extLst>
                </a:gridCol>
                <a:gridCol w="875030">
                  <a:extLst>
                    <a:ext uri="{9D8B030D-6E8A-4147-A177-3AD203B41FA5}">
                      <a16:colId xmlns:a16="http://schemas.microsoft.com/office/drawing/2014/main" val="1881976941"/>
                    </a:ext>
                  </a:extLst>
                </a:gridCol>
                <a:gridCol w="875030">
                  <a:extLst>
                    <a:ext uri="{9D8B030D-6E8A-4147-A177-3AD203B41FA5}">
                      <a16:colId xmlns:a16="http://schemas.microsoft.com/office/drawing/2014/main" val="366950901"/>
                    </a:ext>
                  </a:extLst>
                </a:gridCol>
                <a:gridCol w="838517">
                  <a:extLst>
                    <a:ext uri="{9D8B030D-6E8A-4147-A177-3AD203B41FA5}">
                      <a16:colId xmlns:a16="http://schemas.microsoft.com/office/drawing/2014/main" val="3548355476"/>
                    </a:ext>
                  </a:extLst>
                </a:gridCol>
                <a:gridCol w="1006793">
                  <a:extLst>
                    <a:ext uri="{9D8B030D-6E8A-4147-A177-3AD203B41FA5}">
                      <a16:colId xmlns:a16="http://schemas.microsoft.com/office/drawing/2014/main" val="2697319228"/>
                    </a:ext>
                  </a:extLst>
                </a:gridCol>
                <a:gridCol w="913130">
                  <a:extLst>
                    <a:ext uri="{9D8B030D-6E8A-4147-A177-3AD203B41FA5}">
                      <a16:colId xmlns:a16="http://schemas.microsoft.com/office/drawing/2014/main" val="1424734495"/>
                    </a:ext>
                  </a:extLst>
                </a:gridCol>
                <a:gridCol w="772391">
                  <a:extLst>
                    <a:ext uri="{9D8B030D-6E8A-4147-A177-3AD203B41FA5}">
                      <a16:colId xmlns:a16="http://schemas.microsoft.com/office/drawing/2014/main" val="2460541664"/>
                    </a:ext>
                  </a:extLst>
                </a:gridCol>
              </a:tblGrid>
              <a:tr h="224170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* </a:t>
                      </a:r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고객사명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* </a:t>
                      </a:r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한글성명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*</a:t>
                      </a:r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주민등록번호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*</a:t>
                      </a:r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보험시작일시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*</a:t>
                      </a:r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보험종료일시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*</a:t>
                      </a:r>
                      <a:r>
                        <a:rPr lang="ko-KR" altLang="en-US" sz="800" b="1" dirty="0" err="1">
                          <a:solidFill>
                            <a:schemeClr val="bg1"/>
                          </a:solidFill>
                        </a:rPr>
                        <a:t>플랜명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영문성명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핸드폰번호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티켓번호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4863723"/>
                  </a:ext>
                </a:extLst>
              </a:tr>
              <a:tr h="304230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SM C&amp;C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홍민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910125-111111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2026-01-21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2026-01-23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HONGMIN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010-1111-1111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12312312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8413740"/>
                  </a:ext>
                </a:extLst>
              </a:tr>
              <a:tr h="304230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SM C&amp;C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홍길동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921111-111111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2026-01-21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2026-01-23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HONG GILDONG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010-2222-2222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12311131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9820604"/>
                  </a:ext>
                </a:extLst>
              </a:tr>
              <a:tr h="304230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SM C&amp;C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홍순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7472760"/>
                  </a:ext>
                </a:extLst>
              </a:tr>
              <a:tr h="304230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SM C&amp;C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홍진호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910111-123123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2026-01-21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2026-01-23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SMCNC_A0-3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6043149"/>
                  </a:ext>
                </a:extLst>
              </a:tr>
            </a:tbl>
          </a:graphicData>
        </a:graphic>
      </p:graphicFrame>
      <p:sp>
        <p:nvSpPr>
          <p:cNvPr id="89" name="Track">
            <a:extLst>
              <a:ext uri="{FF2B5EF4-FFF2-40B4-BE49-F238E27FC236}">
                <a16:creationId xmlns:a16="http://schemas.microsoft.com/office/drawing/2014/main" id="{5D706130-8AE5-4D05-9243-E3D3EC6DB82F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 rot="10800000">
            <a:off x="432194" y="3161489"/>
            <a:ext cx="7956453" cy="118619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7" name="Scroll Thumb">
            <a:extLst>
              <a:ext uri="{FF2B5EF4-FFF2-40B4-BE49-F238E27FC236}">
                <a16:creationId xmlns:a16="http://schemas.microsoft.com/office/drawing/2014/main" id="{0CB441AD-2200-47A0-BBCA-4EFFC96AB5D6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 rot="10800000">
            <a:off x="678840" y="3190177"/>
            <a:ext cx="5882364" cy="61243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8" name="Chevron">
            <a:extLst>
              <a:ext uri="{FF2B5EF4-FFF2-40B4-BE49-F238E27FC236}">
                <a16:creationId xmlns:a16="http://schemas.microsoft.com/office/drawing/2014/main" id="{970B054A-B384-4E51-A46B-DD91554B14C7}"/>
              </a:ext>
            </a:extLst>
          </p:cNvPr>
          <p:cNvSpPr>
            <a:spLocks noChangeAspect="1"/>
          </p:cNvSpPr>
          <p:nvPr>
            <p:custDataLst>
              <p:tags r:id="rId3"/>
            </p:custDataLst>
          </p:nvPr>
        </p:nvSpPr>
        <p:spPr bwMode="auto">
          <a:xfrm rot="5400000" flipH="1">
            <a:off x="513751" y="3200028"/>
            <a:ext cx="88545" cy="53979"/>
          </a:xfrm>
          <a:custGeom>
            <a:avLst/>
            <a:gdLst>
              <a:gd name="T0" fmla="*/ 0 w 197"/>
              <a:gd name="T1" fmla="*/ 0 h 115"/>
              <a:gd name="T2" fmla="*/ 99 w 197"/>
              <a:gd name="T3" fmla="*/ 115 h 115"/>
              <a:gd name="T4" fmla="*/ 197 w 197"/>
              <a:gd name="T5" fmla="*/ 0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7" h="115">
                <a:moveTo>
                  <a:pt x="0" y="0"/>
                </a:moveTo>
                <a:lnTo>
                  <a:pt x="99" y="115"/>
                </a:lnTo>
                <a:lnTo>
                  <a:pt x="197" y="0"/>
                </a:lnTo>
              </a:path>
            </a:pathLst>
          </a:custGeom>
          <a:noFill/>
          <a:ln w="6350" cap="sq">
            <a:solidFill>
              <a:srgbClr val="80808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9" name="Chevron">
            <a:extLst>
              <a:ext uri="{FF2B5EF4-FFF2-40B4-BE49-F238E27FC236}">
                <a16:creationId xmlns:a16="http://schemas.microsoft.com/office/drawing/2014/main" id="{41847578-DDFC-4C2A-9379-9B661395EC07}"/>
              </a:ext>
            </a:extLst>
          </p:cNvPr>
          <p:cNvSpPr>
            <a:spLocks noChangeAspect="1"/>
          </p:cNvSpPr>
          <p:nvPr>
            <p:custDataLst>
              <p:tags r:id="rId4"/>
            </p:custDataLst>
          </p:nvPr>
        </p:nvSpPr>
        <p:spPr bwMode="auto">
          <a:xfrm rot="16200000" flipH="1">
            <a:off x="8186193" y="3206880"/>
            <a:ext cx="88545" cy="53979"/>
          </a:xfrm>
          <a:custGeom>
            <a:avLst/>
            <a:gdLst>
              <a:gd name="T0" fmla="*/ 0 w 197"/>
              <a:gd name="T1" fmla="*/ 0 h 115"/>
              <a:gd name="T2" fmla="*/ 99 w 197"/>
              <a:gd name="T3" fmla="*/ 115 h 115"/>
              <a:gd name="T4" fmla="*/ 197 w 197"/>
              <a:gd name="T5" fmla="*/ 0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7" h="115">
                <a:moveTo>
                  <a:pt x="0" y="0"/>
                </a:moveTo>
                <a:lnTo>
                  <a:pt x="99" y="115"/>
                </a:lnTo>
                <a:lnTo>
                  <a:pt x="197" y="0"/>
                </a:lnTo>
              </a:path>
            </a:pathLst>
          </a:custGeom>
          <a:noFill/>
          <a:ln w="6350" cap="sq">
            <a:solidFill>
              <a:srgbClr val="80808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4" name="Rectangle 89">
            <a:extLst>
              <a:ext uri="{FF2B5EF4-FFF2-40B4-BE49-F238E27FC236}">
                <a16:creationId xmlns:a16="http://schemas.microsoft.com/office/drawing/2014/main" id="{D9028C65-BFF6-443E-A373-765F8883B1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9612" y="1402083"/>
            <a:ext cx="700908" cy="22713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chemeClr val="bg1"/>
                </a:solidFill>
              </a:rPr>
              <a:t>초기화</a:t>
            </a: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DC4C6394-0CAB-480D-9A7E-2590C2FA09D5}"/>
              </a:ext>
            </a:extLst>
          </p:cNvPr>
          <p:cNvSpPr/>
          <p:nvPr/>
        </p:nvSpPr>
        <p:spPr>
          <a:xfrm>
            <a:off x="404237" y="3311029"/>
            <a:ext cx="8009071" cy="180775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DF4D625F-757D-4091-BD92-113D4DAA02A7}"/>
              </a:ext>
            </a:extLst>
          </p:cNvPr>
          <p:cNvSpPr/>
          <p:nvPr/>
        </p:nvSpPr>
        <p:spPr>
          <a:xfrm>
            <a:off x="404237" y="3311205"/>
            <a:ext cx="8009072" cy="4180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45738D38-F195-4C58-889B-E206D8F64CC5}"/>
              </a:ext>
            </a:extLst>
          </p:cNvPr>
          <p:cNvSpPr/>
          <p:nvPr/>
        </p:nvSpPr>
        <p:spPr>
          <a:xfrm>
            <a:off x="404237" y="3352082"/>
            <a:ext cx="247137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나눔고딕" pitchFamily="2" charset="-127"/>
                <a:ea typeface="나눔고딕" pitchFamily="2" charset="-127"/>
              </a:rPr>
              <a:t>보험료 선택</a:t>
            </a:r>
          </a:p>
        </p:txBody>
      </p:sp>
      <p:sp>
        <p:nvSpPr>
          <p:cNvPr id="106" name="사각형: 둥근 모서리 105">
            <a:extLst>
              <a:ext uri="{FF2B5EF4-FFF2-40B4-BE49-F238E27FC236}">
                <a16:creationId xmlns:a16="http://schemas.microsoft.com/office/drawing/2014/main" id="{6AAF9CC2-9F1F-4ECD-87C1-051E41909724}"/>
              </a:ext>
            </a:extLst>
          </p:cNvPr>
          <p:cNvSpPr/>
          <p:nvPr/>
        </p:nvSpPr>
        <p:spPr>
          <a:xfrm>
            <a:off x="530808" y="3796547"/>
            <a:ext cx="1534826" cy="1243692"/>
          </a:xfrm>
          <a:prstGeom prst="roundRect">
            <a:avLst>
              <a:gd name="adj" fmla="val 445"/>
            </a:avLst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13" name="Text Box">
            <a:extLst>
              <a:ext uri="{FF2B5EF4-FFF2-40B4-BE49-F238E27FC236}">
                <a16:creationId xmlns:a16="http://schemas.microsoft.com/office/drawing/2014/main" id="{F01E4804-0440-4D87-AC7C-D2FDB671914A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573944" y="4174521"/>
            <a:ext cx="1449423" cy="225703"/>
          </a:xfrm>
          <a:prstGeom prst="rect">
            <a:avLst/>
          </a:prstGeom>
          <a:solidFill>
            <a:schemeClr val="accent1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256032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A-2</a:t>
            </a:r>
          </a:p>
        </p:txBody>
      </p:sp>
      <p:sp>
        <p:nvSpPr>
          <p:cNvPr id="115" name="Text Box">
            <a:extLst>
              <a:ext uri="{FF2B5EF4-FFF2-40B4-BE49-F238E27FC236}">
                <a16:creationId xmlns:a16="http://schemas.microsoft.com/office/drawing/2014/main" id="{5334811B-7A08-4943-ABB6-54B66F509EFE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573943" y="4453303"/>
            <a:ext cx="1449423" cy="225703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256032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A1-2</a:t>
            </a:r>
          </a:p>
        </p:txBody>
      </p:sp>
      <p:sp>
        <p:nvSpPr>
          <p:cNvPr id="123" name="Text Box">
            <a:extLst>
              <a:ext uri="{FF2B5EF4-FFF2-40B4-BE49-F238E27FC236}">
                <a16:creationId xmlns:a16="http://schemas.microsoft.com/office/drawing/2014/main" id="{649CD04F-A331-4612-97D5-2435FB5E258A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573944" y="4724321"/>
            <a:ext cx="1449423" cy="225703"/>
          </a:xfrm>
          <a:prstGeom prst="rect">
            <a:avLst/>
          </a:prstGeom>
          <a:solidFill>
            <a:schemeClr val="bg1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256032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A0-3</a:t>
            </a:r>
          </a:p>
        </p:txBody>
      </p: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ACD873FB-578A-4DA4-A127-EDCCD14580C1}"/>
              </a:ext>
            </a:extLst>
          </p:cNvPr>
          <p:cNvSpPr/>
          <p:nvPr/>
        </p:nvSpPr>
        <p:spPr>
          <a:xfrm>
            <a:off x="528460" y="3788410"/>
            <a:ext cx="1397414" cy="255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latin typeface="나눔고딕" pitchFamily="2" charset="-127"/>
                <a:ea typeface="나눔고딕" pitchFamily="2" charset="-127"/>
              </a:rPr>
              <a:t>홍민 </a:t>
            </a:r>
            <a:r>
              <a:rPr lang="en-US" altLang="ko-KR" sz="800" b="1" dirty="0">
                <a:latin typeface="나눔고딕" pitchFamily="2" charset="-127"/>
                <a:ea typeface="나눔고딕" pitchFamily="2" charset="-127"/>
              </a:rPr>
              <a:t>: 910125-111111</a:t>
            </a:r>
            <a:endParaRPr lang="ko-KR" altLang="en-US" sz="11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27" name="사각형: 둥근 모서리 126">
            <a:extLst>
              <a:ext uri="{FF2B5EF4-FFF2-40B4-BE49-F238E27FC236}">
                <a16:creationId xmlns:a16="http://schemas.microsoft.com/office/drawing/2014/main" id="{A81560E9-D777-4C23-B5D9-06E6BD32E12E}"/>
              </a:ext>
            </a:extLst>
          </p:cNvPr>
          <p:cNvSpPr/>
          <p:nvPr/>
        </p:nvSpPr>
        <p:spPr>
          <a:xfrm>
            <a:off x="2261706" y="3798564"/>
            <a:ext cx="1534826" cy="1243692"/>
          </a:xfrm>
          <a:prstGeom prst="roundRect">
            <a:avLst>
              <a:gd name="adj" fmla="val 445"/>
            </a:avLst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28" name="Text Box">
            <a:extLst>
              <a:ext uri="{FF2B5EF4-FFF2-40B4-BE49-F238E27FC236}">
                <a16:creationId xmlns:a16="http://schemas.microsoft.com/office/drawing/2014/main" id="{7E1DB8D8-0C43-44C6-8F46-E7A6913FB7F6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2305383" y="4185060"/>
            <a:ext cx="1449423" cy="225703"/>
          </a:xfrm>
          <a:prstGeom prst="rect">
            <a:avLst/>
          </a:prstGeom>
          <a:solidFill>
            <a:schemeClr val="accent1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256032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A-2</a:t>
            </a:r>
          </a:p>
        </p:txBody>
      </p:sp>
      <p:sp>
        <p:nvSpPr>
          <p:cNvPr id="129" name="Text Box">
            <a:extLst>
              <a:ext uri="{FF2B5EF4-FFF2-40B4-BE49-F238E27FC236}">
                <a16:creationId xmlns:a16="http://schemas.microsoft.com/office/drawing/2014/main" id="{B7751BF1-7288-4052-8410-CB3D179637FC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2305382" y="4463842"/>
            <a:ext cx="1449423" cy="225703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256032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A1-2</a:t>
            </a:r>
          </a:p>
        </p:txBody>
      </p:sp>
      <p:sp>
        <p:nvSpPr>
          <p:cNvPr id="130" name="Text Box">
            <a:extLst>
              <a:ext uri="{FF2B5EF4-FFF2-40B4-BE49-F238E27FC236}">
                <a16:creationId xmlns:a16="http://schemas.microsoft.com/office/drawing/2014/main" id="{975CDC01-BDD5-45CD-A2BC-3F0538D7C1A3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2305383" y="4734860"/>
            <a:ext cx="1449423" cy="225703"/>
          </a:xfrm>
          <a:prstGeom prst="rect">
            <a:avLst/>
          </a:prstGeom>
          <a:solidFill>
            <a:schemeClr val="bg1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256032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A0-3</a:t>
            </a:r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C41754E4-D6ED-469B-A9A0-85A4F5B062D8}"/>
              </a:ext>
            </a:extLst>
          </p:cNvPr>
          <p:cNvSpPr/>
          <p:nvPr/>
        </p:nvSpPr>
        <p:spPr>
          <a:xfrm>
            <a:off x="2232976" y="3771175"/>
            <a:ext cx="1397414" cy="255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latin typeface="나눔고딕" pitchFamily="2" charset="-127"/>
                <a:ea typeface="나눔고딕" pitchFamily="2" charset="-127"/>
              </a:rPr>
              <a:t>홍길동</a:t>
            </a:r>
            <a:endParaRPr lang="ko-KR" altLang="en-US" sz="1100" dirty="0">
              <a:latin typeface="나눔고딕" pitchFamily="2" charset="-127"/>
              <a:ea typeface="나눔고딕" pitchFamily="2" charset="-127"/>
            </a:endParaRPr>
          </a:p>
        </p:txBody>
      </p:sp>
      <p:grpSp>
        <p:nvGrpSpPr>
          <p:cNvPr id="149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C7E249E0-4CED-4901-AE29-6597582AB012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608302" y="1763476"/>
            <a:ext cx="131556" cy="131556"/>
            <a:chOff x="554563" y="2632644"/>
            <a:chExt cx="131556" cy="131556"/>
          </a:xfrm>
        </p:grpSpPr>
        <p:sp>
          <p:nvSpPr>
            <p:cNvPr id="150" name="Box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2F0AD723-4ECC-4DB1-B04E-E19EA05FE3C2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151" name="Check" descr="&lt;SmartSettings&gt;&lt;SmartResize anchorLeft=&quot;Absolute&quot; anchorTop=&quot;None&quot; anchorRight=&quot;None&quot; anchorBottom=&quot;None&quot; /&gt;&lt;/SmartSettings&gt;" hidden="1">
              <a:extLst>
                <a:ext uri="{FF2B5EF4-FFF2-40B4-BE49-F238E27FC236}">
                  <a16:creationId xmlns:a16="http://schemas.microsoft.com/office/drawing/2014/main" id="{B53B68A7-A893-4846-A28C-1BE239EA5285}"/>
                </a:ext>
              </a:extLst>
            </p:cNvPr>
            <p:cNvSpPr>
              <a:spLocks noEditPoints="1"/>
            </p:cNvSpPr>
            <p:nvPr>
              <p:custDataLst>
                <p:tags r:id="rId31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152" name="Accept">
            <a:extLst>
              <a:ext uri="{FF2B5EF4-FFF2-40B4-BE49-F238E27FC236}">
                <a16:creationId xmlns:a16="http://schemas.microsoft.com/office/drawing/2014/main" id="{6C4D2558-8FFC-4F84-B636-DA68CBA6D544}"/>
              </a:ext>
            </a:extLst>
          </p:cNvPr>
          <p:cNvSpPr>
            <a:spLocks noChangeAspect="1"/>
          </p:cNvSpPr>
          <p:nvPr/>
        </p:nvSpPr>
        <p:spPr bwMode="auto">
          <a:xfrm>
            <a:off x="644667" y="1799848"/>
            <a:ext cx="58826" cy="52208"/>
          </a:xfrm>
          <a:custGeom>
            <a:avLst/>
            <a:gdLst>
              <a:gd name="T0" fmla="*/ 504 w 525"/>
              <a:gd name="T1" fmla="*/ 3 h 467"/>
              <a:gd name="T2" fmla="*/ 495 w 525"/>
              <a:gd name="T3" fmla="*/ 9 h 467"/>
              <a:gd name="T4" fmla="*/ 223 w 525"/>
              <a:gd name="T5" fmla="*/ 431 h 467"/>
              <a:gd name="T6" fmla="*/ 35 w 525"/>
              <a:gd name="T7" fmla="*/ 262 h 467"/>
              <a:gd name="T8" fmla="*/ 18 w 525"/>
              <a:gd name="T9" fmla="*/ 282 h 467"/>
              <a:gd name="T10" fmla="*/ 217 w 525"/>
              <a:gd name="T11" fmla="*/ 462 h 467"/>
              <a:gd name="T12" fmla="*/ 237 w 525"/>
              <a:gd name="T13" fmla="*/ 459 h 467"/>
              <a:gd name="T14" fmla="*/ 518 w 525"/>
              <a:gd name="T15" fmla="*/ 23 h 467"/>
              <a:gd name="T16" fmla="*/ 504 w 525"/>
              <a:gd name="T17" fmla="*/ 3 h 4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25" h="467">
                <a:moveTo>
                  <a:pt x="504" y="3"/>
                </a:moveTo>
                <a:cubicBezTo>
                  <a:pt x="500" y="3"/>
                  <a:pt x="497" y="6"/>
                  <a:pt x="495" y="9"/>
                </a:cubicBezTo>
                <a:lnTo>
                  <a:pt x="223" y="431"/>
                </a:lnTo>
                <a:lnTo>
                  <a:pt x="35" y="262"/>
                </a:lnTo>
                <a:cubicBezTo>
                  <a:pt x="22" y="245"/>
                  <a:pt x="0" y="271"/>
                  <a:pt x="18" y="282"/>
                </a:cubicBezTo>
                <a:lnTo>
                  <a:pt x="217" y="462"/>
                </a:lnTo>
                <a:cubicBezTo>
                  <a:pt x="223" y="467"/>
                  <a:pt x="232" y="466"/>
                  <a:pt x="237" y="459"/>
                </a:cubicBezTo>
                <a:lnTo>
                  <a:pt x="518" y="23"/>
                </a:lnTo>
                <a:cubicBezTo>
                  <a:pt x="525" y="13"/>
                  <a:pt x="515" y="0"/>
                  <a:pt x="504" y="3"/>
                </a:cubicBezTo>
                <a:close/>
              </a:path>
            </a:pathLst>
          </a:cu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b="1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53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09A52F57-E35C-4C96-ACAA-2FDD7E3420C8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608302" y="2042036"/>
            <a:ext cx="131556" cy="131556"/>
            <a:chOff x="554563" y="2632644"/>
            <a:chExt cx="131556" cy="131556"/>
          </a:xfrm>
        </p:grpSpPr>
        <p:sp>
          <p:nvSpPr>
            <p:cNvPr id="154" name="Box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87B61106-66DB-47F4-97DF-5FB55A7B6E43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155" name="Check" descr="&lt;SmartSettings&gt;&lt;SmartResize anchorLeft=&quot;Absolute&quot; anchorTop=&quot;None&quot; anchorRight=&quot;None&quot; anchorBottom=&quot;None&quot; /&gt;&lt;/SmartSettings&gt;" hidden="1">
              <a:extLst>
                <a:ext uri="{FF2B5EF4-FFF2-40B4-BE49-F238E27FC236}">
                  <a16:creationId xmlns:a16="http://schemas.microsoft.com/office/drawing/2014/main" id="{EE1294ED-465D-4BE7-BA50-16BFD8A64184}"/>
                </a:ext>
              </a:extLst>
            </p:cNvPr>
            <p:cNvSpPr>
              <a:spLocks noEditPoints="1"/>
            </p:cNvSpPr>
            <p:nvPr>
              <p:custDataLst>
                <p:tags r:id="rId29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156" name="Accept">
            <a:extLst>
              <a:ext uri="{FF2B5EF4-FFF2-40B4-BE49-F238E27FC236}">
                <a16:creationId xmlns:a16="http://schemas.microsoft.com/office/drawing/2014/main" id="{34B59F11-2627-4BC5-9F73-9E59750EE1E9}"/>
              </a:ext>
            </a:extLst>
          </p:cNvPr>
          <p:cNvSpPr>
            <a:spLocks noChangeAspect="1"/>
          </p:cNvSpPr>
          <p:nvPr/>
        </p:nvSpPr>
        <p:spPr bwMode="auto">
          <a:xfrm>
            <a:off x="644667" y="2078408"/>
            <a:ext cx="58826" cy="52208"/>
          </a:xfrm>
          <a:custGeom>
            <a:avLst/>
            <a:gdLst>
              <a:gd name="T0" fmla="*/ 504 w 525"/>
              <a:gd name="T1" fmla="*/ 3 h 467"/>
              <a:gd name="T2" fmla="*/ 495 w 525"/>
              <a:gd name="T3" fmla="*/ 9 h 467"/>
              <a:gd name="T4" fmla="*/ 223 w 525"/>
              <a:gd name="T5" fmla="*/ 431 h 467"/>
              <a:gd name="T6" fmla="*/ 35 w 525"/>
              <a:gd name="T7" fmla="*/ 262 h 467"/>
              <a:gd name="T8" fmla="*/ 18 w 525"/>
              <a:gd name="T9" fmla="*/ 282 h 467"/>
              <a:gd name="T10" fmla="*/ 217 w 525"/>
              <a:gd name="T11" fmla="*/ 462 h 467"/>
              <a:gd name="T12" fmla="*/ 237 w 525"/>
              <a:gd name="T13" fmla="*/ 459 h 467"/>
              <a:gd name="T14" fmla="*/ 518 w 525"/>
              <a:gd name="T15" fmla="*/ 23 h 467"/>
              <a:gd name="T16" fmla="*/ 504 w 525"/>
              <a:gd name="T17" fmla="*/ 3 h 4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25" h="467">
                <a:moveTo>
                  <a:pt x="504" y="3"/>
                </a:moveTo>
                <a:cubicBezTo>
                  <a:pt x="500" y="3"/>
                  <a:pt x="497" y="6"/>
                  <a:pt x="495" y="9"/>
                </a:cubicBezTo>
                <a:lnTo>
                  <a:pt x="223" y="431"/>
                </a:lnTo>
                <a:lnTo>
                  <a:pt x="35" y="262"/>
                </a:lnTo>
                <a:cubicBezTo>
                  <a:pt x="22" y="245"/>
                  <a:pt x="0" y="271"/>
                  <a:pt x="18" y="282"/>
                </a:cubicBezTo>
                <a:lnTo>
                  <a:pt x="217" y="462"/>
                </a:lnTo>
                <a:cubicBezTo>
                  <a:pt x="223" y="467"/>
                  <a:pt x="232" y="466"/>
                  <a:pt x="237" y="459"/>
                </a:cubicBezTo>
                <a:lnTo>
                  <a:pt x="518" y="23"/>
                </a:lnTo>
                <a:cubicBezTo>
                  <a:pt x="525" y="13"/>
                  <a:pt x="515" y="0"/>
                  <a:pt x="504" y="3"/>
                </a:cubicBezTo>
                <a:close/>
              </a:path>
            </a:pathLst>
          </a:cu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b="1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57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09632191-9D0E-48BB-B74D-7D47D31D34AC}"/>
              </a:ext>
            </a:extLst>
          </p:cNvPr>
          <p:cNvGrpSpPr/>
          <p:nvPr>
            <p:custDataLst>
              <p:tags r:id="rId13"/>
            </p:custDataLst>
          </p:nvPr>
        </p:nvGrpSpPr>
        <p:grpSpPr>
          <a:xfrm>
            <a:off x="608302" y="2331402"/>
            <a:ext cx="131556" cy="131556"/>
            <a:chOff x="554563" y="2632644"/>
            <a:chExt cx="131556" cy="131556"/>
          </a:xfrm>
        </p:grpSpPr>
        <p:sp>
          <p:nvSpPr>
            <p:cNvPr id="158" name="Box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37BD65EC-D825-44D1-AB2F-BA6E12AF2E2B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159" name="Check" descr="&lt;SmartSettings&gt;&lt;SmartResize anchorLeft=&quot;Absolute&quot; anchorTop=&quot;None&quot; anchorRight=&quot;None&quot; anchorBottom=&quot;None&quot; /&gt;&lt;/SmartSettings&gt;" hidden="1">
              <a:extLst>
                <a:ext uri="{FF2B5EF4-FFF2-40B4-BE49-F238E27FC236}">
                  <a16:creationId xmlns:a16="http://schemas.microsoft.com/office/drawing/2014/main" id="{926F79E2-D37D-41AE-8E13-037E4F696915}"/>
                </a:ext>
              </a:extLst>
            </p:cNvPr>
            <p:cNvSpPr>
              <a:spLocks noEditPoints="1"/>
            </p:cNvSpPr>
            <p:nvPr>
              <p:custDataLst>
                <p:tags r:id="rId27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160" name="Accept">
            <a:extLst>
              <a:ext uri="{FF2B5EF4-FFF2-40B4-BE49-F238E27FC236}">
                <a16:creationId xmlns:a16="http://schemas.microsoft.com/office/drawing/2014/main" id="{AC04235D-C8B3-4663-ACAD-639F04687C7D}"/>
              </a:ext>
            </a:extLst>
          </p:cNvPr>
          <p:cNvSpPr>
            <a:spLocks noChangeAspect="1"/>
          </p:cNvSpPr>
          <p:nvPr/>
        </p:nvSpPr>
        <p:spPr bwMode="auto">
          <a:xfrm>
            <a:off x="644667" y="2367774"/>
            <a:ext cx="58826" cy="52208"/>
          </a:xfrm>
          <a:custGeom>
            <a:avLst/>
            <a:gdLst>
              <a:gd name="T0" fmla="*/ 504 w 525"/>
              <a:gd name="T1" fmla="*/ 3 h 467"/>
              <a:gd name="T2" fmla="*/ 495 w 525"/>
              <a:gd name="T3" fmla="*/ 9 h 467"/>
              <a:gd name="T4" fmla="*/ 223 w 525"/>
              <a:gd name="T5" fmla="*/ 431 h 467"/>
              <a:gd name="T6" fmla="*/ 35 w 525"/>
              <a:gd name="T7" fmla="*/ 262 h 467"/>
              <a:gd name="T8" fmla="*/ 18 w 525"/>
              <a:gd name="T9" fmla="*/ 282 h 467"/>
              <a:gd name="T10" fmla="*/ 217 w 525"/>
              <a:gd name="T11" fmla="*/ 462 h 467"/>
              <a:gd name="T12" fmla="*/ 237 w 525"/>
              <a:gd name="T13" fmla="*/ 459 h 467"/>
              <a:gd name="T14" fmla="*/ 518 w 525"/>
              <a:gd name="T15" fmla="*/ 23 h 467"/>
              <a:gd name="T16" fmla="*/ 504 w 525"/>
              <a:gd name="T17" fmla="*/ 3 h 4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25" h="467">
                <a:moveTo>
                  <a:pt x="504" y="3"/>
                </a:moveTo>
                <a:cubicBezTo>
                  <a:pt x="500" y="3"/>
                  <a:pt x="497" y="6"/>
                  <a:pt x="495" y="9"/>
                </a:cubicBezTo>
                <a:lnTo>
                  <a:pt x="223" y="431"/>
                </a:lnTo>
                <a:lnTo>
                  <a:pt x="35" y="262"/>
                </a:lnTo>
                <a:cubicBezTo>
                  <a:pt x="22" y="245"/>
                  <a:pt x="0" y="271"/>
                  <a:pt x="18" y="282"/>
                </a:cubicBezTo>
                <a:lnTo>
                  <a:pt x="217" y="462"/>
                </a:lnTo>
                <a:cubicBezTo>
                  <a:pt x="223" y="467"/>
                  <a:pt x="232" y="466"/>
                  <a:pt x="237" y="459"/>
                </a:cubicBezTo>
                <a:lnTo>
                  <a:pt x="518" y="23"/>
                </a:lnTo>
                <a:cubicBezTo>
                  <a:pt x="525" y="13"/>
                  <a:pt x="515" y="0"/>
                  <a:pt x="504" y="3"/>
                </a:cubicBezTo>
                <a:close/>
              </a:path>
            </a:pathLst>
          </a:cu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b="1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61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67B4EAD9-06C6-4889-9D7D-1EDD72CB17F5}"/>
              </a:ext>
            </a:extLst>
          </p:cNvPr>
          <p:cNvGrpSpPr/>
          <p:nvPr>
            <p:custDataLst>
              <p:tags r:id="rId14"/>
            </p:custDataLst>
          </p:nvPr>
        </p:nvGrpSpPr>
        <p:grpSpPr>
          <a:xfrm>
            <a:off x="608302" y="2649475"/>
            <a:ext cx="131556" cy="131556"/>
            <a:chOff x="554563" y="2632644"/>
            <a:chExt cx="131556" cy="131556"/>
          </a:xfrm>
        </p:grpSpPr>
        <p:sp>
          <p:nvSpPr>
            <p:cNvPr id="162" name="Box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3720D91D-8811-4A34-82C4-5CC12AB5E033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163" name="Check" descr="&lt;SmartSettings&gt;&lt;SmartResize anchorLeft=&quot;Absolute&quot; anchorTop=&quot;None&quot; anchorRight=&quot;None&quot; anchorBottom=&quot;None&quot; /&gt;&lt;/SmartSettings&gt;" hidden="1">
              <a:extLst>
                <a:ext uri="{FF2B5EF4-FFF2-40B4-BE49-F238E27FC236}">
                  <a16:creationId xmlns:a16="http://schemas.microsoft.com/office/drawing/2014/main" id="{30414803-B158-42BF-9A7A-7D7B58E5111D}"/>
                </a:ext>
              </a:extLst>
            </p:cNvPr>
            <p:cNvSpPr>
              <a:spLocks noEditPoints="1"/>
            </p:cNvSpPr>
            <p:nvPr>
              <p:custDataLst>
                <p:tags r:id="rId25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164" name="Accept">
            <a:extLst>
              <a:ext uri="{FF2B5EF4-FFF2-40B4-BE49-F238E27FC236}">
                <a16:creationId xmlns:a16="http://schemas.microsoft.com/office/drawing/2014/main" id="{4E4FA282-6682-4887-9BAE-99F4E917FB4F}"/>
              </a:ext>
            </a:extLst>
          </p:cNvPr>
          <p:cNvSpPr>
            <a:spLocks noChangeAspect="1"/>
          </p:cNvSpPr>
          <p:nvPr/>
        </p:nvSpPr>
        <p:spPr bwMode="auto">
          <a:xfrm>
            <a:off x="644667" y="2685847"/>
            <a:ext cx="58826" cy="52208"/>
          </a:xfrm>
          <a:custGeom>
            <a:avLst/>
            <a:gdLst>
              <a:gd name="T0" fmla="*/ 504 w 525"/>
              <a:gd name="T1" fmla="*/ 3 h 467"/>
              <a:gd name="T2" fmla="*/ 495 w 525"/>
              <a:gd name="T3" fmla="*/ 9 h 467"/>
              <a:gd name="T4" fmla="*/ 223 w 525"/>
              <a:gd name="T5" fmla="*/ 431 h 467"/>
              <a:gd name="T6" fmla="*/ 35 w 525"/>
              <a:gd name="T7" fmla="*/ 262 h 467"/>
              <a:gd name="T8" fmla="*/ 18 w 525"/>
              <a:gd name="T9" fmla="*/ 282 h 467"/>
              <a:gd name="T10" fmla="*/ 217 w 525"/>
              <a:gd name="T11" fmla="*/ 462 h 467"/>
              <a:gd name="T12" fmla="*/ 237 w 525"/>
              <a:gd name="T13" fmla="*/ 459 h 467"/>
              <a:gd name="T14" fmla="*/ 518 w 525"/>
              <a:gd name="T15" fmla="*/ 23 h 467"/>
              <a:gd name="T16" fmla="*/ 504 w 525"/>
              <a:gd name="T17" fmla="*/ 3 h 4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25" h="467">
                <a:moveTo>
                  <a:pt x="504" y="3"/>
                </a:moveTo>
                <a:cubicBezTo>
                  <a:pt x="500" y="3"/>
                  <a:pt x="497" y="6"/>
                  <a:pt x="495" y="9"/>
                </a:cubicBezTo>
                <a:lnTo>
                  <a:pt x="223" y="431"/>
                </a:lnTo>
                <a:lnTo>
                  <a:pt x="35" y="262"/>
                </a:lnTo>
                <a:cubicBezTo>
                  <a:pt x="22" y="245"/>
                  <a:pt x="0" y="271"/>
                  <a:pt x="18" y="282"/>
                </a:cubicBezTo>
                <a:lnTo>
                  <a:pt x="217" y="462"/>
                </a:lnTo>
                <a:cubicBezTo>
                  <a:pt x="223" y="467"/>
                  <a:pt x="232" y="466"/>
                  <a:pt x="237" y="459"/>
                </a:cubicBezTo>
                <a:lnTo>
                  <a:pt x="518" y="23"/>
                </a:lnTo>
                <a:cubicBezTo>
                  <a:pt x="525" y="13"/>
                  <a:pt x="515" y="0"/>
                  <a:pt x="504" y="3"/>
                </a:cubicBezTo>
                <a:close/>
              </a:path>
            </a:pathLst>
          </a:cu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b="1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65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363FD023-C173-435C-8F15-DD529135C442}"/>
              </a:ext>
            </a:extLst>
          </p:cNvPr>
          <p:cNvGrpSpPr/>
          <p:nvPr>
            <p:custDataLst>
              <p:tags r:id="rId15"/>
            </p:custDataLst>
          </p:nvPr>
        </p:nvGrpSpPr>
        <p:grpSpPr>
          <a:xfrm>
            <a:off x="608302" y="2930390"/>
            <a:ext cx="131556" cy="131556"/>
            <a:chOff x="554563" y="2632644"/>
            <a:chExt cx="131556" cy="131556"/>
          </a:xfrm>
        </p:grpSpPr>
        <p:sp>
          <p:nvSpPr>
            <p:cNvPr id="166" name="Box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C4492B02-6547-44DE-AF9B-BE7CEABBC217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167" name="Check" descr="&lt;SmartSettings&gt;&lt;SmartResize anchorLeft=&quot;Absolute&quot; anchorTop=&quot;None&quot; anchorRight=&quot;None&quot; anchorBottom=&quot;None&quot; /&gt;&lt;/SmartSettings&gt;" hidden="1">
              <a:extLst>
                <a:ext uri="{FF2B5EF4-FFF2-40B4-BE49-F238E27FC236}">
                  <a16:creationId xmlns:a16="http://schemas.microsoft.com/office/drawing/2014/main" id="{30BEC20E-663F-49BF-A0D0-24101203301D}"/>
                </a:ext>
              </a:extLst>
            </p:cNvPr>
            <p:cNvSpPr>
              <a:spLocks noEditPoints="1"/>
            </p:cNvSpPr>
            <p:nvPr>
              <p:custDataLst>
                <p:tags r:id="rId23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168" name="Accept">
            <a:extLst>
              <a:ext uri="{FF2B5EF4-FFF2-40B4-BE49-F238E27FC236}">
                <a16:creationId xmlns:a16="http://schemas.microsoft.com/office/drawing/2014/main" id="{FEDC595A-5E57-4427-90B6-AB9E643F72E5}"/>
              </a:ext>
            </a:extLst>
          </p:cNvPr>
          <p:cNvSpPr>
            <a:spLocks noChangeAspect="1"/>
          </p:cNvSpPr>
          <p:nvPr/>
        </p:nvSpPr>
        <p:spPr bwMode="auto">
          <a:xfrm>
            <a:off x="644667" y="2966762"/>
            <a:ext cx="58826" cy="52208"/>
          </a:xfrm>
          <a:custGeom>
            <a:avLst/>
            <a:gdLst>
              <a:gd name="T0" fmla="*/ 504 w 525"/>
              <a:gd name="T1" fmla="*/ 3 h 467"/>
              <a:gd name="T2" fmla="*/ 495 w 525"/>
              <a:gd name="T3" fmla="*/ 9 h 467"/>
              <a:gd name="T4" fmla="*/ 223 w 525"/>
              <a:gd name="T5" fmla="*/ 431 h 467"/>
              <a:gd name="T6" fmla="*/ 35 w 525"/>
              <a:gd name="T7" fmla="*/ 262 h 467"/>
              <a:gd name="T8" fmla="*/ 18 w 525"/>
              <a:gd name="T9" fmla="*/ 282 h 467"/>
              <a:gd name="T10" fmla="*/ 217 w 525"/>
              <a:gd name="T11" fmla="*/ 462 h 467"/>
              <a:gd name="T12" fmla="*/ 237 w 525"/>
              <a:gd name="T13" fmla="*/ 459 h 467"/>
              <a:gd name="T14" fmla="*/ 518 w 525"/>
              <a:gd name="T15" fmla="*/ 23 h 467"/>
              <a:gd name="T16" fmla="*/ 504 w 525"/>
              <a:gd name="T17" fmla="*/ 3 h 4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25" h="467">
                <a:moveTo>
                  <a:pt x="504" y="3"/>
                </a:moveTo>
                <a:cubicBezTo>
                  <a:pt x="500" y="3"/>
                  <a:pt x="497" y="6"/>
                  <a:pt x="495" y="9"/>
                </a:cubicBezTo>
                <a:lnTo>
                  <a:pt x="223" y="431"/>
                </a:lnTo>
                <a:lnTo>
                  <a:pt x="35" y="262"/>
                </a:lnTo>
                <a:cubicBezTo>
                  <a:pt x="22" y="245"/>
                  <a:pt x="0" y="271"/>
                  <a:pt x="18" y="282"/>
                </a:cubicBezTo>
                <a:lnTo>
                  <a:pt x="217" y="462"/>
                </a:lnTo>
                <a:cubicBezTo>
                  <a:pt x="223" y="467"/>
                  <a:pt x="232" y="466"/>
                  <a:pt x="237" y="459"/>
                </a:cubicBezTo>
                <a:lnTo>
                  <a:pt x="518" y="23"/>
                </a:lnTo>
                <a:cubicBezTo>
                  <a:pt x="525" y="13"/>
                  <a:pt x="515" y="0"/>
                  <a:pt x="504" y="3"/>
                </a:cubicBezTo>
                <a:close/>
              </a:path>
            </a:pathLst>
          </a:cu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b="1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79C4239C-F095-4632-8D16-7FA8EC5B5CC6}"/>
              </a:ext>
            </a:extLst>
          </p:cNvPr>
          <p:cNvCxnSpPr/>
          <p:nvPr/>
        </p:nvCxnSpPr>
        <p:spPr>
          <a:xfrm>
            <a:off x="526676" y="4052218"/>
            <a:ext cx="153841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직선 연결선 168">
            <a:extLst>
              <a:ext uri="{FF2B5EF4-FFF2-40B4-BE49-F238E27FC236}">
                <a16:creationId xmlns:a16="http://schemas.microsoft.com/office/drawing/2014/main" id="{E01EDE70-9D44-4506-A1DC-61CCB4E5B567}"/>
              </a:ext>
            </a:extLst>
          </p:cNvPr>
          <p:cNvCxnSpPr/>
          <p:nvPr/>
        </p:nvCxnSpPr>
        <p:spPr>
          <a:xfrm>
            <a:off x="2259910" y="4066197"/>
            <a:ext cx="153841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E3F8AE3-7355-4FBB-99E6-459E9CD46C09}"/>
              </a:ext>
            </a:extLst>
          </p:cNvPr>
          <p:cNvSpPr txBox="1"/>
          <p:nvPr/>
        </p:nvSpPr>
        <p:spPr>
          <a:xfrm>
            <a:off x="1133140" y="4175962"/>
            <a:ext cx="122391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chemeClr val="bg1"/>
                </a:solidFill>
              </a:rPr>
              <a:t>보험료 </a:t>
            </a:r>
            <a:r>
              <a:rPr lang="en-US" altLang="ko-KR" sz="800" b="1" dirty="0">
                <a:solidFill>
                  <a:schemeClr val="bg1"/>
                </a:solidFill>
              </a:rPr>
              <a:t>: 20,000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000B0B1F-EDCC-44D4-AFA3-0F019FB784EF}"/>
              </a:ext>
            </a:extLst>
          </p:cNvPr>
          <p:cNvSpPr txBox="1"/>
          <p:nvPr/>
        </p:nvSpPr>
        <p:spPr>
          <a:xfrm>
            <a:off x="1135273" y="4472582"/>
            <a:ext cx="122391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chemeClr val="accent1"/>
                </a:solidFill>
              </a:rPr>
              <a:t>보험료 </a:t>
            </a:r>
            <a:r>
              <a:rPr lang="en-US" altLang="ko-KR" sz="800" b="1" dirty="0">
                <a:solidFill>
                  <a:schemeClr val="accent1"/>
                </a:solidFill>
              </a:rPr>
              <a:t>: 32,000</a:t>
            </a:r>
            <a:endParaRPr lang="ko-KR" altLang="en-US" sz="800" b="1" dirty="0">
              <a:solidFill>
                <a:schemeClr val="accent1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DBFA45D3-9AEC-4B6A-9157-9F9D2E40FDD6}"/>
              </a:ext>
            </a:extLst>
          </p:cNvPr>
          <p:cNvSpPr txBox="1"/>
          <p:nvPr/>
        </p:nvSpPr>
        <p:spPr>
          <a:xfrm>
            <a:off x="1140995" y="4756564"/>
            <a:ext cx="122391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chemeClr val="accent1"/>
                </a:solidFill>
              </a:rPr>
              <a:t>보험료 </a:t>
            </a:r>
            <a:r>
              <a:rPr lang="en-US" altLang="ko-KR" sz="800" b="1" dirty="0">
                <a:solidFill>
                  <a:schemeClr val="accent1"/>
                </a:solidFill>
              </a:rPr>
              <a:t>: 43,000</a:t>
            </a:r>
            <a:endParaRPr lang="ko-KR" altLang="en-US" sz="800" b="1" dirty="0">
              <a:solidFill>
                <a:schemeClr val="accent1"/>
              </a:solidFill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781F6E5D-4E8B-44C6-9634-BB3D8BC752AC}"/>
              </a:ext>
            </a:extLst>
          </p:cNvPr>
          <p:cNvSpPr txBox="1"/>
          <p:nvPr/>
        </p:nvSpPr>
        <p:spPr>
          <a:xfrm>
            <a:off x="2890609" y="4461838"/>
            <a:ext cx="122391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chemeClr val="accent1"/>
                </a:solidFill>
              </a:rPr>
              <a:t>보험료 </a:t>
            </a:r>
            <a:r>
              <a:rPr lang="en-US" altLang="ko-KR" sz="800" b="1" dirty="0">
                <a:solidFill>
                  <a:schemeClr val="accent1"/>
                </a:solidFill>
              </a:rPr>
              <a:t>: 23,000</a:t>
            </a:r>
            <a:endParaRPr lang="ko-KR" altLang="en-US" sz="800" b="1" dirty="0">
              <a:solidFill>
                <a:schemeClr val="accent1"/>
              </a:solidFill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760D6A79-4C53-46B9-BCBF-B12F4867BA15}"/>
              </a:ext>
            </a:extLst>
          </p:cNvPr>
          <p:cNvSpPr txBox="1"/>
          <p:nvPr/>
        </p:nvSpPr>
        <p:spPr>
          <a:xfrm>
            <a:off x="2893366" y="4744775"/>
            <a:ext cx="122391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chemeClr val="accent1"/>
                </a:solidFill>
              </a:rPr>
              <a:t>보험료 </a:t>
            </a:r>
            <a:r>
              <a:rPr lang="en-US" altLang="ko-KR" sz="800" b="1" dirty="0">
                <a:solidFill>
                  <a:schemeClr val="accent1"/>
                </a:solidFill>
              </a:rPr>
              <a:t>: 40,000</a:t>
            </a:r>
            <a:endParaRPr lang="ko-KR" altLang="en-US" sz="800" b="1" dirty="0">
              <a:solidFill>
                <a:schemeClr val="accent1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4435A5AB-79C8-47AC-8C9D-E16D0B3268F5}"/>
              </a:ext>
            </a:extLst>
          </p:cNvPr>
          <p:cNvSpPr txBox="1"/>
          <p:nvPr/>
        </p:nvSpPr>
        <p:spPr>
          <a:xfrm>
            <a:off x="2903839" y="4205211"/>
            <a:ext cx="122391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chemeClr val="bg1"/>
                </a:solidFill>
              </a:rPr>
              <a:t>보험료 </a:t>
            </a:r>
            <a:r>
              <a:rPr lang="en-US" altLang="ko-KR" sz="800" b="1" dirty="0">
                <a:solidFill>
                  <a:schemeClr val="bg1"/>
                </a:solidFill>
              </a:rPr>
              <a:t>: 11,000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0F7C9095-6F1F-459D-9765-4E40D77F3BCD}"/>
              </a:ext>
            </a:extLst>
          </p:cNvPr>
          <p:cNvSpPr/>
          <p:nvPr/>
        </p:nvSpPr>
        <p:spPr>
          <a:xfrm>
            <a:off x="469535" y="1300994"/>
            <a:ext cx="247137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solidFill>
                  <a:schemeClr val="accent2">
                    <a:lumMod val="75000"/>
                  </a:schemeClr>
                </a:solidFill>
                <a:latin typeface="나눔고딕" pitchFamily="2" charset="-127"/>
                <a:ea typeface="나눔고딕" pitchFamily="2" charset="-127"/>
              </a:rPr>
              <a:t>청약신청</a:t>
            </a:r>
          </a:p>
        </p:txBody>
      </p:sp>
      <p:sp>
        <p:nvSpPr>
          <p:cNvPr id="131" name="사각형: 둥근 모서리 130">
            <a:extLst>
              <a:ext uri="{FF2B5EF4-FFF2-40B4-BE49-F238E27FC236}">
                <a16:creationId xmlns:a16="http://schemas.microsoft.com/office/drawing/2014/main" id="{5EBE45EA-474D-49CB-9AD0-66D9B7C4F3F0}"/>
              </a:ext>
            </a:extLst>
          </p:cNvPr>
          <p:cNvSpPr/>
          <p:nvPr/>
        </p:nvSpPr>
        <p:spPr>
          <a:xfrm>
            <a:off x="4003569" y="3783587"/>
            <a:ext cx="1534826" cy="1243692"/>
          </a:xfrm>
          <a:prstGeom prst="roundRect">
            <a:avLst>
              <a:gd name="adj" fmla="val 445"/>
            </a:avLst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D4A20FE4-53AD-4449-839A-BA67D48A66FF}"/>
              </a:ext>
            </a:extLst>
          </p:cNvPr>
          <p:cNvSpPr/>
          <p:nvPr/>
        </p:nvSpPr>
        <p:spPr>
          <a:xfrm>
            <a:off x="4003583" y="3774725"/>
            <a:ext cx="1421690" cy="25545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latin typeface="나눔고딕" pitchFamily="2" charset="-127"/>
                <a:ea typeface="나눔고딕" pitchFamily="2" charset="-127"/>
              </a:rPr>
              <a:t>홍순 </a:t>
            </a:r>
            <a:r>
              <a:rPr lang="en-US" altLang="ko-KR" sz="800" b="1" dirty="0">
                <a:latin typeface="나눔고딕" pitchFamily="2" charset="-127"/>
                <a:ea typeface="나눔고딕" pitchFamily="2" charset="-127"/>
              </a:rPr>
              <a:t>: undefined</a:t>
            </a:r>
            <a:endParaRPr lang="ko-KR" altLang="en-US" sz="11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35" name="사각형: 둥근 모서리 134">
            <a:extLst>
              <a:ext uri="{FF2B5EF4-FFF2-40B4-BE49-F238E27FC236}">
                <a16:creationId xmlns:a16="http://schemas.microsoft.com/office/drawing/2014/main" id="{D2852337-8827-40E8-83D0-FF26D087B5AE}"/>
              </a:ext>
            </a:extLst>
          </p:cNvPr>
          <p:cNvSpPr/>
          <p:nvPr/>
        </p:nvSpPr>
        <p:spPr>
          <a:xfrm>
            <a:off x="5733756" y="3781867"/>
            <a:ext cx="1534826" cy="1243692"/>
          </a:xfrm>
          <a:prstGeom prst="roundRect">
            <a:avLst>
              <a:gd name="adj" fmla="val 445"/>
            </a:avLst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2A956A60-4717-4977-9A6E-C0E1739A5A03}"/>
              </a:ext>
            </a:extLst>
          </p:cNvPr>
          <p:cNvSpPr/>
          <p:nvPr/>
        </p:nvSpPr>
        <p:spPr>
          <a:xfrm>
            <a:off x="5739197" y="3756984"/>
            <a:ext cx="1397414" cy="25545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latin typeface="나눔고딕" pitchFamily="2" charset="-127"/>
                <a:ea typeface="나눔고딕" pitchFamily="2" charset="-127"/>
              </a:rPr>
              <a:t>홍진호 </a:t>
            </a:r>
            <a:r>
              <a:rPr lang="en-US" altLang="ko-KR" sz="800" b="1" dirty="0">
                <a:latin typeface="나눔고딕" pitchFamily="2" charset="-127"/>
                <a:ea typeface="나눔고딕" pitchFamily="2" charset="-127"/>
              </a:rPr>
              <a:t>: 910111-1</a:t>
            </a:r>
            <a:endParaRPr lang="ko-KR" altLang="en-US" sz="1100" dirty="0">
              <a:latin typeface="나눔고딕" pitchFamily="2" charset="-127"/>
              <a:ea typeface="나눔고딕" pitchFamily="2" charset="-127"/>
            </a:endParaRPr>
          </a:p>
        </p:txBody>
      </p:sp>
      <p:cxnSp>
        <p:nvCxnSpPr>
          <p:cNvPr id="137" name="직선 연결선 136">
            <a:extLst>
              <a:ext uri="{FF2B5EF4-FFF2-40B4-BE49-F238E27FC236}">
                <a16:creationId xmlns:a16="http://schemas.microsoft.com/office/drawing/2014/main" id="{7EF202BE-9FCA-4090-9356-0D09C548EDFF}"/>
              </a:ext>
            </a:extLst>
          </p:cNvPr>
          <p:cNvCxnSpPr/>
          <p:nvPr/>
        </p:nvCxnSpPr>
        <p:spPr>
          <a:xfrm>
            <a:off x="3999978" y="4049500"/>
            <a:ext cx="153841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직선 연결선 144">
            <a:extLst>
              <a:ext uri="{FF2B5EF4-FFF2-40B4-BE49-F238E27FC236}">
                <a16:creationId xmlns:a16="http://schemas.microsoft.com/office/drawing/2014/main" id="{243E8B95-99FB-48CE-8B1C-E7A349513A0F}"/>
              </a:ext>
            </a:extLst>
          </p:cNvPr>
          <p:cNvCxnSpPr/>
          <p:nvPr/>
        </p:nvCxnSpPr>
        <p:spPr>
          <a:xfrm>
            <a:off x="5730165" y="4044302"/>
            <a:ext cx="153841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Text Box">
            <a:extLst>
              <a:ext uri="{FF2B5EF4-FFF2-40B4-BE49-F238E27FC236}">
                <a16:creationId xmlns:a16="http://schemas.microsoft.com/office/drawing/2014/main" id="{C1CAB956-AB0E-4531-ACC2-A004A74DFEFC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5770469" y="4480417"/>
            <a:ext cx="1449423" cy="225703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256032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A1-2</a:t>
            </a:r>
          </a:p>
        </p:txBody>
      </p:sp>
      <p:sp>
        <p:nvSpPr>
          <p:cNvPr id="147" name="Text Box">
            <a:extLst>
              <a:ext uri="{FF2B5EF4-FFF2-40B4-BE49-F238E27FC236}">
                <a16:creationId xmlns:a16="http://schemas.microsoft.com/office/drawing/2014/main" id="{CC83D97F-8250-4B9C-83C2-E9B3BAA81391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5770470" y="4751435"/>
            <a:ext cx="1449423" cy="225703"/>
          </a:xfrm>
          <a:prstGeom prst="rect">
            <a:avLst/>
          </a:prstGeom>
          <a:solidFill>
            <a:schemeClr val="accent1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256032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A0-3</a:t>
            </a:r>
          </a:p>
        </p:txBody>
      </p:sp>
      <p:sp>
        <p:nvSpPr>
          <p:cNvPr id="148" name="Text Box">
            <a:extLst>
              <a:ext uri="{FF2B5EF4-FFF2-40B4-BE49-F238E27FC236}">
                <a16:creationId xmlns:a16="http://schemas.microsoft.com/office/drawing/2014/main" id="{CE96679E-A5EF-4F45-B7A0-05C62EB36621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5775262" y="4206293"/>
            <a:ext cx="1449423" cy="225703"/>
          </a:xfrm>
          <a:prstGeom prst="rect">
            <a:avLst/>
          </a:prstGeom>
          <a:noFill/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256032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A-2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D7E85DF8-BB25-4AB4-A464-A723ABACC9DC}"/>
              </a:ext>
            </a:extLst>
          </p:cNvPr>
          <p:cNvSpPr txBox="1"/>
          <p:nvPr/>
        </p:nvSpPr>
        <p:spPr>
          <a:xfrm>
            <a:off x="6367829" y="4221999"/>
            <a:ext cx="122391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chemeClr val="accent1"/>
                </a:solidFill>
              </a:rPr>
              <a:t>보험료 </a:t>
            </a:r>
            <a:r>
              <a:rPr lang="en-US" altLang="ko-KR" sz="800" b="1" dirty="0">
                <a:solidFill>
                  <a:schemeClr val="accent1"/>
                </a:solidFill>
              </a:rPr>
              <a:t>: 13,000</a:t>
            </a:r>
            <a:endParaRPr lang="ko-KR" altLang="en-US" sz="800" b="1" dirty="0">
              <a:solidFill>
                <a:schemeClr val="accent1"/>
              </a:solidFill>
            </a:endParaRP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FD00BA4E-DFFA-4CEE-9EAE-603A203A0E1A}"/>
              </a:ext>
            </a:extLst>
          </p:cNvPr>
          <p:cNvSpPr txBox="1"/>
          <p:nvPr/>
        </p:nvSpPr>
        <p:spPr>
          <a:xfrm>
            <a:off x="6375889" y="4498301"/>
            <a:ext cx="122391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chemeClr val="accent1"/>
                </a:solidFill>
              </a:rPr>
              <a:t>보험료 </a:t>
            </a:r>
            <a:r>
              <a:rPr lang="en-US" altLang="ko-KR" sz="800" b="1" dirty="0">
                <a:solidFill>
                  <a:schemeClr val="accent1"/>
                </a:solidFill>
              </a:rPr>
              <a:t>: 33,000</a:t>
            </a:r>
            <a:endParaRPr lang="ko-KR" altLang="en-US" sz="800" b="1" dirty="0">
              <a:solidFill>
                <a:schemeClr val="accent1"/>
              </a:solidFill>
            </a:endParaRP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44BDD9A9-E11C-4F3D-B17F-21E0890788D9}"/>
              </a:ext>
            </a:extLst>
          </p:cNvPr>
          <p:cNvSpPr txBox="1"/>
          <p:nvPr/>
        </p:nvSpPr>
        <p:spPr>
          <a:xfrm>
            <a:off x="6367433" y="4777740"/>
            <a:ext cx="122391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chemeClr val="bg1"/>
                </a:solidFill>
              </a:rPr>
              <a:t>보험료 </a:t>
            </a:r>
            <a:r>
              <a:rPr lang="en-US" altLang="ko-KR" sz="800" b="1" dirty="0">
                <a:solidFill>
                  <a:schemeClr val="bg1"/>
                </a:solidFill>
              </a:rPr>
              <a:t>: 43,000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24DAC1AF-88A3-4FA6-AA95-6E2BB5D0DC76}"/>
              </a:ext>
            </a:extLst>
          </p:cNvPr>
          <p:cNvSpPr txBox="1"/>
          <p:nvPr/>
        </p:nvSpPr>
        <p:spPr>
          <a:xfrm>
            <a:off x="499489" y="892976"/>
            <a:ext cx="152327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나눔고딕" pitchFamily="2" charset="-127"/>
                <a:ea typeface="나눔고딕" pitchFamily="2" charset="-127"/>
              </a:rPr>
              <a:t>캐롯손해보험</a:t>
            </a:r>
            <a:r>
              <a:rPr lang="ko-KR" alt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itchFamily="2" charset="-127"/>
                <a:ea typeface="나눔고딕" pitchFamily="2" charset="-127"/>
              </a:rPr>
              <a:t> 관리자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FC272419-C173-44BC-B11F-0FE6F51CC9AD}"/>
              </a:ext>
            </a:extLst>
          </p:cNvPr>
          <p:cNvSpPr txBox="1"/>
          <p:nvPr/>
        </p:nvSpPr>
        <p:spPr>
          <a:xfrm>
            <a:off x="2878844" y="874552"/>
            <a:ext cx="71686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+mj-lt"/>
                <a:ea typeface="나눔고딕" pitchFamily="2" charset="-127"/>
              </a:rPr>
              <a:t>계약내역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DBD1FE72-FADA-4A65-9DA1-FE322A078797}"/>
              </a:ext>
            </a:extLst>
          </p:cNvPr>
          <p:cNvSpPr txBox="1"/>
          <p:nvPr/>
        </p:nvSpPr>
        <p:spPr>
          <a:xfrm>
            <a:off x="5550091" y="873968"/>
            <a:ext cx="55816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+mj-lt"/>
                <a:ea typeface="나눔고딕" pitchFamily="2" charset="-127"/>
              </a:rPr>
              <a:t>HELP </a:t>
            </a:r>
            <a:endParaRPr lang="ko-KR" altLang="en-US" sz="1100" dirty="0">
              <a:solidFill>
                <a:schemeClr val="bg1">
                  <a:lumMod val="50000"/>
                </a:schemeClr>
              </a:solidFill>
              <a:latin typeface="+mj-lt"/>
              <a:ea typeface="나눔고딕" pitchFamily="2" charset="-127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A1910FD3-7D4E-4746-B219-7F54583DA824}"/>
              </a:ext>
            </a:extLst>
          </p:cNvPr>
          <p:cNvSpPr txBox="1"/>
          <p:nvPr/>
        </p:nvSpPr>
        <p:spPr>
          <a:xfrm>
            <a:off x="2048020" y="874552"/>
            <a:ext cx="7665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나눔고딕" pitchFamily="2" charset="-127"/>
              </a:rPr>
              <a:t>청약신청 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49996E5A-9973-4632-971C-E615165B04CB}"/>
              </a:ext>
            </a:extLst>
          </p:cNvPr>
          <p:cNvSpPr txBox="1"/>
          <p:nvPr/>
        </p:nvSpPr>
        <p:spPr>
          <a:xfrm>
            <a:off x="3701236" y="884162"/>
            <a:ext cx="93968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고객사 관리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8DF91D11-DC21-4355-BCBA-FB0577EC28DE}"/>
              </a:ext>
            </a:extLst>
          </p:cNvPr>
          <p:cNvSpPr txBox="1"/>
          <p:nvPr/>
        </p:nvSpPr>
        <p:spPr>
          <a:xfrm>
            <a:off x="4705184" y="884162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보험플랜</a:t>
            </a:r>
          </a:p>
        </p:txBody>
      </p:sp>
      <p:sp>
        <p:nvSpPr>
          <p:cNvPr id="120" name="Text Box">
            <a:extLst>
              <a:ext uri="{FF2B5EF4-FFF2-40B4-BE49-F238E27FC236}">
                <a16:creationId xmlns:a16="http://schemas.microsoft.com/office/drawing/2014/main" id="{B28725F3-E3B3-4110-BAA5-73E046D80D11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4046221" y="4184716"/>
            <a:ext cx="1449423" cy="225703"/>
          </a:xfrm>
          <a:prstGeom prst="rect">
            <a:avLst/>
          </a:prstGeom>
          <a:solidFill>
            <a:schemeClr val="accent1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256032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A-2</a:t>
            </a:r>
          </a:p>
        </p:txBody>
      </p:sp>
      <p:sp>
        <p:nvSpPr>
          <p:cNvPr id="121" name="Text Box">
            <a:extLst>
              <a:ext uri="{FF2B5EF4-FFF2-40B4-BE49-F238E27FC236}">
                <a16:creationId xmlns:a16="http://schemas.microsoft.com/office/drawing/2014/main" id="{8ACAB5D7-9F3C-4A94-B747-5EA33FB44DAE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4046220" y="4463498"/>
            <a:ext cx="1449423" cy="225703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256032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A1-2</a:t>
            </a:r>
          </a:p>
        </p:txBody>
      </p:sp>
      <p:sp>
        <p:nvSpPr>
          <p:cNvPr id="122" name="Text Box">
            <a:extLst>
              <a:ext uri="{FF2B5EF4-FFF2-40B4-BE49-F238E27FC236}">
                <a16:creationId xmlns:a16="http://schemas.microsoft.com/office/drawing/2014/main" id="{D263E222-758D-4E89-A44F-5201FA396E22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4046221" y="4734516"/>
            <a:ext cx="1449423" cy="225703"/>
          </a:xfrm>
          <a:prstGeom prst="rect">
            <a:avLst/>
          </a:prstGeom>
          <a:solidFill>
            <a:schemeClr val="bg1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256032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A0-3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A90D6472-33E9-4B90-859F-8546981AFB9E}"/>
              </a:ext>
            </a:extLst>
          </p:cNvPr>
          <p:cNvSpPr txBox="1"/>
          <p:nvPr/>
        </p:nvSpPr>
        <p:spPr>
          <a:xfrm>
            <a:off x="4631447" y="4461494"/>
            <a:ext cx="122391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chemeClr val="accent1"/>
                </a:solidFill>
              </a:rPr>
              <a:t>보험료 </a:t>
            </a:r>
            <a:r>
              <a:rPr lang="en-US" altLang="ko-KR" sz="800" b="1" dirty="0">
                <a:solidFill>
                  <a:schemeClr val="accent1"/>
                </a:solidFill>
              </a:rPr>
              <a:t>: 23,000</a:t>
            </a:r>
            <a:endParaRPr lang="ko-KR" altLang="en-US" sz="800" b="1" dirty="0">
              <a:solidFill>
                <a:schemeClr val="accent1"/>
              </a:solidFill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A19BE198-627F-4AC5-8E8A-EB2CDBC8592F}"/>
              </a:ext>
            </a:extLst>
          </p:cNvPr>
          <p:cNvSpPr txBox="1"/>
          <p:nvPr/>
        </p:nvSpPr>
        <p:spPr>
          <a:xfrm>
            <a:off x="4634204" y="4744431"/>
            <a:ext cx="122391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chemeClr val="accent1"/>
                </a:solidFill>
              </a:rPr>
              <a:t>보험료 </a:t>
            </a:r>
            <a:r>
              <a:rPr lang="en-US" altLang="ko-KR" sz="800" b="1" dirty="0">
                <a:solidFill>
                  <a:schemeClr val="accent1"/>
                </a:solidFill>
              </a:rPr>
              <a:t>: 40,000</a:t>
            </a:r>
            <a:endParaRPr lang="ko-KR" altLang="en-US" sz="800" b="1" dirty="0">
              <a:solidFill>
                <a:schemeClr val="accent1"/>
              </a:solidFill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7D5C2B4D-93D2-4B8F-ACB5-55F2179D75C8}"/>
              </a:ext>
            </a:extLst>
          </p:cNvPr>
          <p:cNvSpPr txBox="1"/>
          <p:nvPr/>
        </p:nvSpPr>
        <p:spPr>
          <a:xfrm>
            <a:off x="4644677" y="4204867"/>
            <a:ext cx="122391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chemeClr val="bg1"/>
                </a:solidFill>
              </a:rPr>
              <a:t>보험료 </a:t>
            </a:r>
            <a:r>
              <a:rPr lang="en-US" altLang="ko-KR" sz="800" b="1" dirty="0">
                <a:solidFill>
                  <a:schemeClr val="bg1"/>
                </a:solidFill>
              </a:rPr>
              <a:t>: 11,000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139" name="사각형: 둥근 모서리 138">
            <a:extLst>
              <a:ext uri="{FF2B5EF4-FFF2-40B4-BE49-F238E27FC236}">
                <a16:creationId xmlns:a16="http://schemas.microsoft.com/office/drawing/2014/main" id="{F12DFC4F-545E-452F-9A7D-3E15C5BF53FD}"/>
              </a:ext>
            </a:extLst>
          </p:cNvPr>
          <p:cNvSpPr/>
          <p:nvPr/>
        </p:nvSpPr>
        <p:spPr>
          <a:xfrm>
            <a:off x="5001805" y="5287690"/>
            <a:ext cx="1528701" cy="23774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>
                <a:latin typeface="나눔고딕" pitchFamily="2" charset="-127"/>
                <a:ea typeface="나눔고딕" pitchFamily="2" charset="-127"/>
              </a:rPr>
              <a:t>카드 결제</a:t>
            </a:r>
          </a:p>
        </p:txBody>
      </p:sp>
      <p:sp>
        <p:nvSpPr>
          <p:cNvPr id="144" name="사각형: 둥근 모서리 143">
            <a:extLst>
              <a:ext uri="{FF2B5EF4-FFF2-40B4-BE49-F238E27FC236}">
                <a16:creationId xmlns:a16="http://schemas.microsoft.com/office/drawing/2014/main" id="{DC41C32B-70DE-4E9D-85F7-5CA3EA1C7CC4}"/>
              </a:ext>
            </a:extLst>
          </p:cNvPr>
          <p:cNvSpPr/>
          <p:nvPr/>
        </p:nvSpPr>
        <p:spPr>
          <a:xfrm>
            <a:off x="6620900" y="5287690"/>
            <a:ext cx="1729620" cy="23774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 err="1">
                <a:latin typeface="나눔고딕" pitchFamily="2" charset="-127"/>
                <a:ea typeface="나눔고딕" pitchFamily="2" charset="-127"/>
              </a:rPr>
              <a:t>후정산</a:t>
            </a:r>
            <a:endParaRPr lang="ko-KR" altLang="en-US" sz="800" b="1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70" name="직사각형 169">
            <a:extLst>
              <a:ext uri="{FF2B5EF4-FFF2-40B4-BE49-F238E27FC236}">
                <a16:creationId xmlns:a16="http://schemas.microsoft.com/office/drawing/2014/main" id="{77AE21D9-5545-4491-B33E-C4906083F021}"/>
              </a:ext>
            </a:extLst>
          </p:cNvPr>
          <p:cNvSpPr/>
          <p:nvPr/>
        </p:nvSpPr>
        <p:spPr>
          <a:xfrm>
            <a:off x="3118137" y="5191951"/>
            <a:ext cx="5124660" cy="3370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>
                <a:latin typeface="나눔고딕" pitchFamily="2" charset="-127"/>
                <a:ea typeface="나눔고딕" pitchFamily="2" charset="-127"/>
              </a:rPr>
              <a:t>총 납입보험료 </a:t>
            </a:r>
            <a:r>
              <a:rPr lang="en-US" altLang="ko-KR" sz="1200" b="1" dirty="0">
                <a:latin typeface="나눔고딕" pitchFamily="2" charset="-127"/>
                <a:ea typeface="나눔고딕" pitchFamily="2" charset="-127"/>
              </a:rPr>
              <a:t>: 31,000</a:t>
            </a:r>
            <a:r>
              <a:rPr lang="ko-KR" altLang="en-US" sz="1200" b="1" dirty="0">
                <a:latin typeface="나눔고딕" pitchFamily="2" charset="-127"/>
                <a:ea typeface="나눔고딕" pitchFamily="2" charset="-127"/>
              </a:rPr>
              <a:t>원</a:t>
            </a:r>
            <a:endParaRPr lang="ko-KR" altLang="en-US" sz="12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72" name="타원 6">
            <a:extLst>
              <a:ext uri="{FF2B5EF4-FFF2-40B4-BE49-F238E27FC236}">
                <a16:creationId xmlns:a16="http://schemas.microsoft.com/office/drawing/2014/main" id="{FBFF6EC6-7755-450D-8AC5-83A32B2C4D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9" y="4070251"/>
            <a:ext cx="190500" cy="1905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wrap="none" lIns="36000" tIns="36000" rIns="36000" bIns="36000" anchor="ctr"/>
          <a:lstStyle>
            <a:lvl1pPr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latinLnBrk="1" hangingPunct="1"/>
            <a:r>
              <a:rPr lang="en-US" altLang="ko-KR" sz="700" dirty="0">
                <a:solidFill>
                  <a:srgbClr val="FFFFFF"/>
                </a:solidFill>
                <a:latin typeface="+mn-ea"/>
                <a:ea typeface="+mn-ea"/>
              </a:rPr>
              <a:t>1</a:t>
            </a:r>
            <a:endParaRPr lang="ko-KR" altLang="en-US" sz="700" dirty="0">
              <a:solidFill>
                <a:srgbClr val="FFFFFF"/>
              </a:solidFill>
              <a:latin typeface="+mn-ea"/>
              <a:ea typeface="+mn-ea"/>
            </a:endParaRPr>
          </a:p>
        </p:txBody>
      </p:sp>
      <p:sp>
        <p:nvSpPr>
          <p:cNvPr id="173" name="타원 6">
            <a:extLst>
              <a:ext uri="{FF2B5EF4-FFF2-40B4-BE49-F238E27FC236}">
                <a16:creationId xmlns:a16="http://schemas.microsoft.com/office/drawing/2014/main" id="{C7A613AB-8DF9-4F28-98A3-2DAA4FD47C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023" y="4088291"/>
            <a:ext cx="190500" cy="1905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wrap="none" lIns="36000" tIns="36000" rIns="36000" bIns="36000" anchor="ctr"/>
          <a:lstStyle>
            <a:lvl1pPr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latinLnBrk="1" hangingPunct="1"/>
            <a:r>
              <a:rPr lang="en-US" altLang="ko-KR" sz="700" dirty="0">
                <a:solidFill>
                  <a:srgbClr val="FFFFFF"/>
                </a:solidFill>
                <a:latin typeface="+mn-ea"/>
                <a:ea typeface="+mn-ea"/>
              </a:rPr>
              <a:t>1-1</a:t>
            </a:r>
            <a:endParaRPr lang="ko-KR" altLang="en-US" sz="700" dirty="0">
              <a:solidFill>
                <a:srgbClr val="FFFFFF"/>
              </a:solidFill>
              <a:latin typeface="+mn-ea"/>
              <a:ea typeface="+mn-ea"/>
            </a:endParaRPr>
          </a:p>
        </p:txBody>
      </p:sp>
      <p:sp>
        <p:nvSpPr>
          <p:cNvPr id="174" name="타원 6">
            <a:extLst>
              <a:ext uri="{FF2B5EF4-FFF2-40B4-BE49-F238E27FC236}">
                <a16:creationId xmlns:a16="http://schemas.microsoft.com/office/drawing/2014/main" id="{41EF70F2-8232-4430-929C-1BFC664D4F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9672" y="4113703"/>
            <a:ext cx="190500" cy="1905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wrap="none" lIns="36000" tIns="36000" rIns="36000" bIns="36000" anchor="ctr"/>
          <a:lstStyle>
            <a:lvl1pPr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latinLnBrk="1" hangingPunct="1"/>
            <a:r>
              <a:rPr lang="en-US" altLang="ko-KR" sz="700" dirty="0">
                <a:solidFill>
                  <a:srgbClr val="FFFFFF"/>
                </a:solidFill>
                <a:latin typeface="+mn-ea"/>
                <a:ea typeface="+mn-ea"/>
              </a:rPr>
              <a:t>1-1</a:t>
            </a:r>
            <a:endParaRPr lang="ko-KR" altLang="en-US" sz="700" dirty="0">
              <a:solidFill>
                <a:srgbClr val="FFFFFF"/>
              </a:solidFill>
              <a:latin typeface="+mn-ea"/>
              <a:ea typeface="+mn-ea"/>
            </a:endParaRPr>
          </a:p>
        </p:txBody>
      </p:sp>
      <p:sp>
        <p:nvSpPr>
          <p:cNvPr id="177" name="타원 6">
            <a:extLst>
              <a:ext uri="{FF2B5EF4-FFF2-40B4-BE49-F238E27FC236}">
                <a16:creationId xmlns:a16="http://schemas.microsoft.com/office/drawing/2014/main" id="{9EED60E7-8EF0-4D36-B163-B1659DDA95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5838" y="4666140"/>
            <a:ext cx="190500" cy="1905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wrap="none" lIns="36000" tIns="36000" rIns="36000" bIns="36000" anchor="ctr"/>
          <a:lstStyle>
            <a:lvl1pPr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latinLnBrk="1" hangingPunct="1"/>
            <a:r>
              <a:rPr lang="en-US" altLang="ko-KR" sz="700" dirty="0">
                <a:solidFill>
                  <a:srgbClr val="FFFFFF"/>
                </a:solidFill>
                <a:latin typeface="+mn-ea"/>
                <a:ea typeface="+mn-ea"/>
              </a:rPr>
              <a:t>1-2</a:t>
            </a:r>
            <a:endParaRPr lang="ko-KR" altLang="en-US" sz="700" dirty="0">
              <a:solidFill>
                <a:srgbClr val="FFFFFF"/>
              </a:solidFill>
              <a:latin typeface="+mn-ea"/>
              <a:ea typeface="+mn-ea"/>
            </a:endParaRPr>
          </a:p>
        </p:txBody>
      </p:sp>
      <p:sp>
        <p:nvSpPr>
          <p:cNvPr id="178" name="타원 6">
            <a:extLst>
              <a:ext uri="{FF2B5EF4-FFF2-40B4-BE49-F238E27FC236}">
                <a16:creationId xmlns:a16="http://schemas.microsoft.com/office/drawing/2014/main" id="{D5E50515-859A-45F3-B1D4-B59F4C073B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6555" y="2883427"/>
            <a:ext cx="190500" cy="1905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wrap="none" lIns="36000" tIns="36000" rIns="36000" bIns="36000" anchor="ctr"/>
          <a:lstStyle>
            <a:lvl1pPr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latinLnBrk="1" hangingPunct="1"/>
            <a:r>
              <a:rPr lang="en-US" altLang="ko-KR" sz="700" dirty="0">
                <a:solidFill>
                  <a:srgbClr val="FFFFFF"/>
                </a:solidFill>
                <a:latin typeface="+mn-ea"/>
                <a:ea typeface="+mn-ea"/>
              </a:rPr>
              <a:t>1-2</a:t>
            </a:r>
            <a:endParaRPr lang="ko-KR" altLang="en-US" sz="700" dirty="0">
              <a:solidFill>
                <a:srgbClr val="FFFFFF"/>
              </a:solidFill>
              <a:latin typeface="+mn-ea"/>
              <a:ea typeface="+mn-ea"/>
            </a:endParaRPr>
          </a:p>
        </p:txBody>
      </p:sp>
      <p:sp>
        <p:nvSpPr>
          <p:cNvPr id="179" name="타원 6">
            <a:extLst>
              <a:ext uri="{FF2B5EF4-FFF2-40B4-BE49-F238E27FC236}">
                <a16:creationId xmlns:a16="http://schemas.microsoft.com/office/drawing/2014/main" id="{A2F53F86-210C-47C2-8454-1147FFBAF2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9145" y="1997837"/>
            <a:ext cx="190500" cy="1905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wrap="none" lIns="36000" tIns="36000" rIns="36000" bIns="36000" anchor="ctr"/>
          <a:lstStyle>
            <a:lvl1pPr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latinLnBrk="1" hangingPunct="1"/>
            <a:r>
              <a:rPr lang="en-US" altLang="ko-KR" sz="700" dirty="0">
                <a:solidFill>
                  <a:srgbClr val="FFFFFF"/>
                </a:solidFill>
                <a:latin typeface="+mn-ea"/>
                <a:ea typeface="+mn-ea"/>
              </a:rPr>
              <a:t>1-1</a:t>
            </a:r>
            <a:endParaRPr lang="ko-KR" altLang="en-US" sz="700" dirty="0">
              <a:solidFill>
                <a:srgbClr val="FFFFFF"/>
              </a:solidFill>
              <a:latin typeface="+mn-ea"/>
              <a:ea typeface="+mn-ea"/>
            </a:endParaRPr>
          </a:p>
        </p:txBody>
      </p:sp>
      <p:sp>
        <p:nvSpPr>
          <p:cNvPr id="183" name="타원 6">
            <a:extLst>
              <a:ext uri="{FF2B5EF4-FFF2-40B4-BE49-F238E27FC236}">
                <a16:creationId xmlns:a16="http://schemas.microsoft.com/office/drawing/2014/main" id="{D49C7A68-FF32-4565-8A1A-1189F769F0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1245" y="5216062"/>
            <a:ext cx="190500" cy="1905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wrap="none" lIns="36000" tIns="36000" rIns="36000" bIns="36000" anchor="ctr"/>
          <a:lstStyle>
            <a:lvl1pPr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latinLnBrk="1" hangingPunct="1"/>
            <a:r>
              <a:rPr lang="en-US" altLang="ko-KR" sz="700" dirty="0">
                <a:solidFill>
                  <a:srgbClr val="FFFFFF"/>
                </a:solidFill>
                <a:latin typeface="+mn-ea"/>
                <a:ea typeface="+mn-ea"/>
              </a:rPr>
              <a:t>2</a:t>
            </a:r>
            <a:endParaRPr lang="ko-KR" altLang="en-US" sz="700" dirty="0">
              <a:solidFill>
                <a:srgbClr val="FFFFFF"/>
              </a:solidFill>
              <a:latin typeface="+mn-ea"/>
              <a:ea typeface="+mn-ea"/>
            </a:endParaRPr>
          </a:p>
        </p:txBody>
      </p:sp>
      <p:sp>
        <p:nvSpPr>
          <p:cNvPr id="187" name="타원 6">
            <a:extLst>
              <a:ext uri="{FF2B5EF4-FFF2-40B4-BE49-F238E27FC236}">
                <a16:creationId xmlns:a16="http://schemas.microsoft.com/office/drawing/2014/main" id="{92BDC4B9-D659-4E95-AF74-300BD536DC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5650" y="5169958"/>
            <a:ext cx="190500" cy="1905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wrap="none" lIns="36000" tIns="36000" rIns="36000" bIns="36000" anchor="ctr"/>
          <a:lstStyle>
            <a:lvl1pPr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latinLnBrk="1" hangingPunct="1"/>
            <a:r>
              <a:rPr lang="en-US" altLang="ko-KR" sz="700" dirty="0">
                <a:solidFill>
                  <a:srgbClr val="FFFFFF"/>
                </a:solidFill>
                <a:latin typeface="+mn-ea"/>
                <a:ea typeface="+mn-ea"/>
              </a:rPr>
              <a:t>2</a:t>
            </a:r>
            <a:endParaRPr lang="ko-KR" altLang="en-US" sz="700" dirty="0">
              <a:solidFill>
                <a:srgbClr val="FFFFFF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303706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F887A-BAB4-AE73-C156-62A3B724C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6C713790-DE53-4281-0476-CB87470294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5638463"/>
              </p:ext>
            </p:extLst>
          </p:nvPr>
        </p:nvGraphicFramePr>
        <p:xfrm>
          <a:off x="8696507" y="811446"/>
          <a:ext cx="3128548" cy="5228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02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1751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ko-KR" sz="800" b="0" kern="12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Description</a:t>
                      </a:r>
                      <a:endParaRPr lang="ko-KR" altLang="en-US" sz="800" b="0" kern="1200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en-US" altLang="ko-KR" sz="8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227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</a:rPr>
                        <a:t>고정보험플랜이 존재할 경우 </a:t>
                      </a:r>
                      <a:r>
                        <a:rPr lang="en-US" altLang="ko-KR" sz="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</a:rPr>
                        <a:t>CASE </a:t>
                      </a:r>
                      <a:r>
                        <a:rPr lang="ko-KR" altLang="en-US" sz="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</a:rPr>
                        <a:t>즉시 결제 </a:t>
                      </a:r>
                      <a:r>
                        <a:rPr lang="en-US" altLang="ko-KR" sz="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</a:rPr>
                        <a:t>/ </a:t>
                      </a:r>
                      <a:r>
                        <a:rPr lang="ko-KR" altLang="en-US" sz="8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</a:rPr>
                        <a:t>후정산</a:t>
                      </a:r>
                      <a:r>
                        <a:rPr lang="ko-KR" altLang="en-US" sz="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</a:rPr>
                        <a:t> 청약 화면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9071" marR="99071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0085253"/>
                  </a:ext>
                </a:extLst>
              </a:tr>
              <a:tr h="7913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플랜 선택 영역</a:t>
                      </a:r>
                      <a:endParaRPr lang="en-US" altLang="ko-KR" sz="8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상단 테이블에서 플랜명을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입력하지 않은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CASE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(1-1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참조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ㄴ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23 PAGE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고객사 관리에서 </a:t>
                      </a:r>
                      <a:r>
                        <a:rPr lang="ko-KR" altLang="en-US" sz="800" b="0" u="sng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설정한 고정 보험플랜을</a:t>
                      </a:r>
                      <a:br>
                        <a:rPr lang="en-US" altLang="ko-KR" sz="800" b="0" u="sng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800" b="0" u="sng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2</a:t>
                      </a:r>
                      <a:r>
                        <a:rPr lang="ko-KR" altLang="en-US" sz="800" b="0" u="sng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번 </a:t>
                      </a:r>
                      <a:r>
                        <a:rPr lang="ko-KR" altLang="en-US" sz="800" b="0" u="sng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후정산</a:t>
                      </a:r>
                      <a:r>
                        <a:rPr lang="ko-KR" altLang="en-US" sz="800" b="0" u="sng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0" u="sng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 </a:t>
                      </a:r>
                      <a:r>
                        <a:rPr lang="ko-KR" altLang="en-US" sz="800" b="0" u="sng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청약 버튼 클릭  시 전송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?</a:t>
                      </a: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상단 테이블에서 플랜명을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입력 했을 경우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CASE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(1-2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참조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ㄴ 고객사 관리에서 설정한 </a:t>
                      </a:r>
                      <a:r>
                        <a:rPr lang="ko-KR" altLang="en-US" sz="800" b="0" u="sng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고정 보험플랜을 적용하지 않고</a:t>
                      </a:r>
                      <a:br>
                        <a:rPr lang="en-US" altLang="ko-KR" sz="800" b="0" u="sng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800" b="0" u="sng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2</a:t>
                      </a:r>
                      <a:r>
                        <a:rPr lang="ko-KR" altLang="en-US" sz="800" b="0" u="sng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번 </a:t>
                      </a:r>
                      <a:r>
                        <a:rPr lang="ko-KR" altLang="en-US" sz="800" b="0" u="sng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후정산</a:t>
                      </a:r>
                      <a:r>
                        <a:rPr lang="en-US" altLang="ko-KR" sz="800" b="0" u="sng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/</a:t>
                      </a:r>
                      <a:r>
                        <a:rPr lang="ko-KR" altLang="en-US" sz="800" b="0" u="sng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청약 버튼 클릭 시 입력한 값을 전송</a:t>
                      </a:r>
                      <a:endParaRPr lang="en-US" altLang="ko-KR" sz="800" b="0" u="sng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9071" marR="99071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484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카드 결제 및 </a:t>
                      </a:r>
                      <a:r>
                        <a:rPr lang="ko-KR" altLang="en-US" sz="800" b="1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후정산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고정보험플랜 존재 고객사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플랜명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입력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X CASE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ㄴ</a:t>
                      </a:r>
                      <a:r>
                        <a:rPr lang="ko-KR" altLang="en-US" sz="800" b="0" u="sng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설정한</a:t>
                      </a:r>
                      <a:r>
                        <a:rPr lang="ko-KR" altLang="en-US" sz="800" b="0" u="sng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고정 보험플랜을</a:t>
                      </a:r>
                      <a:br>
                        <a:rPr lang="en-US" altLang="ko-KR" sz="800" b="0" u="sng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800" b="0" u="sng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2</a:t>
                      </a:r>
                      <a:r>
                        <a:rPr lang="ko-KR" altLang="en-US" sz="800" b="0" u="sng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번 </a:t>
                      </a:r>
                      <a:r>
                        <a:rPr lang="ko-KR" altLang="en-US" sz="800" b="0" u="sng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후정산</a:t>
                      </a:r>
                      <a:r>
                        <a:rPr lang="ko-KR" altLang="en-US" sz="800" b="0" u="sng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0" u="sng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 </a:t>
                      </a:r>
                      <a:r>
                        <a:rPr lang="ko-KR" altLang="en-US" sz="800" b="0" u="sng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청약 버튼 클릭  시 전송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고정보험플랜 존재 고객사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플랜명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입력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O CASE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ㄴ 고객사 관리에서 설정한 </a:t>
                      </a:r>
                      <a:r>
                        <a:rPr lang="ko-KR" altLang="en-US" sz="800" b="0" u="sng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고정 보험플랜을 적용하지 않고</a:t>
                      </a:r>
                      <a:br>
                        <a:rPr lang="en-US" altLang="ko-KR" sz="800" b="0" u="sng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800" b="0" u="sng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2</a:t>
                      </a:r>
                      <a:r>
                        <a:rPr lang="ko-KR" altLang="en-US" sz="800" b="0" u="sng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번 </a:t>
                      </a:r>
                      <a:r>
                        <a:rPr lang="ko-KR" altLang="en-US" sz="800" b="0" u="sng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후정산</a:t>
                      </a:r>
                      <a:r>
                        <a:rPr lang="en-US" altLang="ko-KR" sz="800" b="0" u="sng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/</a:t>
                      </a:r>
                      <a:r>
                        <a:rPr lang="ko-KR" altLang="en-US" sz="800" b="0" u="sng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청약 버튼 클릭 시 입력한 값을 전송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9071" marR="99071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5424848"/>
                  </a:ext>
                </a:extLst>
              </a:tr>
              <a:tr h="87484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85551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9071" marR="99071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5966088"/>
                  </a:ext>
                </a:extLst>
              </a:tr>
              <a:tr h="87484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85551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9071" marR="99071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9296289"/>
                  </a:ext>
                </a:extLst>
              </a:tr>
            </a:tbl>
          </a:graphicData>
        </a:graphic>
      </p:graphicFrame>
      <p:sp>
        <p:nvSpPr>
          <p:cNvPr id="65" name="TextBox 64">
            <a:extLst>
              <a:ext uri="{FF2B5EF4-FFF2-40B4-BE49-F238E27FC236}">
                <a16:creationId xmlns:a16="http://schemas.microsoft.com/office/drawing/2014/main" id="{28EE15C2-726D-1206-37B5-A1B5551B8BB9}"/>
              </a:ext>
            </a:extLst>
          </p:cNvPr>
          <p:cNvSpPr txBox="1"/>
          <p:nvPr/>
        </p:nvSpPr>
        <p:spPr>
          <a:xfrm>
            <a:off x="4312366" y="199627"/>
            <a:ext cx="321589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고정보험플랜이 존재할 경우 </a:t>
            </a: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CASE 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즉시 결제 </a:t>
            </a: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/ </a:t>
            </a:r>
            <a:r>
              <a:rPr lang="ko-KR" altLang="en-US" sz="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후정산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청약 화면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CC5D9C1-99DF-3DA3-205C-4EC37F011E43}"/>
              </a:ext>
            </a:extLst>
          </p:cNvPr>
          <p:cNvSpPr txBox="1"/>
          <p:nvPr/>
        </p:nvSpPr>
        <p:spPr>
          <a:xfrm>
            <a:off x="4312366" y="419389"/>
            <a:ext cx="426013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고객사관리 </a:t>
            </a: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&gt; 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고정보험플랜 설정 </a:t>
            </a: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&gt; 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즉시 결제 또는 즉시 </a:t>
            </a:r>
            <a:r>
              <a:rPr lang="ko-KR" altLang="en-US" sz="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후정산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</a:t>
            </a: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&gt; 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청약신청 시 </a:t>
            </a: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CASE</a:t>
            </a:r>
            <a:endParaRPr lang="en-US" altLang="ko-KR" sz="900" dirty="0">
              <a:latin typeface="+mn-ea"/>
            </a:endParaRPr>
          </a:p>
        </p:txBody>
      </p:sp>
      <p:sp>
        <p:nvSpPr>
          <p:cNvPr id="354" name="TextBox 353">
            <a:extLst>
              <a:ext uri="{FF2B5EF4-FFF2-40B4-BE49-F238E27FC236}">
                <a16:creationId xmlns:a16="http://schemas.microsoft.com/office/drawing/2014/main" id="{5D3F8AB6-1831-B76D-B4B7-FF8771D3C835}"/>
              </a:ext>
            </a:extLst>
          </p:cNvPr>
          <p:cNvSpPr txBox="1"/>
          <p:nvPr/>
        </p:nvSpPr>
        <p:spPr>
          <a:xfrm>
            <a:off x="10848513" y="421528"/>
            <a:ext cx="9765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Page</a:t>
            </a:r>
            <a:endParaRPr lang="ko-KR" altLang="en-US" sz="80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4CBD29E-8571-8A7C-F2EC-405859348E90}"/>
              </a:ext>
            </a:extLst>
          </p:cNvPr>
          <p:cNvSpPr/>
          <p:nvPr/>
        </p:nvSpPr>
        <p:spPr>
          <a:xfrm>
            <a:off x="404237" y="811446"/>
            <a:ext cx="8000854" cy="4446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800" b="1" dirty="0">
              <a:solidFill>
                <a:schemeClr val="bg1">
                  <a:lumMod val="50000"/>
                </a:schemeClr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E66C289-79C8-AAF2-C948-7FBAC9E62BEE}"/>
              </a:ext>
            </a:extLst>
          </p:cNvPr>
          <p:cNvSpPr txBox="1"/>
          <p:nvPr/>
        </p:nvSpPr>
        <p:spPr>
          <a:xfrm>
            <a:off x="6865733" y="898520"/>
            <a:ext cx="152327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itchFamily="2" charset="-127"/>
                <a:ea typeface="나눔고딕" pitchFamily="2" charset="-127"/>
              </a:rPr>
              <a:t>{NAME}</a:t>
            </a:r>
            <a:endParaRPr lang="ko-KR" altLang="en-US" sz="1050" b="1" dirty="0">
              <a:solidFill>
                <a:schemeClr val="tx1">
                  <a:lumMod val="65000"/>
                  <a:lumOff val="35000"/>
                </a:schemeClr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00E838E-E647-F2FF-1FE8-1B0B0D7F5610}"/>
              </a:ext>
            </a:extLst>
          </p:cNvPr>
          <p:cNvSpPr txBox="1"/>
          <p:nvPr/>
        </p:nvSpPr>
        <p:spPr>
          <a:xfrm>
            <a:off x="7591343" y="909155"/>
            <a:ext cx="69121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u="sng" dirty="0">
                <a:solidFill>
                  <a:schemeClr val="bg1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로그아웃</a:t>
            </a:r>
          </a:p>
        </p:txBody>
      </p:sp>
      <p:pic>
        <p:nvPicPr>
          <p:cNvPr id="238" name="그림 237">
            <a:extLst>
              <a:ext uri="{FF2B5EF4-FFF2-40B4-BE49-F238E27FC236}">
                <a16:creationId xmlns:a16="http://schemas.microsoft.com/office/drawing/2014/main" id="{F648D153-5058-7BCA-E3B4-8825BD54D9D0}"/>
              </a:ext>
            </a:extLst>
          </p:cNvPr>
          <p:cNvPicPr>
            <a:picLocks noChangeAspect="1"/>
          </p:cNvPicPr>
          <p:nvPr/>
        </p:nvPicPr>
        <p:blipFill>
          <a:blip r:embed="rId23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5640" y="957994"/>
            <a:ext cx="142662" cy="142662"/>
          </a:xfrm>
          <a:prstGeom prst="rect">
            <a:avLst/>
          </a:prstGeom>
        </p:spPr>
      </p:pic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94EE4D56-34C8-465A-B0CA-C8283036F0AA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45200" y="1725228"/>
          <a:ext cx="7920090" cy="14410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6603">
                  <a:extLst>
                    <a:ext uri="{9D8B030D-6E8A-4147-A177-3AD203B41FA5}">
                      <a16:colId xmlns:a16="http://schemas.microsoft.com/office/drawing/2014/main" val="3149999645"/>
                    </a:ext>
                  </a:extLst>
                </a:gridCol>
                <a:gridCol w="686340">
                  <a:extLst>
                    <a:ext uri="{9D8B030D-6E8A-4147-A177-3AD203B41FA5}">
                      <a16:colId xmlns:a16="http://schemas.microsoft.com/office/drawing/2014/main" val="144949006"/>
                    </a:ext>
                  </a:extLst>
                </a:gridCol>
                <a:gridCol w="730346">
                  <a:extLst>
                    <a:ext uri="{9D8B030D-6E8A-4147-A177-3AD203B41FA5}">
                      <a16:colId xmlns:a16="http://schemas.microsoft.com/office/drawing/2014/main" val="3613674393"/>
                    </a:ext>
                  </a:extLst>
                </a:gridCol>
                <a:gridCol w="902747">
                  <a:extLst>
                    <a:ext uri="{9D8B030D-6E8A-4147-A177-3AD203B41FA5}">
                      <a16:colId xmlns:a16="http://schemas.microsoft.com/office/drawing/2014/main" val="2622731716"/>
                    </a:ext>
                  </a:extLst>
                </a:gridCol>
                <a:gridCol w="875030">
                  <a:extLst>
                    <a:ext uri="{9D8B030D-6E8A-4147-A177-3AD203B41FA5}">
                      <a16:colId xmlns:a16="http://schemas.microsoft.com/office/drawing/2014/main" val="1881976941"/>
                    </a:ext>
                  </a:extLst>
                </a:gridCol>
                <a:gridCol w="875030">
                  <a:extLst>
                    <a:ext uri="{9D8B030D-6E8A-4147-A177-3AD203B41FA5}">
                      <a16:colId xmlns:a16="http://schemas.microsoft.com/office/drawing/2014/main" val="366950901"/>
                    </a:ext>
                  </a:extLst>
                </a:gridCol>
                <a:gridCol w="741680">
                  <a:extLst>
                    <a:ext uri="{9D8B030D-6E8A-4147-A177-3AD203B41FA5}">
                      <a16:colId xmlns:a16="http://schemas.microsoft.com/office/drawing/2014/main" val="3548355476"/>
                    </a:ext>
                  </a:extLst>
                </a:gridCol>
                <a:gridCol w="1006793">
                  <a:extLst>
                    <a:ext uri="{9D8B030D-6E8A-4147-A177-3AD203B41FA5}">
                      <a16:colId xmlns:a16="http://schemas.microsoft.com/office/drawing/2014/main" val="2697319228"/>
                    </a:ext>
                  </a:extLst>
                </a:gridCol>
                <a:gridCol w="913130">
                  <a:extLst>
                    <a:ext uri="{9D8B030D-6E8A-4147-A177-3AD203B41FA5}">
                      <a16:colId xmlns:a16="http://schemas.microsoft.com/office/drawing/2014/main" val="1424734495"/>
                    </a:ext>
                  </a:extLst>
                </a:gridCol>
                <a:gridCol w="772391">
                  <a:extLst>
                    <a:ext uri="{9D8B030D-6E8A-4147-A177-3AD203B41FA5}">
                      <a16:colId xmlns:a16="http://schemas.microsoft.com/office/drawing/2014/main" val="2460541664"/>
                    </a:ext>
                  </a:extLst>
                </a:gridCol>
              </a:tblGrid>
              <a:tr h="224170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* </a:t>
                      </a:r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고객사명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* </a:t>
                      </a:r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한글성명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*</a:t>
                      </a:r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주민등록번호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*</a:t>
                      </a:r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보험시작일시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*</a:t>
                      </a:r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보험종료일시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*</a:t>
                      </a:r>
                      <a:r>
                        <a:rPr lang="ko-KR" altLang="en-US" sz="800" b="1" dirty="0" err="1">
                          <a:solidFill>
                            <a:schemeClr val="bg1"/>
                          </a:solidFill>
                        </a:rPr>
                        <a:t>플랜명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영문성명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핸드폰번호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bg1"/>
                          </a:solidFill>
                        </a:rPr>
                        <a:t>티켓번호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4863723"/>
                  </a:ext>
                </a:extLst>
              </a:tr>
              <a:tr h="304230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SM C&amp;C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홍민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910125-111111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2026-01-21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2026-01-23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SMCNC_A2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HONGMIN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010-1111-1111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12312312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8413740"/>
                  </a:ext>
                </a:extLst>
              </a:tr>
              <a:tr h="304230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SM C&amp;C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홍길동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921111-111111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2026-01-21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2026-01-23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SMCNC_A2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HONG GILDONG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010-2222-2222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12311131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9820604"/>
                  </a:ext>
                </a:extLst>
              </a:tr>
              <a:tr h="304230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SM C&amp;C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홍순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7472760"/>
                  </a:ext>
                </a:extLst>
              </a:tr>
              <a:tr h="304230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홍진호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910111-123123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2026-01-21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2026-01-23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SMCNC_A2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6043149"/>
                  </a:ext>
                </a:extLst>
              </a:tr>
            </a:tbl>
          </a:graphicData>
        </a:graphic>
      </p:graphicFrame>
      <p:sp>
        <p:nvSpPr>
          <p:cNvPr id="89" name="Track">
            <a:extLst>
              <a:ext uri="{FF2B5EF4-FFF2-40B4-BE49-F238E27FC236}">
                <a16:creationId xmlns:a16="http://schemas.microsoft.com/office/drawing/2014/main" id="{5D706130-8AE5-4D05-9243-E3D3EC6DB82F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 rot="10800000">
            <a:off x="432194" y="3161489"/>
            <a:ext cx="7956453" cy="118619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7" name="Scroll Thumb">
            <a:extLst>
              <a:ext uri="{FF2B5EF4-FFF2-40B4-BE49-F238E27FC236}">
                <a16:creationId xmlns:a16="http://schemas.microsoft.com/office/drawing/2014/main" id="{0CB441AD-2200-47A0-BBCA-4EFFC96AB5D6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 rot="10800000">
            <a:off x="678840" y="3190177"/>
            <a:ext cx="5882364" cy="61243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8" name="Chevron">
            <a:extLst>
              <a:ext uri="{FF2B5EF4-FFF2-40B4-BE49-F238E27FC236}">
                <a16:creationId xmlns:a16="http://schemas.microsoft.com/office/drawing/2014/main" id="{970B054A-B384-4E51-A46B-DD91554B14C7}"/>
              </a:ext>
            </a:extLst>
          </p:cNvPr>
          <p:cNvSpPr>
            <a:spLocks noChangeAspect="1"/>
          </p:cNvSpPr>
          <p:nvPr>
            <p:custDataLst>
              <p:tags r:id="rId3"/>
            </p:custDataLst>
          </p:nvPr>
        </p:nvSpPr>
        <p:spPr bwMode="auto">
          <a:xfrm rot="5400000" flipH="1">
            <a:off x="513751" y="3200028"/>
            <a:ext cx="88545" cy="53979"/>
          </a:xfrm>
          <a:custGeom>
            <a:avLst/>
            <a:gdLst>
              <a:gd name="T0" fmla="*/ 0 w 197"/>
              <a:gd name="T1" fmla="*/ 0 h 115"/>
              <a:gd name="T2" fmla="*/ 99 w 197"/>
              <a:gd name="T3" fmla="*/ 115 h 115"/>
              <a:gd name="T4" fmla="*/ 197 w 197"/>
              <a:gd name="T5" fmla="*/ 0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7" h="115">
                <a:moveTo>
                  <a:pt x="0" y="0"/>
                </a:moveTo>
                <a:lnTo>
                  <a:pt x="99" y="115"/>
                </a:lnTo>
                <a:lnTo>
                  <a:pt x="197" y="0"/>
                </a:lnTo>
              </a:path>
            </a:pathLst>
          </a:custGeom>
          <a:noFill/>
          <a:ln w="6350" cap="sq">
            <a:solidFill>
              <a:srgbClr val="80808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9" name="Chevron">
            <a:extLst>
              <a:ext uri="{FF2B5EF4-FFF2-40B4-BE49-F238E27FC236}">
                <a16:creationId xmlns:a16="http://schemas.microsoft.com/office/drawing/2014/main" id="{41847578-DDFC-4C2A-9379-9B661395EC07}"/>
              </a:ext>
            </a:extLst>
          </p:cNvPr>
          <p:cNvSpPr>
            <a:spLocks noChangeAspect="1"/>
          </p:cNvSpPr>
          <p:nvPr>
            <p:custDataLst>
              <p:tags r:id="rId4"/>
            </p:custDataLst>
          </p:nvPr>
        </p:nvSpPr>
        <p:spPr bwMode="auto">
          <a:xfrm rot="16200000" flipH="1">
            <a:off x="8186193" y="3206880"/>
            <a:ext cx="88545" cy="53979"/>
          </a:xfrm>
          <a:custGeom>
            <a:avLst/>
            <a:gdLst>
              <a:gd name="T0" fmla="*/ 0 w 197"/>
              <a:gd name="T1" fmla="*/ 0 h 115"/>
              <a:gd name="T2" fmla="*/ 99 w 197"/>
              <a:gd name="T3" fmla="*/ 115 h 115"/>
              <a:gd name="T4" fmla="*/ 197 w 197"/>
              <a:gd name="T5" fmla="*/ 0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7" h="115">
                <a:moveTo>
                  <a:pt x="0" y="0"/>
                </a:moveTo>
                <a:lnTo>
                  <a:pt x="99" y="115"/>
                </a:lnTo>
                <a:lnTo>
                  <a:pt x="197" y="0"/>
                </a:lnTo>
              </a:path>
            </a:pathLst>
          </a:custGeom>
          <a:noFill/>
          <a:ln w="6350" cap="sq">
            <a:solidFill>
              <a:srgbClr val="80808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4" name="Rectangle 89">
            <a:extLst>
              <a:ext uri="{FF2B5EF4-FFF2-40B4-BE49-F238E27FC236}">
                <a16:creationId xmlns:a16="http://schemas.microsoft.com/office/drawing/2014/main" id="{D9028C65-BFF6-443E-A373-765F8883B1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9612" y="1402083"/>
            <a:ext cx="700908" cy="22713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chemeClr val="bg1"/>
                </a:solidFill>
              </a:rPr>
              <a:t>초기화</a:t>
            </a:r>
          </a:p>
        </p:txBody>
      </p:sp>
      <p:grpSp>
        <p:nvGrpSpPr>
          <p:cNvPr id="149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C7E249E0-4CED-4901-AE29-6597582AB012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608302" y="1763476"/>
            <a:ext cx="131556" cy="131556"/>
            <a:chOff x="554563" y="2632644"/>
            <a:chExt cx="131556" cy="131556"/>
          </a:xfrm>
        </p:grpSpPr>
        <p:sp>
          <p:nvSpPr>
            <p:cNvPr id="150" name="Box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2F0AD723-4ECC-4DB1-B04E-E19EA05FE3C2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151" name="Check" descr="&lt;SmartSettings&gt;&lt;SmartResize anchorLeft=&quot;Absolute&quot; anchorTop=&quot;None&quot; anchorRight=&quot;None&quot; anchorBottom=&quot;None&quot; /&gt;&lt;/SmartSettings&gt;" hidden="1">
              <a:extLst>
                <a:ext uri="{FF2B5EF4-FFF2-40B4-BE49-F238E27FC236}">
                  <a16:creationId xmlns:a16="http://schemas.microsoft.com/office/drawing/2014/main" id="{B53B68A7-A893-4846-A28C-1BE239EA5285}"/>
                </a:ext>
              </a:extLst>
            </p:cNvPr>
            <p:cNvSpPr>
              <a:spLocks noEditPoints="1"/>
            </p:cNvSpPr>
            <p:nvPr>
              <p:custDataLst>
                <p:tags r:id="rId21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152" name="Accept">
            <a:extLst>
              <a:ext uri="{FF2B5EF4-FFF2-40B4-BE49-F238E27FC236}">
                <a16:creationId xmlns:a16="http://schemas.microsoft.com/office/drawing/2014/main" id="{6C4D2558-8FFC-4F84-B636-DA68CBA6D544}"/>
              </a:ext>
            </a:extLst>
          </p:cNvPr>
          <p:cNvSpPr>
            <a:spLocks noChangeAspect="1"/>
          </p:cNvSpPr>
          <p:nvPr/>
        </p:nvSpPr>
        <p:spPr bwMode="auto">
          <a:xfrm>
            <a:off x="644667" y="1799848"/>
            <a:ext cx="58826" cy="52208"/>
          </a:xfrm>
          <a:custGeom>
            <a:avLst/>
            <a:gdLst>
              <a:gd name="T0" fmla="*/ 504 w 525"/>
              <a:gd name="T1" fmla="*/ 3 h 467"/>
              <a:gd name="T2" fmla="*/ 495 w 525"/>
              <a:gd name="T3" fmla="*/ 9 h 467"/>
              <a:gd name="T4" fmla="*/ 223 w 525"/>
              <a:gd name="T5" fmla="*/ 431 h 467"/>
              <a:gd name="T6" fmla="*/ 35 w 525"/>
              <a:gd name="T7" fmla="*/ 262 h 467"/>
              <a:gd name="T8" fmla="*/ 18 w 525"/>
              <a:gd name="T9" fmla="*/ 282 h 467"/>
              <a:gd name="T10" fmla="*/ 217 w 525"/>
              <a:gd name="T11" fmla="*/ 462 h 467"/>
              <a:gd name="T12" fmla="*/ 237 w 525"/>
              <a:gd name="T13" fmla="*/ 459 h 467"/>
              <a:gd name="T14" fmla="*/ 518 w 525"/>
              <a:gd name="T15" fmla="*/ 23 h 467"/>
              <a:gd name="T16" fmla="*/ 504 w 525"/>
              <a:gd name="T17" fmla="*/ 3 h 4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25" h="467">
                <a:moveTo>
                  <a:pt x="504" y="3"/>
                </a:moveTo>
                <a:cubicBezTo>
                  <a:pt x="500" y="3"/>
                  <a:pt x="497" y="6"/>
                  <a:pt x="495" y="9"/>
                </a:cubicBezTo>
                <a:lnTo>
                  <a:pt x="223" y="431"/>
                </a:lnTo>
                <a:lnTo>
                  <a:pt x="35" y="262"/>
                </a:lnTo>
                <a:cubicBezTo>
                  <a:pt x="22" y="245"/>
                  <a:pt x="0" y="271"/>
                  <a:pt x="18" y="282"/>
                </a:cubicBezTo>
                <a:lnTo>
                  <a:pt x="217" y="462"/>
                </a:lnTo>
                <a:cubicBezTo>
                  <a:pt x="223" y="467"/>
                  <a:pt x="232" y="466"/>
                  <a:pt x="237" y="459"/>
                </a:cubicBezTo>
                <a:lnTo>
                  <a:pt x="518" y="23"/>
                </a:lnTo>
                <a:cubicBezTo>
                  <a:pt x="525" y="13"/>
                  <a:pt x="515" y="0"/>
                  <a:pt x="504" y="3"/>
                </a:cubicBezTo>
                <a:close/>
              </a:path>
            </a:pathLst>
          </a:cu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b="1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53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09A52F57-E35C-4C96-ACAA-2FDD7E3420C8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608302" y="2042036"/>
            <a:ext cx="131556" cy="131556"/>
            <a:chOff x="554563" y="2632644"/>
            <a:chExt cx="131556" cy="131556"/>
          </a:xfrm>
        </p:grpSpPr>
        <p:sp>
          <p:nvSpPr>
            <p:cNvPr id="154" name="Box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87B61106-66DB-47F4-97DF-5FB55A7B6E43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155" name="Check" descr="&lt;SmartSettings&gt;&lt;SmartResize anchorLeft=&quot;Absolute&quot; anchorTop=&quot;None&quot; anchorRight=&quot;None&quot; anchorBottom=&quot;None&quot; /&gt;&lt;/SmartSettings&gt;" hidden="1">
              <a:extLst>
                <a:ext uri="{FF2B5EF4-FFF2-40B4-BE49-F238E27FC236}">
                  <a16:creationId xmlns:a16="http://schemas.microsoft.com/office/drawing/2014/main" id="{EE1294ED-465D-4BE7-BA50-16BFD8A64184}"/>
                </a:ext>
              </a:extLst>
            </p:cNvPr>
            <p:cNvSpPr>
              <a:spLocks noEditPoints="1"/>
            </p:cNvSpPr>
            <p:nvPr>
              <p:custDataLst>
                <p:tags r:id="rId19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156" name="Accept">
            <a:extLst>
              <a:ext uri="{FF2B5EF4-FFF2-40B4-BE49-F238E27FC236}">
                <a16:creationId xmlns:a16="http://schemas.microsoft.com/office/drawing/2014/main" id="{34B59F11-2627-4BC5-9F73-9E59750EE1E9}"/>
              </a:ext>
            </a:extLst>
          </p:cNvPr>
          <p:cNvSpPr>
            <a:spLocks noChangeAspect="1"/>
          </p:cNvSpPr>
          <p:nvPr/>
        </p:nvSpPr>
        <p:spPr bwMode="auto">
          <a:xfrm>
            <a:off x="644667" y="2078408"/>
            <a:ext cx="58826" cy="52208"/>
          </a:xfrm>
          <a:custGeom>
            <a:avLst/>
            <a:gdLst>
              <a:gd name="T0" fmla="*/ 504 w 525"/>
              <a:gd name="T1" fmla="*/ 3 h 467"/>
              <a:gd name="T2" fmla="*/ 495 w 525"/>
              <a:gd name="T3" fmla="*/ 9 h 467"/>
              <a:gd name="T4" fmla="*/ 223 w 525"/>
              <a:gd name="T5" fmla="*/ 431 h 467"/>
              <a:gd name="T6" fmla="*/ 35 w 525"/>
              <a:gd name="T7" fmla="*/ 262 h 467"/>
              <a:gd name="T8" fmla="*/ 18 w 525"/>
              <a:gd name="T9" fmla="*/ 282 h 467"/>
              <a:gd name="T10" fmla="*/ 217 w 525"/>
              <a:gd name="T11" fmla="*/ 462 h 467"/>
              <a:gd name="T12" fmla="*/ 237 w 525"/>
              <a:gd name="T13" fmla="*/ 459 h 467"/>
              <a:gd name="T14" fmla="*/ 518 w 525"/>
              <a:gd name="T15" fmla="*/ 23 h 467"/>
              <a:gd name="T16" fmla="*/ 504 w 525"/>
              <a:gd name="T17" fmla="*/ 3 h 4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25" h="467">
                <a:moveTo>
                  <a:pt x="504" y="3"/>
                </a:moveTo>
                <a:cubicBezTo>
                  <a:pt x="500" y="3"/>
                  <a:pt x="497" y="6"/>
                  <a:pt x="495" y="9"/>
                </a:cubicBezTo>
                <a:lnTo>
                  <a:pt x="223" y="431"/>
                </a:lnTo>
                <a:lnTo>
                  <a:pt x="35" y="262"/>
                </a:lnTo>
                <a:cubicBezTo>
                  <a:pt x="22" y="245"/>
                  <a:pt x="0" y="271"/>
                  <a:pt x="18" y="282"/>
                </a:cubicBezTo>
                <a:lnTo>
                  <a:pt x="217" y="462"/>
                </a:lnTo>
                <a:cubicBezTo>
                  <a:pt x="223" y="467"/>
                  <a:pt x="232" y="466"/>
                  <a:pt x="237" y="459"/>
                </a:cubicBezTo>
                <a:lnTo>
                  <a:pt x="518" y="23"/>
                </a:lnTo>
                <a:cubicBezTo>
                  <a:pt x="525" y="13"/>
                  <a:pt x="515" y="0"/>
                  <a:pt x="504" y="3"/>
                </a:cubicBezTo>
                <a:close/>
              </a:path>
            </a:pathLst>
          </a:cu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b="1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57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09632191-9D0E-48BB-B74D-7D47D31D34AC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608302" y="2331402"/>
            <a:ext cx="131556" cy="131556"/>
            <a:chOff x="554563" y="2632644"/>
            <a:chExt cx="131556" cy="131556"/>
          </a:xfrm>
        </p:grpSpPr>
        <p:sp>
          <p:nvSpPr>
            <p:cNvPr id="158" name="Box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37BD65EC-D825-44D1-AB2F-BA6E12AF2E2B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159" name="Check" descr="&lt;SmartSettings&gt;&lt;SmartResize anchorLeft=&quot;Absolute&quot; anchorTop=&quot;None&quot; anchorRight=&quot;None&quot; anchorBottom=&quot;None&quot; /&gt;&lt;/SmartSettings&gt;" hidden="1">
              <a:extLst>
                <a:ext uri="{FF2B5EF4-FFF2-40B4-BE49-F238E27FC236}">
                  <a16:creationId xmlns:a16="http://schemas.microsoft.com/office/drawing/2014/main" id="{926F79E2-D37D-41AE-8E13-037E4F696915}"/>
                </a:ext>
              </a:extLst>
            </p:cNvPr>
            <p:cNvSpPr>
              <a:spLocks noEditPoints="1"/>
            </p:cNvSpPr>
            <p:nvPr>
              <p:custDataLst>
                <p:tags r:id="rId17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160" name="Accept">
            <a:extLst>
              <a:ext uri="{FF2B5EF4-FFF2-40B4-BE49-F238E27FC236}">
                <a16:creationId xmlns:a16="http://schemas.microsoft.com/office/drawing/2014/main" id="{AC04235D-C8B3-4663-ACAD-639F04687C7D}"/>
              </a:ext>
            </a:extLst>
          </p:cNvPr>
          <p:cNvSpPr>
            <a:spLocks noChangeAspect="1"/>
          </p:cNvSpPr>
          <p:nvPr/>
        </p:nvSpPr>
        <p:spPr bwMode="auto">
          <a:xfrm>
            <a:off x="644667" y="2367774"/>
            <a:ext cx="58826" cy="52208"/>
          </a:xfrm>
          <a:custGeom>
            <a:avLst/>
            <a:gdLst>
              <a:gd name="T0" fmla="*/ 504 w 525"/>
              <a:gd name="T1" fmla="*/ 3 h 467"/>
              <a:gd name="T2" fmla="*/ 495 w 525"/>
              <a:gd name="T3" fmla="*/ 9 h 467"/>
              <a:gd name="T4" fmla="*/ 223 w 525"/>
              <a:gd name="T5" fmla="*/ 431 h 467"/>
              <a:gd name="T6" fmla="*/ 35 w 525"/>
              <a:gd name="T7" fmla="*/ 262 h 467"/>
              <a:gd name="T8" fmla="*/ 18 w 525"/>
              <a:gd name="T9" fmla="*/ 282 h 467"/>
              <a:gd name="T10" fmla="*/ 217 w 525"/>
              <a:gd name="T11" fmla="*/ 462 h 467"/>
              <a:gd name="T12" fmla="*/ 237 w 525"/>
              <a:gd name="T13" fmla="*/ 459 h 467"/>
              <a:gd name="T14" fmla="*/ 518 w 525"/>
              <a:gd name="T15" fmla="*/ 23 h 467"/>
              <a:gd name="T16" fmla="*/ 504 w 525"/>
              <a:gd name="T17" fmla="*/ 3 h 4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25" h="467">
                <a:moveTo>
                  <a:pt x="504" y="3"/>
                </a:moveTo>
                <a:cubicBezTo>
                  <a:pt x="500" y="3"/>
                  <a:pt x="497" y="6"/>
                  <a:pt x="495" y="9"/>
                </a:cubicBezTo>
                <a:lnTo>
                  <a:pt x="223" y="431"/>
                </a:lnTo>
                <a:lnTo>
                  <a:pt x="35" y="262"/>
                </a:lnTo>
                <a:cubicBezTo>
                  <a:pt x="22" y="245"/>
                  <a:pt x="0" y="271"/>
                  <a:pt x="18" y="282"/>
                </a:cubicBezTo>
                <a:lnTo>
                  <a:pt x="217" y="462"/>
                </a:lnTo>
                <a:cubicBezTo>
                  <a:pt x="223" y="467"/>
                  <a:pt x="232" y="466"/>
                  <a:pt x="237" y="459"/>
                </a:cubicBezTo>
                <a:lnTo>
                  <a:pt x="518" y="23"/>
                </a:lnTo>
                <a:cubicBezTo>
                  <a:pt x="525" y="13"/>
                  <a:pt x="515" y="0"/>
                  <a:pt x="504" y="3"/>
                </a:cubicBezTo>
                <a:close/>
              </a:path>
            </a:pathLst>
          </a:cu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b="1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61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67B4EAD9-06C6-4889-9D7D-1EDD72CB17F5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608302" y="2649475"/>
            <a:ext cx="131556" cy="131556"/>
            <a:chOff x="554563" y="2632644"/>
            <a:chExt cx="131556" cy="131556"/>
          </a:xfrm>
        </p:grpSpPr>
        <p:sp>
          <p:nvSpPr>
            <p:cNvPr id="162" name="Box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3720D91D-8811-4A34-82C4-5CC12AB5E033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163" name="Check" descr="&lt;SmartSettings&gt;&lt;SmartResize anchorLeft=&quot;Absolute&quot; anchorTop=&quot;None&quot; anchorRight=&quot;None&quot; anchorBottom=&quot;None&quot; /&gt;&lt;/SmartSettings&gt;" hidden="1">
              <a:extLst>
                <a:ext uri="{FF2B5EF4-FFF2-40B4-BE49-F238E27FC236}">
                  <a16:creationId xmlns:a16="http://schemas.microsoft.com/office/drawing/2014/main" id="{30414803-B158-42BF-9A7A-7D7B58E5111D}"/>
                </a:ext>
              </a:extLst>
            </p:cNvPr>
            <p:cNvSpPr>
              <a:spLocks noEditPoints="1"/>
            </p:cNvSpPr>
            <p:nvPr>
              <p:custDataLst>
                <p:tags r:id="rId15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164" name="Accept">
            <a:extLst>
              <a:ext uri="{FF2B5EF4-FFF2-40B4-BE49-F238E27FC236}">
                <a16:creationId xmlns:a16="http://schemas.microsoft.com/office/drawing/2014/main" id="{4E4FA282-6682-4887-9BAE-99F4E917FB4F}"/>
              </a:ext>
            </a:extLst>
          </p:cNvPr>
          <p:cNvSpPr>
            <a:spLocks noChangeAspect="1"/>
          </p:cNvSpPr>
          <p:nvPr/>
        </p:nvSpPr>
        <p:spPr bwMode="auto">
          <a:xfrm>
            <a:off x="644667" y="2685847"/>
            <a:ext cx="58826" cy="52208"/>
          </a:xfrm>
          <a:custGeom>
            <a:avLst/>
            <a:gdLst>
              <a:gd name="T0" fmla="*/ 504 w 525"/>
              <a:gd name="T1" fmla="*/ 3 h 467"/>
              <a:gd name="T2" fmla="*/ 495 w 525"/>
              <a:gd name="T3" fmla="*/ 9 h 467"/>
              <a:gd name="T4" fmla="*/ 223 w 525"/>
              <a:gd name="T5" fmla="*/ 431 h 467"/>
              <a:gd name="T6" fmla="*/ 35 w 525"/>
              <a:gd name="T7" fmla="*/ 262 h 467"/>
              <a:gd name="T8" fmla="*/ 18 w 525"/>
              <a:gd name="T9" fmla="*/ 282 h 467"/>
              <a:gd name="T10" fmla="*/ 217 w 525"/>
              <a:gd name="T11" fmla="*/ 462 h 467"/>
              <a:gd name="T12" fmla="*/ 237 w 525"/>
              <a:gd name="T13" fmla="*/ 459 h 467"/>
              <a:gd name="T14" fmla="*/ 518 w 525"/>
              <a:gd name="T15" fmla="*/ 23 h 467"/>
              <a:gd name="T16" fmla="*/ 504 w 525"/>
              <a:gd name="T17" fmla="*/ 3 h 4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25" h="467">
                <a:moveTo>
                  <a:pt x="504" y="3"/>
                </a:moveTo>
                <a:cubicBezTo>
                  <a:pt x="500" y="3"/>
                  <a:pt x="497" y="6"/>
                  <a:pt x="495" y="9"/>
                </a:cubicBezTo>
                <a:lnTo>
                  <a:pt x="223" y="431"/>
                </a:lnTo>
                <a:lnTo>
                  <a:pt x="35" y="262"/>
                </a:lnTo>
                <a:cubicBezTo>
                  <a:pt x="22" y="245"/>
                  <a:pt x="0" y="271"/>
                  <a:pt x="18" y="282"/>
                </a:cubicBezTo>
                <a:lnTo>
                  <a:pt x="217" y="462"/>
                </a:lnTo>
                <a:cubicBezTo>
                  <a:pt x="223" y="467"/>
                  <a:pt x="232" y="466"/>
                  <a:pt x="237" y="459"/>
                </a:cubicBezTo>
                <a:lnTo>
                  <a:pt x="518" y="23"/>
                </a:lnTo>
                <a:cubicBezTo>
                  <a:pt x="525" y="13"/>
                  <a:pt x="515" y="0"/>
                  <a:pt x="504" y="3"/>
                </a:cubicBezTo>
                <a:close/>
              </a:path>
            </a:pathLst>
          </a:cu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b="1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65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363FD023-C173-435C-8F15-DD529135C442}"/>
              </a:ext>
            </a:extLst>
          </p:cNvPr>
          <p:cNvGrpSpPr/>
          <p:nvPr>
            <p:custDataLst>
              <p:tags r:id="rId9"/>
            </p:custDataLst>
          </p:nvPr>
        </p:nvGrpSpPr>
        <p:grpSpPr>
          <a:xfrm>
            <a:off x="608302" y="2930390"/>
            <a:ext cx="131556" cy="131556"/>
            <a:chOff x="554563" y="2632644"/>
            <a:chExt cx="131556" cy="131556"/>
          </a:xfrm>
        </p:grpSpPr>
        <p:sp>
          <p:nvSpPr>
            <p:cNvPr id="166" name="Box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C4492B02-6547-44DE-AF9B-BE7CEABBC217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167" name="Check" descr="&lt;SmartSettings&gt;&lt;SmartResize anchorLeft=&quot;Absolute&quot; anchorTop=&quot;None&quot; anchorRight=&quot;None&quot; anchorBottom=&quot;None&quot; /&gt;&lt;/SmartSettings&gt;" hidden="1">
              <a:extLst>
                <a:ext uri="{FF2B5EF4-FFF2-40B4-BE49-F238E27FC236}">
                  <a16:creationId xmlns:a16="http://schemas.microsoft.com/office/drawing/2014/main" id="{30BEC20E-663F-49BF-A0D0-24101203301D}"/>
                </a:ext>
              </a:extLst>
            </p:cNvPr>
            <p:cNvSpPr>
              <a:spLocks noEditPoints="1"/>
            </p:cNvSpPr>
            <p:nvPr>
              <p:custDataLst>
                <p:tags r:id="rId13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168" name="Accept">
            <a:extLst>
              <a:ext uri="{FF2B5EF4-FFF2-40B4-BE49-F238E27FC236}">
                <a16:creationId xmlns:a16="http://schemas.microsoft.com/office/drawing/2014/main" id="{FEDC595A-5E57-4427-90B6-AB9E643F72E5}"/>
              </a:ext>
            </a:extLst>
          </p:cNvPr>
          <p:cNvSpPr>
            <a:spLocks noChangeAspect="1"/>
          </p:cNvSpPr>
          <p:nvPr/>
        </p:nvSpPr>
        <p:spPr bwMode="auto">
          <a:xfrm>
            <a:off x="644667" y="2966762"/>
            <a:ext cx="58826" cy="52208"/>
          </a:xfrm>
          <a:custGeom>
            <a:avLst/>
            <a:gdLst>
              <a:gd name="T0" fmla="*/ 504 w 525"/>
              <a:gd name="T1" fmla="*/ 3 h 467"/>
              <a:gd name="T2" fmla="*/ 495 w 525"/>
              <a:gd name="T3" fmla="*/ 9 h 467"/>
              <a:gd name="T4" fmla="*/ 223 w 525"/>
              <a:gd name="T5" fmla="*/ 431 h 467"/>
              <a:gd name="T6" fmla="*/ 35 w 525"/>
              <a:gd name="T7" fmla="*/ 262 h 467"/>
              <a:gd name="T8" fmla="*/ 18 w 525"/>
              <a:gd name="T9" fmla="*/ 282 h 467"/>
              <a:gd name="T10" fmla="*/ 217 w 525"/>
              <a:gd name="T11" fmla="*/ 462 h 467"/>
              <a:gd name="T12" fmla="*/ 237 w 525"/>
              <a:gd name="T13" fmla="*/ 459 h 467"/>
              <a:gd name="T14" fmla="*/ 518 w 525"/>
              <a:gd name="T15" fmla="*/ 23 h 467"/>
              <a:gd name="T16" fmla="*/ 504 w 525"/>
              <a:gd name="T17" fmla="*/ 3 h 4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25" h="467">
                <a:moveTo>
                  <a:pt x="504" y="3"/>
                </a:moveTo>
                <a:cubicBezTo>
                  <a:pt x="500" y="3"/>
                  <a:pt x="497" y="6"/>
                  <a:pt x="495" y="9"/>
                </a:cubicBezTo>
                <a:lnTo>
                  <a:pt x="223" y="431"/>
                </a:lnTo>
                <a:lnTo>
                  <a:pt x="35" y="262"/>
                </a:lnTo>
                <a:cubicBezTo>
                  <a:pt x="22" y="245"/>
                  <a:pt x="0" y="271"/>
                  <a:pt x="18" y="282"/>
                </a:cubicBezTo>
                <a:lnTo>
                  <a:pt x="217" y="462"/>
                </a:lnTo>
                <a:cubicBezTo>
                  <a:pt x="223" y="467"/>
                  <a:pt x="232" y="466"/>
                  <a:pt x="237" y="459"/>
                </a:cubicBezTo>
                <a:lnTo>
                  <a:pt x="518" y="23"/>
                </a:lnTo>
                <a:cubicBezTo>
                  <a:pt x="525" y="13"/>
                  <a:pt x="515" y="0"/>
                  <a:pt x="504" y="3"/>
                </a:cubicBezTo>
                <a:close/>
              </a:path>
            </a:pathLst>
          </a:cu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b="1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0F7C9095-6F1F-459D-9765-4E40D77F3BCD}"/>
              </a:ext>
            </a:extLst>
          </p:cNvPr>
          <p:cNvSpPr/>
          <p:nvPr/>
        </p:nvSpPr>
        <p:spPr>
          <a:xfrm>
            <a:off x="469535" y="1300994"/>
            <a:ext cx="247137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solidFill>
                  <a:schemeClr val="accent2">
                    <a:lumMod val="75000"/>
                  </a:schemeClr>
                </a:solidFill>
                <a:latin typeface="나눔고딕" pitchFamily="2" charset="-127"/>
                <a:ea typeface="나눔고딕" pitchFamily="2" charset="-127"/>
              </a:rPr>
              <a:t>청약신청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3B44F61E-D808-4E75-919C-7E7E9881A77D}"/>
              </a:ext>
            </a:extLst>
          </p:cNvPr>
          <p:cNvGrpSpPr/>
          <p:nvPr/>
        </p:nvGrpSpPr>
        <p:grpSpPr>
          <a:xfrm>
            <a:off x="404237" y="3768928"/>
            <a:ext cx="8009071" cy="791606"/>
            <a:chOff x="404237" y="5664890"/>
            <a:chExt cx="8009071" cy="791606"/>
          </a:xfrm>
        </p:grpSpPr>
        <p:sp>
          <p:nvSpPr>
            <p:cNvPr id="182" name="직사각형 181">
              <a:extLst>
                <a:ext uri="{FF2B5EF4-FFF2-40B4-BE49-F238E27FC236}">
                  <a16:creationId xmlns:a16="http://schemas.microsoft.com/office/drawing/2014/main" id="{0831A6C8-E493-497D-90B8-9AE16BDC3171}"/>
                </a:ext>
              </a:extLst>
            </p:cNvPr>
            <p:cNvSpPr/>
            <p:nvPr/>
          </p:nvSpPr>
          <p:spPr>
            <a:xfrm>
              <a:off x="404237" y="5886252"/>
              <a:ext cx="8009071" cy="57024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4" name="직사각형 183">
              <a:extLst>
                <a:ext uri="{FF2B5EF4-FFF2-40B4-BE49-F238E27FC236}">
                  <a16:creationId xmlns:a16="http://schemas.microsoft.com/office/drawing/2014/main" id="{12FC9DB9-963C-4974-AE22-1FF08C3BA636}"/>
                </a:ext>
              </a:extLst>
            </p:cNvPr>
            <p:cNvSpPr/>
            <p:nvPr/>
          </p:nvSpPr>
          <p:spPr>
            <a:xfrm>
              <a:off x="404237" y="5664890"/>
              <a:ext cx="8009071" cy="21846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85" name="직사각형 184">
            <a:extLst>
              <a:ext uri="{FF2B5EF4-FFF2-40B4-BE49-F238E27FC236}">
                <a16:creationId xmlns:a16="http://schemas.microsoft.com/office/drawing/2014/main" id="{C7D2C2E7-0011-4FBC-9462-5783BDBA9C05}"/>
              </a:ext>
            </a:extLst>
          </p:cNvPr>
          <p:cNvSpPr/>
          <p:nvPr/>
        </p:nvSpPr>
        <p:spPr>
          <a:xfrm>
            <a:off x="404237" y="3768602"/>
            <a:ext cx="3555782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atinLnBrk="0"/>
            <a:r>
              <a:rPr lang="en-US" altLang="ko-KR" sz="800" b="1" dirty="0">
                <a:solidFill>
                  <a:srgbClr val="C00000"/>
                </a:solidFill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* </a:t>
            </a:r>
            <a:r>
              <a:rPr lang="ko-KR" altLang="en-US" sz="800" b="1" dirty="0">
                <a:solidFill>
                  <a:srgbClr val="C00000"/>
                </a:solidFill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법인카드의 경우</a:t>
            </a:r>
            <a:r>
              <a:rPr lang="en-US" altLang="ko-KR" sz="800" b="1" dirty="0">
                <a:solidFill>
                  <a:srgbClr val="C00000"/>
                </a:solidFill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, </a:t>
            </a:r>
            <a:r>
              <a:rPr lang="ko-KR" altLang="en-US" sz="800" b="1" dirty="0">
                <a:solidFill>
                  <a:srgbClr val="C00000"/>
                </a:solidFill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피보험자 소유카드 여부를 </a:t>
            </a:r>
            <a:r>
              <a:rPr lang="en-US" altLang="ko-KR" sz="800" b="1" dirty="0">
                <a:solidFill>
                  <a:srgbClr val="C00000"/>
                </a:solidFill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N </a:t>
            </a:r>
            <a:r>
              <a:rPr lang="ko-KR" altLang="en-US" sz="800" b="1" dirty="0">
                <a:solidFill>
                  <a:srgbClr val="C00000"/>
                </a:solidFill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선택 후 사업자번호 입력 필요</a:t>
            </a:r>
            <a:endParaRPr lang="en-US" altLang="ko-KR" sz="800" b="1" dirty="0">
              <a:solidFill>
                <a:srgbClr val="C00000"/>
              </a:solidFill>
              <a:latin typeface="나눔고딕" pitchFamily="2" charset="-127"/>
              <a:ea typeface="나눔고딕" pitchFamily="2" charset="-127"/>
              <a:cs typeface="Segoe UI" panose="020B0502040204020203" pitchFamily="34" charset="0"/>
            </a:endParaRPr>
          </a:p>
        </p:txBody>
      </p:sp>
      <p:sp>
        <p:nvSpPr>
          <p:cNvPr id="186" name="직사각형 185">
            <a:extLst>
              <a:ext uri="{FF2B5EF4-FFF2-40B4-BE49-F238E27FC236}">
                <a16:creationId xmlns:a16="http://schemas.microsoft.com/office/drawing/2014/main" id="{0D18107A-EAB8-42A1-BEC3-141BDCADB7FF}"/>
              </a:ext>
            </a:extLst>
          </p:cNvPr>
          <p:cNvSpPr/>
          <p:nvPr/>
        </p:nvSpPr>
        <p:spPr>
          <a:xfrm>
            <a:off x="432194" y="4045542"/>
            <a:ext cx="129554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atinLnBrk="0"/>
            <a:r>
              <a:rPr lang="en-US" altLang="ko-KR" sz="800" b="1" dirty="0"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* </a:t>
            </a:r>
            <a:r>
              <a:rPr lang="ko-KR" altLang="en-US" sz="800" b="1" dirty="0"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피보험자 소유카드 여부</a:t>
            </a:r>
            <a:endParaRPr lang="en-US" altLang="ko-KR" sz="800" b="1" dirty="0">
              <a:latin typeface="나눔고딕" pitchFamily="2" charset="-127"/>
              <a:ea typeface="나눔고딕" pitchFamily="2" charset="-127"/>
              <a:cs typeface="Segoe UI" panose="020B0502040204020203" pitchFamily="34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A6769EE-89EE-432B-8807-B513A38AC9DA}"/>
              </a:ext>
            </a:extLst>
          </p:cNvPr>
          <p:cNvSpPr/>
          <p:nvPr/>
        </p:nvSpPr>
        <p:spPr>
          <a:xfrm>
            <a:off x="1175432" y="4287667"/>
            <a:ext cx="584571" cy="211371"/>
          </a:xfrm>
          <a:prstGeom prst="rect">
            <a:avLst/>
          </a:prstGeom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</a:rPr>
              <a:t>N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189" name="직사각형 188">
            <a:extLst>
              <a:ext uri="{FF2B5EF4-FFF2-40B4-BE49-F238E27FC236}">
                <a16:creationId xmlns:a16="http://schemas.microsoft.com/office/drawing/2014/main" id="{5B9FFC71-18F8-45A8-B387-DC42426958B8}"/>
              </a:ext>
            </a:extLst>
          </p:cNvPr>
          <p:cNvSpPr/>
          <p:nvPr/>
        </p:nvSpPr>
        <p:spPr>
          <a:xfrm>
            <a:off x="514036" y="4287667"/>
            <a:ext cx="575117" cy="211371"/>
          </a:xfrm>
          <a:prstGeom prst="rect">
            <a:avLst/>
          </a:prstGeom>
          <a:noFill/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tx2"/>
                </a:solidFill>
              </a:rPr>
              <a:t>Y</a:t>
            </a:r>
            <a:endParaRPr lang="ko-KR" altLang="en-US" sz="800" b="1" dirty="0">
              <a:solidFill>
                <a:schemeClr val="tx2"/>
              </a:solidFill>
            </a:endParaRPr>
          </a:p>
        </p:txBody>
      </p:sp>
      <p:sp>
        <p:nvSpPr>
          <p:cNvPr id="190" name="직사각형 189">
            <a:extLst>
              <a:ext uri="{FF2B5EF4-FFF2-40B4-BE49-F238E27FC236}">
                <a16:creationId xmlns:a16="http://schemas.microsoft.com/office/drawing/2014/main" id="{64EBD115-4749-4663-A3C8-0ADD8431BF27}"/>
              </a:ext>
            </a:extLst>
          </p:cNvPr>
          <p:cNvSpPr/>
          <p:nvPr/>
        </p:nvSpPr>
        <p:spPr>
          <a:xfrm>
            <a:off x="1866560" y="4045542"/>
            <a:ext cx="1180131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atinLnBrk="0"/>
            <a:r>
              <a:rPr lang="en-US" altLang="ko-KR" sz="800" b="1" dirty="0"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* </a:t>
            </a:r>
            <a:r>
              <a:rPr lang="ko-KR" altLang="en-US" sz="800" b="1" dirty="0"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생년월일</a:t>
            </a:r>
            <a:r>
              <a:rPr lang="en-US" altLang="ko-KR" sz="800" b="1" dirty="0"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/</a:t>
            </a:r>
            <a:r>
              <a:rPr lang="ko-KR" altLang="en-US" sz="800" b="1" dirty="0"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사업자번호</a:t>
            </a:r>
            <a:endParaRPr lang="en-US" altLang="ko-KR" sz="800" b="1" dirty="0">
              <a:latin typeface="나눔고딕" pitchFamily="2" charset="-127"/>
              <a:ea typeface="나눔고딕" pitchFamily="2" charset="-127"/>
              <a:cs typeface="Segoe UI" panose="020B0502040204020203" pitchFamily="34" charset="0"/>
            </a:endParaRPr>
          </a:p>
        </p:txBody>
      </p:sp>
      <p:sp>
        <p:nvSpPr>
          <p:cNvPr id="191" name="직사각형 190">
            <a:extLst>
              <a:ext uri="{FF2B5EF4-FFF2-40B4-BE49-F238E27FC236}">
                <a16:creationId xmlns:a16="http://schemas.microsoft.com/office/drawing/2014/main" id="{C69CF087-4160-4209-82AF-FB1C02F88DFD}"/>
              </a:ext>
            </a:extLst>
          </p:cNvPr>
          <p:cNvSpPr/>
          <p:nvPr/>
        </p:nvSpPr>
        <p:spPr>
          <a:xfrm>
            <a:off x="2042233" y="4291517"/>
            <a:ext cx="1040363" cy="211371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chemeClr val="tx2"/>
              </a:solidFill>
            </a:endParaRPr>
          </a:p>
        </p:txBody>
      </p:sp>
      <p:sp>
        <p:nvSpPr>
          <p:cNvPr id="192" name="직사각형 191">
            <a:extLst>
              <a:ext uri="{FF2B5EF4-FFF2-40B4-BE49-F238E27FC236}">
                <a16:creationId xmlns:a16="http://schemas.microsoft.com/office/drawing/2014/main" id="{B5E1381A-C9C2-407F-8DEC-7A646B3E2D97}"/>
              </a:ext>
            </a:extLst>
          </p:cNvPr>
          <p:cNvSpPr/>
          <p:nvPr/>
        </p:nvSpPr>
        <p:spPr>
          <a:xfrm>
            <a:off x="3083368" y="4045542"/>
            <a:ext cx="66075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atinLnBrk="0"/>
            <a:r>
              <a:rPr lang="en-US" altLang="ko-KR" sz="800" b="1" dirty="0"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* </a:t>
            </a:r>
            <a:r>
              <a:rPr lang="ko-KR" altLang="en-US" sz="800" b="1" dirty="0"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결제카드</a:t>
            </a:r>
            <a:endParaRPr lang="en-US" altLang="ko-KR" sz="800" b="1" dirty="0">
              <a:latin typeface="나눔고딕" pitchFamily="2" charset="-127"/>
              <a:ea typeface="나눔고딕" pitchFamily="2" charset="-127"/>
              <a:cs typeface="Segoe UI" panose="020B0502040204020203" pitchFamily="34" charset="0"/>
            </a:endParaRPr>
          </a:p>
        </p:txBody>
      </p:sp>
      <p:sp>
        <p:nvSpPr>
          <p:cNvPr id="197" name="직사각형 196">
            <a:extLst>
              <a:ext uri="{FF2B5EF4-FFF2-40B4-BE49-F238E27FC236}">
                <a16:creationId xmlns:a16="http://schemas.microsoft.com/office/drawing/2014/main" id="{D7E17FD7-91E3-4578-BA8C-81104DFB5AF5}"/>
              </a:ext>
            </a:extLst>
          </p:cNvPr>
          <p:cNvSpPr/>
          <p:nvPr/>
        </p:nvSpPr>
        <p:spPr>
          <a:xfrm>
            <a:off x="4213318" y="4045542"/>
            <a:ext cx="66075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atinLnBrk="0"/>
            <a:r>
              <a:rPr lang="en-US" altLang="ko-KR" sz="800" b="1" dirty="0"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* </a:t>
            </a:r>
            <a:r>
              <a:rPr lang="ko-KR" altLang="en-US" sz="800" b="1" dirty="0"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할부기간</a:t>
            </a:r>
            <a:endParaRPr lang="en-US" altLang="ko-KR" sz="800" b="1" dirty="0">
              <a:latin typeface="나눔고딕" pitchFamily="2" charset="-127"/>
              <a:ea typeface="나눔고딕" pitchFamily="2" charset="-127"/>
              <a:cs typeface="Segoe UI" panose="020B0502040204020203" pitchFamily="34" charset="0"/>
            </a:endParaRPr>
          </a:p>
        </p:txBody>
      </p:sp>
      <p:sp>
        <p:nvSpPr>
          <p:cNvPr id="200" name="직사각형 199">
            <a:extLst>
              <a:ext uri="{FF2B5EF4-FFF2-40B4-BE49-F238E27FC236}">
                <a16:creationId xmlns:a16="http://schemas.microsoft.com/office/drawing/2014/main" id="{D53FE877-001F-43B2-8AD2-0F09C54F90CC}"/>
              </a:ext>
            </a:extLst>
          </p:cNvPr>
          <p:cNvSpPr/>
          <p:nvPr/>
        </p:nvSpPr>
        <p:spPr>
          <a:xfrm>
            <a:off x="5343268" y="4045542"/>
            <a:ext cx="66075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atinLnBrk="0"/>
            <a:r>
              <a:rPr lang="en-US" altLang="ko-KR" sz="800" b="1" dirty="0"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* </a:t>
            </a:r>
            <a:r>
              <a:rPr lang="ko-KR" altLang="en-US" sz="800" b="1" dirty="0"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카드번호</a:t>
            </a:r>
            <a:endParaRPr lang="en-US" altLang="ko-KR" sz="800" b="1" dirty="0">
              <a:latin typeface="나눔고딕" pitchFamily="2" charset="-127"/>
              <a:ea typeface="나눔고딕" pitchFamily="2" charset="-127"/>
              <a:cs typeface="Segoe UI" panose="020B0502040204020203" pitchFamily="34" charset="0"/>
            </a:endParaRPr>
          </a:p>
        </p:txBody>
      </p:sp>
      <p:sp>
        <p:nvSpPr>
          <p:cNvPr id="201" name="직사각형 200">
            <a:extLst>
              <a:ext uri="{FF2B5EF4-FFF2-40B4-BE49-F238E27FC236}">
                <a16:creationId xmlns:a16="http://schemas.microsoft.com/office/drawing/2014/main" id="{3326C9A7-A893-4AC1-8AA4-01BE9A75039E}"/>
              </a:ext>
            </a:extLst>
          </p:cNvPr>
          <p:cNvSpPr/>
          <p:nvPr/>
        </p:nvSpPr>
        <p:spPr>
          <a:xfrm>
            <a:off x="7166947" y="4059968"/>
            <a:ext cx="965329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atinLnBrk="0"/>
            <a:r>
              <a:rPr lang="en-US" altLang="ko-KR" sz="800" b="1" dirty="0"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* </a:t>
            </a:r>
            <a:r>
              <a:rPr lang="ko-KR" altLang="en-US" sz="800" b="1" dirty="0"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유효기간</a:t>
            </a:r>
            <a:r>
              <a:rPr lang="en-US" altLang="ko-KR" sz="800" b="1" dirty="0"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(</a:t>
            </a:r>
            <a:r>
              <a:rPr lang="ko-KR" altLang="en-US" sz="800" b="1" dirty="0"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월</a:t>
            </a:r>
            <a:r>
              <a:rPr lang="en-US" altLang="ko-KR" sz="800" b="1" dirty="0"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/</a:t>
            </a:r>
            <a:r>
              <a:rPr lang="ko-KR" altLang="en-US" sz="800" b="1" dirty="0"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년</a:t>
            </a:r>
            <a:r>
              <a:rPr lang="en-US" altLang="ko-KR" sz="800" b="1" dirty="0">
                <a:latin typeface="나눔고딕" pitchFamily="2" charset="-127"/>
                <a:ea typeface="나눔고딕" pitchFamily="2" charset="-127"/>
                <a:cs typeface="Segoe UI" panose="020B0502040204020203" pitchFamily="34" charset="0"/>
              </a:rPr>
              <a:t>)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BD5CE7CB-ED2B-472E-8936-700D13436546}"/>
              </a:ext>
            </a:extLst>
          </p:cNvPr>
          <p:cNvGrpSpPr/>
          <p:nvPr/>
        </p:nvGrpSpPr>
        <p:grpSpPr>
          <a:xfrm>
            <a:off x="3175577" y="4291517"/>
            <a:ext cx="1030121" cy="211371"/>
            <a:chOff x="3625157" y="6046429"/>
            <a:chExt cx="1159770" cy="211371"/>
          </a:xfrm>
        </p:grpSpPr>
        <p:sp>
          <p:nvSpPr>
            <p:cNvPr id="206" name="사각형: 둥근 모서리 205">
              <a:extLst>
                <a:ext uri="{FF2B5EF4-FFF2-40B4-BE49-F238E27FC236}">
                  <a16:creationId xmlns:a16="http://schemas.microsoft.com/office/drawing/2014/main" id="{4C440195-7248-40C2-AE8B-03F292A7FBF0}"/>
                </a:ext>
              </a:extLst>
            </p:cNvPr>
            <p:cNvSpPr/>
            <p:nvPr/>
          </p:nvSpPr>
          <p:spPr>
            <a:xfrm>
              <a:off x="3625157" y="6046429"/>
              <a:ext cx="1159770" cy="211371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>
                  <a:solidFill>
                    <a:schemeClr val="bg1">
                      <a:lumMod val="65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카드선택</a:t>
              </a:r>
            </a:p>
          </p:txBody>
        </p:sp>
        <p:sp>
          <p:nvSpPr>
            <p:cNvPr id="207" name="Chevron">
              <a:extLst>
                <a:ext uri="{FF2B5EF4-FFF2-40B4-BE49-F238E27FC236}">
                  <a16:creationId xmlns:a16="http://schemas.microsoft.com/office/drawing/2014/main" id="{BF079393-8C93-4167-A115-4FB049EA3DEE}"/>
                </a:ext>
              </a:extLst>
            </p:cNvPr>
            <p:cNvSpPr>
              <a:spLocks noChangeAspect="1"/>
            </p:cNvSpPr>
            <p:nvPr>
              <p:custDataLst>
                <p:tags r:id="rId11"/>
              </p:custDataLst>
            </p:nvPr>
          </p:nvSpPr>
          <p:spPr bwMode="auto">
            <a:xfrm flipH="1">
              <a:off x="4621377" y="6124696"/>
              <a:ext cx="77922" cy="54835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noFill/>
            <a:ln w="6350" cap="sq">
              <a:solidFill>
                <a:schemeClr val="tx1">
                  <a:lumMod val="65000"/>
                  <a:lumOff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209" name="그룹 208">
            <a:extLst>
              <a:ext uri="{FF2B5EF4-FFF2-40B4-BE49-F238E27FC236}">
                <a16:creationId xmlns:a16="http://schemas.microsoft.com/office/drawing/2014/main" id="{DFE490EA-2AA2-458F-987D-ED012148C969}"/>
              </a:ext>
            </a:extLst>
          </p:cNvPr>
          <p:cNvGrpSpPr/>
          <p:nvPr/>
        </p:nvGrpSpPr>
        <p:grpSpPr>
          <a:xfrm>
            <a:off x="4315626" y="4287667"/>
            <a:ext cx="1030121" cy="211371"/>
            <a:chOff x="3754805" y="6054049"/>
            <a:chExt cx="1030121" cy="211371"/>
          </a:xfrm>
        </p:grpSpPr>
        <p:sp>
          <p:nvSpPr>
            <p:cNvPr id="210" name="사각형: 둥근 모서리 209">
              <a:extLst>
                <a:ext uri="{FF2B5EF4-FFF2-40B4-BE49-F238E27FC236}">
                  <a16:creationId xmlns:a16="http://schemas.microsoft.com/office/drawing/2014/main" id="{230225DD-88A6-4406-9E1B-C6F5C0296336}"/>
                </a:ext>
              </a:extLst>
            </p:cNvPr>
            <p:cNvSpPr/>
            <p:nvPr/>
          </p:nvSpPr>
          <p:spPr>
            <a:xfrm>
              <a:off x="3754805" y="6054049"/>
              <a:ext cx="1030121" cy="211371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>
                  <a:solidFill>
                    <a:schemeClr val="bg1">
                      <a:lumMod val="65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일시불</a:t>
              </a:r>
            </a:p>
          </p:txBody>
        </p:sp>
        <p:sp>
          <p:nvSpPr>
            <p:cNvPr id="211" name="Chevron">
              <a:extLst>
                <a:ext uri="{FF2B5EF4-FFF2-40B4-BE49-F238E27FC236}">
                  <a16:creationId xmlns:a16="http://schemas.microsoft.com/office/drawing/2014/main" id="{8E8FA46B-B2AE-43D0-9057-F74A2762B2F7}"/>
                </a:ext>
              </a:extLst>
            </p:cNvPr>
            <p:cNvSpPr>
              <a:spLocks noChangeAspect="1"/>
            </p:cNvSpPr>
            <p:nvPr>
              <p:custDataLst>
                <p:tags r:id="rId10"/>
              </p:custDataLst>
            </p:nvPr>
          </p:nvSpPr>
          <p:spPr bwMode="auto">
            <a:xfrm flipH="1">
              <a:off x="4621377" y="6124696"/>
              <a:ext cx="77922" cy="54835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noFill/>
            <a:ln w="6350" cap="sq">
              <a:solidFill>
                <a:schemeClr val="tx1">
                  <a:lumMod val="65000"/>
                  <a:lumOff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212" name="직사각형 211">
            <a:extLst>
              <a:ext uri="{FF2B5EF4-FFF2-40B4-BE49-F238E27FC236}">
                <a16:creationId xmlns:a16="http://schemas.microsoft.com/office/drawing/2014/main" id="{A65781C4-D612-439A-A9B8-A1388BDAC789}"/>
              </a:ext>
            </a:extLst>
          </p:cNvPr>
          <p:cNvSpPr/>
          <p:nvPr/>
        </p:nvSpPr>
        <p:spPr>
          <a:xfrm>
            <a:off x="5420757" y="4289578"/>
            <a:ext cx="419129" cy="211371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chemeClr val="tx2"/>
              </a:solidFill>
            </a:endParaRPr>
          </a:p>
        </p:txBody>
      </p:sp>
      <p:sp>
        <p:nvSpPr>
          <p:cNvPr id="213" name="직사각형 212">
            <a:extLst>
              <a:ext uri="{FF2B5EF4-FFF2-40B4-BE49-F238E27FC236}">
                <a16:creationId xmlns:a16="http://schemas.microsoft.com/office/drawing/2014/main" id="{74D587B1-77AF-46D8-AAF5-9D604F8035DF}"/>
              </a:ext>
            </a:extLst>
          </p:cNvPr>
          <p:cNvSpPr/>
          <p:nvPr/>
        </p:nvSpPr>
        <p:spPr>
          <a:xfrm>
            <a:off x="5874261" y="4287667"/>
            <a:ext cx="419129" cy="211371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chemeClr val="tx2"/>
              </a:solidFill>
            </a:endParaRPr>
          </a:p>
        </p:txBody>
      </p:sp>
      <p:sp>
        <p:nvSpPr>
          <p:cNvPr id="214" name="직사각형 213">
            <a:extLst>
              <a:ext uri="{FF2B5EF4-FFF2-40B4-BE49-F238E27FC236}">
                <a16:creationId xmlns:a16="http://schemas.microsoft.com/office/drawing/2014/main" id="{696A34E9-F53A-4794-9882-81D3714D4F4B}"/>
              </a:ext>
            </a:extLst>
          </p:cNvPr>
          <p:cNvSpPr/>
          <p:nvPr/>
        </p:nvSpPr>
        <p:spPr>
          <a:xfrm>
            <a:off x="6327643" y="4287667"/>
            <a:ext cx="419129" cy="211371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chemeClr val="tx2"/>
              </a:solidFill>
            </a:endParaRPr>
          </a:p>
        </p:txBody>
      </p:sp>
      <p:sp>
        <p:nvSpPr>
          <p:cNvPr id="215" name="직사각형 214">
            <a:extLst>
              <a:ext uri="{FF2B5EF4-FFF2-40B4-BE49-F238E27FC236}">
                <a16:creationId xmlns:a16="http://schemas.microsoft.com/office/drawing/2014/main" id="{FF046DD2-51A0-4413-AD19-455E59ADF56E}"/>
              </a:ext>
            </a:extLst>
          </p:cNvPr>
          <p:cNvSpPr/>
          <p:nvPr/>
        </p:nvSpPr>
        <p:spPr>
          <a:xfrm>
            <a:off x="6781025" y="4290775"/>
            <a:ext cx="419129" cy="211371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chemeClr val="tx2"/>
              </a:solidFill>
            </a:endParaRPr>
          </a:p>
        </p:txBody>
      </p:sp>
      <p:sp>
        <p:nvSpPr>
          <p:cNvPr id="216" name="직사각형 215">
            <a:extLst>
              <a:ext uri="{FF2B5EF4-FFF2-40B4-BE49-F238E27FC236}">
                <a16:creationId xmlns:a16="http://schemas.microsoft.com/office/drawing/2014/main" id="{341B9A7B-98B7-4B72-8D14-C89518D9131B}"/>
              </a:ext>
            </a:extLst>
          </p:cNvPr>
          <p:cNvSpPr/>
          <p:nvPr/>
        </p:nvSpPr>
        <p:spPr>
          <a:xfrm>
            <a:off x="7310876" y="4291398"/>
            <a:ext cx="460008" cy="211371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chemeClr val="tx2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CB70544-349C-4C47-9C57-017ADE9F5858}"/>
              </a:ext>
            </a:extLst>
          </p:cNvPr>
          <p:cNvSpPr/>
          <p:nvPr/>
        </p:nvSpPr>
        <p:spPr>
          <a:xfrm>
            <a:off x="7719083" y="4253366"/>
            <a:ext cx="24237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latin typeface="나눔고딕" pitchFamily="2" charset="-127"/>
                <a:ea typeface="나눔고딕" pitchFamily="2" charset="-127"/>
              </a:rPr>
              <a:t>/</a:t>
            </a:r>
            <a:endParaRPr lang="ko-KR" altLang="en-US" sz="3600" dirty="0"/>
          </a:p>
        </p:txBody>
      </p:sp>
      <p:sp>
        <p:nvSpPr>
          <p:cNvPr id="217" name="직사각형 216">
            <a:extLst>
              <a:ext uri="{FF2B5EF4-FFF2-40B4-BE49-F238E27FC236}">
                <a16:creationId xmlns:a16="http://schemas.microsoft.com/office/drawing/2014/main" id="{D7F376DA-ADFF-4D0E-B674-A9D8F13FA352}"/>
              </a:ext>
            </a:extLst>
          </p:cNvPr>
          <p:cNvSpPr/>
          <p:nvPr/>
        </p:nvSpPr>
        <p:spPr>
          <a:xfrm>
            <a:off x="7905290" y="4287667"/>
            <a:ext cx="460008" cy="211371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chemeClr val="tx2"/>
              </a:solidFill>
            </a:endParaRPr>
          </a:p>
        </p:txBody>
      </p:sp>
      <p:sp>
        <p:nvSpPr>
          <p:cNvPr id="111" name="사각형: 둥근 모서리 110">
            <a:extLst>
              <a:ext uri="{FF2B5EF4-FFF2-40B4-BE49-F238E27FC236}">
                <a16:creationId xmlns:a16="http://schemas.microsoft.com/office/drawing/2014/main" id="{3C9D8C52-D0C4-4666-B510-E3B2E072A31D}"/>
              </a:ext>
            </a:extLst>
          </p:cNvPr>
          <p:cNvSpPr/>
          <p:nvPr/>
        </p:nvSpPr>
        <p:spPr>
          <a:xfrm>
            <a:off x="6615177" y="3417237"/>
            <a:ext cx="1729620" cy="23774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>
                <a:latin typeface="나눔고딕" pitchFamily="2" charset="-127"/>
                <a:ea typeface="나눔고딕" pitchFamily="2" charset="-127"/>
              </a:rPr>
              <a:t>후정산으로 바로 청약</a:t>
            </a:r>
          </a:p>
        </p:txBody>
      </p:sp>
      <p:sp>
        <p:nvSpPr>
          <p:cNvPr id="112" name="사각형: 둥근 모서리 111">
            <a:extLst>
              <a:ext uri="{FF2B5EF4-FFF2-40B4-BE49-F238E27FC236}">
                <a16:creationId xmlns:a16="http://schemas.microsoft.com/office/drawing/2014/main" id="{164DA108-EC01-42DD-807C-5C20F3CA2916}"/>
              </a:ext>
            </a:extLst>
          </p:cNvPr>
          <p:cNvSpPr/>
          <p:nvPr/>
        </p:nvSpPr>
        <p:spPr>
          <a:xfrm>
            <a:off x="7645956" y="4676970"/>
            <a:ext cx="719334" cy="23888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>
                <a:latin typeface="나눔고딕" pitchFamily="2" charset="-127"/>
                <a:ea typeface="나눔고딕" pitchFamily="2" charset="-127"/>
              </a:rPr>
              <a:t>청약하기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8945C0E3-0131-4CE4-BC9B-330CD600B934}"/>
              </a:ext>
            </a:extLst>
          </p:cNvPr>
          <p:cNvSpPr txBox="1"/>
          <p:nvPr/>
        </p:nvSpPr>
        <p:spPr>
          <a:xfrm>
            <a:off x="499489" y="892976"/>
            <a:ext cx="152327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나눔고딕" pitchFamily="2" charset="-127"/>
                <a:ea typeface="나눔고딕" pitchFamily="2" charset="-127"/>
              </a:rPr>
              <a:t>캐롯손해보험</a:t>
            </a:r>
            <a:r>
              <a:rPr lang="ko-KR" alt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itchFamily="2" charset="-127"/>
                <a:ea typeface="나눔고딕" pitchFamily="2" charset="-127"/>
              </a:rPr>
              <a:t> 관리자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E9161EFB-E882-48C9-A0D4-87EAAE542EA2}"/>
              </a:ext>
            </a:extLst>
          </p:cNvPr>
          <p:cNvSpPr txBox="1"/>
          <p:nvPr/>
        </p:nvSpPr>
        <p:spPr>
          <a:xfrm>
            <a:off x="2878844" y="874552"/>
            <a:ext cx="71686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+mj-lt"/>
                <a:ea typeface="나눔고딕" pitchFamily="2" charset="-127"/>
              </a:rPr>
              <a:t>계약내역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C3167F3E-1C7B-48C8-A94C-C83F153F3942}"/>
              </a:ext>
            </a:extLst>
          </p:cNvPr>
          <p:cNvSpPr txBox="1"/>
          <p:nvPr/>
        </p:nvSpPr>
        <p:spPr>
          <a:xfrm>
            <a:off x="5550091" y="873968"/>
            <a:ext cx="55816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+mj-lt"/>
                <a:ea typeface="나눔고딕" pitchFamily="2" charset="-127"/>
              </a:rPr>
              <a:t>HELP </a:t>
            </a:r>
            <a:endParaRPr lang="ko-KR" altLang="en-US" sz="1100" dirty="0">
              <a:solidFill>
                <a:schemeClr val="bg1">
                  <a:lumMod val="50000"/>
                </a:schemeClr>
              </a:solidFill>
              <a:latin typeface="+mj-lt"/>
              <a:ea typeface="나눔고딕" pitchFamily="2" charset="-127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227A525A-1420-47C6-8D5A-89D5E1D81E6F}"/>
              </a:ext>
            </a:extLst>
          </p:cNvPr>
          <p:cNvSpPr txBox="1"/>
          <p:nvPr/>
        </p:nvSpPr>
        <p:spPr>
          <a:xfrm>
            <a:off x="2048020" y="874552"/>
            <a:ext cx="7665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나눔고딕" pitchFamily="2" charset="-127"/>
              </a:rPr>
              <a:t>청약신청 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12D3C0B6-78B1-4B0D-9928-A8D2F7B658D4}"/>
              </a:ext>
            </a:extLst>
          </p:cNvPr>
          <p:cNvSpPr txBox="1"/>
          <p:nvPr/>
        </p:nvSpPr>
        <p:spPr>
          <a:xfrm>
            <a:off x="3701236" y="884162"/>
            <a:ext cx="93968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고객사 관리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DDDECD75-DC75-4348-AD09-669A3B49A8C0}"/>
              </a:ext>
            </a:extLst>
          </p:cNvPr>
          <p:cNvSpPr txBox="1"/>
          <p:nvPr/>
        </p:nvSpPr>
        <p:spPr>
          <a:xfrm>
            <a:off x="4705184" y="884162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보험플랜</a:t>
            </a:r>
          </a:p>
        </p:txBody>
      </p:sp>
      <p:sp>
        <p:nvSpPr>
          <p:cNvPr id="125" name="Oval 35">
            <a:extLst>
              <a:ext uri="{FF2B5EF4-FFF2-40B4-BE49-F238E27FC236}">
                <a16:creationId xmlns:a16="http://schemas.microsoft.com/office/drawing/2014/main" id="{4A5A4066-B64A-4066-8A4A-05D4D0093E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3152" y="3339306"/>
            <a:ext cx="179388" cy="179387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8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3" name="타원 6">
            <a:extLst>
              <a:ext uri="{FF2B5EF4-FFF2-40B4-BE49-F238E27FC236}">
                <a16:creationId xmlns:a16="http://schemas.microsoft.com/office/drawing/2014/main" id="{6E453043-B48B-4EFE-8607-D79FD7B036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0880" y="4628513"/>
            <a:ext cx="190500" cy="1905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wrap="none" lIns="36000" tIns="36000" rIns="36000" bIns="36000" anchor="ctr"/>
          <a:lstStyle>
            <a:lvl1pPr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latinLnBrk="1" hangingPunct="1"/>
            <a:r>
              <a:rPr lang="en-US" altLang="ko-KR" sz="700" dirty="0">
                <a:solidFill>
                  <a:srgbClr val="FFFFFF"/>
                </a:solidFill>
                <a:latin typeface="+mn-ea"/>
                <a:ea typeface="+mn-ea"/>
              </a:rPr>
              <a:t>2</a:t>
            </a:r>
            <a:endParaRPr lang="ko-KR" altLang="en-US" sz="700" dirty="0">
              <a:solidFill>
                <a:srgbClr val="FFFFFF"/>
              </a:solidFill>
              <a:latin typeface="+mn-ea"/>
              <a:ea typeface="+mn-ea"/>
            </a:endParaRPr>
          </a:p>
        </p:txBody>
      </p:sp>
      <p:sp>
        <p:nvSpPr>
          <p:cNvPr id="74" name="타원 6">
            <a:extLst>
              <a:ext uri="{FF2B5EF4-FFF2-40B4-BE49-F238E27FC236}">
                <a16:creationId xmlns:a16="http://schemas.microsoft.com/office/drawing/2014/main" id="{ACD716B1-CE3C-4006-9E18-7F7BF2C513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8826" y="2535356"/>
            <a:ext cx="190500" cy="1905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wrap="none" lIns="36000" tIns="36000" rIns="36000" bIns="36000" anchor="ctr"/>
          <a:lstStyle>
            <a:lvl1pPr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latinLnBrk="1" hangingPunct="1"/>
            <a:r>
              <a:rPr lang="en-US" altLang="ko-KR" sz="700" dirty="0">
                <a:solidFill>
                  <a:srgbClr val="FFFFFF"/>
                </a:solidFill>
                <a:latin typeface="+mn-ea"/>
                <a:ea typeface="+mn-ea"/>
              </a:rPr>
              <a:t>1-1</a:t>
            </a:r>
            <a:endParaRPr lang="ko-KR" altLang="en-US" sz="700" dirty="0">
              <a:solidFill>
                <a:srgbClr val="FFFFFF"/>
              </a:solidFill>
              <a:latin typeface="+mn-ea"/>
              <a:ea typeface="+mn-ea"/>
            </a:endParaRPr>
          </a:p>
        </p:txBody>
      </p:sp>
      <p:sp>
        <p:nvSpPr>
          <p:cNvPr id="75" name="타원 6">
            <a:extLst>
              <a:ext uri="{FF2B5EF4-FFF2-40B4-BE49-F238E27FC236}">
                <a16:creationId xmlns:a16="http://schemas.microsoft.com/office/drawing/2014/main" id="{FC82855E-58BD-418A-8F06-7666E304FB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0686" y="2897616"/>
            <a:ext cx="190500" cy="1905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wrap="none" lIns="36000" tIns="36000" rIns="36000" bIns="36000" anchor="ctr"/>
          <a:lstStyle>
            <a:lvl1pPr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latinLnBrk="1" hangingPunct="1"/>
            <a:r>
              <a:rPr lang="en-US" altLang="ko-KR" sz="700" dirty="0">
                <a:solidFill>
                  <a:srgbClr val="FFFFFF"/>
                </a:solidFill>
                <a:latin typeface="+mn-ea"/>
                <a:ea typeface="+mn-ea"/>
              </a:rPr>
              <a:t>1-2</a:t>
            </a:r>
            <a:endParaRPr lang="ko-KR" altLang="en-US" sz="700" dirty="0">
              <a:solidFill>
                <a:srgbClr val="FFFFFF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870517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64AC8-3F11-4570-A768-0939120FE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A85AF0AA-9983-E05D-A9DE-283195709B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81905"/>
              </p:ext>
            </p:extLst>
          </p:nvPr>
        </p:nvGraphicFramePr>
        <p:xfrm>
          <a:off x="8523694" y="811446"/>
          <a:ext cx="3300753" cy="45094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4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02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2891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ko-KR" sz="800" b="0" kern="12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Description</a:t>
                      </a:r>
                      <a:endParaRPr lang="ko-KR" altLang="en-US" sz="800" b="0" kern="1200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en-US" altLang="ko-KR" sz="8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9113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고객사 관리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&gt;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적용하기 클릭 시 노출되는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컨펌창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9071" marR="99071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9584405"/>
                  </a:ext>
                </a:extLst>
              </a:tr>
              <a:tr h="4391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적용하기 버튼 클릭 시 노출되는 </a:t>
                      </a:r>
                      <a:r>
                        <a:rPr lang="ko-KR" altLang="en-US" sz="800" b="1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컨펌창</a:t>
                      </a:r>
                      <a:endParaRPr lang="en-US" altLang="ko-KR" sz="8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문구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“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위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설장한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사항을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바로적용하시겠습니까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”</a:t>
                      </a:r>
                      <a:b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예 클릭 시 즉시 적용</a:t>
                      </a:r>
                      <a:b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아니오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및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CLOSE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버튼 클릭 시 변경 사항 미적용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9071" marR="99071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91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85551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9071" marR="99071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5424848"/>
                  </a:ext>
                </a:extLst>
              </a:tr>
              <a:tr h="4391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85551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9071" marR="99071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6354469"/>
                  </a:ext>
                </a:extLst>
              </a:tr>
              <a:tr h="4391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85551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US" altLang="ko-KR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9071" marR="99071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9587385"/>
                  </a:ext>
                </a:extLst>
              </a:tr>
              <a:tr h="4391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85551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9071" marR="99071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6078979"/>
                  </a:ext>
                </a:extLst>
              </a:tr>
              <a:tr h="4391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85551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9071" marR="99071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5160965"/>
                  </a:ext>
                </a:extLst>
              </a:tr>
              <a:tr h="4391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85551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70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9071" marR="99071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6831406"/>
                  </a:ext>
                </a:extLst>
              </a:tr>
              <a:tr h="4391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85551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9071" marR="99071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7184347"/>
                  </a:ext>
                </a:extLst>
              </a:tr>
            </a:tbl>
          </a:graphicData>
        </a:graphic>
      </p:graphicFrame>
      <p:sp>
        <p:nvSpPr>
          <p:cNvPr id="65" name="TextBox 64">
            <a:extLst>
              <a:ext uri="{FF2B5EF4-FFF2-40B4-BE49-F238E27FC236}">
                <a16:creationId xmlns:a16="http://schemas.microsoft.com/office/drawing/2014/main" id="{83BCFC45-B51A-C1DC-3304-DBC22AD4E31C}"/>
              </a:ext>
            </a:extLst>
          </p:cNvPr>
          <p:cNvSpPr txBox="1"/>
          <p:nvPr/>
        </p:nvSpPr>
        <p:spPr>
          <a:xfrm>
            <a:off x="4312366" y="199627"/>
            <a:ext cx="321589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ERP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연동 </a:t>
            </a: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(</a:t>
            </a:r>
            <a:r>
              <a:rPr lang="ko-KR" altLang="en-US" sz="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캐롯손해보험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</a:t>
            </a: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HOME 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화면</a:t>
            </a: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)</a:t>
            </a:r>
            <a:endParaRPr lang="ko-KR" altLang="en-US" sz="8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EDF9115-9301-EF29-89ED-25EE801E3DC1}"/>
              </a:ext>
            </a:extLst>
          </p:cNvPr>
          <p:cNvSpPr txBox="1"/>
          <p:nvPr/>
        </p:nvSpPr>
        <p:spPr>
          <a:xfrm>
            <a:off x="4312366" y="419389"/>
            <a:ext cx="321589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ko-KR" altLang="en-US" sz="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캐롯손해보험관리자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</a:t>
            </a: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&gt; HELP &gt; 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고객사관리</a:t>
            </a:r>
            <a:endParaRPr lang="en-US" altLang="ko-KR" sz="900" dirty="0">
              <a:latin typeface="+mn-ea"/>
            </a:endParaRPr>
          </a:p>
        </p:txBody>
      </p:sp>
      <p:sp>
        <p:nvSpPr>
          <p:cNvPr id="354" name="TextBox 353">
            <a:extLst>
              <a:ext uri="{FF2B5EF4-FFF2-40B4-BE49-F238E27FC236}">
                <a16:creationId xmlns:a16="http://schemas.microsoft.com/office/drawing/2014/main" id="{9E7E560C-88C4-16B7-C141-896E24B0FAB7}"/>
              </a:ext>
            </a:extLst>
          </p:cNvPr>
          <p:cNvSpPr txBox="1"/>
          <p:nvPr/>
        </p:nvSpPr>
        <p:spPr>
          <a:xfrm>
            <a:off x="10848513" y="421528"/>
            <a:ext cx="9765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ALERT</a:t>
            </a:r>
            <a:endParaRPr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2435955-18CF-2305-FE0F-A4DA37B05D51}"/>
              </a:ext>
            </a:extLst>
          </p:cNvPr>
          <p:cNvSpPr/>
          <p:nvPr/>
        </p:nvSpPr>
        <p:spPr>
          <a:xfrm>
            <a:off x="404237" y="811446"/>
            <a:ext cx="8000854" cy="44469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8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타원 6">
            <a:extLst>
              <a:ext uri="{FF2B5EF4-FFF2-40B4-BE49-F238E27FC236}">
                <a16:creationId xmlns:a16="http://schemas.microsoft.com/office/drawing/2014/main" id="{E2F6BECB-0083-90F7-4691-0FA74BC4DA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988" y="745577"/>
            <a:ext cx="190500" cy="1905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wrap="none" lIns="36000" tIns="36000" rIns="36000" bIns="36000" anchor="ctr"/>
          <a:lstStyle>
            <a:lvl1pPr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latinLnBrk="1" hangingPunct="1"/>
            <a:r>
              <a:rPr lang="en-US" altLang="ko-KR" sz="700">
                <a:solidFill>
                  <a:srgbClr val="FFFFFF"/>
                </a:solidFill>
                <a:latin typeface="+mn-ea"/>
                <a:ea typeface="+mn-ea"/>
              </a:rPr>
              <a:t>1</a:t>
            </a:r>
            <a:endParaRPr lang="ko-KR" altLang="en-US" sz="700" dirty="0">
              <a:solidFill>
                <a:srgbClr val="FFFFFF"/>
              </a:solidFill>
              <a:latin typeface="+mn-ea"/>
              <a:ea typeface="+mn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39B59B8-6158-F792-848A-64D5EA8AE04D}"/>
              </a:ext>
            </a:extLst>
          </p:cNvPr>
          <p:cNvSpPr txBox="1"/>
          <p:nvPr/>
        </p:nvSpPr>
        <p:spPr>
          <a:xfrm>
            <a:off x="6865733" y="909155"/>
            <a:ext cx="152327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bg1">
                    <a:lumMod val="50000"/>
                  </a:schemeClr>
                </a:solidFill>
              </a:rPr>
              <a:t>{NAME}</a:t>
            </a:r>
            <a:endParaRPr lang="ko-KR" altLang="en-US" sz="105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36CA50F-29C0-176E-B490-D2657ACD5708}"/>
              </a:ext>
            </a:extLst>
          </p:cNvPr>
          <p:cNvSpPr txBox="1"/>
          <p:nvPr/>
        </p:nvSpPr>
        <p:spPr>
          <a:xfrm>
            <a:off x="7591343" y="909155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u="sng" dirty="0">
                <a:solidFill>
                  <a:schemeClr val="bg1">
                    <a:lumMod val="50000"/>
                  </a:schemeClr>
                </a:solidFill>
              </a:rPr>
              <a:t>로그아웃</a:t>
            </a:r>
          </a:p>
        </p:txBody>
      </p:sp>
      <p:pic>
        <p:nvPicPr>
          <p:cNvPr id="238" name="그림 237">
            <a:extLst>
              <a:ext uri="{FF2B5EF4-FFF2-40B4-BE49-F238E27FC236}">
                <a16:creationId xmlns:a16="http://schemas.microsoft.com/office/drawing/2014/main" id="{360725B1-5984-DC8B-C9C5-B6EBD6078765}"/>
              </a:ext>
            </a:extLst>
          </p:cNvPr>
          <p:cNvPicPr>
            <a:picLocks noChangeAspect="1"/>
          </p:cNvPicPr>
          <p:nvPr/>
        </p:nvPicPr>
        <p:blipFill>
          <a:blip r:embed="rId112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5640" y="961202"/>
            <a:ext cx="142662" cy="142662"/>
          </a:xfrm>
          <a:prstGeom prst="rect">
            <a:avLst/>
          </a:prstGeom>
        </p:spPr>
      </p:pic>
      <p:sp>
        <p:nvSpPr>
          <p:cNvPr id="245" name="TextBox 244">
            <a:extLst>
              <a:ext uri="{FF2B5EF4-FFF2-40B4-BE49-F238E27FC236}">
                <a16:creationId xmlns:a16="http://schemas.microsoft.com/office/drawing/2014/main" id="{F748FCEE-E58D-38CA-A35E-6F418D251635}"/>
              </a:ext>
            </a:extLst>
          </p:cNvPr>
          <p:cNvSpPr txBox="1"/>
          <p:nvPr/>
        </p:nvSpPr>
        <p:spPr>
          <a:xfrm>
            <a:off x="634379" y="1389308"/>
            <a:ext cx="11448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/>
              <a:t>고객사 관리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230AD2B9-DEF7-4958-BEC1-60CB8F71F2AC}"/>
              </a:ext>
            </a:extLst>
          </p:cNvPr>
          <p:cNvSpPr/>
          <p:nvPr/>
        </p:nvSpPr>
        <p:spPr>
          <a:xfrm>
            <a:off x="979355" y="1843698"/>
            <a:ext cx="6548908" cy="4274565"/>
          </a:xfrm>
          <a:prstGeom prst="roundRect">
            <a:avLst>
              <a:gd name="adj" fmla="val 4813"/>
            </a:avLst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나눔고딕" pitchFamily="2" charset="-127"/>
              <a:ea typeface="나눔고딕" pitchFamily="2" charset="-127"/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F4060E4E-0B3F-F32F-E52A-0E4416FAE4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9923682"/>
              </p:ext>
            </p:extLst>
          </p:nvPr>
        </p:nvGraphicFramePr>
        <p:xfrm>
          <a:off x="1206812" y="1992759"/>
          <a:ext cx="6037965" cy="4377547"/>
        </p:xfrm>
        <a:graphic>
          <a:graphicData uri="http://schemas.openxmlformats.org/drawingml/2006/table">
            <a:tbl>
              <a:tblPr firstRow="1" bandRow="1"/>
              <a:tblGrid>
                <a:gridCol w="424204">
                  <a:extLst>
                    <a:ext uri="{9D8B030D-6E8A-4147-A177-3AD203B41FA5}">
                      <a16:colId xmlns:a16="http://schemas.microsoft.com/office/drawing/2014/main" val="804009745"/>
                    </a:ext>
                  </a:extLst>
                </a:gridCol>
                <a:gridCol w="1326193">
                  <a:extLst>
                    <a:ext uri="{9D8B030D-6E8A-4147-A177-3AD203B41FA5}">
                      <a16:colId xmlns:a16="http://schemas.microsoft.com/office/drawing/2014/main" val="679789797"/>
                    </a:ext>
                  </a:extLst>
                </a:gridCol>
                <a:gridCol w="1536970">
                  <a:extLst>
                    <a:ext uri="{9D8B030D-6E8A-4147-A177-3AD203B41FA5}">
                      <a16:colId xmlns:a16="http://schemas.microsoft.com/office/drawing/2014/main" val="1948441988"/>
                    </a:ext>
                  </a:extLst>
                </a:gridCol>
                <a:gridCol w="1449097">
                  <a:extLst>
                    <a:ext uri="{9D8B030D-6E8A-4147-A177-3AD203B41FA5}">
                      <a16:colId xmlns:a16="http://schemas.microsoft.com/office/drawing/2014/main" val="3673462483"/>
                    </a:ext>
                  </a:extLst>
                </a:gridCol>
                <a:gridCol w="1301501">
                  <a:extLst>
                    <a:ext uri="{9D8B030D-6E8A-4147-A177-3AD203B41FA5}">
                      <a16:colId xmlns:a16="http://schemas.microsoft.com/office/drawing/2014/main" val="3181780071"/>
                    </a:ext>
                  </a:extLst>
                </a:gridCol>
              </a:tblGrid>
              <a:tr h="39390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000" b="1" i="0" u="none" strike="noStrike" cap="none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Arial"/>
                        </a:rPr>
                        <a:t>선택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ko-KR" altLang="en-US" sz="1000" b="1" i="0" u="none" strike="noStrike" cap="none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sym typeface="Arial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000" b="1" i="0" u="none" strike="noStrike" cap="none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Arial"/>
                        </a:rPr>
                        <a:t>고객사명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000" b="1" i="0" u="none" strike="noStrike" cap="none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Arial"/>
                        </a:rPr>
                        <a:t>고정 보험 플랜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000" b="1" i="0" u="none" strike="noStrike" cap="none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Arial"/>
                        </a:rPr>
                        <a:t>고정 보험플랜 사용 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5544455"/>
                  </a:ext>
                </a:extLst>
              </a:tr>
              <a:tr h="3579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Arial"/>
                        </a:rPr>
                        <a:t>□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000" b="1" i="0" u="none" strike="noStrike" cap="none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Arial"/>
                        </a:rPr>
                        <a:t>회사코드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SM C&amp;C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85725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ko-KR" altLang="en-US" sz="1000" b="0" i="0" u="none" strike="noStrike" cap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3373054"/>
                  </a:ext>
                </a:extLst>
              </a:tr>
              <a:tr h="3579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CORP20241018001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/>
                      <a:endParaRPr lang="ko-KR" altLang="en-US" sz="10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85725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ko-KR" altLang="en-US" sz="1000" b="0" i="0" u="none" strike="noStrike" cap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1014191"/>
                  </a:ext>
                </a:extLst>
              </a:tr>
              <a:tr h="3579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Arial"/>
                        </a:rPr>
                        <a:t>□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CORP20250101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/>
                      <a:r>
                        <a:rPr lang="en-US" altLang="ko-KR" sz="1000" b="1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Musinsa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85725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ko-KR" altLang="en-US" sz="1000" b="0" i="0" u="none" strike="noStrike" cap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4519957"/>
                  </a:ext>
                </a:extLst>
              </a:tr>
              <a:tr h="3579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Arial"/>
                        </a:rPr>
                        <a:t>□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CORP221220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JTC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85725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ko-KR" altLang="en-US" sz="1000" b="0" i="0" u="none" strike="noStrike" cap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0469623"/>
                  </a:ext>
                </a:extLst>
              </a:tr>
              <a:tr h="3579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Arial"/>
                        </a:rPr>
                        <a:t>□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CORP2504002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SM ENTERTAINTMENT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85725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ko-KR" altLang="en-US" sz="1000" b="0" i="0" u="none" strike="noStrike" cap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236339"/>
                  </a:ext>
                </a:extLst>
              </a:tr>
              <a:tr h="3579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Arial"/>
                        </a:rPr>
                        <a:t>□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CORP2504023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ENT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85725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ko-KR" altLang="en-US" sz="1000" b="0" i="0" u="none" strike="noStrike" cap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028132"/>
                  </a:ext>
                </a:extLst>
              </a:tr>
              <a:tr h="3579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Arial"/>
                        </a:rPr>
                        <a:t>□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CORP250425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KBS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85725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ko-KR" altLang="en-US" sz="1000" b="0" i="0" u="none" strike="noStrike" cap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4629017"/>
                  </a:ext>
                </a:extLst>
              </a:tr>
              <a:tr h="40140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Arial"/>
                        </a:rPr>
                        <a:t>□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/>
                      <a:endParaRPr lang="ko-KR" altLang="en-US" sz="10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MBC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85725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ko-KR" altLang="en-US" sz="1000" b="0" i="0" u="none" strike="noStrike" cap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3983533"/>
                  </a:ext>
                </a:extLst>
              </a:tr>
              <a:tr h="3579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Arial"/>
                        </a:rPr>
                        <a:t>□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/>
                      <a:endParaRPr lang="ko-KR" altLang="en-US" sz="10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DDD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85725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ko-KR" altLang="en-US" sz="1000" b="0" i="0" u="none" strike="noStrike" cap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2550189"/>
                  </a:ext>
                </a:extLst>
              </a:tr>
              <a:tr h="3579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Arial"/>
                        </a:rPr>
                        <a:t>□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/>
                      <a:endParaRPr lang="ko-KR" altLang="en-US" sz="10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FFF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85725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ko-KR" altLang="en-US" sz="1000" b="0" i="0" u="none" strike="noStrike" cap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0514784"/>
                  </a:ext>
                </a:extLst>
              </a:tr>
              <a:tr h="3579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/>
                      <a:endParaRPr lang="ko-KR" altLang="en-US" sz="10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/>
                      <a:endParaRPr lang="ko-KR" altLang="en-US" sz="10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85725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ko-KR" altLang="en-US" sz="1000" b="0" i="0" u="none" strike="noStrike" cap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6771086"/>
                  </a:ext>
                </a:extLst>
              </a:tr>
            </a:tbl>
          </a:graphicData>
        </a:graphic>
      </p:graphicFrame>
      <p:grpSp>
        <p:nvGrpSpPr>
          <p:cNvPr id="246" name="Drop-Down Box (Expanded)">
            <a:extLst>
              <a:ext uri="{FF2B5EF4-FFF2-40B4-BE49-F238E27FC236}">
                <a16:creationId xmlns:a16="http://schemas.microsoft.com/office/drawing/2014/main" id="{515F0C0D-C754-C9DA-12DA-56EC3F512F10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4493004" y="4241353"/>
            <a:ext cx="1368150" cy="1049389"/>
            <a:chOff x="595686" y="1268936"/>
            <a:chExt cx="1368150" cy="1049389"/>
          </a:xfrm>
        </p:grpSpPr>
        <p:grpSp>
          <p:nvGrpSpPr>
            <p:cNvPr id="247" name="Drop-Down Box">
              <a:extLst>
                <a:ext uri="{FF2B5EF4-FFF2-40B4-BE49-F238E27FC236}">
                  <a16:creationId xmlns:a16="http://schemas.microsoft.com/office/drawing/2014/main" id="{195941AE-D92D-7C6D-E690-46FCD6EE3AB2}"/>
                </a:ext>
              </a:extLst>
            </p:cNvPr>
            <p:cNvGrpSpPr/>
            <p:nvPr/>
          </p:nvGrpSpPr>
          <p:grpSpPr>
            <a:xfrm>
              <a:off x="595686" y="1268936"/>
              <a:ext cx="1368150" cy="225703"/>
              <a:chOff x="595686" y="1268936"/>
              <a:chExt cx="1368150" cy="225703"/>
            </a:xfrm>
          </p:grpSpPr>
          <p:sp>
            <p:nvSpPr>
              <p:cNvPr id="251" name="Text Box">
                <a:extLst>
                  <a:ext uri="{FF2B5EF4-FFF2-40B4-BE49-F238E27FC236}">
                    <a16:creationId xmlns:a16="http://schemas.microsoft.com/office/drawing/2014/main" id="{3D7580C1-12B7-D314-6E7F-1040FB12C148}"/>
                  </a:ext>
                </a:extLst>
              </p:cNvPr>
              <p:cNvSpPr/>
              <p:nvPr>
                <p:custDataLst>
                  <p:tags r:id="rId109"/>
                </p:custDataLst>
              </p:nvPr>
            </p:nvSpPr>
            <p:spPr>
              <a:xfrm>
                <a:off x="595686" y="1268936"/>
                <a:ext cx="1368150" cy="225703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50800" rIns="256032" bIns="5080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800" dirty="0">
                    <a:solidFill>
                      <a:srgbClr val="5F5F5F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A0-3</a:t>
                </a:r>
              </a:p>
            </p:txBody>
          </p:sp>
          <p:sp>
            <p:nvSpPr>
              <p:cNvPr id="252" name="Arrow Down">
                <a:extLst>
                  <a:ext uri="{FF2B5EF4-FFF2-40B4-BE49-F238E27FC236}">
                    <a16:creationId xmlns:a16="http://schemas.microsoft.com/office/drawing/2014/main" id="{059DD9C6-036F-F106-55E2-D3EAE7E6667F}"/>
                  </a:ext>
                </a:extLst>
              </p:cNvPr>
              <p:cNvSpPr>
                <a:spLocks noChangeAspect="1"/>
              </p:cNvSpPr>
              <p:nvPr>
                <p:custDataLst>
                  <p:tags r:id="rId110"/>
                </p:custDataLst>
              </p:nvPr>
            </p:nvSpPr>
            <p:spPr bwMode="auto">
              <a:xfrm rot="10800000" flipH="1">
                <a:off x="1825975" y="1363700"/>
                <a:ext cx="64008" cy="36177"/>
              </a:xfrm>
              <a:custGeom>
                <a:avLst/>
                <a:gdLst>
                  <a:gd name="T0" fmla="*/ 0 w 197"/>
                  <a:gd name="T1" fmla="*/ 0 h 115"/>
                  <a:gd name="T2" fmla="*/ 99 w 197"/>
                  <a:gd name="T3" fmla="*/ 115 h 115"/>
                  <a:gd name="T4" fmla="*/ 197 w 197"/>
                  <a:gd name="T5" fmla="*/ 0 h 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97" h="115">
                    <a:moveTo>
                      <a:pt x="0" y="0"/>
                    </a:moveTo>
                    <a:lnTo>
                      <a:pt x="99" y="115"/>
                    </a:lnTo>
                    <a:lnTo>
                      <a:pt x="197" y="0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248" name="Drop-Down Menu">
              <a:extLst>
                <a:ext uri="{FF2B5EF4-FFF2-40B4-BE49-F238E27FC236}">
                  <a16:creationId xmlns:a16="http://schemas.microsoft.com/office/drawing/2014/main" id="{21996D89-48E5-5EA5-028C-7197868F8996}"/>
                </a:ext>
              </a:extLst>
            </p:cNvPr>
            <p:cNvGrpSpPr/>
            <p:nvPr/>
          </p:nvGrpSpPr>
          <p:grpSpPr>
            <a:xfrm>
              <a:off x="595686" y="1497587"/>
              <a:ext cx="1368150" cy="820738"/>
              <a:chOff x="595686" y="1497587"/>
              <a:chExt cx="1368150" cy="820738"/>
            </a:xfrm>
          </p:grpSpPr>
          <p:sp>
            <p:nvSpPr>
              <p:cNvPr id="249" name="Box">
                <a:extLst>
                  <a:ext uri="{FF2B5EF4-FFF2-40B4-BE49-F238E27FC236}">
                    <a16:creationId xmlns:a16="http://schemas.microsoft.com/office/drawing/2014/main" id="{A613FB3F-216F-9FB4-0EA8-C0E94854CED2}"/>
                  </a:ext>
                </a:extLst>
              </p:cNvPr>
              <p:cNvSpPr/>
              <p:nvPr>
                <p:custDataLst>
                  <p:tags r:id="rId107"/>
                </p:custDataLst>
              </p:nvPr>
            </p:nvSpPr>
            <p:spPr>
              <a:xfrm>
                <a:off x="595686" y="1497587"/>
                <a:ext cx="1368150" cy="820738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50800" rIns="91440" bIns="5080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Aft>
                    <a:spcPts val="200"/>
                  </a:spcAft>
                </a:pPr>
                <a:r>
                  <a:rPr lang="en-US" sz="800" noProof="1">
                    <a:solidFill>
                      <a:srgbClr val="5F5F5F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A1</a:t>
                </a:r>
              </a:p>
              <a:p>
                <a:pPr>
                  <a:spcAft>
                    <a:spcPts val="200"/>
                  </a:spcAft>
                </a:pPr>
                <a:r>
                  <a:rPr lang="en-US" sz="800" noProof="1">
                    <a:solidFill>
                      <a:srgbClr val="5F5F5F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A2</a:t>
                </a:r>
              </a:p>
              <a:p>
                <a:pPr>
                  <a:spcAft>
                    <a:spcPts val="200"/>
                  </a:spcAft>
                </a:pPr>
                <a:r>
                  <a:rPr lang="en-US" sz="800" noProof="1">
                    <a:solidFill>
                      <a:srgbClr val="5F5F5F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A0-3</a:t>
                </a:r>
              </a:p>
              <a:p>
                <a:pPr>
                  <a:spcAft>
                    <a:spcPts val="200"/>
                  </a:spcAft>
                </a:pPr>
                <a:r>
                  <a:rPr lang="en-US" sz="800" noProof="1">
                    <a:solidFill>
                      <a:srgbClr val="5F5F5F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A0-4</a:t>
                </a:r>
              </a:p>
              <a:p>
                <a:pPr>
                  <a:spcAft>
                    <a:spcPts val="200"/>
                  </a:spcAft>
                </a:pPr>
                <a:r>
                  <a:rPr lang="en-US" sz="800" noProof="1">
                    <a:solidFill>
                      <a:srgbClr val="5F5F5F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A1-2</a:t>
                </a:r>
              </a:p>
            </p:txBody>
          </p:sp>
          <p:sp>
            <p:nvSpPr>
              <p:cNvPr id="250" name="Selection Overlay">
                <a:extLst>
                  <a:ext uri="{FF2B5EF4-FFF2-40B4-BE49-F238E27FC236}">
                    <a16:creationId xmlns:a16="http://schemas.microsoft.com/office/drawing/2014/main" id="{1DC6C4FE-5E71-8C80-08A7-3D2AFE3A2E2A}"/>
                  </a:ext>
                </a:extLst>
              </p:cNvPr>
              <p:cNvSpPr/>
              <p:nvPr>
                <p:custDataLst>
                  <p:tags r:id="rId108"/>
                </p:custDataLst>
              </p:nvPr>
            </p:nvSpPr>
            <p:spPr>
              <a:xfrm>
                <a:off x="644327" y="1674051"/>
                <a:ext cx="1239597" cy="171414"/>
              </a:xfrm>
              <a:prstGeom prst="rect">
                <a:avLst/>
              </a:prstGeom>
              <a:solidFill>
                <a:srgbClr val="5B9BD5">
                  <a:alpha val="21961"/>
                </a:srgbClr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grpSp>
        <p:nvGrpSpPr>
          <p:cNvPr id="253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F8576ADC-803C-1897-175A-634BE6330DE4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4519013" y="2424703"/>
            <a:ext cx="1368150" cy="225703"/>
            <a:chOff x="595686" y="1268936"/>
            <a:chExt cx="1368150" cy="225703"/>
          </a:xfrm>
          <a:solidFill>
            <a:srgbClr val="FFFFFF"/>
          </a:solidFill>
        </p:grpSpPr>
        <p:sp>
          <p:nvSpPr>
            <p:cNvPr id="254" name="Text Box">
              <a:extLst>
                <a:ext uri="{FF2B5EF4-FFF2-40B4-BE49-F238E27FC236}">
                  <a16:creationId xmlns:a16="http://schemas.microsoft.com/office/drawing/2014/main" id="{3261909B-A61A-1EB4-AB39-41AECDE7D1ED}"/>
                </a:ext>
              </a:extLst>
            </p:cNvPr>
            <p:cNvSpPr/>
            <p:nvPr/>
          </p:nvSpPr>
          <p:spPr>
            <a:xfrm>
              <a:off x="595686" y="1268936"/>
              <a:ext cx="1368150" cy="225703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256032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800" dirty="0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rPr>
                <a:t>A0-3</a:t>
              </a:r>
            </a:p>
          </p:txBody>
        </p:sp>
        <p:sp>
          <p:nvSpPr>
            <p:cNvPr id="255" name="Arrow Down">
              <a:extLst>
                <a:ext uri="{FF2B5EF4-FFF2-40B4-BE49-F238E27FC236}">
                  <a16:creationId xmlns:a16="http://schemas.microsoft.com/office/drawing/2014/main" id="{E3176AA7-B72E-C2CF-D118-B1B15FB3F43E}"/>
                </a:ext>
              </a:extLst>
            </p:cNvPr>
            <p:cNvSpPr>
              <a:spLocks noChangeAspect="1"/>
            </p:cNvSpPr>
            <p:nvPr>
              <p:custDataLst>
                <p:tags r:id="rId106"/>
              </p:custDataLst>
            </p:nvPr>
          </p:nvSpPr>
          <p:spPr bwMode="auto">
            <a:xfrm flipH="1">
              <a:off x="1833595" y="1363700"/>
              <a:ext cx="64008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72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A6EF078F-366C-0BF7-7106-7DE8D905EF60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4519013" y="2777702"/>
            <a:ext cx="1368150" cy="225703"/>
            <a:chOff x="595686" y="1268936"/>
            <a:chExt cx="1368150" cy="225703"/>
          </a:xfrm>
          <a:solidFill>
            <a:srgbClr val="FFFFFF"/>
          </a:solidFill>
        </p:grpSpPr>
        <p:sp>
          <p:nvSpPr>
            <p:cNvPr id="73" name="Text Box">
              <a:extLst>
                <a:ext uri="{FF2B5EF4-FFF2-40B4-BE49-F238E27FC236}">
                  <a16:creationId xmlns:a16="http://schemas.microsoft.com/office/drawing/2014/main" id="{C3FED7A7-416A-C715-F405-69524587A321}"/>
                </a:ext>
              </a:extLst>
            </p:cNvPr>
            <p:cNvSpPr/>
            <p:nvPr/>
          </p:nvSpPr>
          <p:spPr>
            <a:xfrm>
              <a:off x="595686" y="1268936"/>
              <a:ext cx="1368150" cy="225703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256032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800" dirty="0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rPr>
                <a:t>A0-3</a:t>
              </a:r>
            </a:p>
          </p:txBody>
        </p:sp>
        <p:sp>
          <p:nvSpPr>
            <p:cNvPr id="74" name="Arrow Down">
              <a:extLst>
                <a:ext uri="{FF2B5EF4-FFF2-40B4-BE49-F238E27FC236}">
                  <a16:creationId xmlns:a16="http://schemas.microsoft.com/office/drawing/2014/main" id="{816FED4E-6944-208B-414C-121922C11447}"/>
                </a:ext>
              </a:extLst>
            </p:cNvPr>
            <p:cNvSpPr>
              <a:spLocks noChangeAspect="1"/>
            </p:cNvSpPr>
            <p:nvPr>
              <p:custDataLst>
                <p:tags r:id="rId105"/>
              </p:custDataLst>
            </p:nvPr>
          </p:nvSpPr>
          <p:spPr bwMode="auto">
            <a:xfrm flipH="1">
              <a:off x="1833595" y="1363700"/>
              <a:ext cx="64008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75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C384D5FA-D147-F913-5862-C19AE24E2043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4519013" y="3138243"/>
            <a:ext cx="1368150" cy="225703"/>
            <a:chOff x="595686" y="1268936"/>
            <a:chExt cx="1368150" cy="225703"/>
          </a:xfrm>
          <a:solidFill>
            <a:srgbClr val="FFFFFF"/>
          </a:solidFill>
        </p:grpSpPr>
        <p:sp>
          <p:nvSpPr>
            <p:cNvPr id="76" name="Text Box">
              <a:extLst>
                <a:ext uri="{FF2B5EF4-FFF2-40B4-BE49-F238E27FC236}">
                  <a16:creationId xmlns:a16="http://schemas.microsoft.com/office/drawing/2014/main" id="{0A77BBFC-F06C-D1FE-3803-190F34941EDC}"/>
                </a:ext>
              </a:extLst>
            </p:cNvPr>
            <p:cNvSpPr/>
            <p:nvPr/>
          </p:nvSpPr>
          <p:spPr>
            <a:xfrm>
              <a:off x="595686" y="1268936"/>
              <a:ext cx="1368150" cy="225703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256032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800" dirty="0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rPr>
                <a:t>A4</a:t>
              </a:r>
            </a:p>
          </p:txBody>
        </p:sp>
        <p:sp>
          <p:nvSpPr>
            <p:cNvPr id="77" name="Arrow Down">
              <a:extLst>
                <a:ext uri="{FF2B5EF4-FFF2-40B4-BE49-F238E27FC236}">
                  <a16:creationId xmlns:a16="http://schemas.microsoft.com/office/drawing/2014/main" id="{9D4F7FC9-21C2-76E5-96AF-61939A75460B}"/>
                </a:ext>
              </a:extLst>
            </p:cNvPr>
            <p:cNvSpPr>
              <a:spLocks noChangeAspect="1"/>
            </p:cNvSpPr>
            <p:nvPr>
              <p:custDataLst>
                <p:tags r:id="rId104"/>
              </p:custDataLst>
            </p:nvPr>
          </p:nvSpPr>
          <p:spPr bwMode="auto">
            <a:xfrm flipH="1">
              <a:off x="1833595" y="1363700"/>
              <a:ext cx="64008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78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B80DFF64-2EE1-3660-760F-E68A4C856337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4017038" y="3518543"/>
            <a:ext cx="1368150" cy="225703"/>
            <a:chOff x="595686" y="1268936"/>
            <a:chExt cx="1368150" cy="225703"/>
          </a:xfrm>
          <a:solidFill>
            <a:srgbClr val="FFFFFF"/>
          </a:solidFill>
        </p:grpSpPr>
        <p:sp>
          <p:nvSpPr>
            <p:cNvPr id="79" name="Text Box">
              <a:extLst>
                <a:ext uri="{FF2B5EF4-FFF2-40B4-BE49-F238E27FC236}">
                  <a16:creationId xmlns:a16="http://schemas.microsoft.com/office/drawing/2014/main" id="{04A1F0FB-397D-D032-E438-831E80D42F48}"/>
                </a:ext>
              </a:extLst>
            </p:cNvPr>
            <p:cNvSpPr/>
            <p:nvPr/>
          </p:nvSpPr>
          <p:spPr>
            <a:xfrm>
              <a:off x="595686" y="1268936"/>
              <a:ext cx="1368150" cy="225703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256032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800" dirty="0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rPr>
                <a:t>A2</a:t>
              </a:r>
            </a:p>
          </p:txBody>
        </p:sp>
        <p:sp>
          <p:nvSpPr>
            <p:cNvPr id="80" name="Arrow Down">
              <a:extLst>
                <a:ext uri="{FF2B5EF4-FFF2-40B4-BE49-F238E27FC236}">
                  <a16:creationId xmlns:a16="http://schemas.microsoft.com/office/drawing/2014/main" id="{CF111528-42EF-C943-C8A6-82F2D4132FCF}"/>
                </a:ext>
              </a:extLst>
            </p:cNvPr>
            <p:cNvSpPr>
              <a:spLocks noChangeAspect="1"/>
            </p:cNvSpPr>
            <p:nvPr>
              <p:custDataLst>
                <p:tags r:id="rId103"/>
              </p:custDataLst>
            </p:nvPr>
          </p:nvSpPr>
          <p:spPr bwMode="auto">
            <a:xfrm flipH="1">
              <a:off x="1833595" y="1363700"/>
              <a:ext cx="64008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81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933ED329-1B4B-D154-68C0-DA8B004E90E4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4017038" y="3868027"/>
            <a:ext cx="1368150" cy="225703"/>
            <a:chOff x="595686" y="1268936"/>
            <a:chExt cx="1368150" cy="225703"/>
          </a:xfrm>
          <a:solidFill>
            <a:srgbClr val="FFFFFF"/>
          </a:solidFill>
        </p:grpSpPr>
        <p:sp>
          <p:nvSpPr>
            <p:cNvPr id="82" name="Text Box">
              <a:extLst>
                <a:ext uri="{FF2B5EF4-FFF2-40B4-BE49-F238E27FC236}">
                  <a16:creationId xmlns:a16="http://schemas.microsoft.com/office/drawing/2014/main" id="{850CF3BF-95E6-4F7F-33B2-E617AED16C43}"/>
                </a:ext>
              </a:extLst>
            </p:cNvPr>
            <p:cNvSpPr/>
            <p:nvPr/>
          </p:nvSpPr>
          <p:spPr>
            <a:xfrm>
              <a:off x="595686" y="1268936"/>
              <a:ext cx="1368150" cy="225703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256032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800" dirty="0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rPr>
                <a:t>A1</a:t>
              </a:r>
            </a:p>
          </p:txBody>
        </p:sp>
        <p:sp>
          <p:nvSpPr>
            <p:cNvPr id="83" name="Arrow Down">
              <a:extLst>
                <a:ext uri="{FF2B5EF4-FFF2-40B4-BE49-F238E27FC236}">
                  <a16:creationId xmlns:a16="http://schemas.microsoft.com/office/drawing/2014/main" id="{B0E0B573-27CA-E686-3DEC-8B51D66AF6A1}"/>
                </a:ext>
              </a:extLst>
            </p:cNvPr>
            <p:cNvSpPr>
              <a:spLocks noChangeAspect="1"/>
            </p:cNvSpPr>
            <p:nvPr>
              <p:custDataLst>
                <p:tags r:id="rId102"/>
              </p:custDataLst>
            </p:nvPr>
          </p:nvSpPr>
          <p:spPr bwMode="auto">
            <a:xfrm flipH="1">
              <a:off x="1833595" y="1363700"/>
              <a:ext cx="64008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368" name="모서리가 둥근 직사각형 99">
            <a:extLst>
              <a:ext uri="{FF2B5EF4-FFF2-40B4-BE49-F238E27FC236}">
                <a16:creationId xmlns:a16="http://schemas.microsoft.com/office/drawing/2014/main" id="{F244C0DA-EF07-2813-A9BD-FC34D53D896F}"/>
              </a:ext>
            </a:extLst>
          </p:cNvPr>
          <p:cNvSpPr/>
          <p:nvPr/>
        </p:nvSpPr>
        <p:spPr>
          <a:xfrm>
            <a:off x="5316781" y="4493385"/>
            <a:ext cx="28800" cy="828000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 latinLnBrk="0"/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383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5A84EAC4-9545-5403-BBA4-BD7514FD5A14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4504602" y="5365192"/>
            <a:ext cx="1368150" cy="225703"/>
            <a:chOff x="595686" y="1268936"/>
            <a:chExt cx="1368150" cy="225703"/>
          </a:xfrm>
          <a:solidFill>
            <a:srgbClr val="FFFFFF"/>
          </a:solidFill>
        </p:grpSpPr>
        <p:sp>
          <p:nvSpPr>
            <p:cNvPr id="384" name="Text Box">
              <a:extLst>
                <a:ext uri="{FF2B5EF4-FFF2-40B4-BE49-F238E27FC236}">
                  <a16:creationId xmlns:a16="http://schemas.microsoft.com/office/drawing/2014/main" id="{F3D7B58D-2900-0FE7-CCF0-26A37DD44269}"/>
                </a:ext>
              </a:extLst>
            </p:cNvPr>
            <p:cNvSpPr/>
            <p:nvPr/>
          </p:nvSpPr>
          <p:spPr>
            <a:xfrm>
              <a:off x="595686" y="1268936"/>
              <a:ext cx="1368150" cy="225703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256032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800" dirty="0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rPr>
                <a:t>A1</a:t>
              </a:r>
            </a:p>
          </p:txBody>
        </p:sp>
        <p:sp>
          <p:nvSpPr>
            <p:cNvPr id="385" name="Arrow Down">
              <a:extLst>
                <a:ext uri="{FF2B5EF4-FFF2-40B4-BE49-F238E27FC236}">
                  <a16:creationId xmlns:a16="http://schemas.microsoft.com/office/drawing/2014/main" id="{5B9672C1-9906-E827-1811-78F90B3D1F77}"/>
                </a:ext>
              </a:extLst>
            </p:cNvPr>
            <p:cNvSpPr>
              <a:spLocks noChangeAspect="1"/>
            </p:cNvSpPr>
            <p:nvPr>
              <p:custDataLst>
                <p:tags r:id="rId101"/>
              </p:custDataLst>
            </p:nvPr>
          </p:nvSpPr>
          <p:spPr bwMode="auto">
            <a:xfrm flipH="1">
              <a:off x="1833595" y="1363700"/>
              <a:ext cx="64008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401" name="Rectangle 89">
            <a:extLst>
              <a:ext uri="{FF2B5EF4-FFF2-40B4-BE49-F238E27FC236}">
                <a16:creationId xmlns:a16="http://schemas.microsoft.com/office/drawing/2014/main" id="{D31F0EA3-45D2-2652-01B9-834BAA850F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9425" y="1575633"/>
            <a:ext cx="566539" cy="22839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chemeClr val="tx1"/>
                </a:solidFill>
              </a:rPr>
              <a:t>삭제</a:t>
            </a:r>
          </a:p>
        </p:txBody>
      </p:sp>
      <p:sp>
        <p:nvSpPr>
          <p:cNvPr id="402" name="Rectangle 89">
            <a:extLst>
              <a:ext uri="{FF2B5EF4-FFF2-40B4-BE49-F238E27FC236}">
                <a16:creationId xmlns:a16="http://schemas.microsoft.com/office/drawing/2014/main" id="{E63EE101-4136-710C-CA91-3A3DB13B18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8697" y="1588891"/>
            <a:ext cx="566539" cy="20187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700" kern="0" dirty="0">
                <a:solidFill>
                  <a:schemeClr val="bg1"/>
                </a:solidFill>
              </a:rPr>
              <a:t>+</a:t>
            </a:r>
            <a:r>
              <a:rPr kumimoji="0" lang="ko-KR" altLang="en-US" sz="700" kern="0" dirty="0">
                <a:solidFill>
                  <a:schemeClr val="bg1"/>
                </a:solidFill>
              </a:rPr>
              <a:t>추가</a:t>
            </a:r>
          </a:p>
        </p:txBody>
      </p:sp>
      <p:grpSp>
        <p:nvGrpSpPr>
          <p:cNvPr id="403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B87E6525-6F2A-7ED9-78C6-D1BD990F0F28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4509180" y="5688880"/>
            <a:ext cx="1368150" cy="225703"/>
            <a:chOff x="595686" y="1268936"/>
            <a:chExt cx="1368150" cy="225703"/>
          </a:xfrm>
          <a:solidFill>
            <a:srgbClr val="FFFFFF"/>
          </a:solidFill>
        </p:grpSpPr>
        <p:sp>
          <p:nvSpPr>
            <p:cNvPr id="404" name="Text Box">
              <a:extLst>
                <a:ext uri="{FF2B5EF4-FFF2-40B4-BE49-F238E27FC236}">
                  <a16:creationId xmlns:a16="http://schemas.microsoft.com/office/drawing/2014/main" id="{AFD79858-BBD6-E6E6-8965-9A771F584BF7}"/>
                </a:ext>
              </a:extLst>
            </p:cNvPr>
            <p:cNvSpPr/>
            <p:nvPr/>
          </p:nvSpPr>
          <p:spPr>
            <a:xfrm>
              <a:off x="595686" y="1268936"/>
              <a:ext cx="1368150" cy="225703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256032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800" dirty="0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rPr>
                <a:t>A1</a:t>
              </a:r>
            </a:p>
          </p:txBody>
        </p:sp>
        <p:sp>
          <p:nvSpPr>
            <p:cNvPr id="405" name="Arrow Down">
              <a:extLst>
                <a:ext uri="{FF2B5EF4-FFF2-40B4-BE49-F238E27FC236}">
                  <a16:creationId xmlns:a16="http://schemas.microsoft.com/office/drawing/2014/main" id="{C5F53CDB-B11F-D29F-DAC9-AB959831AE36}"/>
                </a:ext>
              </a:extLst>
            </p:cNvPr>
            <p:cNvSpPr>
              <a:spLocks noChangeAspect="1"/>
            </p:cNvSpPr>
            <p:nvPr>
              <p:custDataLst>
                <p:tags r:id="rId100"/>
              </p:custDataLst>
            </p:nvPr>
          </p:nvSpPr>
          <p:spPr bwMode="auto">
            <a:xfrm flipH="1">
              <a:off x="1833595" y="1363700"/>
              <a:ext cx="64008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9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&lt;/Code&gt;&lt;CodeSignature&gt;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3DB2BE72-DB38-6C58-0D67-7A7E33BF3ED4}"/>
              </a:ext>
            </a:extLst>
          </p:cNvPr>
          <p:cNvGrpSpPr/>
          <p:nvPr>
            <p:custDataLst>
              <p:tags r:id="rId9"/>
            </p:custDataLst>
          </p:nvPr>
        </p:nvGrpSpPr>
        <p:grpSpPr>
          <a:xfrm>
            <a:off x="6015047" y="2466137"/>
            <a:ext cx="350013" cy="196977"/>
            <a:chOff x="593892" y="1592858"/>
            <a:chExt cx="350013" cy="196977"/>
          </a:xfrm>
        </p:grpSpPr>
        <p:sp>
          <p:nvSpPr>
            <p:cNvPr id="26" name="Circle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0AECA7C0-8A0D-177A-5E46-2D7223300D74}"/>
                </a:ext>
              </a:extLst>
            </p:cNvPr>
            <p:cNvSpPr/>
            <p:nvPr>
              <p:custDataLst>
                <p:tags r:id="rId97"/>
              </p:custDataLst>
            </p:nvPr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27" name="Check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7A469259-025B-B23A-8089-C833868D0B69}"/>
                </a:ext>
              </a:extLst>
            </p:cNvPr>
            <p:cNvSpPr/>
            <p:nvPr>
              <p:custDataLst>
                <p:tags r:id="rId98"/>
              </p:custDataLst>
            </p:nvPr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30" name="Label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79884BA0-701E-2921-B62B-F60AF3E352FB}"/>
                </a:ext>
              </a:extLst>
            </p:cNvPr>
            <p:cNvSpPr txBox="1"/>
            <p:nvPr>
              <p:custDataLst>
                <p:tags r:id="rId99"/>
              </p:custDataLst>
            </p:nvPr>
          </p:nvSpPr>
          <p:spPr>
            <a:xfrm>
              <a:off x="727243" y="1592858"/>
              <a:ext cx="216662" cy="196977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Y</a:t>
              </a:r>
            </a:p>
          </p:txBody>
        </p:sp>
      </p:grpSp>
      <p:grpSp>
        <p:nvGrpSpPr>
          <p:cNvPr id="31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&lt;/Code&gt;&lt;CodeSignature&gt;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64B87B3B-1A6F-ECD4-D163-B76CBA838A3D}"/>
              </a:ext>
            </a:extLst>
          </p:cNvPr>
          <p:cNvGrpSpPr/>
          <p:nvPr>
            <p:custDataLst>
              <p:tags r:id="rId10"/>
            </p:custDataLst>
          </p:nvPr>
        </p:nvGrpSpPr>
        <p:grpSpPr>
          <a:xfrm>
            <a:off x="6717498" y="2466137"/>
            <a:ext cx="354822" cy="196977"/>
            <a:chOff x="593892" y="1592858"/>
            <a:chExt cx="354822" cy="196977"/>
          </a:xfrm>
        </p:grpSpPr>
        <p:sp>
          <p:nvSpPr>
            <p:cNvPr id="224" name="Circle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E5C0C004-2FE1-6FE0-59E7-3444680BD030}"/>
                </a:ext>
              </a:extLst>
            </p:cNvPr>
            <p:cNvSpPr/>
            <p:nvPr>
              <p:custDataLst>
                <p:tags r:id="rId94"/>
              </p:custDataLst>
            </p:nvPr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225" name="Check" descr="&lt;SmartSettings&gt;&lt;SmartResize anchorLeft=&quot;Absolute&quot; anchorTop=&quot;None&quot; anchorRight=&quot;None&quot; anchorBottom=&quot;None&quot; /&gt;&lt;/SmartSettings&gt;" hidden="1">
              <a:extLst>
                <a:ext uri="{FF2B5EF4-FFF2-40B4-BE49-F238E27FC236}">
                  <a16:creationId xmlns:a16="http://schemas.microsoft.com/office/drawing/2014/main" id="{1F08976F-381A-244B-4869-CFDCACBF9968}"/>
                </a:ext>
              </a:extLst>
            </p:cNvPr>
            <p:cNvSpPr/>
            <p:nvPr>
              <p:custDataLst>
                <p:tags r:id="rId95"/>
              </p:custDataLst>
            </p:nvPr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rgbClr val="808080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226" name="Label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A77ABED0-473F-6F22-7F02-63976077F046}"/>
                </a:ext>
              </a:extLst>
            </p:cNvPr>
            <p:cNvSpPr txBox="1"/>
            <p:nvPr>
              <p:custDataLst>
                <p:tags r:id="rId96"/>
              </p:custDataLst>
            </p:nvPr>
          </p:nvSpPr>
          <p:spPr>
            <a:xfrm>
              <a:off x="727243" y="1592858"/>
              <a:ext cx="221471" cy="196977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N</a:t>
              </a:r>
            </a:p>
          </p:txBody>
        </p:sp>
      </p:grpSp>
      <p:grpSp>
        <p:nvGrpSpPr>
          <p:cNvPr id="227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&lt;/Code&gt;&lt;CodeSignature&gt;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6C91935E-79E6-3D39-252B-1A45C9352AD3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6015047" y="2826714"/>
            <a:ext cx="350013" cy="196977"/>
            <a:chOff x="593892" y="1592858"/>
            <a:chExt cx="350013" cy="196977"/>
          </a:xfrm>
        </p:grpSpPr>
        <p:sp>
          <p:nvSpPr>
            <p:cNvPr id="231" name="Circle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97773A15-C028-7A3B-48B1-3765C9F064EC}"/>
                </a:ext>
              </a:extLst>
            </p:cNvPr>
            <p:cNvSpPr/>
            <p:nvPr>
              <p:custDataLst>
                <p:tags r:id="rId91"/>
              </p:custDataLst>
            </p:nvPr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232" name="Check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5439EFC7-65B5-1DB4-6B62-36D67C41E240}"/>
                </a:ext>
              </a:extLst>
            </p:cNvPr>
            <p:cNvSpPr/>
            <p:nvPr>
              <p:custDataLst>
                <p:tags r:id="rId92"/>
              </p:custDataLst>
            </p:nvPr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233" name="Label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3B105746-43CA-A592-364D-745B65FCBB9C}"/>
                </a:ext>
              </a:extLst>
            </p:cNvPr>
            <p:cNvSpPr txBox="1"/>
            <p:nvPr>
              <p:custDataLst>
                <p:tags r:id="rId93"/>
              </p:custDataLst>
            </p:nvPr>
          </p:nvSpPr>
          <p:spPr>
            <a:xfrm>
              <a:off x="727243" y="1592858"/>
              <a:ext cx="216662" cy="196977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Y</a:t>
              </a:r>
            </a:p>
          </p:txBody>
        </p:sp>
      </p:grpSp>
      <p:grpSp>
        <p:nvGrpSpPr>
          <p:cNvPr id="234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&lt;/Code&gt;&lt;CodeSignature&gt;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EB0AB9C3-5E43-EDFB-5F97-04BB48BD0FA7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6717498" y="2826714"/>
            <a:ext cx="354822" cy="196977"/>
            <a:chOff x="593892" y="1592858"/>
            <a:chExt cx="354822" cy="196977"/>
          </a:xfrm>
        </p:grpSpPr>
        <p:sp>
          <p:nvSpPr>
            <p:cNvPr id="239" name="Circle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FD96A042-7F51-4E8B-4FAF-9D02DF16A93B}"/>
                </a:ext>
              </a:extLst>
            </p:cNvPr>
            <p:cNvSpPr/>
            <p:nvPr>
              <p:custDataLst>
                <p:tags r:id="rId88"/>
              </p:custDataLst>
            </p:nvPr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240" name="Check" descr="&lt;SmartSettings&gt;&lt;SmartResize anchorLeft=&quot;Absolute&quot; anchorTop=&quot;None&quot; anchorRight=&quot;None&quot; anchorBottom=&quot;None&quot; /&gt;&lt;/SmartSettings&gt;" hidden="1">
              <a:extLst>
                <a:ext uri="{FF2B5EF4-FFF2-40B4-BE49-F238E27FC236}">
                  <a16:creationId xmlns:a16="http://schemas.microsoft.com/office/drawing/2014/main" id="{F7BE81EF-0DFF-7423-311E-E94F03096714}"/>
                </a:ext>
              </a:extLst>
            </p:cNvPr>
            <p:cNvSpPr/>
            <p:nvPr>
              <p:custDataLst>
                <p:tags r:id="rId89"/>
              </p:custDataLst>
            </p:nvPr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rgbClr val="808080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241" name="Label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09C8A963-D5B1-293D-7C22-B63BA7657007}"/>
                </a:ext>
              </a:extLst>
            </p:cNvPr>
            <p:cNvSpPr txBox="1"/>
            <p:nvPr>
              <p:custDataLst>
                <p:tags r:id="rId90"/>
              </p:custDataLst>
            </p:nvPr>
          </p:nvSpPr>
          <p:spPr>
            <a:xfrm>
              <a:off x="727243" y="1592858"/>
              <a:ext cx="221471" cy="196977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N</a:t>
              </a:r>
            </a:p>
          </p:txBody>
        </p:sp>
      </p:grpSp>
      <p:grpSp>
        <p:nvGrpSpPr>
          <p:cNvPr id="242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&lt;/Code&gt;&lt;CodeSignature&gt;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4A84F5DA-7A1F-CCF6-148B-ED8AD9AC1189}"/>
              </a:ext>
            </a:extLst>
          </p:cNvPr>
          <p:cNvGrpSpPr/>
          <p:nvPr>
            <p:custDataLst>
              <p:tags r:id="rId13"/>
            </p:custDataLst>
          </p:nvPr>
        </p:nvGrpSpPr>
        <p:grpSpPr>
          <a:xfrm>
            <a:off x="5869396" y="3176873"/>
            <a:ext cx="350013" cy="196977"/>
            <a:chOff x="593892" y="1592858"/>
            <a:chExt cx="350013" cy="196977"/>
          </a:xfrm>
        </p:grpSpPr>
        <p:sp>
          <p:nvSpPr>
            <p:cNvPr id="64" name="Circle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68070833-BD44-7FD7-C4AD-675AC3ED7F27}"/>
                </a:ext>
              </a:extLst>
            </p:cNvPr>
            <p:cNvSpPr/>
            <p:nvPr>
              <p:custDataLst>
                <p:tags r:id="rId85"/>
              </p:custDataLst>
            </p:nvPr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66" name="Check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93AA7472-EEA3-5098-C301-39C353302310}"/>
                </a:ext>
              </a:extLst>
            </p:cNvPr>
            <p:cNvSpPr/>
            <p:nvPr>
              <p:custDataLst>
                <p:tags r:id="rId86"/>
              </p:custDataLst>
            </p:nvPr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68" name="Label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716D3858-E92B-6D9A-07CE-40D6FF3D3A74}"/>
                </a:ext>
              </a:extLst>
            </p:cNvPr>
            <p:cNvSpPr txBox="1"/>
            <p:nvPr>
              <p:custDataLst>
                <p:tags r:id="rId87"/>
              </p:custDataLst>
            </p:nvPr>
          </p:nvSpPr>
          <p:spPr>
            <a:xfrm>
              <a:off x="727243" y="1592858"/>
              <a:ext cx="216662" cy="196977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Y</a:t>
              </a:r>
            </a:p>
          </p:txBody>
        </p:sp>
      </p:grpSp>
      <p:grpSp>
        <p:nvGrpSpPr>
          <p:cNvPr id="69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&lt;/Code&gt;&lt;CodeSignature&gt;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46CA83D3-94E6-491E-629E-D22D60BF2E8D}"/>
              </a:ext>
            </a:extLst>
          </p:cNvPr>
          <p:cNvGrpSpPr/>
          <p:nvPr>
            <p:custDataLst>
              <p:tags r:id="rId14"/>
            </p:custDataLst>
          </p:nvPr>
        </p:nvGrpSpPr>
        <p:grpSpPr>
          <a:xfrm>
            <a:off x="6571847" y="3176873"/>
            <a:ext cx="354822" cy="196977"/>
            <a:chOff x="593892" y="1592858"/>
            <a:chExt cx="354822" cy="196977"/>
          </a:xfrm>
        </p:grpSpPr>
        <p:sp>
          <p:nvSpPr>
            <p:cNvPr id="70" name="Circle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93985A3D-90ED-D496-DDCB-E1506CCF8C58}"/>
                </a:ext>
              </a:extLst>
            </p:cNvPr>
            <p:cNvSpPr/>
            <p:nvPr>
              <p:custDataLst>
                <p:tags r:id="rId82"/>
              </p:custDataLst>
            </p:nvPr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71" name="Check" descr="&lt;SmartSettings&gt;&lt;SmartResize anchorLeft=&quot;Absolute&quot; anchorTop=&quot;None&quot; anchorRight=&quot;None&quot; anchorBottom=&quot;None&quot; /&gt;&lt;/SmartSettings&gt;" hidden="1">
              <a:extLst>
                <a:ext uri="{FF2B5EF4-FFF2-40B4-BE49-F238E27FC236}">
                  <a16:creationId xmlns:a16="http://schemas.microsoft.com/office/drawing/2014/main" id="{E08329EF-F667-F111-C843-A4434994DD28}"/>
                </a:ext>
              </a:extLst>
            </p:cNvPr>
            <p:cNvSpPr/>
            <p:nvPr>
              <p:custDataLst>
                <p:tags r:id="rId83"/>
              </p:custDataLst>
            </p:nvPr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rgbClr val="808080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87" name="Label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3504C672-47F4-5B98-23A8-A45358B2D4C6}"/>
                </a:ext>
              </a:extLst>
            </p:cNvPr>
            <p:cNvSpPr txBox="1"/>
            <p:nvPr>
              <p:custDataLst>
                <p:tags r:id="rId84"/>
              </p:custDataLst>
            </p:nvPr>
          </p:nvSpPr>
          <p:spPr>
            <a:xfrm>
              <a:off x="727243" y="1592858"/>
              <a:ext cx="221471" cy="196977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N</a:t>
              </a:r>
            </a:p>
          </p:txBody>
        </p:sp>
      </p:grpSp>
      <p:grpSp>
        <p:nvGrpSpPr>
          <p:cNvPr id="366" name="그룹 365">
            <a:extLst>
              <a:ext uri="{FF2B5EF4-FFF2-40B4-BE49-F238E27FC236}">
                <a16:creationId xmlns:a16="http://schemas.microsoft.com/office/drawing/2014/main" id="{20F3F853-F986-2759-C790-252C106C0471}"/>
              </a:ext>
            </a:extLst>
          </p:cNvPr>
          <p:cNvGrpSpPr/>
          <p:nvPr/>
        </p:nvGrpSpPr>
        <p:grpSpPr>
          <a:xfrm>
            <a:off x="5869396" y="3565329"/>
            <a:ext cx="1057273" cy="198637"/>
            <a:chOff x="5744386" y="3810921"/>
            <a:chExt cx="1057273" cy="198637"/>
          </a:xfrm>
        </p:grpSpPr>
        <p:grpSp>
          <p:nvGrpSpPr>
            <p:cNvPr id="357" name="그룹 356">
              <a:extLst>
                <a:ext uri="{FF2B5EF4-FFF2-40B4-BE49-F238E27FC236}">
                  <a16:creationId xmlns:a16="http://schemas.microsoft.com/office/drawing/2014/main" id="{D57A1256-28F5-E919-EFC6-EE9EC83BF287}"/>
                </a:ext>
              </a:extLst>
            </p:cNvPr>
            <p:cNvGrpSpPr/>
            <p:nvPr/>
          </p:nvGrpSpPr>
          <p:grpSpPr>
            <a:xfrm>
              <a:off x="5744386" y="3810921"/>
              <a:ext cx="1057273" cy="198637"/>
              <a:chOff x="5744386" y="3810921"/>
              <a:chExt cx="1057273" cy="198637"/>
            </a:xfrm>
          </p:grpSpPr>
          <p:grpSp>
            <p:nvGrpSpPr>
              <p:cNvPr id="88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&lt;/Code&gt;&lt;CodeSignature&gt;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&lt;/CodeSignature&gt;&lt;/SmartOptions&gt;&lt;SmartResize enabled=&quot;True&quot; minWidth=&quot;10&quot; minHeight=&quot;10&quot; /&gt;&lt;/SmartSettings&gt;">
                <a:extLst>
                  <a:ext uri="{FF2B5EF4-FFF2-40B4-BE49-F238E27FC236}">
                    <a16:creationId xmlns:a16="http://schemas.microsoft.com/office/drawing/2014/main" id="{BB634BF2-57B4-8938-F61F-ADD2C53EF0CE}"/>
                  </a:ext>
                </a:extLst>
              </p:cNvPr>
              <p:cNvGrpSpPr/>
              <p:nvPr>
                <p:custDataLst>
                  <p:tags r:id="rId75"/>
                </p:custDataLst>
              </p:nvPr>
            </p:nvGrpSpPr>
            <p:grpSpPr>
              <a:xfrm>
                <a:off x="5744386" y="3810921"/>
                <a:ext cx="350013" cy="196977"/>
                <a:chOff x="593892" y="1592858"/>
                <a:chExt cx="350013" cy="196977"/>
              </a:xfrm>
            </p:grpSpPr>
            <p:sp>
              <p:nvSpPr>
                <p:cNvPr id="89" name="Circle" descr="&lt;SmartSettings&gt;&lt;SmartResize anchorLeft=&quot;Absolute&quot; anchorTop=&quot;None&quot; anchorRight=&quot;None&quot; anchorBottom=&quot;None&quot; /&gt;&lt;/SmartSettings&gt;">
                  <a:extLst>
                    <a:ext uri="{FF2B5EF4-FFF2-40B4-BE49-F238E27FC236}">
                      <a16:creationId xmlns:a16="http://schemas.microsoft.com/office/drawing/2014/main" id="{95C7CC97-6A33-CBA3-3A6C-5F5E7DA88FDE}"/>
                    </a:ext>
                  </a:extLst>
                </p:cNvPr>
                <p:cNvSpPr/>
                <p:nvPr>
                  <p:custDataLst>
                    <p:tags r:id="rId80"/>
                  </p:custDataLst>
                </p:nvPr>
              </p:nvSpPr>
              <p:spPr>
                <a:xfrm>
                  <a:off x="593892" y="1624671"/>
                  <a:ext cx="133350" cy="133350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800" dirty="0">
                    <a:solidFill>
                      <a:srgbClr val="5F5F5F"/>
                    </a:solidFill>
                    <a:latin typeface="+mn-ea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94" name="Label" descr="&lt;SmartSettings&gt;&lt;SmartResize anchorLeft=&quot;Absolute&quot; anchorTop=&quot;Absolute&quot; anchorRight=&quot;Absolute&quot; anchorBottom=&quot;Absolute&quot; /&gt;&lt;/SmartSettings&gt;">
                  <a:extLst>
                    <a:ext uri="{FF2B5EF4-FFF2-40B4-BE49-F238E27FC236}">
                      <a16:creationId xmlns:a16="http://schemas.microsoft.com/office/drawing/2014/main" id="{AE64E5CD-7D67-114F-DEA8-360D79832DD6}"/>
                    </a:ext>
                  </a:extLst>
                </p:cNvPr>
                <p:cNvSpPr txBox="1"/>
                <p:nvPr>
                  <p:custDataLst>
                    <p:tags r:id="rId81"/>
                  </p:custDataLst>
                </p:nvPr>
              </p:nvSpPr>
              <p:spPr>
                <a:xfrm>
                  <a:off x="727243" y="1592858"/>
                  <a:ext cx="216662" cy="196977"/>
                </a:xfrm>
                <a:prstGeom prst="rect">
                  <a:avLst/>
                </a:prstGeom>
                <a:noFill/>
              </p:spPr>
              <p:txBody>
                <a:bodyPr wrap="none" lIns="73152" tIns="36576" rIns="73152" bIns="36576" rtlCol="0" anchor="ctr" anchorCtr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sz="800" dirty="0">
                      <a:solidFill>
                        <a:srgbClr val="5F5F5F"/>
                      </a:solidFill>
                      <a:latin typeface="+mn-ea"/>
                      <a:cs typeface="Segoe UI" panose="020B0502040204020203" pitchFamily="34" charset="0"/>
                    </a:rPr>
                    <a:t>Y</a:t>
                  </a:r>
                </a:p>
              </p:txBody>
            </p:sp>
          </p:grpSp>
          <p:grpSp>
            <p:nvGrpSpPr>
              <p:cNvPr id="95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&lt;/Code&gt;&lt;CodeSignature&gt;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&lt;/CodeSignature&gt;&lt;/SmartOptions&gt;&lt;SmartResize enabled=&quot;True&quot; minWidth=&quot;10&quot; minHeight=&quot;10&quot; /&gt;&lt;/SmartSettings&gt;">
                <a:extLst>
                  <a:ext uri="{FF2B5EF4-FFF2-40B4-BE49-F238E27FC236}">
                    <a16:creationId xmlns:a16="http://schemas.microsoft.com/office/drawing/2014/main" id="{41AB33C0-DF1E-59E3-C420-A5B8AC0C6A59}"/>
                  </a:ext>
                </a:extLst>
              </p:cNvPr>
              <p:cNvGrpSpPr/>
              <p:nvPr>
                <p:custDataLst>
                  <p:tags r:id="rId76"/>
                </p:custDataLst>
              </p:nvPr>
            </p:nvGrpSpPr>
            <p:grpSpPr>
              <a:xfrm>
                <a:off x="6446837" y="3812581"/>
                <a:ext cx="354822" cy="196977"/>
                <a:chOff x="593892" y="1592858"/>
                <a:chExt cx="354822" cy="196977"/>
              </a:xfrm>
            </p:grpSpPr>
            <p:sp>
              <p:nvSpPr>
                <p:cNvPr id="352" name="Circle" descr="&lt;SmartSettings&gt;&lt;SmartResize anchorLeft=&quot;Absolute&quot; anchorTop=&quot;None&quot; anchorRight=&quot;None&quot; anchorBottom=&quot;None&quot; /&gt;&lt;/SmartSettings&gt;">
                  <a:extLst>
                    <a:ext uri="{FF2B5EF4-FFF2-40B4-BE49-F238E27FC236}">
                      <a16:creationId xmlns:a16="http://schemas.microsoft.com/office/drawing/2014/main" id="{54698BB3-2632-DB10-AE31-4E95E035300B}"/>
                    </a:ext>
                  </a:extLst>
                </p:cNvPr>
                <p:cNvSpPr/>
                <p:nvPr>
                  <p:custDataLst>
                    <p:tags r:id="rId77"/>
                  </p:custDataLst>
                </p:nvPr>
              </p:nvSpPr>
              <p:spPr>
                <a:xfrm>
                  <a:off x="593892" y="1624671"/>
                  <a:ext cx="133350" cy="133350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800" dirty="0">
                    <a:solidFill>
                      <a:srgbClr val="5F5F5F"/>
                    </a:solidFill>
                    <a:latin typeface="+mn-ea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353" name="Check" descr="&lt;SmartSettings&gt;&lt;SmartResize anchorLeft=&quot;Absolute&quot; anchorTop=&quot;None&quot; anchorRight=&quot;None&quot; anchorBottom=&quot;None&quot; /&gt;&lt;/SmartSettings&gt;" hidden="1">
                  <a:extLst>
                    <a:ext uri="{FF2B5EF4-FFF2-40B4-BE49-F238E27FC236}">
                      <a16:creationId xmlns:a16="http://schemas.microsoft.com/office/drawing/2014/main" id="{8BB868B0-9167-AFF6-DF42-32D56FBE8639}"/>
                    </a:ext>
                  </a:extLst>
                </p:cNvPr>
                <p:cNvSpPr/>
                <p:nvPr>
                  <p:custDataLst>
                    <p:tags r:id="rId78"/>
                  </p:custDataLst>
                </p:nvPr>
              </p:nvSpPr>
              <p:spPr>
                <a:xfrm>
                  <a:off x="631198" y="1661977"/>
                  <a:ext cx="58738" cy="58738"/>
                </a:xfrm>
                <a:prstGeom prst="ellipse">
                  <a:avLst/>
                </a:prstGeom>
                <a:solidFill>
                  <a:srgbClr val="808080"/>
                </a:solidFill>
                <a:ln w="6350">
                  <a:solidFill>
                    <a:srgbClr val="80808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800" dirty="0">
                    <a:solidFill>
                      <a:srgbClr val="5F5F5F"/>
                    </a:solidFill>
                    <a:latin typeface="+mn-ea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355" name="Label" descr="&lt;SmartSettings&gt;&lt;SmartResize anchorLeft=&quot;Absolute&quot; anchorTop=&quot;Absolute&quot; anchorRight=&quot;Absolute&quot; anchorBottom=&quot;Absolute&quot; /&gt;&lt;/SmartSettings&gt;">
                  <a:extLst>
                    <a:ext uri="{FF2B5EF4-FFF2-40B4-BE49-F238E27FC236}">
                      <a16:creationId xmlns:a16="http://schemas.microsoft.com/office/drawing/2014/main" id="{5F9F6EF6-AC1B-B3E6-8A5C-78C13FD4E512}"/>
                    </a:ext>
                  </a:extLst>
                </p:cNvPr>
                <p:cNvSpPr txBox="1"/>
                <p:nvPr>
                  <p:custDataLst>
                    <p:tags r:id="rId79"/>
                  </p:custDataLst>
                </p:nvPr>
              </p:nvSpPr>
              <p:spPr>
                <a:xfrm>
                  <a:off x="727243" y="1592858"/>
                  <a:ext cx="221471" cy="196977"/>
                </a:xfrm>
                <a:prstGeom prst="rect">
                  <a:avLst/>
                </a:prstGeom>
                <a:noFill/>
              </p:spPr>
              <p:txBody>
                <a:bodyPr wrap="none" lIns="73152" tIns="36576" rIns="73152" bIns="36576" rtlCol="0" anchor="ctr" anchorCtr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sz="800" dirty="0">
                      <a:solidFill>
                        <a:srgbClr val="5F5F5F"/>
                      </a:solidFill>
                      <a:latin typeface="+mn-ea"/>
                      <a:cs typeface="Segoe UI" panose="020B0502040204020203" pitchFamily="34" charset="0"/>
                    </a:rPr>
                    <a:t>N</a:t>
                  </a:r>
                </a:p>
              </p:txBody>
            </p:sp>
          </p:grpSp>
        </p:grpSp>
        <p:sp>
          <p:nvSpPr>
            <p:cNvPr id="356" name="Check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A13E523E-7DE8-2D8B-4C14-0CA876B572F1}"/>
                </a:ext>
              </a:extLst>
            </p:cNvPr>
            <p:cNvSpPr/>
            <p:nvPr>
              <p:custDataLst>
                <p:tags r:id="rId74"/>
              </p:custDataLst>
            </p:nvPr>
          </p:nvSpPr>
          <p:spPr>
            <a:xfrm>
              <a:off x="6484143" y="3876604"/>
              <a:ext cx="58738" cy="58738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367" name="그룹 366">
            <a:extLst>
              <a:ext uri="{FF2B5EF4-FFF2-40B4-BE49-F238E27FC236}">
                <a16:creationId xmlns:a16="http://schemas.microsoft.com/office/drawing/2014/main" id="{3B476C9D-B75A-9C07-82F6-A3B42C5407CD}"/>
              </a:ext>
            </a:extLst>
          </p:cNvPr>
          <p:cNvGrpSpPr/>
          <p:nvPr/>
        </p:nvGrpSpPr>
        <p:grpSpPr>
          <a:xfrm>
            <a:off x="5873292" y="3920413"/>
            <a:ext cx="1057273" cy="198637"/>
            <a:chOff x="5744386" y="3810921"/>
            <a:chExt cx="1057273" cy="198637"/>
          </a:xfrm>
        </p:grpSpPr>
        <p:grpSp>
          <p:nvGrpSpPr>
            <p:cNvPr id="369" name="그룹 368">
              <a:extLst>
                <a:ext uri="{FF2B5EF4-FFF2-40B4-BE49-F238E27FC236}">
                  <a16:creationId xmlns:a16="http://schemas.microsoft.com/office/drawing/2014/main" id="{5EDDDDF0-EE84-BF83-5BE1-FAF5F238C0D1}"/>
                </a:ext>
              </a:extLst>
            </p:cNvPr>
            <p:cNvGrpSpPr/>
            <p:nvPr/>
          </p:nvGrpSpPr>
          <p:grpSpPr>
            <a:xfrm>
              <a:off x="5744386" y="3810921"/>
              <a:ext cx="1057273" cy="198637"/>
              <a:chOff x="5744386" y="3810921"/>
              <a:chExt cx="1057273" cy="198637"/>
            </a:xfrm>
          </p:grpSpPr>
          <p:grpSp>
            <p:nvGrpSpPr>
              <p:cNvPr id="371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&lt;/Code&gt;&lt;CodeSignature&gt;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&lt;/CodeSignature&gt;&lt;/SmartOptions&gt;&lt;SmartResize enabled=&quot;True&quot; minWidth=&quot;10&quot; minHeight=&quot;10&quot; /&gt;&lt;/SmartSettings&gt;">
                <a:extLst>
                  <a:ext uri="{FF2B5EF4-FFF2-40B4-BE49-F238E27FC236}">
                    <a16:creationId xmlns:a16="http://schemas.microsoft.com/office/drawing/2014/main" id="{FF4A7065-8772-DE55-74A9-A8890EA68BBD}"/>
                  </a:ext>
                </a:extLst>
              </p:cNvPr>
              <p:cNvGrpSpPr/>
              <p:nvPr>
                <p:custDataLst>
                  <p:tags r:id="rId67"/>
                </p:custDataLst>
              </p:nvPr>
            </p:nvGrpSpPr>
            <p:grpSpPr>
              <a:xfrm>
                <a:off x="5744386" y="3810921"/>
                <a:ext cx="350013" cy="196977"/>
                <a:chOff x="593892" y="1592858"/>
                <a:chExt cx="350013" cy="196977"/>
              </a:xfrm>
            </p:grpSpPr>
            <p:sp>
              <p:nvSpPr>
                <p:cNvPr id="379" name="Circle" descr="&lt;SmartSettings&gt;&lt;SmartResize anchorLeft=&quot;Absolute&quot; anchorTop=&quot;None&quot; anchorRight=&quot;None&quot; anchorBottom=&quot;None&quot; /&gt;&lt;/SmartSettings&gt;">
                  <a:extLst>
                    <a:ext uri="{FF2B5EF4-FFF2-40B4-BE49-F238E27FC236}">
                      <a16:creationId xmlns:a16="http://schemas.microsoft.com/office/drawing/2014/main" id="{72EF4D82-38BF-D29B-AF9C-766ECE3690FC}"/>
                    </a:ext>
                  </a:extLst>
                </p:cNvPr>
                <p:cNvSpPr/>
                <p:nvPr>
                  <p:custDataLst>
                    <p:tags r:id="rId72"/>
                  </p:custDataLst>
                </p:nvPr>
              </p:nvSpPr>
              <p:spPr>
                <a:xfrm>
                  <a:off x="593892" y="1624671"/>
                  <a:ext cx="133350" cy="133350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800" dirty="0">
                    <a:solidFill>
                      <a:srgbClr val="5F5F5F"/>
                    </a:solidFill>
                    <a:latin typeface="+mn-ea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380" name="Label" descr="&lt;SmartSettings&gt;&lt;SmartResize anchorLeft=&quot;Absolute&quot; anchorTop=&quot;Absolute&quot; anchorRight=&quot;Absolute&quot; anchorBottom=&quot;Absolute&quot; /&gt;&lt;/SmartSettings&gt;">
                  <a:extLst>
                    <a:ext uri="{FF2B5EF4-FFF2-40B4-BE49-F238E27FC236}">
                      <a16:creationId xmlns:a16="http://schemas.microsoft.com/office/drawing/2014/main" id="{5E3B7430-E05B-21FA-77C8-0ABB297785B1}"/>
                    </a:ext>
                  </a:extLst>
                </p:cNvPr>
                <p:cNvSpPr txBox="1"/>
                <p:nvPr>
                  <p:custDataLst>
                    <p:tags r:id="rId73"/>
                  </p:custDataLst>
                </p:nvPr>
              </p:nvSpPr>
              <p:spPr>
                <a:xfrm>
                  <a:off x="727243" y="1592858"/>
                  <a:ext cx="216662" cy="196977"/>
                </a:xfrm>
                <a:prstGeom prst="rect">
                  <a:avLst/>
                </a:prstGeom>
                <a:noFill/>
              </p:spPr>
              <p:txBody>
                <a:bodyPr wrap="none" lIns="73152" tIns="36576" rIns="73152" bIns="36576" rtlCol="0" anchor="ctr" anchorCtr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sz="800" dirty="0">
                      <a:solidFill>
                        <a:srgbClr val="5F5F5F"/>
                      </a:solidFill>
                      <a:latin typeface="+mn-ea"/>
                      <a:cs typeface="Segoe UI" panose="020B0502040204020203" pitchFamily="34" charset="0"/>
                    </a:rPr>
                    <a:t>Y</a:t>
                  </a:r>
                </a:p>
              </p:txBody>
            </p:sp>
          </p:grpSp>
          <p:grpSp>
            <p:nvGrpSpPr>
              <p:cNvPr id="375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&lt;/Code&gt;&lt;CodeSignature&gt;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&lt;/CodeSignature&gt;&lt;/SmartOptions&gt;&lt;SmartResize enabled=&quot;True&quot; minWidth=&quot;10&quot; minHeight=&quot;10&quot; /&gt;&lt;/SmartSettings&gt;">
                <a:extLst>
                  <a:ext uri="{FF2B5EF4-FFF2-40B4-BE49-F238E27FC236}">
                    <a16:creationId xmlns:a16="http://schemas.microsoft.com/office/drawing/2014/main" id="{1BCDB5A6-9011-6E7E-FE25-08A528D36B82}"/>
                  </a:ext>
                </a:extLst>
              </p:cNvPr>
              <p:cNvGrpSpPr/>
              <p:nvPr>
                <p:custDataLst>
                  <p:tags r:id="rId68"/>
                </p:custDataLst>
              </p:nvPr>
            </p:nvGrpSpPr>
            <p:grpSpPr>
              <a:xfrm>
                <a:off x="6446837" y="3812581"/>
                <a:ext cx="354822" cy="196977"/>
                <a:chOff x="593892" y="1592858"/>
                <a:chExt cx="354822" cy="196977"/>
              </a:xfrm>
            </p:grpSpPr>
            <p:sp>
              <p:nvSpPr>
                <p:cNvPr id="376" name="Circle" descr="&lt;SmartSettings&gt;&lt;SmartResize anchorLeft=&quot;Absolute&quot; anchorTop=&quot;None&quot; anchorRight=&quot;None&quot; anchorBottom=&quot;None&quot; /&gt;&lt;/SmartSettings&gt;">
                  <a:extLst>
                    <a:ext uri="{FF2B5EF4-FFF2-40B4-BE49-F238E27FC236}">
                      <a16:creationId xmlns:a16="http://schemas.microsoft.com/office/drawing/2014/main" id="{16623CDE-F065-EFF6-5675-0BBBB7DADBC3}"/>
                    </a:ext>
                  </a:extLst>
                </p:cNvPr>
                <p:cNvSpPr/>
                <p:nvPr>
                  <p:custDataLst>
                    <p:tags r:id="rId69"/>
                  </p:custDataLst>
                </p:nvPr>
              </p:nvSpPr>
              <p:spPr>
                <a:xfrm>
                  <a:off x="593892" y="1624671"/>
                  <a:ext cx="133350" cy="133350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800" dirty="0">
                    <a:solidFill>
                      <a:srgbClr val="5F5F5F"/>
                    </a:solidFill>
                    <a:latin typeface="+mn-ea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377" name="Check" descr="&lt;SmartSettings&gt;&lt;SmartResize anchorLeft=&quot;Absolute&quot; anchorTop=&quot;None&quot; anchorRight=&quot;None&quot; anchorBottom=&quot;None&quot; /&gt;&lt;/SmartSettings&gt;" hidden="1">
                  <a:extLst>
                    <a:ext uri="{FF2B5EF4-FFF2-40B4-BE49-F238E27FC236}">
                      <a16:creationId xmlns:a16="http://schemas.microsoft.com/office/drawing/2014/main" id="{8D14D26C-DFA0-71D4-097D-116E971F35C4}"/>
                    </a:ext>
                  </a:extLst>
                </p:cNvPr>
                <p:cNvSpPr/>
                <p:nvPr>
                  <p:custDataLst>
                    <p:tags r:id="rId70"/>
                  </p:custDataLst>
                </p:nvPr>
              </p:nvSpPr>
              <p:spPr>
                <a:xfrm>
                  <a:off x="631198" y="1661977"/>
                  <a:ext cx="58738" cy="58738"/>
                </a:xfrm>
                <a:prstGeom prst="ellipse">
                  <a:avLst/>
                </a:prstGeom>
                <a:solidFill>
                  <a:srgbClr val="808080"/>
                </a:solidFill>
                <a:ln w="6350">
                  <a:solidFill>
                    <a:srgbClr val="80808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800" dirty="0">
                    <a:solidFill>
                      <a:srgbClr val="5F5F5F"/>
                    </a:solidFill>
                    <a:latin typeface="+mn-ea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378" name="Label" descr="&lt;SmartSettings&gt;&lt;SmartResize anchorLeft=&quot;Absolute&quot; anchorTop=&quot;Absolute&quot; anchorRight=&quot;Absolute&quot; anchorBottom=&quot;Absolute&quot; /&gt;&lt;/SmartSettings&gt;">
                  <a:extLst>
                    <a:ext uri="{FF2B5EF4-FFF2-40B4-BE49-F238E27FC236}">
                      <a16:creationId xmlns:a16="http://schemas.microsoft.com/office/drawing/2014/main" id="{9A488760-F771-8796-EBD9-52C2AE1C6B75}"/>
                    </a:ext>
                  </a:extLst>
                </p:cNvPr>
                <p:cNvSpPr txBox="1"/>
                <p:nvPr>
                  <p:custDataLst>
                    <p:tags r:id="rId71"/>
                  </p:custDataLst>
                </p:nvPr>
              </p:nvSpPr>
              <p:spPr>
                <a:xfrm>
                  <a:off x="727243" y="1592858"/>
                  <a:ext cx="221471" cy="196977"/>
                </a:xfrm>
                <a:prstGeom prst="rect">
                  <a:avLst/>
                </a:prstGeom>
                <a:noFill/>
              </p:spPr>
              <p:txBody>
                <a:bodyPr wrap="none" lIns="73152" tIns="36576" rIns="73152" bIns="36576" rtlCol="0" anchor="ctr" anchorCtr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sz="800" dirty="0">
                      <a:solidFill>
                        <a:srgbClr val="5F5F5F"/>
                      </a:solidFill>
                      <a:latin typeface="+mn-ea"/>
                      <a:cs typeface="Segoe UI" panose="020B0502040204020203" pitchFamily="34" charset="0"/>
                    </a:rPr>
                    <a:t>N</a:t>
                  </a:r>
                </a:p>
              </p:txBody>
            </p:sp>
          </p:grpSp>
        </p:grpSp>
        <p:sp>
          <p:nvSpPr>
            <p:cNvPr id="370" name="Check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38F483BC-5CCC-117C-E967-1E972F45FAD8}"/>
                </a:ext>
              </a:extLst>
            </p:cNvPr>
            <p:cNvSpPr/>
            <p:nvPr>
              <p:custDataLst>
                <p:tags r:id="rId66"/>
              </p:custDataLst>
            </p:nvPr>
          </p:nvSpPr>
          <p:spPr>
            <a:xfrm>
              <a:off x="6484143" y="3876604"/>
              <a:ext cx="58738" cy="58738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381" name="그룹 380">
            <a:extLst>
              <a:ext uri="{FF2B5EF4-FFF2-40B4-BE49-F238E27FC236}">
                <a16:creationId xmlns:a16="http://schemas.microsoft.com/office/drawing/2014/main" id="{52EB1FDE-5837-9A59-88A5-7F5856FBB971}"/>
              </a:ext>
            </a:extLst>
          </p:cNvPr>
          <p:cNvGrpSpPr/>
          <p:nvPr/>
        </p:nvGrpSpPr>
        <p:grpSpPr>
          <a:xfrm>
            <a:off x="5869396" y="4253462"/>
            <a:ext cx="1057273" cy="198637"/>
            <a:chOff x="5744386" y="3810921"/>
            <a:chExt cx="1057273" cy="198637"/>
          </a:xfrm>
        </p:grpSpPr>
        <p:grpSp>
          <p:nvGrpSpPr>
            <p:cNvPr id="382" name="그룹 381">
              <a:extLst>
                <a:ext uri="{FF2B5EF4-FFF2-40B4-BE49-F238E27FC236}">
                  <a16:creationId xmlns:a16="http://schemas.microsoft.com/office/drawing/2014/main" id="{9D8A7B53-820B-C59B-DAE8-0F69DBF2420E}"/>
                </a:ext>
              </a:extLst>
            </p:cNvPr>
            <p:cNvGrpSpPr/>
            <p:nvPr/>
          </p:nvGrpSpPr>
          <p:grpSpPr>
            <a:xfrm>
              <a:off x="5744386" y="3810921"/>
              <a:ext cx="1057273" cy="198637"/>
              <a:chOff x="5744386" y="3810921"/>
              <a:chExt cx="1057273" cy="198637"/>
            </a:xfrm>
          </p:grpSpPr>
          <p:grpSp>
            <p:nvGrpSpPr>
              <p:cNvPr id="407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&lt;/Code&gt;&lt;CodeSignature&gt;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&lt;/CodeSignature&gt;&lt;/SmartOptions&gt;&lt;SmartResize enabled=&quot;True&quot; minWidth=&quot;10&quot; minHeight=&quot;10&quot; /&gt;&lt;/SmartSettings&gt;">
                <a:extLst>
                  <a:ext uri="{FF2B5EF4-FFF2-40B4-BE49-F238E27FC236}">
                    <a16:creationId xmlns:a16="http://schemas.microsoft.com/office/drawing/2014/main" id="{4BBB241B-10DC-D2EA-A221-23A98855E146}"/>
                  </a:ext>
                </a:extLst>
              </p:cNvPr>
              <p:cNvGrpSpPr/>
              <p:nvPr>
                <p:custDataLst>
                  <p:tags r:id="rId59"/>
                </p:custDataLst>
              </p:nvPr>
            </p:nvGrpSpPr>
            <p:grpSpPr>
              <a:xfrm>
                <a:off x="5744386" y="3810921"/>
                <a:ext cx="350013" cy="196977"/>
                <a:chOff x="593892" y="1592858"/>
                <a:chExt cx="350013" cy="196977"/>
              </a:xfrm>
            </p:grpSpPr>
            <p:sp>
              <p:nvSpPr>
                <p:cNvPr id="415" name="Circle" descr="&lt;SmartSettings&gt;&lt;SmartResize anchorLeft=&quot;Absolute&quot; anchorTop=&quot;None&quot; anchorRight=&quot;None&quot; anchorBottom=&quot;None&quot; /&gt;&lt;/SmartSettings&gt;">
                  <a:extLst>
                    <a:ext uri="{FF2B5EF4-FFF2-40B4-BE49-F238E27FC236}">
                      <a16:creationId xmlns:a16="http://schemas.microsoft.com/office/drawing/2014/main" id="{CEB1E8E2-EEF3-A489-07E4-1222C413DD1E}"/>
                    </a:ext>
                  </a:extLst>
                </p:cNvPr>
                <p:cNvSpPr/>
                <p:nvPr>
                  <p:custDataLst>
                    <p:tags r:id="rId64"/>
                  </p:custDataLst>
                </p:nvPr>
              </p:nvSpPr>
              <p:spPr>
                <a:xfrm>
                  <a:off x="593892" y="1624671"/>
                  <a:ext cx="133350" cy="133350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800" dirty="0">
                    <a:solidFill>
                      <a:srgbClr val="5F5F5F"/>
                    </a:solidFill>
                    <a:latin typeface="+mn-ea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416" name="Label" descr="&lt;SmartSettings&gt;&lt;SmartResize anchorLeft=&quot;Absolute&quot; anchorTop=&quot;Absolute&quot; anchorRight=&quot;Absolute&quot; anchorBottom=&quot;Absolute&quot; /&gt;&lt;/SmartSettings&gt;">
                  <a:extLst>
                    <a:ext uri="{FF2B5EF4-FFF2-40B4-BE49-F238E27FC236}">
                      <a16:creationId xmlns:a16="http://schemas.microsoft.com/office/drawing/2014/main" id="{105C5648-0BF8-7C2A-3124-49E6DA993C11}"/>
                    </a:ext>
                  </a:extLst>
                </p:cNvPr>
                <p:cNvSpPr txBox="1"/>
                <p:nvPr>
                  <p:custDataLst>
                    <p:tags r:id="rId65"/>
                  </p:custDataLst>
                </p:nvPr>
              </p:nvSpPr>
              <p:spPr>
                <a:xfrm>
                  <a:off x="727243" y="1592858"/>
                  <a:ext cx="216662" cy="196977"/>
                </a:xfrm>
                <a:prstGeom prst="rect">
                  <a:avLst/>
                </a:prstGeom>
                <a:noFill/>
              </p:spPr>
              <p:txBody>
                <a:bodyPr wrap="none" lIns="73152" tIns="36576" rIns="73152" bIns="36576" rtlCol="0" anchor="ctr" anchorCtr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sz="800" dirty="0">
                      <a:solidFill>
                        <a:srgbClr val="5F5F5F"/>
                      </a:solidFill>
                      <a:latin typeface="+mn-ea"/>
                      <a:cs typeface="Segoe UI" panose="020B0502040204020203" pitchFamily="34" charset="0"/>
                    </a:rPr>
                    <a:t>Y</a:t>
                  </a:r>
                </a:p>
              </p:txBody>
            </p:sp>
          </p:grpSp>
          <p:grpSp>
            <p:nvGrpSpPr>
              <p:cNvPr id="408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&lt;/Code&gt;&lt;CodeSignature&gt;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&lt;/CodeSignature&gt;&lt;/SmartOptions&gt;&lt;SmartResize enabled=&quot;True&quot; minWidth=&quot;10&quot; minHeight=&quot;10&quot; /&gt;&lt;/SmartSettings&gt;">
                <a:extLst>
                  <a:ext uri="{FF2B5EF4-FFF2-40B4-BE49-F238E27FC236}">
                    <a16:creationId xmlns:a16="http://schemas.microsoft.com/office/drawing/2014/main" id="{565C621E-B840-A220-7286-D0E01ABB9137}"/>
                  </a:ext>
                </a:extLst>
              </p:cNvPr>
              <p:cNvGrpSpPr/>
              <p:nvPr>
                <p:custDataLst>
                  <p:tags r:id="rId60"/>
                </p:custDataLst>
              </p:nvPr>
            </p:nvGrpSpPr>
            <p:grpSpPr>
              <a:xfrm>
                <a:off x="6446837" y="3812581"/>
                <a:ext cx="354822" cy="196977"/>
                <a:chOff x="593892" y="1592858"/>
                <a:chExt cx="354822" cy="196977"/>
              </a:xfrm>
            </p:grpSpPr>
            <p:sp>
              <p:nvSpPr>
                <p:cNvPr id="409" name="Circle" descr="&lt;SmartSettings&gt;&lt;SmartResize anchorLeft=&quot;Absolute&quot; anchorTop=&quot;None&quot; anchorRight=&quot;None&quot; anchorBottom=&quot;None&quot; /&gt;&lt;/SmartSettings&gt;">
                  <a:extLst>
                    <a:ext uri="{FF2B5EF4-FFF2-40B4-BE49-F238E27FC236}">
                      <a16:creationId xmlns:a16="http://schemas.microsoft.com/office/drawing/2014/main" id="{3DB9FB57-5FDF-6299-8930-3215D288A8FA}"/>
                    </a:ext>
                  </a:extLst>
                </p:cNvPr>
                <p:cNvSpPr/>
                <p:nvPr>
                  <p:custDataLst>
                    <p:tags r:id="rId61"/>
                  </p:custDataLst>
                </p:nvPr>
              </p:nvSpPr>
              <p:spPr>
                <a:xfrm>
                  <a:off x="593892" y="1624671"/>
                  <a:ext cx="133350" cy="133350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800" dirty="0">
                    <a:solidFill>
                      <a:srgbClr val="5F5F5F"/>
                    </a:solidFill>
                    <a:latin typeface="+mn-ea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410" name="Check" descr="&lt;SmartSettings&gt;&lt;SmartResize anchorLeft=&quot;Absolute&quot; anchorTop=&quot;None&quot; anchorRight=&quot;None&quot; anchorBottom=&quot;None&quot; /&gt;&lt;/SmartSettings&gt;" hidden="1">
                  <a:extLst>
                    <a:ext uri="{FF2B5EF4-FFF2-40B4-BE49-F238E27FC236}">
                      <a16:creationId xmlns:a16="http://schemas.microsoft.com/office/drawing/2014/main" id="{AE32C70B-3A26-C4EC-C3C3-B7E5A6E04FDD}"/>
                    </a:ext>
                  </a:extLst>
                </p:cNvPr>
                <p:cNvSpPr/>
                <p:nvPr>
                  <p:custDataLst>
                    <p:tags r:id="rId62"/>
                  </p:custDataLst>
                </p:nvPr>
              </p:nvSpPr>
              <p:spPr>
                <a:xfrm>
                  <a:off x="631198" y="1661977"/>
                  <a:ext cx="58738" cy="58738"/>
                </a:xfrm>
                <a:prstGeom prst="ellipse">
                  <a:avLst/>
                </a:prstGeom>
                <a:solidFill>
                  <a:srgbClr val="808080"/>
                </a:solidFill>
                <a:ln w="6350">
                  <a:solidFill>
                    <a:srgbClr val="80808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800" dirty="0">
                    <a:solidFill>
                      <a:srgbClr val="5F5F5F"/>
                    </a:solidFill>
                    <a:latin typeface="+mn-ea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411" name="Label" descr="&lt;SmartSettings&gt;&lt;SmartResize anchorLeft=&quot;Absolute&quot; anchorTop=&quot;Absolute&quot; anchorRight=&quot;Absolute&quot; anchorBottom=&quot;Absolute&quot; /&gt;&lt;/SmartSettings&gt;">
                  <a:extLst>
                    <a:ext uri="{FF2B5EF4-FFF2-40B4-BE49-F238E27FC236}">
                      <a16:creationId xmlns:a16="http://schemas.microsoft.com/office/drawing/2014/main" id="{42B079DE-BB02-3CA7-A1F7-18116755FCD3}"/>
                    </a:ext>
                  </a:extLst>
                </p:cNvPr>
                <p:cNvSpPr txBox="1"/>
                <p:nvPr>
                  <p:custDataLst>
                    <p:tags r:id="rId63"/>
                  </p:custDataLst>
                </p:nvPr>
              </p:nvSpPr>
              <p:spPr>
                <a:xfrm>
                  <a:off x="727243" y="1592858"/>
                  <a:ext cx="221471" cy="196977"/>
                </a:xfrm>
                <a:prstGeom prst="rect">
                  <a:avLst/>
                </a:prstGeom>
                <a:noFill/>
              </p:spPr>
              <p:txBody>
                <a:bodyPr wrap="none" lIns="73152" tIns="36576" rIns="73152" bIns="36576" rtlCol="0" anchor="ctr" anchorCtr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sz="800" dirty="0">
                      <a:solidFill>
                        <a:srgbClr val="5F5F5F"/>
                      </a:solidFill>
                      <a:latin typeface="+mn-ea"/>
                      <a:cs typeface="Segoe UI" panose="020B0502040204020203" pitchFamily="34" charset="0"/>
                    </a:rPr>
                    <a:t>N</a:t>
                  </a:r>
                </a:p>
              </p:txBody>
            </p:sp>
          </p:grpSp>
        </p:grpSp>
        <p:sp>
          <p:nvSpPr>
            <p:cNvPr id="406" name="Check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BA39F96F-B1F2-420F-566D-8D80649C4BB6}"/>
                </a:ext>
              </a:extLst>
            </p:cNvPr>
            <p:cNvSpPr/>
            <p:nvPr>
              <p:custDataLst>
                <p:tags r:id="rId58"/>
              </p:custDataLst>
            </p:nvPr>
          </p:nvSpPr>
          <p:spPr>
            <a:xfrm>
              <a:off x="6484143" y="3876604"/>
              <a:ext cx="58738" cy="58738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417" name="그룹 416">
            <a:extLst>
              <a:ext uri="{FF2B5EF4-FFF2-40B4-BE49-F238E27FC236}">
                <a16:creationId xmlns:a16="http://schemas.microsoft.com/office/drawing/2014/main" id="{FE322F8C-47A6-F6DB-91EE-9ACF80F7187F}"/>
              </a:ext>
            </a:extLst>
          </p:cNvPr>
          <p:cNvGrpSpPr/>
          <p:nvPr/>
        </p:nvGrpSpPr>
        <p:grpSpPr>
          <a:xfrm>
            <a:off x="6079529" y="4642138"/>
            <a:ext cx="1057273" cy="198637"/>
            <a:chOff x="5744386" y="3810921"/>
            <a:chExt cx="1057273" cy="198637"/>
          </a:xfrm>
        </p:grpSpPr>
        <p:grpSp>
          <p:nvGrpSpPr>
            <p:cNvPr id="418" name="그룹 417">
              <a:extLst>
                <a:ext uri="{FF2B5EF4-FFF2-40B4-BE49-F238E27FC236}">
                  <a16:creationId xmlns:a16="http://schemas.microsoft.com/office/drawing/2014/main" id="{265A5FBF-48DF-DD50-1510-14FCA00844EF}"/>
                </a:ext>
              </a:extLst>
            </p:cNvPr>
            <p:cNvGrpSpPr/>
            <p:nvPr/>
          </p:nvGrpSpPr>
          <p:grpSpPr>
            <a:xfrm>
              <a:off x="5744386" y="3810921"/>
              <a:ext cx="1057273" cy="198637"/>
              <a:chOff x="5744386" y="3810921"/>
              <a:chExt cx="1057273" cy="198637"/>
            </a:xfrm>
          </p:grpSpPr>
          <p:grpSp>
            <p:nvGrpSpPr>
              <p:cNvPr id="420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&lt;/Code&gt;&lt;CodeSignature&gt;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&lt;/CodeSignature&gt;&lt;/SmartOptions&gt;&lt;SmartResize enabled=&quot;True&quot; minWidth=&quot;10&quot; minHeight=&quot;10&quot; /&gt;&lt;/SmartSettings&gt;">
                <a:extLst>
                  <a:ext uri="{FF2B5EF4-FFF2-40B4-BE49-F238E27FC236}">
                    <a16:creationId xmlns:a16="http://schemas.microsoft.com/office/drawing/2014/main" id="{911736F5-8175-6FC3-BB6C-ACE488054711}"/>
                  </a:ext>
                </a:extLst>
              </p:cNvPr>
              <p:cNvGrpSpPr/>
              <p:nvPr>
                <p:custDataLst>
                  <p:tags r:id="rId51"/>
                </p:custDataLst>
              </p:nvPr>
            </p:nvGrpSpPr>
            <p:grpSpPr>
              <a:xfrm>
                <a:off x="5744386" y="3810921"/>
                <a:ext cx="350013" cy="196977"/>
                <a:chOff x="593892" y="1592858"/>
                <a:chExt cx="350013" cy="196977"/>
              </a:xfrm>
            </p:grpSpPr>
            <p:sp>
              <p:nvSpPr>
                <p:cNvPr id="425" name="Circle" descr="&lt;SmartSettings&gt;&lt;SmartResize anchorLeft=&quot;Absolute&quot; anchorTop=&quot;None&quot; anchorRight=&quot;None&quot; anchorBottom=&quot;None&quot; /&gt;&lt;/SmartSettings&gt;">
                  <a:extLst>
                    <a:ext uri="{FF2B5EF4-FFF2-40B4-BE49-F238E27FC236}">
                      <a16:creationId xmlns:a16="http://schemas.microsoft.com/office/drawing/2014/main" id="{9C43D6FC-4846-720A-5223-AFAFF1BF43CD}"/>
                    </a:ext>
                  </a:extLst>
                </p:cNvPr>
                <p:cNvSpPr/>
                <p:nvPr>
                  <p:custDataLst>
                    <p:tags r:id="rId56"/>
                  </p:custDataLst>
                </p:nvPr>
              </p:nvSpPr>
              <p:spPr>
                <a:xfrm>
                  <a:off x="593892" y="1624671"/>
                  <a:ext cx="133350" cy="133350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800" dirty="0">
                    <a:solidFill>
                      <a:srgbClr val="5F5F5F"/>
                    </a:solidFill>
                    <a:latin typeface="+mn-ea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426" name="Label" descr="&lt;SmartSettings&gt;&lt;SmartResize anchorLeft=&quot;Absolute&quot; anchorTop=&quot;Absolute&quot; anchorRight=&quot;Absolute&quot; anchorBottom=&quot;Absolute&quot; /&gt;&lt;/SmartSettings&gt;">
                  <a:extLst>
                    <a:ext uri="{FF2B5EF4-FFF2-40B4-BE49-F238E27FC236}">
                      <a16:creationId xmlns:a16="http://schemas.microsoft.com/office/drawing/2014/main" id="{5C65E51D-7291-298C-7652-F535CB857BAE}"/>
                    </a:ext>
                  </a:extLst>
                </p:cNvPr>
                <p:cNvSpPr txBox="1"/>
                <p:nvPr>
                  <p:custDataLst>
                    <p:tags r:id="rId57"/>
                  </p:custDataLst>
                </p:nvPr>
              </p:nvSpPr>
              <p:spPr>
                <a:xfrm>
                  <a:off x="727243" y="1592858"/>
                  <a:ext cx="216662" cy="196977"/>
                </a:xfrm>
                <a:prstGeom prst="rect">
                  <a:avLst/>
                </a:prstGeom>
                <a:noFill/>
              </p:spPr>
              <p:txBody>
                <a:bodyPr wrap="none" lIns="73152" tIns="36576" rIns="73152" bIns="36576" rtlCol="0" anchor="ctr" anchorCtr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sz="800" dirty="0">
                      <a:solidFill>
                        <a:srgbClr val="5F5F5F"/>
                      </a:solidFill>
                      <a:latin typeface="+mn-ea"/>
                      <a:cs typeface="Segoe UI" panose="020B0502040204020203" pitchFamily="34" charset="0"/>
                    </a:rPr>
                    <a:t>Y</a:t>
                  </a:r>
                </a:p>
              </p:txBody>
            </p:sp>
          </p:grpSp>
          <p:grpSp>
            <p:nvGrpSpPr>
              <p:cNvPr id="421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&lt;/Code&gt;&lt;CodeSignature&gt;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&lt;/CodeSignature&gt;&lt;/SmartOptions&gt;&lt;SmartResize enabled=&quot;True&quot; minWidth=&quot;10&quot; minHeight=&quot;10&quot; /&gt;&lt;/SmartSettings&gt;">
                <a:extLst>
                  <a:ext uri="{FF2B5EF4-FFF2-40B4-BE49-F238E27FC236}">
                    <a16:creationId xmlns:a16="http://schemas.microsoft.com/office/drawing/2014/main" id="{3B8C089D-09E1-C7AA-6C97-80284B9C5B9F}"/>
                  </a:ext>
                </a:extLst>
              </p:cNvPr>
              <p:cNvGrpSpPr/>
              <p:nvPr>
                <p:custDataLst>
                  <p:tags r:id="rId52"/>
                </p:custDataLst>
              </p:nvPr>
            </p:nvGrpSpPr>
            <p:grpSpPr>
              <a:xfrm>
                <a:off x="6446837" y="3812581"/>
                <a:ext cx="354822" cy="196977"/>
                <a:chOff x="593892" y="1592858"/>
                <a:chExt cx="354822" cy="196977"/>
              </a:xfrm>
            </p:grpSpPr>
            <p:sp>
              <p:nvSpPr>
                <p:cNvPr id="422" name="Circle" descr="&lt;SmartSettings&gt;&lt;SmartResize anchorLeft=&quot;Absolute&quot; anchorTop=&quot;None&quot; anchorRight=&quot;None&quot; anchorBottom=&quot;None&quot; /&gt;&lt;/SmartSettings&gt;">
                  <a:extLst>
                    <a:ext uri="{FF2B5EF4-FFF2-40B4-BE49-F238E27FC236}">
                      <a16:creationId xmlns:a16="http://schemas.microsoft.com/office/drawing/2014/main" id="{F955CD7A-E23E-E6F7-C624-6E9D7B48DB2D}"/>
                    </a:ext>
                  </a:extLst>
                </p:cNvPr>
                <p:cNvSpPr/>
                <p:nvPr>
                  <p:custDataLst>
                    <p:tags r:id="rId53"/>
                  </p:custDataLst>
                </p:nvPr>
              </p:nvSpPr>
              <p:spPr>
                <a:xfrm>
                  <a:off x="593892" y="1624671"/>
                  <a:ext cx="133350" cy="133350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800" dirty="0">
                    <a:solidFill>
                      <a:srgbClr val="5F5F5F"/>
                    </a:solidFill>
                    <a:latin typeface="+mn-ea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423" name="Check" descr="&lt;SmartSettings&gt;&lt;SmartResize anchorLeft=&quot;Absolute&quot; anchorTop=&quot;None&quot; anchorRight=&quot;None&quot; anchorBottom=&quot;None&quot; /&gt;&lt;/SmartSettings&gt;" hidden="1">
                  <a:extLst>
                    <a:ext uri="{FF2B5EF4-FFF2-40B4-BE49-F238E27FC236}">
                      <a16:creationId xmlns:a16="http://schemas.microsoft.com/office/drawing/2014/main" id="{C5B799E8-05FF-6FDC-08A6-19C11FC9DE13}"/>
                    </a:ext>
                  </a:extLst>
                </p:cNvPr>
                <p:cNvSpPr/>
                <p:nvPr>
                  <p:custDataLst>
                    <p:tags r:id="rId54"/>
                  </p:custDataLst>
                </p:nvPr>
              </p:nvSpPr>
              <p:spPr>
                <a:xfrm>
                  <a:off x="631198" y="1661977"/>
                  <a:ext cx="58738" cy="58738"/>
                </a:xfrm>
                <a:prstGeom prst="ellipse">
                  <a:avLst/>
                </a:prstGeom>
                <a:solidFill>
                  <a:srgbClr val="808080"/>
                </a:solidFill>
                <a:ln w="6350">
                  <a:solidFill>
                    <a:srgbClr val="80808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800" dirty="0">
                    <a:solidFill>
                      <a:srgbClr val="5F5F5F"/>
                    </a:solidFill>
                    <a:latin typeface="+mn-ea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424" name="Label" descr="&lt;SmartSettings&gt;&lt;SmartResize anchorLeft=&quot;Absolute&quot; anchorTop=&quot;Absolute&quot; anchorRight=&quot;Absolute&quot; anchorBottom=&quot;Absolute&quot; /&gt;&lt;/SmartSettings&gt;">
                  <a:extLst>
                    <a:ext uri="{FF2B5EF4-FFF2-40B4-BE49-F238E27FC236}">
                      <a16:creationId xmlns:a16="http://schemas.microsoft.com/office/drawing/2014/main" id="{B9020BF6-CEF6-467C-DAA3-82CF38563648}"/>
                    </a:ext>
                  </a:extLst>
                </p:cNvPr>
                <p:cNvSpPr txBox="1"/>
                <p:nvPr>
                  <p:custDataLst>
                    <p:tags r:id="rId55"/>
                  </p:custDataLst>
                </p:nvPr>
              </p:nvSpPr>
              <p:spPr>
                <a:xfrm>
                  <a:off x="727243" y="1592858"/>
                  <a:ext cx="221471" cy="196977"/>
                </a:xfrm>
                <a:prstGeom prst="rect">
                  <a:avLst/>
                </a:prstGeom>
                <a:noFill/>
              </p:spPr>
              <p:txBody>
                <a:bodyPr wrap="none" lIns="73152" tIns="36576" rIns="73152" bIns="36576" rtlCol="0" anchor="ctr" anchorCtr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sz="800" dirty="0">
                      <a:solidFill>
                        <a:srgbClr val="5F5F5F"/>
                      </a:solidFill>
                      <a:latin typeface="+mn-ea"/>
                      <a:cs typeface="Segoe UI" panose="020B0502040204020203" pitchFamily="34" charset="0"/>
                    </a:rPr>
                    <a:t>N</a:t>
                  </a:r>
                </a:p>
              </p:txBody>
            </p:sp>
          </p:grpSp>
        </p:grpSp>
        <p:sp>
          <p:nvSpPr>
            <p:cNvPr id="419" name="Check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AB75D5A6-397D-449E-5EFA-CDDA2781640B}"/>
                </a:ext>
              </a:extLst>
            </p:cNvPr>
            <p:cNvSpPr/>
            <p:nvPr>
              <p:custDataLst>
                <p:tags r:id="rId50"/>
              </p:custDataLst>
            </p:nvPr>
          </p:nvSpPr>
          <p:spPr>
            <a:xfrm>
              <a:off x="6484143" y="3876604"/>
              <a:ext cx="58738" cy="58738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427" name="그룹 426">
            <a:extLst>
              <a:ext uri="{FF2B5EF4-FFF2-40B4-BE49-F238E27FC236}">
                <a16:creationId xmlns:a16="http://schemas.microsoft.com/office/drawing/2014/main" id="{6DC9B459-EB1B-6841-76DA-E7B9A23700AD}"/>
              </a:ext>
            </a:extLst>
          </p:cNvPr>
          <p:cNvGrpSpPr/>
          <p:nvPr/>
        </p:nvGrpSpPr>
        <p:grpSpPr>
          <a:xfrm>
            <a:off x="6088611" y="5014918"/>
            <a:ext cx="1057273" cy="198637"/>
            <a:chOff x="5744386" y="3810921"/>
            <a:chExt cx="1057273" cy="198637"/>
          </a:xfrm>
        </p:grpSpPr>
        <p:grpSp>
          <p:nvGrpSpPr>
            <p:cNvPr id="428" name="그룹 427">
              <a:extLst>
                <a:ext uri="{FF2B5EF4-FFF2-40B4-BE49-F238E27FC236}">
                  <a16:creationId xmlns:a16="http://schemas.microsoft.com/office/drawing/2014/main" id="{F73E1AE3-FC53-3CBD-1BC4-38637C454688}"/>
                </a:ext>
              </a:extLst>
            </p:cNvPr>
            <p:cNvGrpSpPr/>
            <p:nvPr/>
          </p:nvGrpSpPr>
          <p:grpSpPr>
            <a:xfrm>
              <a:off x="5744386" y="3810921"/>
              <a:ext cx="1057273" cy="198637"/>
              <a:chOff x="5744386" y="3810921"/>
              <a:chExt cx="1057273" cy="198637"/>
            </a:xfrm>
          </p:grpSpPr>
          <p:grpSp>
            <p:nvGrpSpPr>
              <p:cNvPr id="430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&lt;/Code&gt;&lt;CodeSignature&gt;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&lt;/CodeSignature&gt;&lt;/SmartOptions&gt;&lt;SmartResize enabled=&quot;True&quot; minWidth=&quot;10&quot; minHeight=&quot;10&quot; /&gt;&lt;/SmartSettings&gt;">
                <a:extLst>
                  <a:ext uri="{FF2B5EF4-FFF2-40B4-BE49-F238E27FC236}">
                    <a16:creationId xmlns:a16="http://schemas.microsoft.com/office/drawing/2014/main" id="{D0ACB38B-B060-39D1-45B4-9C148146B7BC}"/>
                  </a:ext>
                </a:extLst>
              </p:cNvPr>
              <p:cNvGrpSpPr/>
              <p:nvPr>
                <p:custDataLst>
                  <p:tags r:id="rId43"/>
                </p:custDataLst>
              </p:nvPr>
            </p:nvGrpSpPr>
            <p:grpSpPr>
              <a:xfrm>
                <a:off x="5744386" y="3810921"/>
                <a:ext cx="350013" cy="196977"/>
                <a:chOff x="593892" y="1592858"/>
                <a:chExt cx="350013" cy="196977"/>
              </a:xfrm>
            </p:grpSpPr>
            <p:sp>
              <p:nvSpPr>
                <p:cNvPr id="435" name="Circle" descr="&lt;SmartSettings&gt;&lt;SmartResize anchorLeft=&quot;Absolute&quot; anchorTop=&quot;None&quot; anchorRight=&quot;None&quot; anchorBottom=&quot;None&quot; /&gt;&lt;/SmartSettings&gt;">
                  <a:extLst>
                    <a:ext uri="{FF2B5EF4-FFF2-40B4-BE49-F238E27FC236}">
                      <a16:creationId xmlns:a16="http://schemas.microsoft.com/office/drawing/2014/main" id="{721B59CE-7789-DFBE-9EA3-DA59A3E7F9FD}"/>
                    </a:ext>
                  </a:extLst>
                </p:cNvPr>
                <p:cNvSpPr/>
                <p:nvPr>
                  <p:custDataLst>
                    <p:tags r:id="rId48"/>
                  </p:custDataLst>
                </p:nvPr>
              </p:nvSpPr>
              <p:spPr>
                <a:xfrm>
                  <a:off x="593892" y="1624671"/>
                  <a:ext cx="133350" cy="133350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800" dirty="0">
                    <a:solidFill>
                      <a:srgbClr val="5F5F5F"/>
                    </a:solidFill>
                    <a:latin typeface="+mn-ea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436" name="Label" descr="&lt;SmartSettings&gt;&lt;SmartResize anchorLeft=&quot;Absolute&quot; anchorTop=&quot;Absolute&quot; anchorRight=&quot;Absolute&quot; anchorBottom=&quot;Absolute&quot; /&gt;&lt;/SmartSettings&gt;">
                  <a:extLst>
                    <a:ext uri="{FF2B5EF4-FFF2-40B4-BE49-F238E27FC236}">
                      <a16:creationId xmlns:a16="http://schemas.microsoft.com/office/drawing/2014/main" id="{9221E3C7-20AF-89AD-63A3-A01634622B99}"/>
                    </a:ext>
                  </a:extLst>
                </p:cNvPr>
                <p:cNvSpPr txBox="1"/>
                <p:nvPr>
                  <p:custDataLst>
                    <p:tags r:id="rId49"/>
                  </p:custDataLst>
                </p:nvPr>
              </p:nvSpPr>
              <p:spPr>
                <a:xfrm>
                  <a:off x="727243" y="1592858"/>
                  <a:ext cx="216662" cy="196977"/>
                </a:xfrm>
                <a:prstGeom prst="rect">
                  <a:avLst/>
                </a:prstGeom>
                <a:noFill/>
              </p:spPr>
              <p:txBody>
                <a:bodyPr wrap="none" lIns="73152" tIns="36576" rIns="73152" bIns="36576" rtlCol="0" anchor="ctr" anchorCtr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sz="800" dirty="0">
                      <a:solidFill>
                        <a:srgbClr val="5F5F5F"/>
                      </a:solidFill>
                      <a:latin typeface="+mn-ea"/>
                      <a:cs typeface="Segoe UI" panose="020B0502040204020203" pitchFamily="34" charset="0"/>
                    </a:rPr>
                    <a:t>Y</a:t>
                  </a:r>
                </a:p>
              </p:txBody>
            </p:sp>
          </p:grpSp>
          <p:grpSp>
            <p:nvGrpSpPr>
              <p:cNvPr id="431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&lt;/Code&gt;&lt;CodeSignature&gt;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&lt;/CodeSignature&gt;&lt;/SmartOptions&gt;&lt;SmartResize enabled=&quot;True&quot; minWidth=&quot;10&quot; minHeight=&quot;10&quot; /&gt;&lt;/SmartSettings&gt;">
                <a:extLst>
                  <a:ext uri="{FF2B5EF4-FFF2-40B4-BE49-F238E27FC236}">
                    <a16:creationId xmlns:a16="http://schemas.microsoft.com/office/drawing/2014/main" id="{8DC4466B-7AC7-D200-40D4-DDB38934562A}"/>
                  </a:ext>
                </a:extLst>
              </p:cNvPr>
              <p:cNvGrpSpPr/>
              <p:nvPr>
                <p:custDataLst>
                  <p:tags r:id="rId44"/>
                </p:custDataLst>
              </p:nvPr>
            </p:nvGrpSpPr>
            <p:grpSpPr>
              <a:xfrm>
                <a:off x="6446837" y="3812581"/>
                <a:ext cx="354822" cy="196977"/>
                <a:chOff x="593892" y="1592858"/>
                <a:chExt cx="354822" cy="196977"/>
              </a:xfrm>
            </p:grpSpPr>
            <p:sp>
              <p:nvSpPr>
                <p:cNvPr id="432" name="Circle" descr="&lt;SmartSettings&gt;&lt;SmartResize anchorLeft=&quot;Absolute&quot; anchorTop=&quot;None&quot; anchorRight=&quot;None&quot; anchorBottom=&quot;None&quot; /&gt;&lt;/SmartSettings&gt;">
                  <a:extLst>
                    <a:ext uri="{FF2B5EF4-FFF2-40B4-BE49-F238E27FC236}">
                      <a16:creationId xmlns:a16="http://schemas.microsoft.com/office/drawing/2014/main" id="{EB09713C-E541-565D-068D-D1EDE0335D94}"/>
                    </a:ext>
                  </a:extLst>
                </p:cNvPr>
                <p:cNvSpPr/>
                <p:nvPr>
                  <p:custDataLst>
                    <p:tags r:id="rId45"/>
                  </p:custDataLst>
                </p:nvPr>
              </p:nvSpPr>
              <p:spPr>
                <a:xfrm>
                  <a:off x="593892" y="1624671"/>
                  <a:ext cx="133350" cy="133350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800" dirty="0">
                    <a:solidFill>
                      <a:srgbClr val="5F5F5F"/>
                    </a:solidFill>
                    <a:latin typeface="+mn-ea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433" name="Check" descr="&lt;SmartSettings&gt;&lt;SmartResize anchorLeft=&quot;Absolute&quot; anchorTop=&quot;None&quot; anchorRight=&quot;None&quot; anchorBottom=&quot;None&quot; /&gt;&lt;/SmartSettings&gt;" hidden="1">
                  <a:extLst>
                    <a:ext uri="{FF2B5EF4-FFF2-40B4-BE49-F238E27FC236}">
                      <a16:creationId xmlns:a16="http://schemas.microsoft.com/office/drawing/2014/main" id="{FBC520F7-12F8-E860-A2D6-09B72BD79B9F}"/>
                    </a:ext>
                  </a:extLst>
                </p:cNvPr>
                <p:cNvSpPr/>
                <p:nvPr>
                  <p:custDataLst>
                    <p:tags r:id="rId46"/>
                  </p:custDataLst>
                </p:nvPr>
              </p:nvSpPr>
              <p:spPr>
                <a:xfrm>
                  <a:off x="631198" y="1661977"/>
                  <a:ext cx="58738" cy="58738"/>
                </a:xfrm>
                <a:prstGeom prst="ellipse">
                  <a:avLst/>
                </a:prstGeom>
                <a:solidFill>
                  <a:srgbClr val="808080"/>
                </a:solidFill>
                <a:ln w="6350">
                  <a:solidFill>
                    <a:srgbClr val="80808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800" dirty="0">
                    <a:solidFill>
                      <a:srgbClr val="5F5F5F"/>
                    </a:solidFill>
                    <a:latin typeface="+mn-ea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434" name="Label" descr="&lt;SmartSettings&gt;&lt;SmartResize anchorLeft=&quot;Absolute&quot; anchorTop=&quot;Absolute&quot; anchorRight=&quot;Absolute&quot; anchorBottom=&quot;Absolute&quot; /&gt;&lt;/SmartSettings&gt;">
                  <a:extLst>
                    <a:ext uri="{FF2B5EF4-FFF2-40B4-BE49-F238E27FC236}">
                      <a16:creationId xmlns:a16="http://schemas.microsoft.com/office/drawing/2014/main" id="{C5AFA623-A709-6191-B88D-6E60FF73D04F}"/>
                    </a:ext>
                  </a:extLst>
                </p:cNvPr>
                <p:cNvSpPr txBox="1"/>
                <p:nvPr>
                  <p:custDataLst>
                    <p:tags r:id="rId47"/>
                  </p:custDataLst>
                </p:nvPr>
              </p:nvSpPr>
              <p:spPr>
                <a:xfrm>
                  <a:off x="727243" y="1592858"/>
                  <a:ext cx="221471" cy="196977"/>
                </a:xfrm>
                <a:prstGeom prst="rect">
                  <a:avLst/>
                </a:prstGeom>
                <a:noFill/>
              </p:spPr>
              <p:txBody>
                <a:bodyPr wrap="none" lIns="73152" tIns="36576" rIns="73152" bIns="36576" rtlCol="0" anchor="ctr" anchorCtr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sz="800" dirty="0">
                      <a:solidFill>
                        <a:srgbClr val="5F5F5F"/>
                      </a:solidFill>
                      <a:latin typeface="+mn-ea"/>
                      <a:cs typeface="Segoe UI" panose="020B0502040204020203" pitchFamily="34" charset="0"/>
                    </a:rPr>
                    <a:t>N</a:t>
                  </a:r>
                </a:p>
              </p:txBody>
            </p:sp>
          </p:grpSp>
        </p:grpSp>
        <p:sp>
          <p:nvSpPr>
            <p:cNvPr id="429" name="Check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31822C49-378F-D905-81E8-1BD5CFCF2AAF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>
            <a:xfrm>
              <a:off x="6484143" y="3876604"/>
              <a:ext cx="58738" cy="58738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437" name="그룹 436">
            <a:extLst>
              <a:ext uri="{FF2B5EF4-FFF2-40B4-BE49-F238E27FC236}">
                <a16:creationId xmlns:a16="http://schemas.microsoft.com/office/drawing/2014/main" id="{AD2978DD-22F7-138E-B686-549656A739CD}"/>
              </a:ext>
            </a:extLst>
          </p:cNvPr>
          <p:cNvGrpSpPr/>
          <p:nvPr/>
        </p:nvGrpSpPr>
        <p:grpSpPr>
          <a:xfrm>
            <a:off x="6088611" y="5384931"/>
            <a:ext cx="1057273" cy="198637"/>
            <a:chOff x="5744386" y="3810921"/>
            <a:chExt cx="1057273" cy="198637"/>
          </a:xfrm>
        </p:grpSpPr>
        <p:grpSp>
          <p:nvGrpSpPr>
            <p:cNvPr id="438" name="그룹 437">
              <a:extLst>
                <a:ext uri="{FF2B5EF4-FFF2-40B4-BE49-F238E27FC236}">
                  <a16:creationId xmlns:a16="http://schemas.microsoft.com/office/drawing/2014/main" id="{EACD7DD5-DAA6-F4A4-9E03-DC92BF2E4CA9}"/>
                </a:ext>
              </a:extLst>
            </p:cNvPr>
            <p:cNvGrpSpPr/>
            <p:nvPr/>
          </p:nvGrpSpPr>
          <p:grpSpPr>
            <a:xfrm>
              <a:off x="5744386" y="3810921"/>
              <a:ext cx="1057273" cy="198637"/>
              <a:chOff x="5744386" y="3810921"/>
              <a:chExt cx="1057273" cy="198637"/>
            </a:xfrm>
          </p:grpSpPr>
          <p:grpSp>
            <p:nvGrpSpPr>
              <p:cNvPr id="440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&lt;/Code&gt;&lt;CodeSignature&gt;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&lt;/CodeSignature&gt;&lt;/SmartOptions&gt;&lt;SmartResize enabled=&quot;True&quot; minWidth=&quot;10&quot; minHeight=&quot;10&quot; /&gt;&lt;/SmartSettings&gt;">
                <a:extLst>
                  <a:ext uri="{FF2B5EF4-FFF2-40B4-BE49-F238E27FC236}">
                    <a16:creationId xmlns:a16="http://schemas.microsoft.com/office/drawing/2014/main" id="{F37F11E7-1154-855E-1EEC-1DF12EA39EEC}"/>
                  </a:ext>
                </a:extLst>
              </p:cNvPr>
              <p:cNvGrpSpPr/>
              <p:nvPr>
                <p:custDataLst>
                  <p:tags r:id="rId35"/>
                </p:custDataLst>
              </p:nvPr>
            </p:nvGrpSpPr>
            <p:grpSpPr>
              <a:xfrm>
                <a:off x="5744386" y="3810921"/>
                <a:ext cx="350013" cy="196977"/>
                <a:chOff x="593892" y="1592858"/>
                <a:chExt cx="350013" cy="196977"/>
              </a:xfrm>
            </p:grpSpPr>
            <p:sp>
              <p:nvSpPr>
                <p:cNvPr id="445" name="Circle" descr="&lt;SmartSettings&gt;&lt;SmartResize anchorLeft=&quot;Absolute&quot; anchorTop=&quot;None&quot; anchorRight=&quot;None&quot; anchorBottom=&quot;None&quot; /&gt;&lt;/SmartSettings&gt;">
                  <a:extLst>
                    <a:ext uri="{FF2B5EF4-FFF2-40B4-BE49-F238E27FC236}">
                      <a16:creationId xmlns:a16="http://schemas.microsoft.com/office/drawing/2014/main" id="{7FCAEC50-9976-F565-778A-DB7732940A26}"/>
                    </a:ext>
                  </a:extLst>
                </p:cNvPr>
                <p:cNvSpPr/>
                <p:nvPr>
                  <p:custDataLst>
                    <p:tags r:id="rId40"/>
                  </p:custDataLst>
                </p:nvPr>
              </p:nvSpPr>
              <p:spPr>
                <a:xfrm>
                  <a:off x="593892" y="1624671"/>
                  <a:ext cx="133350" cy="133350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800" dirty="0">
                    <a:solidFill>
                      <a:srgbClr val="5F5F5F"/>
                    </a:solidFill>
                    <a:latin typeface="+mn-ea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446" name="Label" descr="&lt;SmartSettings&gt;&lt;SmartResize anchorLeft=&quot;Absolute&quot; anchorTop=&quot;Absolute&quot; anchorRight=&quot;Absolute&quot; anchorBottom=&quot;Absolute&quot; /&gt;&lt;/SmartSettings&gt;">
                  <a:extLst>
                    <a:ext uri="{FF2B5EF4-FFF2-40B4-BE49-F238E27FC236}">
                      <a16:creationId xmlns:a16="http://schemas.microsoft.com/office/drawing/2014/main" id="{3781AF09-7286-B98C-DD9D-4D026836D99E}"/>
                    </a:ext>
                  </a:extLst>
                </p:cNvPr>
                <p:cNvSpPr txBox="1"/>
                <p:nvPr>
                  <p:custDataLst>
                    <p:tags r:id="rId41"/>
                  </p:custDataLst>
                </p:nvPr>
              </p:nvSpPr>
              <p:spPr>
                <a:xfrm>
                  <a:off x="727243" y="1592858"/>
                  <a:ext cx="216662" cy="196977"/>
                </a:xfrm>
                <a:prstGeom prst="rect">
                  <a:avLst/>
                </a:prstGeom>
                <a:noFill/>
              </p:spPr>
              <p:txBody>
                <a:bodyPr wrap="none" lIns="73152" tIns="36576" rIns="73152" bIns="36576" rtlCol="0" anchor="ctr" anchorCtr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sz="800" dirty="0">
                      <a:solidFill>
                        <a:srgbClr val="5F5F5F"/>
                      </a:solidFill>
                      <a:latin typeface="+mn-ea"/>
                      <a:cs typeface="Segoe UI" panose="020B0502040204020203" pitchFamily="34" charset="0"/>
                    </a:rPr>
                    <a:t>Y</a:t>
                  </a:r>
                </a:p>
              </p:txBody>
            </p:sp>
          </p:grpSp>
          <p:grpSp>
            <p:nvGrpSpPr>
              <p:cNvPr id="441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&lt;/Code&gt;&lt;CodeSignature&gt;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&lt;/CodeSignature&gt;&lt;/SmartOptions&gt;&lt;SmartResize enabled=&quot;True&quot; minWidth=&quot;10&quot; minHeight=&quot;10&quot; /&gt;&lt;/SmartSettings&gt;">
                <a:extLst>
                  <a:ext uri="{FF2B5EF4-FFF2-40B4-BE49-F238E27FC236}">
                    <a16:creationId xmlns:a16="http://schemas.microsoft.com/office/drawing/2014/main" id="{024E89BC-423C-0AB7-346A-6583BFB1BFC9}"/>
                  </a:ext>
                </a:extLst>
              </p:cNvPr>
              <p:cNvGrpSpPr/>
              <p:nvPr>
                <p:custDataLst>
                  <p:tags r:id="rId36"/>
                </p:custDataLst>
              </p:nvPr>
            </p:nvGrpSpPr>
            <p:grpSpPr>
              <a:xfrm>
                <a:off x="6446837" y="3812581"/>
                <a:ext cx="354822" cy="196977"/>
                <a:chOff x="593892" y="1592858"/>
                <a:chExt cx="354822" cy="196977"/>
              </a:xfrm>
            </p:grpSpPr>
            <p:sp>
              <p:nvSpPr>
                <p:cNvPr id="442" name="Circle" descr="&lt;SmartSettings&gt;&lt;SmartResize anchorLeft=&quot;Absolute&quot; anchorTop=&quot;None&quot; anchorRight=&quot;None&quot; anchorBottom=&quot;None&quot; /&gt;&lt;/SmartSettings&gt;">
                  <a:extLst>
                    <a:ext uri="{FF2B5EF4-FFF2-40B4-BE49-F238E27FC236}">
                      <a16:creationId xmlns:a16="http://schemas.microsoft.com/office/drawing/2014/main" id="{F0CBE74C-1F34-8D2D-5E84-FE2A8E115131}"/>
                    </a:ext>
                  </a:extLst>
                </p:cNvPr>
                <p:cNvSpPr/>
                <p:nvPr>
                  <p:custDataLst>
                    <p:tags r:id="rId37"/>
                  </p:custDataLst>
                </p:nvPr>
              </p:nvSpPr>
              <p:spPr>
                <a:xfrm>
                  <a:off x="593892" y="1624671"/>
                  <a:ext cx="133350" cy="133350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800" dirty="0">
                    <a:solidFill>
                      <a:srgbClr val="5F5F5F"/>
                    </a:solidFill>
                    <a:latin typeface="+mn-ea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443" name="Check" descr="&lt;SmartSettings&gt;&lt;SmartResize anchorLeft=&quot;Absolute&quot; anchorTop=&quot;None&quot; anchorRight=&quot;None&quot; anchorBottom=&quot;None&quot; /&gt;&lt;/SmartSettings&gt;" hidden="1">
                  <a:extLst>
                    <a:ext uri="{FF2B5EF4-FFF2-40B4-BE49-F238E27FC236}">
                      <a16:creationId xmlns:a16="http://schemas.microsoft.com/office/drawing/2014/main" id="{D438119D-2724-FCCF-95AC-5F70593DD1AF}"/>
                    </a:ext>
                  </a:extLst>
                </p:cNvPr>
                <p:cNvSpPr/>
                <p:nvPr>
                  <p:custDataLst>
                    <p:tags r:id="rId38"/>
                  </p:custDataLst>
                </p:nvPr>
              </p:nvSpPr>
              <p:spPr>
                <a:xfrm>
                  <a:off x="631198" y="1661977"/>
                  <a:ext cx="58738" cy="58738"/>
                </a:xfrm>
                <a:prstGeom prst="ellipse">
                  <a:avLst/>
                </a:prstGeom>
                <a:solidFill>
                  <a:srgbClr val="808080"/>
                </a:solidFill>
                <a:ln w="6350">
                  <a:solidFill>
                    <a:srgbClr val="80808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800" dirty="0">
                    <a:solidFill>
                      <a:srgbClr val="5F5F5F"/>
                    </a:solidFill>
                    <a:latin typeface="+mn-ea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444" name="Label" descr="&lt;SmartSettings&gt;&lt;SmartResize anchorLeft=&quot;Absolute&quot; anchorTop=&quot;Absolute&quot; anchorRight=&quot;Absolute&quot; anchorBottom=&quot;Absolute&quot; /&gt;&lt;/SmartSettings&gt;">
                  <a:extLst>
                    <a:ext uri="{FF2B5EF4-FFF2-40B4-BE49-F238E27FC236}">
                      <a16:creationId xmlns:a16="http://schemas.microsoft.com/office/drawing/2014/main" id="{0652C462-0C6E-24B1-E85D-EE64AC351821}"/>
                    </a:ext>
                  </a:extLst>
                </p:cNvPr>
                <p:cNvSpPr txBox="1"/>
                <p:nvPr>
                  <p:custDataLst>
                    <p:tags r:id="rId39"/>
                  </p:custDataLst>
                </p:nvPr>
              </p:nvSpPr>
              <p:spPr>
                <a:xfrm>
                  <a:off x="727243" y="1592858"/>
                  <a:ext cx="221471" cy="196977"/>
                </a:xfrm>
                <a:prstGeom prst="rect">
                  <a:avLst/>
                </a:prstGeom>
                <a:noFill/>
              </p:spPr>
              <p:txBody>
                <a:bodyPr wrap="none" lIns="73152" tIns="36576" rIns="73152" bIns="36576" rtlCol="0" anchor="ctr" anchorCtr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sz="800" dirty="0">
                      <a:solidFill>
                        <a:srgbClr val="5F5F5F"/>
                      </a:solidFill>
                      <a:latin typeface="+mn-ea"/>
                      <a:cs typeface="Segoe UI" panose="020B0502040204020203" pitchFamily="34" charset="0"/>
                    </a:rPr>
                    <a:t>N</a:t>
                  </a:r>
                </a:p>
              </p:txBody>
            </p:sp>
          </p:grpSp>
        </p:grpSp>
        <p:sp>
          <p:nvSpPr>
            <p:cNvPr id="439" name="Check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DCE94D14-C454-4CF5-A6EC-D3809A548A6A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>
            <a:xfrm>
              <a:off x="6484143" y="3876604"/>
              <a:ext cx="58738" cy="58738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447" name="그룹 446">
            <a:extLst>
              <a:ext uri="{FF2B5EF4-FFF2-40B4-BE49-F238E27FC236}">
                <a16:creationId xmlns:a16="http://schemas.microsoft.com/office/drawing/2014/main" id="{5910F5E8-EF7F-B2D9-D377-8285F638E918}"/>
              </a:ext>
            </a:extLst>
          </p:cNvPr>
          <p:cNvGrpSpPr/>
          <p:nvPr/>
        </p:nvGrpSpPr>
        <p:grpSpPr>
          <a:xfrm>
            <a:off x="6088611" y="5714167"/>
            <a:ext cx="1057273" cy="198637"/>
            <a:chOff x="5744386" y="3810921"/>
            <a:chExt cx="1057273" cy="198637"/>
          </a:xfrm>
        </p:grpSpPr>
        <p:grpSp>
          <p:nvGrpSpPr>
            <p:cNvPr id="448" name="그룹 447">
              <a:extLst>
                <a:ext uri="{FF2B5EF4-FFF2-40B4-BE49-F238E27FC236}">
                  <a16:creationId xmlns:a16="http://schemas.microsoft.com/office/drawing/2014/main" id="{57FA63B2-F917-35EC-4BEA-225F72276456}"/>
                </a:ext>
              </a:extLst>
            </p:cNvPr>
            <p:cNvGrpSpPr/>
            <p:nvPr/>
          </p:nvGrpSpPr>
          <p:grpSpPr>
            <a:xfrm>
              <a:off x="5744386" y="3810921"/>
              <a:ext cx="1057273" cy="198637"/>
              <a:chOff x="5744386" y="3810921"/>
              <a:chExt cx="1057273" cy="198637"/>
            </a:xfrm>
          </p:grpSpPr>
          <p:grpSp>
            <p:nvGrpSpPr>
              <p:cNvPr id="450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&lt;/Code&gt;&lt;CodeSignature&gt;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&lt;/CodeSignature&gt;&lt;/SmartOptions&gt;&lt;SmartResize enabled=&quot;True&quot; minWidth=&quot;10&quot; minHeight=&quot;10&quot; /&gt;&lt;/SmartSettings&gt;">
                <a:extLst>
                  <a:ext uri="{FF2B5EF4-FFF2-40B4-BE49-F238E27FC236}">
                    <a16:creationId xmlns:a16="http://schemas.microsoft.com/office/drawing/2014/main" id="{3BD142D4-3149-147D-982A-70F0A870DF76}"/>
                  </a:ext>
                </a:extLst>
              </p:cNvPr>
              <p:cNvGrpSpPr/>
              <p:nvPr>
                <p:custDataLst>
                  <p:tags r:id="rId27"/>
                </p:custDataLst>
              </p:nvPr>
            </p:nvGrpSpPr>
            <p:grpSpPr>
              <a:xfrm>
                <a:off x="5744386" y="3810921"/>
                <a:ext cx="350013" cy="196977"/>
                <a:chOff x="593892" y="1592858"/>
                <a:chExt cx="350013" cy="196977"/>
              </a:xfrm>
            </p:grpSpPr>
            <p:sp>
              <p:nvSpPr>
                <p:cNvPr id="455" name="Circle" descr="&lt;SmartSettings&gt;&lt;SmartResize anchorLeft=&quot;Absolute&quot; anchorTop=&quot;None&quot; anchorRight=&quot;None&quot; anchorBottom=&quot;None&quot; /&gt;&lt;/SmartSettings&gt;">
                  <a:extLst>
                    <a:ext uri="{FF2B5EF4-FFF2-40B4-BE49-F238E27FC236}">
                      <a16:creationId xmlns:a16="http://schemas.microsoft.com/office/drawing/2014/main" id="{A2AA9E53-7288-4AB7-717D-6A57C5EC057D}"/>
                    </a:ext>
                  </a:extLst>
                </p:cNvPr>
                <p:cNvSpPr/>
                <p:nvPr>
                  <p:custDataLst>
                    <p:tags r:id="rId32"/>
                  </p:custDataLst>
                </p:nvPr>
              </p:nvSpPr>
              <p:spPr>
                <a:xfrm>
                  <a:off x="593892" y="1624671"/>
                  <a:ext cx="133350" cy="133350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800" dirty="0">
                    <a:solidFill>
                      <a:srgbClr val="5F5F5F"/>
                    </a:solidFill>
                    <a:latin typeface="+mn-ea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456" name="Label" descr="&lt;SmartSettings&gt;&lt;SmartResize anchorLeft=&quot;Absolute&quot; anchorTop=&quot;Absolute&quot; anchorRight=&quot;Absolute&quot; anchorBottom=&quot;Absolute&quot; /&gt;&lt;/SmartSettings&gt;">
                  <a:extLst>
                    <a:ext uri="{FF2B5EF4-FFF2-40B4-BE49-F238E27FC236}">
                      <a16:creationId xmlns:a16="http://schemas.microsoft.com/office/drawing/2014/main" id="{8D760575-0240-9697-4A6D-C5E6D9498FF7}"/>
                    </a:ext>
                  </a:extLst>
                </p:cNvPr>
                <p:cNvSpPr txBox="1"/>
                <p:nvPr>
                  <p:custDataLst>
                    <p:tags r:id="rId33"/>
                  </p:custDataLst>
                </p:nvPr>
              </p:nvSpPr>
              <p:spPr>
                <a:xfrm>
                  <a:off x="727243" y="1592858"/>
                  <a:ext cx="216662" cy="196977"/>
                </a:xfrm>
                <a:prstGeom prst="rect">
                  <a:avLst/>
                </a:prstGeom>
                <a:noFill/>
              </p:spPr>
              <p:txBody>
                <a:bodyPr wrap="none" lIns="73152" tIns="36576" rIns="73152" bIns="36576" rtlCol="0" anchor="ctr" anchorCtr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sz="800" dirty="0">
                      <a:solidFill>
                        <a:srgbClr val="5F5F5F"/>
                      </a:solidFill>
                      <a:latin typeface="+mn-ea"/>
                      <a:cs typeface="Segoe UI" panose="020B0502040204020203" pitchFamily="34" charset="0"/>
                    </a:rPr>
                    <a:t>Y</a:t>
                  </a:r>
                </a:p>
              </p:txBody>
            </p:sp>
          </p:grpSp>
          <p:grpSp>
            <p:nvGrpSpPr>
              <p:cNvPr id="451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&lt;/Code&gt;&lt;CodeSignature&gt;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&lt;/CodeSignature&gt;&lt;/SmartOptions&gt;&lt;SmartResize enabled=&quot;True&quot; minWidth=&quot;10&quot; minHeight=&quot;10&quot; /&gt;&lt;/SmartSettings&gt;">
                <a:extLst>
                  <a:ext uri="{FF2B5EF4-FFF2-40B4-BE49-F238E27FC236}">
                    <a16:creationId xmlns:a16="http://schemas.microsoft.com/office/drawing/2014/main" id="{9FA7C662-141C-371E-3F57-4E61668292BD}"/>
                  </a:ext>
                </a:extLst>
              </p:cNvPr>
              <p:cNvGrpSpPr/>
              <p:nvPr>
                <p:custDataLst>
                  <p:tags r:id="rId28"/>
                </p:custDataLst>
              </p:nvPr>
            </p:nvGrpSpPr>
            <p:grpSpPr>
              <a:xfrm>
                <a:off x="6446837" y="3812581"/>
                <a:ext cx="354822" cy="196977"/>
                <a:chOff x="593892" y="1592858"/>
                <a:chExt cx="354822" cy="196977"/>
              </a:xfrm>
            </p:grpSpPr>
            <p:sp>
              <p:nvSpPr>
                <p:cNvPr id="452" name="Circle" descr="&lt;SmartSettings&gt;&lt;SmartResize anchorLeft=&quot;Absolute&quot; anchorTop=&quot;None&quot; anchorRight=&quot;None&quot; anchorBottom=&quot;None&quot; /&gt;&lt;/SmartSettings&gt;">
                  <a:extLst>
                    <a:ext uri="{FF2B5EF4-FFF2-40B4-BE49-F238E27FC236}">
                      <a16:creationId xmlns:a16="http://schemas.microsoft.com/office/drawing/2014/main" id="{D2F02326-7410-1417-5B41-69E01684EE88}"/>
                    </a:ext>
                  </a:extLst>
                </p:cNvPr>
                <p:cNvSpPr/>
                <p:nvPr>
                  <p:custDataLst>
                    <p:tags r:id="rId29"/>
                  </p:custDataLst>
                </p:nvPr>
              </p:nvSpPr>
              <p:spPr>
                <a:xfrm>
                  <a:off x="593892" y="1624671"/>
                  <a:ext cx="133350" cy="133350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800" dirty="0">
                    <a:solidFill>
                      <a:srgbClr val="5F5F5F"/>
                    </a:solidFill>
                    <a:latin typeface="+mn-ea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453" name="Check" descr="&lt;SmartSettings&gt;&lt;SmartResize anchorLeft=&quot;Absolute&quot; anchorTop=&quot;None&quot; anchorRight=&quot;None&quot; anchorBottom=&quot;None&quot; /&gt;&lt;/SmartSettings&gt;" hidden="1">
                  <a:extLst>
                    <a:ext uri="{FF2B5EF4-FFF2-40B4-BE49-F238E27FC236}">
                      <a16:creationId xmlns:a16="http://schemas.microsoft.com/office/drawing/2014/main" id="{97636FDB-AB3E-6C2C-CEA3-5628054F8893}"/>
                    </a:ext>
                  </a:extLst>
                </p:cNvPr>
                <p:cNvSpPr/>
                <p:nvPr>
                  <p:custDataLst>
                    <p:tags r:id="rId30"/>
                  </p:custDataLst>
                </p:nvPr>
              </p:nvSpPr>
              <p:spPr>
                <a:xfrm>
                  <a:off x="631198" y="1661977"/>
                  <a:ext cx="58738" cy="58738"/>
                </a:xfrm>
                <a:prstGeom prst="ellipse">
                  <a:avLst/>
                </a:prstGeom>
                <a:solidFill>
                  <a:srgbClr val="808080"/>
                </a:solidFill>
                <a:ln w="6350">
                  <a:solidFill>
                    <a:srgbClr val="80808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800" dirty="0">
                    <a:solidFill>
                      <a:srgbClr val="5F5F5F"/>
                    </a:solidFill>
                    <a:latin typeface="+mn-ea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454" name="Label" descr="&lt;SmartSettings&gt;&lt;SmartResize anchorLeft=&quot;Absolute&quot; anchorTop=&quot;Absolute&quot; anchorRight=&quot;Absolute&quot; anchorBottom=&quot;Absolute&quot; /&gt;&lt;/SmartSettings&gt;">
                  <a:extLst>
                    <a:ext uri="{FF2B5EF4-FFF2-40B4-BE49-F238E27FC236}">
                      <a16:creationId xmlns:a16="http://schemas.microsoft.com/office/drawing/2014/main" id="{5FE809B8-CBDA-7910-FC10-43CB98DF6F5A}"/>
                    </a:ext>
                  </a:extLst>
                </p:cNvPr>
                <p:cNvSpPr txBox="1"/>
                <p:nvPr>
                  <p:custDataLst>
                    <p:tags r:id="rId31"/>
                  </p:custDataLst>
                </p:nvPr>
              </p:nvSpPr>
              <p:spPr>
                <a:xfrm>
                  <a:off x="727243" y="1592858"/>
                  <a:ext cx="221471" cy="196977"/>
                </a:xfrm>
                <a:prstGeom prst="rect">
                  <a:avLst/>
                </a:prstGeom>
                <a:noFill/>
              </p:spPr>
              <p:txBody>
                <a:bodyPr wrap="none" lIns="73152" tIns="36576" rIns="73152" bIns="36576" rtlCol="0" anchor="ctr" anchorCtr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sz="800" dirty="0">
                      <a:solidFill>
                        <a:srgbClr val="5F5F5F"/>
                      </a:solidFill>
                      <a:latin typeface="+mn-ea"/>
                      <a:cs typeface="Segoe UI" panose="020B0502040204020203" pitchFamily="34" charset="0"/>
                    </a:rPr>
                    <a:t>N</a:t>
                  </a:r>
                </a:p>
              </p:txBody>
            </p:sp>
          </p:grpSp>
        </p:grpSp>
        <p:sp>
          <p:nvSpPr>
            <p:cNvPr id="449" name="Check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D1DCDD74-928C-4024-991E-51133AC69DDE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6484143" y="3876604"/>
              <a:ext cx="58738" cy="58738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458" name="사각형: 둥근 모서리 457">
            <a:extLst>
              <a:ext uri="{FF2B5EF4-FFF2-40B4-BE49-F238E27FC236}">
                <a16:creationId xmlns:a16="http://schemas.microsoft.com/office/drawing/2014/main" id="{F9C5F198-23DA-D3E6-D9C4-32DAB08F5CE2}"/>
              </a:ext>
            </a:extLst>
          </p:cNvPr>
          <p:cNvSpPr/>
          <p:nvPr/>
        </p:nvSpPr>
        <p:spPr>
          <a:xfrm>
            <a:off x="6667891" y="6216746"/>
            <a:ext cx="789856" cy="20457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>
                <a:latin typeface="나눔고딕" pitchFamily="2" charset="-127"/>
                <a:ea typeface="나눔고딕" pitchFamily="2" charset="-127"/>
              </a:rPr>
              <a:t>적용하기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B7D5D7A-AC70-F085-A58D-C962B5A13B18}"/>
              </a:ext>
            </a:extLst>
          </p:cNvPr>
          <p:cNvSpPr/>
          <p:nvPr/>
        </p:nvSpPr>
        <p:spPr>
          <a:xfrm>
            <a:off x="367553" y="1249755"/>
            <a:ext cx="8000854" cy="5304378"/>
          </a:xfrm>
          <a:prstGeom prst="rect">
            <a:avLst/>
          </a:prstGeom>
          <a:solidFill>
            <a:schemeClr val="tx1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8" name="Separator">
            <a:extLst>
              <a:ext uri="{FF2B5EF4-FFF2-40B4-BE49-F238E27FC236}">
                <a16:creationId xmlns:a16="http://schemas.microsoft.com/office/drawing/2014/main" id="{ABB61717-C080-BA14-D4D9-FFECBAC73E1A}"/>
              </a:ext>
            </a:extLst>
          </p:cNvPr>
          <p:cNvCxnSpPr/>
          <p:nvPr/>
        </p:nvCxnSpPr>
        <p:spPr>
          <a:xfrm>
            <a:off x="4153484" y="4728386"/>
            <a:ext cx="1723503" cy="0"/>
          </a:xfrm>
          <a:prstGeom prst="line">
            <a:avLst/>
          </a:prstGeom>
          <a:ln w="3175">
            <a:solidFill>
              <a:srgbClr val="000000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그룹 8">
            <a:extLst>
              <a:ext uri="{FF2B5EF4-FFF2-40B4-BE49-F238E27FC236}">
                <a16:creationId xmlns:a16="http://schemas.microsoft.com/office/drawing/2014/main" id="{DE8611D5-C831-AFD8-FA58-FAD55E3B5B8A}"/>
              </a:ext>
            </a:extLst>
          </p:cNvPr>
          <p:cNvGrpSpPr/>
          <p:nvPr/>
        </p:nvGrpSpPr>
        <p:grpSpPr>
          <a:xfrm>
            <a:off x="2792800" y="2973625"/>
            <a:ext cx="3222246" cy="1507358"/>
            <a:chOff x="5699195" y="2266871"/>
            <a:chExt cx="3222246" cy="1507358"/>
          </a:xfrm>
        </p:grpSpPr>
        <p:grpSp>
          <p:nvGrpSpPr>
            <p:cNvPr id="10" name="Alert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9ftbPzdYjmrrprxs6peuBe+uy7PGWnG8otq+na9Gr9eZHV7+q7Nlw0hI52dZ9P8671F41q2dVV+zU7Hp5f5ssXLv3GyzBZ5s6IP07D1b5z84t84SelZrSdlMU2nZdY00ubLFRM0fRT8+SRrcnlDX+SX6+Iya/P07FU2K6on67atlmkxrZZny/PK/+yzdLkuy8NbvPndrF7SiL/ey6d1XdVf79WfWOcNBhp9+4b3q2Uuv71/1+2V/tZ8jXfnda4dx9/uv8+c8e1sOSvz+rt1tlrlNY/ee/1knk/f5rOTeba8yGf+C8NoxcBOuhS5DWAPtPBldZnXdTHL00lVlenZsmi3zny2hGymTeeDUXp2vFqlhMcdB9BjWzwT4ucxw+u/jRcDZPCIIG4dE77t63m2yps0836nIeRXqfftFkEZv86hn/KZfCSQPZwieOEpztMtD/b4rGG4nRcHXsZz9256PJulH53R1H6UTlWbxNu+1/TTECNzvXUWwvj9QyB3PI7xn7Pn2SQvGQH57bPeTI5pGPzdFo/l0UdDsCyQ8RdZfVEsFdmX2WxG07bV/Xr8PD9vR723xm+qVeTTV8XFnFrvDA7EG/vndbVeMQj5LT6m7gtbm8bFLYbH5X/tjSv42I4r+FTH1fv8SUWILdJP0vub0OrreAcoHCJNHrXdOHcdYGPlIAIaCMIU/XwmYoY/xnjv/cEqY6afCM63Yv+x/8eGLqMGbJgy2nwjcfogb00fffVrAf/ZpFLEUg/TiBtvpFAX3K3pwy9+DcA/m7SJuyLD5DHtN1IoAvTWRDLvfj3w3wSpNps59YFusnTv6ZEM2LonXSjvZ+0EiVvYOx3UsMnzIMWNQ7+BmofIF2wgIp+/v+kTIM03Yv0GHGu/i5407Kby2yDdYkAHREHnwEqD/j3+0oD4Gl144vAeDHkb3TEUS2wk156SqxmkVxTsexLsjYXxdTr5WSTZYAi1kWj3biZaHPD7ks2D8vU6+tkjXfzTOm/X9TJt63Ueee+X9D/KS5NX8J9fvBH6eUYv3Qze+/OXbAotL6tilj4tmlXV5FvDESOislsbsPR3lZj2FsHebUGOLYqRod8aSj+Ix9OhHIb6Huxy+8G+B9CNw30POIMDDj/gfECsy5B1NOHBLHMW0rzjB2xVk5+m2D9t8uUsr0fiSxzXF02aD/NYkN+pA4UkcNKsCRp1hoWJ81/TiUl/4S/0oRnlcPN8WR+QGSy9ReTVxeAz8fo6gVgklcEv37ITKI2hnvrxzG07G46VNvXXjRBu29tQ5LGpr4iXfdvuPB++/8bPVm4Lz4Aqv32Oyzz9GIVH+QF2wBdmoebPB3GWlxrj4Rgu0Y/Hm3zbCFvGXN2BSfwaHQ4JQ9RdfL9uN7qkg/3Gva337Dn06v5/II6Gpazb/OFCmS/XC6e+hiWMDMQo/EjVeOdTVredz4xOvDUqOs5BbCwrdzpyvNb9wmOFASzuUpbjcbNeUBx9fRR+/LpYrMrivAB/TGlRs0nbKm2ESarzNFumHzHaH4074O724ZnBykKgz3qP0jPxi7JJ6bnqnaHbFSpdeYm7XaYVg04LmjzMrvx1ixeuZGrf650cE/9eb/wiZYv3ekkYf/c92++9Z/t7nfbhGwOsYr7CaleRlcUPwC+sQx43Oc14nZ9/9pE34x/dPaKpadpsScvG5zWtBLTzPG1W+RS8NusDFpbzmMwiE2E0PBqB+SqMf7yCqRVw/Gt0IQ9PRIu186IZC+PRv1G9CgI8o/G4vrZcX90woxchKNKyECnq8UakLvJOm4F2eDS4DYXCs/g95ve+6zC5+ybeFZ4+l3vwAm7ufa5c2/tcuVM/v5UNeC8G/jxvSbHV5DvRT/Ake7kzUk5ldk1JDsqA4lO2TPRxVlYXX5Mp2b8MDQ+eD5xhGNnNhnXgRTycfvB5Y/yTRVOQSoZf8kUxraumOm/HX56fF9N8fFLV+fiLpnpTF69b0iLjBX5f+75q7FEevDEAM4/1k7rM+UNBbvPiFh6LXyggPxTsNi0t4bG49STxh4LeDYs6Pdk0D0nQ0/w8W5dtepmV60jyDs9tGSmSEWx+WBLVXBXtdJ5u8TA2kG8DCDxTyhx1Bvpo8xt4BkT59vO9gbPMMyyUt+vm2UCetfsMCdc328sGMflmO5rUefb2hnadSVdN9LM977cdwYdO/C3560fzzjr+/y+zftt+Pmzab8lb/2+edWM6fzTxPxu9fPDM35LDbjPxM/F0bjHRlBmsriQxV1+sF5QcPn03zVcYyNZHXy2b9WpV1ZSe8+IL9jvGg0vIeCLu0cDH33RoRTmvCeWnKY1kspg/G3GWSRz2UmB4In7XDzXa8oPgr+WSb4y/8fjh9Hv3wPJ0yy7ufUAXX98z9oMAk/zelO03zwDX47FB0//LJ+c9evh/z9xsXBIxz48m55Y9fMNzEy4aDb06bDDiX7x/NH8bQf65jOrjvHf7aTscIhWebzxl0KPmLVyNOO/fboS3dcLi3P8N93ELB6xPKaekfpZJdVs38v+9lPJUxv/3aXXbLm5Bqp8tr15p/cN17NWdvqyKWSrrtPnWzatlJ2We1Vs3rnndEDV89DKrG1ow5HDgorjMl/6SIk/zK6ytYUXxHNEFPkF8kbVkU1Z13hBF8XIf9CqrW17F/pBIQ1dQmTaRxT/3q7fm+D60638H0+VgwV/AUtiApRCzGoXT1tf9DzeYS9fn+M31ijselCoeNlpBrD6vq/UKS3gehJNqTdNCIHbxBa2mjvmVr9qibMYUKb7IFsHKKZrKAvJH72+vGQGG36QX+P2szRcNaQUPoc/t5xtECmTwAOgq5Nc30tEp8J8b3scDpqdVuzYtaEC7h/Tj8WfeKIXS9PEnn9ywfIPnFv3hYVoK9VK/s+8V37+F/sTDS9zTbPkqJ05v8tcKqr2dBsZzA+1cw1uOCY9l8/fk8ON1Kx/c6PJ3H+nNvn9jt0FLdC0KhuZ4ls9e5dOWmLn8umh8O2ve5O9IhZHwfVNxSPd5j9nA0w31jLqz6mT8QpH9SExjujukIIae98QIT4iRIHJLtvWfPv+f39Jb858N0XLs6UTQe7ck694PjawGo/9Pk/XeLcl674dGVoPR/3fI+h5NLfW/jvZ+RjEMWdHFe8zEe84CMAuWaTYwBhb3UzT8IXBGB6f/77AGHjvn3bWpDcTVRfQfFn37mP1/lMThstwGAvNq9Q+LvF2s/j9K3N5q5Ab6mnXhHxaJI7j9f4fKt2x6y2bnxTIryxsCNvO8B6nBAh3SvOe8fkEpknlWjhXESbX4cvLTFAuINdyUI/KfW5DhhiY3fH0rAt6CcIPDdYHoTWPegOnXTpvhmWacuz/58gubxEvzd5HpHBgmEiHPq4uLvB6zJt366FlWlJT8aysy1kVL6aniB5qDZU5p6OOGgr5pnp5T5onWQEqiBL3AU9+MPxqh/8OhBYd4jg7PBy72v6K8my7ze+m6L/KmyS7yJ9U7QR5JO4P/10266RDCFhHy9n2w4fTNwOwMMl4Ad4j3us4W+r6Z8PxmzMn55rDvgh4aQMSbeb8xdOz1NzeCEPAQ/j134f2w75vCb24APdhDY4jZ4/cbRpC7+OZG4IMdQr6TNvk6eGty4JvGe+8WeNu8xNfBW6Pvbxrve7fA2wb+t8Pb+1N/pR+/5P8B96SA2U9VAAA=&lt;/Code&gt;&lt;CodeSignature&gt;BLF4JWurVfxIUHaELsi3Nd7j9DhOHL/Mzfty2RbBJndEYSJzEH2XjlOCGM5N4Y9nV5FTIAS219vteJTD3Z/4XWVvkZtfgQxlLmoV4wsdfH8OKo8X1itX6TvbMBqX/oVA+6SyYCB5R8xQ4594vwKX3+d6QJj8QV8I9/euyLGJBof34ivmhhRbXnBaRyyay1r8dKnNOuIGkZTn/zoB/RFkN++hixRlxyYGoJYmk9hnLTUGhiN+xcV4T178pA3JDT3bqSjbV1YYEDUiXfNhZcEEDh1Y2sAb87IQ+7WlC694jPU9ip4XAQBKAedRPoA3wYsewBmLptQX6R00D9TbbxddDA==&lt;/CodeSignature&gt;&lt;/SmartOptions&gt;&lt;SmartResize enabled=&quot;True&quot; minWidth=&quot;190&quot; minHeight=&quot;110&quot; /&gt;&lt;/SmartSettings&gt;">
              <a:extLst>
                <a:ext uri="{FF2B5EF4-FFF2-40B4-BE49-F238E27FC236}">
                  <a16:creationId xmlns:a16="http://schemas.microsoft.com/office/drawing/2014/main" id="{9C090653-F24C-9D0F-C1F1-80ADC6E684BC}"/>
                </a:ext>
              </a:extLst>
            </p:cNvPr>
            <p:cNvGrpSpPr/>
            <p:nvPr>
              <p:custDataLst>
                <p:tags r:id="rId15"/>
              </p:custDataLst>
            </p:nvPr>
          </p:nvGrpSpPr>
          <p:grpSpPr>
            <a:xfrm>
              <a:off x="5699195" y="2266871"/>
              <a:ext cx="3222246" cy="1507358"/>
              <a:chOff x="595686" y="1261242"/>
              <a:chExt cx="3222246" cy="1507358"/>
            </a:xfrm>
          </p:grpSpPr>
          <p:sp>
            <p:nvSpPr>
              <p:cNvPr id="14" name="Window Body" descr="&lt;SmartSettings&gt;&lt;SmartResize anchorLeft=&quot;Absolute&quot; anchorTop=&quot;Absolute&quot; anchorRight=&quot;Absolute&quot; anchorBottom=&quot;Absolute&quot; /&gt;&lt;/SmartSettings&gt;">
                <a:extLst>
                  <a:ext uri="{FF2B5EF4-FFF2-40B4-BE49-F238E27FC236}">
                    <a16:creationId xmlns:a16="http://schemas.microsoft.com/office/drawing/2014/main" id="{3884CE36-140F-AF45-AF7C-B9A2D52853AB}"/>
                  </a:ext>
                </a:extLst>
              </p:cNvPr>
              <p:cNvSpPr/>
              <p:nvPr>
                <p:custDataLst>
                  <p:tags r:id="rId17"/>
                </p:custDataLst>
              </p:nvPr>
            </p:nvSpPr>
            <p:spPr>
              <a:xfrm>
                <a:off x="595686" y="1498986"/>
                <a:ext cx="3222246" cy="1269614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5" name="Text">
                <a:extLst>
                  <a:ext uri="{FF2B5EF4-FFF2-40B4-BE49-F238E27FC236}">
                    <a16:creationId xmlns:a16="http://schemas.microsoft.com/office/drawing/2014/main" id="{C2B05846-9DAE-0DC6-FCB8-B7F3C1DAE90B}"/>
                  </a:ext>
                </a:extLst>
              </p:cNvPr>
              <p:cNvSpPr txBox="1"/>
              <p:nvPr>
                <p:custDataLst>
                  <p:tags r:id="rId18"/>
                </p:custDataLst>
              </p:nvPr>
            </p:nvSpPr>
            <p:spPr>
              <a:xfrm>
                <a:off x="1351961" y="1765977"/>
                <a:ext cx="2294511" cy="688281"/>
              </a:xfrm>
              <a:prstGeom prst="rect">
                <a:avLst/>
              </a:prstGeom>
              <a:noFill/>
            </p:spPr>
            <p:txBody>
              <a:bodyPr wrap="square" lIns="73152" tIns="36576" rIns="73152" bIns="36576" rtlCol="0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ko-KR" altLang="en-US" sz="800" noProof="1">
                    <a:solidFill>
                      <a:prstClr val="black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위 설정한 사항을 바로 적용하시겠습니까</a:t>
                </a:r>
                <a:r>
                  <a:rPr lang="en-US" altLang="ko-KR" sz="800" noProof="1">
                    <a:solidFill>
                      <a:prstClr val="black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?</a:t>
                </a:r>
                <a:endParaRPr lang="en-US" sz="800" noProof="1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endParaRPr>
              </a:p>
            </p:txBody>
          </p:sp>
          <p:sp>
            <p:nvSpPr>
              <p:cNvPr id="16" name="Title Bar">
                <a:extLst>
                  <a:ext uri="{FF2B5EF4-FFF2-40B4-BE49-F238E27FC236}">
                    <a16:creationId xmlns:a16="http://schemas.microsoft.com/office/drawing/2014/main" id="{59CB29D8-6F0C-19F6-00C4-22E3782335B7}"/>
                  </a:ext>
                </a:extLst>
              </p:cNvPr>
              <p:cNvSpPr/>
              <p:nvPr>
                <p:custDataLst>
                  <p:tags r:id="rId19"/>
                </p:custDataLst>
              </p:nvPr>
            </p:nvSpPr>
            <p:spPr>
              <a:xfrm>
                <a:off x="595686" y="1261242"/>
                <a:ext cx="3222246" cy="237744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2286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800" dirty="0">
                    <a:solidFill>
                      <a:srgbClr val="5F5F5F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Confirm</a:t>
                </a:r>
              </a:p>
            </p:txBody>
          </p:sp>
          <p:sp>
            <p:nvSpPr>
              <p:cNvPr id="17" name="Close Button">
                <a:extLst>
                  <a:ext uri="{FF2B5EF4-FFF2-40B4-BE49-F238E27FC236}">
                    <a16:creationId xmlns:a16="http://schemas.microsoft.com/office/drawing/2014/main" id="{2385F0D0-829D-DE07-BF03-24AD443073A0}"/>
                  </a:ext>
                </a:extLst>
              </p:cNvPr>
              <p:cNvSpPr>
                <a:spLocks noEditPoints="1"/>
              </p:cNvSpPr>
              <p:nvPr>
                <p:custDataLst>
                  <p:tags r:id="rId20"/>
                </p:custDataLst>
              </p:nvPr>
            </p:nvSpPr>
            <p:spPr bwMode="auto">
              <a:xfrm>
                <a:off x="3607048" y="1332489"/>
                <a:ext cx="98425" cy="95250"/>
              </a:xfrm>
              <a:custGeom>
                <a:avLst/>
                <a:gdLst>
                  <a:gd name="T0" fmla="*/ 254 w 254"/>
                  <a:gd name="T1" fmla="*/ 0 h 254"/>
                  <a:gd name="T2" fmla="*/ 0 w 254"/>
                  <a:gd name="T3" fmla="*/ 254 h 254"/>
                  <a:gd name="T4" fmla="*/ 0 w 254"/>
                  <a:gd name="T5" fmla="*/ 0 h 254"/>
                  <a:gd name="T6" fmla="*/ 254 w 254"/>
                  <a:gd name="T7" fmla="*/ 254 h 2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4" h="254">
                    <a:moveTo>
                      <a:pt x="254" y="0"/>
                    </a:moveTo>
                    <a:lnTo>
                      <a:pt x="0" y="254"/>
                    </a:lnTo>
                    <a:moveTo>
                      <a:pt x="0" y="0"/>
                    </a:moveTo>
                    <a:lnTo>
                      <a:pt x="254" y="254"/>
                    </a:lnTo>
                  </a:path>
                </a:pathLst>
              </a:custGeom>
              <a:noFill/>
              <a:ln w="9525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grpSp>
            <p:nvGrpSpPr>
              <p:cNvPr id="457" name="Icons">
                <a:extLst>
                  <a:ext uri="{FF2B5EF4-FFF2-40B4-BE49-F238E27FC236}">
                    <a16:creationId xmlns:a16="http://schemas.microsoft.com/office/drawing/2014/main" id="{347EEC66-A37D-A8F3-9D11-E05F2D1DCF53}"/>
                  </a:ext>
                </a:extLst>
              </p:cNvPr>
              <p:cNvGrpSpPr/>
              <p:nvPr/>
            </p:nvGrpSpPr>
            <p:grpSpPr>
              <a:xfrm>
                <a:off x="773534" y="1669713"/>
                <a:ext cx="457200" cy="396875"/>
                <a:chOff x="773534" y="1669713"/>
                <a:chExt cx="457200" cy="396875"/>
              </a:xfrm>
            </p:grpSpPr>
            <p:sp>
              <p:nvSpPr>
                <p:cNvPr id="462" name="Warning Icon" hidden="1">
                  <a:extLst>
                    <a:ext uri="{FF2B5EF4-FFF2-40B4-BE49-F238E27FC236}">
                      <a16:creationId xmlns:a16="http://schemas.microsoft.com/office/drawing/2014/main" id="{81C3A5D4-5327-6967-3D41-DEC5A0AEABB4}"/>
                    </a:ext>
                  </a:extLst>
                </p:cNvPr>
                <p:cNvSpPr>
                  <a:spLocks noChangeAspect="1" noEditPoints="1"/>
                </p:cNvSpPr>
                <p:nvPr>
                  <p:custDataLst>
                    <p:tags r:id="rId23"/>
                  </p:custDataLst>
                </p:nvPr>
              </p:nvSpPr>
              <p:spPr bwMode="auto">
                <a:xfrm>
                  <a:off x="773534" y="1670507"/>
                  <a:ext cx="457200" cy="395287"/>
                </a:xfrm>
                <a:custGeom>
                  <a:avLst/>
                  <a:gdLst>
                    <a:gd name="T0" fmla="*/ 1270 w 1270"/>
                    <a:gd name="T1" fmla="*/ 1101 h 1101"/>
                    <a:gd name="T2" fmla="*/ 0 w 1270"/>
                    <a:gd name="T3" fmla="*/ 1101 h 1101"/>
                    <a:gd name="T4" fmla="*/ 635 w 1270"/>
                    <a:gd name="T5" fmla="*/ 0 h 1101"/>
                    <a:gd name="T6" fmla="*/ 1270 w 1270"/>
                    <a:gd name="T7" fmla="*/ 1101 h 1101"/>
                    <a:gd name="T8" fmla="*/ 579 w 1270"/>
                    <a:gd name="T9" fmla="*/ 320 h 1101"/>
                    <a:gd name="T10" fmla="*/ 579 w 1270"/>
                    <a:gd name="T11" fmla="*/ 716 h 1101"/>
                    <a:gd name="T12" fmla="*/ 691 w 1270"/>
                    <a:gd name="T13" fmla="*/ 716 h 1101"/>
                    <a:gd name="T14" fmla="*/ 691 w 1270"/>
                    <a:gd name="T15" fmla="*/ 320 h 1101"/>
                    <a:gd name="T16" fmla="*/ 579 w 1270"/>
                    <a:gd name="T17" fmla="*/ 320 h 1101"/>
                    <a:gd name="T18" fmla="*/ 635 w 1270"/>
                    <a:gd name="T19" fmla="*/ 799 h 1101"/>
                    <a:gd name="T20" fmla="*/ 564 w 1270"/>
                    <a:gd name="T21" fmla="*/ 870 h 1101"/>
                    <a:gd name="T22" fmla="*/ 635 w 1270"/>
                    <a:gd name="T23" fmla="*/ 940 h 1101"/>
                    <a:gd name="T24" fmla="*/ 706 w 1270"/>
                    <a:gd name="T25" fmla="*/ 870 h 1101"/>
                    <a:gd name="T26" fmla="*/ 635 w 1270"/>
                    <a:gd name="T27" fmla="*/ 799 h 1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270" h="1101">
                      <a:moveTo>
                        <a:pt x="1270" y="1101"/>
                      </a:moveTo>
                      <a:lnTo>
                        <a:pt x="0" y="1101"/>
                      </a:lnTo>
                      <a:lnTo>
                        <a:pt x="635" y="0"/>
                      </a:lnTo>
                      <a:lnTo>
                        <a:pt x="1270" y="1101"/>
                      </a:lnTo>
                      <a:close/>
                      <a:moveTo>
                        <a:pt x="579" y="320"/>
                      </a:moveTo>
                      <a:lnTo>
                        <a:pt x="579" y="716"/>
                      </a:lnTo>
                      <a:lnTo>
                        <a:pt x="691" y="716"/>
                      </a:lnTo>
                      <a:lnTo>
                        <a:pt x="691" y="320"/>
                      </a:lnTo>
                      <a:lnTo>
                        <a:pt x="579" y="320"/>
                      </a:lnTo>
                      <a:close/>
                      <a:moveTo>
                        <a:pt x="635" y="799"/>
                      </a:moveTo>
                      <a:cubicBezTo>
                        <a:pt x="596" y="799"/>
                        <a:pt x="564" y="831"/>
                        <a:pt x="564" y="870"/>
                      </a:cubicBezTo>
                      <a:cubicBezTo>
                        <a:pt x="564" y="909"/>
                        <a:pt x="596" y="940"/>
                        <a:pt x="635" y="940"/>
                      </a:cubicBezTo>
                      <a:cubicBezTo>
                        <a:pt x="674" y="940"/>
                        <a:pt x="706" y="909"/>
                        <a:pt x="706" y="870"/>
                      </a:cubicBezTo>
                      <a:cubicBezTo>
                        <a:pt x="706" y="831"/>
                        <a:pt x="674" y="799"/>
                        <a:pt x="635" y="799"/>
                      </a:cubicBezTo>
                      <a:close/>
                    </a:path>
                  </a:pathLst>
                </a:custGeom>
                <a:noFill/>
                <a:ln w="6350" cap="rnd">
                  <a:solidFill>
                    <a:srgbClr val="80808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463" name="Error Icon" hidden="1">
                  <a:extLst>
                    <a:ext uri="{FF2B5EF4-FFF2-40B4-BE49-F238E27FC236}">
                      <a16:creationId xmlns:a16="http://schemas.microsoft.com/office/drawing/2014/main" id="{DEB0E2E7-E04B-B43C-0D4C-9379E79762D8}"/>
                    </a:ext>
                  </a:extLst>
                </p:cNvPr>
                <p:cNvSpPr>
                  <a:spLocks noChangeAspect="1" noEditPoints="1"/>
                </p:cNvSpPr>
                <p:nvPr>
                  <p:custDataLst>
                    <p:tags r:id="rId24"/>
                  </p:custDataLst>
                </p:nvPr>
              </p:nvSpPr>
              <p:spPr bwMode="auto">
                <a:xfrm>
                  <a:off x="802903" y="1670507"/>
                  <a:ext cx="398463" cy="395287"/>
                </a:xfrm>
                <a:custGeom>
                  <a:avLst/>
                  <a:gdLst>
                    <a:gd name="T0" fmla="*/ 1101 w 1101"/>
                    <a:gd name="T1" fmla="*/ 778 h 1100"/>
                    <a:gd name="T2" fmla="*/ 778 w 1101"/>
                    <a:gd name="T3" fmla="*/ 1100 h 1100"/>
                    <a:gd name="T4" fmla="*/ 322 w 1101"/>
                    <a:gd name="T5" fmla="*/ 1100 h 1100"/>
                    <a:gd name="T6" fmla="*/ 0 w 1101"/>
                    <a:gd name="T7" fmla="*/ 778 h 1100"/>
                    <a:gd name="T8" fmla="*/ 0 w 1101"/>
                    <a:gd name="T9" fmla="*/ 322 h 1100"/>
                    <a:gd name="T10" fmla="*/ 322 w 1101"/>
                    <a:gd name="T11" fmla="*/ 0 h 1100"/>
                    <a:gd name="T12" fmla="*/ 778 w 1101"/>
                    <a:gd name="T13" fmla="*/ 0 h 1100"/>
                    <a:gd name="T14" fmla="*/ 1101 w 1101"/>
                    <a:gd name="T15" fmla="*/ 322 h 1100"/>
                    <a:gd name="T16" fmla="*/ 1101 w 1101"/>
                    <a:gd name="T17" fmla="*/ 778 h 1100"/>
                    <a:gd name="T18" fmla="*/ 380 w 1101"/>
                    <a:gd name="T19" fmla="*/ 300 h 1100"/>
                    <a:gd name="T20" fmla="*/ 301 w 1101"/>
                    <a:gd name="T21" fmla="*/ 380 h 1100"/>
                    <a:gd name="T22" fmla="*/ 470 w 1101"/>
                    <a:gd name="T23" fmla="*/ 550 h 1100"/>
                    <a:gd name="T24" fmla="*/ 301 w 1101"/>
                    <a:gd name="T25" fmla="*/ 719 h 1100"/>
                    <a:gd name="T26" fmla="*/ 380 w 1101"/>
                    <a:gd name="T27" fmla="*/ 799 h 1100"/>
                    <a:gd name="T28" fmla="*/ 550 w 1101"/>
                    <a:gd name="T29" fmla="*/ 629 h 1100"/>
                    <a:gd name="T30" fmla="*/ 720 w 1101"/>
                    <a:gd name="T31" fmla="*/ 799 h 1100"/>
                    <a:gd name="T32" fmla="*/ 800 w 1101"/>
                    <a:gd name="T33" fmla="*/ 719 h 1100"/>
                    <a:gd name="T34" fmla="*/ 630 w 1101"/>
                    <a:gd name="T35" fmla="*/ 550 h 1100"/>
                    <a:gd name="T36" fmla="*/ 800 w 1101"/>
                    <a:gd name="T37" fmla="*/ 380 h 1100"/>
                    <a:gd name="T38" fmla="*/ 720 w 1101"/>
                    <a:gd name="T39" fmla="*/ 300 h 1100"/>
                    <a:gd name="T40" fmla="*/ 550 w 1101"/>
                    <a:gd name="T41" fmla="*/ 470 h 1100"/>
                    <a:gd name="T42" fmla="*/ 380 w 1101"/>
                    <a:gd name="T43" fmla="*/ 300 h 1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1101" h="1100">
                      <a:moveTo>
                        <a:pt x="1101" y="778"/>
                      </a:moveTo>
                      <a:lnTo>
                        <a:pt x="778" y="1100"/>
                      </a:lnTo>
                      <a:lnTo>
                        <a:pt x="322" y="1100"/>
                      </a:lnTo>
                      <a:lnTo>
                        <a:pt x="0" y="778"/>
                      </a:lnTo>
                      <a:lnTo>
                        <a:pt x="0" y="322"/>
                      </a:lnTo>
                      <a:lnTo>
                        <a:pt x="322" y="0"/>
                      </a:lnTo>
                      <a:lnTo>
                        <a:pt x="778" y="0"/>
                      </a:lnTo>
                      <a:lnTo>
                        <a:pt x="1101" y="322"/>
                      </a:lnTo>
                      <a:lnTo>
                        <a:pt x="1101" y="778"/>
                      </a:lnTo>
                      <a:close/>
                      <a:moveTo>
                        <a:pt x="380" y="300"/>
                      </a:moveTo>
                      <a:lnTo>
                        <a:pt x="301" y="380"/>
                      </a:lnTo>
                      <a:lnTo>
                        <a:pt x="470" y="550"/>
                      </a:lnTo>
                      <a:lnTo>
                        <a:pt x="301" y="719"/>
                      </a:lnTo>
                      <a:lnTo>
                        <a:pt x="380" y="799"/>
                      </a:lnTo>
                      <a:lnTo>
                        <a:pt x="550" y="629"/>
                      </a:lnTo>
                      <a:lnTo>
                        <a:pt x="720" y="799"/>
                      </a:lnTo>
                      <a:lnTo>
                        <a:pt x="800" y="719"/>
                      </a:lnTo>
                      <a:lnTo>
                        <a:pt x="630" y="550"/>
                      </a:lnTo>
                      <a:lnTo>
                        <a:pt x="800" y="380"/>
                      </a:lnTo>
                      <a:lnTo>
                        <a:pt x="720" y="300"/>
                      </a:lnTo>
                      <a:lnTo>
                        <a:pt x="550" y="470"/>
                      </a:lnTo>
                      <a:lnTo>
                        <a:pt x="380" y="300"/>
                      </a:lnTo>
                      <a:close/>
                    </a:path>
                  </a:pathLst>
                </a:custGeom>
                <a:noFill/>
                <a:ln w="6350" cap="rnd">
                  <a:solidFill>
                    <a:srgbClr val="80808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464" name="Question Icon" hidden="1">
                  <a:extLst>
                    <a:ext uri="{FF2B5EF4-FFF2-40B4-BE49-F238E27FC236}">
                      <a16:creationId xmlns:a16="http://schemas.microsoft.com/office/drawing/2014/main" id="{A56C324A-87B0-A3EC-3CAF-A0ECD963B783}"/>
                    </a:ext>
                  </a:extLst>
                </p:cNvPr>
                <p:cNvSpPr>
                  <a:spLocks noChangeAspect="1" noEditPoints="1"/>
                </p:cNvSpPr>
                <p:nvPr>
                  <p:custDataLst>
                    <p:tags r:id="rId25"/>
                  </p:custDataLst>
                </p:nvPr>
              </p:nvSpPr>
              <p:spPr bwMode="auto">
                <a:xfrm>
                  <a:off x="802903" y="1669713"/>
                  <a:ext cx="398463" cy="396875"/>
                </a:xfrm>
                <a:custGeom>
                  <a:avLst/>
                  <a:gdLst>
                    <a:gd name="T0" fmla="*/ 1101 w 1101"/>
                    <a:gd name="T1" fmla="*/ 551 h 1101"/>
                    <a:gd name="T2" fmla="*/ 550 w 1101"/>
                    <a:gd name="T3" fmla="*/ 1101 h 1101"/>
                    <a:gd name="T4" fmla="*/ 0 w 1101"/>
                    <a:gd name="T5" fmla="*/ 551 h 1101"/>
                    <a:gd name="T6" fmla="*/ 550 w 1101"/>
                    <a:gd name="T7" fmla="*/ 0 h 1101"/>
                    <a:gd name="T8" fmla="*/ 1101 w 1101"/>
                    <a:gd name="T9" fmla="*/ 551 h 1101"/>
                    <a:gd name="T10" fmla="*/ 596 w 1101"/>
                    <a:gd name="T11" fmla="*/ 685 h 1101"/>
                    <a:gd name="T12" fmla="*/ 509 w 1101"/>
                    <a:gd name="T13" fmla="*/ 685 h 1101"/>
                    <a:gd name="T14" fmla="*/ 509 w 1101"/>
                    <a:gd name="T15" fmla="*/ 625 h 1101"/>
                    <a:gd name="T16" fmla="*/ 521 w 1101"/>
                    <a:gd name="T17" fmla="*/ 577 h 1101"/>
                    <a:gd name="T18" fmla="*/ 575 w 1101"/>
                    <a:gd name="T19" fmla="*/ 527 h 1101"/>
                    <a:gd name="T20" fmla="*/ 638 w 1101"/>
                    <a:gd name="T21" fmla="*/ 424 h 1101"/>
                    <a:gd name="T22" fmla="*/ 614 w 1101"/>
                    <a:gd name="T23" fmla="*/ 359 h 1101"/>
                    <a:gd name="T24" fmla="*/ 549 w 1101"/>
                    <a:gd name="T25" fmla="*/ 334 h 1101"/>
                    <a:gd name="T26" fmla="*/ 440 w 1101"/>
                    <a:gd name="T27" fmla="*/ 462 h 1101"/>
                    <a:gd name="T28" fmla="*/ 343 w 1101"/>
                    <a:gd name="T29" fmla="*/ 445 h 1101"/>
                    <a:gd name="T30" fmla="*/ 413 w 1101"/>
                    <a:gd name="T31" fmla="*/ 295 h 1101"/>
                    <a:gd name="T32" fmla="*/ 561 w 1101"/>
                    <a:gd name="T33" fmla="*/ 241 h 1101"/>
                    <a:gd name="T34" fmla="*/ 702 w 1101"/>
                    <a:gd name="T35" fmla="*/ 291 h 1101"/>
                    <a:gd name="T36" fmla="*/ 758 w 1101"/>
                    <a:gd name="T37" fmla="*/ 418 h 1101"/>
                    <a:gd name="T38" fmla="*/ 743 w 1101"/>
                    <a:gd name="T39" fmla="*/ 489 h 1101"/>
                    <a:gd name="T40" fmla="*/ 707 w 1101"/>
                    <a:gd name="T41" fmla="*/ 541 h 1101"/>
                    <a:gd name="T42" fmla="*/ 624 w 1101"/>
                    <a:gd name="T43" fmla="*/ 606 h 1101"/>
                    <a:gd name="T44" fmla="*/ 601 w 1101"/>
                    <a:gd name="T45" fmla="*/ 632 h 1101"/>
                    <a:gd name="T46" fmla="*/ 596 w 1101"/>
                    <a:gd name="T47" fmla="*/ 685 h 1101"/>
                    <a:gd name="T48" fmla="*/ 614 w 1101"/>
                    <a:gd name="T49" fmla="*/ 749 h 1101"/>
                    <a:gd name="T50" fmla="*/ 614 w 1101"/>
                    <a:gd name="T51" fmla="*/ 861 h 1101"/>
                    <a:gd name="T52" fmla="*/ 509 w 1101"/>
                    <a:gd name="T53" fmla="*/ 861 h 1101"/>
                    <a:gd name="T54" fmla="*/ 509 w 1101"/>
                    <a:gd name="T55" fmla="*/ 749 h 1101"/>
                    <a:gd name="T56" fmla="*/ 614 w 1101"/>
                    <a:gd name="T57" fmla="*/ 749 h 1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1101" h="1101">
                      <a:moveTo>
                        <a:pt x="1101" y="551"/>
                      </a:moveTo>
                      <a:cubicBezTo>
                        <a:pt x="1101" y="854"/>
                        <a:pt x="854" y="1101"/>
                        <a:pt x="550" y="1101"/>
                      </a:cubicBezTo>
                      <a:cubicBezTo>
                        <a:pt x="246" y="1101"/>
                        <a:pt x="0" y="854"/>
                        <a:pt x="0" y="551"/>
                      </a:cubicBezTo>
                      <a:cubicBezTo>
                        <a:pt x="0" y="247"/>
                        <a:pt x="246" y="0"/>
                        <a:pt x="550" y="0"/>
                      </a:cubicBezTo>
                      <a:cubicBezTo>
                        <a:pt x="854" y="0"/>
                        <a:pt x="1101" y="247"/>
                        <a:pt x="1101" y="551"/>
                      </a:cubicBezTo>
                      <a:close/>
                      <a:moveTo>
                        <a:pt x="596" y="685"/>
                      </a:moveTo>
                      <a:lnTo>
                        <a:pt x="509" y="685"/>
                      </a:lnTo>
                      <a:lnTo>
                        <a:pt x="509" y="625"/>
                      </a:lnTo>
                      <a:cubicBezTo>
                        <a:pt x="509" y="605"/>
                        <a:pt x="513" y="589"/>
                        <a:pt x="521" y="577"/>
                      </a:cubicBezTo>
                      <a:cubicBezTo>
                        <a:pt x="529" y="565"/>
                        <a:pt x="547" y="549"/>
                        <a:pt x="575" y="527"/>
                      </a:cubicBezTo>
                      <a:cubicBezTo>
                        <a:pt x="617" y="495"/>
                        <a:pt x="638" y="460"/>
                        <a:pt x="638" y="424"/>
                      </a:cubicBezTo>
                      <a:cubicBezTo>
                        <a:pt x="638" y="397"/>
                        <a:pt x="630" y="375"/>
                        <a:pt x="614" y="359"/>
                      </a:cubicBezTo>
                      <a:cubicBezTo>
                        <a:pt x="597" y="343"/>
                        <a:pt x="576" y="334"/>
                        <a:pt x="549" y="334"/>
                      </a:cubicBezTo>
                      <a:cubicBezTo>
                        <a:pt x="488" y="334"/>
                        <a:pt x="451" y="377"/>
                        <a:pt x="440" y="462"/>
                      </a:cubicBezTo>
                      <a:lnTo>
                        <a:pt x="343" y="445"/>
                      </a:lnTo>
                      <a:cubicBezTo>
                        <a:pt x="349" y="381"/>
                        <a:pt x="372" y="331"/>
                        <a:pt x="413" y="295"/>
                      </a:cubicBezTo>
                      <a:cubicBezTo>
                        <a:pt x="454" y="259"/>
                        <a:pt x="503" y="241"/>
                        <a:pt x="561" y="241"/>
                      </a:cubicBezTo>
                      <a:cubicBezTo>
                        <a:pt x="618" y="241"/>
                        <a:pt x="665" y="257"/>
                        <a:pt x="702" y="291"/>
                      </a:cubicBezTo>
                      <a:cubicBezTo>
                        <a:pt x="739" y="325"/>
                        <a:pt x="758" y="367"/>
                        <a:pt x="758" y="418"/>
                      </a:cubicBezTo>
                      <a:cubicBezTo>
                        <a:pt x="758" y="443"/>
                        <a:pt x="753" y="467"/>
                        <a:pt x="743" y="489"/>
                      </a:cubicBezTo>
                      <a:cubicBezTo>
                        <a:pt x="732" y="512"/>
                        <a:pt x="721" y="529"/>
                        <a:pt x="707" y="541"/>
                      </a:cubicBezTo>
                      <a:cubicBezTo>
                        <a:pt x="694" y="554"/>
                        <a:pt x="667" y="575"/>
                        <a:pt x="624" y="606"/>
                      </a:cubicBezTo>
                      <a:cubicBezTo>
                        <a:pt x="612" y="615"/>
                        <a:pt x="605" y="624"/>
                        <a:pt x="601" y="632"/>
                      </a:cubicBezTo>
                      <a:cubicBezTo>
                        <a:pt x="598" y="640"/>
                        <a:pt x="596" y="658"/>
                        <a:pt x="596" y="685"/>
                      </a:cubicBezTo>
                      <a:close/>
                      <a:moveTo>
                        <a:pt x="614" y="749"/>
                      </a:moveTo>
                      <a:lnTo>
                        <a:pt x="614" y="861"/>
                      </a:lnTo>
                      <a:lnTo>
                        <a:pt x="509" y="861"/>
                      </a:lnTo>
                      <a:lnTo>
                        <a:pt x="509" y="749"/>
                      </a:lnTo>
                      <a:lnTo>
                        <a:pt x="614" y="749"/>
                      </a:lnTo>
                      <a:close/>
                    </a:path>
                  </a:pathLst>
                </a:custGeom>
                <a:noFill/>
                <a:ln w="6350" cap="rnd">
                  <a:solidFill>
                    <a:srgbClr val="80808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p:grpSp>
          <p:grpSp>
            <p:nvGrpSpPr>
              <p:cNvPr id="459" name="Buttons">
                <a:extLst>
                  <a:ext uri="{FF2B5EF4-FFF2-40B4-BE49-F238E27FC236}">
                    <a16:creationId xmlns:a16="http://schemas.microsoft.com/office/drawing/2014/main" id="{939D96BB-3221-7A70-1C3A-DCCC76BB1107}"/>
                  </a:ext>
                </a:extLst>
              </p:cNvPr>
              <p:cNvGrpSpPr/>
              <p:nvPr/>
            </p:nvGrpSpPr>
            <p:grpSpPr>
              <a:xfrm>
                <a:off x="2252662" y="2386471"/>
                <a:ext cx="1377404" cy="240384"/>
                <a:chOff x="2252662" y="2386471"/>
                <a:chExt cx="1377404" cy="240384"/>
              </a:xfrm>
            </p:grpSpPr>
            <p:sp>
              <p:nvSpPr>
                <p:cNvPr id="460" name="Button 1" descr="&lt;SmartSettings&gt;&lt;SmartResize anchorLeft=&quot;None&quot; anchorTop=&quot;None&quot; anchorRight=&quot;Absolute&quot; anchorBottom=&quot;Absolute&quot; /&gt;&lt;/SmartSettings&gt;">
                  <a:extLst>
                    <a:ext uri="{FF2B5EF4-FFF2-40B4-BE49-F238E27FC236}">
                      <a16:creationId xmlns:a16="http://schemas.microsoft.com/office/drawing/2014/main" id="{CEF988D9-776E-3098-6CFB-B4C32C538E13}"/>
                    </a:ext>
                  </a:extLst>
                </p:cNvPr>
                <p:cNvSpPr>
                  <a:spLocks/>
                </p:cNvSpPr>
                <p:nvPr>
                  <p:custDataLst>
                    <p:tags r:id="rId21"/>
                  </p:custDataLst>
                </p:nvPr>
              </p:nvSpPr>
              <p:spPr bwMode="auto">
                <a:xfrm>
                  <a:off x="2967037" y="2386471"/>
                  <a:ext cx="663029" cy="240384"/>
                </a:xfrm>
                <a:prstGeom prst="roundRect">
                  <a:avLst>
                    <a:gd name="adj" fmla="val 8776"/>
                  </a:avLst>
                </a:prstGeom>
                <a:solidFill>
                  <a:srgbClr val="FFFFFF"/>
                </a:solidFill>
                <a:ln w="6350" cap="flat" cmpd="sng" algn="ctr">
                  <a:solidFill>
                    <a:srgbClr val="80808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ko-KR" altLang="en-US" sz="700" dirty="0">
                      <a:solidFill>
                        <a:srgbClr val="5F5F5F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아니오</a:t>
                  </a:r>
                  <a:endParaRPr lang="en-US" sz="7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461" name="Button 2" descr="&lt;SmartSettings&gt;&lt;SmartResize anchorLeft=&quot;None&quot; anchorTop=&quot;None&quot; anchorRight=&quot;Absolute&quot; anchorBottom=&quot;Absolute&quot; /&gt;&lt;/SmartSettings&gt;">
                  <a:extLst>
                    <a:ext uri="{FF2B5EF4-FFF2-40B4-BE49-F238E27FC236}">
                      <a16:creationId xmlns:a16="http://schemas.microsoft.com/office/drawing/2014/main" id="{A669BD64-FD0C-F771-ABA2-8F5F098A2363}"/>
                    </a:ext>
                  </a:extLst>
                </p:cNvPr>
                <p:cNvSpPr>
                  <a:spLocks/>
                </p:cNvSpPr>
                <p:nvPr>
                  <p:custDataLst>
                    <p:tags r:id="rId22"/>
                  </p:custDataLst>
                </p:nvPr>
              </p:nvSpPr>
              <p:spPr bwMode="auto">
                <a:xfrm>
                  <a:off x="2252662" y="2386471"/>
                  <a:ext cx="663029" cy="240384"/>
                </a:xfrm>
                <a:prstGeom prst="roundRect">
                  <a:avLst>
                    <a:gd name="adj" fmla="val 8776"/>
                  </a:avLst>
                </a:prstGeom>
                <a:solidFill>
                  <a:srgbClr val="FFFFFF"/>
                </a:solidFill>
                <a:ln w="6350" cap="flat" cmpd="sng" algn="ctr">
                  <a:solidFill>
                    <a:srgbClr val="80808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ko-KR" altLang="en-US" sz="700" dirty="0">
                      <a:solidFill>
                        <a:srgbClr val="5F5F5F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예</a:t>
                  </a:r>
                  <a:endParaRPr lang="en-US" sz="7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p:grpSp>
        </p:grp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DA16D124-CB14-3F44-B71E-BC0A930882D0}"/>
                </a:ext>
              </a:extLst>
            </p:cNvPr>
            <p:cNvGrpSpPr/>
            <p:nvPr/>
          </p:nvGrpSpPr>
          <p:grpSpPr>
            <a:xfrm>
              <a:off x="5919527" y="2646876"/>
              <a:ext cx="417341" cy="426344"/>
              <a:chOff x="5919527" y="2646876"/>
              <a:chExt cx="417341" cy="426344"/>
            </a:xfrm>
          </p:grpSpPr>
          <p:sp>
            <p:nvSpPr>
              <p:cNvPr id="12" name="타원 11">
                <a:extLst>
                  <a:ext uri="{FF2B5EF4-FFF2-40B4-BE49-F238E27FC236}">
                    <a16:creationId xmlns:a16="http://schemas.microsoft.com/office/drawing/2014/main" id="{D11FA2CC-A956-AC13-1D65-B47E0168C106}"/>
                  </a:ext>
                </a:extLst>
              </p:cNvPr>
              <p:cNvSpPr/>
              <p:nvPr/>
            </p:nvSpPr>
            <p:spPr>
              <a:xfrm>
                <a:off x="5919527" y="2686180"/>
                <a:ext cx="372410" cy="372410"/>
              </a:xfrm>
              <a:prstGeom prst="ellipse">
                <a:avLst/>
              </a:prstGeom>
              <a:noFill/>
              <a:ln w="952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" name="Text" descr="&lt;SmartSettings&gt;&lt;SmartResize anchorLeft=&quot;Absolute&quot; anchorTop=&quot;Absolute&quot; anchorRight=&quot;Absolute&quot; anchorBottom=&quot;Absolute&quot; /&gt;&lt;/SmartSettings&gt;">
                <a:extLst>
                  <a:ext uri="{FF2B5EF4-FFF2-40B4-BE49-F238E27FC236}">
                    <a16:creationId xmlns:a16="http://schemas.microsoft.com/office/drawing/2014/main" id="{62A19E48-B5CB-49D4-7B7C-95FB7A7A77F5}"/>
                  </a:ext>
                </a:extLst>
              </p:cNvPr>
              <p:cNvSpPr txBox="1"/>
              <p:nvPr>
                <p:custDataLst>
                  <p:tags r:id="rId16"/>
                </p:custDataLst>
              </p:nvPr>
            </p:nvSpPr>
            <p:spPr>
              <a:xfrm>
                <a:off x="5962922" y="2646876"/>
                <a:ext cx="373946" cy="426344"/>
              </a:xfrm>
              <a:prstGeom prst="rect">
                <a:avLst/>
              </a:prstGeom>
              <a:noFill/>
            </p:spPr>
            <p:txBody>
              <a:bodyPr wrap="square" lIns="73152" tIns="36576" rIns="73152" bIns="36576" rtlCol="0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500" b="1" noProof="1">
                    <a:solidFill>
                      <a:schemeClr val="bg1">
                        <a:lumMod val="6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?</a:t>
                </a:r>
              </a:p>
            </p:txBody>
          </p:sp>
        </p:grpSp>
      </p:grpSp>
      <p:sp>
        <p:nvSpPr>
          <p:cNvPr id="465" name="직사각형 464">
            <a:extLst>
              <a:ext uri="{FF2B5EF4-FFF2-40B4-BE49-F238E27FC236}">
                <a16:creationId xmlns:a16="http://schemas.microsoft.com/office/drawing/2014/main" id="{074B4F5B-5364-9341-1A60-9111D57CE1CE}"/>
              </a:ext>
            </a:extLst>
          </p:cNvPr>
          <p:cNvSpPr/>
          <p:nvPr/>
        </p:nvSpPr>
        <p:spPr>
          <a:xfrm>
            <a:off x="2782950" y="3000869"/>
            <a:ext cx="3232096" cy="154231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6" name="타원 6">
            <a:extLst>
              <a:ext uri="{FF2B5EF4-FFF2-40B4-BE49-F238E27FC236}">
                <a16:creationId xmlns:a16="http://schemas.microsoft.com/office/drawing/2014/main" id="{499F34C4-8B1D-E2DB-2501-CE3A575532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1911" y="3157682"/>
            <a:ext cx="190500" cy="1905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wrap="none" lIns="36000" tIns="36000" rIns="36000" bIns="36000" anchor="ctr"/>
          <a:lstStyle>
            <a:lvl1pPr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latinLnBrk="1" hangingPunct="1"/>
            <a:r>
              <a:rPr lang="en-US" altLang="ko-KR" sz="700" dirty="0">
                <a:solidFill>
                  <a:srgbClr val="FFFFFF"/>
                </a:solidFill>
                <a:latin typeface="+mn-ea"/>
                <a:ea typeface="+mn-ea"/>
              </a:rPr>
              <a:t>1</a:t>
            </a:r>
            <a:endParaRPr lang="ko-KR" altLang="en-US" sz="700" dirty="0">
              <a:solidFill>
                <a:srgbClr val="FFFFFF"/>
              </a:solidFill>
              <a:latin typeface="+mn-ea"/>
              <a:ea typeface="+mn-ea"/>
            </a:endParaRPr>
          </a:p>
        </p:txBody>
      </p:sp>
      <p:cxnSp>
        <p:nvCxnSpPr>
          <p:cNvPr id="467" name="연결선: 꺾임 466">
            <a:extLst>
              <a:ext uri="{FF2B5EF4-FFF2-40B4-BE49-F238E27FC236}">
                <a16:creationId xmlns:a16="http://schemas.microsoft.com/office/drawing/2014/main" id="{2613E03B-218D-E138-9ADA-5CB46BE04AF3}"/>
              </a:ext>
            </a:extLst>
          </p:cNvPr>
          <p:cNvCxnSpPr>
            <a:cxnSpLocks/>
            <a:endCxn id="465" idx="3"/>
          </p:cNvCxnSpPr>
          <p:nvPr/>
        </p:nvCxnSpPr>
        <p:spPr>
          <a:xfrm rot="16200000" flipV="1">
            <a:off x="5515091" y="4271979"/>
            <a:ext cx="2188026" cy="1188116"/>
          </a:xfrm>
          <a:prstGeom prst="bentConnector2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8" name="직사각형 467">
            <a:extLst>
              <a:ext uri="{FF2B5EF4-FFF2-40B4-BE49-F238E27FC236}">
                <a16:creationId xmlns:a16="http://schemas.microsoft.com/office/drawing/2014/main" id="{2ADEB35C-6334-9760-C845-ABC1679F4715}"/>
              </a:ext>
            </a:extLst>
          </p:cNvPr>
          <p:cNvSpPr/>
          <p:nvPr/>
        </p:nvSpPr>
        <p:spPr>
          <a:xfrm>
            <a:off x="6705197" y="6171191"/>
            <a:ext cx="642672" cy="2642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E3D1F247-DA8A-439A-8536-27CCA1D69A3A}"/>
              </a:ext>
            </a:extLst>
          </p:cNvPr>
          <p:cNvSpPr txBox="1"/>
          <p:nvPr/>
        </p:nvSpPr>
        <p:spPr>
          <a:xfrm>
            <a:off x="499489" y="892976"/>
            <a:ext cx="152327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나눔고딕" pitchFamily="2" charset="-127"/>
                <a:ea typeface="나눔고딕" pitchFamily="2" charset="-127"/>
              </a:rPr>
              <a:t>캐롯손해보험</a:t>
            </a:r>
            <a:r>
              <a:rPr lang="ko-KR" alt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itchFamily="2" charset="-127"/>
                <a:ea typeface="나눔고딕" pitchFamily="2" charset="-127"/>
              </a:rPr>
              <a:t> 관리자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7AE269EF-1AE1-4EED-8CD1-F2585DB5C8BE}"/>
              </a:ext>
            </a:extLst>
          </p:cNvPr>
          <p:cNvSpPr txBox="1"/>
          <p:nvPr/>
        </p:nvSpPr>
        <p:spPr>
          <a:xfrm>
            <a:off x="2878844" y="874552"/>
            <a:ext cx="71686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+mj-lt"/>
                <a:ea typeface="나눔고딕" pitchFamily="2" charset="-127"/>
              </a:rPr>
              <a:t>계약내역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2555E7A5-2E05-4D4F-B459-11A73AE757DC}"/>
              </a:ext>
            </a:extLst>
          </p:cNvPr>
          <p:cNvSpPr txBox="1"/>
          <p:nvPr/>
        </p:nvSpPr>
        <p:spPr>
          <a:xfrm>
            <a:off x="5550091" y="873968"/>
            <a:ext cx="55816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+mj-lt"/>
                <a:ea typeface="나눔고딕" pitchFamily="2" charset="-127"/>
              </a:rPr>
              <a:t>HELP </a:t>
            </a:r>
            <a:endParaRPr lang="ko-KR" altLang="en-US" sz="1100" dirty="0">
              <a:solidFill>
                <a:schemeClr val="bg1">
                  <a:lumMod val="50000"/>
                </a:schemeClr>
              </a:solidFill>
              <a:latin typeface="+mj-lt"/>
              <a:ea typeface="나눔고딕" pitchFamily="2" charset="-127"/>
            </a:endParaRP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06A452D2-E9E5-4BF0-9E8C-4CD1C544A4E2}"/>
              </a:ext>
            </a:extLst>
          </p:cNvPr>
          <p:cNvSpPr txBox="1"/>
          <p:nvPr/>
        </p:nvSpPr>
        <p:spPr>
          <a:xfrm>
            <a:off x="2048020" y="874552"/>
            <a:ext cx="7665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나눔고딕" pitchFamily="2" charset="-127"/>
              </a:rPr>
              <a:t>청약신청 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907918ED-DDCD-45F3-9096-F9830568375E}"/>
              </a:ext>
            </a:extLst>
          </p:cNvPr>
          <p:cNvSpPr txBox="1"/>
          <p:nvPr/>
        </p:nvSpPr>
        <p:spPr>
          <a:xfrm>
            <a:off x="3701236" y="884162"/>
            <a:ext cx="93968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고객사 관리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6E8A0564-49C6-4187-8593-EE182CF114EB}"/>
              </a:ext>
            </a:extLst>
          </p:cNvPr>
          <p:cNvSpPr txBox="1"/>
          <p:nvPr/>
        </p:nvSpPr>
        <p:spPr>
          <a:xfrm>
            <a:off x="4705184" y="884162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보험플랜</a:t>
            </a:r>
          </a:p>
        </p:txBody>
      </p:sp>
    </p:spTree>
    <p:extLst>
      <p:ext uri="{BB962C8B-B14F-4D97-AF65-F5344CB8AC3E}">
        <p14:creationId xmlns:p14="http://schemas.microsoft.com/office/powerpoint/2010/main" val="23528504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89A39-5383-33C5-F039-C92FD4FE2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A45E3FDF-6E1F-D3EC-916D-030BB46877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2004561"/>
              </p:ext>
            </p:extLst>
          </p:nvPr>
        </p:nvGraphicFramePr>
        <p:xfrm>
          <a:off x="8523694" y="811446"/>
          <a:ext cx="3300753" cy="44249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4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02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2891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ko-KR" sz="800" b="0" kern="12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Description</a:t>
                      </a:r>
                      <a:endParaRPr lang="ko-KR" altLang="en-US" sz="800" b="0" kern="1200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en-US" altLang="ko-KR" sz="8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9113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고객사 관리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&gt;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고객사 선택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&gt;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삭제 버튼 클릭 시 노출 되는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컨펌창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9071" marR="99071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9584405"/>
                  </a:ext>
                </a:extLst>
              </a:tr>
              <a:tr h="4391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삭제 버튼</a:t>
                      </a:r>
                      <a:endParaRPr lang="en-US" altLang="ko-KR" sz="8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고객사 체크 박스 선택 후 클릭 시 해당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컨펌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창 노출 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고객사 체크 박스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미선택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후 클릭 시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1-1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번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ALERT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창 노출 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9071" marR="99071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91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85551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9071" marR="99071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5424848"/>
                  </a:ext>
                </a:extLst>
              </a:tr>
              <a:tr h="4391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85551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70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9071" marR="99071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6354469"/>
                  </a:ext>
                </a:extLst>
              </a:tr>
              <a:tr h="4391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85551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US" altLang="ko-KR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9071" marR="99071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9587385"/>
                  </a:ext>
                </a:extLst>
              </a:tr>
              <a:tr h="4391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85551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9071" marR="99071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6078979"/>
                  </a:ext>
                </a:extLst>
              </a:tr>
              <a:tr h="4391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85551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9071" marR="99071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5160965"/>
                  </a:ext>
                </a:extLst>
              </a:tr>
              <a:tr h="4391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85551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70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9071" marR="99071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6831406"/>
                  </a:ext>
                </a:extLst>
              </a:tr>
              <a:tr h="4391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85551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9071" marR="99071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7184347"/>
                  </a:ext>
                </a:extLst>
              </a:tr>
            </a:tbl>
          </a:graphicData>
        </a:graphic>
      </p:graphicFrame>
      <p:sp>
        <p:nvSpPr>
          <p:cNvPr id="65" name="TextBox 64">
            <a:extLst>
              <a:ext uri="{FF2B5EF4-FFF2-40B4-BE49-F238E27FC236}">
                <a16:creationId xmlns:a16="http://schemas.microsoft.com/office/drawing/2014/main" id="{848C47C8-1F03-ED21-0431-C9F00D85469E}"/>
              </a:ext>
            </a:extLst>
          </p:cNvPr>
          <p:cNvSpPr txBox="1"/>
          <p:nvPr/>
        </p:nvSpPr>
        <p:spPr>
          <a:xfrm>
            <a:off x="4312366" y="199627"/>
            <a:ext cx="321589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ERP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연동 </a:t>
            </a: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(</a:t>
            </a:r>
            <a:r>
              <a:rPr lang="ko-KR" altLang="en-US" sz="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캐롯손해보험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</a:t>
            </a: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HOME 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화면</a:t>
            </a: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)</a:t>
            </a:r>
            <a:endParaRPr lang="ko-KR" altLang="en-US" sz="8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6BB55B2-19B2-02F3-EBB2-24FEC52311A5}"/>
              </a:ext>
            </a:extLst>
          </p:cNvPr>
          <p:cNvSpPr txBox="1"/>
          <p:nvPr/>
        </p:nvSpPr>
        <p:spPr>
          <a:xfrm>
            <a:off x="4312366" y="419389"/>
            <a:ext cx="321589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ko-KR" altLang="en-US" sz="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캐롯손해보험관리자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</a:t>
            </a: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&gt; HELP &gt; 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고객사관리</a:t>
            </a:r>
            <a:endParaRPr lang="en-US" altLang="ko-KR" sz="900" dirty="0">
              <a:latin typeface="+mn-ea"/>
            </a:endParaRPr>
          </a:p>
        </p:txBody>
      </p:sp>
      <p:sp>
        <p:nvSpPr>
          <p:cNvPr id="354" name="TextBox 353">
            <a:extLst>
              <a:ext uri="{FF2B5EF4-FFF2-40B4-BE49-F238E27FC236}">
                <a16:creationId xmlns:a16="http://schemas.microsoft.com/office/drawing/2014/main" id="{22254174-FAFF-AA25-9BC6-1F9F891DE716}"/>
              </a:ext>
            </a:extLst>
          </p:cNvPr>
          <p:cNvSpPr txBox="1"/>
          <p:nvPr/>
        </p:nvSpPr>
        <p:spPr>
          <a:xfrm>
            <a:off x="10848513" y="421528"/>
            <a:ext cx="9765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ALERT</a:t>
            </a:r>
            <a:endParaRPr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DB079A5-8C0C-C312-3786-FA3586A504F0}"/>
              </a:ext>
            </a:extLst>
          </p:cNvPr>
          <p:cNvSpPr/>
          <p:nvPr/>
        </p:nvSpPr>
        <p:spPr>
          <a:xfrm>
            <a:off x="404237" y="811446"/>
            <a:ext cx="8000854" cy="44469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8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66BB7EC-E655-EABA-E65A-E6D9751D829D}"/>
              </a:ext>
            </a:extLst>
          </p:cNvPr>
          <p:cNvSpPr txBox="1"/>
          <p:nvPr/>
        </p:nvSpPr>
        <p:spPr>
          <a:xfrm>
            <a:off x="6865733" y="909155"/>
            <a:ext cx="152327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bg1">
                    <a:lumMod val="50000"/>
                  </a:schemeClr>
                </a:solidFill>
              </a:rPr>
              <a:t>{NAME}</a:t>
            </a:r>
            <a:endParaRPr lang="ko-KR" altLang="en-US" sz="105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53E0DE1-5280-56A2-37EE-F1FC04DD4CCE}"/>
              </a:ext>
            </a:extLst>
          </p:cNvPr>
          <p:cNvSpPr txBox="1"/>
          <p:nvPr/>
        </p:nvSpPr>
        <p:spPr>
          <a:xfrm>
            <a:off x="7591343" y="909155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u="sng" dirty="0">
                <a:solidFill>
                  <a:schemeClr val="bg1">
                    <a:lumMod val="50000"/>
                  </a:schemeClr>
                </a:solidFill>
              </a:rPr>
              <a:t>로그아웃</a:t>
            </a:r>
          </a:p>
        </p:txBody>
      </p:sp>
      <p:pic>
        <p:nvPicPr>
          <p:cNvPr id="238" name="그림 237">
            <a:extLst>
              <a:ext uri="{FF2B5EF4-FFF2-40B4-BE49-F238E27FC236}">
                <a16:creationId xmlns:a16="http://schemas.microsoft.com/office/drawing/2014/main" id="{080F7BD5-2D82-5072-D783-1FAE5C8985D5}"/>
              </a:ext>
            </a:extLst>
          </p:cNvPr>
          <p:cNvPicPr>
            <a:picLocks noChangeAspect="1"/>
          </p:cNvPicPr>
          <p:nvPr/>
        </p:nvPicPr>
        <p:blipFill>
          <a:blip r:embed="rId122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5640" y="961202"/>
            <a:ext cx="142662" cy="142662"/>
          </a:xfrm>
          <a:prstGeom prst="rect">
            <a:avLst/>
          </a:prstGeom>
        </p:spPr>
      </p:pic>
      <p:sp>
        <p:nvSpPr>
          <p:cNvPr id="245" name="TextBox 244">
            <a:extLst>
              <a:ext uri="{FF2B5EF4-FFF2-40B4-BE49-F238E27FC236}">
                <a16:creationId xmlns:a16="http://schemas.microsoft.com/office/drawing/2014/main" id="{730C7B76-934C-DE39-1767-2A9401D2677A}"/>
              </a:ext>
            </a:extLst>
          </p:cNvPr>
          <p:cNvSpPr txBox="1"/>
          <p:nvPr/>
        </p:nvSpPr>
        <p:spPr>
          <a:xfrm>
            <a:off x="634379" y="1389308"/>
            <a:ext cx="11448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/>
              <a:t>고객사 관리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F72F0A35-7069-6E5B-3239-C0BB9C719735}"/>
              </a:ext>
            </a:extLst>
          </p:cNvPr>
          <p:cNvSpPr/>
          <p:nvPr/>
        </p:nvSpPr>
        <p:spPr>
          <a:xfrm>
            <a:off x="979355" y="1843698"/>
            <a:ext cx="6548908" cy="4274565"/>
          </a:xfrm>
          <a:prstGeom prst="roundRect">
            <a:avLst>
              <a:gd name="adj" fmla="val 4813"/>
            </a:avLst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나눔고딕" pitchFamily="2" charset="-127"/>
              <a:ea typeface="나눔고딕" pitchFamily="2" charset="-127"/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5D9E6D10-3706-D9E9-3D6E-A1E9A9CC744C}"/>
              </a:ext>
            </a:extLst>
          </p:cNvPr>
          <p:cNvGraphicFramePr>
            <a:graphicFrameLocks noGrp="1"/>
          </p:cNvGraphicFramePr>
          <p:nvPr/>
        </p:nvGraphicFramePr>
        <p:xfrm>
          <a:off x="1206812" y="1992759"/>
          <a:ext cx="6037966" cy="4017219"/>
        </p:xfrm>
        <a:graphic>
          <a:graphicData uri="http://schemas.openxmlformats.org/drawingml/2006/table">
            <a:tbl>
              <a:tblPr firstRow="1" bandRow="1"/>
              <a:tblGrid>
                <a:gridCol w="571507">
                  <a:extLst>
                    <a:ext uri="{9D8B030D-6E8A-4147-A177-3AD203B41FA5}">
                      <a16:colId xmlns:a16="http://schemas.microsoft.com/office/drawing/2014/main" val="804009745"/>
                    </a:ext>
                  </a:extLst>
                </a:gridCol>
                <a:gridCol w="2096655">
                  <a:extLst>
                    <a:ext uri="{9D8B030D-6E8A-4147-A177-3AD203B41FA5}">
                      <a16:colId xmlns:a16="http://schemas.microsoft.com/office/drawing/2014/main" val="1948441988"/>
                    </a:ext>
                  </a:extLst>
                </a:gridCol>
                <a:gridCol w="1616363">
                  <a:extLst>
                    <a:ext uri="{9D8B030D-6E8A-4147-A177-3AD203B41FA5}">
                      <a16:colId xmlns:a16="http://schemas.microsoft.com/office/drawing/2014/main" val="3673462483"/>
                    </a:ext>
                  </a:extLst>
                </a:gridCol>
                <a:gridCol w="1753441">
                  <a:extLst>
                    <a:ext uri="{9D8B030D-6E8A-4147-A177-3AD203B41FA5}">
                      <a16:colId xmlns:a16="http://schemas.microsoft.com/office/drawing/2014/main" val="3181780071"/>
                    </a:ext>
                  </a:extLst>
                </a:gridCol>
              </a:tblGrid>
              <a:tr h="39390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000" b="1" i="0" u="none" strike="noStrike" cap="none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Arial"/>
                        </a:rPr>
                        <a:t>선택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000" b="1" i="0" u="none" strike="noStrike" cap="none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Arial"/>
                        </a:rPr>
                        <a:t>고객사명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000" b="1" i="0" u="none" strike="noStrike" cap="none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Arial"/>
                        </a:rPr>
                        <a:t>고정 보험 플랜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000" b="1" i="0" u="none" strike="noStrike" cap="none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Arial"/>
                        </a:rPr>
                        <a:t>고정 보험플랜 사용 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5544455"/>
                  </a:ext>
                </a:extLst>
              </a:tr>
              <a:tr h="3579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Arial"/>
                        </a:rPr>
                        <a:t>□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SM C&amp;C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85725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ko-KR" altLang="en-US" sz="1000" b="0" i="0" u="none" strike="noStrike" cap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3373054"/>
                  </a:ext>
                </a:extLst>
              </a:tr>
              <a:tr h="3579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Arial"/>
                        </a:rPr>
                        <a:t>□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/>
                      <a:r>
                        <a:rPr lang="en-US" altLang="ko-KR" sz="1000" b="1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Musinsa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85725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ko-KR" altLang="en-US" sz="1000" b="0" i="0" u="none" strike="noStrike" cap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4519957"/>
                  </a:ext>
                </a:extLst>
              </a:tr>
              <a:tr h="3579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Arial"/>
                        </a:rPr>
                        <a:t>□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JTC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85725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ko-KR" altLang="en-US" sz="1000" b="0" i="0" u="none" strike="noStrike" cap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0469623"/>
                  </a:ext>
                </a:extLst>
              </a:tr>
              <a:tr h="3579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Arial"/>
                        </a:rPr>
                        <a:t>□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SM ENTERTAINTMENT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85725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ko-KR" altLang="en-US" sz="1000" b="0" i="0" u="none" strike="noStrike" cap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236339"/>
                  </a:ext>
                </a:extLst>
              </a:tr>
              <a:tr h="3579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Arial"/>
                        </a:rPr>
                        <a:t>□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ENT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85725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ko-KR" altLang="en-US" sz="1000" b="0" i="0" u="none" strike="noStrike" cap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028132"/>
                  </a:ext>
                </a:extLst>
              </a:tr>
              <a:tr h="3579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Arial"/>
                        </a:rPr>
                        <a:t>□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KBS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85725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ko-KR" altLang="en-US" sz="1000" b="0" i="0" u="none" strike="noStrike" cap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4629017"/>
                  </a:ext>
                </a:extLst>
              </a:tr>
              <a:tr h="40140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Arial"/>
                        </a:rPr>
                        <a:t>□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MBC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85725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ko-KR" altLang="en-US" sz="1000" b="0" i="0" u="none" strike="noStrike" cap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3983533"/>
                  </a:ext>
                </a:extLst>
              </a:tr>
              <a:tr h="3579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Arial"/>
                        </a:rPr>
                        <a:t>□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DDD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85725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ko-KR" altLang="en-US" sz="1000" b="0" i="0" u="none" strike="noStrike" cap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2550189"/>
                  </a:ext>
                </a:extLst>
              </a:tr>
              <a:tr h="3579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Arial"/>
                        </a:rPr>
                        <a:t>□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FFF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85725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ko-KR" altLang="en-US" sz="1000" b="0" i="0" u="none" strike="noStrike" cap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0514784"/>
                  </a:ext>
                </a:extLst>
              </a:tr>
              <a:tr h="3579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/>
                      <a:endParaRPr lang="ko-KR" altLang="en-US" sz="10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85725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ko-KR" altLang="en-US" sz="1000" b="0" i="0" u="none" strike="noStrike" cap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6771086"/>
                  </a:ext>
                </a:extLst>
              </a:tr>
            </a:tbl>
          </a:graphicData>
        </a:graphic>
      </p:graphicFrame>
      <p:grpSp>
        <p:nvGrpSpPr>
          <p:cNvPr id="246" name="Drop-Down Box (Expanded)">
            <a:extLst>
              <a:ext uri="{FF2B5EF4-FFF2-40B4-BE49-F238E27FC236}">
                <a16:creationId xmlns:a16="http://schemas.microsoft.com/office/drawing/2014/main" id="{421B2E2D-D7CE-A3F5-DC84-06D0F531A34F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4017038" y="4239930"/>
            <a:ext cx="1368150" cy="1049389"/>
            <a:chOff x="595686" y="1268936"/>
            <a:chExt cx="1368150" cy="1049389"/>
          </a:xfrm>
        </p:grpSpPr>
        <p:grpSp>
          <p:nvGrpSpPr>
            <p:cNvPr id="247" name="Drop-Down Box">
              <a:extLst>
                <a:ext uri="{FF2B5EF4-FFF2-40B4-BE49-F238E27FC236}">
                  <a16:creationId xmlns:a16="http://schemas.microsoft.com/office/drawing/2014/main" id="{C3F54135-25D8-34FE-DF61-497195263366}"/>
                </a:ext>
              </a:extLst>
            </p:cNvPr>
            <p:cNvGrpSpPr/>
            <p:nvPr/>
          </p:nvGrpSpPr>
          <p:grpSpPr>
            <a:xfrm>
              <a:off x="595686" y="1268936"/>
              <a:ext cx="1368150" cy="225703"/>
              <a:chOff x="595686" y="1268936"/>
              <a:chExt cx="1368150" cy="225703"/>
            </a:xfrm>
          </p:grpSpPr>
          <p:sp>
            <p:nvSpPr>
              <p:cNvPr id="251" name="Text Box">
                <a:extLst>
                  <a:ext uri="{FF2B5EF4-FFF2-40B4-BE49-F238E27FC236}">
                    <a16:creationId xmlns:a16="http://schemas.microsoft.com/office/drawing/2014/main" id="{1EB1F43B-1C3D-AC37-549F-07DD98E3273D}"/>
                  </a:ext>
                </a:extLst>
              </p:cNvPr>
              <p:cNvSpPr/>
              <p:nvPr>
                <p:custDataLst>
                  <p:tags r:id="rId119"/>
                </p:custDataLst>
              </p:nvPr>
            </p:nvSpPr>
            <p:spPr>
              <a:xfrm>
                <a:off x="595686" y="1268936"/>
                <a:ext cx="1368150" cy="225703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50800" rIns="256032" bIns="5080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800" dirty="0">
                    <a:solidFill>
                      <a:srgbClr val="5F5F5F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A0-3</a:t>
                </a:r>
              </a:p>
            </p:txBody>
          </p:sp>
          <p:sp>
            <p:nvSpPr>
              <p:cNvPr id="252" name="Arrow Down">
                <a:extLst>
                  <a:ext uri="{FF2B5EF4-FFF2-40B4-BE49-F238E27FC236}">
                    <a16:creationId xmlns:a16="http://schemas.microsoft.com/office/drawing/2014/main" id="{F3FCE1CE-A7CB-C7B9-515A-F9F8AE2A6B54}"/>
                  </a:ext>
                </a:extLst>
              </p:cNvPr>
              <p:cNvSpPr>
                <a:spLocks noChangeAspect="1"/>
              </p:cNvSpPr>
              <p:nvPr>
                <p:custDataLst>
                  <p:tags r:id="rId120"/>
                </p:custDataLst>
              </p:nvPr>
            </p:nvSpPr>
            <p:spPr bwMode="auto">
              <a:xfrm rot="10800000" flipH="1">
                <a:off x="1825975" y="1363700"/>
                <a:ext cx="64008" cy="36177"/>
              </a:xfrm>
              <a:custGeom>
                <a:avLst/>
                <a:gdLst>
                  <a:gd name="T0" fmla="*/ 0 w 197"/>
                  <a:gd name="T1" fmla="*/ 0 h 115"/>
                  <a:gd name="T2" fmla="*/ 99 w 197"/>
                  <a:gd name="T3" fmla="*/ 115 h 115"/>
                  <a:gd name="T4" fmla="*/ 197 w 197"/>
                  <a:gd name="T5" fmla="*/ 0 h 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97" h="115">
                    <a:moveTo>
                      <a:pt x="0" y="0"/>
                    </a:moveTo>
                    <a:lnTo>
                      <a:pt x="99" y="115"/>
                    </a:lnTo>
                    <a:lnTo>
                      <a:pt x="197" y="0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248" name="Drop-Down Menu">
              <a:extLst>
                <a:ext uri="{FF2B5EF4-FFF2-40B4-BE49-F238E27FC236}">
                  <a16:creationId xmlns:a16="http://schemas.microsoft.com/office/drawing/2014/main" id="{0742ABF8-9657-9879-DC8A-298491014231}"/>
                </a:ext>
              </a:extLst>
            </p:cNvPr>
            <p:cNvGrpSpPr/>
            <p:nvPr/>
          </p:nvGrpSpPr>
          <p:grpSpPr>
            <a:xfrm>
              <a:off x="595686" y="1497587"/>
              <a:ext cx="1368150" cy="820738"/>
              <a:chOff x="595686" y="1497587"/>
              <a:chExt cx="1368150" cy="820738"/>
            </a:xfrm>
          </p:grpSpPr>
          <p:sp>
            <p:nvSpPr>
              <p:cNvPr id="249" name="Box">
                <a:extLst>
                  <a:ext uri="{FF2B5EF4-FFF2-40B4-BE49-F238E27FC236}">
                    <a16:creationId xmlns:a16="http://schemas.microsoft.com/office/drawing/2014/main" id="{6041F00D-9AE7-4D17-F5F2-06C418DDC2BB}"/>
                  </a:ext>
                </a:extLst>
              </p:cNvPr>
              <p:cNvSpPr/>
              <p:nvPr>
                <p:custDataLst>
                  <p:tags r:id="rId117"/>
                </p:custDataLst>
              </p:nvPr>
            </p:nvSpPr>
            <p:spPr>
              <a:xfrm>
                <a:off x="595686" y="1497587"/>
                <a:ext cx="1368150" cy="820738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50800" rIns="91440" bIns="5080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Aft>
                    <a:spcPts val="200"/>
                  </a:spcAft>
                </a:pPr>
                <a:r>
                  <a:rPr lang="en-US" sz="800" noProof="1">
                    <a:solidFill>
                      <a:srgbClr val="5F5F5F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A1</a:t>
                </a:r>
              </a:p>
              <a:p>
                <a:pPr>
                  <a:spcAft>
                    <a:spcPts val="200"/>
                  </a:spcAft>
                </a:pPr>
                <a:r>
                  <a:rPr lang="en-US" sz="800" noProof="1">
                    <a:solidFill>
                      <a:srgbClr val="5F5F5F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A2</a:t>
                </a:r>
              </a:p>
              <a:p>
                <a:pPr>
                  <a:spcAft>
                    <a:spcPts val="200"/>
                  </a:spcAft>
                </a:pPr>
                <a:r>
                  <a:rPr lang="en-US" sz="800" noProof="1">
                    <a:solidFill>
                      <a:srgbClr val="5F5F5F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A0-3</a:t>
                </a:r>
              </a:p>
              <a:p>
                <a:pPr>
                  <a:spcAft>
                    <a:spcPts val="200"/>
                  </a:spcAft>
                </a:pPr>
                <a:r>
                  <a:rPr lang="en-US" sz="800" noProof="1">
                    <a:solidFill>
                      <a:srgbClr val="5F5F5F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A0-4</a:t>
                </a:r>
              </a:p>
              <a:p>
                <a:pPr>
                  <a:spcAft>
                    <a:spcPts val="200"/>
                  </a:spcAft>
                </a:pPr>
                <a:r>
                  <a:rPr lang="en-US" sz="800" noProof="1">
                    <a:solidFill>
                      <a:srgbClr val="5F5F5F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A1-2</a:t>
                </a:r>
              </a:p>
            </p:txBody>
          </p:sp>
          <p:sp>
            <p:nvSpPr>
              <p:cNvPr id="250" name="Selection Overlay">
                <a:extLst>
                  <a:ext uri="{FF2B5EF4-FFF2-40B4-BE49-F238E27FC236}">
                    <a16:creationId xmlns:a16="http://schemas.microsoft.com/office/drawing/2014/main" id="{82B0E65A-6551-91CD-C54D-4348254D0304}"/>
                  </a:ext>
                </a:extLst>
              </p:cNvPr>
              <p:cNvSpPr/>
              <p:nvPr>
                <p:custDataLst>
                  <p:tags r:id="rId118"/>
                </p:custDataLst>
              </p:nvPr>
            </p:nvSpPr>
            <p:spPr>
              <a:xfrm>
                <a:off x="644327" y="1674051"/>
                <a:ext cx="1239597" cy="171414"/>
              </a:xfrm>
              <a:prstGeom prst="rect">
                <a:avLst/>
              </a:prstGeom>
              <a:solidFill>
                <a:srgbClr val="5B9BD5">
                  <a:alpha val="21961"/>
                </a:srgbClr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grpSp>
        <p:nvGrpSpPr>
          <p:cNvPr id="253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E2412CF1-B67D-A129-FBC4-9CF78AE86957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4017038" y="2434607"/>
            <a:ext cx="1368150" cy="225703"/>
            <a:chOff x="595686" y="1268936"/>
            <a:chExt cx="1368150" cy="225703"/>
          </a:xfrm>
          <a:solidFill>
            <a:srgbClr val="FFFFFF"/>
          </a:solidFill>
        </p:grpSpPr>
        <p:sp>
          <p:nvSpPr>
            <p:cNvPr id="254" name="Text Box">
              <a:extLst>
                <a:ext uri="{FF2B5EF4-FFF2-40B4-BE49-F238E27FC236}">
                  <a16:creationId xmlns:a16="http://schemas.microsoft.com/office/drawing/2014/main" id="{C6583205-068B-B94D-08DE-A15725C14A29}"/>
                </a:ext>
              </a:extLst>
            </p:cNvPr>
            <p:cNvSpPr/>
            <p:nvPr/>
          </p:nvSpPr>
          <p:spPr>
            <a:xfrm>
              <a:off x="595686" y="1268936"/>
              <a:ext cx="1368150" cy="225703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256032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800" dirty="0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rPr>
                <a:t>A0-3</a:t>
              </a:r>
            </a:p>
          </p:txBody>
        </p:sp>
        <p:sp>
          <p:nvSpPr>
            <p:cNvPr id="255" name="Arrow Down">
              <a:extLst>
                <a:ext uri="{FF2B5EF4-FFF2-40B4-BE49-F238E27FC236}">
                  <a16:creationId xmlns:a16="http://schemas.microsoft.com/office/drawing/2014/main" id="{E3FCFB8C-BA6A-D052-5DFF-56E49C1546B2}"/>
                </a:ext>
              </a:extLst>
            </p:cNvPr>
            <p:cNvSpPr>
              <a:spLocks noChangeAspect="1"/>
            </p:cNvSpPr>
            <p:nvPr>
              <p:custDataLst>
                <p:tags r:id="rId116"/>
              </p:custDataLst>
            </p:nvPr>
          </p:nvSpPr>
          <p:spPr bwMode="auto">
            <a:xfrm flipH="1">
              <a:off x="1833595" y="1363700"/>
              <a:ext cx="64008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72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C0D37BA7-DF15-F34C-8B13-851FA1C501D0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4017038" y="2787606"/>
            <a:ext cx="1368150" cy="225703"/>
            <a:chOff x="595686" y="1268936"/>
            <a:chExt cx="1368150" cy="225703"/>
          </a:xfrm>
          <a:solidFill>
            <a:srgbClr val="FFFFFF"/>
          </a:solidFill>
        </p:grpSpPr>
        <p:sp>
          <p:nvSpPr>
            <p:cNvPr id="73" name="Text Box">
              <a:extLst>
                <a:ext uri="{FF2B5EF4-FFF2-40B4-BE49-F238E27FC236}">
                  <a16:creationId xmlns:a16="http://schemas.microsoft.com/office/drawing/2014/main" id="{9F6F1F92-D189-B2C3-A354-1AD60E05BF31}"/>
                </a:ext>
              </a:extLst>
            </p:cNvPr>
            <p:cNvSpPr/>
            <p:nvPr/>
          </p:nvSpPr>
          <p:spPr>
            <a:xfrm>
              <a:off x="595686" y="1268936"/>
              <a:ext cx="1368150" cy="225703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256032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800" dirty="0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rPr>
                <a:t>A0-3</a:t>
              </a:r>
            </a:p>
          </p:txBody>
        </p:sp>
        <p:sp>
          <p:nvSpPr>
            <p:cNvPr id="74" name="Arrow Down">
              <a:extLst>
                <a:ext uri="{FF2B5EF4-FFF2-40B4-BE49-F238E27FC236}">
                  <a16:creationId xmlns:a16="http://schemas.microsoft.com/office/drawing/2014/main" id="{BD1ADD34-1926-9AB5-4FEB-2FCD169BB220}"/>
                </a:ext>
              </a:extLst>
            </p:cNvPr>
            <p:cNvSpPr>
              <a:spLocks noChangeAspect="1"/>
            </p:cNvSpPr>
            <p:nvPr>
              <p:custDataLst>
                <p:tags r:id="rId115"/>
              </p:custDataLst>
            </p:nvPr>
          </p:nvSpPr>
          <p:spPr bwMode="auto">
            <a:xfrm flipH="1">
              <a:off x="1833595" y="1363700"/>
              <a:ext cx="64008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75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95A73BB8-B311-4A41-AD13-FC70EE7BB15C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4017038" y="3148147"/>
            <a:ext cx="1368150" cy="225703"/>
            <a:chOff x="595686" y="1268936"/>
            <a:chExt cx="1368150" cy="225703"/>
          </a:xfrm>
          <a:solidFill>
            <a:srgbClr val="FFFFFF"/>
          </a:solidFill>
        </p:grpSpPr>
        <p:sp>
          <p:nvSpPr>
            <p:cNvPr id="76" name="Text Box">
              <a:extLst>
                <a:ext uri="{FF2B5EF4-FFF2-40B4-BE49-F238E27FC236}">
                  <a16:creationId xmlns:a16="http://schemas.microsoft.com/office/drawing/2014/main" id="{0B562121-430F-7D20-3D21-6ED8BE5F26F7}"/>
                </a:ext>
              </a:extLst>
            </p:cNvPr>
            <p:cNvSpPr/>
            <p:nvPr/>
          </p:nvSpPr>
          <p:spPr>
            <a:xfrm>
              <a:off x="595686" y="1268936"/>
              <a:ext cx="1368150" cy="225703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256032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800" dirty="0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rPr>
                <a:t>A4</a:t>
              </a:r>
            </a:p>
          </p:txBody>
        </p:sp>
        <p:sp>
          <p:nvSpPr>
            <p:cNvPr id="77" name="Arrow Down">
              <a:extLst>
                <a:ext uri="{FF2B5EF4-FFF2-40B4-BE49-F238E27FC236}">
                  <a16:creationId xmlns:a16="http://schemas.microsoft.com/office/drawing/2014/main" id="{BD2C4124-8764-8D74-9E57-439949C0E55B}"/>
                </a:ext>
              </a:extLst>
            </p:cNvPr>
            <p:cNvSpPr>
              <a:spLocks noChangeAspect="1"/>
            </p:cNvSpPr>
            <p:nvPr>
              <p:custDataLst>
                <p:tags r:id="rId114"/>
              </p:custDataLst>
            </p:nvPr>
          </p:nvSpPr>
          <p:spPr bwMode="auto">
            <a:xfrm flipH="1">
              <a:off x="1833595" y="1363700"/>
              <a:ext cx="64008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78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963E1635-962E-B149-6305-1D19C3D9E49F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4017038" y="3518543"/>
            <a:ext cx="1368150" cy="225703"/>
            <a:chOff x="595686" y="1268936"/>
            <a:chExt cx="1368150" cy="225703"/>
          </a:xfrm>
          <a:solidFill>
            <a:srgbClr val="FFFFFF"/>
          </a:solidFill>
        </p:grpSpPr>
        <p:sp>
          <p:nvSpPr>
            <p:cNvPr id="79" name="Text Box">
              <a:extLst>
                <a:ext uri="{FF2B5EF4-FFF2-40B4-BE49-F238E27FC236}">
                  <a16:creationId xmlns:a16="http://schemas.microsoft.com/office/drawing/2014/main" id="{566FD804-2BEF-8119-7A11-1B96B997841D}"/>
                </a:ext>
              </a:extLst>
            </p:cNvPr>
            <p:cNvSpPr/>
            <p:nvPr/>
          </p:nvSpPr>
          <p:spPr>
            <a:xfrm>
              <a:off x="595686" y="1268936"/>
              <a:ext cx="1368150" cy="225703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256032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800" dirty="0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rPr>
                <a:t>A2</a:t>
              </a:r>
            </a:p>
          </p:txBody>
        </p:sp>
        <p:sp>
          <p:nvSpPr>
            <p:cNvPr id="80" name="Arrow Down">
              <a:extLst>
                <a:ext uri="{FF2B5EF4-FFF2-40B4-BE49-F238E27FC236}">
                  <a16:creationId xmlns:a16="http://schemas.microsoft.com/office/drawing/2014/main" id="{21F6E1B9-68D6-C1A3-0A1B-794F01ED6E16}"/>
                </a:ext>
              </a:extLst>
            </p:cNvPr>
            <p:cNvSpPr>
              <a:spLocks noChangeAspect="1"/>
            </p:cNvSpPr>
            <p:nvPr>
              <p:custDataLst>
                <p:tags r:id="rId113"/>
              </p:custDataLst>
            </p:nvPr>
          </p:nvSpPr>
          <p:spPr bwMode="auto">
            <a:xfrm flipH="1">
              <a:off x="1833595" y="1363700"/>
              <a:ext cx="64008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81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B0DB17FF-FDD3-05A3-2B0F-5B2C145448EF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4017038" y="3868027"/>
            <a:ext cx="1368150" cy="225703"/>
            <a:chOff x="595686" y="1268936"/>
            <a:chExt cx="1368150" cy="225703"/>
          </a:xfrm>
          <a:solidFill>
            <a:srgbClr val="FFFFFF"/>
          </a:solidFill>
        </p:grpSpPr>
        <p:sp>
          <p:nvSpPr>
            <p:cNvPr id="82" name="Text Box">
              <a:extLst>
                <a:ext uri="{FF2B5EF4-FFF2-40B4-BE49-F238E27FC236}">
                  <a16:creationId xmlns:a16="http://schemas.microsoft.com/office/drawing/2014/main" id="{05882A07-36F2-737C-8CE7-848BF5970577}"/>
                </a:ext>
              </a:extLst>
            </p:cNvPr>
            <p:cNvSpPr/>
            <p:nvPr/>
          </p:nvSpPr>
          <p:spPr>
            <a:xfrm>
              <a:off x="595686" y="1268936"/>
              <a:ext cx="1368150" cy="225703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256032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800" dirty="0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rPr>
                <a:t>A1</a:t>
              </a:r>
            </a:p>
          </p:txBody>
        </p:sp>
        <p:sp>
          <p:nvSpPr>
            <p:cNvPr id="83" name="Arrow Down">
              <a:extLst>
                <a:ext uri="{FF2B5EF4-FFF2-40B4-BE49-F238E27FC236}">
                  <a16:creationId xmlns:a16="http://schemas.microsoft.com/office/drawing/2014/main" id="{71E22D30-086F-54F8-5636-06B3A44DCB80}"/>
                </a:ext>
              </a:extLst>
            </p:cNvPr>
            <p:cNvSpPr>
              <a:spLocks noChangeAspect="1"/>
            </p:cNvSpPr>
            <p:nvPr>
              <p:custDataLst>
                <p:tags r:id="rId112"/>
              </p:custDataLst>
            </p:nvPr>
          </p:nvSpPr>
          <p:spPr bwMode="auto">
            <a:xfrm flipH="1">
              <a:off x="1833595" y="1363700"/>
              <a:ext cx="64008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368" name="모서리가 둥근 직사각형 99">
            <a:extLst>
              <a:ext uri="{FF2B5EF4-FFF2-40B4-BE49-F238E27FC236}">
                <a16:creationId xmlns:a16="http://schemas.microsoft.com/office/drawing/2014/main" id="{06BD1846-D885-2C9F-5A20-2AD2EC5DC005}"/>
              </a:ext>
            </a:extLst>
          </p:cNvPr>
          <p:cNvSpPr/>
          <p:nvPr/>
        </p:nvSpPr>
        <p:spPr>
          <a:xfrm>
            <a:off x="5316781" y="4493385"/>
            <a:ext cx="28800" cy="828000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 latinLnBrk="0"/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383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7F213194-93C2-F80F-7ED4-71AB8A53EFB8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4028636" y="5363769"/>
            <a:ext cx="1368150" cy="225703"/>
            <a:chOff x="595686" y="1268936"/>
            <a:chExt cx="1368150" cy="225703"/>
          </a:xfrm>
          <a:solidFill>
            <a:srgbClr val="FFFFFF"/>
          </a:solidFill>
        </p:grpSpPr>
        <p:sp>
          <p:nvSpPr>
            <p:cNvPr id="384" name="Text Box">
              <a:extLst>
                <a:ext uri="{FF2B5EF4-FFF2-40B4-BE49-F238E27FC236}">
                  <a16:creationId xmlns:a16="http://schemas.microsoft.com/office/drawing/2014/main" id="{0EE8E734-49B0-E3BE-93A4-9DE4E7DABD6A}"/>
                </a:ext>
              </a:extLst>
            </p:cNvPr>
            <p:cNvSpPr/>
            <p:nvPr/>
          </p:nvSpPr>
          <p:spPr>
            <a:xfrm>
              <a:off x="595686" y="1268936"/>
              <a:ext cx="1368150" cy="225703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256032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800" dirty="0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rPr>
                <a:t>A1</a:t>
              </a:r>
            </a:p>
          </p:txBody>
        </p:sp>
        <p:sp>
          <p:nvSpPr>
            <p:cNvPr id="385" name="Arrow Down">
              <a:extLst>
                <a:ext uri="{FF2B5EF4-FFF2-40B4-BE49-F238E27FC236}">
                  <a16:creationId xmlns:a16="http://schemas.microsoft.com/office/drawing/2014/main" id="{D4D96A3E-B03B-881E-C795-E6A0004E0A9C}"/>
                </a:ext>
              </a:extLst>
            </p:cNvPr>
            <p:cNvSpPr>
              <a:spLocks noChangeAspect="1"/>
            </p:cNvSpPr>
            <p:nvPr>
              <p:custDataLst>
                <p:tags r:id="rId111"/>
              </p:custDataLst>
            </p:nvPr>
          </p:nvSpPr>
          <p:spPr bwMode="auto">
            <a:xfrm flipH="1">
              <a:off x="1833595" y="1363700"/>
              <a:ext cx="64008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401" name="Rectangle 89">
            <a:extLst>
              <a:ext uri="{FF2B5EF4-FFF2-40B4-BE49-F238E27FC236}">
                <a16:creationId xmlns:a16="http://schemas.microsoft.com/office/drawing/2014/main" id="{3A38FA41-8A94-BD81-3F62-30B81896FD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9425" y="1575633"/>
            <a:ext cx="566539" cy="22839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chemeClr val="tx1"/>
                </a:solidFill>
              </a:rPr>
              <a:t>삭제</a:t>
            </a:r>
          </a:p>
        </p:txBody>
      </p:sp>
      <p:sp>
        <p:nvSpPr>
          <p:cNvPr id="402" name="Rectangle 89">
            <a:extLst>
              <a:ext uri="{FF2B5EF4-FFF2-40B4-BE49-F238E27FC236}">
                <a16:creationId xmlns:a16="http://schemas.microsoft.com/office/drawing/2014/main" id="{34B1C2A9-5D1E-152A-9D52-6B29595654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8697" y="1588891"/>
            <a:ext cx="566539" cy="20187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700" kern="0" dirty="0">
                <a:solidFill>
                  <a:schemeClr val="bg1"/>
                </a:solidFill>
              </a:rPr>
              <a:t>+</a:t>
            </a:r>
            <a:r>
              <a:rPr kumimoji="0" lang="ko-KR" altLang="en-US" sz="700" kern="0" dirty="0">
                <a:solidFill>
                  <a:schemeClr val="bg1"/>
                </a:solidFill>
              </a:rPr>
              <a:t>추가</a:t>
            </a:r>
          </a:p>
        </p:txBody>
      </p:sp>
      <p:grpSp>
        <p:nvGrpSpPr>
          <p:cNvPr id="403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269F3DE6-3EF5-7C5A-185C-39A6A76F887D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4033214" y="5687457"/>
            <a:ext cx="1368150" cy="225703"/>
            <a:chOff x="595686" y="1268936"/>
            <a:chExt cx="1368150" cy="225703"/>
          </a:xfrm>
          <a:solidFill>
            <a:srgbClr val="FFFFFF"/>
          </a:solidFill>
        </p:grpSpPr>
        <p:sp>
          <p:nvSpPr>
            <p:cNvPr id="404" name="Text Box">
              <a:extLst>
                <a:ext uri="{FF2B5EF4-FFF2-40B4-BE49-F238E27FC236}">
                  <a16:creationId xmlns:a16="http://schemas.microsoft.com/office/drawing/2014/main" id="{98EB515F-DAA4-6F38-6939-D928B5D09F58}"/>
                </a:ext>
              </a:extLst>
            </p:cNvPr>
            <p:cNvSpPr/>
            <p:nvPr/>
          </p:nvSpPr>
          <p:spPr>
            <a:xfrm>
              <a:off x="595686" y="1268936"/>
              <a:ext cx="1368150" cy="225703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256032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800" dirty="0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rPr>
                <a:t>A1</a:t>
              </a:r>
            </a:p>
          </p:txBody>
        </p:sp>
        <p:sp>
          <p:nvSpPr>
            <p:cNvPr id="405" name="Arrow Down">
              <a:extLst>
                <a:ext uri="{FF2B5EF4-FFF2-40B4-BE49-F238E27FC236}">
                  <a16:creationId xmlns:a16="http://schemas.microsoft.com/office/drawing/2014/main" id="{0A11C27F-687F-19BF-C6DA-683724A1780E}"/>
                </a:ext>
              </a:extLst>
            </p:cNvPr>
            <p:cNvSpPr>
              <a:spLocks noChangeAspect="1"/>
            </p:cNvSpPr>
            <p:nvPr>
              <p:custDataLst>
                <p:tags r:id="rId110"/>
              </p:custDataLst>
            </p:nvPr>
          </p:nvSpPr>
          <p:spPr bwMode="auto">
            <a:xfrm flipH="1">
              <a:off x="1833595" y="1363700"/>
              <a:ext cx="64008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9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&lt;/Code&gt;&lt;CodeSignature&gt;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DCB7F273-F695-615E-7A41-DD32DEB6A7ED}"/>
              </a:ext>
            </a:extLst>
          </p:cNvPr>
          <p:cNvGrpSpPr/>
          <p:nvPr>
            <p:custDataLst>
              <p:tags r:id="rId9"/>
            </p:custDataLst>
          </p:nvPr>
        </p:nvGrpSpPr>
        <p:grpSpPr>
          <a:xfrm>
            <a:off x="5869396" y="2476178"/>
            <a:ext cx="350013" cy="196977"/>
            <a:chOff x="593892" y="1592858"/>
            <a:chExt cx="350013" cy="196977"/>
          </a:xfrm>
        </p:grpSpPr>
        <p:sp>
          <p:nvSpPr>
            <p:cNvPr id="26" name="Circle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F886AFB8-96F4-D80E-914E-629E03B4BBD2}"/>
                </a:ext>
              </a:extLst>
            </p:cNvPr>
            <p:cNvSpPr/>
            <p:nvPr>
              <p:custDataLst>
                <p:tags r:id="rId107"/>
              </p:custDataLst>
            </p:nvPr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27" name="Check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1D8DAF7D-2DA2-37CE-32BB-EFA69771CA98}"/>
                </a:ext>
              </a:extLst>
            </p:cNvPr>
            <p:cNvSpPr/>
            <p:nvPr>
              <p:custDataLst>
                <p:tags r:id="rId108"/>
              </p:custDataLst>
            </p:nvPr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30" name="Label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B29BEB3F-B98D-5099-0634-393869C07BF5}"/>
                </a:ext>
              </a:extLst>
            </p:cNvPr>
            <p:cNvSpPr txBox="1"/>
            <p:nvPr>
              <p:custDataLst>
                <p:tags r:id="rId109"/>
              </p:custDataLst>
            </p:nvPr>
          </p:nvSpPr>
          <p:spPr>
            <a:xfrm>
              <a:off x="727243" y="1592858"/>
              <a:ext cx="216662" cy="196977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Y</a:t>
              </a:r>
            </a:p>
          </p:txBody>
        </p:sp>
      </p:grpSp>
      <p:grpSp>
        <p:nvGrpSpPr>
          <p:cNvPr id="31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&lt;/Code&gt;&lt;CodeSignature&gt;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4FD26DDC-4719-13CE-C34E-5ABFDC89C93D}"/>
              </a:ext>
            </a:extLst>
          </p:cNvPr>
          <p:cNvGrpSpPr/>
          <p:nvPr>
            <p:custDataLst>
              <p:tags r:id="rId10"/>
            </p:custDataLst>
          </p:nvPr>
        </p:nvGrpSpPr>
        <p:grpSpPr>
          <a:xfrm>
            <a:off x="6571847" y="2476178"/>
            <a:ext cx="354822" cy="196977"/>
            <a:chOff x="593892" y="1592858"/>
            <a:chExt cx="354822" cy="196977"/>
          </a:xfrm>
        </p:grpSpPr>
        <p:sp>
          <p:nvSpPr>
            <p:cNvPr id="224" name="Circle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FFCDCDC8-EE33-7C9F-04BB-852AD50D7E02}"/>
                </a:ext>
              </a:extLst>
            </p:cNvPr>
            <p:cNvSpPr/>
            <p:nvPr>
              <p:custDataLst>
                <p:tags r:id="rId104"/>
              </p:custDataLst>
            </p:nvPr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225" name="Check" descr="&lt;SmartSettings&gt;&lt;SmartResize anchorLeft=&quot;Absolute&quot; anchorTop=&quot;None&quot; anchorRight=&quot;None&quot; anchorBottom=&quot;None&quot; /&gt;&lt;/SmartSettings&gt;" hidden="1">
              <a:extLst>
                <a:ext uri="{FF2B5EF4-FFF2-40B4-BE49-F238E27FC236}">
                  <a16:creationId xmlns:a16="http://schemas.microsoft.com/office/drawing/2014/main" id="{47AA34B2-AE77-0315-644E-A0D330FF15A1}"/>
                </a:ext>
              </a:extLst>
            </p:cNvPr>
            <p:cNvSpPr/>
            <p:nvPr>
              <p:custDataLst>
                <p:tags r:id="rId105"/>
              </p:custDataLst>
            </p:nvPr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rgbClr val="808080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226" name="Label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B1E09880-880D-840E-5F6D-DCD4F8491AB1}"/>
                </a:ext>
              </a:extLst>
            </p:cNvPr>
            <p:cNvSpPr txBox="1"/>
            <p:nvPr>
              <p:custDataLst>
                <p:tags r:id="rId106"/>
              </p:custDataLst>
            </p:nvPr>
          </p:nvSpPr>
          <p:spPr>
            <a:xfrm>
              <a:off x="727243" y="1592858"/>
              <a:ext cx="221471" cy="196977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N</a:t>
              </a:r>
            </a:p>
          </p:txBody>
        </p:sp>
      </p:grpSp>
      <p:grpSp>
        <p:nvGrpSpPr>
          <p:cNvPr id="227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&lt;/Code&gt;&lt;CodeSignature&gt;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8A7CE4E7-C845-3F8B-FC65-8B1846827A80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5869396" y="2836755"/>
            <a:ext cx="350013" cy="196977"/>
            <a:chOff x="593892" y="1592858"/>
            <a:chExt cx="350013" cy="196977"/>
          </a:xfrm>
        </p:grpSpPr>
        <p:sp>
          <p:nvSpPr>
            <p:cNvPr id="231" name="Circle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A30CB880-8E61-C271-7E8B-48354CD0DC33}"/>
                </a:ext>
              </a:extLst>
            </p:cNvPr>
            <p:cNvSpPr/>
            <p:nvPr>
              <p:custDataLst>
                <p:tags r:id="rId101"/>
              </p:custDataLst>
            </p:nvPr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232" name="Check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7A959A62-4A6B-1338-0586-338C664A70AE}"/>
                </a:ext>
              </a:extLst>
            </p:cNvPr>
            <p:cNvSpPr/>
            <p:nvPr>
              <p:custDataLst>
                <p:tags r:id="rId102"/>
              </p:custDataLst>
            </p:nvPr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233" name="Label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750A5479-4E61-7916-CD56-D68AE9844BCC}"/>
                </a:ext>
              </a:extLst>
            </p:cNvPr>
            <p:cNvSpPr txBox="1"/>
            <p:nvPr>
              <p:custDataLst>
                <p:tags r:id="rId103"/>
              </p:custDataLst>
            </p:nvPr>
          </p:nvSpPr>
          <p:spPr>
            <a:xfrm>
              <a:off x="727243" y="1592858"/>
              <a:ext cx="216662" cy="196977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Y</a:t>
              </a:r>
            </a:p>
          </p:txBody>
        </p:sp>
      </p:grpSp>
      <p:grpSp>
        <p:nvGrpSpPr>
          <p:cNvPr id="234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&lt;/Code&gt;&lt;CodeSignature&gt;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C0276A0E-C972-72FC-98FF-FEB0CAFB1474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6571847" y="2836755"/>
            <a:ext cx="354822" cy="196977"/>
            <a:chOff x="593892" y="1592858"/>
            <a:chExt cx="354822" cy="196977"/>
          </a:xfrm>
        </p:grpSpPr>
        <p:sp>
          <p:nvSpPr>
            <p:cNvPr id="239" name="Circle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82C03C4B-0B8D-987C-5813-2ACEFF685498}"/>
                </a:ext>
              </a:extLst>
            </p:cNvPr>
            <p:cNvSpPr/>
            <p:nvPr>
              <p:custDataLst>
                <p:tags r:id="rId98"/>
              </p:custDataLst>
            </p:nvPr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240" name="Check" descr="&lt;SmartSettings&gt;&lt;SmartResize anchorLeft=&quot;Absolute&quot; anchorTop=&quot;None&quot; anchorRight=&quot;None&quot; anchorBottom=&quot;None&quot; /&gt;&lt;/SmartSettings&gt;" hidden="1">
              <a:extLst>
                <a:ext uri="{FF2B5EF4-FFF2-40B4-BE49-F238E27FC236}">
                  <a16:creationId xmlns:a16="http://schemas.microsoft.com/office/drawing/2014/main" id="{46F3A169-A8F6-2F99-4966-9D4D02C31024}"/>
                </a:ext>
              </a:extLst>
            </p:cNvPr>
            <p:cNvSpPr/>
            <p:nvPr>
              <p:custDataLst>
                <p:tags r:id="rId99"/>
              </p:custDataLst>
            </p:nvPr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rgbClr val="808080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241" name="Label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B930C270-E5FB-B423-4B2D-DFB8C1B7148E}"/>
                </a:ext>
              </a:extLst>
            </p:cNvPr>
            <p:cNvSpPr txBox="1"/>
            <p:nvPr>
              <p:custDataLst>
                <p:tags r:id="rId100"/>
              </p:custDataLst>
            </p:nvPr>
          </p:nvSpPr>
          <p:spPr>
            <a:xfrm>
              <a:off x="727243" y="1592858"/>
              <a:ext cx="221471" cy="196977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N</a:t>
              </a:r>
            </a:p>
          </p:txBody>
        </p:sp>
      </p:grpSp>
      <p:grpSp>
        <p:nvGrpSpPr>
          <p:cNvPr id="242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&lt;/Code&gt;&lt;CodeSignature&gt;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C709B8B2-47E1-612F-4C8F-1665052C4621}"/>
              </a:ext>
            </a:extLst>
          </p:cNvPr>
          <p:cNvGrpSpPr/>
          <p:nvPr>
            <p:custDataLst>
              <p:tags r:id="rId13"/>
            </p:custDataLst>
          </p:nvPr>
        </p:nvGrpSpPr>
        <p:grpSpPr>
          <a:xfrm>
            <a:off x="5869396" y="3176873"/>
            <a:ext cx="350013" cy="196977"/>
            <a:chOff x="593892" y="1592858"/>
            <a:chExt cx="350013" cy="196977"/>
          </a:xfrm>
        </p:grpSpPr>
        <p:sp>
          <p:nvSpPr>
            <p:cNvPr id="64" name="Circle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C03FB114-A944-AFB7-6B73-FD6D482964DD}"/>
                </a:ext>
              </a:extLst>
            </p:cNvPr>
            <p:cNvSpPr/>
            <p:nvPr>
              <p:custDataLst>
                <p:tags r:id="rId95"/>
              </p:custDataLst>
            </p:nvPr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66" name="Check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BB4562F8-826D-75A2-897F-410BBC5A9562}"/>
                </a:ext>
              </a:extLst>
            </p:cNvPr>
            <p:cNvSpPr/>
            <p:nvPr>
              <p:custDataLst>
                <p:tags r:id="rId96"/>
              </p:custDataLst>
            </p:nvPr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68" name="Label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95D120BF-2A34-5949-4167-BE559FA39F9B}"/>
                </a:ext>
              </a:extLst>
            </p:cNvPr>
            <p:cNvSpPr txBox="1"/>
            <p:nvPr>
              <p:custDataLst>
                <p:tags r:id="rId97"/>
              </p:custDataLst>
            </p:nvPr>
          </p:nvSpPr>
          <p:spPr>
            <a:xfrm>
              <a:off x="727243" y="1592858"/>
              <a:ext cx="216662" cy="196977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Y</a:t>
              </a:r>
            </a:p>
          </p:txBody>
        </p:sp>
      </p:grpSp>
      <p:grpSp>
        <p:nvGrpSpPr>
          <p:cNvPr id="69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&lt;/Code&gt;&lt;CodeSignature&gt;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EAAD7E66-F918-B2CA-C904-A7C6B76BE12B}"/>
              </a:ext>
            </a:extLst>
          </p:cNvPr>
          <p:cNvGrpSpPr/>
          <p:nvPr>
            <p:custDataLst>
              <p:tags r:id="rId14"/>
            </p:custDataLst>
          </p:nvPr>
        </p:nvGrpSpPr>
        <p:grpSpPr>
          <a:xfrm>
            <a:off x="6571847" y="3176873"/>
            <a:ext cx="354822" cy="196977"/>
            <a:chOff x="593892" y="1592858"/>
            <a:chExt cx="354822" cy="196977"/>
          </a:xfrm>
        </p:grpSpPr>
        <p:sp>
          <p:nvSpPr>
            <p:cNvPr id="70" name="Circle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A83AACF7-DD08-0CD4-4754-9F7EF818F0B6}"/>
                </a:ext>
              </a:extLst>
            </p:cNvPr>
            <p:cNvSpPr/>
            <p:nvPr>
              <p:custDataLst>
                <p:tags r:id="rId92"/>
              </p:custDataLst>
            </p:nvPr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71" name="Check" descr="&lt;SmartSettings&gt;&lt;SmartResize anchorLeft=&quot;Absolute&quot; anchorTop=&quot;None&quot; anchorRight=&quot;None&quot; anchorBottom=&quot;None&quot; /&gt;&lt;/SmartSettings&gt;" hidden="1">
              <a:extLst>
                <a:ext uri="{FF2B5EF4-FFF2-40B4-BE49-F238E27FC236}">
                  <a16:creationId xmlns:a16="http://schemas.microsoft.com/office/drawing/2014/main" id="{559FAE02-5679-2CC8-0704-30DA79B75C8C}"/>
                </a:ext>
              </a:extLst>
            </p:cNvPr>
            <p:cNvSpPr/>
            <p:nvPr>
              <p:custDataLst>
                <p:tags r:id="rId93"/>
              </p:custDataLst>
            </p:nvPr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rgbClr val="808080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87" name="Label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3FA53C79-8348-E5FB-892E-B1036BF34DB7}"/>
                </a:ext>
              </a:extLst>
            </p:cNvPr>
            <p:cNvSpPr txBox="1"/>
            <p:nvPr>
              <p:custDataLst>
                <p:tags r:id="rId94"/>
              </p:custDataLst>
            </p:nvPr>
          </p:nvSpPr>
          <p:spPr>
            <a:xfrm>
              <a:off x="727243" y="1592858"/>
              <a:ext cx="221471" cy="196977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N</a:t>
              </a:r>
            </a:p>
          </p:txBody>
        </p:sp>
      </p:grpSp>
      <p:grpSp>
        <p:nvGrpSpPr>
          <p:cNvPr id="366" name="그룹 365">
            <a:extLst>
              <a:ext uri="{FF2B5EF4-FFF2-40B4-BE49-F238E27FC236}">
                <a16:creationId xmlns:a16="http://schemas.microsoft.com/office/drawing/2014/main" id="{CDA34CE2-8906-689E-96F6-A94D905560B6}"/>
              </a:ext>
            </a:extLst>
          </p:cNvPr>
          <p:cNvGrpSpPr/>
          <p:nvPr/>
        </p:nvGrpSpPr>
        <p:grpSpPr>
          <a:xfrm>
            <a:off x="5869396" y="3565329"/>
            <a:ext cx="1057273" cy="198637"/>
            <a:chOff x="5744386" y="3810921"/>
            <a:chExt cx="1057273" cy="198637"/>
          </a:xfrm>
        </p:grpSpPr>
        <p:grpSp>
          <p:nvGrpSpPr>
            <p:cNvPr id="357" name="그룹 356">
              <a:extLst>
                <a:ext uri="{FF2B5EF4-FFF2-40B4-BE49-F238E27FC236}">
                  <a16:creationId xmlns:a16="http://schemas.microsoft.com/office/drawing/2014/main" id="{F2C3C9A8-C1EF-496D-1A81-87EB9435083F}"/>
                </a:ext>
              </a:extLst>
            </p:cNvPr>
            <p:cNvGrpSpPr/>
            <p:nvPr/>
          </p:nvGrpSpPr>
          <p:grpSpPr>
            <a:xfrm>
              <a:off x="5744386" y="3810921"/>
              <a:ext cx="1057273" cy="198637"/>
              <a:chOff x="5744386" y="3810921"/>
              <a:chExt cx="1057273" cy="198637"/>
            </a:xfrm>
          </p:grpSpPr>
          <p:grpSp>
            <p:nvGrpSpPr>
              <p:cNvPr id="88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&lt;/Code&gt;&lt;CodeSignature&gt;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&lt;/CodeSignature&gt;&lt;/SmartOptions&gt;&lt;SmartResize enabled=&quot;True&quot; minWidth=&quot;10&quot; minHeight=&quot;10&quot; /&gt;&lt;/SmartSettings&gt;">
                <a:extLst>
                  <a:ext uri="{FF2B5EF4-FFF2-40B4-BE49-F238E27FC236}">
                    <a16:creationId xmlns:a16="http://schemas.microsoft.com/office/drawing/2014/main" id="{DC46ADD6-4226-2AAC-CA54-CAE74E563EA8}"/>
                  </a:ext>
                </a:extLst>
              </p:cNvPr>
              <p:cNvGrpSpPr/>
              <p:nvPr>
                <p:custDataLst>
                  <p:tags r:id="rId85"/>
                </p:custDataLst>
              </p:nvPr>
            </p:nvGrpSpPr>
            <p:grpSpPr>
              <a:xfrm>
                <a:off x="5744386" y="3810921"/>
                <a:ext cx="350013" cy="196977"/>
                <a:chOff x="593892" y="1592858"/>
                <a:chExt cx="350013" cy="196977"/>
              </a:xfrm>
            </p:grpSpPr>
            <p:sp>
              <p:nvSpPr>
                <p:cNvPr id="89" name="Circle" descr="&lt;SmartSettings&gt;&lt;SmartResize anchorLeft=&quot;Absolute&quot; anchorTop=&quot;None&quot; anchorRight=&quot;None&quot; anchorBottom=&quot;None&quot; /&gt;&lt;/SmartSettings&gt;">
                  <a:extLst>
                    <a:ext uri="{FF2B5EF4-FFF2-40B4-BE49-F238E27FC236}">
                      <a16:creationId xmlns:a16="http://schemas.microsoft.com/office/drawing/2014/main" id="{2E05F99F-1DE2-6ECB-9EFB-44B1738B47AA}"/>
                    </a:ext>
                  </a:extLst>
                </p:cNvPr>
                <p:cNvSpPr/>
                <p:nvPr>
                  <p:custDataLst>
                    <p:tags r:id="rId90"/>
                  </p:custDataLst>
                </p:nvPr>
              </p:nvSpPr>
              <p:spPr>
                <a:xfrm>
                  <a:off x="593892" y="1624671"/>
                  <a:ext cx="133350" cy="133350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800" dirty="0">
                    <a:solidFill>
                      <a:srgbClr val="5F5F5F"/>
                    </a:solidFill>
                    <a:latin typeface="+mn-ea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94" name="Label" descr="&lt;SmartSettings&gt;&lt;SmartResize anchorLeft=&quot;Absolute&quot; anchorTop=&quot;Absolute&quot; anchorRight=&quot;Absolute&quot; anchorBottom=&quot;Absolute&quot; /&gt;&lt;/SmartSettings&gt;">
                  <a:extLst>
                    <a:ext uri="{FF2B5EF4-FFF2-40B4-BE49-F238E27FC236}">
                      <a16:creationId xmlns:a16="http://schemas.microsoft.com/office/drawing/2014/main" id="{6B8BC3CC-7F3B-AA78-37D2-F1D0A2459B00}"/>
                    </a:ext>
                  </a:extLst>
                </p:cNvPr>
                <p:cNvSpPr txBox="1"/>
                <p:nvPr>
                  <p:custDataLst>
                    <p:tags r:id="rId91"/>
                  </p:custDataLst>
                </p:nvPr>
              </p:nvSpPr>
              <p:spPr>
                <a:xfrm>
                  <a:off x="727243" y="1592858"/>
                  <a:ext cx="216662" cy="196977"/>
                </a:xfrm>
                <a:prstGeom prst="rect">
                  <a:avLst/>
                </a:prstGeom>
                <a:noFill/>
              </p:spPr>
              <p:txBody>
                <a:bodyPr wrap="none" lIns="73152" tIns="36576" rIns="73152" bIns="36576" rtlCol="0" anchor="ctr" anchorCtr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sz="800" dirty="0">
                      <a:solidFill>
                        <a:srgbClr val="5F5F5F"/>
                      </a:solidFill>
                      <a:latin typeface="+mn-ea"/>
                      <a:cs typeface="Segoe UI" panose="020B0502040204020203" pitchFamily="34" charset="0"/>
                    </a:rPr>
                    <a:t>Y</a:t>
                  </a:r>
                </a:p>
              </p:txBody>
            </p:sp>
          </p:grpSp>
          <p:grpSp>
            <p:nvGrpSpPr>
              <p:cNvPr id="95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&lt;/Code&gt;&lt;CodeSignature&gt;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&lt;/CodeSignature&gt;&lt;/SmartOptions&gt;&lt;SmartResize enabled=&quot;True&quot; minWidth=&quot;10&quot; minHeight=&quot;10&quot; /&gt;&lt;/SmartSettings&gt;">
                <a:extLst>
                  <a:ext uri="{FF2B5EF4-FFF2-40B4-BE49-F238E27FC236}">
                    <a16:creationId xmlns:a16="http://schemas.microsoft.com/office/drawing/2014/main" id="{8FE51613-BEE2-0ADE-F3F6-851D8A8E5F2B}"/>
                  </a:ext>
                </a:extLst>
              </p:cNvPr>
              <p:cNvGrpSpPr/>
              <p:nvPr>
                <p:custDataLst>
                  <p:tags r:id="rId86"/>
                </p:custDataLst>
              </p:nvPr>
            </p:nvGrpSpPr>
            <p:grpSpPr>
              <a:xfrm>
                <a:off x="6446837" y="3812581"/>
                <a:ext cx="354822" cy="196977"/>
                <a:chOff x="593892" y="1592858"/>
                <a:chExt cx="354822" cy="196977"/>
              </a:xfrm>
            </p:grpSpPr>
            <p:sp>
              <p:nvSpPr>
                <p:cNvPr id="352" name="Circle" descr="&lt;SmartSettings&gt;&lt;SmartResize anchorLeft=&quot;Absolute&quot; anchorTop=&quot;None&quot; anchorRight=&quot;None&quot; anchorBottom=&quot;None&quot; /&gt;&lt;/SmartSettings&gt;">
                  <a:extLst>
                    <a:ext uri="{FF2B5EF4-FFF2-40B4-BE49-F238E27FC236}">
                      <a16:creationId xmlns:a16="http://schemas.microsoft.com/office/drawing/2014/main" id="{584EC2CD-A257-E889-8155-D09EB420D7F3}"/>
                    </a:ext>
                  </a:extLst>
                </p:cNvPr>
                <p:cNvSpPr/>
                <p:nvPr>
                  <p:custDataLst>
                    <p:tags r:id="rId87"/>
                  </p:custDataLst>
                </p:nvPr>
              </p:nvSpPr>
              <p:spPr>
                <a:xfrm>
                  <a:off x="593892" y="1624671"/>
                  <a:ext cx="133350" cy="133350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800" dirty="0">
                    <a:solidFill>
                      <a:srgbClr val="5F5F5F"/>
                    </a:solidFill>
                    <a:latin typeface="+mn-ea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353" name="Check" descr="&lt;SmartSettings&gt;&lt;SmartResize anchorLeft=&quot;Absolute&quot; anchorTop=&quot;None&quot; anchorRight=&quot;None&quot; anchorBottom=&quot;None&quot; /&gt;&lt;/SmartSettings&gt;" hidden="1">
                  <a:extLst>
                    <a:ext uri="{FF2B5EF4-FFF2-40B4-BE49-F238E27FC236}">
                      <a16:creationId xmlns:a16="http://schemas.microsoft.com/office/drawing/2014/main" id="{69D54BD2-A2DD-91B8-84FF-9952D18C9ABC}"/>
                    </a:ext>
                  </a:extLst>
                </p:cNvPr>
                <p:cNvSpPr/>
                <p:nvPr>
                  <p:custDataLst>
                    <p:tags r:id="rId88"/>
                  </p:custDataLst>
                </p:nvPr>
              </p:nvSpPr>
              <p:spPr>
                <a:xfrm>
                  <a:off x="631198" y="1661977"/>
                  <a:ext cx="58738" cy="58738"/>
                </a:xfrm>
                <a:prstGeom prst="ellipse">
                  <a:avLst/>
                </a:prstGeom>
                <a:solidFill>
                  <a:srgbClr val="808080"/>
                </a:solidFill>
                <a:ln w="6350">
                  <a:solidFill>
                    <a:srgbClr val="80808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800" dirty="0">
                    <a:solidFill>
                      <a:srgbClr val="5F5F5F"/>
                    </a:solidFill>
                    <a:latin typeface="+mn-ea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355" name="Label" descr="&lt;SmartSettings&gt;&lt;SmartResize anchorLeft=&quot;Absolute&quot; anchorTop=&quot;Absolute&quot; anchorRight=&quot;Absolute&quot; anchorBottom=&quot;Absolute&quot; /&gt;&lt;/SmartSettings&gt;">
                  <a:extLst>
                    <a:ext uri="{FF2B5EF4-FFF2-40B4-BE49-F238E27FC236}">
                      <a16:creationId xmlns:a16="http://schemas.microsoft.com/office/drawing/2014/main" id="{176BAA79-A5CE-73F3-1CE5-B67D6E0A39B6}"/>
                    </a:ext>
                  </a:extLst>
                </p:cNvPr>
                <p:cNvSpPr txBox="1"/>
                <p:nvPr>
                  <p:custDataLst>
                    <p:tags r:id="rId89"/>
                  </p:custDataLst>
                </p:nvPr>
              </p:nvSpPr>
              <p:spPr>
                <a:xfrm>
                  <a:off x="727243" y="1592858"/>
                  <a:ext cx="221471" cy="196977"/>
                </a:xfrm>
                <a:prstGeom prst="rect">
                  <a:avLst/>
                </a:prstGeom>
                <a:noFill/>
              </p:spPr>
              <p:txBody>
                <a:bodyPr wrap="none" lIns="73152" tIns="36576" rIns="73152" bIns="36576" rtlCol="0" anchor="ctr" anchorCtr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sz="800" dirty="0">
                      <a:solidFill>
                        <a:srgbClr val="5F5F5F"/>
                      </a:solidFill>
                      <a:latin typeface="+mn-ea"/>
                      <a:cs typeface="Segoe UI" panose="020B0502040204020203" pitchFamily="34" charset="0"/>
                    </a:rPr>
                    <a:t>N</a:t>
                  </a:r>
                </a:p>
              </p:txBody>
            </p:sp>
          </p:grpSp>
        </p:grpSp>
        <p:sp>
          <p:nvSpPr>
            <p:cNvPr id="356" name="Check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3DDC52C5-22B3-8492-5B56-8D8751DA47D6}"/>
                </a:ext>
              </a:extLst>
            </p:cNvPr>
            <p:cNvSpPr/>
            <p:nvPr>
              <p:custDataLst>
                <p:tags r:id="rId84"/>
              </p:custDataLst>
            </p:nvPr>
          </p:nvSpPr>
          <p:spPr>
            <a:xfrm>
              <a:off x="6484143" y="3876604"/>
              <a:ext cx="58738" cy="58738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367" name="그룹 366">
            <a:extLst>
              <a:ext uri="{FF2B5EF4-FFF2-40B4-BE49-F238E27FC236}">
                <a16:creationId xmlns:a16="http://schemas.microsoft.com/office/drawing/2014/main" id="{8794E640-BBFA-B0B9-B741-68BE671AB7F3}"/>
              </a:ext>
            </a:extLst>
          </p:cNvPr>
          <p:cNvGrpSpPr/>
          <p:nvPr/>
        </p:nvGrpSpPr>
        <p:grpSpPr>
          <a:xfrm>
            <a:off x="5873292" y="3920413"/>
            <a:ext cx="1057273" cy="198637"/>
            <a:chOff x="5744386" y="3810921"/>
            <a:chExt cx="1057273" cy="198637"/>
          </a:xfrm>
        </p:grpSpPr>
        <p:grpSp>
          <p:nvGrpSpPr>
            <p:cNvPr id="369" name="그룹 368">
              <a:extLst>
                <a:ext uri="{FF2B5EF4-FFF2-40B4-BE49-F238E27FC236}">
                  <a16:creationId xmlns:a16="http://schemas.microsoft.com/office/drawing/2014/main" id="{9B6B6239-14E1-811F-E157-3B99ED1F5F2B}"/>
                </a:ext>
              </a:extLst>
            </p:cNvPr>
            <p:cNvGrpSpPr/>
            <p:nvPr/>
          </p:nvGrpSpPr>
          <p:grpSpPr>
            <a:xfrm>
              <a:off x="5744386" y="3810921"/>
              <a:ext cx="1057273" cy="198637"/>
              <a:chOff x="5744386" y="3810921"/>
              <a:chExt cx="1057273" cy="198637"/>
            </a:xfrm>
          </p:grpSpPr>
          <p:grpSp>
            <p:nvGrpSpPr>
              <p:cNvPr id="371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&lt;/Code&gt;&lt;CodeSignature&gt;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&lt;/CodeSignature&gt;&lt;/SmartOptions&gt;&lt;SmartResize enabled=&quot;True&quot; minWidth=&quot;10&quot; minHeight=&quot;10&quot; /&gt;&lt;/SmartSettings&gt;">
                <a:extLst>
                  <a:ext uri="{FF2B5EF4-FFF2-40B4-BE49-F238E27FC236}">
                    <a16:creationId xmlns:a16="http://schemas.microsoft.com/office/drawing/2014/main" id="{09C4036C-3EC6-801A-0564-FC2E0D738CD8}"/>
                  </a:ext>
                </a:extLst>
              </p:cNvPr>
              <p:cNvGrpSpPr/>
              <p:nvPr>
                <p:custDataLst>
                  <p:tags r:id="rId77"/>
                </p:custDataLst>
              </p:nvPr>
            </p:nvGrpSpPr>
            <p:grpSpPr>
              <a:xfrm>
                <a:off x="5744386" y="3810921"/>
                <a:ext cx="350013" cy="196977"/>
                <a:chOff x="593892" y="1592858"/>
                <a:chExt cx="350013" cy="196977"/>
              </a:xfrm>
            </p:grpSpPr>
            <p:sp>
              <p:nvSpPr>
                <p:cNvPr id="379" name="Circle" descr="&lt;SmartSettings&gt;&lt;SmartResize anchorLeft=&quot;Absolute&quot; anchorTop=&quot;None&quot; anchorRight=&quot;None&quot; anchorBottom=&quot;None&quot; /&gt;&lt;/SmartSettings&gt;">
                  <a:extLst>
                    <a:ext uri="{FF2B5EF4-FFF2-40B4-BE49-F238E27FC236}">
                      <a16:creationId xmlns:a16="http://schemas.microsoft.com/office/drawing/2014/main" id="{0717427A-20DC-8251-229B-2D5B0D30E0FA}"/>
                    </a:ext>
                  </a:extLst>
                </p:cNvPr>
                <p:cNvSpPr/>
                <p:nvPr>
                  <p:custDataLst>
                    <p:tags r:id="rId82"/>
                  </p:custDataLst>
                </p:nvPr>
              </p:nvSpPr>
              <p:spPr>
                <a:xfrm>
                  <a:off x="593892" y="1624671"/>
                  <a:ext cx="133350" cy="133350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800" dirty="0">
                    <a:solidFill>
                      <a:srgbClr val="5F5F5F"/>
                    </a:solidFill>
                    <a:latin typeface="+mn-ea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380" name="Label" descr="&lt;SmartSettings&gt;&lt;SmartResize anchorLeft=&quot;Absolute&quot; anchorTop=&quot;Absolute&quot; anchorRight=&quot;Absolute&quot; anchorBottom=&quot;Absolute&quot; /&gt;&lt;/SmartSettings&gt;">
                  <a:extLst>
                    <a:ext uri="{FF2B5EF4-FFF2-40B4-BE49-F238E27FC236}">
                      <a16:creationId xmlns:a16="http://schemas.microsoft.com/office/drawing/2014/main" id="{53F9BA02-93B4-DE66-3484-D5A324596AC3}"/>
                    </a:ext>
                  </a:extLst>
                </p:cNvPr>
                <p:cNvSpPr txBox="1"/>
                <p:nvPr>
                  <p:custDataLst>
                    <p:tags r:id="rId83"/>
                  </p:custDataLst>
                </p:nvPr>
              </p:nvSpPr>
              <p:spPr>
                <a:xfrm>
                  <a:off x="727243" y="1592858"/>
                  <a:ext cx="216662" cy="196977"/>
                </a:xfrm>
                <a:prstGeom prst="rect">
                  <a:avLst/>
                </a:prstGeom>
                <a:noFill/>
              </p:spPr>
              <p:txBody>
                <a:bodyPr wrap="none" lIns="73152" tIns="36576" rIns="73152" bIns="36576" rtlCol="0" anchor="ctr" anchorCtr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sz="800" dirty="0">
                      <a:solidFill>
                        <a:srgbClr val="5F5F5F"/>
                      </a:solidFill>
                      <a:latin typeface="+mn-ea"/>
                      <a:cs typeface="Segoe UI" panose="020B0502040204020203" pitchFamily="34" charset="0"/>
                    </a:rPr>
                    <a:t>Y</a:t>
                  </a:r>
                </a:p>
              </p:txBody>
            </p:sp>
          </p:grpSp>
          <p:grpSp>
            <p:nvGrpSpPr>
              <p:cNvPr id="375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&lt;/Code&gt;&lt;CodeSignature&gt;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&lt;/CodeSignature&gt;&lt;/SmartOptions&gt;&lt;SmartResize enabled=&quot;True&quot; minWidth=&quot;10&quot; minHeight=&quot;10&quot; /&gt;&lt;/SmartSettings&gt;">
                <a:extLst>
                  <a:ext uri="{FF2B5EF4-FFF2-40B4-BE49-F238E27FC236}">
                    <a16:creationId xmlns:a16="http://schemas.microsoft.com/office/drawing/2014/main" id="{E6E9984D-3DD5-8470-2214-0D8002375C8C}"/>
                  </a:ext>
                </a:extLst>
              </p:cNvPr>
              <p:cNvGrpSpPr/>
              <p:nvPr>
                <p:custDataLst>
                  <p:tags r:id="rId78"/>
                </p:custDataLst>
              </p:nvPr>
            </p:nvGrpSpPr>
            <p:grpSpPr>
              <a:xfrm>
                <a:off x="6446837" y="3812581"/>
                <a:ext cx="354822" cy="196977"/>
                <a:chOff x="593892" y="1592858"/>
                <a:chExt cx="354822" cy="196977"/>
              </a:xfrm>
            </p:grpSpPr>
            <p:sp>
              <p:nvSpPr>
                <p:cNvPr id="376" name="Circle" descr="&lt;SmartSettings&gt;&lt;SmartResize anchorLeft=&quot;Absolute&quot; anchorTop=&quot;None&quot; anchorRight=&quot;None&quot; anchorBottom=&quot;None&quot; /&gt;&lt;/SmartSettings&gt;">
                  <a:extLst>
                    <a:ext uri="{FF2B5EF4-FFF2-40B4-BE49-F238E27FC236}">
                      <a16:creationId xmlns:a16="http://schemas.microsoft.com/office/drawing/2014/main" id="{61758B32-0716-0E41-9692-6CD6769DDDC5}"/>
                    </a:ext>
                  </a:extLst>
                </p:cNvPr>
                <p:cNvSpPr/>
                <p:nvPr>
                  <p:custDataLst>
                    <p:tags r:id="rId79"/>
                  </p:custDataLst>
                </p:nvPr>
              </p:nvSpPr>
              <p:spPr>
                <a:xfrm>
                  <a:off x="593892" y="1624671"/>
                  <a:ext cx="133350" cy="133350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800" dirty="0">
                    <a:solidFill>
                      <a:srgbClr val="5F5F5F"/>
                    </a:solidFill>
                    <a:latin typeface="+mn-ea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377" name="Check" descr="&lt;SmartSettings&gt;&lt;SmartResize anchorLeft=&quot;Absolute&quot; anchorTop=&quot;None&quot; anchorRight=&quot;None&quot; anchorBottom=&quot;None&quot; /&gt;&lt;/SmartSettings&gt;" hidden="1">
                  <a:extLst>
                    <a:ext uri="{FF2B5EF4-FFF2-40B4-BE49-F238E27FC236}">
                      <a16:creationId xmlns:a16="http://schemas.microsoft.com/office/drawing/2014/main" id="{3C7CC5FC-F825-2CBD-0DAB-BE6AF8D1BF61}"/>
                    </a:ext>
                  </a:extLst>
                </p:cNvPr>
                <p:cNvSpPr/>
                <p:nvPr>
                  <p:custDataLst>
                    <p:tags r:id="rId80"/>
                  </p:custDataLst>
                </p:nvPr>
              </p:nvSpPr>
              <p:spPr>
                <a:xfrm>
                  <a:off x="631198" y="1661977"/>
                  <a:ext cx="58738" cy="58738"/>
                </a:xfrm>
                <a:prstGeom prst="ellipse">
                  <a:avLst/>
                </a:prstGeom>
                <a:solidFill>
                  <a:srgbClr val="808080"/>
                </a:solidFill>
                <a:ln w="6350">
                  <a:solidFill>
                    <a:srgbClr val="80808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800" dirty="0">
                    <a:solidFill>
                      <a:srgbClr val="5F5F5F"/>
                    </a:solidFill>
                    <a:latin typeface="+mn-ea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378" name="Label" descr="&lt;SmartSettings&gt;&lt;SmartResize anchorLeft=&quot;Absolute&quot; anchorTop=&quot;Absolute&quot; anchorRight=&quot;Absolute&quot; anchorBottom=&quot;Absolute&quot; /&gt;&lt;/SmartSettings&gt;">
                  <a:extLst>
                    <a:ext uri="{FF2B5EF4-FFF2-40B4-BE49-F238E27FC236}">
                      <a16:creationId xmlns:a16="http://schemas.microsoft.com/office/drawing/2014/main" id="{332232F6-8D4A-2834-5743-24D8AF883EB8}"/>
                    </a:ext>
                  </a:extLst>
                </p:cNvPr>
                <p:cNvSpPr txBox="1"/>
                <p:nvPr>
                  <p:custDataLst>
                    <p:tags r:id="rId81"/>
                  </p:custDataLst>
                </p:nvPr>
              </p:nvSpPr>
              <p:spPr>
                <a:xfrm>
                  <a:off x="727243" y="1592858"/>
                  <a:ext cx="221471" cy="196977"/>
                </a:xfrm>
                <a:prstGeom prst="rect">
                  <a:avLst/>
                </a:prstGeom>
                <a:noFill/>
              </p:spPr>
              <p:txBody>
                <a:bodyPr wrap="none" lIns="73152" tIns="36576" rIns="73152" bIns="36576" rtlCol="0" anchor="ctr" anchorCtr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sz="800" dirty="0">
                      <a:solidFill>
                        <a:srgbClr val="5F5F5F"/>
                      </a:solidFill>
                      <a:latin typeface="+mn-ea"/>
                      <a:cs typeface="Segoe UI" panose="020B0502040204020203" pitchFamily="34" charset="0"/>
                    </a:rPr>
                    <a:t>N</a:t>
                  </a:r>
                </a:p>
              </p:txBody>
            </p:sp>
          </p:grpSp>
        </p:grpSp>
        <p:sp>
          <p:nvSpPr>
            <p:cNvPr id="370" name="Check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3DBC7DEC-44C4-C586-1057-DE78867F8108}"/>
                </a:ext>
              </a:extLst>
            </p:cNvPr>
            <p:cNvSpPr/>
            <p:nvPr>
              <p:custDataLst>
                <p:tags r:id="rId76"/>
              </p:custDataLst>
            </p:nvPr>
          </p:nvSpPr>
          <p:spPr>
            <a:xfrm>
              <a:off x="6484143" y="3876604"/>
              <a:ext cx="58738" cy="58738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381" name="그룹 380">
            <a:extLst>
              <a:ext uri="{FF2B5EF4-FFF2-40B4-BE49-F238E27FC236}">
                <a16:creationId xmlns:a16="http://schemas.microsoft.com/office/drawing/2014/main" id="{C4F3E390-0ADE-6493-7AB7-CCBEB8DE321E}"/>
              </a:ext>
            </a:extLst>
          </p:cNvPr>
          <p:cNvGrpSpPr/>
          <p:nvPr/>
        </p:nvGrpSpPr>
        <p:grpSpPr>
          <a:xfrm>
            <a:off x="5869396" y="4253462"/>
            <a:ext cx="1057273" cy="198637"/>
            <a:chOff x="5744386" y="3810921"/>
            <a:chExt cx="1057273" cy="198637"/>
          </a:xfrm>
        </p:grpSpPr>
        <p:grpSp>
          <p:nvGrpSpPr>
            <p:cNvPr id="382" name="그룹 381">
              <a:extLst>
                <a:ext uri="{FF2B5EF4-FFF2-40B4-BE49-F238E27FC236}">
                  <a16:creationId xmlns:a16="http://schemas.microsoft.com/office/drawing/2014/main" id="{11A0A47E-22F5-6AC4-FDE1-EB6778549C29}"/>
                </a:ext>
              </a:extLst>
            </p:cNvPr>
            <p:cNvGrpSpPr/>
            <p:nvPr/>
          </p:nvGrpSpPr>
          <p:grpSpPr>
            <a:xfrm>
              <a:off x="5744386" y="3810921"/>
              <a:ext cx="1057273" cy="198637"/>
              <a:chOff x="5744386" y="3810921"/>
              <a:chExt cx="1057273" cy="198637"/>
            </a:xfrm>
          </p:grpSpPr>
          <p:grpSp>
            <p:nvGrpSpPr>
              <p:cNvPr id="407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&lt;/Code&gt;&lt;CodeSignature&gt;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&lt;/CodeSignature&gt;&lt;/SmartOptions&gt;&lt;SmartResize enabled=&quot;True&quot; minWidth=&quot;10&quot; minHeight=&quot;10&quot; /&gt;&lt;/SmartSettings&gt;">
                <a:extLst>
                  <a:ext uri="{FF2B5EF4-FFF2-40B4-BE49-F238E27FC236}">
                    <a16:creationId xmlns:a16="http://schemas.microsoft.com/office/drawing/2014/main" id="{669C44B9-0066-2F90-DF12-1F39714800E1}"/>
                  </a:ext>
                </a:extLst>
              </p:cNvPr>
              <p:cNvGrpSpPr/>
              <p:nvPr>
                <p:custDataLst>
                  <p:tags r:id="rId69"/>
                </p:custDataLst>
              </p:nvPr>
            </p:nvGrpSpPr>
            <p:grpSpPr>
              <a:xfrm>
                <a:off x="5744386" y="3810921"/>
                <a:ext cx="350013" cy="196977"/>
                <a:chOff x="593892" y="1592858"/>
                <a:chExt cx="350013" cy="196977"/>
              </a:xfrm>
            </p:grpSpPr>
            <p:sp>
              <p:nvSpPr>
                <p:cNvPr id="415" name="Circle" descr="&lt;SmartSettings&gt;&lt;SmartResize anchorLeft=&quot;Absolute&quot; anchorTop=&quot;None&quot; anchorRight=&quot;None&quot; anchorBottom=&quot;None&quot; /&gt;&lt;/SmartSettings&gt;">
                  <a:extLst>
                    <a:ext uri="{FF2B5EF4-FFF2-40B4-BE49-F238E27FC236}">
                      <a16:creationId xmlns:a16="http://schemas.microsoft.com/office/drawing/2014/main" id="{CAB3A492-EB11-E2AE-72E4-E4715E3B49AD}"/>
                    </a:ext>
                  </a:extLst>
                </p:cNvPr>
                <p:cNvSpPr/>
                <p:nvPr>
                  <p:custDataLst>
                    <p:tags r:id="rId74"/>
                  </p:custDataLst>
                </p:nvPr>
              </p:nvSpPr>
              <p:spPr>
                <a:xfrm>
                  <a:off x="593892" y="1624671"/>
                  <a:ext cx="133350" cy="133350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800" dirty="0">
                    <a:solidFill>
                      <a:srgbClr val="5F5F5F"/>
                    </a:solidFill>
                    <a:latin typeface="+mn-ea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416" name="Label" descr="&lt;SmartSettings&gt;&lt;SmartResize anchorLeft=&quot;Absolute&quot; anchorTop=&quot;Absolute&quot; anchorRight=&quot;Absolute&quot; anchorBottom=&quot;Absolute&quot; /&gt;&lt;/SmartSettings&gt;">
                  <a:extLst>
                    <a:ext uri="{FF2B5EF4-FFF2-40B4-BE49-F238E27FC236}">
                      <a16:creationId xmlns:a16="http://schemas.microsoft.com/office/drawing/2014/main" id="{7F0FA3A6-78F4-618B-41EF-1E415CD7D788}"/>
                    </a:ext>
                  </a:extLst>
                </p:cNvPr>
                <p:cNvSpPr txBox="1"/>
                <p:nvPr>
                  <p:custDataLst>
                    <p:tags r:id="rId75"/>
                  </p:custDataLst>
                </p:nvPr>
              </p:nvSpPr>
              <p:spPr>
                <a:xfrm>
                  <a:off x="727243" y="1592858"/>
                  <a:ext cx="216662" cy="196977"/>
                </a:xfrm>
                <a:prstGeom prst="rect">
                  <a:avLst/>
                </a:prstGeom>
                <a:noFill/>
              </p:spPr>
              <p:txBody>
                <a:bodyPr wrap="none" lIns="73152" tIns="36576" rIns="73152" bIns="36576" rtlCol="0" anchor="ctr" anchorCtr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sz="800" dirty="0">
                      <a:solidFill>
                        <a:srgbClr val="5F5F5F"/>
                      </a:solidFill>
                      <a:latin typeface="+mn-ea"/>
                      <a:cs typeface="Segoe UI" panose="020B0502040204020203" pitchFamily="34" charset="0"/>
                    </a:rPr>
                    <a:t>Y</a:t>
                  </a:r>
                </a:p>
              </p:txBody>
            </p:sp>
          </p:grpSp>
          <p:grpSp>
            <p:nvGrpSpPr>
              <p:cNvPr id="408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&lt;/Code&gt;&lt;CodeSignature&gt;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&lt;/CodeSignature&gt;&lt;/SmartOptions&gt;&lt;SmartResize enabled=&quot;True&quot; minWidth=&quot;10&quot; minHeight=&quot;10&quot; /&gt;&lt;/SmartSettings&gt;">
                <a:extLst>
                  <a:ext uri="{FF2B5EF4-FFF2-40B4-BE49-F238E27FC236}">
                    <a16:creationId xmlns:a16="http://schemas.microsoft.com/office/drawing/2014/main" id="{184253BC-BB47-616C-058F-8CD04C360E83}"/>
                  </a:ext>
                </a:extLst>
              </p:cNvPr>
              <p:cNvGrpSpPr/>
              <p:nvPr>
                <p:custDataLst>
                  <p:tags r:id="rId70"/>
                </p:custDataLst>
              </p:nvPr>
            </p:nvGrpSpPr>
            <p:grpSpPr>
              <a:xfrm>
                <a:off x="6446837" y="3812581"/>
                <a:ext cx="354822" cy="196977"/>
                <a:chOff x="593892" y="1592858"/>
                <a:chExt cx="354822" cy="196977"/>
              </a:xfrm>
            </p:grpSpPr>
            <p:sp>
              <p:nvSpPr>
                <p:cNvPr id="409" name="Circle" descr="&lt;SmartSettings&gt;&lt;SmartResize anchorLeft=&quot;Absolute&quot; anchorTop=&quot;None&quot; anchorRight=&quot;None&quot; anchorBottom=&quot;None&quot; /&gt;&lt;/SmartSettings&gt;">
                  <a:extLst>
                    <a:ext uri="{FF2B5EF4-FFF2-40B4-BE49-F238E27FC236}">
                      <a16:creationId xmlns:a16="http://schemas.microsoft.com/office/drawing/2014/main" id="{37836BD1-1329-C735-6FA0-AA8955E9CEEA}"/>
                    </a:ext>
                  </a:extLst>
                </p:cNvPr>
                <p:cNvSpPr/>
                <p:nvPr>
                  <p:custDataLst>
                    <p:tags r:id="rId71"/>
                  </p:custDataLst>
                </p:nvPr>
              </p:nvSpPr>
              <p:spPr>
                <a:xfrm>
                  <a:off x="593892" y="1624671"/>
                  <a:ext cx="133350" cy="133350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800" dirty="0">
                    <a:solidFill>
                      <a:srgbClr val="5F5F5F"/>
                    </a:solidFill>
                    <a:latin typeface="+mn-ea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410" name="Check" descr="&lt;SmartSettings&gt;&lt;SmartResize anchorLeft=&quot;Absolute&quot; anchorTop=&quot;None&quot; anchorRight=&quot;None&quot; anchorBottom=&quot;None&quot; /&gt;&lt;/SmartSettings&gt;" hidden="1">
                  <a:extLst>
                    <a:ext uri="{FF2B5EF4-FFF2-40B4-BE49-F238E27FC236}">
                      <a16:creationId xmlns:a16="http://schemas.microsoft.com/office/drawing/2014/main" id="{5E019DA3-FAA3-9FC8-4C24-18BDF34910FA}"/>
                    </a:ext>
                  </a:extLst>
                </p:cNvPr>
                <p:cNvSpPr/>
                <p:nvPr>
                  <p:custDataLst>
                    <p:tags r:id="rId72"/>
                  </p:custDataLst>
                </p:nvPr>
              </p:nvSpPr>
              <p:spPr>
                <a:xfrm>
                  <a:off x="631198" y="1661977"/>
                  <a:ext cx="58738" cy="58738"/>
                </a:xfrm>
                <a:prstGeom prst="ellipse">
                  <a:avLst/>
                </a:prstGeom>
                <a:solidFill>
                  <a:srgbClr val="808080"/>
                </a:solidFill>
                <a:ln w="6350">
                  <a:solidFill>
                    <a:srgbClr val="80808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800" dirty="0">
                    <a:solidFill>
                      <a:srgbClr val="5F5F5F"/>
                    </a:solidFill>
                    <a:latin typeface="+mn-ea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411" name="Label" descr="&lt;SmartSettings&gt;&lt;SmartResize anchorLeft=&quot;Absolute&quot; anchorTop=&quot;Absolute&quot; anchorRight=&quot;Absolute&quot; anchorBottom=&quot;Absolute&quot; /&gt;&lt;/SmartSettings&gt;">
                  <a:extLst>
                    <a:ext uri="{FF2B5EF4-FFF2-40B4-BE49-F238E27FC236}">
                      <a16:creationId xmlns:a16="http://schemas.microsoft.com/office/drawing/2014/main" id="{98ED251D-83F8-F95F-9B24-F823F7B49EF2}"/>
                    </a:ext>
                  </a:extLst>
                </p:cNvPr>
                <p:cNvSpPr txBox="1"/>
                <p:nvPr>
                  <p:custDataLst>
                    <p:tags r:id="rId73"/>
                  </p:custDataLst>
                </p:nvPr>
              </p:nvSpPr>
              <p:spPr>
                <a:xfrm>
                  <a:off x="727243" y="1592858"/>
                  <a:ext cx="221471" cy="196977"/>
                </a:xfrm>
                <a:prstGeom prst="rect">
                  <a:avLst/>
                </a:prstGeom>
                <a:noFill/>
              </p:spPr>
              <p:txBody>
                <a:bodyPr wrap="none" lIns="73152" tIns="36576" rIns="73152" bIns="36576" rtlCol="0" anchor="ctr" anchorCtr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sz="800" dirty="0">
                      <a:solidFill>
                        <a:srgbClr val="5F5F5F"/>
                      </a:solidFill>
                      <a:latin typeface="+mn-ea"/>
                      <a:cs typeface="Segoe UI" panose="020B0502040204020203" pitchFamily="34" charset="0"/>
                    </a:rPr>
                    <a:t>N</a:t>
                  </a:r>
                </a:p>
              </p:txBody>
            </p:sp>
          </p:grpSp>
        </p:grpSp>
        <p:sp>
          <p:nvSpPr>
            <p:cNvPr id="406" name="Check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4D48B54B-11BE-77BE-FAF5-5ECBA87643C5}"/>
                </a:ext>
              </a:extLst>
            </p:cNvPr>
            <p:cNvSpPr/>
            <p:nvPr>
              <p:custDataLst>
                <p:tags r:id="rId68"/>
              </p:custDataLst>
            </p:nvPr>
          </p:nvSpPr>
          <p:spPr>
            <a:xfrm>
              <a:off x="6484143" y="3876604"/>
              <a:ext cx="58738" cy="58738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417" name="그룹 416">
            <a:extLst>
              <a:ext uri="{FF2B5EF4-FFF2-40B4-BE49-F238E27FC236}">
                <a16:creationId xmlns:a16="http://schemas.microsoft.com/office/drawing/2014/main" id="{DB443614-A6EB-52FC-90A8-1DF83514B196}"/>
              </a:ext>
            </a:extLst>
          </p:cNvPr>
          <p:cNvGrpSpPr/>
          <p:nvPr/>
        </p:nvGrpSpPr>
        <p:grpSpPr>
          <a:xfrm>
            <a:off x="5860314" y="4642494"/>
            <a:ext cx="1057273" cy="198637"/>
            <a:chOff x="5744386" y="3810921"/>
            <a:chExt cx="1057273" cy="198637"/>
          </a:xfrm>
        </p:grpSpPr>
        <p:grpSp>
          <p:nvGrpSpPr>
            <p:cNvPr id="418" name="그룹 417">
              <a:extLst>
                <a:ext uri="{FF2B5EF4-FFF2-40B4-BE49-F238E27FC236}">
                  <a16:creationId xmlns:a16="http://schemas.microsoft.com/office/drawing/2014/main" id="{269CBA19-7353-1E61-AEBF-1940B4880669}"/>
                </a:ext>
              </a:extLst>
            </p:cNvPr>
            <p:cNvGrpSpPr/>
            <p:nvPr/>
          </p:nvGrpSpPr>
          <p:grpSpPr>
            <a:xfrm>
              <a:off x="5744386" y="3810921"/>
              <a:ext cx="1057273" cy="198637"/>
              <a:chOff x="5744386" y="3810921"/>
              <a:chExt cx="1057273" cy="198637"/>
            </a:xfrm>
          </p:grpSpPr>
          <p:grpSp>
            <p:nvGrpSpPr>
              <p:cNvPr id="420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&lt;/Code&gt;&lt;CodeSignature&gt;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&lt;/CodeSignature&gt;&lt;/SmartOptions&gt;&lt;SmartResize enabled=&quot;True&quot; minWidth=&quot;10&quot; minHeight=&quot;10&quot; /&gt;&lt;/SmartSettings&gt;">
                <a:extLst>
                  <a:ext uri="{FF2B5EF4-FFF2-40B4-BE49-F238E27FC236}">
                    <a16:creationId xmlns:a16="http://schemas.microsoft.com/office/drawing/2014/main" id="{B54C45CF-1DD1-9E84-4A9B-0C6ED00885A4}"/>
                  </a:ext>
                </a:extLst>
              </p:cNvPr>
              <p:cNvGrpSpPr/>
              <p:nvPr>
                <p:custDataLst>
                  <p:tags r:id="rId61"/>
                </p:custDataLst>
              </p:nvPr>
            </p:nvGrpSpPr>
            <p:grpSpPr>
              <a:xfrm>
                <a:off x="5744386" y="3810921"/>
                <a:ext cx="350013" cy="196977"/>
                <a:chOff x="593892" y="1592858"/>
                <a:chExt cx="350013" cy="196977"/>
              </a:xfrm>
            </p:grpSpPr>
            <p:sp>
              <p:nvSpPr>
                <p:cNvPr id="425" name="Circle" descr="&lt;SmartSettings&gt;&lt;SmartResize anchorLeft=&quot;Absolute&quot; anchorTop=&quot;None&quot; anchorRight=&quot;None&quot; anchorBottom=&quot;None&quot; /&gt;&lt;/SmartSettings&gt;">
                  <a:extLst>
                    <a:ext uri="{FF2B5EF4-FFF2-40B4-BE49-F238E27FC236}">
                      <a16:creationId xmlns:a16="http://schemas.microsoft.com/office/drawing/2014/main" id="{5B5A0EF0-0CB5-F9B7-CBF4-2629ACBA875F}"/>
                    </a:ext>
                  </a:extLst>
                </p:cNvPr>
                <p:cNvSpPr/>
                <p:nvPr>
                  <p:custDataLst>
                    <p:tags r:id="rId66"/>
                  </p:custDataLst>
                </p:nvPr>
              </p:nvSpPr>
              <p:spPr>
                <a:xfrm>
                  <a:off x="593892" y="1624671"/>
                  <a:ext cx="133350" cy="133350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800" dirty="0">
                    <a:solidFill>
                      <a:srgbClr val="5F5F5F"/>
                    </a:solidFill>
                    <a:latin typeface="+mn-ea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426" name="Label" descr="&lt;SmartSettings&gt;&lt;SmartResize anchorLeft=&quot;Absolute&quot; anchorTop=&quot;Absolute&quot; anchorRight=&quot;Absolute&quot; anchorBottom=&quot;Absolute&quot; /&gt;&lt;/SmartSettings&gt;">
                  <a:extLst>
                    <a:ext uri="{FF2B5EF4-FFF2-40B4-BE49-F238E27FC236}">
                      <a16:creationId xmlns:a16="http://schemas.microsoft.com/office/drawing/2014/main" id="{5A5FA0FD-2300-CAAC-A0C2-067FF3DF7D5D}"/>
                    </a:ext>
                  </a:extLst>
                </p:cNvPr>
                <p:cNvSpPr txBox="1"/>
                <p:nvPr>
                  <p:custDataLst>
                    <p:tags r:id="rId67"/>
                  </p:custDataLst>
                </p:nvPr>
              </p:nvSpPr>
              <p:spPr>
                <a:xfrm>
                  <a:off x="727243" y="1592858"/>
                  <a:ext cx="216662" cy="196977"/>
                </a:xfrm>
                <a:prstGeom prst="rect">
                  <a:avLst/>
                </a:prstGeom>
                <a:noFill/>
              </p:spPr>
              <p:txBody>
                <a:bodyPr wrap="none" lIns="73152" tIns="36576" rIns="73152" bIns="36576" rtlCol="0" anchor="ctr" anchorCtr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sz="800" dirty="0">
                      <a:solidFill>
                        <a:srgbClr val="5F5F5F"/>
                      </a:solidFill>
                      <a:latin typeface="+mn-ea"/>
                      <a:cs typeface="Segoe UI" panose="020B0502040204020203" pitchFamily="34" charset="0"/>
                    </a:rPr>
                    <a:t>Y</a:t>
                  </a:r>
                </a:p>
              </p:txBody>
            </p:sp>
          </p:grpSp>
          <p:grpSp>
            <p:nvGrpSpPr>
              <p:cNvPr id="421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&lt;/Code&gt;&lt;CodeSignature&gt;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&lt;/CodeSignature&gt;&lt;/SmartOptions&gt;&lt;SmartResize enabled=&quot;True&quot; minWidth=&quot;10&quot; minHeight=&quot;10&quot; /&gt;&lt;/SmartSettings&gt;">
                <a:extLst>
                  <a:ext uri="{FF2B5EF4-FFF2-40B4-BE49-F238E27FC236}">
                    <a16:creationId xmlns:a16="http://schemas.microsoft.com/office/drawing/2014/main" id="{24D91CBC-25C7-CFDC-A755-501CBC56F37B}"/>
                  </a:ext>
                </a:extLst>
              </p:cNvPr>
              <p:cNvGrpSpPr/>
              <p:nvPr>
                <p:custDataLst>
                  <p:tags r:id="rId62"/>
                </p:custDataLst>
              </p:nvPr>
            </p:nvGrpSpPr>
            <p:grpSpPr>
              <a:xfrm>
                <a:off x="6446837" y="3812581"/>
                <a:ext cx="354822" cy="196977"/>
                <a:chOff x="593892" y="1592858"/>
                <a:chExt cx="354822" cy="196977"/>
              </a:xfrm>
            </p:grpSpPr>
            <p:sp>
              <p:nvSpPr>
                <p:cNvPr id="422" name="Circle" descr="&lt;SmartSettings&gt;&lt;SmartResize anchorLeft=&quot;Absolute&quot; anchorTop=&quot;None&quot; anchorRight=&quot;None&quot; anchorBottom=&quot;None&quot; /&gt;&lt;/SmartSettings&gt;">
                  <a:extLst>
                    <a:ext uri="{FF2B5EF4-FFF2-40B4-BE49-F238E27FC236}">
                      <a16:creationId xmlns:a16="http://schemas.microsoft.com/office/drawing/2014/main" id="{50F8E3CF-B8F4-DB88-8904-486E772797AF}"/>
                    </a:ext>
                  </a:extLst>
                </p:cNvPr>
                <p:cNvSpPr/>
                <p:nvPr>
                  <p:custDataLst>
                    <p:tags r:id="rId63"/>
                  </p:custDataLst>
                </p:nvPr>
              </p:nvSpPr>
              <p:spPr>
                <a:xfrm>
                  <a:off x="593892" y="1624671"/>
                  <a:ext cx="133350" cy="133350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800" dirty="0">
                    <a:solidFill>
                      <a:srgbClr val="5F5F5F"/>
                    </a:solidFill>
                    <a:latin typeface="+mn-ea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423" name="Check" descr="&lt;SmartSettings&gt;&lt;SmartResize anchorLeft=&quot;Absolute&quot; anchorTop=&quot;None&quot; anchorRight=&quot;None&quot; anchorBottom=&quot;None&quot; /&gt;&lt;/SmartSettings&gt;" hidden="1">
                  <a:extLst>
                    <a:ext uri="{FF2B5EF4-FFF2-40B4-BE49-F238E27FC236}">
                      <a16:creationId xmlns:a16="http://schemas.microsoft.com/office/drawing/2014/main" id="{11778714-9940-8043-2593-2B7879AA0D40}"/>
                    </a:ext>
                  </a:extLst>
                </p:cNvPr>
                <p:cNvSpPr/>
                <p:nvPr>
                  <p:custDataLst>
                    <p:tags r:id="rId64"/>
                  </p:custDataLst>
                </p:nvPr>
              </p:nvSpPr>
              <p:spPr>
                <a:xfrm>
                  <a:off x="631198" y="1661977"/>
                  <a:ext cx="58738" cy="58738"/>
                </a:xfrm>
                <a:prstGeom prst="ellipse">
                  <a:avLst/>
                </a:prstGeom>
                <a:solidFill>
                  <a:srgbClr val="808080"/>
                </a:solidFill>
                <a:ln w="6350">
                  <a:solidFill>
                    <a:srgbClr val="80808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800" dirty="0">
                    <a:solidFill>
                      <a:srgbClr val="5F5F5F"/>
                    </a:solidFill>
                    <a:latin typeface="+mn-ea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424" name="Label" descr="&lt;SmartSettings&gt;&lt;SmartResize anchorLeft=&quot;Absolute&quot; anchorTop=&quot;Absolute&quot; anchorRight=&quot;Absolute&quot; anchorBottom=&quot;Absolute&quot; /&gt;&lt;/SmartSettings&gt;">
                  <a:extLst>
                    <a:ext uri="{FF2B5EF4-FFF2-40B4-BE49-F238E27FC236}">
                      <a16:creationId xmlns:a16="http://schemas.microsoft.com/office/drawing/2014/main" id="{BD4C6D51-636E-A052-AF7A-6B47A45C7F4F}"/>
                    </a:ext>
                  </a:extLst>
                </p:cNvPr>
                <p:cNvSpPr txBox="1"/>
                <p:nvPr>
                  <p:custDataLst>
                    <p:tags r:id="rId65"/>
                  </p:custDataLst>
                </p:nvPr>
              </p:nvSpPr>
              <p:spPr>
                <a:xfrm>
                  <a:off x="727243" y="1592858"/>
                  <a:ext cx="221471" cy="196977"/>
                </a:xfrm>
                <a:prstGeom prst="rect">
                  <a:avLst/>
                </a:prstGeom>
                <a:noFill/>
              </p:spPr>
              <p:txBody>
                <a:bodyPr wrap="none" lIns="73152" tIns="36576" rIns="73152" bIns="36576" rtlCol="0" anchor="ctr" anchorCtr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sz="800" dirty="0">
                      <a:solidFill>
                        <a:srgbClr val="5F5F5F"/>
                      </a:solidFill>
                      <a:latin typeface="+mn-ea"/>
                      <a:cs typeface="Segoe UI" panose="020B0502040204020203" pitchFamily="34" charset="0"/>
                    </a:rPr>
                    <a:t>N</a:t>
                  </a:r>
                </a:p>
              </p:txBody>
            </p:sp>
          </p:grpSp>
        </p:grpSp>
        <p:sp>
          <p:nvSpPr>
            <p:cNvPr id="419" name="Check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016951C9-5124-76B5-ACA6-E7F5A3F25096}"/>
                </a:ext>
              </a:extLst>
            </p:cNvPr>
            <p:cNvSpPr/>
            <p:nvPr>
              <p:custDataLst>
                <p:tags r:id="rId60"/>
              </p:custDataLst>
            </p:nvPr>
          </p:nvSpPr>
          <p:spPr>
            <a:xfrm>
              <a:off x="6484143" y="3876604"/>
              <a:ext cx="58738" cy="58738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427" name="그룹 426">
            <a:extLst>
              <a:ext uri="{FF2B5EF4-FFF2-40B4-BE49-F238E27FC236}">
                <a16:creationId xmlns:a16="http://schemas.microsoft.com/office/drawing/2014/main" id="{A6C4ACC8-5257-13D1-A88B-F3D209298519}"/>
              </a:ext>
            </a:extLst>
          </p:cNvPr>
          <p:cNvGrpSpPr/>
          <p:nvPr/>
        </p:nvGrpSpPr>
        <p:grpSpPr>
          <a:xfrm>
            <a:off x="5869396" y="5015274"/>
            <a:ext cx="1057273" cy="198637"/>
            <a:chOff x="5744386" y="3810921"/>
            <a:chExt cx="1057273" cy="198637"/>
          </a:xfrm>
        </p:grpSpPr>
        <p:grpSp>
          <p:nvGrpSpPr>
            <p:cNvPr id="428" name="그룹 427">
              <a:extLst>
                <a:ext uri="{FF2B5EF4-FFF2-40B4-BE49-F238E27FC236}">
                  <a16:creationId xmlns:a16="http://schemas.microsoft.com/office/drawing/2014/main" id="{456A85AB-D6DE-B2D2-4851-293FAA9F3B9A}"/>
                </a:ext>
              </a:extLst>
            </p:cNvPr>
            <p:cNvGrpSpPr/>
            <p:nvPr/>
          </p:nvGrpSpPr>
          <p:grpSpPr>
            <a:xfrm>
              <a:off x="5744386" y="3810921"/>
              <a:ext cx="1057273" cy="198637"/>
              <a:chOff x="5744386" y="3810921"/>
              <a:chExt cx="1057273" cy="198637"/>
            </a:xfrm>
          </p:grpSpPr>
          <p:grpSp>
            <p:nvGrpSpPr>
              <p:cNvPr id="430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&lt;/Code&gt;&lt;CodeSignature&gt;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&lt;/CodeSignature&gt;&lt;/SmartOptions&gt;&lt;SmartResize enabled=&quot;True&quot; minWidth=&quot;10&quot; minHeight=&quot;10&quot; /&gt;&lt;/SmartSettings&gt;">
                <a:extLst>
                  <a:ext uri="{FF2B5EF4-FFF2-40B4-BE49-F238E27FC236}">
                    <a16:creationId xmlns:a16="http://schemas.microsoft.com/office/drawing/2014/main" id="{F7E257C5-00EB-96BE-783A-9BCC8E49446B}"/>
                  </a:ext>
                </a:extLst>
              </p:cNvPr>
              <p:cNvGrpSpPr/>
              <p:nvPr>
                <p:custDataLst>
                  <p:tags r:id="rId53"/>
                </p:custDataLst>
              </p:nvPr>
            </p:nvGrpSpPr>
            <p:grpSpPr>
              <a:xfrm>
                <a:off x="5744386" y="3810921"/>
                <a:ext cx="350013" cy="196977"/>
                <a:chOff x="593892" y="1592858"/>
                <a:chExt cx="350013" cy="196977"/>
              </a:xfrm>
            </p:grpSpPr>
            <p:sp>
              <p:nvSpPr>
                <p:cNvPr id="435" name="Circle" descr="&lt;SmartSettings&gt;&lt;SmartResize anchorLeft=&quot;Absolute&quot; anchorTop=&quot;None&quot; anchorRight=&quot;None&quot; anchorBottom=&quot;None&quot; /&gt;&lt;/SmartSettings&gt;">
                  <a:extLst>
                    <a:ext uri="{FF2B5EF4-FFF2-40B4-BE49-F238E27FC236}">
                      <a16:creationId xmlns:a16="http://schemas.microsoft.com/office/drawing/2014/main" id="{8B650698-2AA6-E5C3-2ED5-52CF6E5B9577}"/>
                    </a:ext>
                  </a:extLst>
                </p:cNvPr>
                <p:cNvSpPr/>
                <p:nvPr>
                  <p:custDataLst>
                    <p:tags r:id="rId58"/>
                  </p:custDataLst>
                </p:nvPr>
              </p:nvSpPr>
              <p:spPr>
                <a:xfrm>
                  <a:off x="593892" y="1624671"/>
                  <a:ext cx="133350" cy="133350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800" dirty="0">
                    <a:solidFill>
                      <a:srgbClr val="5F5F5F"/>
                    </a:solidFill>
                    <a:latin typeface="+mn-ea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436" name="Label" descr="&lt;SmartSettings&gt;&lt;SmartResize anchorLeft=&quot;Absolute&quot; anchorTop=&quot;Absolute&quot; anchorRight=&quot;Absolute&quot; anchorBottom=&quot;Absolute&quot; /&gt;&lt;/SmartSettings&gt;">
                  <a:extLst>
                    <a:ext uri="{FF2B5EF4-FFF2-40B4-BE49-F238E27FC236}">
                      <a16:creationId xmlns:a16="http://schemas.microsoft.com/office/drawing/2014/main" id="{EC69A688-E1CF-B674-D04C-8B87E0299FEC}"/>
                    </a:ext>
                  </a:extLst>
                </p:cNvPr>
                <p:cNvSpPr txBox="1"/>
                <p:nvPr>
                  <p:custDataLst>
                    <p:tags r:id="rId59"/>
                  </p:custDataLst>
                </p:nvPr>
              </p:nvSpPr>
              <p:spPr>
                <a:xfrm>
                  <a:off x="727243" y="1592858"/>
                  <a:ext cx="216662" cy="196977"/>
                </a:xfrm>
                <a:prstGeom prst="rect">
                  <a:avLst/>
                </a:prstGeom>
                <a:noFill/>
              </p:spPr>
              <p:txBody>
                <a:bodyPr wrap="none" lIns="73152" tIns="36576" rIns="73152" bIns="36576" rtlCol="0" anchor="ctr" anchorCtr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sz="800" dirty="0">
                      <a:solidFill>
                        <a:srgbClr val="5F5F5F"/>
                      </a:solidFill>
                      <a:latin typeface="+mn-ea"/>
                      <a:cs typeface="Segoe UI" panose="020B0502040204020203" pitchFamily="34" charset="0"/>
                    </a:rPr>
                    <a:t>Y</a:t>
                  </a:r>
                </a:p>
              </p:txBody>
            </p:sp>
          </p:grpSp>
          <p:grpSp>
            <p:nvGrpSpPr>
              <p:cNvPr id="431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&lt;/Code&gt;&lt;CodeSignature&gt;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&lt;/CodeSignature&gt;&lt;/SmartOptions&gt;&lt;SmartResize enabled=&quot;True&quot; minWidth=&quot;10&quot; minHeight=&quot;10&quot; /&gt;&lt;/SmartSettings&gt;">
                <a:extLst>
                  <a:ext uri="{FF2B5EF4-FFF2-40B4-BE49-F238E27FC236}">
                    <a16:creationId xmlns:a16="http://schemas.microsoft.com/office/drawing/2014/main" id="{DCF317DB-9FA3-8853-527E-F3B4EB197291}"/>
                  </a:ext>
                </a:extLst>
              </p:cNvPr>
              <p:cNvGrpSpPr/>
              <p:nvPr>
                <p:custDataLst>
                  <p:tags r:id="rId54"/>
                </p:custDataLst>
              </p:nvPr>
            </p:nvGrpSpPr>
            <p:grpSpPr>
              <a:xfrm>
                <a:off x="6446837" y="3812581"/>
                <a:ext cx="354822" cy="196977"/>
                <a:chOff x="593892" y="1592858"/>
                <a:chExt cx="354822" cy="196977"/>
              </a:xfrm>
            </p:grpSpPr>
            <p:sp>
              <p:nvSpPr>
                <p:cNvPr id="432" name="Circle" descr="&lt;SmartSettings&gt;&lt;SmartResize anchorLeft=&quot;Absolute&quot; anchorTop=&quot;None&quot; anchorRight=&quot;None&quot; anchorBottom=&quot;None&quot; /&gt;&lt;/SmartSettings&gt;">
                  <a:extLst>
                    <a:ext uri="{FF2B5EF4-FFF2-40B4-BE49-F238E27FC236}">
                      <a16:creationId xmlns:a16="http://schemas.microsoft.com/office/drawing/2014/main" id="{30B1B8F5-EF8F-2010-BBBF-DE2F5C105BBC}"/>
                    </a:ext>
                  </a:extLst>
                </p:cNvPr>
                <p:cNvSpPr/>
                <p:nvPr>
                  <p:custDataLst>
                    <p:tags r:id="rId55"/>
                  </p:custDataLst>
                </p:nvPr>
              </p:nvSpPr>
              <p:spPr>
                <a:xfrm>
                  <a:off x="593892" y="1624671"/>
                  <a:ext cx="133350" cy="133350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800" dirty="0">
                    <a:solidFill>
                      <a:srgbClr val="5F5F5F"/>
                    </a:solidFill>
                    <a:latin typeface="+mn-ea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433" name="Check" descr="&lt;SmartSettings&gt;&lt;SmartResize anchorLeft=&quot;Absolute&quot; anchorTop=&quot;None&quot; anchorRight=&quot;None&quot; anchorBottom=&quot;None&quot; /&gt;&lt;/SmartSettings&gt;" hidden="1">
                  <a:extLst>
                    <a:ext uri="{FF2B5EF4-FFF2-40B4-BE49-F238E27FC236}">
                      <a16:creationId xmlns:a16="http://schemas.microsoft.com/office/drawing/2014/main" id="{E42A9E88-62AD-E47C-78B5-34280D92A7D1}"/>
                    </a:ext>
                  </a:extLst>
                </p:cNvPr>
                <p:cNvSpPr/>
                <p:nvPr>
                  <p:custDataLst>
                    <p:tags r:id="rId56"/>
                  </p:custDataLst>
                </p:nvPr>
              </p:nvSpPr>
              <p:spPr>
                <a:xfrm>
                  <a:off x="631198" y="1661977"/>
                  <a:ext cx="58738" cy="58738"/>
                </a:xfrm>
                <a:prstGeom prst="ellipse">
                  <a:avLst/>
                </a:prstGeom>
                <a:solidFill>
                  <a:srgbClr val="808080"/>
                </a:solidFill>
                <a:ln w="6350">
                  <a:solidFill>
                    <a:srgbClr val="80808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800" dirty="0">
                    <a:solidFill>
                      <a:srgbClr val="5F5F5F"/>
                    </a:solidFill>
                    <a:latin typeface="+mn-ea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434" name="Label" descr="&lt;SmartSettings&gt;&lt;SmartResize anchorLeft=&quot;Absolute&quot; anchorTop=&quot;Absolute&quot; anchorRight=&quot;Absolute&quot; anchorBottom=&quot;Absolute&quot; /&gt;&lt;/SmartSettings&gt;">
                  <a:extLst>
                    <a:ext uri="{FF2B5EF4-FFF2-40B4-BE49-F238E27FC236}">
                      <a16:creationId xmlns:a16="http://schemas.microsoft.com/office/drawing/2014/main" id="{802659BD-AF28-9580-8783-5C5635A77CD8}"/>
                    </a:ext>
                  </a:extLst>
                </p:cNvPr>
                <p:cNvSpPr txBox="1"/>
                <p:nvPr>
                  <p:custDataLst>
                    <p:tags r:id="rId57"/>
                  </p:custDataLst>
                </p:nvPr>
              </p:nvSpPr>
              <p:spPr>
                <a:xfrm>
                  <a:off x="727243" y="1592858"/>
                  <a:ext cx="221471" cy="196977"/>
                </a:xfrm>
                <a:prstGeom prst="rect">
                  <a:avLst/>
                </a:prstGeom>
                <a:noFill/>
              </p:spPr>
              <p:txBody>
                <a:bodyPr wrap="none" lIns="73152" tIns="36576" rIns="73152" bIns="36576" rtlCol="0" anchor="ctr" anchorCtr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sz="800" dirty="0">
                      <a:solidFill>
                        <a:srgbClr val="5F5F5F"/>
                      </a:solidFill>
                      <a:latin typeface="+mn-ea"/>
                      <a:cs typeface="Segoe UI" panose="020B0502040204020203" pitchFamily="34" charset="0"/>
                    </a:rPr>
                    <a:t>N</a:t>
                  </a:r>
                </a:p>
              </p:txBody>
            </p:sp>
          </p:grpSp>
        </p:grpSp>
        <p:sp>
          <p:nvSpPr>
            <p:cNvPr id="429" name="Check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7F10C413-6544-250F-ED87-9367F2336BEA}"/>
                </a:ext>
              </a:extLst>
            </p:cNvPr>
            <p:cNvSpPr/>
            <p:nvPr>
              <p:custDataLst>
                <p:tags r:id="rId52"/>
              </p:custDataLst>
            </p:nvPr>
          </p:nvSpPr>
          <p:spPr>
            <a:xfrm>
              <a:off x="6484143" y="3876604"/>
              <a:ext cx="58738" cy="58738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437" name="그룹 436">
            <a:extLst>
              <a:ext uri="{FF2B5EF4-FFF2-40B4-BE49-F238E27FC236}">
                <a16:creationId xmlns:a16="http://schemas.microsoft.com/office/drawing/2014/main" id="{8A49903A-92EE-2733-4A99-0A80C37A1127}"/>
              </a:ext>
            </a:extLst>
          </p:cNvPr>
          <p:cNvGrpSpPr/>
          <p:nvPr/>
        </p:nvGrpSpPr>
        <p:grpSpPr>
          <a:xfrm>
            <a:off x="5869396" y="5385287"/>
            <a:ext cx="1057273" cy="198637"/>
            <a:chOff x="5744386" y="3810921"/>
            <a:chExt cx="1057273" cy="198637"/>
          </a:xfrm>
        </p:grpSpPr>
        <p:grpSp>
          <p:nvGrpSpPr>
            <p:cNvPr id="438" name="그룹 437">
              <a:extLst>
                <a:ext uri="{FF2B5EF4-FFF2-40B4-BE49-F238E27FC236}">
                  <a16:creationId xmlns:a16="http://schemas.microsoft.com/office/drawing/2014/main" id="{8F0048A5-8470-F15B-218E-85833D99AC15}"/>
                </a:ext>
              </a:extLst>
            </p:cNvPr>
            <p:cNvGrpSpPr/>
            <p:nvPr/>
          </p:nvGrpSpPr>
          <p:grpSpPr>
            <a:xfrm>
              <a:off x="5744386" y="3810921"/>
              <a:ext cx="1057273" cy="198637"/>
              <a:chOff x="5744386" y="3810921"/>
              <a:chExt cx="1057273" cy="198637"/>
            </a:xfrm>
          </p:grpSpPr>
          <p:grpSp>
            <p:nvGrpSpPr>
              <p:cNvPr id="440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&lt;/Code&gt;&lt;CodeSignature&gt;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&lt;/CodeSignature&gt;&lt;/SmartOptions&gt;&lt;SmartResize enabled=&quot;True&quot; minWidth=&quot;10&quot; minHeight=&quot;10&quot; /&gt;&lt;/SmartSettings&gt;">
                <a:extLst>
                  <a:ext uri="{FF2B5EF4-FFF2-40B4-BE49-F238E27FC236}">
                    <a16:creationId xmlns:a16="http://schemas.microsoft.com/office/drawing/2014/main" id="{0CF099AC-92CF-7876-AE87-2DED5E2402F5}"/>
                  </a:ext>
                </a:extLst>
              </p:cNvPr>
              <p:cNvGrpSpPr/>
              <p:nvPr>
                <p:custDataLst>
                  <p:tags r:id="rId45"/>
                </p:custDataLst>
              </p:nvPr>
            </p:nvGrpSpPr>
            <p:grpSpPr>
              <a:xfrm>
                <a:off x="5744386" y="3810921"/>
                <a:ext cx="350013" cy="196977"/>
                <a:chOff x="593892" y="1592858"/>
                <a:chExt cx="350013" cy="196977"/>
              </a:xfrm>
            </p:grpSpPr>
            <p:sp>
              <p:nvSpPr>
                <p:cNvPr id="445" name="Circle" descr="&lt;SmartSettings&gt;&lt;SmartResize anchorLeft=&quot;Absolute&quot; anchorTop=&quot;None&quot; anchorRight=&quot;None&quot; anchorBottom=&quot;None&quot; /&gt;&lt;/SmartSettings&gt;">
                  <a:extLst>
                    <a:ext uri="{FF2B5EF4-FFF2-40B4-BE49-F238E27FC236}">
                      <a16:creationId xmlns:a16="http://schemas.microsoft.com/office/drawing/2014/main" id="{B0F0A90D-1D39-AE19-9E25-7B8D64402EEB}"/>
                    </a:ext>
                  </a:extLst>
                </p:cNvPr>
                <p:cNvSpPr/>
                <p:nvPr>
                  <p:custDataLst>
                    <p:tags r:id="rId50"/>
                  </p:custDataLst>
                </p:nvPr>
              </p:nvSpPr>
              <p:spPr>
                <a:xfrm>
                  <a:off x="593892" y="1624671"/>
                  <a:ext cx="133350" cy="133350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800" dirty="0">
                    <a:solidFill>
                      <a:srgbClr val="5F5F5F"/>
                    </a:solidFill>
                    <a:latin typeface="+mn-ea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446" name="Label" descr="&lt;SmartSettings&gt;&lt;SmartResize anchorLeft=&quot;Absolute&quot; anchorTop=&quot;Absolute&quot; anchorRight=&quot;Absolute&quot; anchorBottom=&quot;Absolute&quot; /&gt;&lt;/SmartSettings&gt;">
                  <a:extLst>
                    <a:ext uri="{FF2B5EF4-FFF2-40B4-BE49-F238E27FC236}">
                      <a16:creationId xmlns:a16="http://schemas.microsoft.com/office/drawing/2014/main" id="{0DE034B5-D134-6109-9104-19F0D84DA6A7}"/>
                    </a:ext>
                  </a:extLst>
                </p:cNvPr>
                <p:cNvSpPr txBox="1"/>
                <p:nvPr>
                  <p:custDataLst>
                    <p:tags r:id="rId51"/>
                  </p:custDataLst>
                </p:nvPr>
              </p:nvSpPr>
              <p:spPr>
                <a:xfrm>
                  <a:off x="727243" y="1592858"/>
                  <a:ext cx="216662" cy="196977"/>
                </a:xfrm>
                <a:prstGeom prst="rect">
                  <a:avLst/>
                </a:prstGeom>
                <a:noFill/>
              </p:spPr>
              <p:txBody>
                <a:bodyPr wrap="none" lIns="73152" tIns="36576" rIns="73152" bIns="36576" rtlCol="0" anchor="ctr" anchorCtr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sz="800" dirty="0">
                      <a:solidFill>
                        <a:srgbClr val="5F5F5F"/>
                      </a:solidFill>
                      <a:latin typeface="+mn-ea"/>
                      <a:cs typeface="Segoe UI" panose="020B0502040204020203" pitchFamily="34" charset="0"/>
                    </a:rPr>
                    <a:t>Y</a:t>
                  </a:r>
                </a:p>
              </p:txBody>
            </p:sp>
          </p:grpSp>
          <p:grpSp>
            <p:nvGrpSpPr>
              <p:cNvPr id="441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&lt;/Code&gt;&lt;CodeSignature&gt;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&lt;/CodeSignature&gt;&lt;/SmartOptions&gt;&lt;SmartResize enabled=&quot;True&quot; minWidth=&quot;10&quot; minHeight=&quot;10&quot; /&gt;&lt;/SmartSettings&gt;">
                <a:extLst>
                  <a:ext uri="{FF2B5EF4-FFF2-40B4-BE49-F238E27FC236}">
                    <a16:creationId xmlns:a16="http://schemas.microsoft.com/office/drawing/2014/main" id="{999050BA-A4A6-399A-DAC6-221952FA1625}"/>
                  </a:ext>
                </a:extLst>
              </p:cNvPr>
              <p:cNvGrpSpPr/>
              <p:nvPr>
                <p:custDataLst>
                  <p:tags r:id="rId46"/>
                </p:custDataLst>
              </p:nvPr>
            </p:nvGrpSpPr>
            <p:grpSpPr>
              <a:xfrm>
                <a:off x="6446837" y="3812581"/>
                <a:ext cx="354822" cy="196977"/>
                <a:chOff x="593892" y="1592858"/>
                <a:chExt cx="354822" cy="196977"/>
              </a:xfrm>
            </p:grpSpPr>
            <p:sp>
              <p:nvSpPr>
                <p:cNvPr id="442" name="Circle" descr="&lt;SmartSettings&gt;&lt;SmartResize anchorLeft=&quot;Absolute&quot; anchorTop=&quot;None&quot; anchorRight=&quot;None&quot; anchorBottom=&quot;None&quot; /&gt;&lt;/SmartSettings&gt;">
                  <a:extLst>
                    <a:ext uri="{FF2B5EF4-FFF2-40B4-BE49-F238E27FC236}">
                      <a16:creationId xmlns:a16="http://schemas.microsoft.com/office/drawing/2014/main" id="{2E8E8C97-C209-BDC5-4458-763B1B66591E}"/>
                    </a:ext>
                  </a:extLst>
                </p:cNvPr>
                <p:cNvSpPr/>
                <p:nvPr>
                  <p:custDataLst>
                    <p:tags r:id="rId47"/>
                  </p:custDataLst>
                </p:nvPr>
              </p:nvSpPr>
              <p:spPr>
                <a:xfrm>
                  <a:off x="593892" y="1624671"/>
                  <a:ext cx="133350" cy="133350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800" dirty="0">
                    <a:solidFill>
                      <a:srgbClr val="5F5F5F"/>
                    </a:solidFill>
                    <a:latin typeface="+mn-ea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443" name="Check" descr="&lt;SmartSettings&gt;&lt;SmartResize anchorLeft=&quot;Absolute&quot; anchorTop=&quot;None&quot; anchorRight=&quot;None&quot; anchorBottom=&quot;None&quot; /&gt;&lt;/SmartSettings&gt;" hidden="1">
                  <a:extLst>
                    <a:ext uri="{FF2B5EF4-FFF2-40B4-BE49-F238E27FC236}">
                      <a16:creationId xmlns:a16="http://schemas.microsoft.com/office/drawing/2014/main" id="{D86D108A-2E9F-D46D-EFBC-B795EBA3CC1D}"/>
                    </a:ext>
                  </a:extLst>
                </p:cNvPr>
                <p:cNvSpPr/>
                <p:nvPr>
                  <p:custDataLst>
                    <p:tags r:id="rId48"/>
                  </p:custDataLst>
                </p:nvPr>
              </p:nvSpPr>
              <p:spPr>
                <a:xfrm>
                  <a:off x="631198" y="1661977"/>
                  <a:ext cx="58738" cy="58738"/>
                </a:xfrm>
                <a:prstGeom prst="ellipse">
                  <a:avLst/>
                </a:prstGeom>
                <a:solidFill>
                  <a:srgbClr val="808080"/>
                </a:solidFill>
                <a:ln w="6350">
                  <a:solidFill>
                    <a:srgbClr val="80808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800" dirty="0">
                    <a:solidFill>
                      <a:srgbClr val="5F5F5F"/>
                    </a:solidFill>
                    <a:latin typeface="+mn-ea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444" name="Label" descr="&lt;SmartSettings&gt;&lt;SmartResize anchorLeft=&quot;Absolute&quot; anchorTop=&quot;Absolute&quot; anchorRight=&quot;Absolute&quot; anchorBottom=&quot;Absolute&quot; /&gt;&lt;/SmartSettings&gt;">
                  <a:extLst>
                    <a:ext uri="{FF2B5EF4-FFF2-40B4-BE49-F238E27FC236}">
                      <a16:creationId xmlns:a16="http://schemas.microsoft.com/office/drawing/2014/main" id="{EA93E993-B0BA-DC66-EE54-6B848160F4AF}"/>
                    </a:ext>
                  </a:extLst>
                </p:cNvPr>
                <p:cNvSpPr txBox="1"/>
                <p:nvPr>
                  <p:custDataLst>
                    <p:tags r:id="rId49"/>
                  </p:custDataLst>
                </p:nvPr>
              </p:nvSpPr>
              <p:spPr>
                <a:xfrm>
                  <a:off x="727243" y="1592858"/>
                  <a:ext cx="221471" cy="196977"/>
                </a:xfrm>
                <a:prstGeom prst="rect">
                  <a:avLst/>
                </a:prstGeom>
                <a:noFill/>
              </p:spPr>
              <p:txBody>
                <a:bodyPr wrap="none" lIns="73152" tIns="36576" rIns="73152" bIns="36576" rtlCol="0" anchor="ctr" anchorCtr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sz="800" dirty="0">
                      <a:solidFill>
                        <a:srgbClr val="5F5F5F"/>
                      </a:solidFill>
                      <a:latin typeface="+mn-ea"/>
                      <a:cs typeface="Segoe UI" panose="020B0502040204020203" pitchFamily="34" charset="0"/>
                    </a:rPr>
                    <a:t>N</a:t>
                  </a:r>
                </a:p>
              </p:txBody>
            </p:sp>
          </p:grpSp>
        </p:grpSp>
        <p:sp>
          <p:nvSpPr>
            <p:cNvPr id="439" name="Check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CF96700E-0389-4CC4-5BA4-BC3CA42A0F32}"/>
                </a:ext>
              </a:extLst>
            </p:cNvPr>
            <p:cNvSpPr/>
            <p:nvPr>
              <p:custDataLst>
                <p:tags r:id="rId44"/>
              </p:custDataLst>
            </p:nvPr>
          </p:nvSpPr>
          <p:spPr>
            <a:xfrm>
              <a:off x="6484143" y="3876604"/>
              <a:ext cx="58738" cy="58738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447" name="그룹 446">
            <a:extLst>
              <a:ext uri="{FF2B5EF4-FFF2-40B4-BE49-F238E27FC236}">
                <a16:creationId xmlns:a16="http://schemas.microsoft.com/office/drawing/2014/main" id="{5636B9AA-132C-BADA-F142-2F24F3C4002B}"/>
              </a:ext>
            </a:extLst>
          </p:cNvPr>
          <p:cNvGrpSpPr/>
          <p:nvPr/>
        </p:nvGrpSpPr>
        <p:grpSpPr>
          <a:xfrm>
            <a:off x="5869396" y="5714523"/>
            <a:ext cx="1057273" cy="198637"/>
            <a:chOff x="5744386" y="3810921"/>
            <a:chExt cx="1057273" cy="198637"/>
          </a:xfrm>
        </p:grpSpPr>
        <p:grpSp>
          <p:nvGrpSpPr>
            <p:cNvPr id="448" name="그룹 447">
              <a:extLst>
                <a:ext uri="{FF2B5EF4-FFF2-40B4-BE49-F238E27FC236}">
                  <a16:creationId xmlns:a16="http://schemas.microsoft.com/office/drawing/2014/main" id="{5C7AABAB-5487-3419-494F-9FC53B325EE6}"/>
                </a:ext>
              </a:extLst>
            </p:cNvPr>
            <p:cNvGrpSpPr/>
            <p:nvPr/>
          </p:nvGrpSpPr>
          <p:grpSpPr>
            <a:xfrm>
              <a:off x="5744386" y="3810921"/>
              <a:ext cx="1057273" cy="198637"/>
              <a:chOff x="5744386" y="3810921"/>
              <a:chExt cx="1057273" cy="198637"/>
            </a:xfrm>
          </p:grpSpPr>
          <p:grpSp>
            <p:nvGrpSpPr>
              <p:cNvPr id="450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&lt;/Code&gt;&lt;CodeSignature&gt;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&lt;/CodeSignature&gt;&lt;/SmartOptions&gt;&lt;SmartResize enabled=&quot;True&quot; minWidth=&quot;10&quot; minHeight=&quot;10&quot; /&gt;&lt;/SmartSettings&gt;">
                <a:extLst>
                  <a:ext uri="{FF2B5EF4-FFF2-40B4-BE49-F238E27FC236}">
                    <a16:creationId xmlns:a16="http://schemas.microsoft.com/office/drawing/2014/main" id="{8DBEB21E-3CDF-95CA-7ACA-82743F0F652C}"/>
                  </a:ext>
                </a:extLst>
              </p:cNvPr>
              <p:cNvGrpSpPr/>
              <p:nvPr>
                <p:custDataLst>
                  <p:tags r:id="rId37"/>
                </p:custDataLst>
              </p:nvPr>
            </p:nvGrpSpPr>
            <p:grpSpPr>
              <a:xfrm>
                <a:off x="5744386" y="3810921"/>
                <a:ext cx="350013" cy="196977"/>
                <a:chOff x="593892" y="1592858"/>
                <a:chExt cx="350013" cy="196977"/>
              </a:xfrm>
            </p:grpSpPr>
            <p:sp>
              <p:nvSpPr>
                <p:cNvPr id="455" name="Circle" descr="&lt;SmartSettings&gt;&lt;SmartResize anchorLeft=&quot;Absolute&quot; anchorTop=&quot;None&quot; anchorRight=&quot;None&quot; anchorBottom=&quot;None&quot; /&gt;&lt;/SmartSettings&gt;">
                  <a:extLst>
                    <a:ext uri="{FF2B5EF4-FFF2-40B4-BE49-F238E27FC236}">
                      <a16:creationId xmlns:a16="http://schemas.microsoft.com/office/drawing/2014/main" id="{1D7401A5-5750-A0DC-6AE3-9C8018ECC603}"/>
                    </a:ext>
                  </a:extLst>
                </p:cNvPr>
                <p:cNvSpPr/>
                <p:nvPr>
                  <p:custDataLst>
                    <p:tags r:id="rId42"/>
                  </p:custDataLst>
                </p:nvPr>
              </p:nvSpPr>
              <p:spPr>
                <a:xfrm>
                  <a:off x="593892" y="1624671"/>
                  <a:ext cx="133350" cy="133350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800" dirty="0">
                    <a:solidFill>
                      <a:srgbClr val="5F5F5F"/>
                    </a:solidFill>
                    <a:latin typeface="+mn-ea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456" name="Label" descr="&lt;SmartSettings&gt;&lt;SmartResize anchorLeft=&quot;Absolute&quot; anchorTop=&quot;Absolute&quot; anchorRight=&quot;Absolute&quot; anchorBottom=&quot;Absolute&quot; /&gt;&lt;/SmartSettings&gt;">
                  <a:extLst>
                    <a:ext uri="{FF2B5EF4-FFF2-40B4-BE49-F238E27FC236}">
                      <a16:creationId xmlns:a16="http://schemas.microsoft.com/office/drawing/2014/main" id="{9AC70756-36DD-C4ED-C95A-68A0193F6C9F}"/>
                    </a:ext>
                  </a:extLst>
                </p:cNvPr>
                <p:cNvSpPr txBox="1"/>
                <p:nvPr>
                  <p:custDataLst>
                    <p:tags r:id="rId43"/>
                  </p:custDataLst>
                </p:nvPr>
              </p:nvSpPr>
              <p:spPr>
                <a:xfrm>
                  <a:off x="727243" y="1592858"/>
                  <a:ext cx="216662" cy="196977"/>
                </a:xfrm>
                <a:prstGeom prst="rect">
                  <a:avLst/>
                </a:prstGeom>
                <a:noFill/>
              </p:spPr>
              <p:txBody>
                <a:bodyPr wrap="none" lIns="73152" tIns="36576" rIns="73152" bIns="36576" rtlCol="0" anchor="ctr" anchorCtr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sz="800" dirty="0">
                      <a:solidFill>
                        <a:srgbClr val="5F5F5F"/>
                      </a:solidFill>
                      <a:latin typeface="+mn-ea"/>
                      <a:cs typeface="Segoe UI" panose="020B0502040204020203" pitchFamily="34" charset="0"/>
                    </a:rPr>
                    <a:t>Y</a:t>
                  </a:r>
                </a:p>
              </p:txBody>
            </p:sp>
          </p:grpSp>
          <p:grpSp>
            <p:nvGrpSpPr>
              <p:cNvPr id="451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&lt;/Code&gt;&lt;CodeSignature&gt;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&lt;/CodeSignature&gt;&lt;/SmartOptions&gt;&lt;SmartResize enabled=&quot;True&quot; minWidth=&quot;10&quot; minHeight=&quot;10&quot; /&gt;&lt;/SmartSettings&gt;">
                <a:extLst>
                  <a:ext uri="{FF2B5EF4-FFF2-40B4-BE49-F238E27FC236}">
                    <a16:creationId xmlns:a16="http://schemas.microsoft.com/office/drawing/2014/main" id="{734DA223-DDD0-4BE5-13B2-1FD82A0D49A8}"/>
                  </a:ext>
                </a:extLst>
              </p:cNvPr>
              <p:cNvGrpSpPr/>
              <p:nvPr>
                <p:custDataLst>
                  <p:tags r:id="rId38"/>
                </p:custDataLst>
              </p:nvPr>
            </p:nvGrpSpPr>
            <p:grpSpPr>
              <a:xfrm>
                <a:off x="6446837" y="3812581"/>
                <a:ext cx="354822" cy="196977"/>
                <a:chOff x="593892" y="1592858"/>
                <a:chExt cx="354822" cy="196977"/>
              </a:xfrm>
            </p:grpSpPr>
            <p:sp>
              <p:nvSpPr>
                <p:cNvPr id="452" name="Circle" descr="&lt;SmartSettings&gt;&lt;SmartResize anchorLeft=&quot;Absolute&quot; anchorTop=&quot;None&quot; anchorRight=&quot;None&quot; anchorBottom=&quot;None&quot; /&gt;&lt;/SmartSettings&gt;">
                  <a:extLst>
                    <a:ext uri="{FF2B5EF4-FFF2-40B4-BE49-F238E27FC236}">
                      <a16:creationId xmlns:a16="http://schemas.microsoft.com/office/drawing/2014/main" id="{822056FD-A978-0F97-227A-10E340134A92}"/>
                    </a:ext>
                  </a:extLst>
                </p:cNvPr>
                <p:cNvSpPr/>
                <p:nvPr>
                  <p:custDataLst>
                    <p:tags r:id="rId39"/>
                  </p:custDataLst>
                </p:nvPr>
              </p:nvSpPr>
              <p:spPr>
                <a:xfrm>
                  <a:off x="593892" y="1624671"/>
                  <a:ext cx="133350" cy="133350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800" dirty="0">
                    <a:solidFill>
                      <a:srgbClr val="5F5F5F"/>
                    </a:solidFill>
                    <a:latin typeface="+mn-ea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453" name="Check" descr="&lt;SmartSettings&gt;&lt;SmartResize anchorLeft=&quot;Absolute&quot; anchorTop=&quot;None&quot; anchorRight=&quot;None&quot; anchorBottom=&quot;None&quot; /&gt;&lt;/SmartSettings&gt;" hidden="1">
                  <a:extLst>
                    <a:ext uri="{FF2B5EF4-FFF2-40B4-BE49-F238E27FC236}">
                      <a16:creationId xmlns:a16="http://schemas.microsoft.com/office/drawing/2014/main" id="{51767799-10CF-87F7-9C99-A9BDDF5F081F}"/>
                    </a:ext>
                  </a:extLst>
                </p:cNvPr>
                <p:cNvSpPr/>
                <p:nvPr>
                  <p:custDataLst>
                    <p:tags r:id="rId40"/>
                  </p:custDataLst>
                </p:nvPr>
              </p:nvSpPr>
              <p:spPr>
                <a:xfrm>
                  <a:off x="631198" y="1661977"/>
                  <a:ext cx="58738" cy="58738"/>
                </a:xfrm>
                <a:prstGeom prst="ellipse">
                  <a:avLst/>
                </a:prstGeom>
                <a:solidFill>
                  <a:srgbClr val="808080"/>
                </a:solidFill>
                <a:ln w="6350">
                  <a:solidFill>
                    <a:srgbClr val="80808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800" dirty="0">
                    <a:solidFill>
                      <a:srgbClr val="5F5F5F"/>
                    </a:solidFill>
                    <a:latin typeface="+mn-ea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454" name="Label" descr="&lt;SmartSettings&gt;&lt;SmartResize anchorLeft=&quot;Absolute&quot; anchorTop=&quot;Absolute&quot; anchorRight=&quot;Absolute&quot; anchorBottom=&quot;Absolute&quot; /&gt;&lt;/SmartSettings&gt;">
                  <a:extLst>
                    <a:ext uri="{FF2B5EF4-FFF2-40B4-BE49-F238E27FC236}">
                      <a16:creationId xmlns:a16="http://schemas.microsoft.com/office/drawing/2014/main" id="{E8FA8754-EF1A-43A2-3992-517405598FB4}"/>
                    </a:ext>
                  </a:extLst>
                </p:cNvPr>
                <p:cNvSpPr txBox="1"/>
                <p:nvPr>
                  <p:custDataLst>
                    <p:tags r:id="rId41"/>
                  </p:custDataLst>
                </p:nvPr>
              </p:nvSpPr>
              <p:spPr>
                <a:xfrm>
                  <a:off x="727243" y="1592858"/>
                  <a:ext cx="221471" cy="196977"/>
                </a:xfrm>
                <a:prstGeom prst="rect">
                  <a:avLst/>
                </a:prstGeom>
                <a:noFill/>
              </p:spPr>
              <p:txBody>
                <a:bodyPr wrap="none" lIns="73152" tIns="36576" rIns="73152" bIns="36576" rtlCol="0" anchor="ctr" anchorCtr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sz="800" dirty="0">
                      <a:solidFill>
                        <a:srgbClr val="5F5F5F"/>
                      </a:solidFill>
                      <a:latin typeface="+mn-ea"/>
                      <a:cs typeface="Segoe UI" panose="020B0502040204020203" pitchFamily="34" charset="0"/>
                    </a:rPr>
                    <a:t>N</a:t>
                  </a:r>
                </a:p>
              </p:txBody>
            </p:sp>
          </p:grpSp>
        </p:grpSp>
        <p:sp>
          <p:nvSpPr>
            <p:cNvPr id="449" name="Check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846040D4-724D-B031-AEC5-F3DF14CB99DF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>
              <a:off x="6484143" y="3876604"/>
              <a:ext cx="58738" cy="58738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458" name="사각형: 둥근 모서리 457">
            <a:extLst>
              <a:ext uri="{FF2B5EF4-FFF2-40B4-BE49-F238E27FC236}">
                <a16:creationId xmlns:a16="http://schemas.microsoft.com/office/drawing/2014/main" id="{AD1A34E3-FC5A-3FC7-6EFB-1EB579DF29AE}"/>
              </a:ext>
            </a:extLst>
          </p:cNvPr>
          <p:cNvSpPr/>
          <p:nvPr/>
        </p:nvSpPr>
        <p:spPr>
          <a:xfrm>
            <a:off x="6667891" y="6216746"/>
            <a:ext cx="789856" cy="20457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>
                <a:latin typeface="나눔고딕" pitchFamily="2" charset="-127"/>
                <a:ea typeface="나눔고딕" pitchFamily="2" charset="-127"/>
              </a:rPr>
              <a:t>적용하기</a:t>
            </a:r>
          </a:p>
        </p:txBody>
      </p:sp>
      <p:cxnSp>
        <p:nvCxnSpPr>
          <p:cNvPr id="8" name="Separator">
            <a:extLst>
              <a:ext uri="{FF2B5EF4-FFF2-40B4-BE49-F238E27FC236}">
                <a16:creationId xmlns:a16="http://schemas.microsoft.com/office/drawing/2014/main" id="{5FD257AC-A481-02D8-4DF4-7FEC883E3F4E}"/>
              </a:ext>
            </a:extLst>
          </p:cNvPr>
          <p:cNvCxnSpPr/>
          <p:nvPr/>
        </p:nvCxnSpPr>
        <p:spPr>
          <a:xfrm>
            <a:off x="4153484" y="4728386"/>
            <a:ext cx="1723503" cy="0"/>
          </a:xfrm>
          <a:prstGeom prst="line">
            <a:avLst/>
          </a:prstGeom>
          <a:ln w="3175">
            <a:solidFill>
              <a:srgbClr val="000000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DC72524-F71F-72CB-48D0-E99F49D1E3D9}"/>
              </a:ext>
            </a:extLst>
          </p:cNvPr>
          <p:cNvSpPr txBox="1"/>
          <p:nvPr/>
        </p:nvSpPr>
        <p:spPr>
          <a:xfrm>
            <a:off x="1373565" y="2460255"/>
            <a:ext cx="44752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/>
              <a:t>V</a:t>
            </a:r>
            <a:endParaRPr lang="ko-KR" altLang="en-US" sz="8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5A3C6D-EFE6-DB3E-721B-CEC8F29D1E7A}"/>
              </a:ext>
            </a:extLst>
          </p:cNvPr>
          <p:cNvSpPr txBox="1"/>
          <p:nvPr/>
        </p:nvSpPr>
        <p:spPr>
          <a:xfrm>
            <a:off x="1369125" y="2815562"/>
            <a:ext cx="44752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/>
              <a:t>V</a:t>
            </a:r>
            <a:endParaRPr lang="ko-KR" altLang="en-US" sz="800" b="1" dirty="0"/>
          </a:p>
        </p:txBody>
      </p:sp>
      <p:sp>
        <p:nvSpPr>
          <p:cNvPr id="465" name="TextBox 464">
            <a:extLst>
              <a:ext uri="{FF2B5EF4-FFF2-40B4-BE49-F238E27FC236}">
                <a16:creationId xmlns:a16="http://schemas.microsoft.com/office/drawing/2014/main" id="{0C596F5C-5424-8E0E-0E12-14828230023F}"/>
              </a:ext>
            </a:extLst>
          </p:cNvPr>
          <p:cNvSpPr txBox="1"/>
          <p:nvPr/>
        </p:nvSpPr>
        <p:spPr>
          <a:xfrm>
            <a:off x="1364446" y="3181287"/>
            <a:ext cx="44752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/>
              <a:t>V</a:t>
            </a:r>
            <a:endParaRPr lang="ko-KR" altLang="en-US" sz="800" b="1" dirty="0"/>
          </a:p>
        </p:txBody>
      </p:sp>
      <p:sp>
        <p:nvSpPr>
          <p:cNvPr id="467" name="직사각형 466">
            <a:extLst>
              <a:ext uri="{FF2B5EF4-FFF2-40B4-BE49-F238E27FC236}">
                <a16:creationId xmlns:a16="http://schemas.microsoft.com/office/drawing/2014/main" id="{5ECC607E-8495-8C82-B084-AAE5F5F7D891}"/>
              </a:ext>
            </a:extLst>
          </p:cNvPr>
          <p:cNvSpPr/>
          <p:nvPr/>
        </p:nvSpPr>
        <p:spPr>
          <a:xfrm>
            <a:off x="388155" y="1251292"/>
            <a:ext cx="8000854" cy="5325770"/>
          </a:xfrm>
          <a:prstGeom prst="rect">
            <a:avLst/>
          </a:prstGeom>
          <a:solidFill>
            <a:schemeClr val="tx1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468" name="그룹 467">
            <a:extLst>
              <a:ext uri="{FF2B5EF4-FFF2-40B4-BE49-F238E27FC236}">
                <a16:creationId xmlns:a16="http://schemas.microsoft.com/office/drawing/2014/main" id="{EC0E4B6B-D746-C86C-2B9F-10CED9EF541B}"/>
              </a:ext>
            </a:extLst>
          </p:cNvPr>
          <p:cNvGrpSpPr/>
          <p:nvPr/>
        </p:nvGrpSpPr>
        <p:grpSpPr>
          <a:xfrm>
            <a:off x="2697255" y="2519189"/>
            <a:ext cx="3222246" cy="1507358"/>
            <a:chOff x="5699195" y="2266871"/>
            <a:chExt cx="3222246" cy="1507358"/>
          </a:xfrm>
        </p:grpSpPr>
        <p:grpSp>
          <p:nvGrpSpPr>
            <p:cNvPr id="469" name="Alert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9ftbPzdYjmrrprxs6peuBe+uy7PGWnG8otq+na9Gr9eZHV7+q7Nlw0hI52dZ9P8671F41q2dVV+zU7Hp5f5ssXLv3GyzBZ5s6IP07D1b5z84t84SelZrSdlMU2nZdY00ubLFRM0fRT8+SRrcnlDX+SX6+Iya/P07FU2K6on67atlmkxrZZny/PK/+yzdLkuy8NbvPndrF7SiL/ey6d1XdVf79WfWOcNBhp9+4b3q2Uuv71/1+2V/tZ8jXfnda4dx9/uv8+c8e1sOSvz+rt1tlrlNY/ee/1knk/f5rOTeba8yGf+C8NoxcBOuhS5DWAPtPBldZnXdTHL00lVlenZsmi3zny2hGymTeeDUXp2vFqlhMcdB9BjWzwT4ucxw+u/jRcDZPCIIG4dE77t63m2yps0836nIeRXqfftFkEZv86hn/KZfCSQPZwieOEpztMtD/b4rGG4nRcHXsZz9256PJulH53R1H6UTlWbxNu+1/TTECNzvXUWwvj9QyB3PI7xn7Pn2SQvGQH57bPeTI5pGPzdFo/l0UdDsCyQ8RdZfVEsFdmX2WxG07bV/Xr8PD9vR723xm+qVeTTV8XFnFrvDA7EG/vndbVeMQj5LT6m7gtbm8bFLYbH5X/tjSv42I4r+FTH1fv8SUWILdJP0vub0OrreAcoHCJNHrXdOHcdYGPlIAIaCMIU/XwmYoY/xnjv/cEqY6afCM63Yv+x/8eGLqMGbJgy2nwjcfogb00fffVrAf/ZpFLEUg/TiBtvpFAX3K3pwy9+DcA/m7SJuyLD5DHtN1IoAvTWRDLvfj3w3wSpNps59YFusnTv6ZEM2LonXSjvZ+0EiVvYOx3UsMnzIMWNQ7+BmofIF2wgIp+/v+kTIM03Yv0GHGu/i5407Kby2yDdYkAHREHnwEqD/j3+0oD4Gl144vAeDHkb3TEUS2wk156SqxmkVxTsexLsjYXxdTr5WSTZYAi1kWj3biZaHPD7ks2D8vU6+tkjXfzTOm/X9TJt63Ueee+X9D/KS5NX8J9fvBH6eUYv3Qze+/OXbAotL6tilj4tmlXV5FvDESOislsbsPR3lZj2FsHebUGOLYqRod8aSj+Ix9OhHIb6Huxy+8G+B9CNw30POIMDDj/gfECsy5B1NOHBLHMW0rzjB2xVk5+m2D9t8uUsr0fiSxzXF02aD/NYkN+pA4UkcNKsCRp1hoWJ81/TiUl/4S/0oRnlcPN8WR+QGSy9ReTVxeAz8fo6gVgklcEv37ITKI2hnvrxzG07G46VNvXXjRBu29tQ5LGpr4iXfdvuPB++/8bPVm4Lz4Aqv32Oyzz9GIVH+QF2wBdmoebPB3GWlxrj4Rgu0Y/Hm3zbCFvGXN2BSfwaHQ4JQ9RdfL9uN7qkg/3Gva337Dn06v5/II6Gpazb/OFCmS/XC6e+hiWMDMQo/EjVeOdTVredz4xOvDUqOs5BbCwrdzpyvNb9wmOFASzuUpbjcbNeUBx9fRR+/LpYrMrivAB/TGlRs0nbKm2ESarzNFumHzHaH4074O724ZnBykKgz3qP0jPxi7JJ6bnqnaHbFSpdeYm7XaYVg04LmjzMrvx1ixeuZGrf650cE/9eb/wiZYv3ekkYf/c92++9Z/t7nfbhGwOsYr7CaleRlcUPwC+sQx43Oc14nZ9/9pE34x/dPaKpadpsScvG5zWtBLTzPG1W+RS8NusDFpbzmMwiE2E0PBqB+SqMf7yCqRVw/Gt0IQ9PRIu186IZC+PRv1G9CgI8o/G4vrZcX90woxchKNKyECnq8UakLvJOm4F2eDS4DYXCs/g95ve+6zC5+ybeFZ4+l3vwAm7ufa5c2/tcuVM/v5UNeC8G/jxvSbHV5DvRT/Ake7kzUk5ldk1JDsqA4lO2TPRxVlYXX5Mp2b8MDQ+eD5xhGNnNhnXgRTycfvB5Y/yTRVOQSoZf8kUxraumOm/HX56fF9N8fFLV+fiLpnpTF69b0iLjBX5f+75q7FEevDEAM4/1k7rM+UNBbvPiFh6LXyggPxTsNi0t4bG49STxh4LeDYs6Pdk0D0nQ0/w8W5dtepmV60jyDs9tGSmSEWx+WBLVXBXtdJ5u8TA2kG8DCDxTyhx1Bvpo8xt4BkT59vO9gbPMMyyUt+vm2UCetfsMCdc328sGMflmO5rUefb2hnadSVdN9LM977cdwYdO/C3560fzzjr+/y+zftt+Pmzab8lb/2+edWM6fzTxPxu9fPDM35LDbjPxM/F0bjHRlBmsriQxV1+sF5QcPn03zVcYyNZHXy2b9WpV1ZSe8+IL9jvGg0vIeCLu0cDH33RoRTmvCeWnKY1kspg/G3GWSRz2UmB4In7XDzXa8oPgr+WSb4y/8fjh9Hv3wPJ0yy7ufUAXX98z9oMAk/zelO03zwDX47FB0//LJ+c9evh/z9xsXBIxz48m55Y9fMNzEy4aDb06bDDiX7x/NH8bQf65jOrjvHf7aTscIhWebzxl0KPmLVyNOO/fboS3dcLi3P8N93ELB6xPKaekfpZJdVs38v+9lPJUxv/3aXXbLm5Bqp8tr15p/cN17NWdvqyKWSrrtPnWzatlJ2We1Vs3rnndEDV89DKrG1ow5HDgorjMl/6SIk/zK6ytYUXxHNEFPkF8kbVkU1Z13hBF8XIf9CqrW17F/pBIQ1dQmTaRxT/3q7fm+D60638H0+VgwV/AUtiApRCzGoXT1tf9DzeYS9fn+M31ijselCoeNlpBrD6vq/UKS3gehJNqTdNCIHbxBa2mjvmVr9qibMYUKb7IFsHKKZrKAvJH72+vGQGG36QX+P2szRcNaQUPoc/t5xtECmTwAOgq5Nc30tEp8J8b3scDpqdVuzYtaEC7h/Tj8WfeKIXS9PEnn9ywfIPnFv3hYVoK9VK/s+8V37+F/sTDS9zTbPkqJ05v8tcKqr2dBsZzA+1cw1uOCY9l8/fk8ON1Kx/c6PJ3H+nNvn9jt0FLdC0KhuZ4ls9e5dOWmLn8umh8O2ve5O9IhZHwfVNxSPd5j9nA0w31jLqz6mT8QpH9SExjujukIIae98QIT4iRIHJLtvWfPv+f39Jb858N0XLs6UTQe7ck694PjawGo/9Pk/XeLcl674dGVoPR/3fI+h5NLfW/jvZ+RjEMWdHFe8zEe84CMAuWaTYwBhb3UzT8IXBGB6f/77AGHjvn3bWpDcTVRfQfFn37mP1/lMThstwGAvNq9Q+LvF2s/j9K3N5q5Ab6mnXhHxaJI7j9f4fKt2x6y2bnxTIryxsCNvO8B6nBAh3SvOe8fkEpknlWjhXESbX4cvLTFAuINdyUI/KfW5DhhiY3fH0rAt6CcIPDdYHoTWPegOnXTpvhmWacuz/58gubxEvzd5HpHBgmEiHPq4uLvB6zJt366FlWlJT8aysy1kVL6aniB5qDZU5p6OOGgr5pnp5T5onWQEqiBL3AU9+MPxqh/8OhBYd4jg7PBy72v6K8my7ze+m6L/KmyS7yJ9U7QR5JO4P/10266RDCFhHy9n2w4fTNwOwMMl4Ad4j3us4W+r6Z8PxmzMn55rDvgh4aQMSbeb8xdOz1NzeCEPAQ/j134f2w75vCb24APdhDY4jZ4/cbRpC7+OZG4IMdQr6TNvk6eGty4JvGe+8WeNu8xNfBW6Pvbxrve7fA2wb+t8Pb+1N/pR+/5P8B96SA2U9VAAA=&lt;/Code&gt;&lt;CodeSignature&gt;BLF4JWurVfxIUHaELsi3Nd7j9DhOHL/Mzfty2RbBJndEYSJzEH2XjlOCGM5N4Y9nV5FTIAS219vteJTD3Z/4XWVvkZtfgQxlLmoV4wsdfH8OKo8X1itX6TvbMBqX/oVA+6SyYCB5R8xQ4594vwKX3+d6QJj8QV8I9/euyLGJBof34ivmhhRbXnBaRyyay1r8dKnNOuIGkZTn/zoB/RFkN++hixRlxyYGoJYmk9hnLTUGhiN+xcV4T178pA3JDT3bqSjbV1YYEDUiXfNhZcEEDh1Y2sAb87IQ+7WlC694jPU9ip4XAQBKAedRPoA3wYsewBmLptQX6R00D9TbbxddDA==&lt;/CodeSignature&gt;&lt;/SmartOptions&gt;&lt;SmartResize enabled=&quot;True&quot; minWidth=&quot;190&quot; minHeight=&quot;110&quot; /&gt;&lt;/SmartSettings&gt;">
              <a:extLst>
                <a:ext uri="{FF2B5EF4-FFF2-40B4-BE49-F238E27FC236}">
                  <a16:creationId xmlns:a16="http://schemas.microsoft.com/office/drawing/2014/main" id="{6E713149-AC02-C1A5-D0E6-DD225C4ABB14}"/>
                </a:ext>
              </a:extLst>
            </p:cNvPr>
            <p:cNvGrpSpPr/>
            <p:nvPr>
              <p:custDataLst>
                <p:tags r:id="rId25"/>
              </p:custDataLst>
            </p:nvPr>
          </p:nvGrpSpPr>
          <p:grpSpPr>
            <a:xfrm>
              <a:off x="5699195" y="2266871"/>
              <a:ext cx="3222246" cy="1507358"/>
              <a:chOff x="595686" y="1261242"/>
              <a:chExt cx="3222246" cy="1507358"/>
            </a:xfrm>
          </p:grpSpPr>
          <p:sp>
            <p:nvSpPr>
              <p:cNvPr id="473" name="Window Body" descr="&lt;SmartSettings&gt;&lt;SmartResize anchorLeft=&quot;Absolute&quot; anchorTop=&quot;Absolute&quot; anchorRight=&quot;Absolute&quot; anchorBottom=&quot;Absolute&quot; /&gt;&lt;/SmartSettings&gt;">
                <a:extLst>
                  <a:ext uri="{FF2B5EF4-FFF2-40B4-BE49-F238E27FC236}">
                    <a16:creationId xmlns:a16="http://schemas.microsoft.com/office/drawing/2014/main" id="{8626DF99-97EC-ED9F-F033-8BBCC3AB73BB}"/>
                  </a:ext>
                </a:extLst>
              </p:cNvPr>
              <p:cNvSpPr/>
              <p:nvPr>
                <p:custDataLst>
                  <p:tags r:id="rId27"/>
                </p:custDataLst>
              </p:nvPr>
            </p:nvSpPr>
            <p:spPr>
              <a:xfrm>
                <a:off x="595686" y="1498986"/>
                <a:ext cx="3222246" cy="1269614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74" name="Text">
                <a:extLst>
                  <a:ext uri="{FF2B5EF4-FFF2-40B4-BE49-F238E27FC236}">
                    <a16:creationId xmlns:a16="http://schemas.microsoft.com/office/drawing/2014/main" id="{49F75685-E87C-BC9D-BA38-5E5A12DDA688}"/>
                  </a:ext>
                </a:extLst>
              </p:cNvPr>
              <p:cNvSpPr txBox="1"/>
              <p:nvPr>
                <p:custDataLst>
                  <p:tags r:id="rId28"/>
                </p:custDataLst>
              </p:nvPr>
            </p:nvSpPr>
            <p:spPr>
              <a:xfrm>
                <a:off x="1351961" y="1765977"/>
                <a:ext cx="2294511" cy="688281"/>
              </a:xfrm>
              <a:prstGeom prst="rect">
                <a:avLst/>
              </a:prstGeom>
              <a:noFill/>
            </p:spPr>
            <p:txBody>
              <a:bodyPr wrap="square" lIns="73152" tIns="36576" rIns="73152" bIns="36576" rtlCol="0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ko-KR" altLang="en-US" sz="800" noProof="1">
                    <a:solidFill>
                      <a:prstClr val="black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선택하신 대상을 삭제하시겠습니까</a:t>
                </a:r>
                <a:r>
                  <a:rPr lang="en-US" altLang="ko-KR" sz="800" noProof="1">
                    <a:solidFill>
                      <a:prstClr val="black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?</a:t>
                </a:r>
                <a:endParaRPr lang="en-US" sz="800" noProof="1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endParaRPr>
              </a:p>
            </p:txBody>
          </p:sp>
          <p:sp>
            <p:nvSpPr>
              <p:cNvPr id="475" name="Title Bar">
                <a:extLst>
                  <a:ext uri="{FF2B5EF4-FFF2-40B4-BE49-F238E27FC236}">
                    <a16:creationId xmlns:a16="http://schemas.microsoft.com/office/drawing/2014/main" id="{09769AA6-2438-A6F7-2B8E-CDCABD80D939}"/>
                  </a:ext>
                </a:extLst>
              </p:cNvPr>
              <p:cNvSpPr/>
              <p:nvPr>
                <p:custDataLst>
                  <p:tags r:id="rId29"/>
                </p:custDataLst>
              </p:nvPr>
            </p:nvSpPr>
            <p:spPr>
              <a:xfrm>
                <a:off x="595686" y="1261242"/>
                <a:ext cx="3222246" cy="237744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2286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800" dirty="0">
                    <a:solidFill>
                      <a:srgbClr val="5F5F5F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Confirm</a:t>
                </a:r>
              </a:p>
            </p:txBody>
          </p:sp>
          <p:sp>
            <p:nvSpPr>
              <p:cNvPr id="476" name="Close Button">
                <a:extLst>
                  <a:ext uri="{FF2B5EF4-FFF2-40B4-BE49-F238E27FC236}">
                    <a16:creationId xmlns:a16="http://schemas.microsoft.com/office/drawing/2014/main" id="{1752D6A9-A0C7-386F-58BE-551B282B1121}"/>
                  </a:ext>
                </a:extLst>
              </p:cNvPr>
              <p:cNvSpPr>
                <a:spLocks noEditPoints="1"/>
              </p:cNvSpPr>
              <p:nvPr>
                <p:custDataLst>
                  <p:tags r:id="rId30"/>
                </p:custDataLst>
              </p:nvPr>
            </p:nvSpPr>
            <p:spPr bwMode="auto">
              <a:xfrm>
                <a:off x="3607048" y="1332489"/>
                <a:ext cx="98425" cy="95250"/>
              </a:xfrm>
              <a:custGeom>
                <a:avLst/>
                <a:gdLst>
                  <a:gd name="T0" fmla="*/ 254 w 254"/>
                  <a:gd name="T1" fmla="*/ 0 h 254"/>
                  <a:gd name="T2" fmla="*/ 0 w 254"/>
                  <a:gd name="T3" fmla="*/ 254 h 254"/>
                  <a:gd name="T4" fmla="*/ 0 w 254"/>
                  <a:gd name="T5" fmla="*/ 0 h 254"/>
                  <a:gd name="T6" fmla="*/ 254 w 254"/>
                  <a:gd name="T7" fmla="*/ 254 h 2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4" h="254">
                    <a:moveTo>
                      <a:pt x="254" y="0"/>
                    </a:moveTo>
                    <a:lnTo>
                      <a:pt x="0" y="254"/>
                    </a:lnTo>
                    <a:moveTo>
                      <a:pt x="0" y="0"/>
                    </a:moveTo>
                    <a:lnTo>
                      <a:pt x="254" y="254"/>
                    </a:lnTo>
                  </a:path>
                </a:pathLst>
              </a:custGeom>
              <a:noFill/>
              <a:ln w="9525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grpSp>
            <p:nvGrpSpPr>
              <p:cNvPr id="477" name="Icons">
                <a:extLst>
                  <a:ext uri="{FF2B5EF4-FFF2-40B4-BE49-F238E27FC236}">
                    <a16:creationId xmlns:a16="http://schemas.microsoft.com/office/drawing/2014/main" id="{58576392-0A17-C785-9C59-73D2D54B3906}"/>
                  </a:ext>
                </a:extLst>
              </p:cNvPr>
              <p:cNvGrpSpPr/>
              <p:nvPr/>
            </p:nvGrpSpPr>
            <p:grpSpPr>
              <a:xfrm>
                <a:off x="773534" y="1669713"/>
                <a:ext cx="457200" cy="396875"/>
                <a:chOff x="773534" y="1669713"/>
                <a:chExt cx="457200" cy="396875"/>
              </a:xfrm>
            </p:grpSpPr>
            <p:sp>
              <p:nvSpPr>
                <p:cNvPr id="229" name="Warning Icon" hidden="1">
                  <a:extLst>
                    <a:ext uri="{FF2B5EF4-FFF2-40B4-BE49-F238E27FC236}">
                      <a16:creationId xmlns:a16="http://schemas.microsoft.com/office/drawing/2014/main" id="{680C7911-BB23-C1F3-F649-0C8681A324D9}"/>
                    </a:ext>
                  </a:extLst>
                </p:cNvPr>
                <p:cNvSpPr>
                  <a:spLocks noChangeAspect="1" noEditPoints="1"/>
                </p:cNvSpPr>
                <p:nvPr>
                  <p:custDataLst>
                    <p:tags r:id="rId33"/>
                  </p:custDataLst>
                </p:nvPr>
              </p:nvSpPr>
              <p:spPr bwMode="auto">
                <a:xfrm>
                  <a:off x="773534" y="1670507"/>
                  <a:ext cx="457200" cy="395287"/>
                </a:xfrm>
                <a:custGeom>
                  <a:avLst/>
                  <a:gdLst>
                    <a:gd name="T0" fmla="*/ 1270 w 1270"/>
                    <a:gd name="T1" fmla="*/ 1101 h 1101"/>
                    <a:gd name="T2" fmla="*/ 0 w 1270"/>
                    <a:gd name="T3" fmla="*/ 1101 h 1101"/>
                    <a:gd name="T4" fmla="*/ 635 w 1270"/>
                    <a:gd name="T5" fmla="*/ 0 h 1101"/>
                    <a:gd name="T6" fmla="*/ 1270 w 1270"/>
                    <a:gd name="T7" fmla="*/ 1101 h 1101"/>
                    <a:gd name="T8" fmla="*/ 579 w 1270"/>
                    <a:gd name="T9" fmla="*/ 320 h 1101"/>
                    <a:gd name="T10" fmla="*/ 579 w 1270"/>
                    <a:gd name="T11" fmla="*/ 716 h 1101"/>
                    <a:gd name="T12" fmla="*/ 691 w 1270"/>
                    <a:gd name="T13" fmla="*/ 716 h 1101"/>
                    <a:gd name="T14" fmla="*/ 691 w 1270"/>
                    <a:gd name="T15" fmla="*/ 320 h 1101"/>
                    <a:gd name="T16" fmla="*/ 579 w 1270"/>
                    <a:gd name="T17" fmla="*/ 320 h 1101"/>
                    <a:gd name="T18" fmla="*/ 635 w 1270"/>
                    <a:gd name="T19" fmla="*/ 799 h 1101"/>
                    <a:gd name="T20" fmla="*/ 564 w 1270"/>
                    <a:gd name="T21" fmla="*/ 870 h 1101"/>
                    <a:gd name="T22" fmla="*/ 635 w 1270"/>
                    <a:gd name="T23" fmla="*/ 940 h 1101"/>
                    <a:gd name="T24" fmla="*/ 706 w 1270"/>
                    <a:gd name="T25" fmla="*/ 870 h 1101"/>
                    <a:gd name="T26" fmla="*/ 635 w 1270"/>
                    <a:gd name="T27" fmla="*/ 799 h 1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270" h="1101">
                      <a:moveTo>
                        <a:pt x="1270" y="1101"/>
                      </a:moveTo>
                      <a:lnTo>
                        <a:pt x="0" y="1101"/>
                      </a:lnTo>
                      <a:lnTo>
                        <a:pt x="635" y="0"/>
                      </a:lnTo>
                      <a:lnTo>
                        <a:pt x="1270" y="1101"/>
                      </a:lnTo>
                      <a:close/>
                      <a:moveTo>
                        <a:pt x="579" y="320"/>
                      </a:moveTo>
                      <a:lnTo>
                        <a:pt x="579" y="716"/>
                      </a:lnTo>
                      <a:lnTo>
                        <a:pt x="691" y="716"/>
                      </a:lnTo>
                      <a:lnTo>
                        <a:pt x="691" y="320"/>
                      </a:lnTo>
                      <a:lnTo>
                        <a:pt x="579" y="320"/>
                      </a:lnTo>
                      <a:close/>
                      <a:moveTo>
                        <a:pt x="635" y="799"/>
                      </a:moveTo>
                      <a:cubicBezTo>
                        <a:pt x="596" y="799"/>
                        <a:pt x="564" y="831"/>
                        <a:pt x="564" y="870"/>
                      </a:cubicBezTo>
                      <a:cubicBezTo>
                        <a:pt x="564" y="909"/>
                        <a:pt x="596" y="940"/>
                        <a:pt x="635" y="940"/>
                      </a:cubicBezTo>
                      <a:cubicBezTo>
                        <a:pt x="674" y="940"/>
                        <a:pt x="706" y="909"/>
                        <a:pt x="706" y="870"/>
                      </a:cubicBezTo>
                      <a:cubicBezTo>
                        <a:pt x="706" y="831"/>
                        <a:pt x="674" y="799"/>
                        <a:pt x="635" y="799"/>
                      </a:cubicBezTo>
                      <a:close/>
                    </a:path>
                  </a:pathLst>
                </a:custGeom>
                <a:noFill/>
                <a:ln w="6350" cap="rnd">
                  <a:solidFill>
                    <a:srgbClr val="80808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230" name="Error Icon" hidden="1">
                  <a:extLst>
                    <a:ext uri="{FF2B5EF4-FFF2-40B4-BE49-F238E27FC236}">
                      <a16:creationId xmlns:a16="http://schemas.microsoft.com/office/drawing/2014/main" id="{2E1A4062-CB1E-C485-55E6-E3262B35AB22}"/>
                    </a:ext>
                  </a:extLst>
                </p:cNvPr>
                <p:cNvSpPr>
                  <a:spLocks noChangeAspect="1" noEditPoints="1"/>
                </p:cNvSpPr>
                <p:nvPr>
                  <p:custDataLst>
                    <p:tags r:id="rId34"/>
                  </p:custDataLst>
                </p:nvPr>
              </p:nvSpPr>
              <p:spPr bwMode="auto">
                <a:xfrm>
                  <a:off x="802903" y="1670507"/>
                  <a:ext cx="398463" cy="395287"/>
                </a:xfrm>
                <a:custGeom>
                  <a:avLst/>
                  <a:gdLst>
                    <a:gd name="T0" fmla="*/ 1101 w 1101"/>
                    <a:gd name="T1" fmla="*/ 778 h 1100"/>
                    <a:gd name="T2" fmla="*/ 778 w 1101"/>
                    <a:gd name="T3" fmla="*/ 1100 h 1100"/>
                    <a:gd name="T4" fmla="*/ 322 w 1101"/>
                    <a:gd name="T5" fmla="*/ 1100 h 1100"/>
                    <a:gd name="T6" fmla="*/ 0 w 1101"/>
                    <a:gd name="T7" fmla="*/ 778 h 1100"/>
                    <a:gd name="T8" fmla="*/ 0 w 1101"/>
                    <a:gd name="T9" fmla="*/ 322 h 1100"/>
                    <a:gd name="T10" fmla="*/ 322 w 1101"/>
                    <a:gd name="T11" fmla="*/ 0 h 1100"/>
                    <a:gd name="T12" fmla="*/ 778 w 1101"/>
                    <a:gd name="T13" fmla="*/ 0 h 1100"/>
                    <a:gd name="T14" fmla="*/ 1101 w 1101"/>
                    <a:gd name="T15" fmla="*/ 322 h 1100"/>
                    <a:gd name="T16" fmla="*/ 1101 w 1101"/>
                    <a:gd name="T17" fmla="*/ 778 h 1100"/>
                    <a:gd name="T18" fmla="*/ 380 w 1101"/>
                    <a:gd name="T19" fmla="*/ 300 h 1100"/>
                    <a:gd name="T20" fmla="*/ 301 w 1101"/>
                    <a:gd name="T21" fmla="*/ 380 h 1100"/>
                    <a:gd name="T22" fmla="*/ 470 w 1101"/>
                    <a:gd name="T23" fmla="*/ 550 h 1100"/>
                    <a:gd name="T24" fmla="*/ 301 w 1101"/>
                    <a:gd name="T25" fmla="*/ 719 h 1100"/>
                    <a:gd name="T26" fmla="*/ 380 w 1101"/>
                    <a:gd name="T27" fmla="*/ 799 h 1100"/>
                    <a:gd name="T28" fmla="*/ 550 w 1101"/>
                    <a:gd name="T29" fmla="*/ 629 h 1100"/>
                    <a:gd name="T30" fmla="*/ 720 w 1101"/>
                    <a:gd name="T31" fmla="*/ 799 h 1100"/>
                    <a:gd name="T32" fmla="*/ 800 w 1101"/>
                    <a:gd name="T33" fmla="*/ 719 h 1100"/>
                    <a:gd name="T34" fmla="*/ 630 w 1101"/>
                    <a:gd name="T35" fmla="*/ 550 h 1100"/>
                    <a:gd name="T36" fmla="*/ 800 w 1101"/>
                    <a:gd name="T37" fmla="*/ 380 h 1100"/>
                    <a:gd name="T38" fmla="*/ 720 w 1101"/>
                    <a:gd name="T39" fmla="*/ 300 h 1100"/>
                    <a:gd name="T40" fmla="*/ 550 w 1101"/>
                    <a:gd name="T41" fmla="*/ 470 h 1100"/>
                    <a:gd name="T42" fmla="*/ 380 w 1101"/>
                    <a:gd name="T43" fmla="*/ 300 h 1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1101" h="1100">
                      <a:moveTo>
                        <a:pt x="1101" y="778"/>
                      </a:moveTo>
                      <a:lnTo>
                        <a:pt x="778" y="1100"/>
                      </a:lnTo>
                      <a:lnTo>
                        <a:pt x="322" y="1100"/>
                      </a:lnTo>
                      <a:lnTo>
                        <a:pt x="0" y="778"/>
                      </a:lnTo>
                      <a:lnTo>
                        <a:pt x="0" y="322"/>
                      </a:lnTo>
                      <a:lnTo>
                        <a:pt x="322" y="0"/>
                      </a:lnTo>
                      <a:lnTo>
                        <a:pt x="778" y="0"/>
                      </a:lnTo>
                      <a:lnTo>
                        <a:pt x="1101" y="322"/>
                      </a:lnTo>
                      <a:lnTo>
                        <a:pt x="1101" y="778"/>
                      </a:lnTo>
                      <a:close/>
                      <a:moveTo>
                        <a:pt x="380" y="300"/>
                      </a:moveTo>
                      <a:lnTo>
                        <a:pt x="301" y="380"/>
                      </a:lnTo>
                      <a:lnTo>
                        <a:pt x="470" y="550"/>
                      </a:lnTo>
                      <a:lnTo>
                        <a:pt x="301" y="719"/>
                      </a:lnTo>
                      <a:lnTo>
                        <a:pt x="380" y="799"/>
                      </a:lnTo>
                      <a:lnTo>
                        <a:pt x="550" y="629"/>
                      </a:lnTo>
                      <a:lnTo>
                        <a:pt x="720" y="799"/>
                      </a:lnTo>
                      <a:lnTo>
                        <a:pt x="800" y="719"/>
                      </a:lnTo>
                      <a:lnTo>
                        <a:pt x="630" y="550"/>
                      </a:lnTo>
                      <a:lnTo>
                        <a:pt x="800" y="380"/>
                      </a:lnTo>
                      <a:lnTo>
                        <a:pt x="720" y="300"/>
                      </a:lnTo>
                      <a:lnTo>
                        <a:pt x="550" y="470"/>
                      </a:lnTo>
                      <a:lnTo>
                        <a:pt x="380" y="300"/>
                      </a:lnTo>
                      <a:close/>
                    </a:path>
                  </a:pathLst>
                </a:custGeom>
                <a:noFill/>
                <a:ln w="6350" cap="rnd">
                  <a:solidFill>
                    <a:srgbClr val="80808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235" name="Question Icon" hidden="1">
                  <a:extLst>
                    <a:ext uri="{FF2B5EF4-FFF2-40B4-BE49-F238E27FC236}">
                      <a16:creationId xmlns:a16="http://schemas.microsoft.com/office/drawing/2014/main" id="{B2BEF299-51AD-CA4C-3A58-428D96FD8D6E}"/>
                    </a:ext>
                  </a:extLst>
                </p:cNvPr>
                <p:cNvSpPr>
                  <a:spLocks noChangeAspect="1" noEditPoints="1"/>
                </p:cNvSpPr>
                <p:nvPr>
                  <p:custDataLst>
                    <p:tags r:id="rId35"/>
                  </p:custDataLst>
                </p:nvPr>
              </p:nvSpPr>
              <p:spPr bwMode="auto">
                <a:xfrm>
                  <a:off x="802903" y="1669713"/>
                  <a:ext cx="398463" cy="396875"/>
                </a:xfrm>
                <a:custGeom>
                  <a:avLst/>
                  <a:gdLst>
                    <a:gd name="T0" fmla="*/ 1101 w 1101"/>
                    <a:gd name="T1" fmla="*/ 551 h 1101"/>
                    <a:gd name="T2" fmla="*/ 550 w 1101"/>
                    <a:gd name="T3" fmla="*/ 1101 h 1101"/>
                    <a:gd name="T4" fmla="*/ 0 w 1101"/>
                    <a:gd name="T5" fmla="*/ 551 h 1101"/>
                    <a:gd name="T6" fmla="*/ 550 w 1101"/>
                    <a:gd name="T7" fmla="*/ 0 h 1101"/>
                    <a:gd name="T8" fmla="*/ 1101 w 1101"/>
                    <a:gd name="T9" fmla="*/ 551 h 1101"/>
                    <a:gd name="T10" fmla="*/ 596 w 1101"/>
                    <a:gd name="T11" fmla="*/ 685 h 1101"/>
                    <a:gd name="T12" fmla="*/ 509 w 1101"/>
                    <a:gd name="T13" fmla="*/ 685 h 1101"/>
                    <a:gd name="T14" fmla="*/ 509 w 1101"/>
                    <a:gd name="T15" fmla="*/ 625 h 1101"/>
                    <a:gd name="T16" fmla="*/ 521 w 1101"/>
                    <a:gd name="T17" fmla="*/ 577 h 1101"/>
                    <a:gd name="T18" fmla="*/ 575 w 1101"/>
                    <a:gd name="T19" fmla="*/ 527 h 1101"/>
                    <a:gd name="T20" fmla="*/ 638 w 1101"/>
                    <a:gd name="T21" fmla="*/ 424 h 1101"/>
                    <a:gd name="T22" fmla="*/ 614 w 1101"/>
                    <a:gd name="T23" fmla="*/ 359 h 1101"/>
                    <a:gd name="T24" fmla="*/ 549 w 1101"/>
                    <a:gd name="T25" fmla="*/ 334 h 1101"/>
                    <a:gd name="T26" fmla="*/ 440 w 1101"/>
                    <a:gd name="T27" fmla="*/ 462 h 1101"/>
                    <a:gd name="T28" fmla="*/ 343 w 1101"/>
                    <a:gd name="T29" fmla="*/ 445 h 1101"/>
                    <a:gd name="T30" fmla="*/ 413 w 1101"/>
                    <a:gd name="T31" fmla="*/ 295 h 1101"/>
                    <a:gd name="T32" fmla="*/ 561 w 1101"/>
                    <a:gd name="T33" fmla="*/ 241 h 1101"/>
                    <a:gd name="T34" fmla="*/ 702 w 1101"/>
                    <a:gd name="T35" fmla="*/ 291 h 1101"/>
                    <a:gd name="T36" fmla="*/ 758 w 1101"/>
                    <a:gd name="T37" fmla="*/ 418 h 1101"/>
                    <a:gd name="T38" fmla="*/ 743 w 1101"/>
                    <a:gd name="T39" fmla="*/ 489 h 1101"/>
                    <a:gd name="T40" fmla="*/ 707 w 1101"/>
                    <a:gd name="T41" fmla="*/ 541 h 1101"/>
                    <a:gd name="T42" fmla="*/ 624 w 1101"/>
                    <a:gd name="T43" fmla="*/ 606 h 1101"/>
                    <a:gd name="T44" fmla="*/ 601 w 1101"/>
                    <a:gd name="T45" fmla="*/ 632 h 1101"/>
                    <a:gd name="T46" fmla="*/ 596 w 1101"/>
                    <a:gd name="T47" fmla="*/ 685 h 1101"/>
                    <a:gd name="T48" fmla="*/ 614 w 1101"/>
                    <a:gd name="T49" fmla="*/ 749 h 1101"/>
                    <a:gd name="T50" fmla="*/ 614 w 1101"/>
                    <a:gd name="T51" fmla="*/ 861 h 1101"/>
                    <a:gd name="T52" fmla="*/ 509 w 1101"/>
                    <a:gd name="T53" fmla="*/ 861 h 1101"/>
                    <a:gd name="T54" fmla="*/ 509 w 1101"/>
                    <a:gd name="T55" fmla="*/ 749 h 1101"/>
                    <a:gd name="T56" fmla="*/ 614 w 1101"/>
                    <a:gd name="T57" fmla="*/ 749 h 1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1101" h="1101">
                      <a:moveTo>
                        <a:pt x="1101" y="551"/>
                      </a:moveTo>
                      <a:cubicBezTo>
                        <a:pt x="1101" y="854"/>
                        <a:pt x="854" y="1101"/>
                        <a:pt x="550" y="1101"/>
                      </a:cubicBezTo>
                      <a:cubicBezTo>
                        <a:pt x="246" y="1101"/>
                        <a:pt x="0" y="854"/>
                        <a:pt x="0" y="551"/>
                      </a:cubicBezTo>
                      <a:cubicBezTo>
                        <a:pt x="0" y="247"/>
                        <a:pt x="246" y="0"/>
                        <a:pt x="550" y="0"/>
                      </a:cubicBezTo>
                      <a:cubicBezTo>
                        <a:pt x="854" y="0"/>
                        <a:pt x="1101" y="247"/>
                        <a:pt x="1101" y="551"/>
                      </a:cubicBezTo>
                      <a:close/>
                      <a:moveTo>
                        <a:pt x="596" y="685"/>
                      </a:moveTo>
                      <a:lnTo>
                        <a:pt x="509" y="685"/>
                      </a:lnTo>
                      <a:lnTo>
                        <a:pt x="509" y="625"/>
                      </a:lnTo>
                      <a:cubicBezTo>
                        <a:pt x="509" y="605"/>
                        <a:pt x="513" y="589"/>
                        <a:pt x="521" y="577"/>
                      </a:cubicBezTo>
                      <a:cubicBezTo>
                        <a:pt x="529" y="565"/>
                        <a:pt x="547" y="549"/>
                        <a:pt x="575" y="527"/>
                      </a:cubicBezTo>
                      <a:cubicBezTo>
                        <a:pt x="617" y="495"/>
                        <a:pt x="638" y="460"/>
                        <a:pt x="638" y="424"/>
                      </a:cubicBezTo>
                      <a:cubicBezTo>
                        <a:pt x="638" y="397"/>
                        <a:pt x="630" y="375"/>
                        <a:pt x="614" y="359"/>
                      </a:cubicBezTo>
                      <a:cubicBezTo>
                        <a:pt x="597" y="343"/>
                        <a:pt x="576" y="334"/>
                        <a:pt x="549" y="334"/>
                      </a:cubicBezTo>
                      <a:cubicBezTo>
                        <a:pt x="488" y="334"/>
                        <a:pt x="451" y="377"/>
                        <a:pt x="440" y="462"/>
                      </a:cubicBezTo>
                      <a:lnTo>
                        <a:pt x="343" y="445"/>
                      </a:lnTo>
                      <a:cubicBezTo>
                        <a:pt x="349" y="381"/>
                        <a:pt x="372" y="331"/>
                        <a:pt x="413" y="295"/>
                      </a:cubicBezTo>
                      <a:cubicBezTo>
                        <a:pt x="454" y="259"/>
                        <a:pt x="503" y="241"/>
                        <a:pt x="561" y="241"/>
                      </a:cubicBezTo>
                      <a:cubicBezTo>
                        <a:pt x="618" y="241"/>
                        <a:pt x="665" y="257"/>
                        <a:pt x="702" y="291"/>
                      </a:cubicBezTo>
                      <a:cubicBezTo>
                        <a:pt x="739" y="325"/>
                        <a:pt x="758" y="367"/>
                        <a:pt x="758" y="418"/>
                      </a:cubicBezTo>
                      <a:cubicBezTo>
                        <a:pt x="758" y="443"/>
                        <a:pt x="753" y="467"/>
                        <a:pt x="743" y="489"/>
                      </a:cubicBezTo>
                      <a:cubicBezTo>
                        <a:pt x="732" y="512"/>
                        <a:pt x="721" y="529"/>
                        <a:pt x="707" y="541"/>
                      </a:cubicBezTo>
                      <a:cubicBezTo>
                        <a:pt x="694" y="554"/>
                        <a:pt x="667" y="575"/>
                        <a:pt x="624" y="606"/>
                      </a:cubicBezTo>
                      <a:cubicBezTo>
                        <a:pt x="612" y="615"/>
                        <a:pt x="605" y="624"/>
                        <a:pt x="601" y="632"/>
                      </a:cubicBezTo>
                      <a:cubicBezTo>
                        <a:pt x="598" y="640"/>
                        <a:pt x="596" y="658"/>
                        <a:pt x="596" y="685"/>
                      </a:cubicBezTo>
                      <a:close/>
                      <a:moveTo>
                        <a:pt x="614" y="749"/>
                      </a:moveTo>
                      <a:lnTo>
                        <a:pt x="614" y="861"/>
                      </a:lnTo>
                      <a:lnTo>
                        <a:pt x="509" y="861"/>
                      </a:lnTo>
                      <a:lnTo>
                        <a:pt x="509" y="749"/>
                      </a:lnTo>
                      <a:lnTo>
                        <a:pt x="614" y="749"/>
                      </a:lnTo>
                      <a:close/>
                    </a:path>
                  </a:pathLst>
                </a:custGeom>
                <a:noFill/>
                <a:ln w="6350" cap="rnd">
                  <a:solidFill>
                    <a:srgbClr val="80808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p:grpSp>
          <p:grpSp>
            <p:nvGrpSpPr>
              <p:cNvPr id="478" name="Buttons">
                <a:extLst>
                  <a:ext uri="{FF2B5EF4-FFF2-40B4-BE49-F238E27FC236}">
                    <a16:creationId xmlns:a16="http://schemas.microsoft.com/office/drawing/2014/main" id="{B2E4CF8E-2444-9FC3-15E1-87F2B9F59099}"/>
                  </a:ext>
                </a:extLst>
              </p:cNvPr>
              <p:cNvGrpSpPr/>
              <p:nvPr/>
            </p:nvGrpSpPr>
            <p:grpSpPr>
              <a:xfrm>
                <a:off x="2252662" y="2386471"/>
                <a:ext cx="1377404" cy="240384"/>
                <a:chOff x="2252662" y="2386471"/>
                <a:chExt cx="1377404" cy="240384"/>
              </a:xfrm>
            </p:grpSpPr>
            <p:sp>
              <p:nvSpPr>
                <p:cNvPr id="479" name="Button 1" descr="&lt;SmartSettings&gt;&lt;SmartResize anchorLeft=&quot;None&quot; anchorTop=&quot;None&quot; anchorRight=&quot;Absolute&quot; anchorBottom=&quot;Absolute&quot; /&gt;&lt;/SmartSettings&gt;">
                  <a:extLst>
                    <a:ext uri="{FF2B5EF4-FFF2-40B4-BE49-F238E27FC236}">
                      <a16:creationId xmlns:a16="http://schemas.microsoft.com/office/drawing/2014/main" id="{8B927C92-B985-DB09-4A15-04555F21A97C}"/>
                    </a:ext>
                  </a:extLst>
                </p:cNvPr>
                <p:cNvSpPr>
                  <a:spLocks/>
                </p:cNvSpPr>
                <p:nvPr>
                  <p:custDataLst>
                    <p:tags r:id="rId31"/>
                  </p:custDataLst>
                </p:nvPr>
              </p:nvSpPr>
              <p:spPr bwMode="auto">
                <a:xfrm>
                  <a:off x="2967037" y="2386471"/>
                  <a:ext cx="663029" cy="240384"/>
                </a:xfrm>
                <a:prstGeom prst="roundRect">
                  <a:avLst>
                    <a:gd name="adj" fmla="val 8776"/>
                  </a:avLst>
                </a:prstGeom>
                <a:solidFill>
                  <a:srgbClr val="FFFFFF"/>
                </a:solidFill>
                <a:ln w="6350" cap="flat" cmpd="sng" algn="ctr">
                  <a:solidFill>
                    <a:srgbClr val="80808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ko-KR" altLang="en-US" sz="700" dirty="0">
                      <a:solidFill>
                        <a:srgbClr val="5F5F5F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아니오</a:t>
                  </a:r>
                  <a:endParaRPr lang="en-US" sz="7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228" name="Button 2" descr="&lt;SmartSettings&gt;&lt;SmartResize anchorLeft=&quot;None&quot; anchorTop=&quot;None&quot; anchorRight=&quot;Absolute&quot; anchorBottom=&quot;Absolute&quot; /&gt;&lt;/SmartSettings&gt;">
                  <a:extLst>
                    <a:ext uri="{FF2B5EF4-FFF2-40B4-BE49-F238E27FC236}">
                      <a16:creationId xmlns:a16="http://schemas.microsoft.com/office/drawing/2014/main" id="{D7AB0140-48F8-9585-47F1-A3A336338ACA}"/>
                    </a:ext>
                  </a:extLst>
                </p:cNvPr>
                <p:cNvSpPr>
                  <a:spLocks/>
                </p:cNvSpPr>
                <p:nvPr>
                  <p:custDataLst>
                    <p:tags r:id="rId32"/>
                  </p:custDataLst>
                </p:nvPr>
              </p:nvSpPr>
              <p:spPr bwMode="auto">
                <a:xfrm>
                  <a:off x="2252662" y="2386471"/>
                  <a:ext cx="663029" cy="240384"/>
                </a:xfrm>
                <a:prstGeom prst="roundRect">
                  <a:avLst>
                    <a:gd name="adj" fmla="val 8776"/>
                  </a:avLst>
                </a:prstGeom>
                <a:solidFill>
                  <a:srgbClr val="FFFFFF"/>
                </a:solidFill>
                <a:ln w="6350" cap="flat" cmpd="sng" algn="ctr">
                  <a:solidFill>
                    <a:srgbClr val="80808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ko-KR" altLang="en-US" sz="700" dirty="0">
                      <a:solidFill>
                        <a:srgbClr val="5F5F5F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예</a:t>
                  </a:r>
                  <a:endParaRPr lang="en-US" sz="7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p:grpSp>
        </p:grpSp>
        <p:grpSp>
          <p:nvGrpSpPr>
            <p:cNvPr id="470" name="그룹 469">
              <a:extLst>
                <a:ext uri="{FF2B5EF4-FFF2-40B4-BE49-F238E27FC236}">
                  <a16:creationId xmlns:a16="http://schemas.microsoft.com/office/drawing/2014/main" id="{30A987A2-BFAF-46FA-F0B3-DA4DC599B075}"/>
                </a:ext>
              </a:extLst>
            </p:cNvPr>
            <p:cNvGrpSpPr/>
            <p:nvPr/>
          </p:nvGrpSpPr>
          <p:grpSpPr>
            <a:xfrm>
              <a:off x="5919527" y="2646876"/>
              <a:ext cx="417341" cy="426344"/>
              <a:chOff x="5919527" y="2646876"/>
              <a:chExt cx="417341" cy="426344"/>
            </a:xfrm>
          </p:grpSpPr>
          <p:sp>
            <p:nvSpPr>
              <p:cNvPr id="471" name="타원 470">
                <a:extLst>
                  <a:ext uri="{FF2B5EF4-FFF2-40B4-BE49-F238E27FC236}">
                    <a16:creationId xmlns:a16="http://schemas.microsoft.com/office/drawing/2014/main" id="{5ACEB84E-FEBB-481D-14C9-E649127E049A}"/>
                  </a:ext>
                </a:extLst>
              </p:cNvPr>
              <p:cNvSpPr/>
              <p:nvPr/>
            </p:nvSpPr>
            <p:spPr>
              <a:xfrm>
                <a:off x="5919527" y="2686180"/>
                <a:ext cx="372410" cy="372410"/>
              </a:xfrm>
              <a:prstGeom prst="ellipse">
                <a:avLst/>
              </a:prstGeom>
              <a:noFill/>
              <a:ln w="952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72" name="Text" descr="&lt;SmartSettings&gt;&lt;SmartResize anchorLeft=&quot;Absolute&quot; anchorTop=&quot;Absolute&quot; anchorRight=&quot;Absolute&quot; anchorBottom=&quot;Absolute&quot; /&gt;&lt;/SmartSettings&gt;">
                <a:extLst>
                  <a:ext uri="{FF2B5EF4-FFF2-40B4-BE49-F238E27FC236}">
                    <a16:creationId xmlns:a16="http://schemas.microsoft.com/office/drawing/2014/main" id="{52E48C0B-E02E-5A97-30AE-40B1E649F6C8}"/>
                  </a:ext>
                </a:extLst>
              </p:cNvPr>
              <p:cNvSpPr txBox="1"/>
              <p:nvPr>
                <p:custDataLst>
                  <p:tags r:id="rId26"/>
                </p:custDataLst>
              </p:nvPr>
            </p:nvSpPr>
            <p:spPr>
              <a:xfrm>
                <a:off x="5962922" y="2646876"/>
                <a:ext cx="373946" cy="426344"/>
              </a:xfrm>
              <a:prstGeom prst="rect">
                <a:avLst/>
              </a:prstGeom>
              <a:noFill/>
            </p:spPr>
            <p:txBody>
              <a:bodyPr wrap="square" lIns="73152" tIns="36576" rIns="73152" bIns="36576" rtlCol="0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500" b="1" noProof="1">
                    <a:solidFill>
                      <a:schemeClr val="bg1">
                        <a:lumMod val="6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?</a:t>
                </a:r>
              </a:p>
            </p:txBody>
          </p:sp>
        </p:grpSp>
      </p:grpSp>
      <p:sp>
        <p:nvSpPr>
          <p:cNvPr id="243" name="직사각형 242">
            <a:extLst>
              <a:ext uri="{FF2B5EF4-FFF2-40B4-BE49-F238E27FC236}">
                <a16:creationId xmlns:a16="http://schemas.microsoft.com/office/drawing/2014/main" id="{F1A45420-BB3F-231F-3D01-BE2507739443}"/>
              </a:ext>
            </a:extLst>
          </p:cNvPr>
          <p:cNvSpPr/>
          <p:nvPr/>
        </p:nvSpPr>
        <p:spPr>
          <a:xfrm>
            <a:off x="2722396" y="2523440"/>
            <a:ext cx="3232096" cy="154231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4" name="타원 6">
            <a:extLst>
              <a:ext uri="{FF2B5EF4-FFF2-40B4-BE49-F238E27FC236}">
                <a16:creationId xmlns:a16="http://schemas.microsoft.com/office/drawing/2014/main" id="{784034E3-BFBA-7FB8-8815-684C43D7EA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7258" y="2414231"/>
            <a:ext cx="190500" cy="1905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wrap="none" lIns="36000" tIns="36000" rIns="36000" bIns="36000" anchor="ctr"/>
          <a:lstStyle>
            <a:lvl1pPr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latinLnBrk="1" hangingPunct="1"/>
            <a:r>
              <a:rPr lang="en-US" altLang="ko-KR" sz="700" dirty="0">
                <a:solidFill>
                  <a:srgbClr val="FFFFFF"/>
                </a:solidFill>
                <a:latin typeface="+mn-ea"/>
                <a:ea typeface="+mn-ea"/>
              </a:rPr>
              <a:t>1</a:t>
            </a:r>
            <a:endParaRPr lang="ko-KR" altLang="en-US" sz="700" dirty="0">
              <a:solidFill>
                <a:srgbClr val="FFFFFF"/>
              </a:solidFill>
              <a:latin typeface="+mn-ea"/>
              <a:ea typeface="+mn-ea"/>
            </a:endParaRPr>
          </a:p>
        </p:txBody>
      </p:sp>
      <p:cxnSp>
        <p:nvCxnSpPr>
          <p:cNvPr id="393" name="연결선: 꺾임 392">
            <a:extLst>
              <a:ext uri="{FF2B5EF4-FFF2-40B4-BE49-F238E27FC236}">
                <a16:creationId xmlns:a16="http://schemas.microsoft.com/office/drawing/2014/main" id="{6E584B2C-E0A1-67F2-407F-7B22F9899CED}"/>
              </a:ext>
            </a:extLst>
          </p:cNvPr>
          <p:cNvCxnSpPr>
            <a:cxnSpLocks/>
            <a:stCxn id="397" idx="2"/>
            <a:endCxn id="243" idx="3"/>
          </p:cNvCxnSpPr>
          <p:nvPr/>
        </p:nvCxnSpPr>
        <p:spPr>
          <a:xfrm rot="5400000">
            <a:off x="5369784" y="2413867"/>
            <a:ext cx="1465436" cy="296020"/>
          </a:xfrm>
          <a:prstGeom prst="bentConnector2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7" name="직사각형 396">
            <a:extLst>
              <a:ext uri="{FF2B5EF4-FFF2-40B4-BE49-F238E27FC236}">
                <a16:creationId xmlns:a16="http://schemas.microsoft.com/office/drawing/2014/main" id="{114CC627-89D5-44EB-8FCF-DBFE4B11CCC2}"/>
              </a:ext>
            </a:extLst>
          </p:cNvPr>
          <p:cNvSpPr/>
          <p:nvPr/>
        </p:nvSpPr>
        <p:spPr>
          <a:xfrm>
            <a:off x="5929176" y="1564959"/>
            <a:ext cx="642672" cy="2642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91" name="그룹 490">
            <a:extLst>
              <a:ext uri="{FF2B5EF4-FFF2-40B4-BE49-F238E27FC236}">
                <a16:creationId xmlns:a16="http://schemas.microsoft.com/office/drawing/2014/main" id="{E051459D-53FB-26F5-FC37-6A7CAC5AA089}"/>
              </a:ext>
            </a:extLst>
          </p:cNvPr>
          <p:cNvGrpSpPr/>
          <p:nvPr/>
        </p:nvGrpSpPr>
        <p:grpSpPr>
          <a:xfrm>
            <a:off x="2719289" y="4330493"/>
            <a:ext cx="3222246" cy="1507358"/>
            <a:chOff x="2189118" y="2266871"/>
            <a:chExt cx="3222246" cy="1507358"/>
          </a:xfrm>
        </p:grpSpPr>
        <p:grpSp>
          <p:nvGrpSpPr>
            <p:cNvPr id="492" name="Alert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9ftbPzdYjmrrprxs6peuBe+uy7PGWnG8otq+na9Gr9eZHV7+q7Nlw0hI52dZ9P8671F41q2dVV+zU7Hp5f5ssXLv3GyzBZ5s6IP07D1b5z84t84SelZrSdlMU2nZdY00ubLFRM0fRT8+SRrcnlDX+SX6+Iya/P07FU2K6on67atlmkxrZZny/PK/+yzdLkuy8NbvPndrF7SiL/ey6d1XdVf79WfWOcNBhp9+4b3q2Uuv71/1+2V/tZ8jXfnda4dx9/uv8+c8e1sOSvz+rt1tlrlNY/ee/1knk/f5rOTeba8yGf+C8NoxcBOuhS5DWAPtPBldZnXdTHL00lVlenZsmi3zny2hGymTeeDUXp2vFqlhMcdB9BjWzwT4ucxw+u/jRcDZPCIIG4dE77t63m2yps0836nIeRXqfftFkEZv86hn/KZfCSQPZwieOEpztMtD/b4rGG4nRcHXsZz9256PJulH53R1H6UTlWbxNu+1/TTECNzvXUWwvj9QyB3PI7xn7Pn2SQvGQH57bPeTI5pGPzdFo/l0UdDsCyQ8RdZfVEsFdmX2WxG07bV/Xr8PD9vR723xm+qVeTTV8XFnFrvDA7EG/vndbVeMQj5LT6m7gtbm8bFLYbH5X/tjSv42I4r+FTH1fv8SUWILdJP0vub0OrreAcoHCJNHrXdOHcdYGPlIAIaCMIU/XwmYoY/xnjv/cEqY6afCM63Yv+x/8eGLqMGbJgy2nwjcfogb00fffVrAf/ZpFLEUg/TiBtvpFAX3K3pwy9+DcA/m7SJuyLD5DHtN1IoAvTWRDLvfj3w3wSpNps59YFusnTv6ZEM2LonXSjvZ+0EiVvYOx3UsMnzIMWNQ7+BmofIF2wgIp+/v+kTIM03Yv0GHGu/i5407Kby2yDdYkAHREHnwEqD/j3+0oD4Gl144vAeDHkb3TEUS2wk156SqxmkVxTsexLsjYXxdTr5WSTZYAi1kWj3biZaHPD7ks2D8vU6+tkjXfzTOm/X9TJt63Ueee+X9D/KS5NX8J9fvBH6eUYv3Qze+/OXbAotL6tilj4tmlXV5FvDESOislsbsPR3lZj2FsHebUGOLYqRod8aSj+Ix9OhHIb6Huxy+8G+B9CNw30POIMDDj/gfECsy5B1NOHBLHMW0rzjB2xVk5+m2D9t8uUsr0fiSxzXF02aD/NYkN+pA4UkcNKsCRp1hoWJ81/TiUl/4S/0oRnlcPN8WR+QGSy9ReTVxeAz8fo6gVgklcEv37ITKI2hnvrxzG07G46VNvXXjRBu29tQ5LGpr4iXfdvuPB++/8bPVm4Lz4Aqv32Oyzz9GIVH+QF2wBdmoebPB3GWlxrj4Rgu0Y/Hm3zbCFvGXN2BSfwaHQ4JQ9RdfL9uN7qkg/3Gva337Dn06v5/II6Gpazb/OFCmS/XC6e+hiWMDMQo/EjVeOdTVredz4xOvDUqOs5BbCwrdzpyvNb9wmOFASzuUpbjcbNeUBx9fRR+/LpYrMrivAB/TGlRs0nbKm2ESarzNFumHzHaH4074O724ZnBykKgz3qP0jPxi7JJ6bnqnaHbFSpdeYm7XaYVg04LmjzMrvx1ixeuZGrf650cE/9eb/wiZYv3ekkYf/c92++9Z/t7nfbhGwOsYr7CaleRlcUPwC+sQx43Oc14nZ9/9pE34x/dPaKpadpsScvG5zWtBLTzPG1W+RS8NusDFpbzmMwiE2E0PBqB+SqMf7yCqRVw/Gt0IQ9PRIu186IZC+PRv1G9CgI8o/G4vrZcX90woxchKNKyECnq8UakLvJOm4F2eDS4DYXCs/g95ve+6zC5+ybeFZ4+l3vwAm7ufa5c2/tcuVM/v5UNeC8G/jxvSbHV5DvRT/Ake7kzUk5ldk1JDsqA4lO2TPRxVlYXX5Mp2b8MDQ+eD5xhGNnNhnXgRTycfvB5Y/yTRVOQSoZf8kUxraumOm/HX56fF9N8fFLV+fiLpnpTF69b0iLjBX5f+75q7FEevDEAM4/1k7rM+UNBbvPiFh6LXyggPxTsNi0t4bG49STxh4LeDYs6Pdk0D0nQ0/w8W5dtepmV60jyDs9tGSmSEWx+WBLVXBXtdJ5u8TA2kG8DCDxTyhx1Bvpo8xt4BkT59vO9gbPMMyyUt+vm2UCetfsMCdc328sGMflmO5rUefb2hnadSVdN9LM977cdwYdO/C3560fzzjr+/y+zftt+Pmzab8lb/2+edWM6fzTxPxu9fPDM35LDbjPxM/F0bjHRlBmsriQxV1+sF5QcPn03zVcYyNZHXy2b9WpV1ZSe8+IL9jvGg0vIeCLu0cDH33RoRTmvCeWnKY1kspg/G3GWSRz2UmB4In7XDzXa8oPgr+WSb4y/8fjh9Hv3wPJ0yy7ufUAXX98z9oMAk/zelO03zwDX47FB0//LJ+c9evh/z9xsXBIxz48m55Y9fMNzEy4aDb06bDDiX7x/NH8bQf65jOrjvHf7aTscIhWebzxl0KPmLVyNOO/fboS3dcLi3P8N93ELB6xPKaekfpZJdVs38v+9lPJUxv/3aXXbLm5Bqp8tr15p/cN17NWdvqyKWSrrtPnWzatlJ2We1Vs3rnndEDV89DKrG1ow5HDgorjMl/6SIk/zK6ytYUXxHNEFPkF8kbVkU1Z13hBF8XIf9CqrW17F/pBIQ1dQmTaRxT/3q7fm+D60638H0+VgwV/AUtiApRCzGoXT1tf9DzeYS9fn+M31ijselCoeNlpBrD6vq/UKS3gehJNqTdNCIHbxBa2mjvmVr9qibMYUKb7IFsHKKZrKAvJH72+vGQGG36QX+P2szRcNaQUPoc/t5xtECmTwAOgq5Nc30tEp8J8b3scDpqdVuzYtaEC7h/Tj8WfeKIXS9PEnn9ywfIPnFv3hYVoK9VK/s+8V37+F/sTDS9zTbPkqJ05v8tcKqr2dBsZzA+1cw1uOCY9l8/fk8ON1Kx/c6PJ3H+nNvn9jt0FLdC0KhuZ4ls9e5dOWmLn8umh8O2ve5O9IhZHwfVNxSPd5j9nA0w31jLqz6mT8QpH9SExjujukIIae98QIT4iRIHJLtvWfPv+f39Jb858N0XLs6UTQe7ck694PjawGo/9Pk/XeLcl674dGVoPR/3fI+h5NLfW/jvZ+RjEMWdHFe8zEe84CMAuWaTYwBhb3UzT8IXBGB6f/77AGHjvn3bWpDcTVRfQfFn37mP1/lMThstwGAvNq9Q+LvF2s/j9K3N5q5Ab6mnXhHxaJI7j9f4fKt2x6y2bnxTIryxsCNvO8B6nBAh3SvOe8fkEpknlWjhXESbX4cvLTFAuINdyUI/KfW5DhhiY3fH0rAt6CcIPDdYHoTWPegOnXTpvhmWacuz/58gubxEvzd5HpHBgmEiHPq4uLvB6zJt366FlWlJT8aysy1kVL6aniB5qDZU5p6OOGgr5pnp5T5onWQEqiBL3AU9+MPxqh/8OhBYd4jg7PBy72v6K8my7ze+m6L/KmyS7yJ9U7QR5JO4P/10266RDCFhHy9n2w4fTNwOwMMl4Ad4j3us4W+r6Z8PxmzMn55rDvgh4aQMSbeb8xdOz1NzeCEPAQ/j134f2w75vCb24APdhDY4jZ4/cbRpC7+OZG4IMdQr6TNvk6eGty4JvGe+8WeNu8xNfBW6Pvbxrve7fA2wb+t8Pb+1N/pR+/5P8B96SA2U9VAAA=&lt;/Code&gt;&lt;CodeSignature&gt;BLF4JWurVfxIUHaELsi3Nd7j9DhOHL/Mzfty2RbBJndEYSJzEH2XjlOCGM5N4Y9nV5FTIAS219vteJTD3Z/4XWVvkZtfgQxlLmoV4wsdfH8OKo8X1itX6TvbMBqX/oVA+6SyYCB5R8xQ4594vwKX3+d6QJj8QV8I9/euyLGJBof34ivmhhRbXnBaRyyay1r8dKnNOuIGkZTn/zoB/RFkN++hixRlxyYGoJYmk9hnLTUGhiN+xcV4T178pA3JDT3bqSjbV1YYEDUiXfNhZcEEDh1Y2sAb87IQ+7WlC694jPU9ip4XAQBKAedRPoA3wYsewBmLptQX6R00D9TbbxddDA==&lt;/CodeSignature&gt;&lt;/SmartOptions&gt;&lt;SmartResize enabled=&quot;True&quot; minWidth=&quot;190&quot; minHeight=&quot;110&quot; /&gt;&lt;/SmartSettings&gt;">
              <a:extLst>
                <a:ext uri="{FF2B5EF4-FFF2-40B4-BE49-F238E27FC236}">
                  <a16:creationId xmlns:a16="http://schemas.microsoft.com/office/drawing/2014/main" id="{026AAA2D-3F94-160E-C57B-038E125CBE26}"/>
                </a:ext>
              </a:extLst>
            </p:cNvPr>
            <p:cNvGrpSpPr/>
            <p:nvPr>
              <p:custDataLst>
                <p:tags r:id="rId16"/>
              </p:custDataLst>
            </p:nvPr>
          </p:nvGrpSpPr>
          <p:grpSpPr>
            <a:xfrm>
              <a:off x="2189118" y="2266871"/>
              <a:ext cx="3222246" cy="1507358"/>
              <a:chOff x="595686" y="1261242"/>
              <a:chExt cx="3222246" cy="1507358"/>
            </a:xfrm>
          </p:grpSpPr>
          <p:sp>
            <p:nvSpPr>
              <p:cNvPr id="496" name="Window Body" descr="&lt;SmartSettings&gt;&lt;SmartResize anchorLeft=&quot;Absolute&quot; anchorTop=&quot;Absolute&quot; anchorRight=&quot;Absolute&quot; anchorBottom=&quot;Absolute&quot; /&gt;&lt;/SmartSettings&gt;">
                <a:extLst>
                  <a:ext uri="{FF2B5EF4-FFF2-40B4-BE49-F238E27FC236}">
                    <a16:creationId xmlns:a16="http://schemas.microsoft.com/office/drawing/2014/main" id="{8B7C0B8D-5695-4EFA-37A3-38F87BCB6F35}"/>
                  </a:ext>
                </a:extLst>
              </p:cNvPr>
              <p:cNvSpPr/>
              <p:nvPr>
                <p:custDataLst>
                  <p:tags r:id="rId18"/>
                </p:custDataLst>
              </p:nvPr>
            </p:nvSpPr>
            <p:spPr>
              <a:xfrm>
                <a:off x="595686" y="1498986"/>
                <a:ext cx="3222246" cy="1269614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97" name="Text" descr="&lt;SmartSettings&gt;&lt;SmartResize anchorLeft=&quot;Absolute&quot; anchorTop=&quot;Absolute&quot; anchorRight=&quot;Absolute&quot; anchorBottom=&quot;Absolute&quot; /&gt;&lt;/SmartSettings&gt;">
                <a:extLst>
                  <a:ext uri="{FF2B5EF4-FFF2-40B4-BE49-F238E27FC236}">
                    <a16:creationId xmlns:a16="http://schemas.microsoft.com/office/drawing/2014/main" id="{C0FECF72-DF67-8757-D2A2-6835A3EA9E58}"/>
                  </a:ext>
                </a:extLst>
              </p:cNvPr>
              <p:cNvSpPr txBox="1"/>
              <p:nvPr>
                <p:custDataLst>
                  <p:tags r:id="rId19"/>
                </p:custDataLst>
              </p:nvPr>
            </p:nvSpPr>
            <p:spPr>
              <a:xfrm>
                <a:off x="1335557" y="1635819"/>
                <a:ext cx="2294511" cy="688281"/>
              </a:xfrm>
              <a:prstGeom prst="rect">
                <a:avLst/>
              </a:prstGeom>
              <a:noFill/>
            </p:spPr>
            <p:txBody>
              <a:bodyPr wrap="square" lIns="73152" tIns="36576" rIns="73152" bIns="36576" rtlCol="0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800" noProof="1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endParaRPr>
              </a:p>
              <a:p>
                <a:endParaRPr lang="en-US" sz="800" noProof="1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endParaRPr>
              </a:p>
              <a:p>
                <a:r>
                  <a:rPr lang="ko-KR" altLang="en-US" sz="800" noProof="1">
                    <a:solidFill>
                      <a:prstClr val="black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대상이 선택되지 않았습니다</a:t>
                </a:r>
                <a:r>
                  <a:rPr lang="en-US" altLang="ko-KR" sz="800" noProof="1">
                    <a:solidFill>
                      <a:prstClr val="black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.</a:t>
                </a:r>
                <a:endParaRPr lang="en-US" sz="800" noProof="1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endParaRPr>
              </a:p>
            </p:txBody>
          </p:sp>
          <p:sp>
            <p:nvSpPr>
              <p:cNvPr id="498" name="Title Bar" descr="&lt;SmartSettings&gt;&lt;SmartResize anchorLeft=&quot;Absolute&quot; anchorTop=&quot;Absolute&quot; anchorRight=&quot;Absolute&quot; anchorBottom=&quot;None&quot; /&gt;&lt;/SmartSettings&gt;">
                <a:extLst>
                  <a:ext uri="{FF2B5EF4-FFF2-40B4-BE49-F238E27FC236}">
                    <a16:creationId xmlns:a16="http://schemas.microsoft.com/office/drawing/2014/main" id="{64BF67C7-4A0B-6739-0B81-C13ACCD9AE60}"/>
                  </a:ext>
                </a:extLst>
              </p:cNvPr>
              <p:cNvSpPr/>
              <p:nvPr>
                <p:custDataLst>
                  <p:tags r:id="rId20"/>
                </p:custDataLst>
              </p:nvPr>
            </p:nvSpPr>
            <p:spPr>
              <a:xfrm>
                <a:off x="595686" y="1261242"/>
                <a:ext cx="3222246" cy="237744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2286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800" dirty="0">
                    <a:solidFill>
                      <a:srgbClr val="5F5F5F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Alert</a:t>
                </a:r>
              </a:p>
            </p:txBody>
          </p:sp>
          <p:sp>
            <p:nvSpPr>
              <p:cNvPr id="499" name="Close Button">
                <a:extLst>
                  <a:ext uri="{FF2B5EF4-FFF2-40B4-BE49-F238E27FC236}">
                    <a16:creationId xmlns:a16="http://schemas.microsoft.com/office/drawing/2014/main" id="{36022387-0CB3-0BC5-6009-778D6B74CE4B}"/>
                  </a:ext>
                </a:extLst>
              </p:cNvPr>
              <p:cNvSpPr>
                <a:spLocks noEditPoints="1"/>
              </p:cNvSpPr>
              <p:nvPr>
                <p:custDataLst>
                  <p:tags r:id="rId21"/>
                </p:custDataLst>
              </p:nvPr>
            </p:nvSpPr>
            <p:spPr bwMode="auto">
              <a:xfrm>
                <a:off x="3607048" y="1332489"/>
                <a:ext cx="98425" cy="95250"/>
              </a:xfrm>
              <a:custGeom>
                <a:avLst/>
                <a:gdLst>
                  <a:gd name="T0" fmla="*/ 254 w 254"/>
                  <a:gd name="T1" fmla="*/ 0 h 254"/>
                  <a:gd name="T2" fmla="*/ 0 w 254"/>
                  <a:gd name="T3" fmla="*/ 254 h 254"/>
                  <a:gd name="T4" fmla="*/ 0 w 254"/>
                  <a:gd name="T5" fmla="*/ 0 h 254"/>
                  <a:gd name="T6" fmla="*/ 254 w 254"/>
                  <a:gd name="T7" fmla="*/ 254 h 2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4" h="254">
                    <a:moveTo>
                      <a:pt x="254" y="0"/>
                    </a:moveTo>
                    <a:lnTo>
                      <a:pt x="0" y="254"/>
                    </a:lnTo>
                    <a:moveTo>
                      <a:pt x="0" y="0"/>
                    </a:moveTo>
                    <a:lnTo>
                      <a:pt x="254" y="254"/>
                    </a:lnTo>
                  </a:path>
                </a:pathLst>
              </a:custGeom>
              <a:noFill/>
              <a:ln w="9525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grpSp>
            <p:nvGrpSpPr>
              <p:cNvPr id="500" name="Icons">
                <a:extLst>
                  <a:ext uri="{FF2B5EF4-FFF2-40B4-BE49-F238E27FC236}">
                    <a16:creationId xmlns:a16="http://schemas.microsoft.com/office/drawing/2014/main" id="{FF4174A2-B443-E20D-2E48-1EB739B9785F}"/>
                  </a:ext>
                </a:extLst>
              </p:cNvPr>
              <p:cNvGrpSpPr/>
              <p:nvPr/>
            </p:nvGrpSpPr>
            <p:grpSpPr>
              <a:xfrm>
                <a:off x="773534" y="1669713"/>
                <a:ext cx="457200" cy="396875"/>
                <a:chOff x="773534" y="1669713"/>
                <a:chExt cx="457200" cy="396875"/>
              </a:xfrm>
            </p:grpSpPr>
            <p:sp>
              <p:nvSpPr>
                <p:cNvPr id="501" name="Warning Icon" hidden="1">
                  <a:extLst>
                    <a:ext uri="{FF2B5EF4-FFF2-40B4-BE49-F238E27FC236}">
                      <a16:creationId xmlns:a16="http://schemas.microsoft.com/office/drawing/2014/main" id="{1950A344-70FE-FABE-C811-FD9A6BF3CB1C}"/>
                    </a:ext>
                  </a:extLst>
                </p:cNvPr>
                <p:cNvSpPr>
                  <a:spLocks noChangeAspect="1" noEditPoints="1"/>
                </p:cNvSpPr>
                <p:nvPr>
                  <p:custDataLst>
                    <p:tags r:id="rId22"/>
                  </p:custDataLst>
                </p:nvPr>
              </p:nvSpPr>
              <p:spPr bwMode="auto">
                <a:xfrm>
                  <a:off x="773534" y="1670507"/>
                  <a:ext cx="457200" cy="395287"/>
                </a:xfrm>
                <a:custGeom>
                  <a:avLst/>
                  <a:gdLst>
                    <a:gd name="T0" fmla="*/ 1270 w 1270"/>
                    <a:gd name="T1" fmla="*/ 1101 h 1101"/>
                    <a:gd name="T2" fmla="*/ 0 w 1270"/>
                    <a:gd name="T3" fmla="*/ 1101 h 1101"/>
                    <a:gd name="T4" fmla="*/ 635 w 1270"/>
                    <a:gd name="T5" fmla="*/ 0 h 1101"/>
                    <a:gd name="T6" fmla="*/ 1270 w 1270"/>
                    <a:gd name="T7" fmla="*/ 1101 h 1101"/>
                    <a:gd name="T8" fmla="*/ 579 w 1270"/>
                    <a:gd name="T9" fmla="*/ 320 h 1101"/>
                    <a:gd name="T10" fmla="*/ 579 w 1270"/>
                    <a:gd name="T11" fmla="*/ 716 h 1101"/>
                    <a:gd name="T12" fmla="*/ 691 w 1270"/>
                    <a:gd name="T13" fmla="*/ 716 h 1101"/>
                    <a:gd name="T14" fmla="*/ 691 w 1270"/>
                    <a:gd name="T15" fmla="*/ 320 h 1101"/>
                    <a:gd name="T16" fmla="*/ 579 w 1270"/>
                    <a:gd name="T17" fmla="*/ 320 h 1101"/>
                    <a:gd name="T18" fmla="*/ 635 w 1270"/>
                    <a:gd name="T19" fmla="*/ 799 h 1101"/>
                    <a:gd name="T20" fmla="*/ 564 w 1270"/>
                    <a:gd name="T21" fmla="*/ 870 h 1101"/>
                    <a:gd name="T22" fmla="*/ 635 w 1270"/>
                    <a:gd name="T23" fmla="*/ 940 h 1101"/>
                    <a:gd name="T24" fmla="*/ 706 w 1270"/>
                    <a:gd name="T25" fmla="*/ 870 h 1101"/>
                    <a:gd name="T26" fmla="*/ 635 w 1270"/>
                    <a:gd name="T27" fmla="*/ 799 h 1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270" h="1101">
                      <a:moveTo>
                        <a:pt x="1270" y="1101"/>
                      </a:moveTo>
                      <a:lnTo>
                        <a:pt x="0" y="1101"/>
                      </a:lnTo>
                      <a:lnTo>
                        <a:pt x="635" y="0"/>
                      </a:lnTo>
                      <a:lnTo>
                        <a:pt x="1270" y="1101"/>
                      </a:lnTo>
                      <a:close/>
                      <a:moveTo>
                        <a:pt x="579" y="320"/>
                      </a:moveTo>
                      <a:lnTo>
                        <a:pt x="579" y="716"/>
                      </a:lnTo>
                      <a:lnTo>
                        <a:pt x="691" y="716"/>
                      </a:lnTo>
                      <a:lnTo>
                        <a:pt x="691" y="320"/>
                      </a:lnTo>
                      <a:lnTo>
                        <a:pt x="579" y="320"/>
                      </a:lnTo>
                      <a:close/>
                      <a:moveTo>
                        <a:pt x="635" y="799"/>
                      </a:moveTo>
                      <a:cubicBezTo>
                        <a:pt x="596" y="799"/>
                        <a:pt x="564" y="831"/>
                        <a:pt x="564" y="870"/>
                      </a:cubicBezTo>
                      <a:cubicBezTo>
                        <a:pt x="564" y="909"/>
                        <a:pt x="596" y="940"/>
                        <a:pt x="635" y="940"/>
                      </a:cubicBezTo>
                      <a:cubicBezTo>
                        <a:pt x="674" y="940"/>
                        <a:pt x="706" y="909"/>
                        <a:pt x="706" y="870"/>
                      </a:cubicBezTo>
                      <a:cubicBezTo>
                        <a:pt x="706" y="831"/>
                        <a:pt x="674" y="799"/>
                        <a:pt x="635" y="799"/>
                      </a:cubicBezTo>
                      <a:close/>
                    </a:path>
                  </a:pathLst>
                </a:custGeom>
                <a:noFill/>
                <a:ln w="6350" cap="rnd">
                  <a:solidFill>
                    <a:srgbClr val="80808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502" name="Error Icon" hidden="1">
                  <a:extLst>
                    <a:ext uri="{FF2B5EF4-FFF2-40B4-BE49-F238E27FC236}">
                      <a16:creationId xmlns:a16="http://schemas.microsoft.com/office/drawing/2014/main" id="{A9880D45-3D27-117D-6E4E-1B0B4F052955}"/>
                    </a:ext>
                  </a:extLst>
                </p:cNvPr>
                <p:cNvSpPr>
                  <a:spLocks noChangeAspect="1" noEditPoints="1"/>
                </p:cNvSpPr>
                <p:nvPr>
                  <p:custDataLst>
                    <p:tags r:id="rId23"/>
                  </p:custDataLst>
                </p:nvPr>
              </p:nvSpPr>
              <p:spPr bwMode="auto">
                <a:xfrm>
                  <a:off x="802903" y="1670507"/>
                  <a:ext cx="398463" cy="395287"/>
                </a:xfrm>
                <a:custGeom>
                  <a:avLst/>
                  <a:gdLst>
                    <a:gd name="T0" fmla="*/ 1101 w 1101"/>
                    <a:gd name="T1" fmla="*/ 778 h 1100"/>
                    <a:gd name="T2" fmla="*/ 778 w 1101"/>
                    <a:gd name="T3" fmla="*/ 1100 h 1100"/>
                    <a:gd name="T4" fmla="*/ 322 w 1101"/>
                    <a:gd name="T5" fmla="*/ 1100 h 1100"/>
                    <a:gd name="T6" fmla="*/ 0 w 1101"/>
                    <a:gd name="T7" fmla="*/ 778 h 1100"/>
                    <a:gd name="T8" fmla="*/ 0 w 1101"/>
                    <a:gd name="T9" fmla="*/ 322 h 1100"/>
                    <a:gd name="T10" fmla="*/ 322 w 1101"/>
                    <a:gd name="T11" fmla="*/ 0 h 1100"/>
                    <a:gd name="T12" fmla="*/ 778 w 1101"/>
                    <a:gd name="T13" fmla="*/ 0 h 1100"/>
                    <a:gd name="T14" fmla="*/ 1101 w 1101"/>
                    <a:gd name="T15" fmla="*/ 322 h 1100"/>
                    <a:gd name="T16" fmla="*/ 1101 w 1101"/>
                    <a:gd name="T17" fmla="*/ 778 h 1100"/>
                    <a:gd name="T18" fmla="*/ 380 w 1101"/>
                    <a:gd name="T19" fmla="*/ 300 h 1100"/>
                    <a:gd name="T20" fmla="*/ 301 w 1101"/>
                    <a:gd name="T21" fmla="*/ 380 h 1100"/>
                    <a:gd name="T22" fmla="*/ 470 w 1101"/>
                    <a:gd name="T23" fmla="*/ 550 h 1100"/>
                    <a:gd name="T24" fmla="*/ 301 w 1101"/>
                    <a:gd name="T25" fmla="*/ 719 h 1100"/>
                    <a:gd name="T26" fmla="*/ 380 w 1101"/>
                    <a:gd name="T27" fmla="*/ 799 h 1100"/>
                    <a:gd name="T28" fmla="*/ 550 w 1101"/>
                    <a:gd name="T29" fmla="*/ 629 h 1100"/>
                    <a:gd name="T30" fmla="*/ 720 w 1101"/>
                    <a:gd name="T31" fmla="*/ 799 h 1100"/>
                    <a:gd name="T32" fmla="*/ 800 w 1101"/>
                    <a:gd name="T33" fmla="*/ 719 h 1100"/>
                    <a:gd name="T34" fmla="*/ 630 w 1101"/>
                    <a:gd name="T35" fmla="*/ 550 h 1100"/>
                    <a:gd name="T36" fmla="*/ 800 w 1101"/>
                    <a:gd name="T37" fmla="*/ 380 h 1100"/>
                    <a:gd name="T38" fmla="*/ 720 w 1101"/>
                    <a:gd name="T39" fmla="*/ 300 h 1100"/>
                    <a:gd name="T40" fmla="*/ 550 w 1101"/>
                    <a:gd name="T41" fmla="*/ 470 h 1100"/>
                    <a:gd name="T42" fmla="*/ 380 w 1101"/>
                    <a:gd name="T43" fmla="*/ 300 h 1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1101" h="1100">
                      <a:moveTo>
                        <a:pt x="1101" y="778"/>
                      </a:moveTo>
                      <a:lnTo>
                        <a:pt x="778" y="1100"/>
                      </a:lnTo>
                      <a:lnTo>
                        <a:pt x="322" y="1100"/>
                      </a:lnTo>
                      <a:lnTo>
                        <a:pt x="0" y="778"/>
                      </a:lnTo>
                      <a:lnTo>
                        <a:pt x="0" y="322"/>
                      </a:lnTo>
                      <a:lnTo>
                        <a:pt x="322" y="0"/>
                      </a:lnTo>
                      <a:lnTo>
                        <a:pt x="778" y="0"/>
                      </a:lnTo>
                      <a:lnTo>
                        <a:pt x="1101" y="322"/>
                      </a:lnTo>
                      <a:lnTo>
                        <a:pt x="1101" y="778"/>
                      </a:lnTo>
                      <a:close/>
                      <a:moveTo>
                        <a:pt x="380" y="300"/>
                      </a:moveTo>
                      <a:lnTo>
                        <a:pt x="301" y="380"/>
                      </a:lnTo>
                      <a:lnTo>
                        <a:pt x="470" y="550"/>
                      </a:lnTo>
                      <a:lnTo>
                        <a:pt x="301" y="719"/>
                      </a:lnTo>
                      <a:lnTo>
                        <a:pt x="380" y="799"/>
                      </a:lnTo>
                      <a:lnTo>
                        <a:pt x="550" y="629"/>
                      </a:lnTo>
                      <a:lnTo>
                        <a:pt x="720" y="799"/>
                      </a:lnTo>
                      <a:lnTo>
                        <a:pt x="800" y="719"/>
                      </a:lnTo>
                      <a:lnTo>
                        <a:pt x="630" y="550"/>
                      </a:lnTo>
                      <a:lnTo>
                        <a:pt x="800" y="380"/>
                      </a:lnTo>
                      <a:lnTo>
                        <a:pt x="720" y="300"/>
                      </a:lnTo>
                      <a:lnTo>
                        <a:pt x="550" y="470"/>
                      </a:lnTo>
                      <a:lnTo>
                        <a:pt x="380" y="300"/>
                      </a:lnTo>
                      <a:close/>
                    </a:path>
                  </a:pathLst>
                </a:custGeom>
                <a:noFill/>
                <a:ln w="6350" cap="rnd">
                  <a:solidFill>
                    <a:srgbClr val="80808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503" name="Question Icon" hidden="1">
                  <a:extLst>
                    <a:ext uri="{FF2B5EF4-FFF2-40B4-BE49-F238E27FC236}">
                      <a16:creationId xmlns:a16="http://schemas.microsoft.com/office/drawing/2014/main" id="{3B18DF18-2385-82BD-17BF-0E127610C619}"/>
                    </a:ext>
                  </a:extLst>
                </p:cNvPr>
                <p:cNvSpPr>
                  <a:spLocks noChangeAspect="1" noEditPoints="1"/>
                </p:cNvSpPr>
                <p:nvPr>
                  <p:custDataLst>
                    <p:tags r:id="rId24"/>
                  </p:custDataLst>
                </p:nvPr>
              </p:nvSpPr>
              <p:spPr bwMode="auto">
                <a:xfrm>
                  <a:off x="802903" y="1669713"/>
                  <a:ext cx="398463" cy="396875"/>
                </a:xfrm>
                <a:custGeom>
                  <a:avLst/>
                  <a:gdLst>
                    <a:gd name="T0" fmla="*/ 1101 w 1101"/>
                    <a:gd name="T1" fmla="*/ 551 h 1101"/>
                    <a:gd name="T2" fmla="*/ 550 w 1101"/>
                    <a:gd name="T3" fmla="*/ 1101 h 1101"/>
                    <a:gd name="T4" fmla="*/ 0 w 1101"/>
                    <a:gd name="T5" fmla="*/ 551 h 1101"/>
                    <a:gd name="T6" fmla="*/ 550 w 1101"/>
                    <a:gd name="T7" fmla="*/ 0 h 1101"/>
                    <a:gd name="T8" fmla="*/ 1101 w 1101"/>
                    <a:gd name="T9" fmla="*/ 551 h 1101"/>
                    <a:gd name="T10" fmla="*/ 596 w 1101"/>
                    <a:gd name="T11" fmla="*/ 685 h 1101"/>
                    <a:gd name="T12" fmla="*/ 509 w 1101"/>
                    <a:gd name="T13" fmla="*/ 685 h 1101"/>
                    <a:gd name="T14" fmla="*/ 509 w 1101"/>
                    <a:gd name="T15" fmla="*/ 625 h 1101"/>
                    <a:gd name="T16" fmla="*/ 521 w 1101"/>
                    <a:gd name="T17" fmla="*/ 577 h 1101"/>
                    <a:gd name="T18" fmla="*/ 575 w 1101"/>
                    <a:gd name="T19" fmla="*/ 527 h 1101"/>
                    <a:gd name="T20" fmla="*/ 638 w 1101"/>
                    <a:gd name="T21" fmla="*/ 424 h 1101"/>
                    <a:gd name="T22" fmla="*/ 614 w 1101"/>
                    <a:gd name="T23" fmla="*/ 359 h 1101"/>
                    <a:gd name="T24" fmla="*/ 549 w 1101"/>
                    <a:gd name="T25" fmla="*/ 334 h 1101"/>
                    <a:gd name="T26" fmla="*/ 440 w 1101"/>
                    <a:gd name="T27" fmla="*/ 462 h 1101"/>
                    <a:gd name="T28" fmla="*/ 343 w 1101"/>
                    <a:gd name="T29" fmla="*/ 445 h 1101"/>
                    <a:gd name="T30" fmla="*/ 413 w 1101"/>
                    <a:gd name="T31" fmla="*/ 295 h 1101"/>
                    <a:gd name="T32" fmla="*/ 561 w 1101"/>
                    <a:gd name="T33" fmla="*/ 241 h 1101"/>
                    <a:gd name="T34" fmla="*/ 702 w 1101"/>
                    <a:gd name="T35" fmla="*/ 291 h 1101"/>
                    <a:gd name="T36" fmla="*/ 758 w 1101"/>
                    <a:gd name="T37" fmla="*/ 418 h 1101"/>
                    <a:gd name="T38" fmla="*/ 743 w 1101"/>
                    <a:gd name="T39" fmla="*/ 489 h 1101"/>
                    <a:gd name="T40" fmla="*/ 707 w 1101"/>
                    <a:gd name="T41" fmla="*/ 541 h 1101"/>
                    <a:gd name="T42" fmla="*/ 624 w 1101"/>
                    <a:gd name="T43" fmla="*/ 606 h 1101"/>
                    <a:gd name="T44" fmla="*/ 601 w 1101"/>
                    <a:gd name="T45" fmla="*/ 632 h 1101"/>
                    <a:gd name="T46" fmla="*/ 596 w 1101"/>
                    <a:gd name="T47" fmla="*/ 685 h 1101"/>
                    <a:gd name="T48" fmla="*/ 614 w 1101"/>
                    <a:gd name="T49" fmla="*/ 749 h 1101"/>
                    <a:gd name="T50" fmla="*/ 614 w 1101"/>
                    <a:gd name="T51" fmla="*/ 861 h 1101"/>
                    <a:gd name="T52" fmla="*/ 509 w 1101"/>
                    <a:gd name="T53" fmla="*/ 861 h 1101"/>
                    <a:gd name="T54" fmla="*/ 509 w 1101"/>
                    <a:gd name="T55" fmla="*/ 749 h 1101"/>
                    <a:gd name="T56" fmla="*/ 614 w 1101"/>
                    <a:gd name="T57" fmla="*/ 749 h 1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1101" h="1101">
                      <a:moveTo>
                        <a:pt x="1101" y="551"/>
                      </a:moveTo>
                      <a:cubicBezTo>
                        <a:pt x="1101" y="854"/>
                        <a:pt x="854" y="1101"/>
                        <a:pt x="550" y="1101"/>
                      </a:cubicBezTo>
                      <a:cubicBezTo>
                        <a:pt x="246" y="1101"/>
                        <a:pt x="0" y="854"/>
                        <a:pt x="0" y="551"/>
                      </a:cubicBezTo>
                      <a:cubicBezTo>
                        <a:pt x="0" y="247"/>
                        <a:pt x="246" y="0"/>
                        <a:pt x="550" y="0"/>
                      </a:cubicBezTo>
                      <a:cubicBezTo>
                        <a:pt x="854" y="0"/>
                        <a:pt x="1101" y="247"/>
                        <a:pt x="1101" y="551"/>
                      </a:cubicBezTo>
                      <a:close/>
                      <a:moveTo>
                        <a:pt x="596" y="685"/>
                      </a:moveTo>
                      <a:lnTo>
                        <a:pt x="509" y="685"/>
                      </a:lnTo>
                      <a:lnTo>
                        <a:pt x="509" y="625"/>
                      </a:lnTo>
                      <a:cubicBezTo>
                        <a:pt x="509" y="605"/>
                        <a:pt x="513" y="589"/>
                        <a:pt x="521" y="577"/>
                      </a:cubicBezTo>
                      <a:cubicBezTo>
                        <a:pt x="529" y="565"/>
                        <a:pt x="547" y="549"/>
                        <a:pt x="575" y="527"/>
                      </a:cubicBezTo>
                      <a:cubicBezTo>
                        <a:pt x="617" y="495"/>
                        <a:pt x="638" y="460"/>
                        <a:pt x="638" y="424"/>
                      </a:cubicBezTo>
                      <a:cubicBezTo>
                        <a:pt x="638" y="397"/>
                        <a:pt x="630" y="375"/>
                        <a:pt x="614" y="359"/>
                      </a:cubicBezTo>
                      <a:cubicBezTo>
                        <a:pt x="597" y="343"/>
                        <a:pt x="576" y="334"/>
                        <a:pt x="549" y="334"/>
                      </a:cubicBezTo>
                      <a:cubicBezTo>
                        <a:pt x="488" y="334"/>
                        <a:pt x="451" y="377"/>
                        <a:pt x="440" y="462"/>
                      </a:cubicBezTo>
                      <a:lnTo>
                        <a:pt x="343" y="445"/>
                      </a:lnTo>
                      <a:cubicBezTo>
                        <a:pt x="349" y="381"/>
                        <a:pt x="372" y="331"/>
                        <a:pt x="413" y="295"/>
                      </a:cubicBezTo>
                      <a:cubicBezTo>
                        <a:pt x="454" y="259"/>
                        <a:pt x="503" y="241"/>
                        <a:pt x="561" y="241"/>
                      </a:cubicBezTo>
                      <a:cubicBezTo>
                        <a:pt x="618" y="241"/>
                        <a:pt x="665" y="257"/>
                        <a:pt x="702" y="291"/>
                      </a:cubicBezTo>
                      <a:cubicBezTo>
                        <a:pt x="739" y="325"/>
                        <a:pt x="758" y="367"/>
                        <a:pt x="758" y="418"/>
                      </a:cubicBezTo>
                      <a:cubicBezTo>
                        <a:pt x="758" y="443"/>
                        <a:pt x="753" y="467"/>
                        <a:pt x="743" y="489"/>
                      </a:cubicBezTo>
                      <a:cubicBezTo>
                        <a:pt x="732" y="512"/>
                        <a:pt x="721" y="529"/>
                        <a:pt x="707" y="541"/>
                      </a:cubicBezTo>
                      <a:cubicBezTo>
                        <a:pt x="694" y="554"/>
                        <a:pt x="667" y="575"/>
                        <a:pt x="624" y="606"/>
                      </a:cubicBezTo>
                      <a:cubicBezTo>
                        <a:pt x="612" y="615"/>
                        <a:pt x="605" y="624"/>
                        <a:pt x="601" y="632"/>
                      </a:cubicBezTo>
                      <a:cubicBezTo>
                        <a:pt x="598" y="640"/>
                        <a:pt x="596" y="658"/>
                        <a:pt x="596" y="685"/>
                      </a:cubicBezTo>
                      <a:close/>
                      <a:moveTo>
                        <a:pt x="614" y="749"/>
                      </a:moveTo>
                      <a:lnTo>
                        <a:pt x="614" y="861"/>
                      </a:lnTo>
                      <a:lnTo>
                        <a:pt x="509" y="861"/>
                      </a:lnTo>
                      <a:lnTo>
                        <a:pt x="509" y="749"/>
                      </a:lnTo>
                      <a:lnTo>
                        <a:pt x="614" y="749"/>
                      </a:lnTo>
                      <a:close/>
                    </a:path>
                  </a:pathLst>
                </a:custGeom>
                <a:noFill/>
                <a:ln w="6350" cap="rnd">
                  <a:solidFill>
                    <a:srgbClr val="80808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p:grpSp>
        </p:grpSp>
        <p:grpSp>
          <p:nvGrpSpPr>
            <p:cNvPr id="493" name="그룹 492">
              <a:extLst>
                <a:ext uri="{FF2B5EF4-FFF2-40B4-BE49-F238E27FC236}">
                  <a16:creationId xmlns:a16="http://schemas.microsoft.com/office/drawing/2014/main" id="{2FA2695A-8DBC-657D-C68C-5D10D3C7530C}"/>
                </a:ext>
              </a:extLst>
            </p:cNvPr>
            <p:cNvGrpSpPr/>
            <p:nvPr/>
          </p:nvGrpSpPr>
          <p:grpSpPr>
            <a:xfrm>
              <a:off x="2408953" y="2651462"/>
              <a:ext cx="439286" cy="426344"/>
              <a:chOff x="2394323" y="2644147"/>
              <a:chExt cx="439286" cy="426344"/>
            </a:xfrm>
          </p:grpSpPr>
          <p:sp>
            <p:nvSpPr>
              <p:cNvPr id="494" name="타원 493">
                <a:extLst>
                  <a:ext uri="{FF2B5EF4-FFF2-40B4-BE49-F238E27FC236}">
                    <a16:creationId xmlns:a16="http://schemas.microsoft.com/office/drawing/2014/main" id="{FFC07EC3-99D0-C1D4-825D-F41B7369AD54}"/>
                  </a:ext>
                </a:extLst>
              </p:cNvPr>
              <p:cNvSpPr/>
              <p:nvPr/>
            </p:nvSpPr>
            <p:spPr>
              <a:xfrm>
                <a:off x="2394323" y="2676136"/>
                <a:ext cx="372410" cy="372410"/>
              </a:xfrm>
              <a:prstGeom prst="ellipse">
                <a:avLst/>
              </a:prstGeom>
              <a:noFill/>
              <a:ln w="952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95" name="Text" descr="&lt;SmartSettings&gt;&lt;SmartResize anchorLeft=&quot;Absolute&quot; anchorTop=&quot;Absolute&quot; anchorRight=&quot;Absolute&quot; anchorBottom=&quot;Absolute&quot; /&gt;&lt;/SmartSettings&gt;">
                <a:extLst>
                  <a:ext uri="{FF2B5EF4-FFF2-40B4-BE49-F238E27FC236}">
                    <a16:creationId xmlns:a16="http://schemas.microsoft.com/office/drawing/2014/main" id="{15959FA8-0990-D07F-F2B9-64C766F8EF6C}"/>
                  </a:ext>
                </a:extLst>
              </p:cNvPr>
              <p:cNvSpPr txBox="1"/>
              <p:nvPr>
                <p:custDataLst>
                  <p:tags r:id="rId17"/>
                </p:custDataLst>
              </p:nvPr>
            </p:nvSpPr>
            <p:spPr>
              <a:xfrm>
                <a:off x="2459663" y="2644147"/>
                <a:ext cx="373946" cy="426344"/>
              </a:xfrm>
              <a:prstGeom prst="rect">
                <a:avLst/>
              </a:prstGeom>
              <a:noFill/>
            </p:spPr>
            <p:txBody>
              <a:bodyPr wrap="square" lIns="73152" tIns="36576" rIns="73152" bIns="36576" rtlCol="0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500" b="1" noProof="1">
                    <a:solidFill>
                      <a:schemeClr val="bg1">
                        <a:lumMod val="6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i</a:t>
                </a:r>
              </a:p>
            </p:txBody>
          </p:sp>
        </p:grpSp>
      </p:grpSp>
      <p:sp>
        <p:nvSpPr>
          <p:cNvPr id="504" name="Button 1" descr="&lt;SmartSettings&gt;&lt;SmartResize anchorLeft=&quot;None&quot; anchorTop=&quot;None&quot; anchorRight=&quot;Absolute&quot; anchorBottom=&quot;Absolute&quot; /&gt;&lt;/SmartSettings&gt;">
            <a:extLst>
              <a:ext uri="{FF2B5EF4-FFF2-40B4-BE49-F238E27FC236}">
                <a16:creationId xmlns:a16="http://schemas.microsoft.com/office/drawing/2014/main" id="{D7103406-2172-310C-1CE0-C0CFEF8D9A81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auto">
          <a:xfrm>
            <a:off x="4963472" y="5381417"/>
            <a:ext cx="663029" cy="240384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확인</a:t>
            </a:r>
            <a:endParaRPr lang="en-US" sz="7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05" name="직사각형 504">
            <a:extLst>
              <a:ext uri="{FF2B5EF4-FFF2-40B4-BE49-F238E27FC236}">
                <a16:creationId xmlns:a16="http://schemas.microsoft.com/office/drawing/2014/main" id="{994698F5-336C-CF71-BEB4-78F7210C6311}"/>
              </a:ext>
            </a:extLst>
          </p:cNvPr>
          <p:cNvSpPr/>
          <p:nvPr/>
        </p:nvSpPr>
        <p:spPr>
          <a:xfrm>
            <a:off x="2722396" y="4336831"/>
            <a:ext cx="3232096" cy="154231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06" name="연결선: 꺾임 505">
            <a:extLst>
              <a:ext uri="{FF2B5EF4-FFF2-40B4-BE49-F238E27FC236}">
                <a16:creationId xmlns:a16="http://schemas.microsoft.com/office/drawing/2014/main" id="{44AD4C27-5C5B-4AA0-C127-6E17D4573D79}"/>
              </a:ext>
            </a:extLst>
          </p:cNvPr>
          <p:cNvCxnSpPr>
            <a:cxnSpLocks/>
            <a:stCxn id="397" idx="3"/>
            <a:endCxn id="505" idx="3"/>
          </p:cNvCxnSpPr>
          <p:nvPr/>
        </p:nvCxnSpPr>
        <p:spPr>
          <a:xfrm flipH="1">
            <a:off x="5954492" y="1697059"/>
            <a:ext cx="617356" cy="3410927"/>
          </a:xfrm>
          <a:prstGeom prst="bentConnector3">
            <a:avLst>
              <a:gd name="adj1" fmla="val -37029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9" name="타원 6">
            <a:extLst>
              <a:ext uri="{FF2B5EF4-FFF2-40B4-BE49-F238E27FC236}">
                <a16:creationId xmlns:a16="http://schemas.microsoft.com/office/drawing/2014/main" id="{7648838E-9E98-BAF8-5F4E-C541C386C0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4051" y="4286617"/>
            <a:ext cx="190500" cy="1905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wrap="none" lIns="36000" tIns="36000" rIns="36000" bIns="36000" anchor="ctr"/>
          <a:lstStyle>
            <a:lvl1pPr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latinLnBrk="1" hangingPunct="1"/>
            <a:r>
              <a:rPr lang="en-US" altLang="ko-KR" sz="700" dirty="0">
                <a:solidFill>
                  <a:srgbClr val="FFFFFF"/>
                </a:solidFill>
                <a:latin typeface="+mn-ea"/>
                <a:ea typeface="+mn-ea"/>
              </a:rPr>
              <a:t>1-1</a:t>
            </a:r>
            <a:endParaRPr lang="ko-KR" altLang="en-US" sz="700" dirty="0">
              <a:solidFill>
                <a:srgbClr val="FFFFFF"/>
              </a:solidFill>
              <a:latin typeface="+mn-ea"/>
              <a:ea typeface="+mn-ea"/>
            </a:endParaRP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8F96E6C9-CD3A-49AE-85E1-C77D0CCC7FBF}"/>
              </a:ext>
            </a:extLst>
          </p:cNvPr>
          <p:cNvSpPr txBox="1"/>
          <p:nvPr/>
        </p:nvSpPr>
        <p:spPr>
          <a:xfrm>
            <a:off x="499489" y="892976"/>
            <a:ext cx="152327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나눔고딕" pitchFamily="2" charset="-127"/>
                <a:ea typeface="나눔고딕" pitchFamily="2" charset="-127"/>
              </a:rPr>
              <a:t>캐롯손해보험</a:t>
            </a:r>
            <a:r>
              <a:rPr lang="ko-KR" alt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itchFamily="2" charset="-127"/>
                <a:ea typeface="나눔고딕" pitchFamily="2" charset="-127"/>
              </a:rPr>
              <a:t> 관리자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E82BB95E-604C-4FEF-B378-5FD9C8DDCF0F}"/>
              </a:ext>
            </a:extLst>
          </p:cNvPr>
          <p:cNvSpPr txBox="1"/>
          <p:nvPr/>
        </p:nvSpPr>
        <p:spPr>
          <a:xfrm>
            <a:off x="2878844" y="874552"/>
            <a:ext cx="71686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+mj-lt"/>
                <a:ea typeface="나눔고딕" pitchFamily="2" charset="-127"/>
              </a:rPr>
              <a:t>계약내역</a:t>
            </a: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3C9B51AE-8C36-480C-96A2-CDE74F6EE99B}"/>
              </a:ext>
            </a:extLst>
          </p:cNvPr>
          <p:cNvSpPr txBox="1"/>
          <p:nvPr/>
        </p:nvSpPr>
        <p:spPr>
          <a:xfrm>
            <a:off x="5550091" y="873968"/>
            <a:ext cx="55816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+mj-lt"/>
                <a:ea typeface="나눔고딕" pitchFamily="2" charset="-127"/>
              </a:rPr>
              <a:t>HELP </a:t>
            </a:r>
            <a:endParaRPr lang="ko-KR" altLang="en-US" sz="1100" dirty="0">
              <a:solidFill>
                <a:schemeClr val="bg1">
                  <a:lumMod val="50000"/>
                </a:schemeClr>
              </a:solidFill>
              <a:latin typeface="+mj-lt"/>
              <a:ea typeface="나눔고딕" pitchFamily="2" charset="-127"/>
            </a:endParaRP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E7629927-D3CF-4802-B7C6-44A2146D346C}"/>
              </a:ext>
            </a:extLst>
          </p:cNvPr>
          <p:cNvSpPr txBox="1"/>
          <p:nvPr/>
        </p:nvSpPr>
        <p:spPr>
          <a:xfrm>
            <a:off x="2048020" y="874552"/>
            <a:ext cx="7665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나눔고딕" pitchFamily="2" charset="-127"/>
              </a:rPr>
              <a:t>청약신청 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7EDBE51F-FEBD-4EC9-A982-569AC284D289}"/>
              </a:ext>
            </a:extLst>
          </p:cNvPr>
          <p:cNvSpPr txBox="1"/>
          <p:nvPr/>
        </p:nvSpPr>
        <p:spPr>
          <a:xfrm>
            <a:off x="3701236" y="884162"/>
            <a:ext cx="93968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고객사 관리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B1B40BD8-6BF4-4341-AAE2-EEC5B890F4C6}"/>
              </a:ext>
            </a:extLst>
          </p:cNvPr>
          <p:cNvSpPr txBox="1"/>
          <p:nvPr/>
        </p:nvSpPr>
        <p:spPr>
          <a:xfrm>
            <a:off x="4705184" y="884162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보험플랜</a:t>
            </a:r>
          </a:p>
        </p:txBody>
      </p:sp>
    </p:spTree>
    <p:extLst>
      <p:ext uri="{BB962C8B-B14F-4D97-AF65-F5344CB8AC3E}">
        <p14:creationId xmlns:p14="http://schemas.microsoft.com/office/powerpoint/2010/main" val="16331318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2B427-2476-6E4E-5F72-C2AC784DD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3DEBFD1C-B68B-01F6-92FA-F7760EE5F6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4690064"/>
              </p:ext>
            </p:extLst>
          </p:nvPr>
        </p:nvGraphicFramePr>
        <p:xfrm>
          <a:off x="8523694" y="811446"/>
          <a:ext cx="3300753" cy="44249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4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02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2891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ko-KR" sz="800" b="0" kern="12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Description</a:t>
                      </a:r>
                      <a:endParaRPr lang="ko-KR" altLang="en-US" sz="800" b="0" kern="1200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en-US" altLang="ko-KR" sz="8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9113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고객사 관리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&gt;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추가 버튼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&gt;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적용하기 클릭 시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ALERT (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정보 미작성시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9071" marR="99071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9584405"/>
                  </a:ext>
                </a:extLst>
              </a:tr>
              <a:tr h="4391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1-2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고객사 명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회사코드 </a:t>
                      </a:r>
                      <a:r>
                        <a:rPr lang="ko-KR" altLang="en-US" sz="800" b="1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미작성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후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1-3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적용하기 버튼 클릭 시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ALERT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노출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9071" marR="99071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91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85551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9071" marR="99071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5424848"/>
                  </a:ext>
                </a:extLst>
              </a:tr>
              <a:tr h="4391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85551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70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9071" marR="99071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6354469"/>
                  </a:ext>
                </a:extLst>
              </a:tr>
              <a:tr h="4391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85551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US" altLang="ko-KR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9071" marR="99071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9587385"/>
                  </a:ext>
                </a:extLst>
              </a:tr>
              <a:tr h="4391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85551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9071" marR="99071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6078979"/>
                  </a:ext>
                </a:extLst>
              </a:tr>
              <a:tr h="4391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85551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9071" marR="99071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5160965"/>
                  </a:ext>
                </a:extLst>
              </a:tr>
              <a:tr h="4391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85551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70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9071" marR="99071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6831406"/>
                  </a:ext>
                </a:extLst>
              </a:tr>
              <a:tr h="4391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85551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9071" marR="99071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7184347"/>
                  </a:ext>
                </a:extLst>
              </a:tr>
            </a:tbl>
          </a:graphicData>
        </a:graphic>
      </p:graphicFrame>
      <p:sp>
        <p:nvSpPr>
          <p:cNvPr id="65" name="TextBox 64">
            <a:extLst>
              <a:ext uri="{FF2B5EF4-FFF2-40B4-BE49-F238E27FC236}">
                <a16:creationId xmlns:a16="http://schemas.microsoft.com/office/drawing/2014/main" id="{9573A1FF-F0CD-BB87-6F5C-590A255B03DF}"/>
              </a:ext>
            </a:extLst>
          </p:cNvPr>
          <p:cNvSpPr txBox="1"/>
          <p:nvPr/>
        </p:nvSpPr>
        <p:spPr>
          <a:xfrm>
            <a:off x="4312366" y="199627"/>
            <a:ext cx="321589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ERP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연동 </a:t>
            </a: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(</a:t>
            </a:r>
            <a:r>
              <a:rPr lang="ko-KR" altLang="en-US" sz="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캐롯손해보험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</a:t>
            </a: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HOME 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화면</a:t>
            </a: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)</a:t>
            </a:r>
            <a:endParaRPr lang="ko-KR" altLang="en-US" sz="8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4E30218-725D-E877-1DA6-9E3377D6F786}"/>
              </a:ext>
            </a:extLst>
          </p:cNvPr>
          <p:cNvSpPr txBox="1"/>
          <p:nvPr/>
        </p:nvSpPr>
        <p:spPr>
          <a:xfrm>
            <a:off x="4312366" y="419389"/>
            <a:ext cx="321589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ko-KR" altLang="en-US" sz="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캐롯손해보험관리자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</a:t>
            </a: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&gt; HELP &gt; 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고객사관리</a:t>
            </a:r>
            <a:endParaRPr lang="en-US" altLang="ko-KR" sz="900" dirty="0">
              <a:latin typeface="+mn-ea"/>
            </a:endParaRPr>
          </a:p>
        </p:txBody>
      </p:sp>
      <p:sp>
        <p:nvSpPr>
          <p:cNvPr id="354" name="TextBox 353">
            <a:extLst>
              <a:ext uri="{FF2B5EF4-FFF2-40B4-BE49-F238E27FC236}">
                <a16:creationId xmlns:a16="http://schemas.microsoft.com/office/drawing/2014/main" id="{D50A96BC-28D0-E951-A09A-F34DF4A16AEB}"/>
              </a:ext>
            </a:extLst>
          </p:cNvPr>
          <p:cNvSpPr txBox="1"/>
          <p:nvPr/>
        </p:nvSpPr>
        <p:spPr>
          <a:xfrm>
            <a:off x="10848513" y="421528"/>
            <a:ext cx="9765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ALERT</a:t>
            </a:r>
            <a:endParaRPr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0CA8F41-0045-BA25-572A-9840C59F0A00}"/>
              </a:ext>
            </a:extLst>
          </p:cNvPr>
          <p:cNvSpPr/>
          <p:nvPr/>
        </p:nvSpPr>
        <p:spPr>
          <a:xfrm>
            <a:off x="404237" y="811446"/>
            <a:ext cx="8000854" cy="44469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8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6ABF6C2-0F36-28C0-01B7-AE6B463DF6D9}"/>
              </a:ext>
            </a:extLst>
          </p:cNvPr>
          <p:cNvSpPr txBox="1"/>
          <p:nvPr/>
        </p:nvSpPr>
        <p:spPr>
          <a:xfrm>
            <a:off x="6865733" y="909155"/>
            <a:ext cx="152327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bg1">
                    <a:lumMod val="50000"/>
                  </a:schemeClr>
                </a:solidFill>
              </a:rPr>
              <a:t>{NAME}</a:t>
            </a:r>
            <a:endParaRPr lang="ko-KR" altLang="en-US" sz="105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E8DB9C2-2E90-7E6D-90AA-B892122CE484}"/>
              </a:ext>
            </a:extLst>
          </p:cNvPr>
          <p:cNvSpPr txBox="1"/>
          <p:nvPr/>
        </p:nvSpPr>
        <p:spPr>
          <a:xfrm>
            <a:off x="7591343" y="909155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u="sng" dirty="0">
                <a:solidFill>
                  <a:schemeClr val="bg1">
                    <a:lumMod val="50000"/>
                  </a:schemeClr>
                </a:solidFill>
              </a:rPr>
              <a:t>로그아웃</a:t>
            </a:r>
          </a:p>
        </p:txBody>
      </p:sp>
      <p:pic>
        <p:nvPicPr>
          <p:cNvPr id="238" name="그림 237">
            <a:extLst>
              <a:ext uri="{FF2B5EF4-FFF2-40B4-BE49-F238E27FC236}">
                <a16:creationId xmlns:a16="http://schemas.microsoft.com/office/drawing/2014/main" id="{D53FF586-EAB8-6ED1-E5B0-5DA6C99231B5}"/>
              </a:ext>
            </a:extLst>
          </p:cNvPr>
          <p:cNvPicPr>
            <a:picLocks noChangeAspect="1"/>
          </p:cNvPicPr>
          <p:nvPr/>
        </p:nvPicPr>
        <p:blipFill>
          <a:blip r:embed="rId114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5640" y="961202"/>
            <a:ext cx="142662" cy="142662"/>
          </a:xfrm>
          <a:prstGeom prst="rect">
            <a:avLst/>
          </a:prstGeom>
        </p:spPr>
      </p:pic>
      <p:sp>
        <p:nvSpPr>
          <p:cNvPr id="245" name="TextBox 244">
            <a:extLst>
              <a:ext uri="{FF2B5EF4-FFF2-40B4-BE49-F238E27FC236}">
                <a16:creationId xmlns:a16="http://schemas.microsoft.com/office/drawing/2014/main" id="{1775250D-155D-3C17-CAFC-1EAFB1458FB8}"/>
              </a:ext>
            </a:extLst>
          </p:cNvPr>
          <p:cNvSpPr txBox="1"/>
          <p:nvPr/>
        </p:nvSpPr>
        <p:spPr>
          <a:xfrm>
            <a:off x="634379" y="1389308"/>
            <a:ext cx="11448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/>
              <a:t>고객사 관리</a:t>
            </a:r>
          </a:p>
        </p:txBody>
      </p:sp>
      <p:sp>
        <p:nvSpPr>
          <p:cNvPr id="401" name="Rectangle 89">
            <a:extLst>
              <a:ext uri="{FF2B5EF4-FFF2-40B4-BE49-F238E27FC236}">
                <a16:creationId xmlns:a16="http://schemas.microsoft.com/office/drawing/2014/main" id="{2D0BD352-4ABB-4E8B-2918-8F4FA46877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9425" y="1575633"/>
            <a:ext cx="566539" cy="22839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chemeClr val="tx1"/>
                </a:solidFill>
              </a:rPr>
              <a:t>삭제</a:t>
            </a:r>
          </a:p>
        </p:txBody>
      </p:sp>
      <p:sp>
        <p:nvSpPr>
          <p:cNvPr id="402" name="Rectangle 89">
            <a:extLst>
              <a:ext uri="{FF2B5EF4-FFF2-40B4-BE49-F238E27FC236}">
                <a16:creationId xmlns:a16="http://schemas.microsoft.com/office/drawing/2014/main" id="{199CEA6F-1C83-ECB2-DF99-BA3A3F1AE5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8697" y="1588891"/>
            <a:ext cx="566539" cy="20187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700" kern="0" dirty="0">
                <a:solidFill>
                  <a:schemeClr val="bg1"/>
                </a:solidFill>
              </a:rPr>
              <a:t>+</a:t>
            </a:r>
            <a:r>
              <a:rPr kumimoji="0" lang="ko-KR" altLang="en-US" sz="700" kern="0" dirty="0">
                <a:solidFill>
                  <a:schemeClr val="bg1"/>
                </a:solidFill>
              </a:rPr>
              <a:t>추가</a:t>
            </a:r>
          </a:p>
        </p:txBody>
      </p:sp>
      <p:sp>
        <p:nvSpPr>
          <p:cNvPr id="458" name="사각형: 둥근 모서리 457">
            <a:extLst>
              <a:ext uri="{FF2B5EF4-FFF2-40B4-BE49-F238E27FC236}">
                <a16:creationId xmlns:a16="http://schemas.microsoft.com/office/drawing/2014/main" id="{F140AA20-4EE1-3156-20B7-5D3D5644C22C}"/>
              </a:ext>
            </a:extLst>
          </p:cNvPr>
          <p:cNvSpPr/>
          <p:nvPr/>
        </p:nvSpPr>
        <p:spPr>
          <a:xfrm>
            <a:off x="6667891" y="6216746"/>
            <a:ext cx="789856" cy="20457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>
                <a:latin typeface="나눔고딕" pitchFamily="2" charset="-127"/>
                <a:ea typeface="나눔고딕" pitchFamily="2" charset="-127"/>
              </a:rPr>
              <a:t>적용하기</a:t>
            </a:r>
          </a:p>
        </p:txBody>
      </p:sp>
      <p:sp>
        <p:nvSpPr>
          <p:cNvPr id="167" name="사각형: 둥근 모서리 166">
            <a:extLst>
              <a:ext uri="{FF2B5EF4-FFF2-40B4-BE49-F238E27FC236}">
                <a16:creationId xmlns:a16="http://schemas.microsoft.com/office/drawing/2014/main" id="{CA73F37F-9DBE-4EA4-8795-9BFB83276663}"/>
              </a:ext>
            </a:extLst>
          </p:cNvPr>
          <p:cNvSpPr/>
          <p:nvPr/>
        </p:nvSpPr>
        <p:spPr>
          <a:xfrm>
            <a:off x="979355" y="1842561"/>
            <a:ext cx="6548908" cy="4274565"/>
          </a:xfrm>
          <a:prstGeom prst="roundRect">
            <a:avLst>
              <a:gd name="adj" fmla="val 4813"/>
            </a:avLst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나눔고딕" pitchFamily="2" charset="-127"/>
              <a:ea typeface="나눔고딕" pitchFamily="2" charset="-127"/>
            </a:endParaRPr>
          </a:p>
        </p:txBody>
      </p:sp>
      <p:graphicFrame>
        <p:nvGraphicFramePr>
          <p:cNvPr id="168" name="표 167">
            <a:extLst>
              <a:ext uri="{FF2B5EF4-FFF2-40B4-BE49-F238E27FC236}">
                <a16:creationId xmlns:a16="http://schemas.microsoft.com/office/drawing/2014/main" id="{249A9CD0-E331-480D-B9C7-94B7289EC1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7363861"/>
              </p:ext>
            </p:extLst>
          </p:nvPr>
        </p:nvGraphicFramePr>
        <p:xfrm>
          <a:off x="1227004" y="2022038"/>
          <a:ext cx="6037965" cy="4057807"/>
        </p:xfrm>
        <a:graphic>
          <a:graphicData uri="http://schemas.openxmlformats.org/drawingml/2006/table">
            <a:tbl>
              <a:tblPr firstRow="1" bandRow="1"/>
              <a:tblGrid>
                <a:gridCol w="424204">
                  <a:extLst>
                    <a:ext uri="{9D8B030D-6E8A-4147-A177-3AD203B41FA5}">
                      <a16:colId xmlns:a16="http://schemas.microsoft.com/office/drawing/2014/main" val="804009745"/>
                    </a:ext>
                  </a:extLst>
                </a:gridCol>
                <a:gridCol w="1091992">
                  <a:extLst>
                    <a:ext uri="{9D8B030D-6E8A-4147-A177-3AD203B41FA5}">
                      <a16:colId xmlns:a16="http://schemas.microsoft.com/office/drawing/2014/main" val="672849057"/>
                    </a:ext>
                  </a:extLst>
                </a:gridCol>
                <a:gridCol w="1487024">
                  <a:extLst>
                    <a:ext uri="{9D8B030D-6E8A-4147-A177-3AD203B41FA5}">
                      <a16:colId xmlns:a16="http://schemas.microsoft.com/office/drawing/2014/main" val="1948441988"/>
                    </a:ext>
                  </a:extLst>
                </a:gridCol>
                <a:gridCol w="1733244">
                  <a:extLst>
                    <a:ext uri="{9D8B030D-6E8A-4147-A177-3AD203B41FA5}">
                      <a16:colId xmlns:a16="http://schemas.microsoft.com/office/drawing/2014/main" val="3673462483"/>
                    </a:ext>
                  </a:extLst>
                </a:gridCol>
                <a:gridCol w="1301501">
                  <a:extLst>
                    <a:ext uri="{9D8B030D-6E8A-4147-A177-3AD203B41FA5}">
                      <a16:colId xmlns:a16="http://schemas.microsoft.com/office/drawing/2014/main" val="3181780071"/>
                    </a:ext>
                  </a:extLst>
                </a:gridCol>
              </a:tblGrid>
              <a:tr h="39390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000" b="1" i="0" u="none" strike="noStrike" cap="none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Arial"/>
                        </a:rPr>
                        <a:t>선택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000" b="1" i="0" u="none" strike="noStrike" cap="none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Arial"/>
                        </a:rPr>
                        <a:t>회사코드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000" b="1" i="0" u="none" strike="noStrike" cap="none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Arial"/>
                        </a:rPr>
                        <a:t>고객사명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000" b="1" i="0" u="none" strike="noStrike" cap="none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Arial"/>
                        </a:rPr>
                        <a:t>고정 보험 플랜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000" b="1" i="0" u="none" strike="noStrike" cap="none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Arial"/>
                        </a:rPr>
                        <a:t>고정 보험플랜 사용 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5544455"/>
                  </a:ext>
                </a:extLst>
              </a:tr>
              <a:tr h="3579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CORP20241018001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SM C&amp;C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85725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ko-KR" altLang="en-US" sz="1000" b="0" i="0" u="none" strike="noStrike" cap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3373054"/>
                  </a:ext>
                </a:extLst>
              </a:tr>
              <a:tr h="3579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Arial"/>
                        </a:rPr>
                        <a:t>□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CORP20250101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/>
                      <a:r>
                        <a:rPr lang="en-US" altLang="ko-KR" sz="1000" b="1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Musinsa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85725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ko-KR" altLang="en-US" sz="1000" b="0" i="0" u="none" strike="noStrike" cap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4519957"/>
                  </a:ext>
                </a:extLst>
              </a:tr>
              <a:tr h="3579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Arial"/>
                        </a:rPr>
                        <a:t>□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CORP221220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JTC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85725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ko-KR" altLang="en-US" sz="1000" b="0" i="0" u="none" strike="noStrike" cap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0469623"/>
                  </a:ext>
                </a:extLst>
              </a:tr>
              <a:tr h="3579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Arial"/>
                        </a:rPr>
                        <a:t>□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CORP2504002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SM ENTERTAINTMENT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85725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ko-KR" altLang="en-US" sz="1000" b="0" i="0" u="none" strike="noStrike" cap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236339"/>
                  </a:ext>
                </a:extLst>
              </a:tr>
              <a:tr h="3579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Arial"/>
                        </a:rPr>
                        <a:t>□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CORP2504023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ENT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85725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ko-KR" altLang="en-US" sz="1000" b="0" i="0" u="none" strike="noStrike" cap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028132"/>
                  </a:ext>
                </a:extLst>
              </a:tr>
              <a:tr h="3579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Arial"/>
                        </a:rPr>
                        <a:t>□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CORP250425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KBS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85725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ko-KR" altLang="en-US" sz="1000" b="0" i="0" u="none" strike="noStrike" cap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4629017"/>
                  </a:ext>
                </a:extLst>
              </a:tr>
              <a:tr h="40140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Arial"/>
                        </a:rPr>
                        <a:t>□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CORP250425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MBC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85725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ko-KR" altLang="en-US" sz="1000" b="0" i="0" u="none" strike="noStrike" cap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3983533"/>
                  </a:ext>
                </a:extLst>
              </a:tr>
              <a:tr h="3579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Arial"/>
                        </a:rPr>
                        <a:t>□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CORP250425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DDD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85725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ko-KR" altLang="en-US" sz="1000" b="0" i="0" u="none" strike="noStrike" cap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2550189"/>
                  </a:ext>
                </a:extLst>
              </a:tr>
              <a:tr h="3579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Arial"/>
                        </a:rPr>
                        <a:t>□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CORP250425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FFF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85725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ko-KR" altLang="en-US" sz="1000" b="0" i="0" u="none" strike="noStrike" cap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0514784"/>
                  </a:ext>
                </a:extLst>
              </a:tr>
              <a:tr h="3579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/>
                      <a:endParaRPr lang="ko-KR" altLang="en-US" sz="10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/>
                      <a:endParaRPr lang="ko-KR" altLang="en-US" sz="10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85725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ko-KR" altLang="en-US" sz="1000" b="0" i="0" u="none" strike="noStrike" cap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6771086"/>
                  </a:ext>
                </a:extLst>
              </a:tr>
            </a:tbl>
          </a:graphicData>
        </a:graphic>
      </p:graphicFrame>
      <p:grpSp>
        <p:nvGrpSpPr>
          <p:cNvPr id="169" name="Drop-Down Box (Expanded)">
            <a:extLst>
              <a:ext uri="{FF2B5EF4-FFF2-40B4-BE49-F238E27FC236}">
                <a16:creationId xmlns:a16="http://schemas.microsoft.com/office/drawing/2014/main" id="{BA351D3B-74B7-43A0-AF4F-BEEFBB4186AE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4344754" y="4263410"/>
            <a:ext cx="1368150" cy="1049389"/>
            <a:chOff x="595686" y="1268936"/>
            <a:chExt cx="1368150" cy="1049389"/>
          </a:xfrm>
        </p:grpSpPr>
        <p:grpSp>
          <p:nvGrpSpPr>
            <p:cNvPr id="170" name="Drop-Down Box">
              <a:extLst>
                <a:ext uri="{FF2B5EF4-FFF2-40B4-BE49-F238E27FC236}">
                  <a16:creationId xmlns:a16="http://schemas.microsoft.com/office/drawing/2014/main" id="{37C455D6-3E34-4B68-91C9-7022B07E8A19}"/>
                </a:ext>
              </a:extLst>
            </p:cNvPr>
            <p:cNvGrpSpPr/>
            <p:nvPr/>
          </p:nvGrpSpPr>
          <p:grpSpPr>
            <a:xfrm>
              <a:off x="595686" y="1268936"/>
              <a:ext cx="1368150" cy="225703"/>
              <a:chOff x="595686" y="1268936"/>
              <a:chExt cx="1368150" cy="225703"/>
            </a:xfrm>
          </p:grpSpPr>
          <p:sp>
            <p:nvSpPr>
              <p:cNvPr id="174" name="Text Box">
                <a:extLst>
                  <a:ext uri="{FF2B5EF4-FFF2-40B4-BE49-F238E27FC236}">
                    <a16:creationId xmlns:a16="http://schemas.microsoft.com/office/drawing/2014/main" id="{325D91C0-511D-4854-84DA-BC429CDE338E}"/>
                  </a:ext>
                </a:extLst>
              </p:cNvPr>
              <p:cNvSpPr/>
              <p:nvPr>
                <p:custDataLst>
                  <p:tags r:id="rId111"/>
                </p:custDataLst>
              </p:nvPr>
            </p:nvSpPr>
            <p:spPr>
              <a:xfrm>
                <a:off x="595686" y="1268936"/>
                <a:ext cx="1368150" cy="225703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50800" rIns="256032" bIns="5080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800" dirty="0">
                    <a:solidFill>
                      <a:srgbClr val="5F5F5F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A0-3</a:t>
                </a:r>
              </a:p>
            </p:txBody>
          </p:sp>
          <p:sp>
            <p:nvSpPr>
              <p:cNvPr id="175" name="Arrow Down">
                <a:extLst>
                  <a:ext uri="{FF2B5EF4-FFF2-40B4-BE49-F238E27FC236}">
                    <a16:creationId xmlns:a16="http://schemas.microsoft.com/office/drawing/2014/main" id="{2531E657-0C8C-4372-95E4-8BE7D9F5E819}"/>
                  </a:ext>
                </a:extLst>
              </p:cNvPr>
              <p:cNvSpPr>
                <a:spLocks noChangeAspect="1"/>
              </p:cNvSpPr>
              <p:nvPr>
                <p:custDataLst>
                  <p:tags r:id="rId112"/>
                </p:custDataLst>
              </p:nvPr>
            </p:nvSpPr>
            <p:spPr bwMode="auto">
              <a:xfrm rot="10800000" flipH="1">
                <a:off x="1825975" y="1363700"/>
                <a:ext cx="64008" cy="36177"/>
              </a:xfrm>
              <a:custGeom>
                <a:avLst/>
                <a:gdLst>
                  <a:gd name="T0" fmla="*/ 0 w 197"/>
                  <a:gd name="T1" fmla="*/ 0 h 115"/>
                  <a:gd name="T2" fmla="*/ 99 w 197"/>
                  <a:gd name="T3" fmla="*/ 115 h 115"/>
                  <a:gd name="T4" fmla="*/ 197 w 197"/>
                  <a:gd name="T5" fmla="*/ 0 h 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97" h="115">
                    <a:moveTo>
                      <a:pt x="0" y="0"/>
                    </a:moveTo>
                    <a:lnTo>
                      <a:pt x="99" y="115"/>
                    </a:lnTo>
                    <a:lnTo>
                      <a:pt x="197" y="0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171" name="Drop-Down Menu">
              <a:extLst>
                <a:ext uri="{FF2B5EF4-FFF2-40B4-BE49-F238E27FC236}">
                  <a16:creationId xmlns:a16="http://schemas.microsoft.com/office/drawing/2014/main" id="{C1B94F49-1473-48B1-A330-F04399F68FA1}"/>
                </a:ext>
              </a:extLst>
            </p:cNvPr>
            <p:cNvGrpSpPr/>
            <p:nvPr/>
          </p:nvGrpSpPr>
          <p:grpSpPr>
            <a:xfrm>
              <a:off x="595686" y="1497587"/>
              <a:ext cx="1368150" cy="820738"/>
              <a:chOff x="595686" y="1497587"/>
              <a:chExt cx="1368150" cy="820738"/>
            </a:xfrm>
          </p:grpSpPr>
          <p:sp>
            <p:nvSpPr>
              <p:cNvPr id="172" name="Box">
                <a:extLst>
                  <a:ext uri="{FF2B5EF4-FFF2-40B4-BE49-F238E27FC236}">
                    <a16:creationId xmlns:a16="http://schemas.microsoft.com/office/drawing/2014/main" id="{25EB1344-3CEA-4414-8CA3-7E3FE9DF99F9}"/>
                  </a:ext>
                </a:extLst>
              </p:cNvPr>
              <p:cNvSpPr/>
              <p:nvPr>
                <p:custDataLst>
                  <p:tags r:id="rId109"/>
                </p:custDataLst>
              </p:nvPr>
            </p:nvSpPr>
            <p:spPr>
              <a:xfrm>
                <a:off x="595686" y="1497587"/>
                <a:ext cx="1368150" cy="820738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50800" rIns="91440" bIns="5080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Aft>
                    <a:spcPts val="200"/>
                  </a:spcAft>
                </a:pPr>
                <a:r>
                  <a:rPr lang="en-US" sz="800" noProof="1">
                    <a:solidFill>
                      <a:srgbClr val="5F5F5F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A1</a:t>
                </a:r>
              </a:p>
              <a:p>
                <a:pPr>
                  <a:spcAft>
                    <a:spcPts val="200"/>
                  </a:spcAft>
                </a:pPr>
                <a:r>
                  <a:rPr lang="en-US" sz="800" noProof="1">
                    <a:solidFill>
                      <a:srgbClr val="5F5F5F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A2</a:t>
                </a:r>
              </a:p>
              <a:p>
                <a:pPr>
                  <a:spcAft>
                    <a:spcPts val="200"/>
                  </a:spcAft>
                </a:pPr>
                <a:r>
                  <a:rPr lang="en-US" sz="800" noProof="1">
                    <a:solidFill>
                      <a:srgbClr val="5F5F5F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A0-3</a:t>
                </a:r>
              </a:p>
              <a:p>
                <a:pPr>
                  <a:spcAft>
                    <a:spcPts val="200"/>
                  </a:spcAft>
                </a:pPr>
                <a:r>
                  <a:rPr lang="en-US" sz="800" noProof="1">
                    <a:solidFill>
                      <a:srgbClr val="5F5F5F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A0-4</a:t>
                </a:r>
              </a:p>
              <a:p>
                <a:pPr>
                  <a:spcAft>
                    <a:spcPts val="200"/>
                  </a:spcAft>
                </a:pPr>
                <a:r>
                  <a:rPr lang="en-US" sz="800" noProof="1">
                    <a:solidFill>
                      <a:srgbClr val="5F5F5F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A1-2</a:t>
                </a:r>
              </a:p>
            </p:txBody>
          </p:sp>
          <p:sp>
            <p:nvSpPr>
              <p:cNvPr id="173" name="Selection Overlay">
                <a:extLst>
                  <a:ext uri="{FF2B5EF4-FFF2-40B4-BE49-F238E27FC236}">
                    <a16:creationId xmlns:a16="http://schemas.microsoft.com/office/drawing/2014/main" id="{61AA0DFF-538C-48E6-90C4-C5707DEF88BB}"/>
                  </a:ext>
                </a:extLst>
              </p:cNvPr>
              <p:cNvSpPr/>
              <p:nvPr>
                <p:custDataLst>
                  <p:tags r:id="rId110"/>
                </p:custDataLst>
              </p:nvPr>
            </p:nvSpPr>
            <p:spPr>
              <a:xfrm>
                <a:off x="644327" y="1674051"/>
                <a:ext cx="1239597" cy="171414"/>
              </a:xfrm>
              <a:prstGeom prst="rect">
                <a:avLst/>
              </a:prstGeom>
              <a:solidFill>
                <a:srgbClr val="5B9BD5">
                  <a:alpha val="21961"/>
                </a:srgbClr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grpSp>
        <p:nvGrpSpPr>
          <p:cNvPr id="176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90B32A20-77BB-4B71-96AA-731867BCE0CB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4344754" y="2458087"/>
            <a:ext cx="1368150" cy="225703"/>
            <a:chOff x="595686" y="1268936"/>
            <a:chExt cx="1368150" cy="225703"/>
          </a:xfrm>
          <a:solidFill>
            <a:srgbClr val="FFFFFF"/>
          </a:solidFill>
        </p:grpSpPr>
        <p:sp>
          <p:nvSpPr>
            <p:cNvPr id="177" name="Text Box">
              <a:extLst>
                <a:ext uri="{FF2B5EF4-FFF2-40B4-BE49-F238E27FC236}">
                  <a16:creationId xmlns:a16="http://schemas.microsoft.com/office/drawing/2014/main" id="{209FDD42-966F-4AC7-A25C-C2F13FB685B0}"/>
                </a:ext>
              </a:extLst>
            </p:cNvPr>
            <p:cNvSpPr/>
            <p:nvPr/>
          </p:nvSpPr>
          <p:spPr>
            <a:xfrm>
              <a:off x="595686" y="1268936"/>
              <a:ext cx="1368150" cy="225703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256032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800" dirty="0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rPr>
                <a:t>A0-3</a:t>
              </a:r>
            </a:p>
          </p:txBody>
        </p:sp>
        <p:sp>
          <p:nvSpPr>
            <p:cNvPr id="178" name="Arrow Down">
              <a:extLst>
                <a:ext uri="{FF2B5EF4-FFF2-40B4-BE49-F238E27FC236}">
                  <a16:creationId xmlns:a16="http://schemas.microsoft.com/office/drawing/2014/main" id="{8A730E22-39DB-45A6-8BA5-915BFA8CC9B1}"/>
                </a:ext>
              </a:extLst>
            </p:cNvPr>
            <p:cNvSpPr>
              <a:spLocks noChangeAspect="1"/>
            </p:cNvSpPr>
            <p:nvPr>
              <p:custDataLst>
                <p:tags r:id="rId108"/>
              </p:custDataLst>
            </p:nvPr>
          </p:nvSpPr>
          <p:spPr bwMode="auto">
            <a:xfrm flipH="1">
              <a:off x="1833595" y="1363700"/>
              <a:ext cx="64008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79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A3FF0672-769B-4C7D-BB08-8947E4FFECC2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4344754" y="2811086"/>
            <a:ext cx="1368150" cy="225703"/>
            <a:chOff x="595686" y="1268936"/>
            <a:chExt cx="1368150" cy="225703"/>
          </a:xfrm>
          <a:solidFill>
            <a:srgbClr val="FFFFFF"/>
          </a:solidFill>
        </p:grpSpPr>
        <p:sp>
          <p:nvSpPr>
            <p:cNvPr id="180" name="Text Box">
              <a:extLst>
                <a:ext uri="{FF2B5EF4-FFF2-40B4-BE49-F238E27FC236}">
                  <a16:creationId xmlns:a16="http://schemas.microsoft.com/office/drawing/2014/main" id="{372B139A-D821-42CB-98CB-4C5C7D506C76}"/>
                </a:ext>
              </a:extLst>
            </p:cNvPr>
            <p:cNvSpPr/>
            <p:nvPr/>
          </p:nvSpPr>
          <p:spPr>
            <a:xfrm>
              <a:off x="595686" y="1268936"/>
              <a:ext cx="1368150" cy="225703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256032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800" dirty="0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rPr>
                <a:t>A0-3</a:t>
              </a:r>
            </a:p>
          </p:txBody>
        </p:sp>
        <p:sp>
          <p:nvSpPr>
            <p:cNvPr id="181" name="Arrow Down">
              <a:extLst>
                <a:ext uri="{FF2B5EF4-FFF2-40B4-BE49-F238E27FC236}">
                  <a16:creationId xmlns:a16="http://schemas.microsoft.com/office/drawing/2014/main" id="{1E6FC417-E971-4043-9D21-891770E59000}"/>
                </a:ext>
              </a:extLst>
            </p:cNvPr>
            <p:cNvSpPr>
              <a:spLocks noChangeAspect="1"/>
            </p:cNvSpPr>
            <p:nvPr>
              <p:custDataLst>
                <p:tags r:id="rId107"/>
              </p:custDataLst>
            </p:nvPr>
          </p:nvSpPr>
          <p:spPr bwMode="auto">
            <a:xfrm flipH="1">
              <a:off x="1833595" y="1363700"/>
              <a:ext cx="64008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82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D6B93F2B-CE84-42A2-9442-142AD259473B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4344754" y="3171627"/>
            <a:ext cx="1368150" cy="225703"/>
            <a:chOff x="595686" y="1268936"/>
            <a:chExt cx="1368150" cy="225703"/>
          </a:xfrm>
          <a:solidFill>
            <a:srgbClr val="FFFFFF"/>
          </a:solidFill>
        </p:grpSpPr>
        <p:sp>
          <p:nvSpPr>
            <p:cNvPr id="183" name="Text Box">
              <a:extLst>
                <a:ext uri="{FF2B5EF4-FFF2-40B4-BE49-F238E27FC236}">
                  <a16:creationId xmlns:a16="http://schemas.microsoft.com/office/drawing/2014/main" id="{6BD38985-1D90-44F7-B160-D9F9586BB0FC}"/>
                </a:ext>
              </a:extLst>
            </p:cNvPr>
            <p:cNvSpPr/>
            <p:nvPr/>
          </p:nvSpPr>
          <p:spPr>
            <a:xfrm>
              <a:off x="595686" y="1268936"/>
              <a:ext cx="1368150" cy="225703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256032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800" dirty="0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rPr>
                <a:t>A4</a:t>
              </a:r>
            </a:p>
          </p:txBody>
        </p:sp>
        <p:sp>
          <p:nvSpPr>
            <p:cNvPr id="184" name="Arrow Down">
              <a:extLst>
                <a:ext uri="{FF2B5EF4-FFF2-40B4-BE49-F238E27FC236}">
                  <a16:creationId xmlns:a16="http://schemas.microsoft.com/office/drawing/2014/main" id="{FCF14452-BB39-46F4-9087-A21106AAA344}"/>
                </a:ext>
              </a:extLst>
            </p:cNvPr>
            <p:cNvSpPr>
              <a:spLocks noChangeAspect="1"/>
            </p:cNvSpPr>
            <p:nvPr>
              <p:custDataLst>
                <p:tags r:id="rId106"/>
              </p:custDataLst>
            </p:nvPr>
          </p:nvSpPr>
          <p:spPr bwMode="auto">
            <a:xfrm flipH="1">
              <a:off x="1833595" y="1363700"/>
              <a:ext cx="64008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85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97765389-734A-4562-AED7-0419554E0543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4344754" y="3542023"/>
            <a:ext cx="1368150" cy="225703"/>
            <a:chOff x="595686" y="1268936"/>
            <a:chExt cx="1368150" cy="225703"/>
          </a:xfrm>
          <a:solidFill>
            <a:srgbClr val="FFFFFF"/>
          </a:solidFill>
        </p:grpSpPr>
        <p:sp>
          <p:nvSpPr>
            <p:cNvPr id="186" name="Text Box">
              <a:extLst>
                <a:ext uri="{FF2B5EF4-FFF2-40B4-BE49-F238E27FC236}">
                  <a16:creationId xmlns:a16="http://schemas.microsoft.com/office/drawing/2014/main" id="{DED7CE15-902B-44F9-B9B0-BA9DDF63CCF5}"/>
                </a:ext>
              </a:extLst>
            </p:cNvPr>
            <p:cNvSpPr/>
            <p:nvPr/>
          </p:nvSpPr>
          <p:spPr>
            <a:xfrm>
              <a:off x="595686" y="1268936"/>
              <a:ext cx="1368150" cy="225703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256032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800" dirty="0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rPr>
                <a:t>A2</a:t>
              </a:r>
            </a:p>
          </p:txBody>
        </p:sp>
        <p:sp>
          <p:nvSpPr>
            <p:cNvPr id="187" name="Arrow Down">
              <a:extLst>
                <a:ext uri="{FF2B5EF4-FFF2-40B4-BE49-F238E27FC236}">
                  <a16:creationId xmlns:a16="http://schemas.microsoft.com/office/drawing/2014/main" id="{7E87590B-3C79-422D-9FFB-B4FF2452EA39}"/>
                </a:ext>
              </a:extLst>
            </p:cNvPr>
            <p:cNvSpPr>
              <a:spLocks noChangeAspect="1"/>
            </p:cNvSpPr>
            <p:nvPr>
              <p:custDataLst>
                <p:tags r:id="rId105"/>
              </p:custDataLst>
            </p:nvPr>
          </p:nvSpPr>
          <p:spPr bwMode="auto">
            <a:xfrm flipH="1">
              <a:off x="1833595" y="1363700"/>
              <a:ext cx="64008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88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4C9EF8BE-5244-43C0-925D-5E0D868F5C17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4344754" y="3891507"/>
            <a:ext cx="1368150" cy="225703"/>
            <a:chOff x="595686" y="1268936"/>
            <a:chExt cx="1368150" cy="225703"/>
          </a:xfrm>
          <a:solidFill>
            <a:srgbClr val="FFFFFF"/>
          </a:solidFill>
        </p:grpSpPr>
        <p:sp>
          <p:nvSpPr>
            <p:cNvPr id="189" name="Text Box">
              <a:extLst>
                <a:ext uri="{FF2B5EF4-FFF2-40B4-BE49-F238E27FC236}">
                  <a16:creationId xmlns:a16="http://schemas.microsoft.com/office/drawing/2014/main" id="{1B5B4A3F-7933-4E14-A7C8-64273268D1D4}"/>
                </a:ext>
              </a:extLst>
            </p:cNvPr>
            <p:cNvSpPr/>
            <p:nvPr/>
          </p:nvSpPr>
          <p:spPr>
            <a:xfrm>
              <a:off x="595686" y="1268936"/>
              <a:ext cx="1368150" cy="225703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256032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800" dirty="0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rPr>
                <a:t>A1</a:t>
              </a:r>
            </a:p>
          </p:txBody>
        </p:sp>
        <p:sp>
          <p:nvSpPr>
            <p:cNvPr id="190" name="Arrow Down">
              <a:extLst>
                <a:ext uri="{FF2B5EF4-FFF2-40B4-BE49-F238E27FC236}">
                  <a16:creationId xmlns:a16="http://schemas.microsoft.com/office/drawing/2014/main" id="{130DB7E1-2B55-4977-BDF0-7F353A13814E}"/>
                </a:ext>
              </a:extLst>
            </p:cNvPr>
            <p:cNvSpPr>
              <a:spLocks noChangeAspect="1"/>
            </p:cNvSpPr>
            <p:nvPr>
              <p:custDataLst>
                <p:tags r:id="rId104"/>
              </p:custDataLst>
            </p:nvPr>
          </p:nvSpPr>
          <p:spPr bwMode="auto">
            <a:xfrm flipH="1">
              <a:off x="1833595" y="1363700"/>
              <a:ext cx="64008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91" name="모서리가 둥근 직사각형 99">
            <a:extLst>
              <a:ext uri="{FF2B5EF4-FFF2-40B4-BE49-F238E27FC236}">
                <a16:creationId xmlns:a16="http://schemas.microsoft.com/office/drawing/2014/main" id="{E8C2D05A-95C5-4E01-98A0-690F88CB65DC}"/>
              </a:ext>
            </a:extLst>
          </p:cNvPr>
          <p:cNvSpPr/>
          <p:nvPr/>
        </p:nvSpPr>
        <p:spPr>
          <a:xfrm>
            <a:off x="5658902" y="4502313"/>
            <a:ext cx="28800" cy="828000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 latinLnBrk="0"/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192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BE1FB50A-3677-47BA-935A-FF91BDD98A2F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4356352" y="5387249"/>
            <a:ext cx="1368150" cy="225703"/>
            <a:chOff x="595686" y="1268936"/>
            <a:chExt cx="1368150" cy="225703"/>
          </a:xfrm>
          <a:solidFill>
            <a:srgbClr val="FFFFFF"/>
          </a:solidFill>
        </p:grpSpPr>
        <p:sp>
          <p:nvSpPr>
            <p:cNvPr id="193" name="Text Box">
              <a:extLst>
                <a:ext uri="{FF2B5EF4-FFF2-40B4-BE49-F238E27FC236}">
                  <a16:creationId xmlns:a16="http://schemas.microsoft.com/office/drawing/2014/main" id="{67A435E3-7412-4995-BF5E-A4710CF7F1BB}"/>
                </a:ext>
              </a:extLst>
            </p:cNvPr>
            <p:cNvSpPr/>
            <p:nvPr/>
          </p:nvSpPr>
          <p:spPr>
            <a:xfrm>
              <a:off x="595686" y="1268936"/>
              <a:ext cx="1368150" cy="225703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256032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800" dirty="0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rPr>
                <a:t>A1</a:t>
              </a:r>
            </a:p>
          </p:txBody>
        </p:sp>
        <p:sp>
          <p:nvSpPr>
            <p:cNvPr id="194" name="Arrow Down">
              <a:extLst>
                <a:ext uri="{FF2B5EF4-FFF2-40B4-BE49-F238E27FC236}">
                  <a16:creationId xmlns:a16="http://schemas.microsoft.com/office/drawing/2014/main" id="{DADEC5A3-7190-408A-BDB8-E7626E657F74}"/>
                </a:ext>
              </a:extLst>
            </p:cNvPr>
            <p:cNvSpPr>
              <a:spLocks noChangeAspect="1"/>
            </p:cNvSpPr>
            <p:nvPr>
              <p:custDataLst>
                <p:tags r:id="rId103"/>
              </p:custDataLst>
            </p:nvPr>
          </p:nvSpPr>
          <p:spPr bwMode="auto">
            <a:xfrm flipH="1">
              <a:off x="1833595" y="1363700"/>
              <a:ext cx="64008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95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59BD9B34-725A-4500-A175-C92116873453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4360930" y="5710937"/>
            <a:ext cx="1368150" cy="225703"/>
            <a:chOff x="595686" y="1268936"/>
            <a:chExt cx="1368150" cy="225703"/>
          </a:xfrm>
          <a:solidFill>
            <a:srgbClr val="FFFFFF"/>
          </a:solidFill>
        </p:grpSpPr>
        <p:sp>
          <p:nvSpPr>
            <p:cNvPr id="196" name="Text Box">
              <a:extLst>
                <a:ext uri="{FF2B5EF4-FFF2-40B4-BE49-F238E27FC236}">
                  <a16:creationId xmlns:a16="http://schemas.microsoft.com/office/drawing/2014/main" id="{A7597445-A391-4DA8-A929-A0EA9A0BF82A}"/>
                </a:ext>
              </a:extLst>
            </p:cNvPr>
            <p:cNvSpPr/>
            <p:nvPr/>
          </p:nvSpPr>
          <p:spPr>
            <a:xfrm>
              <a:off x="595686" y="1268936"/>
              <a:ext cx="1368150" cy="225703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256032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800" dirty="0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rPr>
                <a:t>A1</a:t>
              </a:r>
            </a:p>
          </p:txBody>
        </p:sp>
        <p:sp>
          <p:nvSpPr>
            <p:cNvPr id="197" name="Arrow Down">
              <a:extLst>
                <a:ext uri="{FF2B5EF4-FFF2-40B4-BE49-F238E27FC236}">
                  <a16:creationId xmlns:a16="http://schemas.microsoft.com/office/drawing/2014/main" id="{4CB8D92E-694A-44FB-81C8-618FD95EEFAC}"/>
                </a:ext>
              </a:extLst>
            </p:cNvPr>
            <p:cNvSpPr>
              <a:spLocks noChangeAspect="1"/>
            </p:cNvSpPr>
            <p:nvPr>
              <p:custDataLst>
                <p:tags r:id="rId102"/>
              </p:custDataLst>
            </p:nvPr>
          </p:nvSpPr>
          <p:spPr bwMode="auto">
            <a:xfrm flipH="1">
              <a:off x="1833595" y="1363700"/>
              <a:ext cx="64008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98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&lt;/Code&gt;&lt;CodeSignature&gt;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2D8316DB-B7F2-445B-9301-CFF8607D2FA1}"/>
              </a:ext>
            </a:extLst>
          </p:cNvPr>
          <p:cNvGrpSpPr/>
          <p:nvPr>
            <p:custDataLst>
              <p:tags r:id="rId9"/>
            </p:custDataLst>
          </p:nvPr>
        </p:nvGrpSpPr>
        <p:grpSpPr>
          <a:xfrm>
            <a:off x="6134992" y="2504214"/>
            <a:ext cx="350013" cy="196977"/>
            <a:chOff x="593892" y="1592858"/>
            <a:chExt cx="350013" cy="196977"/>
          </a:xfrm>
        </p:grpSpPr>
        <p:sp>
          <p:nvSpPr>
            <p:cNvPr id="199" name="Circle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015C49F9-955C-4363-A401-9ABC100EDB21}"/>
                </a:ext>
              </a:extLst>
            </p:cNvPr>
            <p:cNvSpPr/>
            <p:nvPr>
              <p:custDataLst>
                <p:tags r:id="rId99"/>
              </p:custDataLst>
            </p:nvPr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200" name="Check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B042831B-5877-4DAD-AD21-6F652D27C94C}"/>
                </a:ext>
              </a:extLst>
            </p:cNvPr>
            <p:cNvSpPr/>
            <p:nvPr>
              <p:custDataLst>
                <p:tags r:id="rId100"/>
              </p:custDataLst>
            </p:nvPr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201" name="Label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D91EFDF7-6C90-4BDE-AD87-CBCCC2488FB3}"/>
                </a:ext>
              </a:extLst>
            </p:cNvPr>
            <p:cNvSpPr txBox="1"/>
            <p:nvPr>
              <p:custDataLst>
                <p:tags r:id="rId101"/>
              </p:custDataLst>
            </p:nvPr>
          </p:nvSpPr>
          <p:spPr>
            <a:xfrm>
              <a:off x="727243" y="1592858"/>
              <a:ext cx="216662" cy="196977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Y</a:t>
              </a:r>
            </a:p>
          </p:txBody>
        </p:sp>
      </p:grpSp>
      <p:grpSp>
        <p:nvGrpSpPr>
          <p:cNvPr id="202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&lt;/Code&gt;&lt;CodeSignature&gt;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C523C7C8-DE29-439C-AEAE-9BD8139DC170}"/>
              </a:ext>
            </a:extLst>
          </p:cNvPr>
          <p:cNvGrpSpPr/>
          <p:nvPr>
            <p:custDataLst>
              <p:tags r:id="rId10"/>
            </p:custDataLst>
          </p:nvPr>
        </p:nvGrpSpPr>
        <p:grpSpPr>
          <a:xfrm>
            <a:off x="6837443" y="2504214"/>
            <a:ext cx="354822" cy="196977"/>
            <a:chOff x="593892" y="1592858"/>
            <a:chExt cx="354822" cy="196977"/>
          </a:xfrm>
        </p:grpSpPr>
        <p:sp>
          <p:nvSpPr>
            <p:cNvPr id="203" name="Circle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6FBFBD1E-56A4-485B-A6AD-6C4CF04BA02F}"/>
                </a:ext>
              </a:extLst>
            </p:cNvPr>
            <p:cNvSpPr/>
            <p:nvPr>
              <p:custDataLst>
                <p:tags r:id="rId96"/>
              </p:custDataLst>
            </p:nvPr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204" name="Check" descr="&lt;SmartSettings&gt;&lt;SmartResize anchorLeft=&quot;Absolute&quot; anchorTop=&quot;None&quot; anchorRight=&quot;None&quot; anchorBottom=&quot;None&quot; /&gt;&lt;/SmartSettings&gt;" hidden="1">
              <a:extLst>
                <a:ext uri="{FF2B5EF4-FFF2-40B4-BE49-F238E27FC236}">
                  <a16:creationId xmlns:a16="http://schemas.microsoft.com/office/drawing/2014/main" id="{CDA0855A-63D9-48D6-96C2-6FD3544CE1B6}"/>
                </a:ext>
              </a:extLst>
            </p:cNvPr>
            <p:cNvSpPr/>
            <p:nvPr>
              <p:custDataLst>
                <p:tags r:id="rId97"/>
              </p:custDataLst>
            </p:nvPr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rgbClr val="808080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205" name="Label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6AB42E5B-CDF9-41B4-805F-29B01857C5C6}"/>
                </a:ext>
              </a:extLst>
            </p:cNvPr>
            <p:cNvSpPr txBox="1"/>
            <p:nvPr>
              <p:custDataLst>
                <p:tags r:id="rId98"/>
              </p:custDataLst>
            </p:nvPr>
          </p:nvSpPr>
          <p:spPr>
            <a:xfrm>
              <a:off x="727243" y="1592858"/>
              <a:ext cx="221471" cy="196977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N</a:t>
              </a:r>
            </a:p>
          </p:txBody>
        </p:sp>
      </p:grpSp>
      <p:grpSp>
        <p:nvGrpSpPr>
          <p:cNvPr id="206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&lt;/Code&gt;&lt;CodeSignature&gt;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46D8725F-2495-4689-9E7A-E136C0E82950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6134992" y="2864791"/>
            <a:ext cx="350013" cy="196977"/>
            <a:chOff x="593892" y="1592858"/>
            <a:chExt cx="350013" cy="196977"/>
          </a:xfrm>
        </p:grpSpPr>
        <p:sp>
          <p:nvSpPr>
            <p:cNvPr id="207" name="Circle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6B3EACCA-53B3-475B-B107-52902B37D021}"/>
                </a:ext>
              </a:extLst>
            </p:cNvPr>
            <p:cNvSpPr/>
            <p:nvPr>
              <p:custDataLst>
                <p:tags r:id="rId93"/>
              </p:custDataLst>
            </p:nvPr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208" name="Check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F5C0F300-62A7-4B02-B2CE-663E691EABA8}"/>
                </a:ext>
              </a:extLst>
            </p:cNvPr>
            <p:cNvSpPr/>
            <p:nvPr>
              <p:custDataLst>
                <p:tags r:id="rId94"/>
              </p:custDataLst>
            </p:nvPr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209" name="Label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A4AE7445-49D2-4731-8372-CC98362AD738}"/>
                </a:ext>
              </a:extLst>
            </p:cNvPr>
            <p:cNvSpPr txBox="1"/>
            <p:nvPr>
              <p:custDataLst>
                <p:tags r:id="rId95"/>
              </p:custDataLst>
            </p:nvPr>
          </p:nvSpPr>
          <p:spPr>
            <a:xfrm>
              <a:off x="727243" y="1592858"/>
              <a:ext cx="216662" cy="196977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Y</a:t>
              </a:r>
            </a:p>
          </p:txBody>
        </p:sp>
      </p:grpSp>
      <p:grpSp>
        <p:nvGrpSpPr>
          <p:cNvPr id="210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&lt;/Code&gt;&lt;CodeSignature&gt;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5A90311B-E317-4D06-B7A9-E803A2BBF52F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6837443" y="2864791"/>
            <a:ext cx="354822" cy="196977"/>
            <a:chOff x="593892" y="1592858"/>
            <a:chExt cx="354822" cy="196977"/>
          </a:xfrm>
        </p:grpSpPr>
        <p:sp>
          <p:nvSpPr>
            <p:cNvPr id="211" name="Circle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BA9FFC62-30E0-4789-A3B3-51FD837C3354}"/>
                </a:ext>
              </a:extLst>
            </p:cNvPr>
            <p:cNvSpPr/>
            <p:nvPr>
              <p:custDataLst>
                <p:tags r:id="rId90"/>
              </p:custDataLst>
            </p:nvPr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212" name="Check" descr="&lt;SmartSettings&gt;&lt;SmartResize anchorLeft=&quot;Absolute&quot; anchorTop=&quot;None&quot; anchorRight=&quot;None&quot; anchorBottom=&quot;None&quot; /&gt;&lt;/SmartSettings&gt;" hidden="1">
              <a:extLst>
                <a:ext uri="{FF2B5EF4-FFF2-40B4-BE49-F238E27FC236}">
                  <a16:creationId xmlns:a16="http://schemas.microsoft.com/office/drawing/2014/main" id="{19E21928-378B-4264-AD81-3C0224A77DE5}"/>
                </a:ext>
              </a:extLst>
            </p:cNvPr>
            <p:cNvSpPr/>
            <p:nvPr>
              <p:custDataLst>
                <p:tags r:id="rId91"/>
              </p:custDataLst>
            </p:nvPr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rgbClr val="808080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213" name="Label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CD67445B-452E-4EE9-B545-8D0C76052D93}"/>
                </a:ext>
              </a:extLst>
            </p:cNvPr>
            <p:cNvSpPr txBox="1"/>
            <p:nvPr>
              <p:custDataLst>
                <p:tags r:id="rId92"/>
              </p:custDataLst>
            </p:nvPr>
          </p:nvSpPr>
          <p:spPr>
            <a:xfrm>
              <a:off x="727243" y="1592858"/>
              <a:ext cx="221471" cy="196977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N</a:t>
              </a:r>
            </a:p>
          </p:txBody>
        </p:sp>
      </p:grpSp>
      <p:grpSp>
        <p:nvGrpSpPr>
          <p:cNvPr id="214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&lt;/Code&gt;&lt;CodeSignature&gt;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89CB9B34-27FB-447D-9A5A-373FA1F55396}"/>
              </a:ext>
            </a:extLst>
          </p:cNvPr>
          <p:cNvGrpSpPr/>
          <p:nvPr>
            <p:custDataLst>
              <p:tags r:id="rId13"/>
            </p:custDataLst>
          </p:nvPr>
        </p:nvGrpSpPr>
        <p:grpSpPr>
          <a:xfrm>
            <a:off x="6134992" y="3204909"/>
            <a:ext cx="350013" cy="196977"/>
            <a:chOff x="593892" y="1592858"/>
            <a:chExt cx="350013" cy="196977"/>
          </a:xfrm>
        </p:grpSpPr>
        <p:sp>
          <p:nvSpPr>
            <p:cNvPr id="215" name="Circle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37996F43-B1FD-4DA2-8235-89FF2E3FCA9B}"/>
                </a:ext>
              </a:extLst>
            </p:cNvPr>
            <p:cNvSpPr/>
            <p:nvPr>
              <p:custDataLst>
                <p:tags r:id="rId87"/>
              </p:custDataLst>
            </p:nvPr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216" name="Check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8E63640D-3EA0-4227-BE92-D3E2D19A0BBA}"/>
                </a:ext>
              </a:extLst>
            </p:cNvPr>
            <p:cNvSpPr/>
            <p:nvPr>
              <p:custDataLst>
                <p:tags r:id="rId88"/>
              </p:custDataLst>
            </p:nvPr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217" name="Label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2E520C36-919C-4CCA-A9ED-4223EC6190B0}"/>
                </a:ext>
              </a:extLst>
            </p:cNvPr>
            <p:cNvSpPr txBox="1"/>
            <p:nvPr>
              <p:custDataLst>
                <p:tags r:id="rId89"/>
              </p:custDataLst>
            </p:nvPr>
          </p:nvSpPr>
          <p:spPr>
            <a:xfrm>
              <a:off x="727243" y="1592858"/>
              <a:ext cx="216662" cy="196977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Y</a:t>
              </a:r>
            </a:p>
          </p:txBody>
        </p:sp>
      </p:grpSp>
      <p:grpSp>
        <p:nvGrpSpPr>
          <p:cNvPr id="218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&lt;/Code&gt;&lt;CodeSignature&gt;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9FC48377-2725-45F9-97CE-3BD34E2C95F7}"/>
              </a:ext>
            </a:extLst>
          </p:cNvPr>
          <p:cNvGrpSpPr/>
          <p:nvPr>
            <p:custDataLst>
              <p:tags r:id="rId14"/>
            </p:custDataLst>
          </p:nvPr>
        </p:nvGrpSpPr>
        <p:grpSpPr>
          <a:xfrm>
            <a:off x="6837443" y="3204909"/>
            <a:ext cx="354822" cy="196977"/>
            <a:chOff x="593892" y="1592858"/>
            <a:chExt cx="354822" cy="196977"/>
          </a:xfrm>
        </p:grpSpPr>
        <p:sp>
          <p:nvSpPr>
            <p:cNvPr id="219" name="Circle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298C74C6-8BB0-495F-A65E-383BF66BBBD9}"/>
                </a:ext>
              </a:extLst>
            </p:cNvPr>
            <p:cNvSpPr/>
            <p:nvPr>
              <p:custDataLst>
                <p:tags r:id="rId84"/>
              </p:custDataLst>
            </p:nvPr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220" name="Check" descr="&lt;SmartSettings&gt;&lt;SmartResize anchorLeft=&quot;Absolute&quot; anchorTop=&quot;None&quot; anchorRight=&quot;None&quot; anchorBottom=&quot;None&quot; /&gt;&lt;/SmartSettings&gt;" hidden="1">
              <a:extLst>
                <a:ext uri="{FF2B5EF4-FFF2-40B4-BE49-F238E27FC236}">
                  <a16:creationId xmlns:a16="http://schemas.microsoft.com/office/drawing/2014/main" id="{D684EDB4-4101-4FC1-88EF-2FD94AD802D8}"/>
                </a:ext>
              </a:extLst>
            </p:cNvPr>
            <p:cNvSpPr/>
            <p:nvPr>
              <p:custDataLst>
                <p:tags r:id="rId85"/>
              </p:custDataLst>
            </p:nvPr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rgbClr val="808080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221" name="Label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3F1EDAAE-4131-4BB5-82DF-9D6A84336428}"/>
                </a:ext>
              </a:extLst>
            </p:cNvPr>
            <p:cNvSpPr txBox="1"/>
            <p:nvPr>
              <p:custDataLst>
                <p:tags r:id="rId86"/>
              </p:custDataLst>
            </p:nvPr>
          </p:nvSpPr>
          <p:spPr>
            <a:xfrm>
              <a:off x="727243" y="1592858"/>
              <a:ext cx="221471" cy="196977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N</a:t>
              </a:r>
            </a:p>
          </p:txBody>
        </p:sp>
      </p:grpSp>
      <p:grpSp>
        <p:nvGrpSpPr>
          <p:cNvPr id="222" name="그룹 221">
            <a:extLst>
              <a:ext uri="{FF2B5EF4-FFF2-40B4-BE49-F238E27FC236}">
                <a16:creationId xmlns:a16="http://schemas.microsoft.com/office/drawing/2014/main" id="{35730954-633F-4E6B-B0E9-F9EE5A3B9976}"/>
              </a:ext>
            </a:extLst>
          </p:cNvPr>
          <p:cNvGrpSpPr/>
          <p:nvPr/>
        </p:nvGrpSpPr>
        <p:grpSpPr>
          <a:xfrm>
            <a:off x="6134992" y="3593365"/>
            <a:ext cx="1057273" cy="198637"/>
            <a:chOff x="5744386" y="3810921"/>
            <a:chExt cx="1057273" cy="198637"/>
          </a:xfrm>
        </p:grpSpPr>
        <p:grpSp>
          <p:nvGrpSpPr>
            <p:cNvPr id="223" name="그룹 222">
              <a:extLst>
                <a:ext uri="{FF2B5EF4-FFF2-40B4-BE49-F238E27FC236}">
                  <a16:creationId xmlns:a16="http://schemas.microsoft.com/office/drawing/2014/main" id="{65C34C7C-4F06-431A-BBF0-6AA4D7B1A9D9}"/>
                </a:ext>
              </a:extLst>
            </p:cNvPr>
            <p:cNvGrpSpPr/>
            <p:nvPr/>
          </p:nvGrpSpPr>
          <p:grpSpPr>
            <a:xfrm>
              <a:off x="5744386" y="3810921"/>
              <a:ext cx="1057273" cy="198637"/>
              <a:chOff x="5744386" y="3810921"/>
              <a:chExt cx="1057273" cy="198637"/>
            </a:xfrm>
          </p:grpSpPr>
          <p:grpSp>
            <p:nvGrpSpPr>
              <p:cNvPr id="236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&lt;/Code&gt;&lt;CodeSignature&gt;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&lt;/CodeSignature&gt;&lt;/SmartOptions&gt;&lt;SmartResize enabled=&quot;True&quot; minWidth=&quot;10&quot; minHeight=&quot;10&quot; /&gt;&lt;/SmartSettings&gt;">
                <a:extLst>
                  <a:ext uri="{FF2B5EF4-FFF2-40B4-BE49-F238E27FC236}">
                    <a16:creationId xmlns:a16="http://schemas.microsoft.com/office/drawing/2014/main" id="{9A1F7D6C-92CF-4E78-8BB8-228C0ABCA434}"/>
                  </a:ext>
                </a:extLst>
              </p:cNvPr>
              <p:cNvGrpSpPr/>
              <p:nvPr>
                <p:custDataLst>
                  <p:tags r:id="rId77"/>
                </p:custDataLst>
              </p:nvPr>
            </p:nvGrpSpPr>
            <p:grpSpPr>
              <a:xfrm>
                <a:off x="5744386" y="3810921"/>
                <a:ext cx="350013" cy="196977"/>
                <a:chOff x="593892" y="1592858"/>
                <a:chExt cx="350013" cy="196977"/>
              </a:xfrm>
            </p:grpSpPr>
            <p:sp>
              <p:nvSpPr>
                <p:cNvPr id="260" name="Circle" descr="&lt;SmartSettings&gt;&lt;SmartResize anchorLeft=&quot;Absolute&quot; anchorTop=&quot;None&quot; anchorRight=&quot;None&quot; anchorBottom=&quot;None&quot; /&gt;&lt;/SmartSettings&gt;">
                  <a:extLst>
                    <a:ext uri="{FF2B5EF4-FFF2-40B4-BE49-F238E27FC236}">
                      <a16:creationId xmlns:a16="http://schemas.microsoft.com/office/drawing/2014/main" id="{81E010E0-7E9C-4866-912B-C3F188CB8499}"/>
                    </a:ext>
                  </a:extLst>
                </p:cNvPr>
                <p:cNvSpPr/>
                <p:nvPr>
                  <p:custDataLst>
                    <p:tags r:id="rId82"/>
                  </p:custDataLst>
                </p:nvPr>
              </p:nvSpPr>
              <p:spPr>
                <a:xfrm>
                  <a:off x="593892" y="1624671"/>
                  <a:ext cx="133350" cy="133350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800" dirty="0">
                    <a:solidFill>
                      <a:srgbClr val="5F5F5F"/>
                    </a:solidFill>
                    <a:latin typeface="+mn-ea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261" name="Label" descr="&lt;SmartSettings&gt;&lt;SmartResize anchorLeft=&quot;Absolute&quot; anchorTop=&quot;Absolute&quot; anchorRight=&quot;Absolute&quot; anchorBottom=&quot;Absolute&quot; /&gt;&lt;/SmartSettings&gt;">
                  <a:extLst>
                    <a:ext uri="{FF2B5EF4-FFF2-40B4-BE49-F238E27FC236}">
                      <a16:creationId xmlns:a16="http://schemas.microsoft.com/office/drawing/2014/main" id="{999FCC8A-C5D4-4AC3-86EB-7DB1D86C9E02}"/>
                    </a:ext>
                  </a:extLst>
                </p:cNvPr>
                <p:cNvSpPr txBox="1"/>
                <p:nvPr>
                  <p:custDataLst>
                    <p:tags r:id="rId83"/>
                  </p:custDataLst>
                </p:nvPr>
              </p:nvSpPr>
              <p:spPr>
                <a:xfrm>
                  <a:off x="727243" y="1592858"/>
                  <a:ext cx="216662" cy="196977"/>
                </a:xfrm>
                <a:prstGeom prst="rect">
                  <a:avLst/>
                </a:prstGeom>
                <a:noFill/>
              </p:spPr>
              <p:txBody>
                <a:bodyPr wrap="none" lIns="73152" tIns="36576" rIns="73152" bIns="36576" rtlCol="0" anchor="ctr" anchorCtr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sz="800" dirty="0">
                      <a:solidFill>
                        <a:srgbClr val="5F5F5F"/>
                      </a:solidFill>
                      <a:latin typeface="+mn-ea"/>
                      <a:cs typeface="Segoe UI" panose="020B0502040204020203" pitchFamily="34" charset="0"/>
                    </a:rPr>
                    <a:t>Y</a:t>
                  </a:r>
                </a:p>
              </p:txBody>
            </p:sp>
          </p:grpSp>
          <p:grpSp>
            <p:nvGrpSpPr>
              <p:cNvPr id="256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&lt;/Code&gt;&lt;CodeSignature&gt;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&lt;/CodeSignature&gt;&lt;/SmartOptions&gt;&lt;SmartResize enabled=&quot;True&quot; minWidth=&quot;10&quot; minHeight=&quot;10&quot; /&gt;&lt;/SmartSettings&gt;">
                <a:extLst>
                  <a:ext uri="{FF2B5EF4-FFF2-40B4-BE49-F238E27FC236}">
                    <a16:creationId xmlns:a16="http://schemas.microsoft.com/office/drawing/2014/main" id="{28D4A138-6F9C-4A88-A629-A9FA1E0F7A5C}"/>
                  </a:ext>
                </a:extLst>
              </p:cNvPr>
              <p:cNvGrpSpPr/>
              <p:nvPr>
                <p:custDataLst>
                  <p:tags r:id="rId78"/>
                </p:custDataLst>
              </p:nvPr>
            </p:nvGrpSpPr>
            <p:grpSpPr>
              <a:xfrm>
                <a:off x="6446837" y="3812581"/>
                <a:ext cx="354822" cy="196977"/>
                <a:chOff x="593892" y="1592858"/>
                <a:chExt cx="354822" cy="196977"/>
              </a:xfrm>
            </p:grpSpPr>
            <p:sp>
              <p:nvSpPr>
                <p:cNvPr id="257" name="Circle" descr="&lt;SmartSettings&gt;&lt;SmartResize anchorLeft=&quot;Absolute&quot; anchorTop=&quot;None&quot; anchorRight=&quot;None&quot; anchorBottom=&quot;None&quot; /&gt;&lt;/SmartSettings&gt;">
                  <a:extLst>
                    <a:ext uri="{FF2B5EF4-FFF2-40B4-BE49-F238E27FC236}">
                      <a16:creationId xmlns:a16="http://schemas.microsoft.com/office/drawing/2014/main" id="{28FAF9AF-6B21-4B0B-9BF1-D8BF204073DB}"/>
                    </a:ext>
                  </a:extLst>
                </p:cNvPr>
                <p:cNvSpPr/>
                <p:nvPr>
                  <p:custDataLst>
                    <p:tags r:id="rId79"/>
                  </p:custDataLst>
                </p:nvPr>
              </p:nvSpPr>
              <p:spPr>
                <a:xfrm>
                  <a:off x="593892" y="1624671"/>
                  <a:ext cx="133350" cy="133350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800" dirty="0">
                    <a:solidFill>
                      <a:srgbClr val="5F5F5F"/>
                    </a:solidFill>
                    <a:latin typeface="+mn-ea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258" name="Check" descr="&lt;SmartSettings&gt;&lt;SmartResize anchorLeft=&quot;Absolute&quot; anchorTop=&quot;None&quot; anchorRight=&quot;None&quot; anchorBottom=&quot;None&quot; /&gt;&lt;/SmartSettings&gt;" hidden="1">
                  <a:extLst>
                    <a:ext uri="{FF2B5EF4-FFF2-40B4-BE49-F238E27FC236}">
                      <a16:creationId xmlns:a16="http://schemas.microsoft.com/office/drawing/2014/main" id="{2F52C563-3FBC-429B-8A8F-E95797DD78F8}"/>
                    </a:ext>
                  </a:extLst>
                </p:cNvPr>
                <p:cNvSpPr/>
                <p:nvPr>
                  <p:custDataLst>
                    <p:tags r:id="rId80"/>
                  </p:custDataLst>
                </p:nvPr>
              </p:nvSpPr>
              <p:spPr>
                <a:xfrm>
                  <a:off x="631198" y="1661977"/>
                  <a:ext cx="58738" cy="58738"/>
                </a:xfrm>
                <a:prstGeom prst="ellipse">
                  <a:avLst/>
                </a:prstGeom>
                <a:solidFill>
                  <a:srgbClr val="808080"/>
                </a:solidFill>
                <a:ln w="6350">
                  <a:solidFill>
                    <a:srgbClr val="80808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800" dirty="0">
                    <a:solidFill>
                      <a:srgbClr val="5F5F5F"/>
                    </a:solidFill>
                    <a:latin typeface="+mn-ea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259" name="Label" descr="&lt;SmartSettings&gt;&lt;SmartResize anchorLeft=&quot;Absolute&quot; anchorTop=&quot;Absolute&quot; anchorRight=&quot;Absolute&quot; anchorBottom=&quot;Absolute&quot; /&gt;&lt;/SmartSettings&gt;">
                  <a:extLst>
                    <a:ext uri="{FF2B5EF4-FFF2-40B4-BE49-F238E27FC236}">
                      <a16:creationId xmlns:a16="http://schemas.microsoft.com/office/drawing/2014/main" id="{EF1B43C4-7294-4FBB-B43B-6CA23DDEEB1A}"/>
                    </a:ext>
                  </a:extLst>
                </p:cNvPr>
                <p:cNvSpPr txBox="1"/>
                <p:nvPr>
                  <p:custDataLst>
                    <p:tags r:id="rId81"/>
                  </p:custDataLst>
                </p:nvPr>
              </p:nvSpPr>
              <p:spPr>
                <a:xfrm>
                  <a:off x="727243" y="1592858"/>
                  <a:ext cx="221471" cy="196977"/>
                </a:xfrm>
                <a:prstGeom prst="rect">
                  <a:avLst/>
                </a:prstGeom>
                <a:noFill/>
              </p:spPr>
              <p:txBody>
                <a:bodyPr wrap="none" lIns="73152" tIns="36576" rIns="73152" bIns="36576" rtlCol="0" anchor="ctr" anchorCtr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sz="800" dirty="0">
                      <a:solidFill>
                        <a:srgbClr val="5F5F5F"/>
                      </a:solidFill>
                      <a:latin typeface="+mn-ea"/>
                      <a:cs typeface="Segoe UI" panose="020B0502040204020203" pitchFamily="34" charset="0"/>
                    </a:rPr>
                    <a:t>N</a:t>
                  </a:r>
                </a:p>
              </p:txBody>
            </p:sp>
          </p:grpSp>
        </p:grpSp>
        <p:sp>
          <p:nvSpPr>
            <p:cNvPr id="235" name="Check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85EB2C31-80DF-4117-ACF9-391BAE96EAA3}"/>
                </a:ext>
              </a:extLst>
            </p:cNvPr>
            <p:cNvSpPr/>
            <p:nvPr>
              <p:custDataLst>
                <p:tags r:id="rId76"/>
              </p:custDataLst>
            </p:nvPr>
          </p:nvSpPr>
          <p:spPr>
            <a:xfrm>
              <a:off x="6484143" y="3876604"/>
              <a:ext cx="58738" cy="58738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262" name="그룹 261">
            <a:extLst>
              <a:ext uri="{FF2B5EF4-FFF2-40B4-BE49-F238E27FC236}">
                <a16:creationId xmlns:a16="http://schemas.microsoft.com/office/drawing/2014/main" id="{7D1EE24D-8982-4884-B1E0-06B4292A6B2D}"/>
              </a:ext>
            </a:extLst>
          </p:cNvPr>
          <p:cNvGrpSpPr/>
          <p:nvPr/>
        </p:nvGrpSpPr>
        <p:grpSpPr>
          <a:xfrm>
            <a:off x="6138888" y="3948449"/>
            <a:ext cx="1057273" cy="198637"/>
            <a:chOff x="5744386" y="3810921"/>
            <a:chExt cx="1057273" cy="198637"/>
          </a:xfrm>
        </p:grpSpPr>
        <p:grpSp>
          <p:nvGrpSpPr>
            <p:cNvPr id="263" name="그룹 262">
              <a:extLst>
                <a:ext uri="{FF2B5EF4-FFF2-40B4-BE49-F238E27FC236}">
                  <a16:creationId xmlns:a16="http://schemas.microsoft.com/office/drawing/2014/main" id="{20E86F68-72CB-4AD3-A0B8-48D924F7ABA3}"/>
                </a:ext>
              </a:extLst>
            </p:cNvPr>
            <p:cNvGrpSpPr/>
            <p:nvPr/>
          </p:nvGrpSpPr>
          <p:grpSpPr>
            <a:xfrm>
              <a:off x="5744386" y="3810921"/>
              <a:ext cx="1057273" cy="198637"/>
              <a:chOff x="5744386" y="3810921"/>
              <a:chExt cx="1057273" cy="198637"/>
            </a:xfrm>
          </p:grpSpPr>
          <p:grpSp>
            <p:nvGrpSpPr>
              <p:cNvPr id="265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&lt;/Code&gt;&lt;CodeSignature&gt;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&lt;/CodeSignature&gt;&lt;/SmartOptions&gt;&lt;SmartResize enabled=&quot;True&quot; minWidth=&quot;10&quot; minHeight=&quot;10&quot; /&gt;&lt;/SmartSettings&gt;">
                <a:extLst>
                  <a:ext uri="{FF2B5EF4-FFF2-40B4-BE49-F238E27FC236}">
                    <a16:creationId xmlns:a16="http://schemas.microsoft.com/office/drawing/2014/main" id="{9D409306-434C-4D9E-98C6-CB1C8BBCC917}"/>
                  </a:ext>
                </a:extLst>
              </p:cNvPr>
              <p:cNvGrpSpPr/>
              <p:nvPr>
                <p:custDataLst>
                  <p:tags r:id="rId69"/>
                </p:custDataLst>
              </p:nvPr>
            </p:nvGrpSpPr>
            <p:grpSpPr>
              <a:xfrm>
                <a:off x="5744386" y="3810921"/>
                <a:ext cx="350013" cy="196977"/>
                <a:chOff x="593892" y="1592858"/>
                <a:chExt cx="350013" cy="196977"/>
              </a:xfrm>
            </p:grpSpPr>
            <p:sp>
              <p:nvSpPr>
                <p:cNvPr id="270" name="Circle" descr="&lt;SmartSettings&gt;&lt;SmartResize anchorLeft=&quot;Absolute&quot; anchorTop=&quot;None&quot; anchorRight=&quot;None&quot; anchorBottom=&quot;None&quot; /&gt;&lt;/SmartSettings&gt;">
                  <a:extLst>
                    <a:ext uri="{FF2B5EF4-FFF2-40B4-BE49-F238E27FC236}">
                      <a16:creationId xmlns:a16="http://schemas.microsoft.com/office/drawing/2014/main" id="{3ADAA9B8-AF93-4673-AD9B-B6E0FA9971D6}"/>
                    </a:ext>
                  </a:extLst>
                </p:cNvPr>
                <p:cNvSpPr/>
                <p:nvPr>
                  <p:custDataLst>
                    <p:tags r:id="rId74"/>
                  </p:custDataLst>
                </p:nvPr>
              </p:nvSpPr>
              <p:spPr>
                <a:xfrm>
                  <a:off x="593892" y="1624671"/>
                  <a:ext cx="133350" cy="133350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800" dirty="0">
                    <a:solidFill>
                      <a:srgbClr val="5F5F5F"/>
                    </a:solidFill>
                    <a:latin typeface="+mn-ea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271" name="Label" descr="&lt;SmartSettings&gt;&lt;SmartResize anchorLeft=&quot;Absolute&quot; anchorTop=&quot;Absolute&quot; anchorRight=&quot;Absolute&quot; anchorBottom=&quot;Absolute&quot; /&gt;&lt;/SmartSettings&gt;">
                  <a:extLst>
                    <a:ext uri="{FF2B5EF4-FFF2-40B4-BE49-F238E27FC236}">
                      <a16:creationId xmlns:a16="http://schemas.microsoft.com/office/drawing/2014/main" id="{46CABDD9-A277-4608-8073-2E905D054CFE}"/>
                    </a:ext>
                  </a:extLst>
                </p:cNvPr>
                <p:cNvSpPr txBox="1"/>
                <p:nvPr>
                  <p:custDataLst>
                    <p:tags r:id="rId75"/>
                  </p:custDataLst>
                </p:nvPr>
              </p:nvSpPr>
              <p:spPr>
                <a:xfrm>
                  <a:off x="727243" y="1592858"/>
                  <a:ext cx="216662" cy="196977"/>
                </a:xfrm>
                <a:prstGeom prst="rect">
                  <a:avLst/>
                </a:prstGeom>
                <a:noFill/>
              </p:spPr>
              <p:txBody>
                <a:bodyPr wrap="none" lIns="73152" tIns="36576" rIns="73152" bIns="36576" rtlCol="0" anchor="ctr" anchorCtr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sz="800" dirty="0">
                      <a:solidFill>
                        <a:srgbClr val="5F5F5F"/>
                      </a:solidFill>
                      <a:latin typeface="+mn-ea"/>
                      <a:cs typeface="Segoe UI" panose="020B0502040204020203" pitchFamily="34" charset="0"/>
                    </a:rPr>
                    <a:t>Y</a:t>
                  </a:r>
                </a:p>
              </p:txBody>
            </p:sp>
          </p:grpSp>
          <p:grpSp>
            <p:nvGrpSpPr>
              <p:cNvPr id="266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&lt;/Code&gt;&lt;CodeSignature&gt;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&lt;/CodeSignature&gt;&lt;/SmartOptions&gt;&lt;SmartResize enabled=&quot;True&quot; minWidth=&quot;10&quot; minHeight=&quot;10&quot; /&gt;&lt;/SmartSettings&gt;">
                <a:extLst>
                  <a:ext uri="{FF2B5EF4-FFF2-40B4-BE49-F238E27FC236}">
                    <a16:creationId xmlns:a16="http://schemas.microsoft.com/office/drawing/2014/main" id="{6D2731A4-51A8-4874-B75C-1626C739FB78}"/>
                  </a:ext>
                </a:extLst>
              </p:cNvPr>
              <p:cNvGrpSpPr/>
              <p:nvPr>
                <p:custDataLst>
                  <p:tags r:id="rId70"/>
                </p:custDataLst>
              </p:nvPr>
            </p:nvGrpSpPr>
            <p:grpSpPr>
              <a:xfrm>
                <a:off x="6446837" y="3812581"/>
                <a:ext cx="354822" cy="196977"/>
                <a:chOff x="593892" y="1592858"/>
                <a:chExt cx="354822" cy="196977"/>
              </a:xfrm>
            </p:grpSpPr>
            <p:sp>
              <p:nvSpPr>
                <p:cNvPr id="267" name="Circle" descr="&lt;SmartSettings&gt;&lt;SmartResize anchorLeft=&quot;Absolute&quot; anchorTop=&quot;None&quot; anchorRight=&quot;None&quot; anchorBottom=&quot;None&quot; /&gt;&lt;/SmartSettings&gt;">
                  <a:extLst>
                    <a:ext uri="{FF2B5EF4-FFF2-40B4-BE49-F238E27FC236}">
                      <a16:creationId xmlns:a16="http://schemas.microsoft.com/office/drawing/2014/main" id="{7F2B4F6A-1509-4F8F-A982-5289BE96A9DC}"/>
                    </a:ext>
                  </a:extLst>
                </p:cNvPr>
                <p:cNvSpPr/>
                <p:nvPr>
                  <p:custDataLst>
                    <p:tags r:id="rId71"/>
                  </p:custDataLst>
                </p:nvPr>
              </p:nvSpPr>
              <p:spPr>
                <a:xfrm>
                  <a:off x="593892" y="1624671"/>
                  <a:ext cx="133350" cy="133350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800" dirty="0">
                    <a:solidFill>
                      <a:srgbClr val="5F5F5F"/>
                    </a:solidFill>
                    <a:latin typeface="+mn-ea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268" name="Check" descr="&lt;SmartSettings&gt;&lt;SmartResize anchorLeft=&quot;Absolute&quot; anchorTop=&quot;None&quot; anchorRight=&quot;None&quot; anchorBottom=&quot;None&quot; /&gt;&lt;/SmartSettings&gt;" hidden="1">
                  <a:extLst>
                    <a:ext uri="{FF2B5EF4-FFF2-40B4-BE49-F238E27FC236}">
                      <a16:creationId xmlns:a16="http://schemas.microsoft.com/office/drawing/2014/main" id="{F0B5D413-E0C2-4A20-B97C-5DFFFD49FEDD}"/>
                    </a:ext>
                  </a:extLst>
                </p:cNvPr>
                <p:cNvSpPr/>
                <p:nvPr>
                  <p:custDataLst>
                    <p:tags r:id="rId72"/>
                  </p:custDataLst>
                </p:nvPr>
              </p:nvSpPr>
              <p:spPr>
                <a:xfrm>
                  <a:off x="631198" y="1661977"/>
                  <a:ext cx="58738" cy="58738"/>
                </a:xfrm>
                <a:prstGeom prst="ellipse">
                  <a:avLst/>
                </a:prstGeom>
                <a:solidFill>
                  <a:srgbClr val="808080"/>
                </a:solidFill>
                <a:ln w="6350">
                  <a:solidFill>
                    <a:srgbClr val="80808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800" dirty="0">
                    <a:solidFill>
                      <a:srgbClr val="5F5F5F"/>
                    </a:solidFill>
                    <a:latin typeface="+mn-ea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269" name="Label" descr="&lt;SmartSettings&gt;&lt;SmartResize anchorLeft=&quot;Absolute&quot; anchorTop=&quot;Absolute&quot; anchorRight=&quot;Absolute&quot; anchorBottom=&quot;Absolute&quot; /&gt;&lt;/SmartSettings&gt;">
                  <a:extLst>
                    <a:ext uri="{FF2B5EF4-FFF2-40B4-BE49-F238E27FC236}">
                      <a16:creationId xmlns:a16="http://schemas.microsoft.com/office/drawing/2014/main" id="{F003EEBE-829A-4304-870B-26E5DD952673}"/>
                    </a:ext>
                  </a:extLst>
                </p:cNvPr>
                <p:cNvSpPr txBox="1"/>
                <p:nvPr>
                  <p:custDataLst>
                    <p:tags r:id="rId73"/>
                  </p:custDataLst>
                </p:nvPr>
              </p:nvSpPr>
              <p:spPr>
                <a:xfrm>
                  <a:off x="727243" y="1592858"/>
                  <a:ext cx="221471" cy="196977"/>
                </a:xfrm>
                <a:prstGeom prst="rect">
                  <a:avLst/>
                </a:prstGeom>
                <a:noFill/>
              </p:spPr>
              <p:txBody>
                <a:bodyPr wrap="none" lIns="73152" tIns="36576" rIns="73152" bIns="36576" rtlCol="0" anchor="ctr" anchorCtr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sz="800" dirty="0">
                      <a:solidFill>
                        <a:srgbClr val="5F5F5F"/>
                      </a:solidFill>
                      <a:latin typeface="+mn-ea"/>
                      <a:cs typeface="Segoe UI" panose="020B0502040204020203" pitchFamily="34" charset="0"/>
                    </a:rPr>
                    <a:t>N</a:t>
                  </a:r>
                </a:p>
              </p:txBody>
            </p:sp>
          </p:grpSp>
        </p:grpSp>
        <p:sp>
          <p:nvSpPr>
            <p:cNvPr id="264" name="Check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A9D3884C-36ED-43EF-98DD-18FBD527C23D}"/>
                </a:ext>
              </a:extLst>
            </p:cNvPr>
            <p:cNvSpPr/>
            <p:nvPr>
              <p:custDataLst>
                <p:tags r:id="rId68"/>
              </p:custDataLst>
            </p:nvPr>
          </p:nvSpPr>
          <p:spPr>
            <a:xfrm>
              <a:off x="6484143" y="3876604"/>
              <a:ext cx="58738" cy="58738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272" name="그룹 271">
            <a:extLst>
              <a:ext uri="{FF2B5EF4-FFF2-40B4-BE49-F238E27FC236}">
                <a16:creationId xmlns:a16="http://schemas.microsoft.com/office/drawing/2014/main" id="{9692BF0A-DEE0-4057-926C-6DB3B8F094EE}"/>
              </a:ext>
            </a:extLst>
          </p:cNvPr>
          <p:cNvGrpSpPr/>
          <p:nvPr/>
        </p:nvGrpSpPr>
        <p:grpSpPr>
          <a:xfrm>
            <a:off x="6134992" y="4281498"/>
            <a:ext cx="1057273" cy="198637"/>
            <a:chOff x="5744386" y="3810921"/>
            <a:chExt cx="1057273" cy="198637"/>
          </a:xfrm>
        </p:grpSpPr>
        <p:grpSp>
          <p:nvGrpSpPr>
            <p:cNvPr id="273" name="그룹 272">
              <a:extLst>
                <a:ext uri="{FF2B5EF4-FFF2-40B4-BE49-F238E27FC236}">
                  <a16:creationId xmlns:a16="http://schemas.microsoft.com/office/drawing/2014/main" id="{4E8A54C6-B154-45D8-96FF-7D5BBBDA78DD}"/>
                </a:ext>
              </a:extLst>
            </p:cNvPr>
            <p:cNvGrpSpPr/>
            <p:nvPr/>
          </p:nvGrpSpPr>
          <p:grpSpPr>
            <a:xfrm>
              <a:off x="5744386" y="3810921"/>
              <a:ext cx="1057273" cy="198637"/>
              <a:chOff x="5744386" y="3810921"/>
              <a:chExt cx="1057273" cy="198637"/>
            </a:xfrm>
          </p:grpSpPr>
          <p:grpSp>
            <p:nvGrpSpPr>
              <p:cNvPr id="275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&lt;/Code&gt;&lt;CodeSignature&gt;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&lt;/CodeSignature&gt;&lt;/SmartOptions&gt;&lt;SmartResize enabled=&quot;True&quot; minWidth=&quot;10&quot; minHeight=&quot;10&quot; /&gt;&lt;/SmartSettings&gt;">
                <a:extLst>
                  <a:ext uri="{FF2B5EF4-FFF2-40B4-BE49-F238E27FC236}">
                    <a16:creationId xmlns:a16="http://schemas.microsoft.com/office/drawing/2014/main" id="{F159C983-813E-42B2-AFFB-A125A0D46090}"/>
                  </a:ext>
                </a:extLst>
              </p:cNvPr>
              <p:cNvGrpSpPr/>
              <p:nvPr>
                <p:custDataLst>
                  <p:tags r:id="rId61"/>
                </p:custDataLst>
              </p:nvPr>
            </p:nvGrpSpPr>
            <p:grpSpPr>
              <a:xfrm>
                <a:off x="5744386" y="3810921"/>
                <a:ext cx="350013" cy="196977"/>
                <a:chOff x="593892" y="1592858"/>
                <a:chExt cx="350013" cy="196977"/>
              </a:xfrm>
            </p:grpSpPr>
            <p:sp>
              <p:nvSpPr>
                <p:cNvPr id="280" name="Circle" descr="&lt;SmartSettings&gt;&lt;SmartResize anchorLeft=&quot;Absolute&quot; anchorTop=&quot;None&quot; anchorRight=&quot;None&quot; anchorBottom=&quot;None&quot; /&gt;&lt;/SmartSettings&gt;">
                  <a:extLst>
                    <a:ext uri="{FF2B5EF4-FFF2-40B4-BE49-F238E27FC236}">
                      <a16:creationId xmlns:a16="http://schemas.microsoft.com/office/drawing/2014/main" id="{C810FDD7-E16D-4A0A-A3AB-887A7A9FCF15}"/>
                    </a:ext>
                  </a:extLst>
                </p:cNvPr>
                <p:cNvSpPr/>
                <p:nvPr>
                  <p:custDataLst>
                    <p:tags r:id="rId66"/>
                  </p:custDataLst>
                </p:nvPr>
              </p:nvSpPr>
              <p:spPr>
                <a:xfrm>
                  <a:off x="593892" y="1624671"/>
                  <a:ext cx="133350" cy="133350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800" dirty="0">
                    <a:solidFill>
                      <a:srgbClr val="5F5F5F"/>
                    </a:solidFill>
                    <a:latin typeface="+mn-ea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281" name="Label" descr="&lt;SmartSettings&gt;&lt;SmartResize anchorLeft=&quot;Absolute&quot; anchorTop=&quot;Absolute&quot; anchorRight=&quot;Absolute&quot; anchorBottom=&quot;Absolute&quot; /&gt;&lt;/SmartSettings&gt;">
                  <a:extLst>
                    <a:ext uri="{FF2B5EF4-FFF2-40B4-BE49-F238E27FC236}">
                      <a16:creationId xmlns:a16="http://schemas.microsoft.com/office/drawing/2014/main" id="{E5B811BD-5B95-4E71-8609-18CCFC2FDA2D}"/>
                    </a:ext>
                  </a:extLst>
                </p:cNvPr>
                <p:cNvSpPr txBox="1"/>
                <p:nvPr>
                  <p:custDataLst>
                    <p:tags r:id="rId67"/>
                  </p:custDataLst>
                </p:nvPr>
              </p:nvSpPr>
              <p:spPr>
                <a:xfrm>
                  <a:off x="727243" y="1592858"/>
                  <a:ext cx="216662" cy="196977"/>
                </a:xfrm>
                <a:prstGeom prst="rect">
                  <a:avLst/>
                </a:prstGeom>
                <a:noFill/>
              </p:spPr>
              <p:txBody>
                <a:bodyPr wrap="none" lIns="73152" tIns="36576" rIns="73152" bIns="36576" rtlCol="0" anchor="ctr" anchorCtr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sz="800" dirty="0">
                      <a:solidFill>
                        <a:srgbClr val="5F5F5F"/>
                      </a:solidFill>
                      <a:latin typeface="+mn-ea"/>
                      <a:cs typeface="Segoe UI" panose="020B0502040204020203" pitchFamily="34" charset="0"/>
                    </a:rPr>
                    <a:t>Y</a:t>
                  </a:r>
                </a:p>
              </p:txBody>
            </p:sp>
          </p:grpSp>
          <p:grpSp>
            <p:nvGrpSpPr>
              <p:cNvPr id="276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&lt;/Code&gt;&lt;CodeSignature&gt;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&lt;/CodeSignature&gt;&lt;/SmartOptions&gt;&lt;SmartResize enabled=&quot;True&quot; minWidth=&quot;10&quot; minHeight=&quot;10&quot; /&gt;&lt;/SmartSettings&gt;">
                <a:extLst>
                  <a:ext uri="{FF2B5EF4-FFF2-40B4-BE49-F238E27FC236}">
                    <a16:creationId xmlns:a16="http://schemas.microsoft.com/office/drawing/2014/main" id="{2A05914E-ECC7-4D2E-B2EC-05FD5A598E21}"/>
                  </a:ext>
                </a:extLst>
              </p:cNvPr>
              <p:cNvGrpSpPr/>
              <p:nvPr>
                <p:custDataLst>
                  <p:tags r:id="rId62"/>
                </p:custDataLst>
              </p:nvPr>
            </p:nvGrpSpPr>
            <p:grpSpPr>
              <a:xfrm>
                <a:off x="6446837" y="3812581"/>
                <a:ext cx="354822" cy="196977"/>
                <a:chOff x="593892" y="1592858"/>
                <a:chExt cx="354822" cy="196977"/>
              </a:xfrm>
            </p:grpSpPr>
            <p:sp>
              <p:nvSpPr>
                <p:cNvPr id="277" name="Circle" descr="&lt;SmartSettings&gt;&lt;SmartResize anchorLeft=&quot;Absolute&quot; anchorTop=&quot;None&quot; anchorRight=&quot;None&quot; anchorBottom=&quot;None&quot; /&gt;&lt;/SmartSettings&gt;">
                  <a:extLst>
                    <a:ext uri="{FF2B5EF4-FFF2-40B4-BE49-F238E27FC236}">
                      <a16:creationId xmlns:a16="http://schemas.microsoft.com/office/drawing/2014/main" id="{122CC75D-5365-42B2-9335-422827B6E03A}"/>
                    </a:ext>
                  </a:extLst>
                </p:cNvPr>
                <p:cNvSpPr/>
                <p:nvPr>
                  <p:custDataLst>
                    <p:tags r:id="rId63"/>
                  </p:custDataLst>
                </p:nvPr>
              </p:nvSpPr>
              <p:spPr>
                <a:xfrm>
                  <a:off x="593892" y="1624671"/>
                  <a:ext cx="133350" cy="133350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800" dirty="0">
                    <a:solidFill>
                      <a:srgbClr val="5F5F5F"/>
                    </a:solidFill>
                    <a:latin typeface="+mn-ea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278" name="Check" descr="&lt;SmartSettings&gt;&lt;SmartResize anchorLeft=&quot;Absolute&quot; anchorTop=&quot;None&quot; anchorRight=&quot;None&quot; anchorBottom=&quot;None&quot; /&gt;&lt;/SmartSettings&gt;" hidden="1">
                  <a:extLst>
                    <a:ext uri="{FF2B5EF4-FFF2-40B4-BE49-F238E27FC236}">
                      <a16:creationId xmlns:a16="http://schemas.microsoft.com/office/drawing/2014/main" id="{C483A9D2-F05D-4FDB-BD83-1B798B7B295A}"/>
                    </a:ext>
                  </a:extLst>
                </p:cNvPr>
                <p:cNvSpPr/>
                <p:nvPr>
                  <p:custDataLst>
                    <p:tags r:id="rId64"/>
                  </p:custDataLst>
                </p:nvPr>
              </p:nvSpPr>
              <p:spPr>
                <a:xfrm>
                  <a:off x="631198" y="1661977"/>
                  <a:ext cx="58738" cy="58738"/>
                </a:xfrm>
                <a:prstGeom prst="ellipse">
                  <a:avLst/>
                </a:prstGeom>
                <a:solidFill>
                  <a:srgbClr val="808080"/>
                </a:solidFill>
                <a:ln w="6350">
                  <a:solidFill>
                    <a:srgbClr val="80808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800" dirty="0">
                    <a:solidFill>
                      <a:srgbClr val="5F5F5F"/>
                    </a:solidFill>
                    <a:latin typeface="+mn-ea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279" name="Label" descr="&lt;SmartSettings&gt;&lt;SmartResize anchorLeft=&quot;Absolute&quot; anchorTop=&quot;Absolute&quot; anchorRight=&quot;Absolute&quot; anchorBottom=&quot;Absolute&quot; /&gt;&lt;/SmartSettings&gt;">
                  <a:extLst>
                    <a:ext uri="{FF2B5EF4-FFF2-40B4-BE49-F238E27FC236}">
                      <a16:creationId xmlns:a16="http://schemas.microsoft.com/office/drawing/2014/main" id="{4D8823A9-DE34-492C-998C-72E61671EF21}"/>
                    </a:ext>
                  </a:extLst>
                </p:cNvPr>
                <p:cNvSpPr txBox="1"/>
                <p:nvPr>
                  <p:custDataLst>
                    <p:tags r:id="rId65"/>
                  </p:custDataLst>
                </p:nvPr>
              </p:nvSpPr>
              <p:spPr>
                <a:xfrm>
                  <a:off x="727243" y="1592858"/>
                  <a:ext cx="221471" cy="196977"/>
                </a:xfrm>
                <a:prstGeom prst="rect">
                  <a:avLst/>
                </a:prstGeom>
                <a:noFill/>
              </p:spPr>
              <p:txBody>
                <a:bodyPr wrap="none" lIns="73152" tIns="36576" rIns="73152" bIns="36576" rtlCol="0" anchor="ctr" anchorCtr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sz="800" dirty="0">
                      <a:solidFill>
                        <a:srgbClr val="5F5F5F"/>
                      </a:solidFill>
                      <a:latin typeface="+mn-ea"/>
                      <a:cs typeface="Segoe UI" panose="020B0502040204020203" pitchFamily="34" charset="0"/>
                    </a:rPr>
                    <a:t>N</a:t>
                  </a:r>
                </a:p>
              </p:txBody>
            </p:sp>
          </p:grpSp>
        </p:grpSp>
        <p:sp>
          <p:nvSpPr>
            <p:cNvPr id="274" name="Check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CCA8986C-8D24-4B69-9159-883D16A75A87}"/>
                </a:ext>
              </a:extLst>
            </p:cNvPr>
            <p:cNvSpPr/>
            <p:nvPr>
              <p:custDataLst>
                <p:tags r:id="rId60"/>
              </p:custDataLst>
            </p:nvPr>
          </p:nvSpPr>
          <p:spPr>
            <a:xfrm>
              <a:off x="6484143" y="3876604"/>
              <a:ext cx="58738" cy="58738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282" name="그룹 281">
            <a:extLst>
              <a:ext uri="{FF2B5EF4-FFF2-40B4-BE49-F238E27FC236}">
                <a16:creationId xmlns:a16="http://schemas.microsoft.com/office/drawing/2014/main" id="{6261BC45-C3AC-4BC0-BFE2-75E782613265}"/>
              </a:ext>
            </a:extLst>
          </p:cNvPr>
          <p:cNvGrpSpPr/>
          <p:nvPr/>
        </p:nvGrpSpPr>
        <p:grpSpPr>
          <a:xfrm>
            <a:off x="6125910" y="4670530"/>
            <a:ext cx="1057273" cy="198637"/>
            <a:chOff x="5744386" y="3810921"/>
            <a:chExt cx="1057273" cy="198637"/>
          </a:xfrm>
        </p:grpSpPr>
        <p:grpSp>
          <p:nvGrpSpPr>
            <p:cNvPr id="283" name="그룹 282">
              <a:extLst>
                <a:ext uri="{FF2B5EF4-FFF2-40B4-BE49-F238E27FC236}">
                  <a16:creationId xmlns:a16="http://schemas.microsoft.com/office/drawing/2014/main" id="{B53C28F7-7FD5-49CC-900D-409D20C38859}"/>
                </a:ext>
              </a:extLst>
            </p:cNvPr>
            <p:cNvGrpSpPr/>
            <p:nvPr/>
          </p:nvGrpSpPr>
          <p:grpSpPr>
            <a:xfrm>
              <a:off x="5744386" y="3810921"/>
              <a:ext cx="1057273" cy="198637"/>
              <a:chOff x="5744386" y="3810921"/>
              <a:chExt cx="1057273" cy="198637"/>
            </a:xfrm>
          </p:grpSpPr>
          <p:grpSp>
            <p:nvGrpSpPr>
              <p:cNvPr id="285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&lt;/Code&gt;&lt;CodeSignature&gt;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&lt;/CodeSignature&gt;&lt;/SmartOptions&gt;&lt;SmartResize enabled=&quot;True&quot; minWidth=&quot;10&quot; minHeight=&quot;10&quot; /&gt;&lt;/SmartSettings&gt;">
                <a:extLst>
                  <a:ext uri="{FF2B5EF4-FFF2-40B4-BE49-F238E27FC236}">
                    <a16:creationId xmlns:a16="http://schemas.microsoft.com/office/drawing/2014/main" id="{64AD81CC-4561-4F85-B7FB-8D008FB9AC4F}"/>
                  </a:ext>
                </a:extLst>
              </p:cNvPr>
              <p:cNvGrpSpPr/>
              <p:nvPr>
                <p:custDataLst>
                  <p:tags r:id="rId53"/>
                </p:custDataLst>
              </p:nvPr>
            </p:nvGrpSpPr>
            <p:grpSpPr>
              <a:xfrm>
                <a:off x="5744386" y="3810921"/>
                <a:ext cx="350013" cy="196977"/>
                <a:chOff x="593892" y="1592858"/>
                <a:chExt cx="350013" cy="196977"/>
              </a:xfrm>
            </p:grpSpPr>
            <p:sp>
              <p:nvSpPr>
                <p:cNvPr id="290" name="Circle" descr="&lt;SmartSettings&gt;&lt;SmartResize anchorLeft=&quot;Absolute&quot; anchorTop=&quot;None&quot; anchorRight=&quot;None&quot; anchorBottom=&quot;None&quot; /&gt;&lt;/SmartSettings&gt;">
                  <a:extLst>
                    <a:ext uri="{FF2B5EF4-FFF2-40B4-BE49-F238E27FC236}">
                      <a16:creationId xmlns:a16="http://schemas.microsoft.com/office/drawing/2014/main" id="{C14BBE41-B74C-4127-AADD-A172CF80895D}"/>
                    </a:ext>
                  </a:extLst>
                </p:cNvPr>
                <p:cNvSpPr/>
                <p:nvPr>
                  <p:custDataLst>
                    <p:tags r:id="rId58"/>
                  </p:custDataLst>
                </p:nvPr>
              </p:nvSpPr>
              <p:spPr>
                <a:xfrm>
                  <a:off x="593892" y="1624671"/>
                  <a:ext cx="133350" cy="133350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800" dirty="0">
                    <a:solidFill>
                      <a:srgbClr val="5F5F5F"/>
                    </a:solidFill>
                    <a:latin typeface="+mn-ea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291" name="Label" descr="&lt;SmartSettings&gt;&lt;SmartResize anchorLeft=&quot;Absolute&quot; anchorTop=&quot;Absolute&quot; anchorRight=&quot;Absolute&quot; anchorBottom=&quot;Absolute&quot; /&gt;&lt;/SmartSettings&gt;">
                  <a:extLst>
                    <a:ext uri="{FF2B5EF4-FFF2-40B4-BE49-F238E27FC236}">
                      <a16:creationId xmlns:a16="http://schemas.microsoft.com/office/drawing/2014/main" id="{17D9C1EA-FE3D-4110-A740-C1DB8D2D79E7}"/>
                    </a:ext>
                  </a:extLst>
                </p:cNvPr>
                <p:cNvSpPr txBox="1"/>
                <p:nvPr>
                  <p:custDataLst>
                    <p:tags r:id="rId59"/>
                  </p:custDataLst>
                </p:nvPr>
              </p:nvSpPr>
              <p:spPr>
                <a:xfrm>
                  <a:off x="727243" y="1592858"/>
                  <a:ext cx="216662" cy="196977"/>
                </a:xfrm>
                <a:prstGeom prst="rect">
                  <a:avLst/>
                </a:prstGeom>
                <a:noFill/>
              </p:spPr>
              <p:txBody>
                <a:bodyPr wrap="none" lIns="73152" tIns="36576" rIns="73152" bIns="36576" rtlCol="0" anchor="ctr" anchorCtr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sz="800" dirty="0">
                      <a:solidFill>
                        <a:srgbClr val="5F5F5F"/>
                      </a:solidFill>
                      <a:latin typeface="+mn-ea"/>
                      <a:cs typeface="Segoe UI" panose="020B0502040204020203" pitchFamily="34" charset="0"/>
                    </a:rPr>
                    <a:t>Y</a:t>
                  </a:r>
                </a:p>
              </p:txBody>
            </p:sp>
          </p:grpSp>
          <p:grpSp>
            <p:nvGrpSpPr>
              <p:cNvPr id="286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&lt;/Code&gt;&lt;CodeSignature&gt;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&lt;/CodeSignature&gt;&lt;/SmartOptions&gt;&lt;SmartResize enabled=&quot;True&quot; minWidth=&quot;10&quot; minHeight=&quot;10&quot; /&gt;&lt;/SmartSettings&gt;">
                <a:extLst>
                  <a:ext uri="{FF2B5EF4-FFF2-40B4-BE49-F238E27FC236}">
                    <a16:creationId xmlns:a16="http://schemas.microsoft.com/office/drawing/2014/main" id="{73DC8ADF-929C-4CD4-9D85-846C6AFD8BCC}"/>
                  </a:ext>
                </a:extLst>
              </p:cNvPr>
              <p:cNvGrpSpPr/>
              <p:nvPr>
                <p:custDataLst>
                  <p:tags r:id="rId54"/>
                </p:custDataLst>
              </p:nvPr>
            </p:nvGrpSpPr>
            <p:grpSpPr>
              <a:xfrm>
                <a:off x="6446837" y="3812581"/>
                <a:ext cx="354822" cy="196977"/>
                <a:chOff x="593892" y="1592858"/>
                <a:chExt cx="354822" cy="196977"/>
              </a:xfrm>
            </p:grpSpPr>
            <p:sp>
              <p:nvSpPr>
                <p:cNvPr id="287" name="Circle" descr="&lt;SmartSettings&gt;&lt;SmartResize anchorLeft=&quot;Absolute&quot; anchorTop=&quot;None&quot; anchorRight=&quot;None&quot; anchorBottom=&quot;None&quot; /&gt;&lt;/SmartSettings&gt;">
                  <a:extLst>
                    <a:ext uri="{FF2B5EF4-FFF2-40B4-BE49-F238E27FC236}">
                      <a16:creationId xmlns:a16="http://schemas.microsoft.com/office/drawing/2014/main" id="{F7409F83-E3CC-4A12-AC93-57DB8C3682F3}"/>
                    </a:ext>
                  </a:extLst>
                </p:cNvPr>
                <p:cNvSpPr/>
                <p:nvPr>
                  <p:custDataLst>
                    <p:tags r:id="rId55"/>
                  </p:custDataLst>
                </p:nvPr>
              </p:nvSpPr>
              <p:spPr>
                <a:xfrm>
                  <a:off x="593892" y="1624671"/>
                  <a:ext cx="133350" cy="133350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800" dirty="0">
                    <a:solidFill>
                      <a:srgbClr val="5F5F5F"/>
                    </a:solidFill>
                    <a:latin typeface="+mn-ea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288" name="Check" descr="&lt;SmartSettings&gt;&lt;SmartResize anchorLeft=&quot;Absolute&quot; anchorTop=&quot;None&quot; anchorRight=&quot;None&quot; anchorBottom=&quot;None&quot; /&gt;&lt;/SmartSettings&gt;" hidden="1">
                  <a:extLst>
                    <a:ext uri="{FF2B5EF4-FFF2-40B4-BE49-F238E27FC236}">
                      <a16:creationId xmlns:a16="http://schemas.microsoft.com/office/drawing/2014/main" id="{3E4BD807-5ECB-49BC-AA63-0A6E6951D70E}"/>
                    </a:ext>
                  </a:extLst>
                </p:cNvPr>
                <p:cNvSpPr/>
                <p:nvPr>
                  <p:custDataLst>
                    <p:tags r:id="rId56"/>
                  </p:custDataLst>
                </p:nvPr>
              </p:nvSpPr>
              <p:spPr>
                <a:xfrm>
                  <a:off x="631198" y="1661977"/>
                  <a:ext cx="58738" cy="58738"/>
                </a:xfrm>
                <a:prstGeom prst="ellipse">
                  <a:avLst/>
                </a:prstGeom>
                <a:solidFill>
                  <a:srgbClr val="808080"/>
                </a:solidFill>
                <a:ln w="6350">
                  <a:solidFill>
                    <a:srgbClr val="80808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800" dirty="0">
                    <a:solidFill>
                      <a:srgbClr val="5F5F5F"/>
                    </a:solidFill>
                    <a:latin typeface="+mn-ea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289" name="Label" descr="&lt;SmartSettings&gt;&lt;SmartResize anchorLeft=&quot;Absolute&quot; anchorTop=&quot;Absolute&quot; anchorRight=&quot;Absolute&quot; anchorBottom=&quot;Absolute&quot; /&gt;&lt;/SmartSettings&gt;">
                  <a:extLst>
                    <a:ext uri="{FF2B5EF4-FFF2-40B4-BE49-F238E27FC236}">
                      <a16:creationId xmlns:a16="http://schemas.microsoft.com/office/drawing/2014/main" id="{9A62EB20-6E19-40C8-AF0C-02DAFFC9F7AA}"/>
                    </a:ext>
                  </a:extLst>
                </p:cNvPr>
                <p:cNvSpPr txBox="1"/>
                <p:nvPr>
                  <p:custDataLst>
                    <p:tags r:id="rId57"/>
                  </p:custDataLst>
                </p:nvPr>
              </p:nvSpPr>
              <p:spPr>
                <a:xfrm>
                  <a:off x="727243" y="1592858"/>
                  <a:ext cx="221471" cy="196977"/>
                </a:xfrm>
                <a:prstGeom prst="rect">
                  <a:avLst/>
                </a:prstGeom>
                <a:noFill/>
              </p:spPr>
              <p:txBody>
                <a:bodyPr wrap="none" lIns="73152" tIns="36576" rIns="73152" bIns="36576" rtlCol="0" anchor="ctr" anchorCtr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sz="800" dirty="0">
                      <a:solidFill>
                        <a:srgbClr val="5F5F5F"/>
                      </a:solidFill>
                      <a:latin typeface="+mn-ea"/>
                      <a:cs typeface="Segoe UI" panose="020B0502040204020203" pitchFamily="34" charset="0"/>
                    </a:rPr>
                    <a:t>N</a:t>
                  </a:r>
                </a:p>
              </p:txBody>
            </p:sp>
          </p:grpSp>
        </p:grpSp>
        <p:sp>
          <p:nvSpPr>
            <p:cNvPr id="284" name="Check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0DB87E21-2A65-4B0A-A09B-FD7A755CE322}"/>
                </a:ext>
              </a:extLst>
            </p:cNvPr>
            <p:cNvSpPr/>
            <p:nvPr>
              <p:custDataLst>
                <p:tags r:id="rId52"/>
              </p:custDataLst>
            </p:nvPr>
          </p:nvSpPr>
          <p:spPr>
            <a:xfrm>
              <a:off x="6484143" y="3876604"/>
              <a:ext cx="58738" cy="58738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292" name="그룹 291">
            <a:extLst>
              <a:ext uri="{FF2B5EF4-FFF2-40B4-BE49-F238E27FC236}">
                <a16:creationId xmlns:a16="http://schemas.microsoft.com/office/drawing/2014/main" id="{D811B8D8-4584-47A6-8CB9-4A9E1FADC1C1}"/>
              </a:ext>
            </a:extLst>
          </p:cNvPr>
          <p:cNvGrpSpPr/>
          <p:nvPr/>
        </p:nvGrpSpPr>
        <p:grpSpPr>
          <a:xfrm>
            <a:off x="6134992" y="5043310"/>
            <a:ext cx="1057273" cy="198637"/>
            <a:chOff x="5744386" y="3810921"/>
            <a:chExt cx="1057273" cy="198637"/>
          </a:xfrm>
        </p:grpSpPr>
        <p:grpSp>
          <p:nvGrpSpPr>
            <p:cNvPr id="293" name="그룹 292">
              <a:extLst>
                <a:ext uri="{FF2B5EF4-FFF2-40B4-BE49-F238E27FC236}">
                  <a16:creationId xmlns:a16="http://schemas.microsoft.com/office/drawing/2014/main" id="{67B47221-2E37-4AC4-A8E8-59757D6E0A0A}"/>
                </a:ext>
              </a:extLst>
            </p:cNvPr>
            <p:cNvGrpSpPr/>
            <p:nvPr/>
          </p:nvGrpSpPr>
          <p:grpSpPr>
            <a:xfrm>
              <a:off x="5744386" y="3810921"/>
              <a:ext cx="1057273" cy="198637"/>
              <a:chOff x="5744386" y="3810921"/>
              <a:chExt cx="1057273" cy="198637"/>
            </a:xfrm>
          </p:grpSpPr>
          <p:grpSp>
            <p:nvGrpSpPr>
              <p:cNvPr id="295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&lt;/Code&gt;&lt;CodeSignature&gt;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&lt;/CodeSignature&gt;&lt;/SmartOptions&gt;&lt;SmartResize enabled=&quot;True&quot; minWidth=&quot;10&quot; minHeight=&quot;10&quot; /&gt;&lt;/SmartSettings&gt;">
                <a:extLst>
                  <a:ext uri="{FF2B5EF4-FFF2-40B4-BE49-F238E27FC236}">
                    <a16:creationId xmlns:a16="http://schemas.microsoft.com/office/drawing/2014/main" id="{6916E92E-D5FC-4FFC-9499-B4B19E0B00EA}"/>
                  </a:ext>
                </a:extLst>
              </p:cNvPr>
              <p:cNvGrpSpPr/>
              <p:nvPr>
                <p:custDataLst>
                  <p:tags r:id="rId45"/>
                </p:custDataLst>
              </p:nvPr>
            </p:nvGrpSpPr>
            <p:grpSpPr>
              <a:xfrm>
                <a:off x="5744386" y="3810921"/>
                <a:ext cx="350013" cy="196977"/>
                <a:chOff x="593892" y="1592858"/>
                <a:chExt cx="350013" cy="196977"/>
              </a:xfrm>
            </p:grpSpPr>
            <p:sp>
              <p:nvSpPr>
                <p:cNvPr id="300" name="Circle" descr="&lt;SmartSettings&gt;&lt;SmartResize anchorLeft=&quot;Absolute&quot; anchorTop=&quot;None&quot; anchorRight=&quot;None&quot; anchorBottom=&quot;None&quot; /&gt;&lt;/SmartSettings&gt;">
                  <a:extLst>
                    <a:ext uri="{FF2B5EF4-FFF2-40B4-BE49-F238E27FC236}">
                      <a16:creationId xmlns:a16="http://schemas.microsoft.com/office/drawing/2014/main" id="{3E845184-2D14-4BFF-A222-66FE94AE372C}"/>
                    </a:ext>
                  </a:extLst>
                </p:cNvPr>
                <p:cNvSpPr/>
                <p:nvPr>
                  <p:custDataLst>
                    <p:tags r:id="rId50"/>
                  </p:custDataLst>
                </p:nvPr>
              </p:nvSpPr>
              <p:spPr>
                <a:xfrm>
                  <a:off x="593892" y="1624671"/>
                  <a:ext cx="133350" cy="133350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800" dirty="0">
                    <a:solidFill>
                      <a:srgbClr val="5F5F5F"/>
                    </a:solidFill>
                    <a:latin typeface="+mn-ea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301" name="Label" descr="&lt;SmartSettings&gt;&lt;SmartResize anchorLeft=&quot;Absolute&quot; anchorTop=&quot;Absolute&quot; anchorRight=&quot;Absolute&quot; anchorBottom=&quot;Absolute&quot; /&gt;&lt;/SmartSettings&gt;">
                  <a:extLst>
                    <a:ext uri="{FF2B5EF4-FFF2-40B4-BE49-F238E27FC236}">
                      <a16:creationId xmlns:a16="http://schemas.microsoft.com/office/drawing/2014/main" id="{F8CD4334-B93A-4A8A-B3ED-7520BFE0E7CC}"/>
                    </a:ext>
                  </a:extLst>
                </p:cNvPr>
                <p:cNvSpPr txBox="1"/>
                <p:nvPr>
                  <p:custDataLst>
                    <p:tags r:id="rId51"/>
                  </p:custDataLst>
                </p:nvPr>
              </p:nvSpPr>
              <p:spPr>
                <a:xfrm>
                  <a:off x="727243" y="1592858"/>
                  <a:ext cx="216662" cy="196977"/>
                </a:xfrm>
                <a:prstGeom prst="rect">
                  <a:avLst/>
                </a:prstGeom>
                <a:noFill/>
              </p:spPr>
              <p:txBody>
                <a:bodyPr wrap="none" lIns="73152" tIns="36576" rIns="73152" bIns="36576" rtlCol="0" anchor="ctr" anchorCtr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sz="800" dirty="0">
                      <a:solidFill>
                        <a:srgbClr val="5F5F5F"/>
                      </a:solidFill>
                      <a:latin typeface="+mn-ea"/>
                      <a:cs typeface="Segoe UI" panose="020B0502040204020203" pitchFamily="34" charset="0"/>
                    </a:rPr>
                    <a:t>Y</a:t>
                  </a:r>
                </a:p>
              </p:txBody>
            </p:sp>
          </p:grpSp>
          <p:grpSp>
            <p:nvGrpSpPr>
              <p:cNvPr id="296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&lt;/Code&gt;&lt;CodeSignature&gt;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&lt;/CodeSignature&gt;&lt;/SmartOptions&gt;&lt;SmartResize enabled=&quot;True&quot; minWidth=&quot;10&quot; minHeight=&quot;10&quot; /&gt;&lt;/SmartSettings&gt;">
                <a:extLst>
                  <a:ext uri="{FF2B5EF4-FFF2-40B4-BE49-F238E27FC236}">
                    <a16:creationId xmlns:a16="http://schemas.microsoft.com/office/drawing/2014/main" id="{000A7A53-5136-4F1C-8333-FE5FD28BD7E8}"/>
                  </a:ext>
                </a:extLst>
              </p:cNvPr>
              <p:cNvGrpSpPr/>
              <p:nvPr>
                <p:custDataLst>
                  <p:tags r:id="rId46"/>
                </p:custDataLst>
              </p:nvPr>
            </p:nvGrpSpPr>
            <p:grpSpPr>
              <a:xfrm>
                <a:off x="6446837" y="3812581"/>
                <a:ext cx="354822" cy="196977"/>
                <a:chOff x="593892" y="1592858"/>
                <a:chExt cx="354822" cy="196977"/>
              </a:xfrm>
            </p:grpSpPr>
            <p:sp>
              <p:nvSpPr>
                <p:cNvPr id="297" name="Circle" descr="&lt;SmartSettings&gt;&lt;SmartResize anchorLeft=&quot;Absolute&quot; anchorTop=&quot;None&quot; anchorRight=&quot;None&quot; anchorBottom=&quot;None&quot; /&gt;&lt;/SmartSettings&gt;">
                  <a:extLst>
                    <a:ext uri="{FF2B5EF4-FFF2-40B4-BE49-F238E27FC236}">
                      <a16:creationId xmlns:a16="http://schemas.microsoft.com/office/drawing/2014/main" id="{76839E3E-E428-43EA-9895-A843015477F2}"/>
                    </a:ext>
                  </a:extLst>
                </p:cNvPr>
                <p:cNvSpPr/>
                <p:nvPr>
                  <p:custDataLst>
                    <p:tags r:id="rId47"/>
                  </p:custDataLst>
                </p:nvPr>
              </p:nvSpPr>
              <p:spPr>
                <a:xfrm>
                  <a:off x="593892" y="1624671"/>
                  <a:ext cx="133350" cy="133350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800" dirty="0">
                    <a:solidFill>
                      <a:srgbClr val="5F5F5F"/>
                    </a:solidFill>
                    <a:latin typeface="+mn-ea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298" name="Check" descr="&lt;SmartSettings&gt;&lt;SmartResize anchorLeft=&quot;Absolute&quot; anchorTop=&quot;None&quot; anchorRight=&quot;None&quot; anchorBottom=&quot;None&quot; /&gt;&lt;/SmartSettings&gt;" hidden="1">
                  <a:extLst>
                    <a:ext uri="{FF2B5EF4-FFF2-40B4-BE49-F238E27FC236}">
                      <a16:creationId xmlns:a16="http://schemas.microsoft.com/office/drawing/2014/main" id="{BDB35B30-EBCA-4092-938F-090B540F0311}"/>
                    </a:ext>
                  </a:extLst>
                </p:cNvPr>
                <p:cNvSpPr/>
                <p:nvPr>
                  <p:custDataLst>
                    <p:tags r:id="rId48"/>
                  </p:custDataLst>
                </p:nvPr>
              </p:nvSpPr>
              <p:spPr>
                <a:xfrm>
                  <a:off x="631198" y="1661977"/>
                  <a:ext cx="58738" cy="58738"/>
                </a:xfrm>
                <a:prstGeom prst="ellipse">
                  <a:avLst/>
                </a:prstGeom>
                <a:solidFill>
                  <a:srgbClr val="808080"/>
                </a:solidFill>
                <a:ln w="6350">
                  <a:solidFill>
                    <a:srgbClr val="80808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800" dirty="0">
                    <a:solidFill>
                      <a:srgbClr val="5F5F5F"/>
                    </a:solidFill>
                    <a:latin typeface="+mn-ea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299" name="Label" descr="&lt;SmartSettings&gt;&lt;SmartResize anchorLeft=&quot;Absolute&quot; anchorTop=&quot;Absolute&quot; anchorRight=&quot;Absolute&quot; anchorBottom=&quot;Absolute&quot; /&gt;&lt;/SmartSettings&gt;">
                  <a:extLst>
                    <a:ext uri="{FF2B5EF4-FFF2-40B4-BE49-F238E27FC236}">
                      <a16:creationId xmlns:a16="http://schemas.microsoft.com/office/drawing/2014/main" id="{3573C19C-8B4B-4818-AE83-BF8176A3C61F}"/>
                    </a:ext>
                  </a:extLst>
                </p:cNvPr>
                <p:cNvSpPr txBox="1"/>
                <p:nvPr>
                  <p:custDataLst>
                    <p:tags r:id="rId49"/>
                  </p:custDataLst>
                </p:nvPr>
              </p:nvSpPr>
              <p:spPr>
                <a:xfrm>
                  <a:off x="727243" y="1592858"/>
                  <a:ext cx="221471" cy="196977"/>
                </a:xfrm>
                <a:prstGeom prst="rect">
                  <a:avLst/>
                </a:prstGeom>
                <a:noFill/>
              </p:spPr>
              <p:txBody>
                <a:bodyPr wrap="none" lIns="73152" tIns="36576" rIns="73152" bIns="36576" rtlCol="0" anchor="ctr" anchorCtr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sz="800" dirty="0">
                      <a:solidFill>
                        <a:srgbClr val="5F5F5F"/>
                      </a:solidFill>
                      <a:latin typeface="+mn-ea"/>
                      <a:cs typeface="Segoe UI" panose="020B0502040204020203" pitchFamily="34" charset="0"/>
                    </a:rPr>
                    <a:t>N</a:t>
                  </a:r>
                </a:p>
              </p:txBody>
            </p:sp>
          </p:grpSp>
        </p:grpSp>
        <p:sp>
          <p:nvSpPr>
            <p:cNvPr id="294" name="Check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44A3F967-516A-4459-A363-5558135A229E}"/>
                </a:ext>
              </a:extLst>
            </p:cNvPr>
            <p:cNvSpPr/>
            <p:nvPr>
              <p:custDataLst>
                <p:tags r:id="rId44"/>
              </p:custDataLst>
            </p:nvPr>
          </p:nvSpPr>
          <p:spPr>
            <a:xfrm>
              <a:off x="6484143" y="3876604"/>
              <a:ext cx="58738" cy="58738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302" name="그룹 301">
            <a:extLst>
              <a:ext uri="{FF2B5EF4-FFF2-40B4-BE49-F238E27FC236}">
                <a16:creationId xmlns:a16="http://schemas.microsoft.com/office/drawing/2014/main" id="{653E403F-E280-44B4-9F76-AE79E441C5BF}"/>
              </a:ext>
            </a:extLst>
          </p:cNvPr>
          <p:cNvGrpSpPr/>
          <p:nvPr/>
        </p:nvGrpSpPr>
        <p:grpSpPr>
          <a:xfrm>
            <a:off x="6134992" y="5413323"/>
            <a:ext cx="1057273" cy="198637"/>
            <a:chOff x="5744386" y="3810921"/>
            <a:chExt cx="1057273" cy="198637"/>
          </a:xfrm>
        </p:grpSpPr>
        <p:grpSp>
          <p:nvGrpSpPr>
            <p:cNvPr id="303" name="그룹 302">
              <a:extLst>
                <a:ext uri="{FF2B5EF4-FFF2-40B4-BE49-F238E27FC236}">
                  <a16:creationId xmlns:a16="http://schemas.microsoft.com/office/drawing/2014/main" id="{86723D9B-5269-4434-A206-C6F8E042EB98}"/>
                </a:ext>
              </a:extLst>
            </p:cNvPr>
            <p:cNvGrpSpPr/>
            <p:nvPr/>
          </p:nvGrpSpPr>
          <p:grpSpPr>
            <a:xfrm>
              <a:off x="5744386" y="3810921"/>
              <a:ext cx="1057273" cy="198637"/>
              <a:chOff x="5744386" y="3810921"/>
              <a:chExt cx="1057273" cy="198637"/>
            </a:xfrm>
          </p:grpSpPr>
          <p:grpSp>
            <p:nvGrpSpPr>
              <p:cNvPr id="305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&lt;/Code&gt;&lt;CodeSignature&gt;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&lt;/CodeSignature&gt;&lt;/SmartOptions&gt;&lt;SmartResize enabled=&quot;True&quot; minWidth=&quot;10&quot; minHeight=&quot;10&quot; /&gt;&lt;/SmartSettings&gt;">
                <a:extLst>
                  <a:ext uri="{FF2B5EF4-FFF2-40B4-BE49-F238E27FC236}">
                    <a16:creationId xmlns:a16="http://schemas.microsoft.com/office/drawing/2014/main" id="{D6D00A78-D666-4D83-B5D0-2A28278DAACD}"/>
                  </a:ext>
                </a:extLst>
              </p:cNvPr>
              <p:cNvGrpSpPr/>
              <p:nvPr>
                <p:custDataLst>
                  <p:tags r:id="rId37"/>
                </p:custDataLst>
              </p:nvPr>
            </p:nvGrpSpPr>
            <p:grpSpPr>
              <a:xfrm>
                <a:off x="5744386" y="3810921"/>
                <a:ext cx="350013" cy="196977"/>
                <a:chOff x="593892" y="1592858"/>
                <a:chExt cx="350013" cy="196977"/>
              </a:xfrm>
            </p:grpSpPr>
            <p:sp>
              <p:nvSpPr>
                <p:cNvPr id="310" name="Circle" descr="&lt;SmartSettings&gt;&lt;SmartResize anchorLeft=&quot;Absolute&quot; anchorTop=&quot;None&quot; anchorRight=&quot;None&quot; anchorBottom=&quot;None&quot; /&gt;&lt;/SmartSettings&gt;">
                  <a:extLst>
                    <a:ext uri="{FF2B5EF4-FFF2-40B4-BE49-F238E27FC236}">
                      <a16:creationId xmlns:a16="http://schemas.microsoft.com/office/drawing/2014/main" id="{447D8B95-04EC-4335-A848-F177BA6D3184}"/>
                    </a:ext>
                  </a:extLst>
                </p:cNvPr>
                <p:cNvSpPr/>
                <p:nvPr>
                  <p:custDataLst>
                    <p:tags r:id="rId42"/>
                  </p:custDataLst>
                </p:nvPr>
              </p:nvSpPr>
              <p:spPr>
                <a:xfrm>
                  <a:off x="593892" y="1624671"/>
                  <a:ext cx="133350" cy="133350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800" dirty="0">
                    <a:solidFill>
                      <a:srgbClr val="5F5F5F"/>
                    </a:solidFill>
                    <a:latin typeface="+mn-ea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311" name="Label" descr="&lt;SmartSettings&gt;&lt;SmartResize anchorLeft=&quot;Absolute&quot; anchorTop=&quot;Absolute&quot; anchorRight=&quot;Absolute&quot; anchorBottom=&quot;Absolute&quot; /&gt;&lt;/SmartSettings&gt;">
                  <a:extLst>
                    <a:ext uri="{FF2B5EF4-FFF2-40B4-BE49-F238E27FC236}">
                      <a16:creationId xmlns:a16="http://schemas.microsoft.com/office/drawing/2014/main" id="{041403DD-E45E-405B-A8EB-94A8AC610100}"/>
                    </a:ext>
                  </a:extLst>
                </p:cNvPr>
                <p:cNvSpPr txBox="1"/>
                <p:nvPr>
                  <p:custDataLst>
                    <p:tags r:id="rId43"/>
                  </p:custDataLst>
                </p:nvPr>
              </p:nvSpPr>
              <p:spPr>
                <a:xfrm>
                  <a:off x="727243" y="1592858"/>
                  <a:ext cx="216662" cy="196977"/>
                </a:xfrm>
                <a:prstGeom prst="rect">
                  <a:avLst/>
                </a:prstGeom>
                <a:noFill/>
              </p:spPr>
              <p:txBody>
                <a:bodyPr wrap="none" lIns="73152" tIns="36576" rIns="73152" bIns="36576" rtlCol="0" anchor="ctr" anchorCtr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sz="800" dirty="0">
                      <a:solidFill>
                        <a:srgbClr val="5F5F5F"/>
                      </a:solidFill>
                      <a:latin typeface="+mn-ea"/>
                      <a:cs typeface="Segoe UI" panose="020B0502040204020203" pitchFamily="34" charset="0"/>
                    </a:rPr>
                    <a:t>Y</a:t>
                  </a:r>
                </a:p>
              </p:txBody>
            </p:sp>
          </p:grpSp>
          <p:grpSp>
            <p:nvGrpSpPr>
              <p:cNvPr id="306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&lt;/Code&gt;&lt;CodeSignature&gt;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&lt;/CodeSignature&gt;&lt;/SmartOptions&gt;&lt;SmartResize enabled=&quot;True&quot; minWidth=&quot;10&quot; minHeight=&quot;10&quot; /&gt;&lt;/SmartSettings&gt;">
                <a:extLst>
                  <a:ext uri="{FF2B5EF4-FFF2-40B4-BE49-F238E27FC236}">
                    <a16:creationId xmlns:a16="http://schemas.microsoft.com/office/drawing/2014/main" id="{B913DFC0-2821-41BA-A325-99CD876CFCAF}"/>
                  </a:ext>
                </a:extLst>
              </p:cNvPr>
              <p:cNvGrpSpPr/>
              <p:nvPr>
                <p:custDataLst>
                  <p:tags r:id="rId38"/>
                </p:custDataLst>
              </p:nvPr>
            </p:nvGrpSpPr>
            <p:grpSpPr>
              <a:xfrm>
                <a:off x="6446837" y="3812581"/>
                <a:ext cx="354822" cy="196977"/>
                <a:chOff x="593892" y="1592858"/>
                <a:chExt cx="354822" cy="196977"/>
              </a:xfrm>
            </p:grpSpPr>
            <p:sp>
              <p:nvSpPr>
                <p:cNvPr id="307" name="Circle" descr="&lt;SmartSettings&gt;&lt;SmartResize anchorLeft=&quot;Absolute&quot; anchorTop=&quot;None&quot; anchorRight=&quot;None&quot; anchorBottom=&quot;None&quot; /&gt;&lt;/SmartSettings&gt;">
                  <a:extLst>
                    <a:ext uri="{FF2B5EF4-FFF2-40B4-BE49-F238E27FC236}">
                      <a16:creationId xmlns:a16="http://schemas.microsoft.com/office/drawing/2014/main" id="{853C909A-A773-4723-8D60-547BF7FC696C}"/>
                    </a:ext>
                  </a:extLst>
                </p:cNvPr>
                <p:cNvSpPr/>
                <p:nvPr>
                  <p:custDataLst>
                    <p:tags r:id="rId39"/>
                  </p:custDataLst>
                </p:nvPr>
              </p:nvSpPr>
              <p:spPr>
                <a:xfrm>
                  <a:off x="593892" y="1624671"/>
                  <a:ext cx="133350" cy="133350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800" dirty="0">
                    <a:solidFill>
                      <a:srgbClr val="5F5F5F"/>
                    </a:solidFill>
                    <a:latin typeface="+mn-ea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308" name="Check" descr="&lt;SmartSettings&gt;&lt;SmartResize anchorLeft=&quot;Absolute&quot; anchorTop=&quot;None&quot; anchorRight=&quot;None&quot; anchorBottom=&quot;None&quot; /&gt;&lt;/SmartSettings&gt;" hidden="1">
                  <a:extLst>
                    <a:ext uri="{FF2B5EF4-FFF2-40B4-BE49-F238E27FC236}">
                      <a16:creationId xmlns:a16="http://schemas.microsoft.com/office/drawing/2014/main" id="{E9A06B8C-1C60-4409-BD2A-C1411FF6025A}"/>
                    </a:ext>
                  </a:extLst>
                </p:cNvPr>
                <p:cNvSpPr/>
                <p:nvPr>
                  <p:custDataLst>
                    <p:tags r:id="rId40"/>
                  </p:custDataLst>
                </p:nvPr>
              </p:nvSpPr>
              <p:spPr>
                <a:xfrm>
                  <a:off x="631198" y="1661977"/>
                  <a:ext cx="58738" cy="58738"/>
                </a:xfrm>
                <a:prstGeom prst="ellipse">
                  <a:avLst/>
                </a:prstGeom>
                <a:solidFill>
                  <a:srgbClr val="808080"/>
                </a:solidFill>
                <a:ln w="6350">
                  <a:solidFill>
                    <a:srgbClr val="80808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800" dirty="0">
                    <a:solidFill>
                      <a:srgbClr val="5F5F5F"/>
                    </a:solidFill>
                    <a:latin typeface="+mn-ea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309" name="Label" descr="&lt;SmartSettings&gt;&lt;SmartResize anchorLeft=&quot;Absolute&quot; anchorTop=&quot;Absolute&quot; anchorRight=&quot;Absolute&quot; anchorBottom=&quot;Absolute&quot; /&gt;&lt;/SmartSettings&gt;">
                  <a:extLst>
                    <a:ext uri="{FF2B5EF4-FFF2-40B4-BE49-F238E27FC236}">
                      <a16:creationId xmlns:a16="http://schemas.microsoft.com/office/drawing/2014/main" id="{041698EA-E119-43AA-9185-19BEC69AD333}"/>
                    </a:ext>
                  </a:extLst>
                </p:cNvPr>
                <p:cNvSpPr txBox="1"/>
                <p:nvPr>
                  <p:custDataLst>
                    <p:tags r:id="rId41"/>
                  </p:custDataLst>
                </p:nvPr>
              </p:nvSpPr>
              <p:spPr>
                <a:xfrm>
                  <a:off x="727243" y="1592858"/>
                  <a:ext cx="221471" cy="196977"/>
                </a:xfrm>
                <a:prstGeom prst="rect">
                  <a:avLst/>
                </a:prstGeom>
                <a:noFill/>
              </p:spPr>
              <p:txBody>
                <a:bodyPr wrap="none" lIns="73152" tIns="36576" rIns="73152" bIns="36576" rtlCol="0" anchor="ctr" anchorCtr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sz="800" dirty="0">
                      <a:solidFill>
                        <a:srgbClr val="5F5F5F"/>
                      </a:solidFill>
                      <a:latin typeface="+mn-ea"/>
                      <a:cs typeface="Segoe UI" panose="020B0502040204020203" pitchFamily="34" charset="0"/>
                    </a:rPr>
                    <a:t>N</a:t>
                  </a:r>
                </a:p>
              </p:txBody>
            </p:sp>
          </p:grpSp>
        </p:grpSp>
        <p:sp>
          <p:nvSpPr>
            <p:cNvPr id="304" name="Check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22EF93D7-C4BD-46AC-92CA-5D073CE88497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>
              <a:off x="6484143" y="3876604"/>
              <a:ext cx="58738" cy="58738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312" name="그룹 311">
            <a:extLst>
              <a:ext uri="{FF2B5EF4-FFF2-40B4-BE49-F238E27FC236}">
                <a16:creationId xmlns:a16="http://schemas.microsoft.com/office/drawing/2014/main" id="{0AEF7AFF-74CF-444F-8139-C37800099570}"/>
              </a:ext>
            </a:extLst>
          </p:cNvPr>
          <p:cNvGrpSpPr/>
          <p:nvPr/>
        </p:nvGrpSpPr>
        <p:grpSpPr>
          <a:xfrm>
            <a:off x="6134992" y="5742559"/>
            <a:ext cx="1057273" cy="198637"/>
            <a:chOff x="5744386" y="3810921"/>
            <a:chExt cx="1057273" cy="198637"/>
          </a:xfrm>
        </p:grpSpPr>
        <p:grpSp>
          <p:nvGrpSpPr>
            <p:cNvPr id="313" name="그룹 312">
              <a:extLst>
                <a:ext uri="{FF2B5EF4-FFF2-40B4-BE49-F238E27FC236}">
                  <a16:creationId xmlns:a16="http://schemas.microsoft.com/office/drawing/2014/main" id="{ACB13B53-8A76-4806-A23B-BB3FC2A8A5C9}"/>
                </a:ext>
              </a:extLst>
            </p:cNvPr>
            <p:cNvGrpSpPr/>
            <p:nvPr/>
          </p:nvGrpSpPr>
          <p:grpSpPr>
            <a:xfrm>
              <a:off x="5744386" y="3810921"/>
              <a:ext cx="1057273" cy="198637"/>
              <a:chOff x="5744386" y="3810921"/>
              <a:chExt cx="1057273" cy="198637"/>
            </a:xfrm>
          </p:grpSpPr>
          <p:grpSp>
            <p:nvGrpSpPr>
              <p:cNvPr id="315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&lt;/Code&gt;&lt;CodeSignature&gt;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&lt;/CodeSignature&gt;&lt;/SmartOptions&gt;&lt;SmartResize enabled=&quot;True&quot; minWidth=&quot;10&quot; minHeight=&quot;10&quot; /&gt;&lt;/SmartSettings&gt;">
                <a:extLst>
                  <a:ext uri="{FF2B5EF4-FFF2-40B4-BE49-F238E27FC236}">
                    <a16:creationId xmlns:a16="http://schemas.microsoft.com/office/drawing/2014/main" id="{5794B91D-62B5-4072-B511-ACE6623ABB02}"/>
                  </a:ext>
                </a:extLst>
              </p:cNvPr>
              <p:cNvGrpSpPr/>
              <p:nvPr>
                <p:custDataLst>
                  <p:tags r:id="rId29"/>
                </p:custDataLst>
              </p:nvPr>
            </p:nvGrpSpPr>
            <p:grpSpPr>
              <a:xfrm>
                <a:off x="5744386" y="3810921"/>
                <a:ext cx="350013" cy="196977"/>
                <a:chOff x="593892" y="1592858"/>
                <a:chExt cx="350013" cy="196977"/>
              </a:xfrm>
            </p:grpSpPr>
            <p:sp>
              <p:nvSpPr>
                <p:cNvPr id="320" name="Circle" descr="&lt;SmartSettings&gt;&lt;SmartResize anchorLeft=&quot;Absolute&quot; anchorTop=&quot;None&quot; anchorRight=&quot;None&quot; anchorBottom=&quot;None&quot; /&gt;&lt;/SmartSettings&gt;">
                  <a:extLst>
                    <a:ext uri="{FF2B5EF4-FFF2-40B4-BE49-F238E27FC236}">
                      <a16:creationId xmlns:a16="http://schemas.microsoft.com/office/drawing/2014/main" id="{67F6B917-DD83-4949-BC6A-CB4F305CB377}"/>
                    </a:ext>
                  </a:extLst>
                </p:cNvPr>
                <p:cNvSpPr/>
                <p:nvPr>
                  <p:custDataLst>
                    <p:tags r:id="rId34"/>
                  </p:custDataLst>
                </p:nvPr>
              </p:nvSpPr>
              <p:spPr>
                <a:xfrm>
                  <a:off x="593892" y="1624671"/>
                  <a:ext cx="133350" cy="133350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800" dirty="0">
                    <a:solidFill>
                      <a:srgbClr val="5F5F5F"/>
                    </a:solidFill>
                    <a:latin typeface="+mn-ea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321" name="Label" descr="&lt;SmartSettings&gt;&lt;SmartResize anchorLeft=&quot;Absolute&quot; anchorTop=&quot;Absolute&quot; anchorRight=&quot;Absolute&quot; anchorBottom=&quot;Absolute&quot; /&gt;&lt;/SmartSettings&gt;">
                  <a:extLst>
                    <a:ext uri="{FF2B5EF4-FFF2-40B4-BE49-F238E27FC236}">
                      <a16:creationId xmlns:a16="http://schemas.microsoft.com/office/drawing/2014/main" id="{3B7B85A5-25B9-410F-9E21-9084C7C8DBF3}"/>
                    </a:ext>
                  </a:extLst>
                </p:cNvPr>
                <p:cNvSpPr txBox="1"/>
                <p:nvPr>
                  <p:custDataLst>
                    <p:tags r:id="rId35"/>
                  </p:custDataLst>
                </p:nvPr>
              </p:nvSpPr>
              <p:spPr>
                <a:xfrm>
                  <a:off x="727243" y="1592858"/>
                  <a:ext cx="216662" cy="196977"/>
                </a:xfrm>
                <a:prstGeom prst="rect">
                  <a:avLst/>
                </a:prstGeom>
                <a:noFill/>
              </p:spPr>
              <p:txBody>
                <a:bodyPr wrap="none" lIns="73152" tIns="36576" rIns="73152" bIns="36576" rtlCol="0" anchor="ctr" anchorCtr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sz="800" dirty="0">
                      <a:solidFill>
                        <a:srgbClr val="5F5F5F"/>
                      </a:solidFill>
                      <a:latin typeface="+mn-ea"/>
                      <a:cs typeface="Segoe UI" panose="020B0502040204020203" pitchFamily="34" charset="0"/>
                    </a:rPr>
                    <a:t>Y</a:t>
                  </a:r>
                </a:p>
              </p:txBody>
            </p:sp>
          </p:grpSp>
          <p:grpSp>
            <p:nvGrpSpPr>
              <p:cNvPr id="316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&lt;/Code&gt;&lt;CodeSignature&gt;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&lt;/CodeSignature&gt;&lt;/SmartOptions&gt;&lt;SmartResize enabled=&quot;True&quot; minWidth=&quot;10&quot; minHeight=&quot;10&quot; /&gt;&lt;/SmartSettings&gt;">
                <a:extLst>
                  <a:ext uri="{FF2B5EF4-FFF2-40B4-BE49-F238E27FC236}">
                    <a16:creationId xmlns:a16="http://schemas.microsoft.com/office/drawing/2014/main" id="{DDDAA70B-0B1C-49D0-B9C8-CD16F4F005C7}"/>
                  </a:ext>
                </a:extLst>
              </p:cNvPr>
              <p:cNvGrpSpPr/>
              <p:nvPr>
                <p:custDataLst>
                  <p:tags r:id="rId30"/>
                </p:custDataLst>
              </p:nvPr>
            </p:nvGrpSpPr>
            <p:grpSpPr>
              <a:xfrm>
                <a:off x="6446837" y="3812581"/>
                <a:ext cx="354822" cy="196977"/>
                <a:chOff x="593892" y="1592858"/>
                <a:chExt cx="354822" cy="196977"/>
              </a:xfrm>
            </p:grpSpPr>
            <p:sp>
              <p:nvSpPr>
                <p:cNvPr id="317" name="Circle" descr="&lt;SmartSettings&gt;&lt;SmartResize anchorLeft=&quot;Absolute&quot; anchorTop=&quot;None&quot; anchorRight=&quot;None&quot; anchorBottom=&quot;None&quot; /&gt;&lt;/SmartSettings&gt;">
                  <a:extLst>
                    <a:ext uri="{FF2B5EF4-FFF2-40B4-BE49-F238E27FC236}">
                      <a16:creationId xmlns:a16="http://schemas.microsoft.com/office/drawing/2014/main" id="{CBEDE40A-FF8F-4A82-81A5-97424C8EACDE}"/>
                    </a:ext>
                  </a:extLst>
                </p:cNvPr>
                <p:cNvSpPr/>
                <p:nvPr>
                  <p:custDataLst>
                    <p:tags r:id="rId31"/>
                  </p:custDataLst>
                </p:nvPr>
              </p:nvSpPr>
              <p:spPr>
                <a:xfrm>
                  <a:off x="593892" y="1624671"/>
                  <a:ext cx="133350" cy="133350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800" dirty="0">
                    <a:solidFill>
                      <a:srgbClr val="5F5F5F"/>
                    </a:solidFill>
                    <a:latin typeface="+mn-ea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318" name="Check" descr="&lt;SmartSettings&gt;&lt;SmartResize anchorLeft=&quot;Absolute&quot; anchorTop=&quot;None&quot; anchorRight=&quot;None&quot; anchorBottom=&quot;None&quot; /&gt;&lt;/SmartSettings&gt;" hidden="1">
                  <a:extLst>
                    <a:ext uri="{FF2B5EF4-FFF2-40B4-BE49-F238E27FC236}">
                      <a16:creationId xmlns:a16="http://schemas.microsoft.com/office/drawing/2014/main" id="{E40C7B73-ABA0-4CB4-A6B3-D31746C72953}"/>
                    </a:ext>
                  </a:extLst>
                </p:cNvPr>
                <p:cNvSpPr/>
                <p:nvPr>
                  <p:custDataLst>
                    <p:tags r:id="rId32"/>
                  </p:custDataLst>
                </p:nvPr>
              </p:nvSpPr>
              <p:spPr>
                <a:xfrm>
                  <a:off x="631198" y="1661977"/>
                  <a:ext cx="58738" cy="58738"/>
                </a:xfrm>
                <a:prstGeom prst="ellipse">
                  <a:avLst/>
                </a:prstGeom>
                <a:solidFill>
                  <a:srgbClr val="808080"/>
                </a:solidFill>
                <a:ln w="6350">
                  <a:solidFill>
                    <a:srgbClr val="80808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800" dirty="0">
                    <a:solidFill>
                      <a:srgbClr val="5F5F5F"/>
                    </a:solidFill>
                    <a:latin typeface="+mn-ea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319" name="Label" descr="&lt;SmartSettings&gt;&lt;SmartResize anchorLeft=&quot;Absolute&quot; anchorTop=&quot;Absolute&quot; anchorRight=&quot;Absolute&quot; anchorBottom=&quot;Absolute&quot; /&gt;&lt;/SmartSettings&gt;">
                  <a:extLst>
                    <a:ext uri="{FF2B5EF4-FFF2-40B4-BE49-F238E27FC236}">
                      <a16:creationId xmlns:a16="http://schemas.microsoft.com/office/drawing/2014/main" id="{CD2706DD-6EA4-438B-9B2C-4CB5A3913D2B}"/>
                    </a:ext>
                  </a:extLst>
                </p:cNvPr>
                <p:cNvSpPr txBox="1"/>
                <p:nvPr>
                  <p:custDataLst>
                    <p:tags r:id="rId33"/>
                  </p:custDataLst>
                </p:nvPr>
              </p:nvSpPr>
              <p:spPr>
                <a:xfrm>
                  <a:off x="727243" y="1592858"/>
                  <a:ext cx="221471" cy="196977"/>
                </a:xfrm>
                <a:prstGeom prst="rect">
                  <a:avLst/>
                </a:prstGeom>
                <a:noFill/>
              </p:spPr>
              <p:txBody>
                <a:bodyPr wrap="none" lIns="73152" tIns="36576" rIns="73152" bIns="36576" rtlCol="0" anchor="ctr" anchorCtr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sz="800" dirty="0">
                      <a:solidFill>
                        <a:srgbClr val="5F5F5F"/>
                      </a:solidFill>
                      <a:latin typeface="+mn-ea"/>
                      <a:cs typeface="Segoe UI" panose="020B0502040204020203" pitchFamily="34" charset="0"/>
                    </a:rPr>
                    <a:t>N</a:t>
                  </a:r>
                </a:p>
              </p:txBody>
            </p:sp>
          </p:grpSp>
        </p:grpSp>
        <p:sp>
          <p:nvSpPr>
            <p:cNvPr id="314" name="Check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AE6D9BDF-4975-4BE2-858D-9E4495E40D3B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6484143" y="3876604"/>
              <a:ext cx="58738" cy="58738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322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3B22B14B-B592-45ED-90F4-889329D8F310}"/>
              </a:ext>
            </a:extLst>
          </p:cNvPr>
          <p:cNvGrpSpPr/>
          <p:nvPr>
            <p:custDataLst>
              <p:tags r:id="rId15"/>
            </p:custDataLst>
          </p:nvPr>
        </p:nvGrpSpPr>
        <p:grpSpPr>
          <a:xfrm>
            <a:off x="1388117" y="2493843"/>
            <a:ext cx="131556" cy="131556"/>
            <a:chOff x="554563" y="2632644"/>
            <a:chExt cx="131556" cy="131556"/>
          </a:xfrm>
        </p:grpSpPr>
        <p:sp>
          <p:nvSpPr>
            <p:cNvPr id="323" name="Box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DCF30AD9-6AF1-4723-912E-6180E07901C2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324" name="Check" descr="&lt;SmartSettings&gt;&lt;SmartResize anchorLeft=&quot;Absolute&quot; anchorTop=&quot;None&quot; anchorRight=&quot;None&quot; anchorBottom=&quot;None&quot; /&gt;&lt;/SmartSettings&gt;" hidden="1">
              <a:extLst>
                <a:ext uri="{FF2B5EF4-FFF2-40B4-BE49-F238E27FC236}">
                  <a16:creationId xmlns:a16="http://schemas.microsoft.com/office/drawing/2014/main" id="{EBBC2B9A-34D4-42D4-ACC7-0BF5AFB697BB}"/>
                </a:ext>
              </a:extLst>
            </p:cNvPr>
            <p:cNvSpPr>
              <a:spLocks noEditPoints="1"/>
            </p:cNvSpPr>
            <p:nvPr>
              <p:custDataLst>
                <p:tags r:id="rId27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325" name="Accept">
            <a:extLst>
              <a:ext uri="{FF2B5EF4-FFF2-40B4-BE49-F238E27FC236}">
                <a16:creationId xmlns:a16="http://schemas.microsoft.com/office/drawing/2014/main" id="{8E6F0CDF-427C-4937-A28D-96B4ED5165B4}"/>
              </a:ext>
            </a:extLst>
          </p:cNvPr>
          <p:cNvSpPr>
            <a:spLocks noChangeAspect="1"/>
          </p:cNvSpPr>
          <p:nvPr/>
        </p:nvSpPr>
        <p:spPr bwMode="auto">
          <a:xfrm>
            <a:off x="1430468" y="2541460"/>
            <a:ext cx="58826" cy="52208"/>
          </a:xfrm>
          <a:custGeom>
            <a:avLst/>
            <a:gdLst>
              <a:gd name="T0" fmla="*/ 504 w 525"/>
              <a:gd name="T1" fmla="*/ 3 h 467"/>
              <a:gd name="T2" fmla="*/ 495 w 525"/>
              <a:gd name="T3" fmla="*/ 9 h 467"/>
              <a:gd name="T4" fmla="*/ 223 w 525"/>
              <a:gd name="T5" fmla="*/ 431 h 467"/>
              <a:gd name="T6" fmla="*/ 35 w 525"/>
              <a:gd name="T7" fmla="*/ 262 h 467"/>
              <a:gd name="T8" fmla="*/ 18 w 525"/>
              <a:gd name="T9" fmla="*/ 282 h 467"/>
              <a:gd name="T10" fmla="*/ 217 w 525"/>
              <a:gd name="T11" fmla="*/ 462 h 467"/>
              <a:gd name="T12" fmla="*/ 237 w 525"/>
              <a:gd name="T13" fmla="*/ 459 h 467"/>
              <a:gd name="T14" fmla="*/ 518 w 525"/>
              <a:gd name="T15" fmla="*/ 23 h 467"/>
              <a:gd name="T16" fmla="*/ 504 w 525"/>
              <a:gd name="T17" fmla="*/ 3 h 4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25" h="467">
                <a:moveTo>
                  <a:pt x="504" y="3"/>
                </a:moveTo>
                <a:cubicBezTo>
                  <a:pt x="500" y="3"/>
                  <a:pt x="497" y="6"/>
                  <a:pt x="495" y="9"/>
                </a:cubicBezTo>
                <a:lnTo>
                  <a:pt x="223" y="431"/>
                </a:lnTo>
                <a:lnTo>
                  <a:pt x="35" y="262"/>
                </a:lnTo>
                <a:cubicBezTo>
                  <a:pt x="22" y="245"/>
                  <a:pt x="0" y="271"/>
                  <a:pt x="18" y="282"/>
                </a:cubicBezTo>
                <a:lnTo>
                  <a:pt x="217" y="462"/>
                </a:lnTo>
                <a:cubicBezTo>
                  <a:pt x="223" y="467"/>
                  <a:pt x="232" y="466"/>
                  <a:pt x="237" y="459"/>
                </a:cubicBezTo>
                <a:lnTo>
                  <a:pt x="518" y="23"/>
                </a:lnTo>
                <a:cubicBezTo>
                  <a:pt x="525" y="13"/>
                  <a:pt x="515" y="0"/>
                  <a:pt x="504" y="3"/>
                </a:cubicBezTo>
                <a:close/>
              </a:path>
            </a:pathLst>
          </a:cu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b="1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31" name="직사각형 330">
            <a:extLst>
              <a:ext uri="{FF2B5EF4-FFF2-40B4-BE49-F238E27FC236}">
                <a16:creationId xmlns:a16="http://schemas.microsoft.com/office/drawing/2014/main" id="{86C35C20-34B7-403B-B843-6D492465F624}"/>
              </a:ext>
            </a:extLst>
          </p:cNvPr>
          <p:cNvSpPr/>
          <p:nvPr/>
        </p:nvSpPr>
        <p:spPr>
          <a:xfrm>
            <a:off x="402575" y="811446"/>
            <a:ext cx="8000854" cy="5767307"/>
          </a:xfrm>
          <a:prstGeom prst="rect">
            <a:avLst/>
          </a:prstGeom>
          <a:solidFill>
            <a:schemeClr val="tx1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32" name="직사각형 331">
            <a:extLst>
              <a:ext uri="{FF2B5EF4-FFF2-40B4-BE49-F238E27FC236}">
                <a16:creationId xmlns:a16="http://schemas.microsoft.com/office/drawing/2014/main" id="{E9456D80-F82F-4787-9026-C6530DA1F261}"/>
              </a:ext>
            </a:extLst>
          </p:cNvPr>
          <p:cNvSpPr/>
          <p:nvPr/>
        </p:nvSpPr>
        <p:spPr>
          <a:xfrm>
            <a:off x="6667891" y="6194482"/>
            <a:ext cx="789856" cy="235055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3" name="타원 6">
            <a:extLst>
              <a:ext uri="{FF2B5EF4-FFF2-40B4-BE49-F238E27FC236}">
                <a16:creationId xmlns:a16="http://schemas.microsoft.com/office/drawing/2014/main" id="{E79E28C4-5098-4B11-8041-298D6B8AF3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41327" y="6103150"/>
            <a:ext cx="190500" cy="1905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wrap="none" lIns="36000" tIns="36000" rIns="36000" bIns="36000" anchor="ctr"/>
          <a:lstStyle>
            <a:lvl1pPr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latinLnBrk="1" hangingPunct="1"/>
            <a:r>
              <a:rPr lang="en-US" altLang="ko-KR" sz="700" dirty="0">
                <a:solidFill>
                  <a:srgbClr val="FFFFFF"/>
                </a:solidFill>
                <a:latin typeface="+mn-ea"/>
                <a:ea typeface="+mn-ea"/>
              </a:rPr>
              <a:t>1-3</a:t>
            </a:r>
            <a:endParaRPr lang="ko-KR" altLang="en-US" sz="700" dirty="0">
              <a:solidFill>
                <a:srgbClr val="FFFFFF"/>
              </a:solidFill>
              <a:latin typeface="+mn-ea"/>
              <a:ea typeface="+mn-ea"/>
            </a:endParaRPr>
          </a:p>
        </p:txBody>
      </p:sp>
      <p:grpSp>
        <p:nvGrpSpPr>
          <p:cNvPr id="334" name="그룹 333">
            <a:extLst>
              <a:ext uri="{FF2B5EF4-FFF2-40B4-BE49-F238E27FC236}">
                <a16:creationId xmlns:a16="http://schemas.microsoft.com/office/drawing/2014/main" id="{76A2896C-AC11-4746-97A6-B23668116B69}"/>
              </a:ext>
            </a:extLst>
          </p:cNvPr>
          <p:cNvGrpSpPr/>
          <p:nvPr/>
        </p:nvGrpSpPr>
        <p:grpSpPr>
          <a:xfrm>
            <a:off x="2560308" y="3163172"/>
            <a:ext cx="3222246" cy="1507358"/>
            <a:chOff x="2189118" y="2266871"/>
            <a:chExt cx="3222246" cy="1507358"/>
          </a:xfrm>
        </p:grpSpPr>
        <p:grpSp>
          <p:nvGrpSpPr>
            <p:cNvPr id="335" name="Alert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9ftbPzdYjmrrprxs6peuBe+uy7PGWnG8otq+na9Gr9eZHV7+q7Nlw0hI52dZ9P8671F41q2dVV+zU7Hp5f5ssXLv3GyzBZ5s6IP07D1b5z84t84SelZrSdlMU2nZdY00ubLFRM0fRT8+SRrcnlDX+SX6+Iya/P07FU2K6on67atlmkxrZZny/PK/+yzdLkuy8NbvPndrF7SiL/ey6d1XdVf79WfWOcNBhp9+4b3q2Uuv71/1+2V/tZ8jXfnda4dx9/uv8+c8e1sOSvz+rt1tlrlNY/ee/1knk/f5rOTeba8yGf+C8NoxcBOuhS5DWAPtPBldZnXdTHL00lVlenZsmi3zny2hGymTeeDUXp2vFqlhMcdB9BjWzwT4ucxw+u/jRcDZPCIIG4dE77t63m2yps0836nIeRXqfftFkEZv86hn/KZfCSQPZwieOEpztMtD/b4rGG4nRcHXsZz9256PJulH53R1H6UTlWbxNu+1/TTECNzvXUWwvj9QyB3PI7xn7Pn2SQvGQH57bPeTI5pGPzdFo/l0UdDsCyQ8RdZfVEsFdmX2WxG07bV/Xr8PD9vR723xm+qVeTTV8XFnFrvDA7EG/vndbVeMQj5LT6m7gtbm8bFLYbH5X/tjSv42I4r+FTH1fv8SUWILdJP0vub0OrreAcoHCJNHrXdOHcdYGPlIAIaCMIU/XwmYoY/xnjv/cEqY6afCM63Yv+x/8eGLqMGbJgy2nwjcfogb00fffVrAf/ZpFLEUg/TiBtvpFAX3K3pwy9+DcA/m7SJuyLD5DHtN1IoAvTWRDLvfj3w3wSpNps59YFusnTv6ZEM2LonXSjvZ+0EiVvYOx3UsMnzIMWNQ7+BmofIF2wgIp+/v+kTIM03Yv0GHGu/i5407Kby2yDdYkAHREHnwEqD/j3+0oD4Gl144vAeDHkb3TEUS2wk156SqxmkVxTsexLsjYXxdTr5WSTZYAi1kWj3biZaHPD7ks2D8vU6+tkjXfzTOm/X9TJt63Ueee+X9D/KS5NX8J9fvBH6eUYv3Qze+/OXbAotL6tilj4tmlXV5FvDESOislsbsPR3lZj2FsHebUGOLYqRod8aSj+Ix9OhHIb6Huxy+8G+B9CNw30POIMDDj/gfECsy5B1NOHBLHMW0rzjB2xVk5+m2D9t8uUsr0fiSxzXF02aD/NYkN+pA4UkcNKsCRp1hoWJ81/TiUl/4S/0oRnlcPN8WR+QGSy9ReTVxeAz8fo6gVgklcEv37ITKI2hnvrxzG07G46VNvXXjRBu29tQ5LGpr4iXfdvuPB++/8bPVm4Lz4Aqv32Oyzz9GIVH+QF2wBdmoebPB3GWlxrj4Rgu0Y/Hm3zbCFvGXN2BSfwaHQ4JQ9RdfL9uN7qkg/3Gva337Dn06v5/II6Gpazb/OFCmS/XC6e+hiWMDMQo/EjVeOdTVredz4xOvDUqOs5BbCwrdzpyvNb9wmOFASzuUpbjcbNeUBx9fRR+/LpYrMrivAB/TGlRs0nbKm2ESarzNFumHzHaH4074O724ZnBykKgz3qP0jPxi7JJ6bnqnaHbFSpdeYm7XaYVg04LmjzMrvx1ixeuZGrf650cE/9eb/wiZYv3ekkYf/c92++9Z/t7nfbhGwOsYr7CaleRlcUPwC+sQx43Oc14nZ9/9pE34x/dPaKpadpsScvG5zWtBLTzPG1W+RS8NusDFpbzmMwiE2E0PBqB+SqMf7yCqRVw/Gt0IQ9PRIu186IZC+PRv1G9CgI8o/G4vrZcX90woxchKNKyECnq8UakLvJOm4F2eDS4DYXCs/g95ve+6zC5+ybeFZ4+l3vwAm7ufa5c2/tcuVM/v5UNeC8G/jxvSbHV5DvRT/Ake7kzUk5ldk1JDsqA4lO2TPRxVlYXX5Mp2b8MDQ+eD5xhGNnNhnXgRTycfvB5Y/yTRVOQSoZf8kUxraumOm/HX56fF9N8fFLV+fiLpnpTF69b0iLjBX5f+75q7FEevDEAM4/1k7rM+UNBbvPiFh6LXyggPxTsNi0t4bG49STxh4LeDYs6Pdk0D0nQ0/w8W5dtepmV60jyDs9tGSmSEWx+WBLVXBXtdJ5u8TA2kG8DCDxTyhx1Bvpo8xt4BkT59vO9gbPMMyyUt+vm2UCetfsMCdc328sGMflmO5rUefb2hnadSVdN9LM977cdwYdO/C3560fzzjr+/y+zftt+Pmzab8lb/2+edWM6fzTxPxu9fPDM35LDbjPxM/F0bjHRlBmsriQxV1+sF5QcPn03zVcYyNZHXy2b9WpV1ZSe8+IL9jvGg0vIeCLu0cDH33RoRTmvCeWnKY1kspg/G3GWSRz2UmB4In7XDzXa8oPgr+WSb4y/8fjh9Hv3wPJ0yy7ufUAXX98z9oMAk/zelO03zwDX47FB0//LJ+c9evh/z9xsXBIxz48m55Y9fMNzEy4aDb06bDDiX7x/NH8bQf65jOrjvHf7aTscIhWebzxl0KPmLVyNOO/fboS3dcLi3P8N93ELB6xPKaekfpZJdVs38v+9lPJUxv/3aXXbLm5Bqp8tr15p/cN17NWdvqyKWSrrtPnWzatlJ2We1Vs3rnndEDV89DKrG1ow5HDgorjMl/6SIk/zK6ytYUXxHNEFPkF8kbVkU1Z13hBF8XIf9CqrW17F/pBIQ1dQmTaRxT/3q7fm+D60638H0+VgwV/AUtiApRCzGoXT1tf9DzeYS9fn+M31ijselCoeNlpBrD6vq/UKS3gehJNqTdNCIHbxBa2mjvmVr9qibMYUKb7IFsHKKZrKAvJH72+vGQGG36QX+P2szRcNaQUPoc/t5xtECmTwAOgq5Nc30tEp8J8b3scDpqdVuzYtaEC7h/Tj8WfeKIXS9PEnn9ywfIPnFv3hYVoK9VK/s+8V37+F/sTDS9zTbPkqJ05v8tcKqr2dBsZzA+1cw1uOCY9l8/fk8ON1Kx/c6PJ3H+nNvn9jt0FLdC0KhuZ4ls9e5dOWmLn8umh8O2ve5O9IhZHwfVNxSPd5j9nA0w31jLqz6mT8QpH9SExjujukIIae98QIT4iRIHJLtvWfPv+f39Jb858N0XLs6UTQe7ck694PjawGo/9Pk/XeLcl674dGVoPR/3fI+h5NLfW/jvZ+RjEMWdHFe8zEe84CMAuWaTYwBhb3UzT8IXBGB6f/77AGHjvn3bWpDcTVRfQfFn37mP1/lMThstwGAvNq9Q+LvF2s/j9K3N5q5Ab6mnXhHxaJI7j9f4fKt2x6y2bnxTIryxsCNvO8B6nBAh3SvOe8fkEpknlWjhXESbX4cvLTFAuINdyUI/KfW5DhhiY3fH0rAt6CcIPDdYHoTWPegOnXTpvhmWacuz/58gubxEvzd5HpHBgmEiHPq4uLvB6zJt366FlWlJT8aysy1kVL6aniB5qDZU5p6OOGgr5pnp5T5onWQEqiBL3AU9+MPxqh/8OhBYd4jg7PBy72v6K8my7ze+m6L/KmyS7yJ9U7QR5JO4P/10266RDCFhHy9n2w4fTNwOwMMl4Ad4j3us4W+r6Z8PxmzMn55rDvgh4aQMSbeb8xdOz1NzeCEPAQ/j134f2w75vCb24APdhDY4jZ4/cbRpC7+OZG4IMdQr6TNvk6eGty4JvGe+8WeNu8xNfBW6Pvbxrve7fA2wb+t8Pb+1N/pR+/5P8B96SA2U9VAAA=&lt;/Code&gt;&lt;CodeSignature&gt;BLF4JWurVfxIUHaELsi3Nd7j9DhOHL/Mzfty2RbBJndEYSJzEH2XjlOCGM5N4Y9nV5FTIAS219vteJTD3Z/4XWVvkZtfgQxlLmoV4wsdfH8OKo8X1itX6TvbMBqX/oVA+6SyYCB5R8xQ4594vwKX3+d6QJj8QV8I9/euyLGJBof34ivmhhRbXnBaRyyay1r8dKnNOuIGkZTn/zoB/RFkN++hixRlxyYGoJYmk9hnLTUGhiN+xcV4T178pA3JDT3bqSjbV1YYEDUiXfNhZcEEDh1Y2sAb87IQ+7WlC694jPU9ip4XAQBKAedRPoA3wYsewBmLptQX6R00D9TbbxddDA==&lt;/CodeSignature&gt;&lt;/SmartOptions&gt;&lt;SmartResize enabled=&quot;True&quot; minWidth=&quot;190&quot; minHeight=&quot;110&quot; /&gt;&lt;/SmartSettings&gt;">
              <a:extLst>
                <a:ext uri="{FF2B5EF4-FFF2-40B4-BE49-F238E27FC236}">
                  <a16:creationId xmlns:a16="http://schemas.microsoft.com/office/drawing/2014/main" id="{37DEB29D-45B0-462F-937C-B48FF68F54A4}"/>
                </a:ext>
              </a:extLst>
            </p:cNvPr>
            <p:cNvGrpSpPr/>
            <p:nvPr>
              <p:custDataLst>
                <p:tags r:id="rId17"/>
              </p:custDataLst>
            </p:nvPr>
          </p:nvGrpSpPr>
          <p:grpSpPr>
            <a:xfrm>
              <a:off x="2189118" y="2266871"/>
              <a:ext cx="3222246" cy="1507358"/>
              <a:chOff x="595686" y="1261242"/>
              <a:chExt cx="3222246" cy="1507358"/>
            </a:xfrm>
          </p:grpSpPr>
          <p:sp>
            <p:nvSpPr>
              <p:cNvPr id="339" name="Window Body" descr="&lt;SmartSettings&gt;&lt;SmartResize anchorLeft=&quot;Absolute&quot; anchorTop=&quot;Absolute&quot; anchorRight=&quot;Absolute&quot; anchorBottom=&quot;Absolute&quot; /&gt;&lt;/SmartSettings&gt;">
                <a:extLst>
                  <a:ext uri="{FF2B5EF4-FFF2-40B4-BE49-F238E27FC236}">
                    <a16:creationId xmlns:a16="http://schemas.microsoft.com/office/drawing/2014/main" id="{E8CD2B63-56FF-4010-9459-67A10405E333}"/>
                  </a:ext>
                </a:extLst>
              </p:cNvPr>
              <p:cNvSpPr/>
              <p:nvPr>
                <p:custDataLst>
                  <p:tags r:id="rId19"/>
                </p:custDataLst>
              </p:nvPr>
            </p:nvSpPr>
            <p:spPr>
              <a:xfrm>
                <a:off x="595686" y="1498986"/>
                <a:ext cx="3222246" cy="1269614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340" name="Text" descr="&lt;SmartSettings&gt;&lt;SmartResize anchorLeft=&quot;Absolute&quot; anchorTop=&quot;Absolute&quot; anchorRight=&quot;Absolute&quot; anchorBottom=&quot;Absolute&quot; /&gt;&lt;/SmartSettings&gt;">
                <a:extLst>
                  <a:ext uri="{FF2B5EF4-FFF2-40B4-BE49-F238E27FC236}">
                    <a16:creationId xmlns:a16="http://schemas.microsoft.com/office/drawing/2014/main" id="{4B128C1C-86D3-42FE-A70C-A778E8AAB85A}"/>
                  </a:ext>
                </a:extLst>
              </p:cNvPr>
              <p:cNvSpPr txBox="1"/>
              <p:nvPr>
                <p:custDataLst>
                  <p:tags r:id="rId20"/>
                </p:custDataLst>
              </p:nvPr>
            </p:nvSpPr>
            <p:spPr>
              <a:xfrm>
                <a:off x="1335557" y="1635819"/>
                <a:ext cx="2294511" cy="688281"/>
              </a:xfrm>
              <a:prstGeom prst="rect">
                <a:avLst/>
              </a:prstGeom>
              <a:noFill/>
            </p:spPr>
            <p:txBody>
              <a:bodyPr wrap="square" lIns="73152" tIns="36576" rIns="73152" bIns="36576" rtlCol="0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800" noProof="1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endParaRPr>
              </a:p>
              <a:p>
                <a:r>
                  <a:rPr lang="ko-KR" altLang="en-US" sz="800" noProof="1">
                    <a:solidFill>
                      <a:prstClr val="black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고객사명이 작성되지 않았습니다</a:t>
                </a:r>
                <a:r>
                  <a:rPr lang="en-US" altLang="ko-KR" sz="800" noProof="1">
                    <a:solidFill>
                      <a:prstClr val="black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.</a:t>
                </a:r>
                <a:endParaRPr lang="en-US" sz="800" noProof="1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endParaRPr>
              </a:p>
            </p:txBody>
          </p:sp>
          <p:sp>
            <p:nvSpPr>
              <p:cNvPr id="341" name="Title Bar" descr="&lt;SmartSettings&gt;&lt;SmartResize anchorLeft=&quot;Absolute&quot; anchorTop=&quot;Absolute&quot; anchorRight=&quot;Absolute&quot; anchorBottom=&quot;None&quot; /&gt;&lt;/SmartSettings&gt;">
                <a:extLst>
                  <a:ext uri="{FF2B5EF4-FFF2-40B4-BE49-F238E27FC236}">
                    <a16:creationId xmlns:a16="http://schemas.microsoft.com/office/drawing/2014/main" id="{271A0884-8AD2-49DA-8EF8-9BC080B98C72}"/>
                  </a:ext>
                </a:extLst>
              </p:cNvPr>
              <p:cNvSpPr/>
              <p:nvPr>
                <p:custDataLst>
                  <p:tags r:id="rId21"/>
                </p:custDataLst>
              </p:nvPr>
            </p:nvSpPr>
            <p:spPr>
              <a:xfrm>
                <a:off x="595686" y="1261242"/>
                <a:ext cx="3222246" cy="237744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2286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800" dirty="0">
                    <a:solidFill>
                      <a:srgbClr val="5F5F5F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Alert</a:t>
                </a:r>
              </a:p>
            </p:txBody>
          </p:sp>
          <p:sp>
            <p:nvSpPr>
              <p:cNvPr id="342" name="Close Button">
                <a:extLst>
                  <a:ext uri="{FF2B5EF4-FFF2-40B4-BE49-F238E27FC236}">
                    <a16:creationId xmlns:a16="http://schemas.microsoft.com/office/drawing/2014/main" id="{016B5B36-7CD0-49E0-B5CF-72B2D56C64A5}"/>
                  </a:ext>
                </a:extLst>
              </p:cNvPr>
              <p:cNvSpPr>
                <a:spLocks noEditPoints="1"/>
              </p:cNvSpPr>
              <p:nvPr>
                <p:custDataLst>
                  <p:tags r:id="rId22"/>
                </p:custDataLst>
              </p:nvPr>
            </p:nvSpPr>
            <p:spPr bwMode="auto">
              <a:xfrm>
                <a:off x="3607048" y="1332489"/>
                <a:ext cx="98425" cy="95250"/>
              </a:xfrm>
              <a:custGeom>
                <a:avLst/>
                <a:gdLst>
                  <a:gd name="T0" fmla="*/ 254 w 254"/>
                  <a:gd name="T1" fmla="*/ 0 h 254"/>
                  <a:gd name="T2" fmla="*/ 0 w 254"/>
                  <a:gd name="T3" fmla="*/ 254 h 254"/>
                  <a:gd name="T4" fmla="*/ 0 w 254"/>
                  <a:gd name="T5" fmla="*/ 0 h 254"/>
                  <a:gd name="T6" fmla="*/ 254 w 254"/>
                  <a:gd name="T7" fmla="*/ 254 h 2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4" h="254">
                    <a:moveTo>
                      <a:pt x="254" y="0"/>
                    </a:moveTo>
                    <a:lnTo>
                      <a:pt x="0" y="254"/>
                    </a:lnTo>
                    <a:moveTo>
                      <a:pt x="0" y="0"/>
                    </a:moveTo>
                    <a:lnTo>
                      <a:pt x="254" y="254"/>
                    </a:lnTo>
                  </a:path>
                </a:pathLst>
              </a:custGeom>
              <a:noFill/>
              <a:ln w="9525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grpSp>
            <p:nvGrpSpPr>
              <p:cNvPr id="343" name="Icons">
                <a:extLst>
                  <a:ext uri="{FF2B5EF4-FFF2-40B4-BE49-F238E27FC236}">
                    <a16:creationId xmlns:a16="http://schemas.microsoft.com/office/drawing/2014/main" id="{D26A0741-59D0-408E-8647-5608699790C7}"/>
                  </a:ext>
                </a:extLst>
              </p:cNvPr>
              <p:cNvGrpSpPr/>
              <p:nvPr/>
            </p:nvGrpSpPr>
            <p:grpSpPr>
              <a:xfrm>
                <a:off x="773534" y="1669713"/>
                <a:ext cx="457200" cy="396875"/>
                <a:chOff x="773534" y="1669713"/>
                <a:chExt cx="457200" cy="396875"/>
              </a:xfrm>
            </p:grpSpPr>
            <p:sp>
              <p:nvSpPr>
                <p:cNvPr id="344" name="Warning Icon" hidden="1">
                  <a:extLst>
                    <a:ext uri="{FF2B5EF4-FFF2-40B4-BE49-F238E27FC236}">
                      <a16:creationId xmlns:a16="http://schemas.microsoft.com/office/drawing/2014/main" id="{69ABC054-06BA-43C5-B719-287CA5B29C78}"/>
                    </a:ext>
                  </a:extLst>
                </p:cNvPr>
                <p:cNvSpPr>
                  <a:spLocks noChangeAspect="1" noEditPoints="1"/>
                </p:cNvSpPr>
                <p:nvPr>
                  <p:custDataLst>
                    <p:tags r:id="rId23"/>
                  </p:custDataLst>
                </p:nvPr>
              </p:nvSpPr>
              <p:spPr bwMode="auto">
                <a:xfrm>
                  <a:off x="773534" y="1670507"/>
                  <a:ext cx="457200" cy="395287"/>
                </a:xfrm>
                <a:custGeom>
                  <a:avLst/>
                  <a:gdLst>
                    <a:gd name="T0" fmla="*/ 1270 w 1270"/>
                    <a:gd name="T1" fmla="*/ 1101 h 1101"/>
                    <a:gd name="T2" fmla="*/ 0 w 1270"/>
                    <a:gd name="T3" fmla="*/ 1101 h 1101"/>
                    <a:gd name="T4" fmla="*/ 635 w 1270"/>
                    <a:gd name="T5" fmla="*/ 0 h 1101"/>
                    <a:gd name="T6" fmla="*/ 1270 w 1270"/>
                    <a:gd name="T7" fmla="*/ 1101 h 1101"/>
                    <a:gd name="T8" fmla="*/ 579 w 1270"/>
                    <a:gd name="T9" fmla="*/ 320 h 1101"/>
                    <a:gd name="T10" fmla="*/ 579 w 1270"/>
                    <a:gd name="T11" fmla="*/ 716 h 1101"/>
                    <a:gd name="T12" fmla="*/ 691 w 1270"/>
                    <a:gd name="T13" fmla="*/ 716 h 1101"/>
                    <a:gd name="T14" fmla="*/ 691 w 1270"/>
                    <a:gd name="T15" fmla="*/ 320 h 1101"/>
                    <a:gd name="T16" fmla="*/ 579 w 1270"/>
                    <a:gd name="T17" fmla="*/ 320 h 1101"/>
                    <a:gd name="T18" fmla="*/ 635 w 1270"/>
                    <a:gd name="T19" fmla="*/ 799 h 1101"/>
                    <a:gd name="T20" fmla="*/ 564 w 1270"/>
                    <a:gd name="T21" fmla="*/ 870 h 1101"/>
                    <a:gd name="T22" fmla="*/ 635 w 1270"/>
                    <a:gd name="T23" fmla="*/ 940 h 1101"/>
                    <a:gd name="T24" fmla="*/ 706 w 1270"/>
                    <a:gd name="T25" fmla="*/ 870 h 1101"/>
                    <a:gd name="T26" fmla="*/ 635 w 1270"/>
                    <a:gd name="T27" fmla="*/ 799 h 1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270" h="1101">
                      <a:moveTo>
                        <a:pt x="1270" y="1101"/>
                      </a:moveTo>
                      <a:lnTo>
                        <a:pt x="0" y="1101"/>
                      </a:lnTo>
                      <a:lnTo>
                        <a:pt x="635" y="0"/>
                      </a:lnTo>
                      <a:lnTo>
                        <a:pt x="1270" y="1101"/>
                      </a:lnTo>
                      <a:close/>
                      <a:moveTo>
                        <a:pt x="579" y="320"/>
                      </a:moveTo>
                      <a:lnTo>
                        <a:pt x="579" y="716"/>
                      </a:lnTo>
                      <a:lnTo>
                        <a:pt x="691" y="716"/>
                      </a:lnTo>
                      <a:lnTo>
                        <a:pt x="691" y="320"/>
                      </a:lnTo>
                      <a:lnTo>
                        <a:pt x="579" y="320"/>
                      </a:lnTo>
                      <a:close/>
                      <a:moveTo>
                        <a:pt x="635" y="799"/>
                      </a:moveTo>
                      <a:cubicBezTo>
                        <a:pt x="596" y="799"/>
                        <a:pt x="564" y="831"/>
                        <a:pt x="564" y="870"/>
                      </a:cubicBezTo>
                      <a:cubicBezTo>
                        <a:pt x="564" y="909"/>
                        <a:pt x="596" y="940"/>
                        <a:pt x="635" y="940"/>
                      </a:cubicBezTo>
                      <a:cubicBezTo>
                        <a:pt x="674" y="940"/>
                        <a:pt x="706" y="909"/>
                        <a:pt x="706" y="870"/>
                      </a:cubicBezTo>
                      <a:cubicBezTo>
                        <a:pt x="706" y="831"/>
                        <a:pt x="674" y="799"/>
                        <a:pt x="635" y="799"/>
                      </a:cubicBezTo>
                      <a:close/>
                    </a:path>
                  </a:pathLst>
                </a:custGeom>
                <a:noFill/>
                <a:ln w="6350" cap="rnd">
                  <a:solidFill>
                    <a:srgbClr val="80808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345" name="Error Icon" hidden="1">
                  <a:extLst>
                    <a:ext uri="{FF2B5EF4-FFF2-40B4-BE49-F238E27FC236}">
                      <a16:creationId xmlns:a16="http://schemas.microsoft.com/office/drawing/2014/main" id="{66C265A9-3AE0-4AD4-8ED1-B6F90DE869C0}"/>
                    </a:ext>
                  </a:extLst>
                </p:cNvPr>
                <p:cNvSpPr>
                  <a:spLocks noChangeAspect="1" noEditPoints="1"/>
                </p:cNvSpPr>
                <p:nvPr>
                  <p:custDataLst>
                    <p:tags r:id="rId24"/>
                  </p:custDataLst>
                </p:nvPr>
              </p:nvSpPr>
              <p:spPr bwMode="auto">
                <a:xfrm>
                  <a:off x="802903" y="1670507"/>
                  <a:ext cx="398463" cy="395287"/>
                </a:xfrm>
                <a:custGeom>
                  <a:avLst/>
                  <a:gdLst>
                    <a:gd name="T0" fmla="*/ 1101 w 1101"/>
                    <a:gd name="T1" fmla="*/ 778 h 1100"/>
                    <a:gd name="T2" fmla="*/ 778 w 1101"/>
                    <a:gd name="T3" fmla="*/ 1100 h 1100"/>
                    <a:gd name="T4" fmla="*/ 322 w 1101"/>
                    <a:gd name="T5" fmla="*/ 1100 h 1100"/>
                    <a:gd name="T6" fmla="*/ 0 w 1101"/>
                    <a:gd name="T7" fmla="*/ 778 h 1100"/>
                    <a:gd name="T8" fmla="*/ 0 w 1101"/>
                    <a:gd name="T9" fmla="*/ 322 h 1100"/>
                    <a:gd name="T10" fmla="*/ 322 w 1101"/>
                    <a:gd name="T11" fmla="*/ 0 h 1100"/>
                    <a:gd name="T12" fmla="*/ 778 w 1101"/>
                    <a:gd name="T13" fmla="*/ 0 h 1100"/>
                    <a:gd name="T14" fmla="*/ 1101 w 1101"/>
                    <a:gd name="T15" fmla="*/ 322 h 1100"/>
                    <a:gd name="T16" fmla="*/ 1101 w 1101"/>
                    <a:gd name="T17" fmla="*/ 778 h 1100"/>
                    <a:gd name="T18" fmla="*/ 380 w 1101"/>
                    <a:gd name="T19" fmla="*/ 300 h 1100"/>
                    <a:gd name="T20" fmla="*/ 301 w 1101"/>
                    <a:gd name="T21" fmla="*/ 380 h 1100"/>
                    <a:gd name="T22" fmla="*/ 470 w 1101"/>
                    <a:gd name="T23" fmla="*/ 550 h 1100"/>
                    <a:gd name="T24" fmla="*/ 301 w 1101"/>
                    <a:gd name="T25" fmla="*/ 719 h 1100"/>
                    <a:gd name="T26" fmla="*/ 380 w 1101"/>
                    <a:gd name="T27" fmla="*/ 799 h 1100"/>
                    <a:gd name="T28" fmla="*/ 550 w 1101"/>
                    <a:gd name="T29" fmla="*/ 629 h 1100"/>
                    <a:gd name="T30" fmla="*/ 720 w 1101"/>
                    <a:gd name="T31" fmla="*/ 799 h 1100"/>
                    <a:gd name="T32" fmla="*/ 800 w 1101"/>
                    <a:gd name="T33" fmla="*/ 719 h 1100"/>
                    <a:gd name="T34" fmla="*/ 630 w 1101"/>
                    <a:gd name="T35" fmla="*/ 550 h 1100"/>
                    <a:gd name="T36" fmla="*/ 800 w 1101"/>
                    <a:gd name="T37" fmla="*/ 380 h 1100"/>
                    <a:gd name="T38" fmla="*/ 720 w 1101"/>
                    <a:gd name="T39" fmla="*/ 300 h 1100"/>
                    <a:gd name="T40" fmla="*/ 550 w 1101"/>
                    <a:gd name="T41" fmla="*/ 470 h 1100"/>
                    <a:gd name="T42" fmla="*/ 380 w 1101"/>
                    <a:gd name="T43" fmla="*/ 300 h 1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1101" h="1100">
                      <a:moveTo>
                        <a:pt x="1101" y="778"/>
                      </a:moveTo>
                      <a:lnTo>
                        <a:pt x="778" y="1100"/>
                      </a:lnTo>
                      <a:lnTo>
                        <a:pt x="322" y="1100"/>
                      </a:lnTo>
                      <a:lnTo>
                        <a:pt x="0" y="778"/>
                      </a:lnTo>
                      <a:lnTo>
                        <a:pt x="0" y="322"/>
                      </a:lnTo>
                      <a:lnTo>
                        <a:pt x="322" y="0"/>
                      </a:lnTo>
                      <a:lnTo>
                        <a:pt x="778" y="0"/>
                      </a:lnTo>
                      <a:lnTo>
                        <a:pt x="1101" y="322"/>
                      </a:lnTo>
                      <a:lnTo>
                        <a:pt x="1101" y="778"/>
                      </a:lnTo>
                      <a:close/>
                      <a:moveTo>
                        <a:pt x="380" y="300"/>
                      </a:moveTo>
                      <a:lnTo>
                        <a:pt x="301" y="380"/>
                      </a:lnTo>
                      <a:lnTo>
                        <a:pt x="470" y="550"/>
                      </a:lnTo>
                      <a:lnTo>
                        <a:pt x="301" y="719"/>
                      </a:lnTo>
                      <a:lnTo>
                        <a:pt x="380" y="799"/>
                      </a:lnTo>
                      <a:lnTo>
                        <a:pt x="550" y="629"/>
                      </a:lnTo>
                      <a:lnTo>
                        <a:pt x="720" y="799"/>
                      </a:lnTo>
                      <a:lnTo>
                        <a:pt x="800" y="719"/>
                      </a:lnTo>
                      <a:lnTo>
                        <a:pt x="630" y="550"/>
                      </a:lnTo>
                      <a:lnTo>
                        <a:pt x="800" y="380"/>
                      </a:lnTo>
                      <a:lnTo>
                        <a:pt x="720" y="300"/>
                      </a:lnTo>
                      <a:lnTo>
                        <a:pt x="550" y="470"/>
                      </a:lnTo>
                      <a:lnTo>
                        <a:pt x="380" y="300"/>
                      </a:lnTo>
                      <a:close/>
                    </a:path>
                  </a:pathLst>
                </a:custGeom>
                <a:noFill/>
                <a:ln w="6350" cap="rnd">
                  <a:solidFill>
                    <a:srgbClr val="80808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346" name="Question Icon" hidden="1">
                  <a:extLst>
                    <a:ext uri="{FF2B5EF4-FFF2-40B4-BE49-F238E27FC236}">
                      <a16:creationId xmlns:a16="http://schemas.microsoft.com/office/drawing/2014/main" id="{0D57B453-D8C6-4ED6-9C07-D9575ED8C169}"/>
                    </a:ext>
                  </a:extLst>
                </p:cNvPr>
                <p:cNvSpPr>
                  <a:spLocks noChangeAspect="1" noEditPoints="1"/>
                </p:cNvSpPr>
                <p:nvPr>
                  <p:custDataLst>
                    <p:tags r:id="rId25"/>
                  </p:custDataLst>
                </p:nvPr>
              </p:nvSpPr>
              <p:spPr bwMode="auto">
                <a:xfrm>
                  <a:off x="802903" y="1669713"/>
                  <a:ext cx="398463" cy="396875"/>
                </a:xfrm>
                <a:custGeom>
                  <a:avLst/>
                  <a:gdLst>
                    <a:gd name="T0" fmla="*/ 1101 w 1101"/>
                    <a:gd name="T1" fmla="*/ 551 h 1101"/>
                    <a:gd name="T2" fmla="*/ 550 w 1101"/>
                    <a:gd name="T3" fmla="*/ 1101 h 1101"/>
                    <a:gd name="T4" fmla="*/ 0 w 1101"/>
                    <a:gd name="T5" fmla="*/ 551 h 1101"/>
                    <a:gd name="T6" fmla="*/ 550 w 1101"/>
                    <a:gd name="T7" fmla="*/ 0 h 1101"/>
                    <a:gd name="T8" fmla="*/ 1101 w 1101"/>
                    <a:gd name="T9" fmla="*/ 551 h 1101"/>
                    <a:gd name="T10" fmla="*/ 596 w 1101"/>
                    <a:gd name="T11" fmla="*/ 685 h 1101"/>
                    <a:gd name="T12" fmla="*/ 509 w 1101"/>
                    <a:gd name="T13" fmla="*/ 685 h 1101"/>
                    <a:gd name="T14" fmla="*/ 509 w 1101"/>
                    <a:gd name="T15" fmla="*/ 625 h 1101"/>
                    <a:gd name="T16" fmla="*/ 521 w 1101"/>
                    <a:gd name="T17" fmla="*/ 577 h 1101"/>
                    <a:gd name="T18" fmla="*/ 575 w 1101"/>
                    <a:gd name="T19" fmla="*/ 527 h 1101"/>
                    <a:gd name="T20" fmla="*/ 638 w 1101"/>
                    <a:gd name="T21" fmla="*/ 424 h 1101"/>
                    <a:gd name="T22" fmla="*/ 614 w 1101"/>
                    <a:gd name="T23" fmla="*/ 359 h 1101"/>
                    <a:gd name="T24" fmla="*/ 549 w 1101"/>
                    <a:gd name="T25" fmla="*/ 334 h 1101"/>
                    <a:gd name="T26" fmla="*/ 440 w 1101"/>
                    <a:gd name="T27" fmla="*/ 462 h 1101"/>
                    <a:gd name="T28" fmla="*/ 343 w 1101"/>
                    <a:gd name="T29" fmla="*/ 445 h 1101"/>
                    <a:gd name="T30" fmla="*/ 413 w 1101"/>
                    <a:gd name="T31" fmla="*/ 295 h 1101"/>
                    <a:gd name="T32" fmla="*/ 561 w 1101"/>
                    <a:gd name="T33" fmla="*/ 241 h 1101"/>
                    <a:gd name="T34" fmla="*/ 702 w 1101"/>
                    <a:gd name="T35" fmla="*/ 291 h 1101"/>
                    <a:gd name="T36" fmla="*/ 758 w 1101"/>
                    <a:gd name="T37" fmla="*/ 418 h 1101"/>
                    <a:gd name="T38" fmla="*/ 743 w 1101"/>
                    <a:gd name="T39" fmla="*/ 489 h 1101"/>
                    <a:gd name="T40" fmla="*/ 707 w 1101"/>
                    <a:gd name="T41" fmla="*/ 541 h 1101"/>
                    <a:gd name="T42" fmla="*/ 624 w 1101"/>
                    <a:gd name="T43" fmla="*/ 606 h 1101"/>
                    <a:gd name="T44" fmla="*/ 601 w 1101"/>
                    <a:gd name="T45" fmla="*/ 632 h 1101"/>
                    <a:gd name="T46" fmla="*/ 596 w 1101"/>
                    <a:gd name="T47" fmla="*/ 685 h 1101"/>
                    <a:gd name="T48" fmla="*/ 614 w 1101"/>
                    <a:gd name="T49" fmla="*/ 749 h 1101"/>
                    <a:gd name="T50" fmla="*/ 614 w 1101"/>
                    <a:gd name="T51" fmla="*/ 861 h 1101"/>
                    <a:gd name="T52" fmla="*/ 509 w 1101"/>
                    <a:gd name="T53" fmla="*/ 861 h 1101"/>
                    <a:gd name="T54" fmla="*/ 509 w 1101"/>
                    <a:gd name="T55" fmla="*/ 749 h 1101"/>
                    <a:gd name="T56" fmla="*/ 614 w 1101"/>
                    <a:gd name="T57" fmla="*/ 749 h 1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1101" h="1101">
                      <a:moveTo>
                        <a:pt x="1101" y="551"/>
                      </a:moveTo>
                      <a:cubicBezTo>
                        <a:pt x="1101" y="854"/>
                        <a:pt x="854" y="1101"/>
                        <a:pt x="550" y="1101"/>
                      </a:cubicBezTo>
                      <a:cubicBezTo>
                        <a:pt x="246" y="1101"/>
                        <a:pt x="0" y="854"/>
                        <a:pt x="0" y="551"/>
                      </a:cubicBezTo>
                      <a:cubicBezTo>
                        <a:pt x="0" y="247"/>
                        <a:pt x="246" y="0"/>
                        <a:pt x="550" y="0"/>
                      </a:cubicBezTo>
                      <a:cubicBezTo>
                        <a:pt x="854" y="0"/>
                        <a:pt x="1101" y="247"/>
                        <a:pt x="1101" y="551"/>
                      </a:cubicBezTo>
                      <a:close/>
                      <a:moveTo>
                        <a:pt x="596" y="685"/>
                      </a:moveTo>
                      <a:lnTo>
                        <a:pt x="509" y="685"/>
                      </a:lnTo>
                      <a:lnTo>
                        <a:pt x="509" y="625"/>
                      </a:lnTo>
                      <a:cubicBezTo>
                        <a:pt x="509" y="605"/>
                        <a:pt x="513" y="589"/>
                        <a:pt x="521" y="577"/>
                      </a:cubicBezTo>
                      <a:cubicBezTo>
                        <a:pt x="529" y="565"/>
                        <a:pt x="547" y="549"/>
                        <a:pt x="575" y="527"/>
                      </a:cubicBezTo>
                      <a:cubicBezTo>
                        <a:pt x="617" y="495"/>
                        <a:pt x="638" y="460"/>
                        <a:pt x="638" y="424"/>
                      </a:cubicBezTo>
                      <a:cubicBezTo>
                        <a:pt x="638" y="397"/>
                        <a:pt x="630" y="375"/>
                        <a:pt x="614" y="359"/>
                      </a:cubicBezTo>
                      <a:cubicBezTo>
                        <a:pt x="597" y="343"/>
                        <a:pt x="576" y="334"/>
                        <a:pt x="549" y="334"/>
                      </a:cubicBezTo>
                      <a:cubicBezTo>
                        <a:pt x="488" y="334"/>
                        <a:pt x="451" y="377"/>
                        <a:pt x="440" y="462"/>
                      </a:cubicBezTo>
                      <a:lnTo>
                        <a:pt x="343" y="445"/>
                      </a:lnTo>
                      <a:cubicBezTo>
                        <a:pt x="349" y="381"/>
                        <a:pt x="372" y="331"/>
                        <a:pt x="413" y="295"/>
                      </a:cubicBezTo>
                      <a:cubicBezTo>
                        <a:pt x="454" y="259"/>
                        <a:pt x="503" y="241"/>
                        <a:pt x="561" y="241"/>
                      </a:cubicBezTo>
                      <a:cubicBezTo>
                        <a:pt x="618" y="241"/>
                        <a:pt x="665" y="257"/>
                        <a:pt x="702" y="291"/>
                      </a:cubicBezTo>
                      <a:cubicBezTo>
                        <a:pt x="739" y="325"/>
                        <a:pt x="758" y="367"/>
                        <a:pt x="758" y="418"/>
                      </a:cubicBezTo>
                      <a:cubicBezTo>
                        <a:pt x="758" y="443"/>
                        <a:pt x="753" y="467"/>
                        <a:pt x="743" y="489"/>
                      </a:cubicBezTo>
                      <a:cubicBezTo>
                        <a:pt x="732" y="512"/>
                        <a:pt x="721" y="529"/>
                        <a:pt x="707" y="541"/>
                      </a:cubicBezTo>
                      <a:cubicBezTo>
                        <a:pt x="694" y="554"/>
                        <a:pt x="667" y="575"/>
                        <a:pt x="624" y="606"/>
                      </a:cubicBezTo>
                      <a:cubicBezTo>
                        <a:pt x="612" y="615"/>
                        <a:pt x="605" y="624"/>
                        <a:pt x="601" y="632"/>
                      </a:cubicBezTo>
                      <a:cubicBezTo>
                        <a:pt x="598" y="640"/>
                        <a:pt x="596" y="658"/>
                        <a:pt x="596" y="685"/>
                      </a:cubicBezTo>
                      <a:close/>
                      <a:moveTo>
                        <a:pt x="614" y="749"/>
                      </a:moveTo>
                      <a:lnTo>
                        <a:pt x="614" y="861"/>
                      </a:lnTo>
                      <a:lnTo>
                        <a:pt x="509" y="861"/>
                      </a:lnTo>
                      <a:lnTo>
                        <a:pt x="509" y="749"/>
                      </a:lnTo>
                      <a:lnTo>
                        <a:pt x="614" y="749"/>
                      </a:lnTo>
                      <a:close/>
                    </a:path>
                  </a:pathLst>
                </a:custGeom>
                <a:noFill/>
                <a:ln w="6350" cap="rnd">
                  <a:solidFill>
                    <a:srgbClr val="80808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p:grpSp>
        </p:grpSp>
        <p:grpSp>
          <p:nvGrpSpPr>
            <p:cNvPr id="336" name="그룹 335">
              <a:extLst>
                <a:ext uri="{FF2B5EF4-FFF2-40B4-BE49-F238E27FC236}">
                  <a16:creationId xmlns:a16="http://schemas.microsoft.com/office/drawing/2014/main" id="{E8FDF042-D040-40ED-9B5A-5AB7F33289E3}"/>
                </a:ext>
              </a:extLst>
            </p:cNvPr>
            <p:cNvGrpSpPr/>
            <p:nvPr/>
          </p:nvGrpSpPr>
          <p:grpSpPr>
            <a:xfrm>
              <a:off x="2408953" y="2651462"/>
              <a:ext cx="439286" cy="426344"/>
              <a:chOff x="2394323" y="2644147"/>
              <a:chExt cx="439286" cy="426344"/>
            </a:xfrm>
          </p:grpSpPr>
          <p:sp>
            <p:nvSpPr>
              <p:cNvPr id="337" name="타원 336">
                <a:extLst>
                  <a:ext uri="{FF2B5EF4-FFF2-40B4-BE49-F238E27FC236}">
                    <a16:creationId xmlns:a16="http://schemas.microsoft.com/office/drawing/2014/main" id="{A513DA52-64F9-42F9-B2BA-C200FCE7DC26}"/>
                  </a:ext>
                </a:extLst>
              </p:cNvPr>
              <p:cNvSpPr/>
              <p:nvPr/>
            </p:nvSpPr>
            <p:spPr>
              <a:xfrm>
                <a:off x="2394323" y="2676136"/>
                <a:ext cx="372410" cy="372410"/>
              </a:xfrm>
              <a:prstGeom prst="ellipse">
                <a:avLst/>
              </a:prstGeom>
              <a:noFill/>
              <a:ln w="952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8" name="Text" descr="&lt;SmartSettings&gt;&lt;SmartResize anchorLeft=&quot;Absolute&quot; anchorTop=&quot;Absolute&quot; anchorRight=&quot;Absolute&quot; anchorBottom=&quot;Absolute&quot; /&gt;&lt;/SmartSettings&gt;">
                <a:extLst>
                  <a:ext uri="{FF2B5EF4-FFF2-40B4-BE49-F238E27FC236}">
                    <a16:creationId xmlns:a16="http://schemas.microsoft.com/office/drawing/2014/main" id="{BC83FAD0-DBD3-4982-816B-99C616CBCE89}"/>
                  </a:ext>
                </a:extLst>
              </p:cNvPr>
              <p:cNvSpPr txBox="1"/>
              <p:nvPr>
                <p:custDataLst>
                  <p:tags r:id="rId18"/>
                </p:custDataLst>
              </p:nvPr>
            </p:nvSpPr>
            <p:spPr>
              <a:xfrm>
                <a:off x="2459663" y="2644147"/>
                <a:ext cx="373946" cy="426344"/>
              </a:xfrm>
              <a:prstGeom prst="rect">
                <a:avLst/>
              </a:prstGeom>
              <a:noFill/>
            </p:spPr>
            <p:txBody>
              <a:bodyPr wrap="square" lIns="73152" tIns="36576" rIns="73152" bIns="36576" rtlCol="0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500" b="1" noProof="1">
                    <a:solidFill>
                      <a:schemeClr val="bg1">
                        <a:lumMod val="6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i</a:t>
                </a:r>
              </a:p>
            </p:txBody>
          </p:sp>
        </p:grpSp>
      </p:grpSp>
      <p:cxnSp>
        <p:nvCxnSpPr>
          <p:cNvPr id="347" name="연결선: 꺾임 346">
            <a:extLst>
              <a:ext uri="{FF2B5EF4-FFF2-40B4-BE49-F238E27FC236}">
                <a16:creationId xmlns:a16="http://schemas.microsoft.com/office/drawing/2014/main" id="{0E073EDC-98A7-4740-ACD5-484F39818022}"/>
              </a:ext>
            </a:extLst>
          </p:cNvPr>
          <p:cNvCxnSpPr>
            <a:cxnSpLocks/>
            <a:stCxn id="349" idx="3"/>
            <a:endCxn id="339" idx="2"/>
          </p:cNvCxnSpPr>
          <p:nvPr/>
        </p:nvCxnSpPr>
        <p:spPr>
          <a:xfrm flipH="1" flipV="1">
            <a:off x="4171431" y="4670530"/>
            <a:ext cx="69234" cy="1249362"/>
          </a:xfrm>
          <a:prstGeom prst="bentConnector4">
            <a:avLst>
              <a:gd name="adj1" fmla="val -330185"/>
              <a:gd name="adj2" fmla="val 57682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8" name="직사각형 347">
            <a:extLst>
              <a:ext uri="{FF2B5EF4-FFF2-40B4-BE49-F238E27FC236}">
                <a16:creationId xmlns:a16="http://schemas.microsoft.com/office/drawing/2014/main" id="{D0CAE69B-EFE1-467A-8A88-716E3D0931DD}"/>
              </a:ext>
            </a:extLst>
          </p:cNvPr>
          <p:cNvSpPr/>
          <p:nvPr/>
        </p:nvSpPr>
        <p:spPr>
          <a:xfrm>
            <a:off x="2560308" y="3182266"/>
            <a:ext cx="3222246" cy="1506454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9" name="직사각형 348">
            <a:extLst>
              <a:ext uri="{FF2B5EF4-FFF2-40B4-BE49-F238E27FC236}">
                <a16:creationId xmlns:a16="http://schemas.microsoft.com/office/drawing/2014/main" id="{B835A7C6-55C2-47CF-B3C4-9FDB2BBC21A7}"/>
              </a:ext>
            </a:extLst>
          </p:cNvPr>
          <p:cNvSpPr/>
          <p:nvPr/>
        </p:nvSpPr>
        <p:spPr>
          <a:xfrm>
            <a:off x="1643974" y="5727950"/>
            <a:ext cx="2596691" cy="383884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0" name="타원 6">
            <a:extLst>
              <a:ext uri="{FF2B5EF4-FFF2-40B4-BE49-F238E27FC236}">
                <a16:creationId xmlns:a16="http://schemas.microsoft.com/office/drawing/2014/main" id="{55C1ACFD-146E-44E5-994A-A1C3B13017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9413" y="3033275"/>
            <a:ext cx="190500" cy="1905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wrap="none" lIns="36000" tIns="36000" rIns="36000" bIns="36000" anchor="ctr"/>
          <a:lstStyle>
            <a:lvl1pPr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latinLnBrk="1" hangingPunct="1"/>
            <a:r>
              <a:rPr lang="en-US" altLang="ko-KR" sz="700" dirty="0">
                <a:solidFill>
                  <a:srgbClr val="FFFFFF"/>
                </a:solidFill>
                <a:latin typeface="+mn-ea"/>
                <a:ea typeface="+mn-ea"/>
              </a:rPr>
              <a:t>1</a:t>
            </a:r>
            <a:endParaRPr lang="ko-KR" altLang="en-US" sz="700" dirty="0">
              <a:solidFill>
                <a:srgbClr val="FFFFFF"/>
              </a:solidFill>
              <a:latin typeface="+mn-ea"/>
              <a:ea typeface="+mn-ea"/>
            </a:endParaRPr>
          </a:p>
        </p:txBody>
      </p:sp>
      <p:sp>
        <p:nvSpPr>
          <p:cNvPr id="351" name="타원 6">
            <a:extLst>
              <a:ext uri="{FF2B5EF4-FFF2-40B4-BE49-F238E27FC236}">
                <a16:creationId xmlns:a16="http://schemas.microsoft.com/office/drawing/2014/main" id="{6346602A-309B-42E0-A5A4-EA5BF246AA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1037" y="5643291"/>
            <a:ext cx="190500" cy="1905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wrap="none" lIns="36000" tIns="36000" rIns="36000" bIns="36000" anchor="ctr"/>
          <a:lstStyle>
            <a:lvl1pPr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latinLnBrk="1" hangingPunct="1"/>
            <a:r>
              <a:rPr lang="en-US" altLang="ko-KR" sz="700" dirty="0">
                <a:solidFill>
                  <a:srgbClr val="FFFFFF"/>
                </a:solidFill>
                <a:latin typeface="+mn-ea"/>
                <a:ea typeface="+mn-ea"/>
              </a:rPr>
              <a:t>1-2</a:t>
            </a:r>
            <a:endParaRPr lang="ko-KR" altLang="en-US" sz="700" dirty="0">
              <a:solidFill>
                <a:srgbClr val="FFFFFF"/>
              </a:solidFill>
              <a:latin typeface="+mn-ea"/>
              <a:ea typeface="+mn-ea"/>
            </a:endParaRPr>
          </a:p>
        </p:txBody>
      </p:sp>
      <p:sp>
        <p:nvSpPr>
          <p:cNvPr id="358" name="Button 1" descr="&lt;SmartSettings&gt;&lt;SmartResize anchorLeft=&quot;None&quot; anchorTop=&quot;None&quot; anchorRight=&quot;Absolute&quot; anchorBottom=&quot;Absolute&quot; /&gt;&lt;/SmartSettings&gt;">
            <a:extLst>
              <a:ext uri="{FF2B5EF4-FFF2-40B4-BE49-F238E27FC236}">
                <a16:creationId xmlns:a16="http://schemas.microsoft.com/office/drawing/2014/main" id="{F5D7BD0C-F96D-4897-8E4D-3ADB3627F68E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 bwMode="auto">
          <a:xfrm>
            <a:off x="4776155" y="4245528"/>
            <a:ext cx="663029" cy="240384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확인</a:t>
            </a:r>
            <a:endParaRPr lang="en-US" sz="7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64E26601-F6DB-4FCE-AF2E-8B7A08492BE1}"/>
              </a:ext>
            </a:extLst>
          </p:cNvPr>
          <p:cNvSpPr txBox="1"/>
          <p:nvPr/>
        </p:nvSpPr>
        <p:spPr>
          <a:xfrm>
            <a:off x="499489" y="892976"/>
            <a:ext cx="152327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나눔고딕" pitchFamily="2" charset="-127"/>
                <a:ea typeface="나눔고딕" pitchFamily="2" charset="-127"/>
              </a:rPr>
              <a:t>캐롯손해보험</a:t>
            </a:r>
            <a:r>
              <a:rPr lang="ko-KR" alt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itchFamily="2" charset="-127"/>
                <a:ea typeface="나눔고딕" pitchFamily="2" charset="-127"/>
              </a:rPr>
              <a:t> 관리자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D74684D4-0839-406F-A6D5-8D15DCD34425}"/>
              </a:ext>
            </a:extLst>
          </p:cNvPr>
          <p:cNvSpPr txBox="1"/>
          <p:nvPr/>
        </p:nvSpPr>
        <p:spPr>
          <a:xfrm>
            <a:off x="2878844" y="874552"/>
            <a:ext cx="71686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+mj-lt"/>
                <a:ea typeface="나눔고딕" pitchFamily="2" charset="-127"/>
              </a:rPr>
              <a:t>계약내역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47AC5237-1530-4837-8CED-D5BD4012F129}"/>
              </a:ext>
            </a:extLst>
          </p:cNvPr>
          <p:cNvSpPr txBox="1"/>
          <p:nvPr/>
        </p:nvSpPr>
        <p:spPr>
          <a:xfrm>
            <a:off x="5550091" y="873968"/>
            <a:ext cx="55816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+mj-lt"/>
                <a:ea typeface="나눔고딕" pitchFamily="2" charset="-127"/>
              </a:rPr>
              <a:t>HELP </a:t>
            </a:r>
            <a:endParaRPr lang="ko-KR" altLang="en-US" sz="1100" dirty="0">
              <a:solidFill>
                <a:schemeClr val="bg1">
                  <a:lumMod val="50000"/>
                </a:schemeClr>
              </a:solidFill>
              <a:latin typeface="+mj-lt"/>
              <a:ea typeface="나눔고딕" pitchFamily="2" charset="-127"/>
            </a:endParaRP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1E535AA6-8CFE-4E93-A2CF-330B91C58FAD}"/>
              </a:ext>
            </a:extLst>
          </p:cNvPr>
          <p:cNvSpPr txBox="1"/>
          <p:nvPr/>
        </p:nvSpPr>
        <p:spPr>
          <a:xfrm>
            <a:off x="2048020" y="874552"/>
            <a:ext cx="7665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나눔고딕" pitchFamily="2" charset="-127"/>
              </a:rPr>
              <a:t>청약신청 </a:t>
            </a: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2EF29B5E-C033-4231-89FF-C8A6AB679415}"/>
              </a:ext>
            </a:extLst>
          </p:cNvPr>
          <p:cNvSpPr txBox="1"/>
          <p:nvPr/>
        </p:nvSpPr>
        <p:spPr>
          <a:xfrm>
            <a:off x="3701236" y="884162"/>
            <a:ext cx="93968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고객사 관리</a:t>
            </a: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554BAD42-CD7D-4A25-9D4F-43C7C9B0725F}"/>
              </a:ext>
            </a:extLst>
          </p:cNvPr>
          <p:cNvSpPr txBox="1"/>
          <p:nvPr/>
        </p:nvSpPr>
        <p:spPr>
          <a:xfrm>
            <a:off x="4705184" y="884162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보험플랜</a:t>
            </a:r>
          </a:p>
        </p:txBody>
      </p:sp>
    </p:spTree>
    <p:extLst>
      <p:ext uri="{BB962C8B-B14F-4D97-AF65-F5344CB8AC3E}">
        <p14:creationId xmlns:p14="http://schemas.microsoft.com/office/powerpoint/2010/main" val="223809734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Absolute,None,Absolu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None,Absolu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Absolute,None,Absolu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Absolute,None,Absolu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Absolute,None,Absolu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None,Absolu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None,Absolu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None,Absolu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None,Absolu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None,Absolu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Absolute,None,Absolu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Absolute,None,Absolu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Absolute,None,Absolu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Absolute,None,Absolu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None,Absolu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None,Absolu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None,Absolu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None,Absolu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None,Absolu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None,Absolu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Absolute,None,Absolu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None,Absolu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Absolute,None,Absolu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Absolute,None,Absolu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Absolute,None,Absolu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None,Absolu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None,Absolu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None,Absolu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None,Absolu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None,Absolu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9ftbPzdYjmrrprxs6peuBe+uy7PGWnG8otq+na9Gr9eZHV7+q7Nlw0hI52dZ9P8671F41q2dVV+zU7Hp5f5ssXLv3GyzBZ5s6IP07D1b5z84t84SelZrSdlMU2nZdY00ubLFRM0fRT8+SRrcnlDX+SX6+Iya/P07FU2K6on67atlmkxrZZny/PK/+yzdLkuy8NbvPndrF7SiL/ey6d1XdVf79WfWOcNBhp9+4b3q2Uuv71/1+2V/tZ8jXfnda4dx9/uv8+c8e1sOSvz+rt1tlrlNY/ee/1knk/f5rOTeba8yGf+C8NoxcBOuhS5DWAPtPBldZnXdTHL00lVlenZsmi3zny2hGymTeeDUXp2vFqlhMcdB9BjWzwT4ucxw+u/jRcDZPCIIG4dE77t63m2yps0836nIeRXqfftFkEZv86hn/KZfCSQPZwieOEpztMtD/b4rGG4nRcHXsZz9256PJulH53R1H6UTlWbxNu+1/TTECNzvXUWwvj9QyB3PI7xn7Pn2SQvGQH57bPeTI5pGPzdFo/l0UdDsCyQ8RdZfVEsFdmX2WxG07bV/Xr8PD9vR723xm+qVeTTV8XFnFrvDA7EG/vndbVeMQj5LT6m7gtbm8bFLYbH5X/tjSv42I4r+FTH1fv8SUWILdJP0vub0OrreAcoHCJNHrXdOHcdYGPlIAIaCMIU/XwmYoY/xnjv/cEqY6afCM63Yv+x/8eGLqMGbJgy2nwjcfogb00fffVrAf/ZpFLEUg/TiBtvpFAX3K3pwy9+DcA/m7SJuyLD5DHtN1IoAvTWRDLvfj3w3wSpNps59YFusnTv6ZEM2LonXSjvZ+0EiVvYOx3UsMnzIMWNQ7+BmofIF2wgIp+/v+kTIM03Yv0GHGu/i5407Kby2yDdYkAHREHnwEqD/j3+0oD4Gl144vAeDHkb3TEUS2wk156SqxmkVxTsexLsjYXxdTr5WSTZYAi1kWj3biZaHPD7ks2D8vU6+tkjXfzTOm/X9TJt63Ueee+X9D/KS5NX8J9fvBH6eUYv3Qze+/OXbAotL6tilj4tmlXV5FvDESOislsbsPR3lZj2FsHebUGOLYqRod8aSj+Ix9OhHIb6Huxy+8G+B9CNw30POIMDDj/gfECsy5B1NOHBLHMW0rzjB2xVk5+m2D9t8uUsr0fiSxzXF02aD/NYkN+pA4UkcNKsCRp1hoWJ81/TiUl/4S/0oRnlcPN8WR+QGSy9ReTVxeAz8fo6gVgklcEv37ITKI2hnvrxzG07G46VNvXXjRBu29tQ5LGpr4iXfdvuPB++/8bPVm4Lz4Aqv32Oyzz9GIVH+QF2wBdmoebPB3GWlxrj4Rgu0Y/Hm3zbCFvGXN2BSfwaHQ4JQ9RdfL9uN7qkg/3Gva337Dn06v5/II6Gpazb/OFCmS/XC6e+hiWMDMQo/EjVeOdTVredz4xOvDUqOs5BbCwrdzpyvNb9wmOFASzuUpbjcbNeUBx9fRR+/LpYrMrivAB/TGlRs0nbKm2ESarzNFumHzHaH4074O724ZnBykKgz3qP0jPxi7JJ6bnqnaHbFSpdeYm7XaYVg04LmjzMrvx1ixeuZGrf650cE/9eb/wiZYv3ekkYf/c92++9Z/t7nfbhGwOsYr7CaleRlcUPwC+sQx43Oc14nZ9/9pE34x/dPaKpadpsScvG5zWtBLTzPG1W+RS8NusDFpbzmMwiE2E0PBqB+SqMf7yCqRVw/Gt0IQ9PRIu186IZC+PRv1G9CgI8o/G4vrZcX90woxchKNKyECnq8UakLvJOm4F2eDS4DYXCs/g95ve+6zC5+ybeFZ4+l3vwAm7ufa5c2/tcuVM/v5UNeC8G/jxvSbHV5DvRT/Ake7kzUk5ldk1JDsqA4lO2TPRxVlYXX5Mp2b8MDQ+eD5xhGNnNhnXgRTycfvB5Y/yTRVOQSoZf8kUxraumOm/HX56fF9N8fFLV+fiLpnpTF69b0iLjBX5f+75q7FEevDEAM4/1k7rM+UNBbvPiFh6LXyggPxTsNi0t4bG49STxh4LeDYs6Pdk0D0nQ0/w8W5dtepmV60jyDs9tGSmSEWx+WBLVXBXtdJ5u8TA2kG8DCDxTyhx1Bvpo8xt4BkT59vO9gbPMMyyUt+vm2UCetfsMCdc328sGMflmO5rUefb2hnadSVdN9LM977cdwYdO/C3560fzzjr+/y+zftt+Pmzab8lb/2+edWM6fzTxPxu9fPDM35LDbjPxM/F0bjHRlBmsriQxV1+sF5QcPn03zVcYyNZHXy2b9WpV1ZSe8+IL9jvGg0vIeCLu0cDH33RoRTmvCeWnKY1kspg/G3GWSRz2UmB4In7XDzXa8oPgr+WSb4y/8fjh9Hv3wPJ0yy7ufUAXX98z9oMAk/zelO03zwDX47FB0//LJ+c9evh/z9xsXBIxz48m55Y9fMNzEy4aDb06bDDiX7x/NH8bQf65jOrjvHf7aTscIhWebzxl0KPmLVyNOO/fboS3dcLi3P8N93ELB6xPKaekfpZJdVs38v+9lPJUxv/3aXXbLm5Bqp8tr15p/cN17NWdvqyKWSrrtPnWzatlJ2We1Vs3rnndEDV89DKrG1ow5HDgorjMl/6SIk/zK6ytYUXxHNEFPkF8kbVkU1Z13hBF8XIf9CqrW17F/pBIQ1dQmTaRxT/3q7fm+D60638H0+VgwV/AUtiApRCzGoXT1tf9DzeYS9fn+M31ijselCoeNlpBrD6vq/UKS3gehJNqTdNCIHbxBa2mjvmVr9qibMYUKb7IFsHKKZrKAvJH72+vGQGG36QX+P2szRcNaQUPoc/t5xtECmTwAOgq5Nc30tEp8J8b3scDpqdVuzYtaEC7h/Tj8WfeKIXS9PEnn9ywfIPnFv3hYVoK9VK/s+8V37+F/sTDS9zTbPkqJ05v8tcKqr2dBsZzA+1cw1uOCY9l8/fk8ON1Kx/c6PJ3H+nNvn9jt0FLdC0KhuZ4ls9e5dOWmLn8umh8O2ve5O9IhZHwfVNxSPd5j9nA0w31jLqz6mT8QpH9SExjujukIIae98QIT4iRIHJLtvWfPv+f39Jb858N0XLs6UTQe7ck694PjawGo/9Pk/XeLcl674dGVoPR/3fI+h5NLfW/jvZ+RjEMWdHFe8zEe84CMAuWaTYwBhb3UzT8IXBGB6f/77AGHjvn3bWpDcTVRfQfFn37mP1/lMThstwGAvNq9Q+LvF2s/j9K3N5q5Ab6mnXhHxaJI7j9f4fKt2x6y2bnxTIryxsCNvO8B6nBAh3SvOe8fkEpknlWjhXESbX4cvLTFAuINdyUI/KfW5DhhiY3fH0rAt6CcIPDdYHoTWPegOnXTpvhmWacuz/58gubxEvzd5HpHBgmEiHPq4uLvB6zJt366FlWlJT8aysy1kVL6aniB5qDZU5p6OOGgr5pnp5T5onWQEqiBL3AU9+MPxqh/8OhBYd4jg7PBy72v6K8my7ze+m6L/KmyS7yJ9U7QR5JO4P/10266RDCFhHy9n2w4fTNwOwMMl4Ad4j3us4W+r6Z8PxmzMn55rDvgh4aQMSbeb8xdOz1NzeCEPAQ/j134f2w75vCb24APdhDY4jZ4/cbRpC7+OZG4IMdQr6TNvk6eGty4JvGe+8WeNu8xNfBW6Pvbxrve7fA2wb+t8Pb+1N/pR+/5P8B96SA2U9VAAA="/>
  <p:tag name="SMARTOPTIONSCODESIGNATURE" val="BLF4JWurVfxIUHaELsi3Nd7j9DhOHL/Mzfty2RbBJndEYSJzEH2XjlOCGM5N4Y9nV5FTIAS219vteJTD3Z/4XWVvkZtfgQxlLmoV4wsdfH8OKo8X1itX6TvbMBqX/oVA+6SyYCB5R8xQ4594vwKX3+d6QJj8QV8I9/euyLGJBof34ivmhhRbXnBaRyyay1r8dKnNOuIGkZTn/zoB/RFkN++hixRlxyYGoJYmk9hnLTUGhiN+xcV4T178pA3JDT3bqSjbV1YYEDUiXfNhZcEEDh1Y2sAb87IQ+7WlC694jPU9ip4XAQBKAedRPoA3wYsewBmLptQX6R00D9TbbxddDA=="/>
  <p:tag name="SMARTSETTINGSHASH" val="qc0n8q8OTDWbeCEFVBtR+HYFLWKeTcIyKrVOywWjiD8=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None,Absolut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Non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Non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Non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9ftbPzdYjmrrprxs6peuBe+uy7PGWnG8otq+na9Gr9eZHV7+q7Nlw0hI52dZ9P8671F41q2dVV+zU7Hp5f5ssXLv3GyzBZ5s6IP07D1b5z84t84SelZrSdlMU2nZdY00ubLFRM0fRT8+SRrcnlDX+SX6+Iya/P07FU2K6on67atlmkxrZZny/PK/+yzdLkuy8NbvPndrF7SiL/ey6d1XdVf79WfWOcNBhp9+4b3q2Uuv71/1+2V/tZ8jXfnda4dx9/uv8+c8e1sOSvz+rt1tlrlNY/ee/1knk/f5rOTeba8yGf+C8NoxcBOuhS5DWAPtPBldZnXdTHL00lVlenZsmi3zny2hGymTeeDUXp2vFqlhMcdB9BjWzwT4ucxw+u/jRcDZPCIIG4dE77t63m2yps0836nIeRXqfftFkEZv86hn/KZfCSQPZwieOEpztMtD/b4rGG4nRcHXsZz9256PJulH53R1H6UTlWbxNu+1/TTECNzvXUWwvj9QyB3PI7xn7Pn2SQvGQH57bPeTI5pGPzdFo/l0UdDsCyQ8RdZfVEsFdmX2WxG07bV/Xr8PD9vR723xm+qVeTTV8XFnFrvDA7EG/vndbVeMQj5LT6m7gtbm8bFLYbH5X/tjSv42I4r+FTH1fv8SUWILdJP0vub0OrreAcoHCJNHrXdOHcdYGPlIAIaCMIU/XwmYoY/xnjv/cEqY6afCM63Yv+x/8eGLqMGbJgy2nwjcfogb00fffVrAf/ZpFLEUg/TiBtvpFAX3K3pwy9+DcA/m7SJuyLD5DHtN1IoAvTWRDLvfj3w3wSpNps59YFusnTv6ZEM2LonXSjvZ+0EiVvYOx3UsMnzIMWNQ7+BmofIF2wgIp+/v+kTIM03Yv0GHGu/i5407Kby2yDdYkAHREHnwEqD/j3+0oD4Gl144vAeDHkb3TEUS2wk156SqxmkVxTsexLsjYXxdTr5WSTZYAi1kWj3biZaHPD7ks2D8vU6+tkjXfzTOm/X9TJt63Ueee+X9D/KS5NX8J9fvBH6eUYv3Qze+/OXbAotL6tilj4tmlXV5FvDESOislsbsPR3lZj2FsHebUGOLYqRod8aSj+Ix9OhHIb6Huxy+8G+B9CNw30POIMDDj/gfECsy5B1NOHBLHMW0rzjB2xVk5+m2D9t8uUsr0fiSxzXF02aD/NYkN+pA4UkcNKsCRp1hoWJ81/TiUl/4S/0oRnlcPN8WR+QGSy9ReTVxeAz8fo6gVgklcEv37ITKI2hnvrxzG07G46VNvXXjRBu29tQ5LGpr4iXfdvuPB++/8bPVm4Lz4Aqv32Oyzz9GIVH+QF2wBdmoebPB3GWlxrj4Rgu0Y/Hm3zbCFvGXN2BSfwaHQ4JQ9RdfL9uN7qkg/3Gva337Dn06v5/II6Gpazb/OFCmS/XC6e+hiWMDMQo/EjVeOdTVredz4xOvDUqOs5BbCwrdzpyvNb9wmOFASzuUpbjcbNeUBx9fRR+/LpYrMrivAB/TGlRs0nbKm2ESarzNFumHzHaH4074O724ZnBykKgz3qP0jPxi7JJ6bnqnaHbFSpdeYm7XaYVg04LmjzMrvx1ixeuZGrf650cE/9eb/wiZYv3ekkYf/c92++9Z/t7nfbhGwOsYr7CaleRlcUPwC+sQx43Oc14nZ9/9pE34x/dPaKpadpsScvG5zWtBLTzPG1W+RS8NusDFpbzmMwiE2E0PBqB+SqMf7yCqRVw/Gt0IQ9PRIu186IZC+PRv1G9CgI8o/G4vrZcX90woxchKNKyECnq8UakLvJOm4F2eDS4DYXCs/g95ve+6zC5+ybeFZ4+l3vwAm7ufa5c2/tcuVM/v5UNeC8G/jxvSbHV5DvRT/Ake7kzUk5ldk1JDsqA4lO2TPRxVlYXX5Mp2b8MDQ+eD5xhGNnNhnXgRTycfvB5Y/yTRVOQSoZf8kUxraumOm/HX56fF9N8fFLV+fiLpnpTF69b0iLjBX5f+75q7FEevDEAM4/1k7rM+UNBbvPiFh6LXyggPxTsNi0t4bG49STxh4LeDYs6Pdk0D0nQ0/w8W5dtepmV60jyDs9tGSmSEWx+WBLVXBXtdJ5u8TA2kG8DCDxTyhx1Bvpo8xt4BkT59vO9gbPMMyyUt+vm2UCetfsMCdc328sGMflmO5rUefb2hnadSVdN9LM977cdwYdO/C3560fzzjr+/y+zftt+Pmzab8lb/2+edWM6fzTxPxu9fPDM35LDbjPxM/F0bjHRlBmsriQxV1+sF5QcPn03zVcYyNZHXy2b9WpV1ZSe8+IL9jvGg0vIeCLu0cDH33RoRTmvCeWnKY1kspg/G3GWSRz2UmB4In7XDzXa8oPgr+WSb4y/8fjh9Hv3wPJ0yy7ufUAXX98z9oMAk/zelO03zwDX47FB0//LJ+c9evh/z9xsXBIxz48m55Y9fMNzEy4aDb06bDDiX7x/NH8bQf65jOrjvHf7aTscIhWebzxl0KPmLVyNOO/fboS3dcLi3P8N93ELB6xPKaekfpZJdVs38v+9lPJUxv/3aXXbLm5Bqp8tr15p/cN17NWdvqyKWSrrtPnWzatlJ2We1Vs3rnndEDV89DKrG1ow5HDgorjMl/6SIk/zK6ytYUXxHNEFPkF8kbVkU1Z13hBF8XIf9CqrW17F/pBIQ1dQmTaRxT/3q7fm+D60638H0+VgwV/AUtiApRCzGoXT1tf9DzeYS9fn+M31ijselCoeNlpBrD6vq/UKS3gehJNqTdNCIHbxBa2mjvmVr9qibMYUKb7IFsHKKZrKAvJH72+vGQGG36QX+P2szRcNaQUPoc/t5xtECmTwAOgq5Nc30tEp8J8b3scDpqdVuzYtaEC7h/Tj8WfeKIXS9PEnn9ywfIPnFv3hYVoK9VK/s+8V37+F/sTDS9zTbPkqJ05v8tcKqr2dBsZzA+1cw1uOCY9l8/fk8ON1Kx/c6PJ3H+nNvn9jt0FLdC0KhuZ4ls9e5dOWmLn8umh8O2ve5O9IhZHwfVNxSPd5j9nA0w31jLqz6mT8QpH9SExjujukIIae98QIT4iRIHJLtvWfPv+f39Jb858N0XLs6UTQe7ck694PjawGo/9Pk/XeLcl674dGVoPR/3fI+h5NLfW/jvZ+RjEMWdHFe8zEe84CMAuWaTYwBhb3UzT8IXBGB6f/77AGHjvn3bWpDcTVRfQfFn37mP1/lMThstwGAvNq9Q+LvF2s/j9K3N5q5Ab6mnXhHxaJI7j9f4fKt2x6y2bnxTIryxsCNvO8B6nBAh3SvOe8fkEpknlWjhXESbX4cvLTFAuINdyUI/KfW5DhhiY3fH0rAt6CcIPDdYHoTWPegOnXTpvhmWacuz/58gubxEvzd5HpHBgmEiHPq4uLvB6zJt366FlWlJT8aysy1kVL6aniB5qDZU5p6OOGgr5pnp5T5onWQEqiBL3AU9+MPxqh/8OhBYd4jg7PBy72v6K8my7ze+m6L/KmyS7yJ9U7QR5JO4P/10266RDCFhHy9n2w4fTNwOwMMl4Ad4j3us4W+r6Z8PxmzMn55rDvgh4aQMSbeb8xdOz1NzeCEPAQ/j134f2w75vCb24APdhDY4jZ4/cbRpC7+OZG4IMdQr6TNvk6eGty4JvGe+8WeNu8xNfBW6Pvbxrve7fA2wb+t8Pb+1N/pR+/5P8B96SA2U9VAAA="/>
  <p:tag name="SMARTOPTIONSCODESIGNATURE" val="BLF4JWurVfxIUHaELsi3Nd7j9DhOHL/Mzfty2RbBJndEYSJzEH2XjlOCGM5N4Y9nV5FTIAS219vteJTD3Z/4XWVvkZtfgQxlLmoV4wsdfH8OKo8X1itX6TvbMBqX/oVA+6SyYCB5R8xQ4594vwKX3+d6QJj8QV8I9/euyLGJBof34ivmhhRbXnBaRyyay1r8dKnNOuIGkZTn/zoB/RFkN++hixRlxyYGoJYmk9hnLTUGhiN+xcV4T178pA3JDT3bqSjbV1YYEDUiXfNhZcEEDh1Y2sAb87IQ+7WlC694jPU9ip4XAQBKAedRPoA3wYsewBmLptQX6R00D9TbbxddDA=="/>
  <p:tag name="SMARTSETTINGSHASH" val="qc0n8q8OTDWbeCEFVBtR+HYFLWKeTcIyKrVOywWjiD8=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None,Absolut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Non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Non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Non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9ftbPzdYjmrrprxs6peuBe+uy7PGWnG8otq+na9Gr9eZHV7+q7Nlw0hI52dZ9P8671F41q2dVV+zU7Hp5f5ssXLv3GyzBZ5s6IP07D1b5z84t84SelZrSdlMU2nZdY00ubLFRM0fRT8+SRrcnlDX+SX6+Iya/P07FU2K6on67atlmkxrZZny/PK/+yzdLkuy8NbvPndrF7SiL/ey6d1XdVf79WfWOcNBhp9+4b3q2Uuv71/1+2V/tZ8jXfnda4dx9/uv8+c8e1sOSvz+rt1tlrlNY/ee/1knk/f5rOTeba8yGf+C8NoxcBOuhS5DWAPtPBldZnXdTHL00lVlenZsmi3zny2hGymTeeDUXp2vFqlhMcdB9BjWzwT4ucxw+u/jRcDZPCIIG4dE77t63m2yps0836nIeRXqfftFkEZv86hn/KZfCSQPZwieOEpztMtD/b4rGG4nRcHXsZz9256PJulH53R1H6UTlWbxNu+1/TTECNzvXUWwvj9QyB3PI7xn7Pn2SQvGQH57bPeTI5pGPzdFo/l0UdDsCyQ8RdZfVEsFdmX2WxG07bV/Xr8PD9vR723xm+qVeTTV8XFnFrvDA7EG/vndbVeMQj5LT6m7gtbm8bFLYbH5X/tjSv42I4r+FTH1fv8SUWILdJP0vub0OrreAcoHCJNHrXdOHcdYGPlIAIaCMIU/XwmYoY/xnjv/cEqY6afCM63Yv+x/8eGLqMGbJgy2nwjcfogb00fffVrAf/ZpFLEUg/TiBtvpFAX3K3pwy9+DcA/m7SJuyLD5DHtN1IoAvTWRDLvfj3w3wSpNps59YFusnTv6ZEM2LonXSjvZ+0EiVvYOx3UsMnzIMWNQ7+BmofIF2wgIp+/v+kTIM03Yv0GHGu/i5407Kby2yDdYkAHREHnwEqD/j3+0oD4Gl144vAeDHkb3TEUS2wk156SqxmkVxTsexLsjYXxdTr5WSTZYAi1kWj3biZaHPD7ks2D8vU6+tkjXfzTOm/X9TJt63Ueee+X9D/KS5NX8J9fvBH6eUYv3Qze+/OXbAotL6tilj4tmlXV5FvDESOislsbsPR3lZj2FsHebUGOLYqRod8aSj+Ix9OhHIb6Huxy+8G+B9CNw30POIMDDj/gfECsy5B1NOHBLHMW0rzjB2xVk5+m2D9t8uUsr0fiSxzXF02aD/NYkN+pA4UkcNKsCRp1hoWJ81/TiUl/4S/0oRnlcPN8WR+QGSy9ReTVxeAz8fo6gVgklcEv37ITKI2hnvrxzG07G46VNvXXjRBu29tQ5LGpr4iXfdvuPB++/8bPVm4Lz4Aqv32Oyzz9GIVH+QF2wBdmoebPB3GWlxrj4Rgu0Y/Hm3zbCFvGXN2BSfwaHQ4JQ9RdfL9uN7qkg/3Gva337Dn06v5/II6Gpazb/OFCmS/XC6e+hiWMDMQo/EjVeOdTVredz4xOvDUqOs5BbCwrdzpyvNb9wmOFASzuUpbjcbNeUBx9fRR+/LpYrMrivAB/TGlRs0nbKm2ESarzNFumHzHaH4074O724ZnBykKgz3qP0jPxi7JJ6bnqnaHbFSpdeYm7XaYVg04LmjzMrvx1ixeuZGrf650cE/9eb/wiZYv3ekkYf/c92++9Z/t7nfbhGwOsYr7CaleRlcUPwC+sQx43Oc14nZ9/9pE34x/dPaKpadpsScvG5zWtBLTzPG1W+RS8NusDFpbzmMwiE2E0PBqB+SqMf7yCqRVw/Gt0IQ9PRIu186IZC+PRv1G9CgI8o/G4vrZcX90woxchKNKyECnq8UakLvJOm4F2eDS4DYXCs/g95ve+6zC5+ybeFZ4+l3vwAm7ufa5c2/tcuVM/v5UNeC8G/jxvSbHV5DvRT/Ake7kzUk5ldk1JDsqA4lO2TPRxVlYXX5Mp2b8MDQ+eD5xhGNnNhnXgRTycfvB5Y/yTRVOQSoZf8kUxraumOm/HX56fF9N8fFLV+fiLpnpTF69b0iLjBX5f+75q7FEevDEAM4/1k7rM+UNBbvPiFh6LXyggPxTsNi0t4bG49STxh4LeDYs6Pdk0D0nQ0/w8W5dtepmV60jyDs9tGSmSEWx+WBLVXBXtdJ5u8TA2kG8DCDxTyhx1Bvpo8xt4BkT59vO9gbPMMyyUt+vm2UCetfsMCdc328sGMflmO5rUefb2hnadSVdN9LM977cdwYdO/C3560fzzjr+/y+zftt+Pmzab8lb/2+edWM6fzTxPxu9fPDM35LDbjPxM/F0bjHRlBmsriQxV1+sF5QcPn03zVcYyNZHXy2b9WpV1ZSe8+IL9jvGg0vIeCLu0cDH33RoRTmvCeWnKY1kspg/G3GWSRz2UmB4In7XDzXa8oPgr+WSb4y/8fjh9Hv3wPJ0yy7ufUAXX98z9oMAk/zelO03zwDX47FB0//LJ+c9evh/z9xsXBIxz48m55Y9fMNzEy4aDb06bDDiX7x/NH8bQf65jOrjvHf7aTscIhWebzxl0KPmLVyNOO/fboS3dcLi3P8N93ELB6xPKaekfpZJdVs38v+9lPJUxv/3aXXbLm5Bqp8tr15p/cN17NWdvqyKWSrrtPnWzatlJ2We1Vs3rnndEDV89DKrG1ow5HDgorjMl/6SIk/zK6ytYUXxHNEFPkF8kbVkU1Z13hBF8XIf9CqrW17F/pBIQ1dQmTaRxT/3q7fm+D60638H0+VgwV/AUtiApRCzGoXT1tf9DzeYS9fn+M31ijselCoeNlpBrD6vq/UKS3gehJNqTdNCIHbxBa2mjvmVr9qibMYUKb7IFsHKKZrKAvJH72+vGQGG36QX+P2szRcNaQUPoc/t5xtECmTwAOgq5Nc30tEp8J8b3scDpqdVuzYtaEC7h/Tj8WfeKIXS9PEnn9ywfIPnFv3hYVoK9VK/s+8V37+F/sTDS9zTbPkqJ05v8tcKqr2dBsZzA+1cw1uOCY9l8/fk8ON1Kx/c6PJ3H+nNvn9jt0FLdC0KhuZ4ls9e5dOWmLn8umh8O2ve5O9IhZHwfVNxSPd5j9nA0w31jLqz6mT8QpH9SExjujukIIae98QIT4iRIHJLtvWfPv+f39Jb858N0XLs6UTQe7ck694PjawGo/9Pk/XeLcl674dGVoPR/3fI+h5NLfW/jvZ+RjEMWdHFe8zEe84CMAuWaTYwBhb3UzT8IXBGB6f/77AGHjvn3bWpDcTVRfQfFn37mP1/lMThstwGAvNq9Q+LvF2s/j9K3N5q5Ab6mnXhHxaJI7j9f4fKt2x6y2bnxTIryxsCNvO8B6nBAh3SvOe8fkEpknlWjhXESbX4cvLTFAuINdyUI/KfW5DhhiY3fH0rAt6CcIPDdYHoTWPegOnXTpvhmWacuz/58gubxEvzd5HpHBgmEiHPq4uLvB6zJt366FlWlJT8aysy1kVL6aniB5qDZU5p6OOGgr5pnp5T5onWQEqiBL3AU9+MPxqh/8OhBYd4jg7PBy72v6K8my7ze+m6L/KmyS7yJ9U7QR5JO4P/10266RDCFhHy9n2w4fTNwOwMMl4Ad4j3us4W+r6Z8PxmzMn55rDvgh4aQMSbeb8xdOz1NzeCEPAQ/j134f2w75vCb24APdhDY4jZ4/cbRpC7+OZG4IMdQr6TNvk6eGty4JvGe+8WeNu8xNfBW6Pvbxrve7fA2wb+t8Pb+1N/pR+/5P8B96SA2U9VAAA="/>
  <p:tag name="SMARTOPTIONSCODESIGNATURE" val="BLF4JWurVfxIUHaELsi3Nd7j9DhOHL/Mzfty2RbBJndEYSJzEH2XjlOCGM5N4Y9nV5FTIAS219vteJTD3Z/4XWVvkZtfgQxlLmoV4wsdfH8OKo8X1itX6TvbMBqX/oVA+6SyYCB5R8xQ4594vwKX3+d6QJj8QV8I9/euyLGJBof34ivmhhRbXnBaRyyay1r8dKnNOuIGkZTn/zoB/RFkN++hixRlxyYGoJYmk9hnLTUGhiN+xcV4T178pA3JDT3bqSjbV1YYEDUiXfNhZcEEDh1Y2sAb87IQ+7WlC694jPU9ip4XAQBKAedRPoA3wYsewBmLptQX6R00D9TbbxddDA=="/>
  <p:tag name="SMARTSETTINGSHASH" val="qc0n8q8OTDWbeCEFVBtR+HYFLWKeTcIyKrVOywWjiD8=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None,Absolut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Non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Non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Non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9ftbPzdYjmrrprxs6peuBe+uy7PGWnG8otq+na9Gr9eZHV7+q7Nlw0hI52dZ9P8671F41q2dVV+zU7Hp5f5ssXLv3GyzBZ5s6IP07D1b5z84t84SelZrSdlMU2nZdY00ubLFRM0fRT8+SRrcnlDX+SX6+Iya/P07FU2K6on67atlmkxrZZny/PK/+yzdLkuy8NbvPndrF7SiL/ey6d1XdVf79WfWOcNBhp9+4b3q2Uuv71/1+2V/tZ8jXfnda4dx9/uv8+c8e1sOSvz+rt1tlrlNY/ee/1knk/f5rOTeba8yGf+C8NoxcBOuhS5DWAPtPBldZnXdTHL00lVlenZsmi3zny2hGymTeeDUXp2vFqlhMcdB9BjWzwT4ucxw+u/jRcDZPCIIG4dE77t63m2yps0836nIeRXqfftFkEZv86hn/KZfCSQPZwieOEpztMtD/b4rGG4nRcHXsZz9256PJulH53R1H6UTlWbxNu+1/TTECNzvXUWwvj9QyB3PI7xn7Pn2SQvGQH57bPeTI5pGPzdFo/l0UdDsCyQ8RdZfVEsFdmX2WxG07bV/Xr8PD9vR723xm+qVeTTV8XFnFrvDA7EG/vndbVeMQj5LT6m7gtbm8bFLYbH5X/tjSv42I4r+FTH1fv8SUWILdJP0vub0OrreAcoHCJNHrXdOHcdYGPlIAIaCMIU/XwmYoY/xnjv/cEqY6afCM63Yv+x/8eGLqMGbJgy2nwjcfogb00fffVrAf/ZpFLEUg/TiBtvpFAX3K3pwy9+DcA/m7SJuyLD5DHtN1IoAvTWRDLvfj3w3wSpNps59YFusnTv6ZEM2LonXSjvZ+0EiVvYOx3UsMnzIMWNQ7+BmofIF2wgIp+/v+kTIM03Yv0GHGu/i5407Kby2yDdYkAHREHnwEqD/j3+0oD4Gl144vAeDHkb3TEUS2wk156SqxmkVxTsexLsjYXxdTr5WSTZYAi1kWj3biZaHPD7ks2D8vU6+tkjXfzTOm/X9TJt63Ueee+X9D/KS5NX8J9fvBH6eUYv3Qze+/OXbAotL6tilj4tmlXV5FvDESOislsbsPR3lZj2FsHebUGOLYqRod8aSj+Ix9OhHIb6Huxy+8G+B9CNw30POIMDDj/gfECsy5B1NOHBLHMW0rzjB2xVk5+m2D9t8uUsr0fiSxzXF02aD/NYkN+pA4UkcNKsCRp1hoWJ81/TiUl/4S/0oRnlcPN8WR+QGSy9ReTVxeAz8fo6gVgklcEv37ITKI2hnvrxzG07G46VNvXXjRBu29tQ5LGpr4iXfdvuPB++/8bPVm4Lz4Aqv32Oyzz9GIVH+QF2wBdmoebPB3GWlxrj4Rgu0Y/Hm3zbCFvGXN2BSfwaHQ4JQ9RdfL9uN7qkg/3Gva337Dn06v5/II6Gpazb/OFCmS/XC6e+hiWMDMQo/EjVeOdTVredz4xOvDUqOs5BbCwrdzpyvNb9wmOFASzuUpbjcbNeUBx9fRR+/LpYrMrivAB/TGlRs0nbKm2ESarzNFumHzHaH4074O724ZnBykKgz3qP0jPxi7JJ6bnqnaHbFSpdeYm7XaYVg04LmjzMrvx1ixeuZGrf650cE/9eb/wiZYv3ekkYf/c92++9Z/t7nfbhGwOsYr7CaleRlcUPwC+sQx43Oc14nZ9/9pE34x/dPaKpadpsScvG5zWtBLTzPG1W+RS8NusDFpbzmMwiE2E0PBqB+SqMf7yCqRVw/Gt0IQ9PRIu186IZC+PRv1G9CgI8o/G4vrZcX90woxchKNKyECnq8UakLvJOm4F2eDS4DYXCs/g95ve+6zC5+ybeFZ4+l3vwAm7ufa5c2/tcuVM/v5UNeC8G/jxvSbHV5DvRT/Ake7kzUk5ldk1JDsqA4lO2TPRxVlYXX5Mp2b8MDQ+eD5xhGNnNhnXgRTycfvB5Y/yTRVOQSoZf8kUxraumOm/HX56fF9N8fFLV+fiLpnpTF69b0iLjBX5f+75q7FEevDEAM4/1k7rM+UNBbvPiFh6LXyggPxTsNi0t4bG49STxh4LeDYs6Pdk0D0nQ0/w8W5dtepmV60jyDs9tGSmSEWx+WBLVXBXtdJ5u8TA2kG8DCDxTyhx1Bvpo8xt4BkT59vO9gbPMMyyUt+vm2UCetfsMCdc328sGMflmO5rUefb2hnadSVdN9LM977cdwYdO/C3560fzzjr+/y+zftt+Pmzab8lb/2+edWM6fzTxPxu9fPDM35LDbjPxM/F0bjHRlBmsriQxV1+sF5QcPn03zVcYyNZHXy2b9WpV1ZSe8+IL9jvGg0vIeCLu0cDH33RoRTmvCeWnKY1kspg/G3GWSRz2UmB4In7XDzXa8oPgr+WSb4y/8fjh9Hv3wPJ0yy7ufUAXX98z9oMAk/zelO03zwDX47FB0//LJ+c9evh/z9xsXBIxz48m55Y9fMNzEy4aDb06bDDiX7x/NH8bQf65jOrjvHf7aTscIhWebzxl0KPmLVyNOO/fboS3dcLi3P8N93ELB6xPKaekfpZJdVs38v+9lPJUxv/3aXXbLm5Bqp8tr15p/cN17NWdvqyKWSrrtPnWzatlJ2We1Vs3rnndEDV89DKrG1ow5HDgorjMl/6SIk/zK6ytYUXxHNEFPkF8kbVkU1Z13hBF8XIf9CqrW17F/pBIQ1dQmTaRxT/3q7fm+D60638H0+VgwV/AUtiApRCzGoXT1tf9DzeYS9fn+M31ijselCoeNlpBrD6vq/UKS3gehJNqTdNCIHbxBa2mjvmVr9qibMYUKb7IFsHKKZrKAvJH72+vGQGG36QX+P2szRcNaQUPoc/t5xtECmTwAOgq5Nc30tEp8J8b3scDpqdVuzYtaEC7h/Tj8WfeKIXS9PEnn9ywfIPnFv3hYVoK9VK/s+8V37+F/sTDS9zTbPkqJ05v8tcKqr2dBsZzA+1cw1uOCY9l8/fk8ON1Kx/c6PJ3H+nNvn9jt0FLdC0KhuZ4ls9e5dOWmLn8umh8O2ve5O9IhZHwfVNxSPd5j9nA0w31jLqz6mT8QpH9SExjujukIIae98QIT4iRIHJLtvWfPv+f39Jb858N0XLs6UTQe7ck694PjawGo/9Pk/XeLcl674dGVoPR/3fI+h5NLfW/jvZ+RjEMWdHFe8zEe84CMAuWaTYwBhb3UzT8IXBGB6f/77AGHjvn3bWpDcTVRfQfFn37mP1/lMThstwGAvNq9Q+LvF2s/j9K3N5q5Ab6mnXhHxaJI7j9f4fKt2x6y2bnxTIryxsCNvO8B6nBAh3SvOe8fkEpknlWjhXESbX4cvLTFAuINdyUI/KfW5DhhiY3fH0rAt6CcIPDdYHoTWPegOnXTpvhmWacuz/58gubxEvzd5HpHBgmEiHPq4uLvB6zJt366FlWlJT8aysy1kVL6aniB5qDZU5p6OOGgr5pnp5T5onWQEqiBL3AU9+MPxqh/8OhBYd4jg7PBy72v6K8my7ze+m6L/KmyS7yJ9U7QR5JO4P/10266RDCFhHy9n2w4fTNwOwMMl4Ad4j3us4W+r6Z8PxmzMn55rDvgh4aQMSbeb8xdOz1NzeCEPAQ/j134f2w75vCb24APdhDY4jZ4/cbRpC7+OZG4IMdQr6TNvk6eGty4JvGe+8WeNu8xNfBW6Pvbxrve7fA2wb+t8Pb+1N/pR+/5P8B96SA2U9VAAA="/>
  <p:tag name="SMARTOPTIONSCODESIGNATURE" val="BLF4JWurVfxIUHaELsi3Nd7j9DhOHL/Mzfty2RbBJndEYSJzEH2XjlOCGM5N4Y9nV5FTIAS219vteJTD3Z/4XWVvkZtfgQxlLmoV4wsdfH8OKo8X1itX6TvbMBqX/oVA+6SyYCB5R8xQ4594vwKX3+d6QJj8QV8I9/euyLGJBof34ivmhhRbXnBaRyyay1r8dKnNOuIGkZTn/zoB/RFkN++hixRlxyYGoJYmk9hnLTUGhiN+xcV4T178pA3JDT3bqSjbV1YYEDUiXfNhZcEEDh1Y2sAb87IQ+7WlC694jPU9ip4XAQBKAedRPoA3wYsewBmLptQX6R00D9TbbxddDA=="/>
  <p:tag name="SMARTSETTINGSHASH" val="qc0n8q8OTDWbeCEFVBtR+HYFLWKeTcIyKrVOywWjiD8=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None,Absolut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Non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Non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Non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"/>
  <p:tag name="SMARTOPTIONSCODESIGNATURE" val="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"/>
  <p:tag name="SMARTSETTINGSHASH" val="YO0u/sYg5gU3JG0Yo3+5g7s0ym1OuYKAZj4zMZ406Ik=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"/>
  <p:tag name="SMARTOPTIONSCODESIGNATURE" val="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"/>
  <p:tag name="SMARTSETTINGSHASH" val="YO0u/sYg5gU3JG0Yo3+5g7s0ym1OuYKAZj4zMZ406Ik=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Absolute,None,Absolut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Absolute,None,Absolut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Absolute,None,Absolut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Absolute,None,Absolut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"/>
  <p:tag name="SMARTOPTIONSCODESIGNATURE" val="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"/>
  <p:tag name="SMARTSETTINGSHASH" val="YO0u/sYg5gU3JG0Yo3+5g7s0ym1OuYKAZj4zMZ406Ik=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"/>
  <p:tag name="SMARTOPTIONSCODESIGNATURE" val="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"/>
  <p:tag name="SMARTSETTINGSHASH" val="YO0u/sYg5gU3JG0Yo3+5g7s0ym1OuYKAZj4zMZ406Ik=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"/>
  <p:tag name="SMARTOPTIONSCODESIGNATURE" val="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"/>
  <p:tag name="SMARTSETTINGSHASH" val="YO0u/sYg5gU3JG0Yo3+5g7s0ym1OuYKAZj4zMZ406Ik=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"/>
  <p:tag name="SMARTOPTIONSCODESIGNATURE" val="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"/>
  <p:tag name="SMARTSETTINGSHASH" val="YO0u/sYg5gU3JG0Yo3+5g7s0ym1OuYKAZj4zMZ406Ik=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"/>
  <p:tag name="SMARTOPTIONSCODESIGNATURE" val="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"/>
  <p:tag name="SMARTSETTINGSHASH" val="YO0u/sYg5gU3JG0Yo3+5g7s0ym1OuYKAZj4zMZ406Ik=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"/>
  <p:tag name="SMARTOPTIONSCODESIGNATURE" val="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"/>
  <p:tag name="SMARTSETTINGSHASH" val="YO0u/sYg5gU3JG0Yo3+5g7s0ym1OuYKAZj4zMZ406Ik=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Absolute,None,Absolut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Absolute,None,Absolut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Absolute,None,Absolut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Absolute,None,Absolut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"/>
  <p:tag name="SMARTOPTIONSCODESIGNATURE" val="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"/>
  <p:tag name="SMARTSETTINGSHASH" val="YO0u/sYg5gU3JG0Yo3+5g7s0ym1OuYKAZj4zMZ406Ik=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"/>
  <p:tag name="SMARTOPTIONSCODESIGNATURE" val="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"/>
  <p:tag name="SMARTSETTINGSHASH" val="YO0u/sYg5gU3JG0Yo3+5g7s0ym1OuYKAZj4zMZ406Ik=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Absolute,None,Absolute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Absolute,None,Absolute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Absolute,None,Absolut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Absolute,None,Absolute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Absolut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Absolute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Absolut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Absolut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Absolut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Absolute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"/>
  <p:tag name="SMARTOPTIONSCODESIGNATURE" val="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"/>
  <p:tag name="SMARTSETTINGSHASH" val="YO0u/sYg5gU3JG0Yo3+5g7s0ym1OuYKAZj4zMZ406Ik=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"/>
  <p:tag name="SMARTOPTIONSCODESIGNATURE" val="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"/>
  <p:tag name="SMARTSETTINGSHASH" val="YO0u/sYg5gU3JG0Yo3+5g7s0ym1OuYKAZj4zMZ406Ik=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"/>
  <p:tag name="SMARTOPTIONSCODESIGNATURE" val="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"/>
  <p:tag name="SMARTSETTINGSHASH" val="YO0u/sYg5gU3JG0Yo3+5g7s0ym1OuYKAZj4zMZ406Ik=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"/>
  <p:tag name="SMARTOPTIONSCODESIGNATURE" val="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"/>
  <p:tag name="SMARTSETTINGSHASH" val="YO0u/sYg5gU3JG0Yo3+5g7s0ym1OuYKAZj4zMZ406Ik=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"/>
  <p:tag name="SMARTOPTIONSCODESIGNATURE" val="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"/>
  <p:tag name="SMARTSETTINGSHASH" val="YO0u/sYg5gU3JG0Yo3+5g7s0ym1OuYKAZj4zMZ406Ik=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Absolut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Absolute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Absolute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Absolute,None,Absolut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Absolute,None,Absolute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Absolute,None,Absolute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Absolute,None,Absolute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Absolute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Absolute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Absolute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Absolute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Absolute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Absolute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"/>
  <p:tag name="SMARTOPTIONSCODESIGNATURE" val="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"/>
  <p:tag name="SMARTSETTINGSHASH" val="YO0u/sYg5gU3JG0Yo3+5g7s0ym1OuYKAZj4zMZ406Ik=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"/>
  <p:tag name="SMARTOPTIONSCODESIGNATURE" val="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"/>
  <p:tag name="SMARTSETTINGSHASH" val="YO0u/sYg5gU3JG0Yo3+5g7s0ym1OuYKAZj4zMZ406Ik=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"/>
  <p:tag name="SMARTOPTIONSCODESIGNATURE" val="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"/>
  <p:tag name="SMARTSETTINGSHASH" val="YO0u/sYg5gU3JG0Yo3+5g7s0ym1OuYKAZj4zMZ406Ik=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"/>
  <p:tag name="SMARTOPTIONSCODESIGNATURE" val="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"/>
  <p:tag name="SMARTSETTINGSHASH" val="YO0u/sYg5gU3JG0Yo3+5g7s0ym1OuYKAZj4zMZ406Ik=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"/>
  <p:tag name="SMARTOPTIONSCODESIGNATURE" val="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"/>
  <p:tag name="SMARTSETTINGSHASH" val="YO0u/sYg5gU3JG0Yo3+5g7s0ym1OuYKAZj4zMZ406Ik=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Absolute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Absolute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Absolute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Absolute,None,Absolute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Absolute,None,Absolut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Absolute,None,Absolut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Absolute,None,Absolute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Absolute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Absolute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Absolut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Absolute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Absolut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Absolute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"/>
  <p:tag name="SMARTOPTIONSCODESIGNATURE" val="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"/>
  <p:tag name="SMARTSETTINGSHASH" val="YO0u/sYg5gU3JG0Yo3+5g7s0ym1OuYKAZj4zMZ406Ik=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"/>
  <p:tag name="SMARTOPTIONSCODESIGNATURE" val="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"/>
  <p:tag name="SMARTSETTINGSHASH" val="YO0u/sYg5gU3JG0Yo3+5g7s0ym1OuYKAZj4zMZ406Ik=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"/>
  <p:tag name="SMARTOPTIONSCODESIGNATURE" val="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"/>
  <p:tag name="SMARTSETTINGSHASH" val="YO0u/sYg5gU3JG0Yo3+5g7s0ym1OuYKAZj4zMZ406Ik=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"/>
  <p:tag name="SMARTOPTIONSCODESIGNATURE" val="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"/>
  <p:tag name="SMARTSETTINGSHASH" val="YO0u/sYg5gU3JG0Yo3+5g7s0ym1OuYKAZj4zMZ406Ik=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"/>
  <p:tag name="SMARTOPTIONSCODESIGNATURE" val="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"/>
  <p:tag name="SMARTSETTINGSHASH" val="YO0u/sYg5gU3JG0Yo3+5g7s0ym1OuYKAZj4zMZ406Ik=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Absolute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Absolute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Absolut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None,Absolute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None,Absolut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Absolute,None,Absolute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Absolute,None,Absolute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Absolute,None,Absolute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Absolute,None,Absolute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"/>
  <p:tag name="SMARTOPTIONSCODESIGNATURE" val="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"/>
  <p:tag name="SMARTSETTINGSHASH" val="YO0u/sYg5gU3JG0Yo3+5g7s0ym1OuYKAZj4zMZ406Ik=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"/>
  <p:tag name="SMARTOPTIONSCODESIGNATURE" val="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"/>
  <p:tag name="SMARTSETTINGSHASH" val="YO0u/sYg5gU3JG0Yo3+5g7s0ym1OuYKAZj4zMZ406Ik=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"/>
  <p:tag name="SMARTOPTIONSCODESIGNATURE" val="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"/>
  <p:tag name="SMARTSETTINGSHASH" val="YO0u/sYg5gU3JG0Yo3+5g7s0ym1OuYKAZj4zMZ406Ik=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"/>
  <p:tag name="SMARTOPTIONSCODESIGNATURE" val="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"/>
  <p:tag name="SMARTSETTINGSHASH" val="YO0u/sYg5gU3JG0Yo3+5g7s0ym1OuYKAZj4zMZ406Ik=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"/>
  <p:tag name="SMARTOPTIONSCODESIGNATURE" val="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"/>
  <p:tag name="SMARTSETTINGSHASH" val="YO0u/sYg5gU3JG0Yo3+5g7s0ym1OuYKAZj4zMZ406Ik=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None,Absolute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None,Absolute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Absolute,None,Absolute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Absolute,None,Absolute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Absolute,None,Absolute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"/>
  <p:tag name="SMARTOPTIONSCODESIGNATURE" val="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"/>
  <p:tag name="SMARTSETTINGSHASH" val="YO0u/sYg5gU3JG0Yo3+5g7s0ym1OuYKAZj4zMZ406Ik=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"/>
  <p:tag name="SMARTOPTIONSCODESIGNATURE" val="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"/>
  <p:tag name="SMARTSETTINGSHASH" val="YO0u/sYg5gU3JG0Yo3+5g7s0ym1OuYKAZj4zMZ406Ik=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Absolute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Absolute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Absolute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Absolute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Absolute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Absolute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Absolute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Absolute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Absolute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None,Absolute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None,Absolute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Absolute,None,Absolute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Absolute,None,Absolute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Absolute,None,Absolute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Absolute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Absolute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Absolute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Absolute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Absolute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Absolute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Absolute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Absolute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Absolute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Absolute,None,Absolute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Absolute,None,Absolute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Absolute,None,Absolute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Absolute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Absolute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Absolute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Absolute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Absolute,None,Absolute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Absolute,None,Absolute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Absolute,None,Absolute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Absolute,None,Absolute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Absolute,None,Absolute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None,Absolute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None,Absolute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None,Absolute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ENABLED" val="True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"/>
  <p:tag name="SMARTOPTIONSCODESIGNATURE" val="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"/>
  <p:tag name="SMARTSETTINGSHASH" val="UItfbbf56VsV801Tm1+ZLniuImKs/t58DPI7x5bnHgM=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"/>
  <p:tag name="SMARTOPTIONSCODESIGNATURE" val="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"/>
  <p:tag name="SMARTSETTINGSHASH" val="UItfbbf56VsV801Tm1+ZLniuImKs/t58DPI7x5bnHgM=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"/>
  <p:tag name="SMARTOPTIONSCODESIGNATURE" val="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"/>
  <p:tag name="SMARTSETTINGSHASH" val="UItfbbf56VsV801Tm1+ZLniuImKs/t58DPI7x5bnHgM=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"/>
  <p:tag name="SMARTOPTIONSCODESIGNATURE" val="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"/>
  <p:tag name="SMARTSETTINGSHASH" val="UItfbbf56VsV801Tm1+ZLniuImKs/t58DPI7x5bnHgM=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"/>
  <p:tag name="SMARTOPTIONSCODESIGNATURE" val="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"/>
  <p:tag name="SMARTSETTINGSHASH" val="UItfbbf56VsV801Tm1+ZLniuImKs/t58DPI7x5bnHgM=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"/>
  <p:tag name="SMARTOPTIONSCODESIGNATURE" val="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"/>
  <p:tag name="SMARTSETTINGSHASH" val="UItfbbf56VsV801Tm1+ZLniuImKs/t58DPI7x5bnHgM=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"/>
  <p:tag name="SMARTOPTIONSCODESIGNATURE" val="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"/>
  <p:tag name="SMARTSETTINGSHASH" val="YO0u/sYg5gU3JG0Yo3+5g7s0ym1OuYKAZj4zMZ406Ik=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"/>
  <p:tag name="SMARTOPTIONSCODESIGNATURE" val="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"/>
  <p:tag name="SMARTSETTINGSHASH" val="UItfbbf56VsV801Tm1+ZLniuImKs/t58DPI7x5bnHgM=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"/>
  <p:tag name="SMARTOPTIONSCODESIGNATURE" val="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"/>
  <p:tag name="SMARTSETTINGSHASH" val="UItfbbf56VsV801Tm1+ZLniuImKs/t58DPI7x5bnHgM=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"/>
  <p:tag name="SMARTOPTIONSCODESIGNATURE" val="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"/>
  <p:tag name="SMARTSETTINGSHASH" val="UItfbbf56VsV801Tm1+ZLniuImKs/t58DPI7x5bnHgM=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"/>
  <p:tag name="SMARTOPTIONSCODESIGNATURE" val="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"/>
  <p:tag name="SMARTSETTINGSHASH" val="UItfbbf56VsV801Tm1+ZLniuImKs/t58DPI7x5bnHgM=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"/>
  <p:tag name="SMARTOPTIONSCODESIGNATURE" val="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"/>
  <p:tag name="SMARTSETTINGSHASH" val="UItfbbf56VsV801Tm1+ZLniuImKs/t58DPI7x5bnHgM=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"/>
  <p:tag name="SMARTOPTIONSCODESIGNATURE" val="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"/>
  <p:tag name="SMARTSETTINGSHASH" val="UItfbbf56VsV801Tm1+ZLniuImKs/t58DPI7x5bnHgM=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"/>
  <p:tag name="SMARTOPTIONSCODESIGNATURE" val="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"/>
  <p:tag name="SMARTSETTINGSHASH" val="UItfbbf56VsV801Tm1+ZLniuImKs/t58DPI7x5bnHgM=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"/>
  <p:tag name="SMARTOPTIONSCODESIGNATURE" val="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"/>
  <p:tag name="SMARTSETTINGSHASH" val="UItfbbf56VsV801Tm1+ZLniuImKs/t58DPI7x5bnHgM=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"/>
  <p:tag name="SMARTOPTIONSCODESIGNATURE" val="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"/>
  <p:tag name="SMARTSETTINGSHASH" val="UItfbbf56VsV801Tm1+ZLniuImKs/t58DPI7x5bnHgM=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"/>
  <p:tag name="SMARTOPTIONSCODESIGNATURE" val="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"/>
  <p:tag name="SMARTSETTINGSHASH" val="UItfbbf56VsV801Tm1+ZLniuImKs/t58DPI7x5bnHgM=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"/>
  <p:tag name="SMARTOPTIONSCODESIGNATURE" val="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"/>
  <p:tag name="SMARTSETTINGSHASH" val="UItfbbf56VsV801Tm1+ZLniuImKs/t58DPI7x5bnHgM=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"/>
  <p:tag name="SMARTOPTIONSCODESIGNATURE" val="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"/>
  <p:tag name="SMARTSETTINGSHASH" val="UItfbbf56VsV801Tm1+ZLniuImKs/t58DPI7x5bnHgM=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"/>
  <p:tag name="SMARTOPTIONSCODESIGNATURE" val="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"/>
  <p:tag name="SMARTSETTINGSHASH" val="UItfbbf56VsV801Tm1+ZLniuImKs/t58DPI7x5bnHgM=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"/>
  <p:tag name="SMARTOPTIONSCODESIGNATURE" val="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"/>
  <p:tag name="SMARTSETTINGSHASH" val="UItfbbf56VsV801Tm1+ZLniuImKs/t58DPI7x5bnHgM=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None,Absolute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None,Absolute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None,Absolute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None,Absolute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None,Absolute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None,Absolute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None,Absolute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Absolute,Absolute,Absolute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Absolute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Absolute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None,Absolute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Absolute,None,Absolute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Absolute,None,Absolute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Absolute,None,Absolute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Absolute,None,Absolute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Absolute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Absolute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Absolute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Absolute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Absolute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Absolute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"/>
  <p:tag name="SMARTOPTIONSCODESIGNATURE" val="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"/>
  <p:tag name="SMARTSETTINGSHASH" val="YO0u/sYg5gU3JG0Yo3+5g7s0ym1OuYKAZj4zMZ406Ik=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"/>
  <p:tag name="SMARTOPTIONSCODESIGNATURE" val="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"/>
  <p:tag name="SMARTSETTINGSHASH" val="YO0u/sYg5gU3JG0Yo3+5g7s0ym1OuYKAZj4zMZ406Ik=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"/>
  <p:tag name="SMARTOPTIONSCODESIGNATURE" val="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"/>
  <p:tag name="SMARTSETTINGSHASH" val="YO0u/sYg5gU3JG0Yo3+5g7s0ym1OuYKAZj4zMZ406Ik=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"/>
  <p:tag name="SMARTOPTIONSCODESIGNATURE" val="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"/>
  <p:tag name="SMARTSETTINGSHASH" val="YO0u/sYg5gU3JG0Yo3+5g7s0ym1OuYKAZj4zMZ406Ik=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"/>
  <p:tag name="SMARTOPTIONSCODESIGNATURE" val="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"/>
  <p:tag name="SMARTSETTINGSHASH" val="YO0u/sYg5gU3JG0Yo3+5g7s0ym1OuYKAZj4zMZ406Ik=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Absolute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Absolute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Absolute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Absolute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Absolute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Absolute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Absolute,None,Absolute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Absolute,None,Absolute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Absolute,None,Absolute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Absolute,None,Absolute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"/>
  <p:tag name="SMARTOPTIONSCODESIGNATURE" val="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"/>
  <p:tag name="SMARTSETTINGSHASH" val="YO0u/sYg5gU3JG0Yo3+5g7s0ym1OuYKAZj4zMZ406Ik=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"/>
  <p:tag name="SMARTOPTIONSCODESIGNATURE" val="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"/>
  <p:tag name="SMARTSETTINGSHASH" val="YO0u/sYg5gU3JG0Yo3+5g7s0ym1OuYKAZj4zMZ406Ik=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"/>
  <p:tag name="SMARTOPTIONSCODESIGNATURE" val="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"/>
  <p:tag name="SMARTSETTINGSHASH" val="YO0u/sYg5gU3JG0Yo3+5g7s0ym1OuYKAZj4zMZ406Ik=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"/>
  <p:tag name="SMARTOPTIONSCODESIGNATURE" val="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"/>
  <p:tag name="SMARTSETTINGSHASH" val="YO0u/sYg5gU3JG0Yo3+5g7s0ym1OuYKAZj4zMZ406Ik=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"/>
  <p:tag name="SMARTOPTIONSCODESIGNATURE" val="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"/>
  <p:tag name="SMARTSETTINGSHASH" val="YO0u/sYg5gU3JG0Yo3+5g7s0ym1OuYKAZj4zMZ406Ik=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None,Absolute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None,Absolute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ENABLED" val="True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"/>
  <p:tag name="SMARTOPTIONSCODESIGNATURE" val="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"/>
  <p:tag name="SMARTSETTINGSHASH" val="UItfbbf56VsV801Tm1+ZLniuImKs/t58DPI7x5bnHgM=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"/>
  <p:tag name="SMARTOPTIONSCODESIGNATURE" val="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"/>
  <p:tag name="SMARTSETTINGSHASH" val="UItfbbf56VsV801Tm1+ZLniuImKs/t58DPI7x5bnHgM=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"/>
  <p:tag name="SMARTOPTIONSCODESIGNATURE" val="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"/>
  <p:tag name="SMARTSETTINGSHASH" val="UItfbbf56VsV801Tm1+ZLniuImKs/t58DPI7x5bnHgM=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"/>
  <p:tag name="SMARTOPTIONSCODESIGNATURE" val="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"/>
  <p:tag name="SMARTSETTINGSHASH" val="UItfbbf56VsV801Tm1+ZLniuImKs/t58DPI7x5bnHgM=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"/>
  <p:tag name="SMARTOPTIONSCODESIGNATURE" val="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"/>
  <p:tag name="SMARTSETTINGSHASH" val="UItfbbf56VsV801Tm1+ZLniuImKs/t58DPI7x5bnHgM=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"/>
  <p:tag name="SMARTOPTIONSCODESIGNATURE" val="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"/>
  <p:tag name="SMARTSETTINGSHASH" val="UItfbbf56VsV801Tm1+ZLniuImKs/t58DPI7x5bnHgM=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9ftbPzdYjmrrprxs6peuBe+uy7PGWnG8otq+na9Gr9eZHV7+q7Nlw0hI52dZ9P8671F41q2dVV+zU7Hp5f5ssXLv3GyzBZ5s6IP07D1b5z84t84SelZrSdlMU2nZdY00ubLFRM0fRT8+SRrcnlDX+SX6+Iya/P07FU2K6on67atlmkxrZZny/PK/+yzdLkuy8NbvPndrF7SiL/ey6d1XdVf79WfWOcNBhp9+4b3q2Uuv71/1+2V/tZ8jXfnda4dx9/uv8+c8e1sOSvz+rt1tlrlNY/ee/1knk/f5rOTeba8yGf+C8NoxcBOuhS5DWAPtPBldZnXdTHL00lVlenZsmi3zny2hGymTeeDUXp2vFqlhMcdB9BjWzwT4ucxw+u/jRcDZPCIIG4dE77t63m2yps0836nIeRXqfftFkEZv86hn/KZfCSQPZwieOEpztMtD/b4rGG4nRcHXsZz9256PJulH53R1H6UTlWbxNu+1/TTECNzvXUWwvj9QyB3PI7xn7Pn2SQvGQH57bPeTI5pGPzdFo/l0UdDsCyQ8RdZfVEsFdmX2WxG07bV/Xr8PD9vR723xm+qVeTTV8XFnFrvDA7EG/vndbVeMQj5LT6m7gtbm8bFLYbH5X/tjSv42I4r+FTH1fv8SUWILdJP0vub0OrreAcoHCJNHrXdOHcdYGPlIAIaCMIU/XwmYoY/xnjv/cEqY6afCM63Yv+x/8eGLqMGbJgy2nwjcfogb00fffVrAf/ZpFLEUg/TiBtvpFAX3K3pwy9+DcA/m7SJuyLD5DHtN1IoAvTWRDLvfj3w3wSpNps59YFusnTv6ZEM2LonXSjvZ+0EiVvYOx3UsMnzIMWNQ7+BmofIF2wgIp+/v+kTIM03Yv0GHGu/i5407Kby2yDdYkAHREHnwEqD/j3+0oD4Gl144vAeDHkb3TEUS2wk156SqxmkVxTsexLsjYXxdTr5WSTZYAi1kWj3biZaHPD7ks2D8vU6+tkjXfzTOm/X9TJt63Ueee+X9D/KS5NX8J9fvBH6eUYv3Qze+/OXbAotL6tilj4tmlXV5FvDESOislsbsPR3lZj2FsHebUGOLYqRod8aSj+Ix9OhHIb6Huxy+8G+B9CNw30POIMDDj/gfECsy5B1NOHBLHMW0rzjB2xVk5+m2D9t8uUsr0fiSxzXF02aD/NYkN+pA4UkcNKsCRp1hoWJ81/TiUl/4S/0oRnlcPN8WR+QGSy9ReTVxeAz8fo6gVgklcEv37ITKI2hnvrxzG07G46VNvXXjRBu29tQ5LGpr4iXfdvuPB++/8bPVm4Lz4Aqv32Oyzz9GIVH+QF2wBdmoebPB3GWlxrj4Rgu0Y/Hm3zbCFvGXN2BSfwaHQ4JQ9RdfL9uN7qkg/3Gva337Dn06v5/II6Gpazb/OFCmS/XC6e+hiWMDMQo/EjVeOdTVredz4xOvDUqOs5BbCwrdzpyvNb9wmOFASzuUpbjcbNeUBx9fRR+/LpYrMrivAB/TGlRs0nbKm2ESarzNFumHzHaH4074O724ZnBykKgz3qP0jPxi7JJ6bnqnaHbFSpdeYm7XaYVg04LmjzMrvx1ixeuZGrf650cE/9eb/wiZYv3ekkYf/c92++9Z/t7nfbhGwOsYr7CaleRlcUPwC+sQx43Oc14nZ9/9pE34x/dPaKpadpsScvG5zWtBLTzPG1W+RS8NusDFpbzmMwiE2E0PBqB+SqMf7yCqRVw/Gt0IQ9PRIu186IZC+PRv1G9CgI8o/G4vrZcX90woxchKNKyECnq8UakLvJOm4F2eDS4DYXCs/g95ve+6zC5+ybeFZ4+l3vwAm7ufa5c2/tcuVM/v5UNeC8G/jxvSbHV5DvRT/Ake7kzUk5ldk1JDsqA4lO2TPRxVlYXX5Mp2b8MDQ+eD5xhGNnNhnXgRTycfvB5Y/yTRVOQSoZf8kUxraumOm/HX56fF9N8fFLV+fiLpnpTF69b0iLjBX5f+75q7FEevDEAM4/1k7rM+UNBbvPiFh6LXyggPxTsNi0t4bG49STxh4LeDYs6Pdk0D0nQ0/w8W5dtepmV60jyDs9tGSmSEWx+WBLVXBXtdJ5u8TA2kG8DCDxTyhx1Bvpo8xt4BkT59vO9gbPMMyyUt+vm2UCetfsMCdc328sGMflmO5rUefb2hnadSVdN9LM977cdwYdO/C3560fzzjr+/y+zftt+Pmzab8lb/2+edWM6fzTxPxu9fPDM35LDbjPxM/F0bjHRlBmsriQxV1+sF5QcPn03zVcYyNZHXy2b9WpV1ZSe8+IL9jvGg0vIeCLu0cDH33RoRTmvCeWnKY1kspg/G3GWSRz2UmB4In7XDzXa8oPgr+WSb4y/8fjh9Hv3wPJ0yy7ufUAXX98z9oMAk/zelO03zwDX47FB0//LJ+c9evh/z9xsXBIxz48m55Y9fMNzEy4aDb06bDDiX7x/NH8bQf65jOrjvHf7aTscIhWebzxl0KPmLVyNOO/fboS3dcLi3P8N93ELB6xPKaekfpZJdVs38v+9lPJUxv/3aXXbLm5Bqp8tr15p/cN17NWdvqyKWSrrtPnWzatlJ2We1Vs3rnndEDV89DKrG1ow5HDgorjMl/6SIk/zK6ytYUXxHNEFPkF8kbVkU1Z13hBF8XIf9CqrW17F/pBIQ1dQmTaRxT/3q7fm+D60638H0+VgwV/AUtiApRCzGoXT1tf9DzeYS9fn+M31ijselCoeNlpBrD6vq/UKS3gehJNqTdNCIHbxBa2mjvmVr9qibMYUKb7IFsHKKZrKAvJH72+vGQGG36QX+P2szRcNaQUPoc/t5xtECmTwAOgq5Nc30tEp8J8b3scDpqdVuzYtaEC7h/Tj8WfeKIXS9PEnn9ywfIPnFv3hYVoK9VK/s+8V37+F/sTDS9zTbPkqJ05v8tcKqr2dBsZzA+1cw1uOCY9l8/fk8ON1Kx/c6PJ3H+nNvn9jt0FLdC0KhuZ4ls9e5dOWmLn8umh8O2ve5O9IhZHwfVNxSPd5j9nA0w31jLqz6mT8QpH9SExjujukIIae98QIT4iRIHJLtvWfPv+f39Jb858N0XLs6UTQe7ck694PjawGo/9Pk/XeLcl674dGVoPR/3fI+h5NLfW/jvZ+RjEMWdHFe8zEe84CMAuWaTYwBhb3UzT8IXBGB6f/77AGHjvn3bWpDcTVRfQfFn37mP1/lMThstwGAvNq9Q+LvF2s/j9K3N5q5Ab6mnXhHxaJI7j9f4fKt2x6y2bnxTIryxsCNvO8B6nBAh3SvOe8fkEpknlWjhXESbX4cvLTFAuINdyUI/KfW5DhhiY3fH0rAt6CcIPDdYHoTWPegOnXTpvhmWacuz/58gubxEvzd5HpHBgmEiHPq4uLvB6zJt366FlWlJT8aysy1kVL6aniB5qDZU5p6OOGgr5pnp5T5onWQEqiBL3AU9+MPxqh/8OhBYd4jg7PBy72v6K8my7ze+m6L/KmyS7yJ9U7QR5JO4P/10266RDCFhHy9n2w4fTNwOwMMl4Ad4j3us4W+r6Z8PxmzMn55rDvgh4aQMSbeb8xdOz1NzeCEPAQ/j134f2w75vCb24APdhDY4jZ4/cbRpC7+OZG4IMdQr6TNvk6eGty4JvGe+8WeNu8xNfBW6Pvbxrve7fA2wb+t8Pb+1N/pR+/5P8B96SA2U9VAAA="/>
  <p:tag name="SMARTOPTIONSCODESIGNATURE" val="BLF4JWurVfxIUHaELsi3Nd7j9DhOHL/Mzfty2RbBJndEYSJzEH2XjlOCGM5N4Y9nV5FTIAS219vteJTD3Z/4XWVvkZtfgQxlLmoV4wsdfH8OKo8X1itX6TvbMBqX/oVA+6SyYCB5R8xQ4594vwKX3+d6QJj8QV8I9/euyLGJBof34ivmhhRbXnBaRyyay1r8dKnNOuIGkZTn/zoB/RFkN++hixRlxyYGoJYmk9hnLTUGhiN+xcV4T178pA3JDT3bqSjbV1YYEDUiXfNhZcEEDh1Y2sAb87IQ+7WlC694jPU9ip4XAQBKAedRPoA3wYsewBmLptQX6R00D9TbbxddDA=="/>
  <p:tag name="SMARTSETTINGSHASH" val="qc0n8q8OTDWbeCEFVBtR+HYFLWKeTcIyKrVOywWjiD8=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Absolute,Absolute,Absolute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Absolute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None,Absolute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toFvHBE0DSHbpkvebRIgEbzMi2hInHW/XCMQAmcRuFU=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toFvHBE0DSHbpkvebRIgEbzMi2hInHW/XCMQAmcRuFU=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None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None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None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"/>
  <p:tag name="SMARTOPTIONSCODESIGNATURE" val="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"/>
  <p:tag name="SMARTSETTINGSHASH" val="UItfbbf56VsV801Tm1+ZLniuImKs/t58DPI7x5bnHgM=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"/>
  <p:tag name="SMARTOPTIONSCODESIGNATURE" val="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"/>
  <p:tag name="SMARTSETTINGSHASH" val="UItfbbf56VsV801Tm1+ZLniuImKs/t58DPI7x5bnHgM=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"/>
  <p:tag name="SMARTOPTIONSCODESIGNATURE" val="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"/>
  <p:tag name="SMARTSETTINGSHASH" val="UItfbbf56VsV801Tm1+ZLniuImKs/t58DPI7x5bnHgM=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"/>
  <p:tag name="SMARTOPTIONSCODESIGNATURE" val="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"/>
  <p:tag name="SMARTSETTINGSHASH" val="UItfbbf56VsV801Tm1+ZLniuImKs/t58DPI7x5bnHgM=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"/>
  <p:tag name="SMARTOPTIONSCODESIGNATURE" val="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"/>
  <p:tag name="SMARTSETTINGSHASH" val="UItfbbf56VsV801Tm1+ZLniuImKs/t58DPI7x5bnHgM=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"/>
  <p:tag name="SMARTOPTIONSCODESIGNATURE" val="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"/>
  <p:tag name="SMARTSETTINGSHASH" val="UItfbbf56VsV801Tm1+ZLniuImKs/t58DPI7x5bnHgM=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"/>
  <p:tag name="SMARTOPTIONSCODESIGNATURE" val="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"/>
  <p:tag name="SMARTSETTINGSHASH" val="UItfbbf56VsV801Tm1+ZLniuImKs/t58DPI7x5bnHgM="/>
</p:tagLst>
</file>

<file path=ppt/tags/tag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"/>
  <p:tag name="SMARTOPTIONSCODESIGNATURE" val="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"/>
  <p:tag name="SMARTSETTINGSHASH" val="UItfbbf56VsV801Tm1+ZLniuImKs/t58DPI7x5bnHgM="/>
</p:tagLst>
</file>

<file path=ppt/tags/tag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"/>
  <p:tag name="SMARTOPTIONSCODESIGNATURE" val="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"/>
  <p:tag name="SMARTSETTINGSHASH" val="UItfbbf56VsV801Tm1+ZLniuImKs/t58DPI7x5bnHgM="/>
</p:tagLst>
</file>

<file path=ppt/tags/tag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"/>
  <p:tag name="SMARTOPTIONSCODESIGNATURE" val="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"/>
  <p:tag name="SMARTSETTINGSHASH" val="UItfbbf56VsV801Tm1+ZLniuImKs/t58DPI7x5bnHgM="/>
</p:tagLst>
</file>

<file path=ppt/tags/tag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"/>
  <p:tag name="SMARTOPTIONSCODESIGNATURE" val="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"/>
  <p:tag name="SMARTSETTINGSHASH" val="UItfbbf56VsV801Tm1+ZLniuImKs/t58DPI7x5bnHgM="/>
</p:tagLst>
</file>

<file path=ppt/tags/tag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"/>
  <p:tag name="SMARTOPTIONSCODESIGNATURE" val="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"/>
  <p:tag name="SMARTSETTINGSHASH" val="UItfbbf56VsV801Tm1+ZLniuImKs/t58DPI7x5bnHgM="/>
</p:tagLst>
</file>

<file path=ppt/tags/tag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"/>
  <p:tag name="SMARTOPTIONSCODESIGNATURE" val="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"/>
  <p:tag name="SMARTSETTINGSHASH" val="UItfbbf56VsV801Tm1+ZLniuImKs/t58DPI7x5bnHgM="/>
</p:tagLst>
</file>

<file path=ppt/tags/tag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"/>
  <p:tag name="SMARTOPTIONSCODESIGNATURE" val="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"/>
  <p:tag name="SMARTSETTINGSHASH" val="UItfbbf56VsV801Tm1+ZLniuImKs/t58DPI7x5bnHgM="/>
</p:tagLst>
</file>

<file path=ppt/tags/tag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5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5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5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5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5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5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5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5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5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5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5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5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5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None,Absolute"/>
</p:tagLst>
</file>

<file path=ppt/tags/tag5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None,Absolute"/>
</p:tagLst>
</file>

<file path=ppt/tags/tag5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None,Absolute"/>
</p:tagLst>
</file>

<file path=ppt/tags/tag5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None,Absolute"/>
</p:tagLst>
</file>

<file path=ppt/tags/tag5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None,Absolute"/>
</p:tagLst>
</file>

<file path=ppt/tags/tag5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None,Absolute"/>
</p:tagLst>
</file>

<file path=ppt/tags/tag5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None,Absolute"/>
</p:tagLst>
</file>

<file path=ppt/tags/tag5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Absolute,Absolute,Absolute"/>
</p:tagLst>
</file>

<file path=ppt/tags/tag5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Absolute"/>
</p:tagLst>
</file>

<file path=ppt/tags/tag5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Absolute"/>
</p:tagLst>
</file>

<file path=ppt/tags/tag5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None,Absolute"/>
</p:tagLst>
</file>

<file path=ppt/tags/tag5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ENABLED" val="True"/>
</p:tagLst>
</file>

<file path=ppt/tags/tag5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5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5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5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5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5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5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5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"/>
  <p:tag name="SMARTOPTIONSCODESIGNATURE" val="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"/>
  <p:tag name="SMARTSETTINGSHASH" val="UItfbbf56VsV801Tm1+ZLniuImKs/t58DPI7x5bnHgM="/>
</p:tagLst>
</file>

<file path=ppt/tags/tag5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"/>
  <p:tag name="SMARTOPTIONSCODESIGNATURE" val="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"/>
  <p:tag name="SMARTSETTINGSHASH" val="UItfbbf56VsV801Tm1+ZLniuImKs/t58DPI7x5bnHgM="/>
</p:tagLst>
</file>

<file path=ppt/tags/tag5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"/>
  <p:tag name="SMARTOPTIONSCODESIGNATURE" val="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"/>
  <p:tag name="SMARTSETTINGSHASH" val="UItfbbf56VsV801Tm1+ZLniuImKs/t58DPI7x5bnHgM="/>
</p:tagLst>
</file>

<file path=ppt/tags/tag5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"/>
  <p:tag name="SMARTOPTIONSCODESIGNATURE" val="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"/>
  <p:tag name="SMARTSETTINGSHASH" val="UItfbbf56VsV801Tm1+ZLniuImKs/t58DPI7x5bnHgM="/>
</p:tagLst>
</file>

<file path=ppt/tags/tag5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"/>
  <p:tag name="SMARTOPTIONSCODESIGNATURE" val="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"/>
  <p:tag name="SMARTSETTINGSHASH" val="UItfbbf56VsV801Tm1+ZLniuImKs/t58DPI7x5bnHgM="/>
</p:tagLst>
</file>

<file path=ppt/tags/tag5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"/>
  <p:tag name="SMARTOPTIONSCODESIGNATURE" val="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"/>
  <p:tag name="SMARTSETTINGSHASH" val="UItfbbf56VsV801Tm1+ZLniuImKs/t58DPI7x5bnHgM="/>
</p:tagLst>
</file>

<file path=ppt/tags/tag5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toFvHBE0DSHbpkvebRIgEbzMi2hInHW/XCMQAmcRuFU="/>
</p:tagLst>
</file>

<file path=ppt/tags/tag5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9ftbPzdYjmrrprxs6peuBe+uy7PGWnG8otq+na9Gr9eZHV7+q7Nlw0hI52dZ9P8671F41q2dVV+zU7Hp5f5ssXLv3GyzBZ5s6IP07D1b5z84t84SelZrSdlMU2nZdY00ubLFRM0fRT8+SRrcnlDX+SX6+Iya/P07FU2K6on67atlmkxrZZny/PK/+yzdLkuy8NbvPndrF7SiL/ey6d1XdVf79WfWOcNBhp9+4b3q2Uuv71/1+2V/tZ8jXfnda4dx9/uv8+c8e1sOSvz+rt1tlrlNY/ee/1knk/f5rOTeba8yGf+C8NoxcBOuhS5DWAPtPBldZnXdTHL00lVlenZsmi3zny2hGymTeeDUXp2vFqlhMcdB9BjWzwT4ucxw+u/jRcDZPCIIG4dE77t63m2yps0836nIeRXqfftFkEZv86hn/KZfCSQPZwieOEpztMtD/b4rGG4nRcHXsZz9256PJulH53R1H6UTlWbxNu+1/TTECNzvXUWwvj9QyB3PI7xn7Pn2SQvGQH57bPeTI5pGPzdFo/l0UdDsCyQ8RdZfVEsFdmX2WxG07bV/Xr8PD9vR723xm+qVeTTV8XFnFrvDA7EG/vndbVeMQj5LT6m7gtbm8bFLYbH5X/tjSv42I4r+FTH1fv8SUWILdJP0vub0OrreAcoHCJNHrXdOHcdYGPlIAIaCMIU/XwmYoY/xnjv/cEqY6afCM63Yv+x/8eGLqMGbJgy2nwjcfogb00fffVrAf/ZpFLEUg/TiBtvpFAX3K3pwy9+DcA/m7SJuyLD5DHtN1IoAvTWRDLvfj3w3wSpNps59YFusnTv6ZEM2LonXSjvZ+0EiVvYOx3UsMnzIMWNQ7+BmofIF2wgIp+/v+kTIM03Yv0GHGu/i5407Kby2yDdYkAHREHnwEqD/j3+0oD4Gl144vAeDHkb3TEUS2wk156SqxmkVxTsexLsjYXxdTr5WSTZYAi1kWj3biZaHPD7ks2D8vU6+tkjXfzTOm/X9TJt63Ueee+X9D/KS5NX8J9fvBH6eUYv3Qze+/OXbAotL6tilj4tmlXV5FvDESOislsbsPR3lZj2FsHebUGOLYqRod8aSj+Ix9OhHIb6Huxy+8G+B9CNw30POIMDDj/gfECsy5B1NOHBLHMW0rzjB2xVk5+m2D9t8uUsr0fiSxzXF02aD/NYkN+pA4UkcNKsCRp1hoWJ81/TiUl/4S/0oRnlcPN8WR+QGSy9ReTVxeAz8fo6gVgklcEv37ITKI2hnvrxzG07G46VNvXXjRBu29tQ5LGpr4iXfdvuPB++/8bPVm4Lz4Aqv32Oyzz9GIVH+QF2wBdmoebPB3GWlxrj4Rgu0Y/Hm3zbCFvGXN2BSfwaHQ4JQ9RdfL9uN7qkg/3Gva337Dn06v5/II6Gpazb/OFCmS/XC6e+hiWMDMQo/EjVeOdTVredz4xOvDUqOs5BbCwrdzpyvNb9wmOFASzuUpbjcbNeUBx9fRR+/LpYrMrivAB/TGlRs0nbKm2ESarzNFumHzHaH4074O724ZnBykKgz3qP0jPxi7JJ6bnqnaHbFSpdeYm7XaYVg04LmjzMrvx1ixeuZGrf650cE/9eb/wiZYv3ekkYf/c92++9Z/t7nfbhGwOsYr7CaleRlcUPwC+sQx43Oc14nZ9/9pE34x/dPaKpadpsScvG5zWtBLTzPG1W+RS8NusDFpbzmMwiE2E0PBqB+SqMf7yCqRVw/Gt0IQ9PRIu186IZC+PRv1G9CgI8o/G4vrZcX90woxchKNKyECnq8UakLvJOm4F2eDS4DYXCs/g95ve+6zC5+ybeFZ4+l3vwAm7ufa5c2/tcuVM/v5UNeC8G/jxvSbHV5DvRT/Ake7kzUk5ldk1JDsqA4lO2TPRxVlYXX5Mp2b8MDQ+eD5xhGNnNhnXgRTycfvB5Y/yTRVOQSoZf8kUxraumOm/HX56fF9N8fFLV+fiLpnpTF69b0iLjBX5f+75q7FEevDEAM4/1k7rM+UNBbvPiFh6LXyggPxTsNi0t4bG49STxh4LeDYs6Pdk0D0nQ0/w8W5dtepmV60jyDs9tGSmSEWx+WBLVXBXtdJ5u8TA2kG8DCDxTyhx1Bvpo8xt4BkT59vO9gbPMMyyUt+vm2UCetfsMCdc328sGMflmO5rUefb2hnadSVdN9LM977cdwYdO/C3560fzzjr+/y+zftt+Pmzab8lb/2+edWM6fzTxPxu9fPDM35LDbjPxM/F0bjHRlBmsriQxV1+sF5QcPn03zVcYyNZHXy2b9WpV1ZSe8+IL9jvGg0vIeCLu0cDH33RoRTmvCeWnKY1kspg/G3GWSRz2UmB4In7XDzXa8oPgr+WSb4y/8fjh9Hv3wPJ0yy7ufUAXX98z9oMAk/zelO03zwDX47FB0//LJ+c9evh/z9xsXBIxz48m55Y9fMNzEy4aDb06bDDiX7x/NH8bQf65jOrjvHf7aTscIhWebzxl0KPmLVyNOO/fboS3dcLi3P8N93ELB6xPKaekfpZJdVs38v+9lPJUxv/3aXXbLm5Bqp8tr15p/cN17NWdvqyKWSrrtPnWzatlJ2We1Vs3rnndEDV89DKrG1ow5HDgorjMl/6SIk/zK6ytYUXxHNEFPkF8kbVkU1Z13hBF8XIf9CqrW17F/pBIQ1dQmTaRxT/3q7fm+D60638H0+VgwV/AUtiApRCzGoXT1tf9DzeYS9fn+M31ijselCoeNlpBrD6vq/UKS3gehJNqTdNCIHbxBa2mjvmVr9qibMYUKb7IFsHKKZrKAvJH72+vGQGG36QX+P2szRcNaQUPoc/t5xtECmTwAOgq5Nc30tEp8J8b3scDpqdVuzYtaEC7h/Tj8WfeKIXS9PEnn9ywfIPnFv3hYVoK9VK/s+8V37+F/sTDS9zTbPkqJ05v8tcKqr2dBsZzA+1cw1uOCY9l8/fk8ON1Kx/c6PJ3H+nNvn9jt0FLdC0KhuZ4ls9e5dOWmLn8umh8O2ve5O9IhZHwfVNxSPd5j9nA0w31jLqz6mT8QpH9SExjujukIIae98QIT4iRIHJLtvWfPv+f39Jb858N0XLs6UTQe7ck694PjawGo/9Pk/XeLcl674dGVoPR/3fI+h5NLfW/jvZ+RjEMWdHFe8zEe84CMAuWaTYwBhb3UzT8IXBGB6f/77AGHjvn3bWpDcTVRfQfFn37mP1/lMThstwGAvNq9Q+LvF2s/j9K3N5q5Ab6mnXhHxaJI7j9f4fKt2x6y2bnxTIryxsCNvO8B6nBAh3SvOe8fkEpknlWjhXESbX4cvLTFAuINdyUI/KfW5DhhiY3fH0rAt6CcIPDdYHoTWPegOnXTpvhmWacuz/58gubxEvzd5HpHBgmEiHPq4uLvB6zJt366FlWlJT8aysy1kVL6aniB5qDZU5p6OOGgr5pnp5T5onWQEqiBL3AU9+MPxqh/8OhBYd4jg7PBy72v6K8my7ze+m6L/KmyS7yJ9U7QR5JO4P/10266RDCFhHy9n2w4fTNwOwMMl4Ad4j3us4W+r6Z8PxmzMn55rDvgh4aQMSbeb8xdOz1NzeCEPAQ/j134f2w75vCb24APdhDY4jZ4/cbRpC7+OZG4IMdQr6TNvk6eGty4JvGe+8WeNu8xNfBW6Pvbxrve7fA2wb+t8Pb+1N/pR+/5P8B96SA2U9VAAA="/>
  <p:tag name="SMARTOPTIONSCODESIGNATURE" val="BLF4JWurVfxIUHaELsi3Nd7j9DhOHL/Mzfty2RbBJndEYSJzEH2XjlOCGM5N4Y9nV5FTIAS219vteJTD3Z/4XWVvkZtfgQxlLmoV4wsdfH8OKo8X1itX6TvbMBqX/oVA+6SyYCB5R8xQ4594vwKX3+d6QJj8QV8I9/euyLGJBof34ivmhhRbXnBaRyyay1r8dKnNOuIGkZTn/zoB/RFkN++hixRlxyYGoJYmk9hnLTUGhiN+xcV4T178pA3JDT3bqSjbV1YYEDUiXfNhZcEEDh1Y2sAb87IQ+7WlC694jPU9ip4XAQBKAedRPoA3wYsewBmLptQX6R00D9TbbxddDA=="/>
  <p:tag name="SMARTSETTINGSHASH" val="qc0n8q8OTDWbeCEFVBtR+HYFLWKeTcIyKrVOywWjiD8="/>
</p:tagLst>
</file>

<file path=ppt/tags/tag5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5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5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5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5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None,Absolute"/>
</p:tagLst>
</file>

<file path=ppt/tags/tag5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None"/>
</p:tagLst>
</file>

<file path=ppt/tags/tag5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None"/>
</p:tagLst>
</file>

<file path=ppt/tags/tag5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None"/>
</p:tagLst>
</file>

<file path=ppt/tags/tag5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9ftbPzdYjmrrprxs6peuBe+uy7PGWnG8otq+na9Gr9eZHV7+q7Nlw0hI52dZ9P8671F41q2dVV+zU7Hp5f5ssXLv3GyzBZ5s6IP07D1b5z84t84SelZrSdlMU2nZdY00ubLFRM0fRT8+SRrcnlDX+SX6+Iya/P07FU2K6on67atlmkxrZZny/PK/+yzdLkuy8NbvPndrF7SiL/ey6d1XdVf79WfWOcNBhp9+4b3q2Uuv71/1+2V/tZ8jXfnda4dx9/uv8+c8e1sOSvz+rt1tlrlNY/ee/1knk/f5rOTeba8yGf+C8NoxcBOuhS5DWAPtPBldZnXdTHL00lVlenZsmi3zny2hGymTeeDUXp2vFqlhMcdB9BjWzwT4ucxw+u/jRcDZPCIIG4dE77t63m2yps0836nIeRXqfftFkEZv86hn/KZfCSQPZwieOEpztMtD/b4rGG4nRcHXsZz9256PJulH53R1H6UTlWbxNu+1/TTECNzvXUWwvj9QyB3PI7xn7Pn2SQvGQH57bPeTI5pGPzdFo/l0UdDsCyQ8RdZfVEsFdmX2WxG07bV/Xr8PD9vR723xm+qVeTTV8XFnFrvDA7EG/vndbVeMQj5LT6m7gtbm8bFLYbH5X/tjSv42I4r+FTH1fv8SUWILdJP0vub0OrreAcoHCJNHrXdOHcdYGPlIAIaCMIU/XwmYoY/xnjv/cEqY6afCM63Yv+x/8eGLqMGbJgy2nwjcfogb00fffVrAf/ZpFLEUg/TiBtvpFAX3K3pwy9+DcA/m7SJuyLD5DHtN1IoAvTWRDLvfj3w3wSpNps59YFusnTv6ZEM2LonXSjvZ+0EiVvYOx3UsMnzIMWNQ7+BmofIF2wgIp+/v+kTIM03Yv0GHGu/i5407Kby2yDdYkAHREHnwEqD/j3+0oD4Gl144vAeDHkb3TEUS2wk156SqxmkVxTsexLsjYXxdTr5WSTZYAi1kWj3biZaHPD7ks2D8vU6+tkjXfzTOm/X9TJt63Ueee+X9D/KS5NX8J9fvBH6eUYv3Qze+/OXbAotL6tilj4tmlXV5FvDESOislsbsPR3lZj2FsHebUGOLYqRod8aSj+Ix9OhHIb6Huxy+8G+B9CNw30POIMDDj/gfECsy5B1NOHBLHMW0rzjB2xVk5+m2D9t8uUsr0fiSxzXF02aD/NYkN+pA4UkcNKsCRp1hoWJ81/TiUl/4S/0oRnlcPN8WR+QGSy9ReTVxeAz8fo6gVgklcEv37ITKI2hnvrxzG07G46VNvXXjRBu29tQ5LGpr4iXfdvuPB++/8bPVm4Lz4Aqv32Oyzz9GIVH+QF2wBdmoebPB3GWlxrj4Rgu0Y/Hm3zbCFvGXN2BSfwaHQ4JQ9RdfL9uN7qkg/3Gva337Dn06v5/II6Gpazb/OFCmS/XC6e+hiWMDMQo/EjVeOdTVredz4xOvDUqOs5BbCwrdzpyvNb9wmOFASzuUpbjcbNeUBx9fRR+/LpYrMrivAB/TGlRs0nbKm2ESarzNFumHzHaH4074O724ZnBykKgz3qP0jPxi7JJ6bnqnaHbFSpdeYm7XaYVg04LmjzMrvx1ixeuZGrf650cE/9eb/wiZYv3ekkYf/c92++9Z/t7nfbhGwOsYr7CaleRlcUPwC+sQx43Oc14nZ9/9pE34x/dPaKpadpsScvG5zWtBLTzPG1W+RS8NusDFpbzmMwiE2E0PBqB+SqMf7yCqRVw/Gt0IQ9PRIu186IZC+PRv1G9CgI8o/G4vrZcX90woxchKNKyECnq8UakLvJOm4F2eDS4DYXCs/g95ve+6zC5+ybeFZ4+l3vwAm7ufa5c2/tcuVM/v5UNeC8G/jxvSbHV5DvRT/Ake7kzUk5ldk1JDsqA4lO2TPRxVlYXX5Mp2b8MDQ+eD5xhGNnNhnXgRTycfvB5Y/yTRVOQSoZf8kUxraumOm/HX56fF9N8fFLV+fiLpnpTF69b0iLjBX5f+75q7FEevDEAM4/1k7rM+UNBbvPiFh6LXyggPxTsNi0t4bG49STxh4LeDYs6Pdk0D0nQ0/w8W5dtepmV60jyDs9tGSmSEWx+WBLVXBXtdJ5u8TA2kG8DCDxTyhx1Bvpo8xt4BkT59vO9gbPMMyyUt+vm2UCetfsMCdc328sGMflmO5rUefb2hnadSVdN9LM977cdwYdO/C3560fzzjr+/y+zftt+Pmzab8lb/2+edWM6fzTxPxu9fPDM35LDbjPxM/F0bjHRlBmsriQxV1+sF5QcPn03zVcYyNZHXy2b9WpV1ZSe8+IL9jvGg0vIeCLu0cDH33RoRTmvCeWnKY1kspg/G3GWSRz2UmB4In7XDzXa8oPgr+WSb4y/8fjh9Hv3wPJ0yy7ufUAXX98z9oMAk/zelO03zwDX47FB0//LJ+c9evh/z9xsXBIxz48m55Y9fMNzEy4aDb06bDDiX7x/NH8bQf65jOrjvHf7aTscIhWebzxl0KPmLVyNOO/fboS3dcLi3P8N93ELB6xPKaekfpZJdVs38v+9lPJUxv/3aXXbLm5Bqp8tr15p/cN17NWdvqyKWSrrtPnWzatlJ2We1Vs3rnndEDV89DKrG1ow5HDgorjMl/6SIk/zK6ytYUXxHNEFPkF8kbVkU1Z13hBF8XIf9CqrW17F/pBIQ1dQmTaRxT/3q7fm+D60638H0+VgwV/AUtiApRCzGoXT1tf9DzeYS9fn+M31ijselCoeNlpBrD6vq/UKS3gehJNqTdNCIHbxBa2mjvmVr9qibMYUKb7IFsHKKZrKAvJH72+vGQGG36QX+P2szRcNaQUPoc/t5xtECmTwAOgq5Nc30tEp8J8b3scDpqdVuzYtaEC7h/Tj8WfeKIXS9PEnn9ywfIPnFv3hYVoK9VK/s+8V37+F/sTDS9zTbPkqJ05v8tcKqr2dBsZzA+1cw1uOCY9l8/fk8ON1Kx/c6PJ3H+nNvn9jt0FLdC0KhuZ4ls9e5dOWmLn8umh8O2ve5O9IhZHwfVNxSPd5j9nA0w31jLqz6mT8QpH9SExjujukIIae98QIT4iRIHJLtvWfPv+f39Jb858N0XLs6UTQe7ck694PjawGo/9Pk/XeLcl674dGVoPR/3fI+h5NLfW/jvZ+RjEMWdHFe8zEe84CMAuWaTYwBhb3UzT8IXBGB6f/77AGHjvn3bWpDcTVRfQfFn37mP1/lMThstwGAvNq9Q+LvF2s/j9K3N5q5Ab6mnXhHxaJI7j9f4fKt2x6y2bnxTIryxsCNvO8B6nBAh3SvOe8fkEpknlWjhXESbX4cvLTFAuINdyUI/KfW5DhhiY3fH0rAt6CcIPDdYHoTWPegOnXTpvhmWacuz/58gubxEvzd5HpHBgmEiHPq4uLvB6zJt366FlWlJT8aysy1kVL6aniB5qDZU5p6OOGgr5pnp5T5onWQEqiBL3AU9+MPxqh/8OhBYd4jg7PBy72v6K8my7ze+m6L/KmyS7yJ9U7QR5JO4P/10266RDCFhHy9n2w4fTNwOwMMl4Ad4j3us4W+r6Z8PxmzMn55rDvgh4aQMSbeb8xdOz1NzeCEPAQ/j134f2w75vCb24APdhDY4jZ4/cbRpC7+OZG4IMdQr6TNvk6eGty4JvGe+8WeNu8xNfBW6Pvbxrve7fA2wb+t8Pb+1N/pR+/5P8B96SA2U9VAAA="/>
  <p:tag name="SMARTOPTIONSCODESIGNATURE" val="BLF4JWurVfxIUHaELsi3Nd7j9DhOHL/Mzfty2RbBJndEYSJzEH2XjlOCGM5N4Y9nV5FTIAS219vteJTD3Z/4XWVvkZtfgQxlLmoV4wsdfH8OKo8X1itX6TvbMBqX/oVA+6SyYCB5R8xQ4594vwKX3+d6QJj8QV8I9/euyLGJBof34ivmhhRbXnBaRyyay1r8dKnNOuIGkZTn/zoB/RFkN++hixRlxyYGoJYmk9hnLTUGhiN+xcV4T178pA3JDT3bqSjbV1YYEDUiXfNhZcEEDh1Y2sAb87IQ+7WlC694jPU9ip4XAQBKAedRPoA3wYsewBmLptQX6R00D9TbbxddDA=="/>
  <p:tag name="SMARTSETTINGSHASH" val="qc0n8q8OTDWbeCEFVBtR+HYFLWKeTcIyKrVOywWjiD8="/>
</p:tagLst>
</file>

<file path=ppt/tags/tag5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5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5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Absolute,Absolute,Absolute"/>
</p:tagLst>
</file>

<file path=ppt/tags/tag5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Absolute"/>
</p:tagLst>
</file>

<file path=ppt/tags/tag5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None,Absolute"/>
</p:tagLst>
</file>

<file path=ppt/tags/tag5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toFvHBE0DSHbpkvebRIgEbzMi2hInHW/XCMQAmcRuFU="/>
</p:tagLst>
</file>

<file path=ppt/tags/tag5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toFvHBE0DSHbpkvebRIgEbzMi2hInHW/XCMQAmcRuFU="/>
</p:tagLst>
</file>

<file path=ppt/tags/tag5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None"/>
</p:tagLst>
</file>

<file path=ppt/tags/tag5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None"/>
</p:tagLst>
</file>

<file path=ppt/tags/tag5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None"/>
</p:tagLst>
</file>

<file path=ppt/tags/tag5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5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"/>
  <p:tag name="SMARTOPTIONSCODESIGNATURE" val="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"/>
  <p:tag name="SMARTSETTINGSHASH" val="UItfbbf56VsV801Tm1+ZLniuImKs/t58DPI7x5bnHgM="/>
</p:tagLst>
</file>

<file path=ppt/tags/tag5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"/>
  <p:tag name="SMARTOPTIONSCODESIGNATURE" val="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"/>
  <p:tag name="SMARTSETTINGSHASH" val="UItfbbf56VsV801Tm1+ZLniuImKs/t58DPI7x5bnHgM="/>
</p:tagLst>
</file>

<file path=ppt/tags/tag5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5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5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5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5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5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5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"/>
  <p:tag name="SMARTOPTIONSCODESIGNATURE" val="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"/>
  <p:tag name="SMARTSETTINGSHASH" val="UItfbbf56VsV801Tm1+ZLniuImKs/t58DPI7x5bnHgM="/>
</p:tagLst>
</file>

<file path=ppt/tags/tag5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"/>
  <p:tag name="SMARTOPTIONSCODESIGNATURE" val="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"/>
  <p:tag name="SMARTSETTINGSHASH" val="UItfbbf56VsV801Tm1+ZLniuImKs/t58DPI7x5bnHgM="/>
</p:tagLst>
</file>

<file path=ppt/tags/tag5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5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5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5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5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5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5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"/>
  <p:tag name="SMARTOPTIONSCODESIGNATURE" val="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"/>
  <p:tag name="SMARTSETTINGSHASH" val="UItfbbf56VsV801Tm1+ZLniuImKs/t58DPI7x5bnHgM="/>
</p:tagLst>
</file>

<file path=ppt/tags/tag5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"/>
  <p:tag name="SMARTOPTIONSCODESIGNATURE" val="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"/>
  <p:tag name="SMARTSETTINGSHASH" val="UItfbbf56VsV801Tm1+ZLniuImKs/t58DPI7x5bnHgM="/>
</p:tagLst>
</file>

<file path=ppt/tags/tag5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5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5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5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5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5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5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"/>
  <p:tag name="SMARTOPTIONSCODESIGNATURE" val="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"/>
  <p:tag name="SMARTSETTINGSHASH" val="UItfbbf56VsV801Tm1+ZLniuImKs/t58DPI7x5bnHgM="/>
</p:tagLst>
</file>

<file path=ppt/tags/tag5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"/>
  <p:tag name="SMARTOPTIONSCODESIGNATURE" val="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"/>
  <p:tag name="SMARTSETTINGSHASH" val="UItfbbf56VsV801Tm1+ZLniuImKs/t58DPI7x5bnHgM="/>
</p:tagLst>
</file>

<file path=ppt/tags/tag6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6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6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6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6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6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6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"/>
  <p:tag name="SMARTOPTIONSCODESIGNATURE" val="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"/>
  <p:tag name="SMARTSETTINGSHASH" val="UItfbbf56VsV801Tm1+ZLniuImKs/t58DPI7x5bnHgM="/>
</p:tagLst>
</file>

<file path=ppt/tags/tag6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"/>
  <p:tag name="SMARTOPTIONSCODESIGNATURE" val="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"/>
  <p:tag name="SMARTSETTINGSHASH" val="UItfbbf56VsV801Tm1+ZLniuImKs/t58DPI7x5bnHgM="/>
</p:tagLst>
</file>

<file path=ppt/tags/tag6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6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6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6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6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6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6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"/>
  <p:tag name="SMARTOPTIONSCODESIGNATURE" val="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"/>
  <p:tag name="SMARTSETTINGSHASH" val="UItfbbf56VsV801Tm1+ZLniuImKs/t58DPI7x5bnHgM="/>
</p:tagLst>
</file>

<file path=ppt/tags/tag6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"/>
  <p:tag name="SMARTOPTIONSCODESIGNATURE" val="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"/>
  <p:tag name="SMARTSETTINGSHASH" val="UItfbbf56VsV801Tm1+ZLniuImKs/t58DPI7x5bnHgM="/>
</p:tagLst>
</file>

<file path=ppt/tags/tag6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6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6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6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6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6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6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"/>
  <p:tag name="SMARTOPTIONSCODESIGNATURE" val="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"/>
  <p:tag name="SMARTSETTINGSHASH" val="UItfbbf56VsV801Tm1+ZLniuImKs/t58DPI7x5bnHgM="/>
</p:tagLst>
</file>

<file path=ppt/tags/tag6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"/>
  <p:tag name="SMARTOPTIONSCODESIGNATURE" val="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"/>
  <p:tag name="SMARTSETTINGSHASH" val="UItfbbf56VsV801Tm1+ZLniuImKs/t58DPI7x5bnHgM="/>
</p:tagLst>
</file>

<file path=ppt/tags/tag6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6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6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6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6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6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6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6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6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6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6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6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6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6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6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6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6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6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6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6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6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6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6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6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None,Absolute"/>
</p:tagLst>
</file>

<file path=ppt/tags/tag6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None,Absolute"/>
</p:tagLst>
</file>

<file path=ppt/tags/tag6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None,Absolute"/>
</p:tagLst>
</file>

<file path=ppt/tags/tag6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None,Absolute"/>
</p:tagLst>
</file>

<file path=ppt/tags/tag6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None,Absolute"/>
</p:tagLst>
</file>

<file path=ppt/tags/tag6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None,Absolute"/>
</p:tagLst>
</file>

<file path=ppt/tags/tag6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None,Absolute"/>
</p:tagLst>
</file>

<file path=ppt/tags/tag6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Absolute,Absolute,Absolute"/>
</p:tagLst>
</file>

<file path=ppt/tags/tag6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Absolute"/>
</p:tagLst>
</file>

<file path=ppt/tags/tag6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Absolute"/>
</p:tagLst>
</file>

<file path=ppt/tags/tag6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None,Absolute"/>
</p:tagLst>
</file>

<file path=ppt/tags/tag6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ENABLED" val="True"/>
</p:tagLst>
</file>

<file path=ppt/tags/tag6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6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6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6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6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6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6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6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"/>
  <p:tag name="SMARTOPTIONSCODESIGNATURE" val="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"/>
  <p:tag name="SMARTSETTINGSHASH" val="UItfbbf56VsV801Tm1+ZLniuImKs/t58DPI7x5bnHgM="/>
</p:tagLst>
</file>

<file path=ppt/tags/tag6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"/>
  <p:tag name="SMARTOPTIONSCODESIGNATURE" val="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"/>
  <p:tag name="SMARTSETTINGSHASH" val="UItfbbf56VsV801Tm1+ZLniuImKs/t58DPI7x5bnHgM="/>
</p:tagLst>
</file>

<file path=ppt/tags/tag6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"/>
  <p:tag name="SMARTOPTIONSCODESIGNATURE" val="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"/>
  <p:tag name="SMARTSETTINGSHASH" val="UItfbbf56VsV801Tm1+ZLniuImKs/t58DPI7x5bnHgM="/>
</p:tagLst>
</file>

<file path=ppt/tags/tag6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"/>
  <p:tag name="SMARTOPTIONSCODESIGNATURE" val="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"/>
  <p:tag name="SMARTSETTINGSHASH" val="UItfbbf56VsV801Tm1+ZLniuImKs/t58DPI7x5bnHgM="/>
</p:tagLst>
</file>

<file path=ppt/tags/tag6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"/>
  <p:tag name="SMARTOPTIONSCODESIGNATURE" val="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"/>
  <p:tag name="SMARTSETTINGSHASH" val="UItfbbf56VsV801Tm1+ZLniuImKs/t58DPI7x5bnHgM="/>
</p:tagLst>
</file>

<file path=ppt/tags/tag6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"/>
  <p:tag name="SMARTOPTIONSCODESIGNATURE" val="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"/>
  <p:tag name="SMARTSETTINGSHASH" val="UItfbbf56VsV801Tm1+ZLniuImKs/t58DPI7x5bnHgM="/>
</p:tagLst>
</file>

<file path=ppt/tags/tag6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"/>
  <p:tag name="SMARTOPTIONSCODESIGNATURE" val="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"/>
  <p:tag name="SMARTSETTINGSHASH" val="YO0u/sYg5gU3JG0Yo3+5g7s0ym1OuYKAZj4zMZ406Ik="/>
</p:tagLst>
</file>

<file path=ppt/tags/tag6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toFvHBE0DSHbpkvebRIgEbzMi2hInHW/XCMQAmcRuFU="/>
</p:tagLst>
</file>

<file path=ppt/tags/tag6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9ftbPzdYjmrrprxs6peuBe+uy7PGWnG8otq+na9Gr9eZHV7+q7Nlw0hI52dZ9P8671F41q2dVV+zU7Hp5f5ssXLv3GyzBZ5s6IP07D1b5z84t84SelZrSdlMU2nZdY00ubLFRM0fRT8+SRrcnlDX+SX6+Iya/P07FU2K6on67atlmkxrZZny/PK/+yzdLkuy8NbvPndrF7SiL/ey6d1XdVf79WfWOcNBhp9+4b3q2Uuv71/1+2V/tZ8jXfnda4dx9/uv8+c8e1sOSvz+rt1tlrlNY/ee/1knk/f5rOTeba8yGf+C8NoxcBOuhS5DWAPtPBldZnXdTHL00lVlenZsmi3zny2hGymTeeDUXp2vFqlhMcdB9BjWzwT4ucxw+u/jRcDZPCIIG4dE77t63m2yps0836nIeRXqfftFkEZv86hn/KZfCSQPZwieOEpztMtD/b4rGG4nRcHXsZz9256PJulH53R1H6UTlWbxNu+1/TTECNzvXUWwvj9QyB3PI7xn7Pn2SQvGQH57bPeTI5pGPzdFo/l0UdDsCyQ8RdZfVEsFdmX2WxG07bV/Xr8PD9vR723xm+qVeTTV8XFnFrvDA7EG/vndbVeMQj5LT6m7gtbm8bFLYbH5X/tjSv42I4r+FTH1fv8SUWILdJP0vub0OrreAcoHCJNHrXdOHcdYGPlIAIaCMIU/XwmYoY/xnjv/cEqY6afCM63Yv+x/8eGLqMGbJgy2nwjcfogb00fffVrAf/ZpFLEUg/TiBtvpFAX3K3pwy9+DcA/m7SJuyLD5DHtN1IoAvTWRDLvfj3w3wSpNps59YFusnTv6ZEM2LonXSjvZ+0EiVvYOx3UsMnzIMWNQ7+BmofIF2wgIp+/v+kTIM03Yv0GHGu/i5407Kby2yDdYkAHREHnwEqD/j3+0oD4Gl144vAeDHkb3TEUS2wk156SqxmkVxTsexLsjYXxdTr5WSTZYAi1kWj3biZaHPD7ks2D8vU6+tkjXfzTOm/X9TJt63Ueee+X9D/KS5NX8J9fvBH6eUYv3Qze+/OXbAotL6tilj4tmlXV5FvDESOislsbsPR3lZj2FsHebUGOLYqRod8aSj+Ix9OhHIb6Huxy+8G+B9CNw30POIMDDj/gfECsy5B1NOHBLHMW0rzjB2xVk5+m2D9t8uUsr0fiSxzXF02aD/NYkN+pA4UkcNKsCRp1hoWJ81/TiUl/4S/0oRnlcPN8WR+QGSy9ReTVxeAz8fo6gVgklcEv37ITKI2hnvrxzG07G46VNvXXjRBu29tQ5LGpr4iXfdvuPB++/8bPVm4Lz4Aqv32Oyzz9GIVH+QF2wBdmoebPB3GWlxrj4Rgu0Y/Hm3zbCFvGXN2BSfwaHQ4JQ9RdfL9uN7qkg/3Gva337Dn06v5/II6Gpazb/OFCmS/XC6e+hiWMDMQo/EjVeOdTVredz4xOvDUqOs5BbCwrdzpyvNb9wmOFASzuUpbjcbNeUBx9fRR+/LpYrMrivAB/TGlRs0nbKm2ESarzNFumHzHaH4074O724ZnBykKgz3qP0jPxi7JJ6bnqnaHbFSpdeYm7XaYVg04LmjzMrvx1ixeuZGrf650cE/9eb/wiZYv3ekkYf/c92++9Z/t7nfbhGwOsYr7CaleRlcUPwC+sQx43Oc14nZ9/9pE34x/dPaKpadpsScvG5zWtBLTzPG1W+RS8NusDFpbzmMwiE2E0PBqB+SqMf7yCqRVw/Gt0IQ9PRIu186IZC+PRv1G9CgI8o/G4vrZcX90woxchKNKyECnq8UakLvJOm4F2eDS4DYXCs/g95ve+6zC5+ybeFZ4+l3vwAm7ufa5c2/tcuVM/v5UNeC8G/jxvSbHV5DvRT/Ake7kzUk5ldk1JDsqA4lO2TPRxVlYXX5Mp2b8MDQ+eD5xhGNnNhnXgRTycfvB5Y/yTRVOQSoZf8kUxraumOm/HX56fF9N8fFLV+fiLpnpTF69b0iLjBX5f+75q7FEevDEAM4/1k7rM+UNBbvPiFh6LXyggPxTsNi0t4bG49STxh4LeDYs6Pdk0D0nQ0/w8W5dtepmV60jyDs9tGSmSEWx+WBLVXBXtdJ5u8TA2kG8DCDxTyhx1Bvpo8xt4BkT59vO9gbPMMyyUt+vm2UCetfsMCdc328sGMflmO5rUefb2hnadSVdN9LM977cdwYdO/C3560fzzjr+/y+zftt+Pmzab8lb/2+edWM6fzTxPxu9fPDM35LDbjPxM/F0bjHRlBmsriQxV1+sF5QcPn03zVcYyNZHXy2b9WpV1ZSe8+IL9jvGg0vIeCLu0cDH33RoRTmvCeWnKY1kspg/G3GWSRz2UmB4In7XDzXa8oPgr+WSb4y/8fjh9Hv3wPJ0yy7ufUAXX98z9oMAk/zelO03zwDX47FB0//LJ+c9evh/z9xsXBIxz48m55Y9fMNzEy4aDb06bDDiX7x/NH8bQf65jOrjvHf7aTscIhWebzxl0KPmLVyNOO/fboS3dcLi3P8N93ELB6xPKaekfpZJdVs38v+9lPJUxv/3aXXbLm5Bqp8tr15p/cN17NWdvqyKWSrrtPnWzatlJ2We1Vs3rnndEDV89DKrG1ow5HDgorjMl/6SIk/zK6ytYUXxHNEFPkF8kbVkU1Z13hBF8XIf9CqrW17F/pBIQ1dQmTaRxT/3q7fm+D60638H0+VgwV/AUtiApRCzGoXT1tf9DzeYS9fn+M31ijselCoeNlpBrD6vq/UKS3gehJNqTdNCIHbxBa2mjvmVr9qibMYUKb7IFsHKKZrKAvJH72+vGQGG36QX+P2szRcNaQUPoc/t5xtECmTwAOgq5Nc30tEp8J8b3scDpqdVuzYtaEC7h/Tj8WfeKIXS9PEnn9ywfIPnFv3hYVoK9VK/s+8V37+F/sTDS9zTbPkqJ05v8tcKqr2dBsZzA+1cw1uOCY9l8/fk8ON1Kx/c6PJ3H+nNvn9jt0FLdC0KhuZ4ls9e5dOWmLn8umh8O2ve5O9IhZHwfVNxSPd5j9nA0w31jLqz6mT8QpH9SExjujukIIae98QIT4iRIHJLtvWfPv+f39Jb858N0XLs6UTQe7ck694PjawGo/9Pk/XeLcl674dGVoPR/3fI+h5NLfW/jvZ+RjEMWdHFe8zEe84CMAuWaTYwBhb3UzT8IXBGB6f/77AGHjvn3bWpDcTVRfQfFn37mP1/lMThstwGAvNq9Q+LvF2s/j9K3N5q5Ab6mnXhHxaJI7j9f4fKt2x6y2bnxTIryxsCNvO8B6nBAh3SvOe8fkEpknlWjhXESbX4cvLTFAuINdyUI/KfW5DhhiY3fH0rAt6CcIPDdYHoTWPegOnXTpvhmWacuz/58gubxEvzd5HpHBgmEiHPq4uLvB6zJt366FlWlJT8aysy1kVL6aniB5qDZU5p6OOGgr5pnp5T5onWQEqiBL3AU9+MPxqh/8OhBYd4jg7PBy72v6K8my7ze+m6L/KmyS7yJ9U7QR5JO4P/10266RDCFhHy9n2w4fTNwOwMMl4Ad4j3us4W+r6Z8PxmzMn55rDvgh4aQMSbeb8xdOz1NzeCEPAQ/j134f2w75vCb24APdhDY4jZ4/cbRpC7+OZG4IMdQr6TNvk6eGty4JvGe+8WeNu8xNfBW6Pvbxrve7fA2wb+t8Pb+1N/pR+/5P8B96SA2U9VAAA="/>
  <p:tag name="SMARTOPTIONSCODESIGNATURE" val="BLF4JWurVfxIUHaELsi3Nd7j9DhOHL/Mzfty2RbBJndEYSJzEH2XjlOCGM5N4Y9nV5FTIAS219vteJTD3Z/4XWVvkZtfgQxlLmoV4wsdfH8OKo8X1itX6TvbMBqX/oVA+6SyYCB5R8xQ4594vwKX3+d6QJj8QV8I9/euyLGJBof34ivmhhRbXnBaRyyay1r8dKnNOuIGkZTn/zoB/RFkN++hixRlxyYGoJYmk9hnLTUGhiN+xcV4T178pA3JDT3bqSjbV1YYEDUiXfNhZcEEDh1Y2sAb87IQ+7WlC694jPU9ip4XAQBKAedRPoA3wYsewBmLptQX6R00D9TbbxddDA=="/>
  <p:tag name="SMARTSETTINGSHASH" val="qc0n8q8OTDWbeCEFVBtR+HYFLWKeTcIyKrVOywWjiD8="/>
</p:tagLst>
</file>

<file path=ppt/tags/tag6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6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6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6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6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None,Absolute"/>
</p:tagLst>
</file>

<file path=ppt/tags/tag6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None"/>
</p:tagLst>
</file>

<file path=ppt/tags/tag6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None"/>
</p:tagLst>
</file>

<file path=ppt/tags/tag6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None"/>
</p:tagLst>
</file>

<file path=ppt/tags/tag6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6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6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6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"/>
  <p:tag name="SMARTOPTIONSCODESIGNATURE" val="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"/>
  <p:tag name="SMARTSETTINGSHASH" val="UItfbbf56VsV801Tm1+ZLniuImKs/t58DPI7x5bnHgM="/>
</p:tagLst>
</file>

<file path=ppt/tags/tag6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"/>
  <p:tag name="SMARTOPTIONSCODESIGNATURE" val="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"/>
  <p:tag name="SMARTSETTINGSHASH" val="UItfbbf56VsV801Tm1+ZLniuImKs/t58DPI7x5bnHgM="/>
</p:tagLst>
</file>

<file path=ppt/tags/tag6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6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6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6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6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6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6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"/>
  <p:tag name="SMARTOPTIONSCODESIGNATURE" val="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"/>
  <p:tag name="SMARTSETTINGSHASH" val="UItfbbf56VsV801Tm1+ZLniuImKs/t58DPI7x5bnHgM="/>
</p:tagLst>
</file>

<file path=ppt/tags/tag6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"/>
  <p:tag name="SMARTOPTIONSCODESIGNATURE" val="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"/>
  <p:tag name="SMARTSETTINGSHASH" val="UItfbbf56VsV801Tm1+ZLniuImKs/t58DPI7x5bnHgM="/>
</p:tagLst>
</file>

<file path=ppt/tags/tag6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6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6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6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7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7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7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"/>
  <p:tag name="SMARTOPTIONSCODESIGNATURE" val="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"/>
  <p:tag name="SMARTSETTINGSHASH" val="UItfbbf56VsV801Tm1+ZLniuImKs/t58DPI7x5bnHgM="/>
</p:tagLst>
</file>

<file path=ppt/tags/tag7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"/>
  <p:tag name="SMARTOPTIONSCODESIGNATURE" val="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"/>
  <p:tag name="SMARTSETTINGSHASH" val="UItfbbf56VsV801Tm1+ZLniuImKs/t58DPI7x5bnHgM="/>
</p:tagLst>
</file>

<file path=ppt/tags/tag7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7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7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7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7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7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7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"/>
  <p:tag name="SMARTOPTIONSCODESIGNATURE" val="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"/>
  <p:tag name="SMARTSETTINGSHASH" val="UItfbbf56VsV801Tm1+ZLniuImKs/t58DPI7x5bnHgM="/>
</p:tagLst>
</file>

<file path=ppt/tags/tag7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"/>
  <p:tag name="SMARTOPTIONSCODESIGNATURE" val="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"/>
  <p:tag name="SMARTSETTINGSHASH" val="UItfbbf56VsV801Tm1+ZLniuImKs/t58DPI7x5bnHgM="/>
</p:tagLst>
</file>

<file path=ppt/tags/tag7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7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7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7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7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7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7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"/>
  <p:tag name="SMARTOPTIONSCODESIGNATURE" val="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"/>
  <p:tag name="SMARTSETTINGSHASH" val="UItfbbf56VsV801Tm1+ZLniuImKs/t58DPI7x5bnHgM="/>
</p:tagLst>
</file>

<file path=ppt/tags/tag7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"/>
  <p:tag name="SMARTOPTIONSCODESIGNATURE" val="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"/>
  <p:tag name="SMARTSETTINGSHASH" val="UItfbbf56VsV801Tm1+ZLniuImKs/t58DPI7x5bnHgM="/>
</p:tagLst>
</file>

<file path=ppt/tags/tag7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7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7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7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7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7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7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"/>
  <p:tag name="SMARTOPTIONSCODESIGNATURE" val="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"/>
  <p:tag name="SMARTSETTINGSHASH" val="UItfbbf56VsV801Tm1+ZLniuImKs/t58DPI7x5bnHgM="/>
</p:tagLst>
</file>

<file path=ppt/tags/tag7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"/>
  <p:tag name="SMARTOPTIONSCODESIGNATURE" val="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"/>
  <p:tag name="SMARTSETTINGSHASH" val="UItfbbf56VsV801Tm1+ZLniuImKs/t58DPI7x5bnHgM="/>
</p:tagLst>
</file>

<file path=ppt/tags/tag7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7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7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7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7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7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7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"/>
  <p:tag name="SMARTOPTIONSCODESIGNATURE" val="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"/>
  <p:tag name="SMARTSETTINGSHASH" val="UItfbbf56VsV801Tm1+ZLniuImKs/t58DPI7x5bnHgM="/>
</p:tagLst>
</file>

<file path=ppt/tags/tag7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"/>
  <p:tag name="SMARTOPTIONSCODESIGNATURE" val="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"/>
  <p:tag name="SMARTSETTINGSHASH" val="UItfbbf56VsV801Tm1+ZLniuImKs/t58DPI7x5bnHgM="/>
</p:tagLst>
</file>

<file path=ppt/tags/tag7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7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7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7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7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7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7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7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7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7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7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7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7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7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7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7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7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7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7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7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7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7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7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7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None,Absolute"/>
</p:tagLst>
</file>

<file path=ppt/tags/tag7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None,Absolute"/>
</p:tagLst>
</file>

<file path=ppt/tags/tag7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None,Absolute"/>
</p:tagLst>
</file>

<file path=ppt/tags/tag7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None,Absolute"/>
</p:tagLst>
</file>

<file path=ppt/tags/tag7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None,Absolute"/>
</p:tagLst>
</file>

<file path=ppt/tags/tag7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None,Absolute"/>
</p:tagLst>
</file>

<file path=ppt/tags/tag7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None,Absolute"/>
</p:tagLst>
</file>

<file path=ppt/tags/tag7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Absolute,Absolute,Absolute"/>
</p:tagLst>
</file>

<file path=ppt/tags/tag7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Absolute"/>
</p:tagLst>
</file>

<file path=ppt/tags/tag7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Absolute"/>
</p:tagLst>
</file>

<file path=ppt/tags/tag7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None,Absolute"/>
</p:tagLst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38630</TotalTime>
  <Words>7762</Words>
  <Application>Microsoft Office PowerPoint</Application>
  <PresentationFormat>와이드스크린</PresentationFormat>
  <Paragraphs>2620</Paragraphs>
  <Slides>30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40" baseType="lpstr">
      <vt:lpstr>-apple-system</vt:lpstr>
      <vt:lpstr>Noto Sans Mono</vt:lpstr>
      <vt:lpstr>나눔고딕</vt:lpstr>
      <vt:lpstr>맑은 고딕</vt:lpstr>
      <vt:lpstr>맑은 고딕</vt:lpstr>
      <vt:lpstr>Arial</vt:lpstr>
      <vt:lpstr>Calibri</vt:lpstr>
      <vt:lpstr>Segoe UI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지호B 김</dc:creator>
  <cp:lastModifiedBy>여 승은</cp:lastModifiedBy>
  <cp:revision>1409</cp:revision>
  <cp:lastPrinted>2024-02-28T02:25:29Z</cp:lastPrinted>
  <dcterms:created xsi:type="dcterms:W3CDTF">2023-11-01T06:30:31Z</dcterms:created>
  <dcterms:modified xsi:type="dcterms:W3CDTF">2026-04-02T07:08:41Z</dcterms:modified>
</cp:coreProperties>
</file>