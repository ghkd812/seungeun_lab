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4.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5.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77" r:id="rId2"/>
    <p:sldMasterId id="2147483697" r:id="rId3"/>
    <p:sldMasterId id="2147483716" r:id="rId4"/>
    <p:sldMasterId id="2147483738" r:id="rId5"/>
    <p:sldMasterId id="2147483761" r:id="rId6"/>
  </p:sldMasterIdLst>
  <p:notesMasterIdLst>
    <p:notesMasterId r:id="rId28"/>
  </p:notesMasterIdLst>
  <p:sldIdLst>
    <p:sldId id="267" r:id="rId7"/>
    <p:sldId id="332" r:id="rId8"/>
    <p:sldId id="338" r:id="rId9"/>
    <p:sldId id="333" r:id="rId10"/>
    <p:sldId id="339" r:id="rId11"/>
    <p:sldId id="340" r:id="rId12"/>
    <p:sldId id="289" r:id="rId13"/>
    <p:sldId id="322" r:id="rId14"/>
    <p:sldId id="323" r:id="rId15"/>
    <p:sldId id="324" r:id="rId16"/>
    <p:sldId id="325" r:id="rId17"/>
    <p:sldId id="326" r:id="rId18"/>
    <p:sldId id="328" r:id="rId19"/>
    <p:sldId id="327" r:id="rId20"/>
    <p:sldId id="329" r:id="rId21"/>
    <p:sldId id="330" r:id="rId22"/>
    <p:sldId id="331" r:id="rId23"/>
    <p:sldId id="335" r:id="rId24"/>
    <p:sldId id="334" r:id="rId25"/>
    <p:sldId id="336" r:id="rId26"/>
    <p:sldId id="337" r:id="rId27"/>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C1EB07-A8ED-4306-B116-7CDBF34BA75F}" v="57" dt="2019-08-13T09:36:20.515"/>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3404" autoAdjust="0"/>
  </p:normalViewPr>
  <p:slideViewPr>
    <p:cSldViewPr>
      <p:cViewPr varScale="1">
        <p:scale>
          <a:sx n="106" d="100"/>
          <a:sy n="106" d="100"/>
        </p:scale>
        <p:origin x="14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34" Type="http://schemas.microsoft.com/office/2015/10/relationships/revisionInfo" Target="revisionInfo.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viewProps" Target="viewProps.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권석 오" userId="03dd4ee67388a99b" providerId="LiveId" clId="{19C1EB07-A8ED-4306-B116-7CDBF34BA75F}"/>
    <pc:docChg chg="custSel modSld">
      <pc:chgData name="권석 오" userId="03dd4ee67388a99b" providerId="LiveId" clId="{19C1EB07-A8ED-4306-B116-7CDBF34BA75F}" dt="2019-08-13T09:36:20.515" v="543"/>
      <pc:docMkLst>
        <pc:docMk/>
      </pc:docMkLst>
      <pc:sldChg chg="modSp">
        <pc:chgData name="권석 오" userId="03dd4ee67388a99b" providerId="LiveId" clId="{19C1EB07-A8ED-4306-B116-7CDBF34BA75F}" dt="2019-08-13T09:32:20.384" v="537"/>
        <pc:sldMkLst>
          <pc:docMk/>
          <pc:sldMk cId="0" sldId="268"/>
        </pc:sldMkLst>
        <pc:graphicFrameChg chg="mod modGraphic">
          <ac:chgData name="권석 오" userId="03dd4ee67388a99b" providerId="LiveId" clId="{19C1EB07-A8ED-4306-B116-7CDBF34BA75F}" dt="2019-08-13T09:32:20.384" v="537"/>
          <ac:graphicFrameMkLst>
            <pc:docMk/>
            <pc:sldMk cId="0" sldId="268"/>
            <ac:graphicFrameMk id="5" creationId="{00000000-0000-0000-0000-000000000000}"/>
          </ac:graphicFrameMkLst>
        </pc:graphicFrameChg>
      </pc:sldChg>
      <pc:sldChg chg="delSp">
        <pc:chgData name="권석 오" userId="03dd4ee67388a99b" providerId="LiveId" clId="{19C1EB07-A8ED-4306-B116-7CDBF34BA75F}" dt="2019-08-13T09:36:04.394" v="541" actId="478"/>
        <pc:sldMkLst>
          <pc:docMk/>
          <pc:sldMk cId="874075412" sldId="322"/>
        </pc:sldMkLst>
        <pc:spChg chg="del">
          <ac:chgData name="권석 오" userId="03dd4ee67388a99b" providerId="LiveId" clId="{19C1EB07-A8ED-4306-B116-7CDBF34BA75F}" dt="2019-08-13T09:32:33.884" v="538"/>
          <ac:spMkLst>
            <pc:docMk/>
            <pc:sldMk cId="874075412" sldId="322"/>
            <ac:spMk id="259" creationId="{285B4171-3D58-4DBF-83CE-5329D8566C77}"/>
          </ac:spMkLst>
        </pc:spChg>
        <pc:spChg chg="del">
          <ac:chgData name="권석 오" userId="03dd4ee67388a99b" providerId="LiveId" clId="{19C1EB07-A8ED-4306-B116-7CDBF34BA75F}" dt="2019-08-13T09:36:04.394" v="541" actId="478"/>
          <ac:spMkLst>
            <pc:docMk/>
            <pc:sldMk cId="874075412" sldId="322"/>
            <ac:spMk id="274" creationId="{D9C9E5AA-2436-4AE6-A7FD-D98CBC6BF7C6}"/>
          </ac:spMkLst>
        </pc:spChg>
        <pc:grpChg chg="del">
          <ac:chgData name="권석 오" userId="03dd4ee67388a99b" providerId="LiveId" clId="{19C1EB07-A8ED-4306-B116-7CDBF34BA75F}" dt="2019-08-13T09:32:33.884" v="538"/>
          <ac:grpSpMkLst>
            <pc:docMk/>
            <pc:sldMk cId="874075412" sldId="322"/>
            <ac:grpSpMk id="269" creationId="{8A9FAF1C-DCBD-438D-8919-0E743051C494}"/>
          </ac:grpSpMkLst>
        </pc:grpChg>
      </pc:sldChg>
      <pc:sldChg chg="delSp">
        <pc:chgData name="권석 오" userId="03dd4ee67388a99b" providerId="LiveId" clId="{19C1EB07-A8ED-4306-B116-7CDBF34BA75F}" dt="2019-08-13T09:36:20.515" v="543"/>
        <pc:sldMkLst>
          <pc:docMk/>
          <pc:sldMk cId="2534296189" sldId="323"/>
        </pc:sldMkLst>
        <pc:spChg chg="del">
          <ac:chgData name="권석 오" userId="03dd4ee67388a99b" providerId="LiveId" clId="{19C1EB07-A8ED-4306-B116-7CDBF34BA75F}" dt="2019-08-13T09:36:20.515" v="543"/>
          <ac:spMkLst>
            <pc:docMk/>
            <pc:sldMk cId="2534296189" sldId="323"/>
            <ac:spMk id="134" creationId="{3B333DBF-023D-4042-B257-7B5410BC3D59}"/>
          </ac:spMkLst>
        </pc:spChg>
        <pc:spChg chg="del">
          <ac:chgData name="권석 오" userId="03dd4ee67388a99b" providerId="LiveId" clId="{19C1EB07-A8ED-4306-B116-7CDBF34BA75F}" dt="2019-08-13T09:36:11.025" v="542" actId="478"/>
          <ac:spMkLst>
            <pc:docMk/>
            <pc:sldMk cId="2534296189" sldId="323"/>
            <ac:spMk id="274" creationId="{D9C9E5AA-2436-4AE6-A7FD-D98CBC6BF7C6}"/>
          </ac:spMkLst>
        </pc:spChg>
      </pc:sldChg>
      <pc:sldChg chg="addSp delSp modSp">
        <pc:chgData name="권석 오" userId="03dd4ee67388a99b" providerId="LiveId" clId="{19C1EB07-A8ED-4306-B116-7CDBF34BA75F}" dt="2019-08-05T07:57:21.541" v="495"/>
        <pc:sldMkLst>
          <pc:docMk/>
          <pc:sldMk cId="1381691068" sldId="327"/>
        </pc:sldMkLst>
        <pc:spChg chg="add mod">
          <ac:chgData name="권석 오" userId="03dd4ee67388a99b" providerId="LiveId" clId="{19C1EB07-A8ED-4306-B116-7CDBF34BA75F}" dt="2019-08-05T07:57:11.597" v="491" actId="20577"/>
          <ac:spMkLst>
            <pc:docMk/>
            <pc:sldMk cId="1381691068" sldId="327"/>
            <ac:spMk id="21" creationId="{744CB611-0AC5-4907-BF17-C87AC872E55E}"/>
          </ac:spMkLst>
        </pc:spChg>
        <pc:spChg chg="add mod">
          <ac:chgData name="권석 오" userId="03dd4ee67388a99b" providerId="LiveId" clId="{19C1EB07-A8ED-4306-B116-7CDBF34BA75F}" dt="2019-08-05T07:57:14.182" v="493" actId="20577"/>
          <ac:spMkLst>
            <pc:docMk/>
            <pc:sldMk cId="1381691068" sldId="327"/>
            <ac:spMk id="22" creationId="{F3B2A370-CDB5-4D24-A1E1-B911F74409A2}"/>
          </ac:spMkLst>
        </pc:spChg>
        <pc:spChg chg="mod">
          <ac:chgData name="권석 오" userId="03dd4ee67388a99b" providerId="LiveId" clId="{19C1EB07-A8ED-4306-B116-7CDBF34BA75F}" dt="2019-08-05T07:47:56.646" v="1" actId="1035"/>
          <ac:spMkLst>
            <pc:docMk/>
            <pc:sldMk cId="1381691068" sldId="327"/>
            <ac:spMk id="113" creationId="{0C32218E-E779-4A1E-A294-C77FA54C8E14}"/>
          </ac:spMkLst>
        </pc:spChg>
        <pc:spChg chg="del">
          <ac:chgData name="권석 오" userId="03dd4ee67388a99b" providerId="LiveId" clId="{19C1EB07-A8ED-4306-B116-7CDBF34BA75F}" dt="2019-08-05T07:52:19.913" v="84"/>
          <ac:spMkLst>
            <pc:docMk/>
            <pc:sldMk cId="1381691068" sldId="327"/>
            <ac:spMk id="125" creationId="{BA630766-32C0-4767-935D-FE64E9063063}"/>
          </ac:spMkLst>
        </pc:spChg>
        <pc:graphicFrameChg chg="mod">
          <ac:chgData name="권석 오" userId="03dd4ee67388a99b" providerId="LiveId" clId="{19C1EB07-A8ED-4306-B116-7CDBF34BA75F}" dt="2019-08-05T07:57:21.541" v="495"/>
          <ac:graphicFrameMkLst>
            <pc:docMk/>
            <pc:sldMk cId="1381691068" sldId="327"/>
            <ac:graphicFrameMk id="104" creationId="{5ECBE90A-3E43-4B22-A23E-74563FDEF54B}"/>
          </ac:graphicFrameMkLst>
        </pc:graphicFrameChg>
      </pc:sldChg>
      <pc:sldChg chg="addSp delSp modSp">
        <pc:chgData name="권석 오" userId="03dd4ee67388a99b" providerId="LiveId" clId="{19C1EB07-A8ED-4306-B116-7CDBF34BA75F}" dt="2019-08-05T08:31:01.946" v="498" actId="1035"/>
        <pc:sldMkLst>
          <pc:docMk/>
          <pc:sldMk cId="825774187" sldId="328"/>
        </pc:sldMkLst>
        <pc:spChg chg="add mod">
          <ac:chgData name="권석 오" userId="03dd4ee67388a99b" providerId="LiveId" clId="{19C1EB07-A8ED-4306-B116-7CDBF34BA75F}" dt="2019-08-05T07:56:19.297" v="459" actId="571"/>
          <ac:spMkLst>
            <pc:docMk/>
            <pc:sldMk cId="825774187" sldId="328"/>
            <ac:spMk id="53" creationId="{8268A264-7D13-4411-8751-7472511A8EB7}"/>
          </ac:spMkLst>
        </pc:spChg>
        <pc:spChg chg="add mod">
          <ac:chgData name="권석 오" userId="03dd4ee67388a99b" providerId="LiveId" clId="{19C1EB07-A8ED-4306-B116-7CDBF34BA75F}" dt="2019-08-05T07:56:20.795" v="460" actId="571"/>
          <ac:spMkLst>
            <pc:docMk/>
            <pc:sldMk cId="825774187" sldId="328"/>
            <ac:spMk id="55" creationId="{C7BE047A-B1C7-4D2A-A8AB-9063F0C94BD5}"/>
          </ac:spMkLst>
        </pc:spChg>
        <pc:spChg chg="add mod">
          <ac:chgData name="권석 오" userId="03dd4ee67388a99b" providerId="LiveId" clId="{19C1EB07-A8ED-4306-B116-7CDBF34BA75F}" dt="2019-08-05T07:56:24.510" v="461" actId="571"/>
          <ac:spMkLst>
            <pc:docMk/>
            <pc:sldMk cId="825774187" sldId="328"/>
            <ac:spMk id="56" creationId="{C4B0634A-2A65-42BF-9BF4-9172498ACFAA}"/>
          </ac:spMkLst>
        </pc:spChg>
        <pc:spChg chg="add mod">
          <ac:chgData name="권석 오" userId="03dd4ee67388a99b" providerId="LiveId" clId="{19C1EB07-A8ED-4306-B116-7CDBF34BA75F}" dt="2019-08-05T07:56:25.673" v="462" actId="571"/>
          <ac:spMkLst>
            <pc:docMk/>
            <pc:sldMk cId="825774187" sldId="328"/>
            <ac:spMk id="57" creationId="{BC56B4A3-D810-4824-9AA1-077B3F2A0A01}"/>
          </ac:spMkLst>
        </pc:spChg>
        <pc:spChg chg="mod">
          <ac:chgData name="권석 오" userId="03dd4ee67388a99b" providerId="LiveId" clId="{19C1EB07-A8ED-4306-B116-7CDBF34BA75F}" dt="2019-08-05T07:51:46.983" v="54" actId="1038"/>
          <ac:spMkLst>
            <pc:docMk/>
            <pc:sldMk cId="825774187" sldId="328"/>
            <ac:spMk id="71" creationId="{8613FCA2-F666-47DF-8AF8-EED132671D07}"/>
          </ac:spMkLst>
        </pc:spChg>
        <pc:spChg chg="mod">
          <ac:chgData name="권석 오" userId="03dd4ee67388a99b" providerId="LiveId" clId="{19C1EB07-A8ED-4306-B116-7CDBF34BA75F}" dt="2019-08-05T07:52:03.160" v="82" actId="1037"/>
          <ac:spMkLst>
            <pc:docMk/>
            <pc:sldMk cId="825774187" sldId="328"/>
            <ac:spMk id="75" creationId="{796C5E9D-0B4E-4BA5-A8A6-CA6065FB1792}"/>
          </ac:spMkLst>
        </pc:spChg>
        <pc:spChg chg="mod">
          <ac:chgData name="권석 오" userId="03dd4ee67388a99b" providerId="LiveId" clId="{19C1EB07-A8ED-4306-B116-7CDBF34BA75F}" dt="2019-08-05T07:56:28.285" v="466" actId="20577"/>
          <ac:spMkLst>
            <pc:docMk/>
            <pc:sldMk cId="825774187" sldId="328"/>
            <ac:spMk id="94" creationId="{44489A22-2A56-4842-BEFD-932BB32829C5}"/>
          </ac:spMkLst>
        </pc:spChg>
        <pc:spChg chg="mod">
          <ac:chgData name="권석 오" userId="03dd4ee67388a99b" providerId="LiveId" clId="{19C1EB07-A8ED-4306-B116-7CDBF34BA75F}" dt="2019-08-05T08:30:57.100" v="496" actId="1035"/>
          <ac:spMkLst>
            <pc:docMk/>
            <pc:sldMk cId="825774187" sldId="328"/>
            <ac:spMk id="95" creationId="{12F4881E-34BF-483A-B8AC-B03CF93C6D96}"/>
          </ac:spMkLst>
        </pc:spChg>
        <pc:spChg chg="mod">
          <ac:chgData name="권석 오" userId="03dd4ee67388a99b" providerId="LiveId" clId="{19C1EB07-A8ED-4306-B116-7CDBF34BA75F}" dt="2019-08-05T07:56:31.837" v="470" actId="20577"/>
          <ac:spMkLst>
            <pc:docMk/>
            <pc:sldMk cId="825774187" sldId="328"/>
            <ac:spMk id="96" creationId="{89BC3294-ED6A-466D-95D5-5BFA578EB737}"/>
          </ac:spMkLst>
        </pc:spChg>
        <pc:spChg chg="mod">
          <ac:chgData name="권석 오" userId="03dd4ee67388a99b" providerId="LiveId" clId="{19C1EB07-A8ED-4306-B116-7CDBF34BA75F}" dt="2019-08-05T08:31:01.946" v="498" actId="1035"/>
          <ac:spMkLst>
            <pc:docMk/>
            <pc:sldMk cId="825774187" sldId="328"/>
            <ac:spMk id="97" creationId="{264FE4E5-C545-4473-8728-8108D823BC93}"/>
          </ac:spMkLst>
        </pc:spChg>
        <pc:spChg chg="del">
          <ac:chgData name="권석 오" userId="03dd4ee67388a99b" providerId="LiveId" clId="{19C1EB07-A8ED-4306-B116-7CDBF34BA75F}" dt="2019-08-05T07:52:17.902" v="83"/>
          <ac:spMkLst>
            <pc:docMk/>
            <pc:sldMk cId="825774187" sldId="328"/>
            <ac:spMk id="98" creationId="{2E1B452E-7E1F-4B45-AAAA-E00DC50B9D6F}"/>
          </ac:spMkLst>
        </pc:spChg>
        <pc:graphicFrameChg chg="mod modGraphic">
          <ac:chgData name="권석 오" userId="03dd4ee67388a99b" providerId="LiveId" clId="{19C1EB07-A8ED-4306-B116-7CDBF34BA75F}" dt="2019-08-05T07:57:18.563" v="494"/>
          <ac:graphicFrameMkLst>
            <pc:docMk/>
            <pc:sldMk cId="825774187" sldId="328"/>
            <ac:graphicFrameMk id="104" creationId="{5ECBE90A-3E43-4B22-A23E-74563FDEF54B}"/>
          </ac:graphicFrameMkLst>
        </pc:graphicFrameChg>
      </pc:sldChg>
      <pc:sldChg chg="modSp">
        <pc:chgData name="권석 오" userId="03dd4ee67388a99b" providerId="LiveId" clId="{19C1EB07-A8ED-4306-B116-7CDBF34BA75F}" dt="2019-08-05T08:34:28.593" v="499" actId="1035"/>
        <pc:sldMkLst>
          <pc:docMk/>
          <pc:sldMk cId="1084641178" sldId="329"/>
        </pc:sldMkLst>
        <pc:spChg chg="mod">
          <ac:chgData name="권석 오" userId="03dd4ee67388a99b" providerId="LiveId" clId="{19C1EB07-A8ED-4306-B116-7CDBF34BA75F}" dt="2019-08-05T08:34:28.593" v="499" actId="1035"/>
          <ac:spMkLst>
            <pc:docMk/>
            <pc:sldMk cId="1084641178" sldId="329"/>
            <ac:spMk id="51" creationId="{0AAAEAF6-045A-47B2-92B1-17E5327C56A5}"/>
          </ac:spMkLst>
        </pc:spChg>
        <pc:spChg chg="mod">
          <ac:chgData name="권석 오" userId="03dd4ee67388a99b" providerId="LiveId" clId="{19C1EB07-A8ED-4306-B116-7CDBF34BA75F}" dt="2019-08-05T08:34:28.593" v="499" actId="1035"/>
          <ac:spMkLst>
            <pc:docMk/>
            <pc:sldMk cId="1084641178" sldId="329"/>
            <ac:spMk id="70" creationId="{D3B205FA-6968-4683-BAFA-1B86F3E4A63C}"/>
          </ac:spMkLst>
        </pc:spChg>
      </pc:sldChg>
      <pc:sldChg chg="delSp">
        <pc:chgData name="권석 오" userId="03dd4ee67388a99b" providerId="LiveId" clId="{19C1EB07-A8ED-4306-B116-7CDBF34BA75F}" dt="2019-08-13T09:34:06.651" v="539"/>
        <pc:sldMkLst>
          <pc:docMk/>
          <pc:sldMk cId="4013321186" sldId="333"/>
        </pc:sldMkLst>
        <pc:spChg chg="del">
          <ac:chgData name="권석 오" userId="03dd4ee67388a99b" providerId="LiveId" clId="{19C1EB07-A8ED-4306-B116-7CDBF34BA75F}" dt="2019-08-13T09:34:06.651" v="539"/>
          <ac:spMkLst>
            <pc:docMk/>
            <pc:sldMk cId="4013321186" sldId="333"/>
            <ac:spMk id="274" creationId="{D9C9E5AA-2436-4AE6-A7FD-D98CBC6BF7C6}"/>
          </ac:spMkLst>
        </pc:spChg>
      </pc:sldChg>
      <pc:sldChg chg="delSp">
        <pc:chgData name="권석 오" userId="03dd4ee67388a99b" providerId="LiveId" clId="{19C1EB07-A8ED-4306-B116-7CDBF34BA75F}" dt="2019-08-13T09:34:14.131" v="540"/>
        <pc:sldMkLst>
          <pc:docMk/>
          <pc:sldMk cId="1104409312" sldId="338"/>
        </pc:sldMkLst>
        <pc:spChg chg="del">
          <ac:chgData name="권석 오" userId="03dd4ee67388a99b" providerId="LiveId" clId="{19C1EB07-A8ED-4306-B116-7CDBF34BA75F}" dt="2019-08-13T09:34:14.131" v="540"/>
          <ac:spMkLst>
            <pc:docMk/>
            <pc:sldMk cId="1104409312" sldId="338"/>
            <ac:spMk id="274" creationId="{D9C9E5AA-2436-4AE6-A7FD-D98CBC6BF7C6}"/>
          </ac:spMkLst>
        </pc:spChg>
      </pc:sldChg>
      <pc:sldChg chg="modSp">
        <pc:chgData name="권석 오" userId="03dd4ee67388a99b" providerId="LiveId" clId="{19C1EB07-A8ED-4306-B116-7CDBF34BA75F}" dt="2019-08-05T07:50:37.504" v="13" actId="20577"/>
        <pc:sldMkLst>
          <pc:docMk/>
          <pc:sldMk cId="1827352721" sldId="340"/>
        </pc:sldMkLst>
        <pc:spChg chg="mod">
          <ac:chgData name="권석 오" userId="03dd4ee67388a99b" providerId="LiveId" clId="{19C1EB07-A8ED-4306-B116-7CDBF34BA75F}" dt="2019-08-05T07:50:37.504" v="13" actId="20577"/>
          <ac:spMkLst>
            <pc:docMk/>
            <pc:sldMk cId="1827352721" sldId="340"/>
            <ac:spMk id="39" creationId="{007BED4A-AA39-4D80-837C-44965063344E}"/>
          </ac:spMkLst>
        </pc:spChg>
        <pc:graphicFrameChg chg="mod modGraphic">
          <ac:chgData name="권석 오" userId="03dd4ee67388a99b" providerId="LiveId" clId="{19C1EB07-A8ED-4306-B116-7CDBF34BA75F}" dt="2019-08-05T07:50:26.103" v="10" actId="1037"/>
          <ac:graphicFrameMkLst>
            <pc:docMk/>
            <pc:sldMk cId="1827352721" sldId="340"/>
            <ac:graphicFrameMk id="2" creationId="{CA5DAEB9-C530-4149-859A-750A8E4CF86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BFD6EE-FF92-4521-8625-1CDAD8BD6103}" type="datetimeFigureOut">
              <a:rPr lang="ko-KR" altLang="en-US" smtClean="0"/>
              <a:t>2026-04-17</a:t>
            </a:fld>
            <a:endParaRPr lang="ko-KR" altLang="en-US"/>
          </a:p>
        </p:txBody>
      </p:sp>
      <p:sp>
        <p:nvSpPr>
          <p:cNvPr id="4" name="슬라이드 이미지 개체 틀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A17502-D6B8-4D17-9A15-6DF689D30E83}" type="slidenum">
              <a:rPr lang="ko-KR" altLang="en-US" smtClean="0"/>
              <a:t>‹#›</a:t>
            </a:fld>
            <a:endParaRPr lang="ko-KR" altLang="en-US"/>
          </a:p>
        </p:txBody>
      </p:sp>
    </p:spTree>
    <p:extLst>
      <p:ext uri="{BB962C8B-B14F-4D97-AF65-F5344CB8AC3E}">
        <p14:creationId xmlns:p14="http://schemas.microsoft.com/office/powerpoint/2010/main" val="272010316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슬라이드 이미지 개체 틀 1"/>
          <p:cNvSpPr>
            <a:spLocks noGrp="1" noRot="1" noChangeAspect="1" noTextEdit="1"/>
          </p:cNvSpPr>
          <p:nvPr>
            <p:ph type="sldImg"/>
          </p:nvPr>
        </p:nvSpPr>
        <p:spPr bwMode="auto">
          <a:xfrm>
            <a:off x="952500" y="685800"/>
            <a:ext cx="4953000" cy="3429000"/>
          </a:xfrm>
          <a:noFill/>
          <a:ln>
            <a:solidFill>
              <a:srgbClr val="000000"/>
            </a:solidFill>
            <a:miter lim="800000"/>
            <a:headEnd/>
            <a:tailEnd/>
          </a:ln>
        </p:spPr>
      </p:sp>
      <p:sp>
        <p:nvSpPr>
          <p:cNvPr id="26626" name="슬라이드 노트 개체 틀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ko-KR" altLang="en-US" dirty="0">
              <a:latin typeface="맑은 고딕" panose="020B0503020000020004" pitchFamily="50" charset="-127"/>
              <a:ea typeface="맑은 고딕" panose="020B0503020000020004" pitchFamily="50" charset="-127"/>
            </a:endParaRPr>
          </a:p>
        </p:txBody>
      </p:sp>
      <p:sp>
        <p:nvSpPr>
          <p:cNvPr id="26627" name="슬라이드 번호 개체 틀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11557EB-98C2-495E-8EE3-F021375EDF0C}" type="slidenum">
              <a:rPr lang="ko-KR" altLang="en-US">
                <a:latin typeface="맑은 고딕" panose="020B0503020000020004" pitchFamily="50" charset="-127"/>
                <a:ea typeface="맑은 고딕" panose="020B0503020000020004" pitchFamily="50" charset="-127"/>
              </a:rPr>
              <a:pPr fontAlgn="base">
                <a:spcBef>
                  <a:spcPct val="0"/>
                </a:spcBef>
                <a:spcAft>
                  <a:spcPct val="0"/>
                </a:spcAft>
              </a:pPr>
              <a:t>1</a:t>
            </a:fld>
            <a:endParaRPr lang="en-US" altLang="ko-KR" dirty="0">
              <a:latin typeface="맑은 고딕" panose="020B0503020000020004" pitchFamily="50" charset="-127"/>
              <a:ea typeface="맑은 고딕" panose="020B0503020000020004" pitchFamily="50" charset="-127"/>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슬라이드 이미지 개체 틀 1"/>
          <p:cNvSpPr>
            <a:spLocks noGrp="1" noRot="1" noChangeAspect="1" noTextEdit="1"/>
          </p:cNvSpPr>
          <p:nvPr>
            <p:ph type="sldImg"/>
          </p:nvPr>
        </p:nvSpPr>
        <p:spPr bwMode="auto">
          <a:xfrm>
            <a:off x="952500" y="685800"/>
            <a:ext cx="4953000" cy="3429000"/>
          </a:xfrm>
          <a:noFill/>
          <a:ln>
            <a:solidFill>
              <a:srgbClr val="000000"/>
            </a:solidFill>
            <a:miter lim="800000"/>
            <a:headEnd/>
            <a:tailEnd/>
          </a:ln>
        </p:spPr>
      </p:sp>
      <p:sp>
        <p:nvSpPr>
          <p:cNvPr id="26626" name="슬라이드 노트 개체 틀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ko-KR" altLang="en-US">
                <a:latin typeface="굴림" pitchFamily="50" charset="-127"/>
                <a:ea typeface="굴림" pitchFamily="50" charset="-127"/>
              </a:rPr>
              <a:t>맞춤검색은 헤더의 검색과 통합</a:t>
            </a:r>
            <a:endParaRPr lang="en-US" altLang="ko-KR">
              <a:latin typeface="굴림" pitchFamily="50" charset="-127"/>
              <a:ea typeface="굴림" pitchFamily="50" charset="-127"/>
            </a:endParaRPr>
          </a:p>
          <a:p>
            <a:pPr>
              <a:spcBef>
                <a:spcPct val="0"/>
              </a:spcBef>
            </a:pPr>
            <a:endParaRPr lang="ko-KR" altLang="en-US">
              <a:latin typeface="굴림" pitchFamily="50" charset="-127"/>
              <a:ea typeface="굴림" pitchFamily="50" charset="-127"/>
            </a:endParaRPr>
          </a:p>
        </p:txBody>
      </p:sp>
      <p:sp>
        <p:nvSpPr>
          <p:cNvPr id="26627" name="슬라이드 번호 개체 틀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11557EB-98C2-495E-8EE3-F021375EDF0C}" type="slidenum">
              <a:rPr lang="ko-KR" altLang="en-US">
                <a:latin typeface="굴림" pitchFamily="50" charset="-127"/>
                <a:ea typeface="굴림" pitchFamily="50" charset="-127"/>
              </a:rPr>
              <a:pPr fontAlgn="base">
                <a:spcBef>
                  <a:spcPct val="0"/>
                </a:spcBef>
                <a:spcAft>
                  <a:spcPct val="0"/>
                </a:spcAft>
              </a:pPr>
              <a:t>2</a:t>
            </a:fld>
            <a:endParaRPr lang="en-US" altLang="ko-KR">
              <a:latin typeface="굴림" pitchFamily="50" charset="-127"/>
              <a:ea typeface="굴림" pitchFamily="50" charset="-127"/>
            </a:endParaRPr>
          </a:p>
        </p:txBody>
      </p:sp>
    </p:spTree>
    <p:extLst>
      <p:ext uri="{BB962C8B-B14F-4D97-AF65-F5344CB8AC3E}">
        <p14:creationId xmlns:p14="http://schemas.microsoft.com/office/powerpoint/2010/main" val="35914472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슬라이드 이미지 개체 틀 1"/>
          <p:cNvSpPr>
            <a:spLocks noGrp="1" noRot="1" noChangeAspect="1" noTextEdit="1"/>
          </p:cNvSpPr>
          <p:nvPr>
            <p:ph type="sldImg"/>
          </p:nvPr>
        </p:nvSpPr>
        <p:spPr bwMode="auto">
          <a:xfrm>
            <a:off x="952500" y="685800"/>
            <a:ext cx="4953000" cy="3429000"/>
          </a:xfrm>
          <a:noFill/>
          <a:ln>
            <a:solidFill>
              <a:srgbClr val="000000"/>
            </a:solidFill>
            <a:miter lim="800000"/>
            <a:headEnd/>
            <a:tailEnd/>
          </a:ln>
        </p:spPr>
      </p:sp>
      <p:sp>
        <p:nvSpPr>
          <p:cNvPr id="26626" name="슬라이드 노트 개체 틀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ko-KR" altLang="en-US">
                <a:latin typeface="굴림" pitchFamily="50" charset="-127"/>
                <a:ea typeface="굴림" pitchFamily="50" charset="-127"/>
              </a:rPr>
              <a:t>맞춤검색은 헤더의 검색과 통합</a:t>
            </a:r>
            <a:endParaRPr lang="en-US" altLang="ko-KR">
              <a:latin typeface="굴림" pitchFamily="50" charset="-127"/>
              <a:ea typeface="굴림" pitchFamily="50" charset="-127"/>
            </a:endParaRPr>
          </a:p>
          <a:p>
            <a:pPr>
              <a:spcBef>
                <a:spcPct val="0"/>
              </a:spcBef>
            </a:pPr>
            <a:endParaRPr lang="ko-KR" altLang="en-US">
              <a:latin typeface="굴림" pitchFamily="50" charset="-127"/>
              <a:ea typeface="굴림" pitchFamily="50" charset="-127"/>
            </a:endParaRPr>
          </a:p>
        </p:txBody>
      </p:sp>
      <p:sp>
        <p:nvSpPr>
          <p:cNvPr id="26627" name="슬라이드 번호 개체 틀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11557EB-98C2-495E-8EE3-F021375EDF0C}" type="slidenum">
              <a:rPr lang="ko-KR" altLang="en-US">
                <a:latin typeface="굴림" pitchFamily="50" charset="-127"/>
                <a:ea typeface="굴림" pitchFamily="50" charset="-127"/>
              </a:rPr>
              <a:pPr fontAlgn="base">
                <a:spcBef>
                  <a:spcPct val="0"/>
                </a:spcBef>
                <a:spcAft>
                  <a:spcPct val="0"/>
                </a:spcAft>
              </a:pPr>
              <a:t>7</a:t>
            </a:fld>
            <a:endParaRPr lang="en-US" altLang="ko-KR">
              <a:latin typeface="굴림" pitchFamily="50" charset="-127"/>
              <a:ea typeface="굴림" pitchFamily="50" charset="-127"/>
            </a:endParaRPr>
          </a:p>
        </p:txBody>
      </p:sp>
    </p:spTree>
    <p:extLst>
      <p:ext uri="{BB962C8B-B14F-4D97-AF65-F5344CB8AC3E}">
        <p14:creationId xmlns:p14="http://schemas.microsoft.com/office/powerpoint/2010/main" val="1609577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슬라이드 이미지 개체 틀 1"/>
          <p:cNvSpPr>
            <a:spLocks noGrp="1" noRot="1" noChangeAspect="1" noTextEdit="1"/>
          </p:cNvSpPr>
          <p:nvPr>
            <p:ph type="sldImg"/>
          </p:nvPr>
        </p:nvSpPr>
        <p:spPr bwMode="auto">
          <a:xfrm>
            <a:off x="952500" y="685800"/>
            <a:ext cx="4953000" cy="3429000"/>
          </a:xfrm>
          <a:noFill/>
          <a:ln>
            <a:solidFill>
              <a:srgbClr val="000000"/>
            </a:solidFill>
            <a:miter lim="800000"/>
            <a:headEnd/>
            <a:tailEnd/>
          </a:ln>
        </p:spPr>
      </p:sp>
      <p:sp>
        <p:nvSpPr>
          <p:cNvPr id="26626" name="슬라이드 노트 개체 틀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ko-KR" altLang="en-US">
                <a:latin typeface="굴림" pitchFamily="50" charset="-127"/>
                <a:ea typeface="굴림" pitchFamily="50" charset="-127"/>
              </a:rPr>
              <a:t>맞춤검색은 헤더의 검색과 통합</a:t>
            </a:r>
            <a:endParaRPr lang="en-US" altLang="ko-KR">
              <a:latin typeface="굴림" pitchFamily="50" charset="-127"/>
              <a:ea typeface="굴림" pitchFamily="50" charset="-127"/>
            </a:endParaRPr>
          </a:p>
          <a:p>
            <a:pPr>
              <a:spcBef>
                <a:spcPct val="0"/>
              </a:spcBef>
            </a:pPr>
            <a:endParaRPr lang="ko-KR" altLang="en-US">
              <a:latin typeface="굴림" pitchFamily="50" charset="-127"/>
              <a:ea typeface="굴림" pitchFamily="50" charset="-127"/>
            </a:endParaRPr>
          </a:p>
        </p:txBody>
      </p:sp>
      <p:sp>
        <p:nvSpPr>
          <p:cNvPr id="26627" name="슬라이드 번호 개체 틀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11557EB-98C2-495E-8EE3-F021375EDF0C}" type="slidenum">
              <a:rPr lang="ko-KR" altLang="en-US">
                <a:latin typeface="굴림" pitchFamily="50" charset="-127"/>
                <a:ea typeface="굴림" pitchFamily="50" charset="-127"/>
              </a:rPr>
              <a:pPr fontAlgn="base">
                <a:spcBef>
                  <a:spcPct val="0"/>
                </a:spcBef>
                <a:spcAft>
                  <a:spcPct val="0"/>
                </a:spcAft>
              </a:pPr>
              <a:t>12</a:t>
            </a:fld>
            <a:endParaRPr lang="en-US" altLang="ko-KR">
              <a:latin typeface="굴림" pitchFamily="50" charset="-127"/>
              <a:ea typeface="굴림" pitchFamily="50" charset="-127"/>
            </a:endParaRPr>
          </a:p>
        </p:txBody>
      </p:sp>
    </p:spTree>
    <p:extLst>
      <p:ext uri="{BB962C8B-B14F-4D97-AF65-F5344CB8AC3E}">
        <p14:creationId xmlns:p14="http://schemas.microsoft.com/office/powerpoint/2010/main" val="21784933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BCA17502-D6B8-4D17-9A15-6DF689D30E83}" type="slidenum">
              <a:rPr lang="ko-KR" altLang="en-US" smtClean="0"/>
              <a:t>13</a:t>
            </a:fld>
            <a:endParaRPr lang="ko-KR" altLang="en-US"/>
          </a:p>
        </p:txBody>
      </p:sp>
    </p:spTree>
    <p:extLst>
      <p:ext uri="{BB962C8B-B14F-4D97-AF65-F5344CB8AC3E}">
        <p14:creationId xmlns:p14="http://schemas.microsoft.com/office/powerpoint/2010/main" val="922513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슬라이드 이미지 개체 틀 1"/>
          <p:cNvSpPr>
            <a:spLocks noGrp="1" noRot="1" noChangeAspect="1" noTextEdit="1"/>
          </p:cNvSpPr>
          <p:nvPr>
            <p:ph type="sldImg"/>
          </p:nvPr>
        </p:nvSpPr>
        <p:spPr bwMode="auto">
          <a:xfrm>
            <a:off x="952500" y="685800"/>
            <a:ext cx="4953000" cy="3429000"/>
          </a:xfrm>
          <a:noFill/>
          <a:ln>
            <a:solidFill>
              <a:srgbClr val="000000"/>
            </a:solidFill>
            <a:miter lim="800000"/>
            <a:headEnd/>
            <a:tailEnd/>
          </a:ln>
        </p:spPr>
      </p:sp>
      <p:sp>
        <p:nvSpPr>
          <p:cNvPr id="26626" name="슬라이드 노트 개체 틀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ko-KR" altLang="en-US">
                <a:latin typeface="굴림" pitchFamily="50" charset="-127"/>
                <a:ea typeface="굴림" pitchFamily="50" charset="-127"/>
              </a:rPr>
              <a:t>맞춤검색은 헤더의 검색과 통합</a:t>
            </a:r>
            <a:endParaRPr lang="en-US" altLang="ko-KR">
              <a:latin typeface="굴림" pitchFamily="50" charset="-127"/>
              <a:ea typeface="굴림" pitchFamily="50" charset="-127"/>
            </a:endParaRPr>
          </a:p>
          <a:p>
            <a:pPr>
              <a:spcBef>
                <a:spcPct val="0"/>
              </a:spcBef>
            </a:pPr>
            <a:endParaRPr lang="ko-KR" altLang="en-US">
              <a:latin typeface="굴림" pitchFamily="50" charset="-127"/>
              <a:ea typeface="굴림" pitchFamily="50" charset="-127"/>
            </a:endParaRPr>
          </a:p>
        </p:txBody>
      </p:sp>
      <p:sp>
        <p:nvSpPr>
          <p:cNvPr id="26627" name="슬라이드 번호 개체 틀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11557EB-98C2-495E-8EE3-F021375EDF0C}" type="slidenum">
              <a:rPr lang="ko-KR" altLang="en-US">
                <a:latin typeface="굴림" pitchFamily="50" charset="-127"/>
                <a:ea typeface="굴림" pitchFamily="50" charset="-127"/>
              </a:rPr>
              <a:pPr fontAlgn="base">
                <a:spcBef>
                  <a:spcPct val="0"/>
                </a:spcBef>
                <a:spcAft>
                  <a:spcPct val="0"/>
                </a:spcAft>
              </a:pPr>
              <a:t>16</a:t>
            </a:fld>
            <a:endParaRPr lang="en-US" altLang="ko-KR">
              <a:latin typeface="굴림" pitchFamily="50" charset="-127"/>
              <a:ea typeface="굴림" pitchFamily="50" charset="-127"/>
            </a:endParaRPr>
          </a:p>
        </p:txBody>
      </p:sp>
    </p:spTree>
    <p:extLst>
      <p:ext uri="{BB962C8B-B14F-4D97-AF65-F5344CB8AC3E}">
        <p14:creationId xmlns:p14="http://schemas.microsoft.com/office/powerpoint/2010/main" val="32530346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BCA17502-D6B8-4D17-9A15-6DF689D30E83}" type="slidenum">
              <a:rPr lang="ko-KR" altLang="en-US" smtClean="0"/>
              <a:t>17</a:t>
            </a:fld>
            <a:endParaRPr lang="ko-KR" altLang="en-US"/>
          </a:p>
        </p:txBody>
      </p:sp>
    </p:spTree>
    <p:extLst>
      <p:ext uri="{BB962C8B-B14F-4D97-AF65-F5344CB8AC3E}">
        <p14:creationId xmlns:p14="http://schemas.microsoft.com/office/powerpoint/2010/main" val="210152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BCA17502-D6B8-4D17-9A15-6DF689D30E83}" type="slidenum">
              <a:rPr lang="ko-KR" altLang="en-US" smtClean="0"/>
              <a:t>18</a:t>
            </a:fld>
            <a:endParaRPr lang="ko-KR" altLang="en-US"/>
          </a:p>
        </p:txBody>
      </p:sp>
    </p:spTree>
    <p:extLst>
      <p:ext uri="{BB962C8B-B14F-4D97-AF65-F5344CB8AC3E}">
        <p14:creationId xmlns:p14="http://schemas.microsoft.com/office/powerpoint/2010/main" val="25812780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슬라이드 이미지 개체 틀 1"/>
          <p:cNvSpPr>
            <a:spLocks noGrp="1" noRot="1" noChangeAspect="1" noTextEdit="1"/>
          </p:cNvSpPr>
          <p:nvPr>
            <p:ph type="sldImg"/>
          </p:nvPr>
        </p:nvSpPr>
        <p:spPr bwMode="auto">
          <a:xfrm>
            <a:off x="952500" y="685800"/>
            <a:ext cx="4953000" cy="3429000"/>
          </a:xfrm>
          <a:noFill/>
          <a:ln>
            <a:solidFill>
              <a:srgbClr val="000000"/>
            </a:solidFill>
            <a:miter lim="800000"/>
            <a:headEnd/>
            <a:tailEnd/>
          </a:ln>
        </p:spPr>
      </p:sp>
      <p:sp>
        <p:nvSpPr>
          <p:cNvPr id="26626" name="슬라이드 노트 개체 틀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ko-KR" altLang="en-US">
                <a:latin typeface="굴림" pitchFamily="50" charset="-127"/>
                <a:ea typeface="굴림" pitchFamily="50" charset="-127"/>
              </a:rPr>
              <a:t>맞춤검색은 헤더의 검색과 통합</a:t>
            </a:r>
            <a:endParaRPr lang="en-US" altLang="ko-KR">
              <a:latin typeface="굴림" pitchFamily="50" charset="-127"/>
              <a:ea typeface="굴림" pitchFamily="50" charset="-127"/>
            </a:endParaRPr>
          </a:p>
          <a:p>
            <a:pPr>
              <a:spcBef>
                <a:spcPct val="0"/>
              </a:spcBef>
            </a:pPr>
            <a:endParaRPr lang="ko-KR" altLang="en-US">
              <a:latin typeface="굴림" pitchFamily="50" charset="-127"/>
              <a:ea typeface="굴림" pitchFamily="50" charset="-127"/>
            </a:endParaRPr>
          </a:p>
        </p:txBody>
      </p:sp>
      <p:sp>
        <p:nvSpPr>
          <p:cNvPr id="26627" name="슬라이드 번호 개체 틀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11557EB-98C2-495E-8EE3-F021375EDF0C}" type="slidenum">
              <a:rPr lang="ko-KR" altLang="en-US">
                <a:latin typeface="굴림" pitchFamily="50" charset="-127"/>
                <a:ea typeface="굴림" pitchFamily="50" charset="-127"/>
              </a:rPr>
              <a:pPr fontAlgn="base">
                <a:spcBef>
                  <a:spcPct val="0"/>
                </a:spcBef>
                <a:spcAft>
                  <a:spcPct val="0"/>
                </a:spcAft>
              </a:pPr>
              <a:t>19</a:t>
            </a:fld>
            <a:endParaRPr lang="en-US" altLang="ko-KR">
              <a:latin typeface="굴림" pitchFamily="50" charset="-127"/>
              <a:ea typeface="굴림" pitchFamily="50" charset="-127"/>
            </a:endParaRPr>
          </a:p>
        </p:txBody>
      </p:sp>
    </p:spTree>
    <p:extLst>
      <p:ext uri="{BB962C8B-B14F-4D97-AF65-F5344CB8AC3E}">
        <p14:creationId xmlns:p14="http://schemas.microsoft.com/office/powerpoint/2010/main" val="4257750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BCA17502-D6B8-4D17-9A15-6DF689D30E83}" type="slidenum">
              <a:rPr lang="ko-KR" altLang="en-US" smtClean="0"/>
              <a:t>20</a:t>
            </a:fld>
            <a:endParaRPr lang="ko-KR" altLang="en-US"/>
          </a:p>
        </p:txBody>
      </p:sp>
    </p:spTree>
    <p:extLst>
      <p:ext uri="{BB962C8B-B14F-4D97-AF65-F5344CB8AC3E}">
        <p14:creationId xmlns:p14="http://schemas.microsoft.com/office/powerpoint/2010/main" val="2210741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BCA17502-D6B8-4D17-9A15-6DF689D30E83}" type="slidenum">
              <a:rPr lang="ko-KR" altLang="en-US" smtClean="0"/>
              <a:t>21</a:t>
            </a:fld>
            <a:endParaRPr lang="ko-KR" altLang="en-US"/>
          </a:p>
        </p:txBody>
      </p:sp>
    </p:spTree>
    <p:extLst>
      <p:ext uri="{BB962C8B-B14F-4D97-AF65-F5344CB8AC3E}">
        <p14:creationId xmlns:p14="http://schemas.microsoft.com/office/powerpoint/2010/main" val="2328869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0446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제목 슬라이드">
    <p:spTree>
      <p:nvGrpSpPr>
        <p:cNvPr id="1" name=""/>
        <p:cNvGrpSpPr/>
        <p:nvPr/>
      </p:nvGrpSpPr>
      <p:grpSpPr>
        <a:xfrm>
          <a:off x="0" y="0"/>
          <a:ext cx="0" cy="0"/>
          <a:chOff x="0" y="0"/>
          <a:chExt cx="0" cy="0"/>
        </a:xfrm>
      </p:grpSpPr>
      <p:sp>
        <p:nvSpPr>
          <p:cNvPr id="2" name="Text Box 135">
            <a:extLst>
              <a:ext uri="{FF2B5EF4-FFF2-40B4-BE49-F238E27FC236}">
                <a16:creationId xmlns:a16="http://schemas.microsoft.com/office/drawing/2014/main" id="{84165A72-F086-414F-ACC2-75C4AB64F42E}"/>
              </a:ext>
            </a:extLst>
          </p:cNvPr>
          <p:cNvSpPr txBox="1">
            <a:spLocks noChangeArrowheads="1"/>
          </p:cNvSpPr>
          <p:nvPr userDrawn="1"/>
        </p:nvSpPr>
        <p:spPr bwMode="auto">
          <a:xfrm>
            <a:off x="4604751" y="6601441"/>
            <a:ext cx="440267" cy="220575"/>
          </a:xfrm>
          <a:prstGeom prst="rect">
            <a:avLst/>
          </a:prstGeom>
          <a:noFill/>
          <a:ln>
            <a:noFill/>
          </a:ln>
        </p:spPr>
        <p:txBody>
          <a:bodyPr lIns="86302" tIns="43149" rIns="86302" bIns="43149">
            <a:spAutoFit/>
          </a:bodyPr>
          <a:lstStyle>
            <a:lvl1pPr eaLnBrk="0" hangingPunct="0">
              <a:defRPr kumimoji="1" sz="800" b="1">
                <a:solidFill>
                  <a:schemeClr val="tx1"/>
                </a:solidFill>
                <a:latin typeface="굴림" pitchFamily="50" charset="-127"/>
                <a:ea typeface="굴림" pitchFamily="50" charset="-127"/>
              </a:defRPr>
            </a:lvl1pPr>
            <a:lvl2pPr marL="742950" indent="-285750" eaLnBrk="0" hangingPunct="0">
              <a:defRPr kumimoji="1" sz="800" b="1">
                <a:solidFill>
                  <a:schemeClr val="tx1"/>
                </a:solidFill>
                <a:latin typeface="굴림" pitchFamily="50" charset="-127"/>
                <a:ea typeface="굴림" pitchFamily="50" charset="-127"/>
              </a:defRPr>
            </a:lvl2pPr>
            <a:lvl3pPr marL="1143000" indent="-228600" eaLnBrk="0" hangingPunct="0">
              <a:defRPr kumimoji="1" sz="800" b="1">
                <a:solidFill>
                  <a:schemeClr val="tx1"/>
                </a:solidFill>
                <a:latin typeface="굴림" pitchFamily="50" charset="-127"/>
                <a:ea typeface="굴림" pitchFamily="50" charset="-127"/>
              </a:defRPr>
            </a:lvl3pPr>
            <a:lvl4pPr marL="1600200" indent="-228600" eaLnBrk="0" hangingPunct="0">
              <a:defRPr kumimoji="1" sz="800" b="1">
                <a:solidFill>
                  <a:schemeClr val="tx1"/>
                </a:solidFill>
                <a:latin typeface="굴림" pitchFamily="50" charset="-127"/>
                <a:ea typeface="굴림" pitchFamily="50" charset="-127"/>
              </a:defRPr>
            </a:lvl4pPr>
            <a:lvl5pPr marL="2057400" indent="-228600" eaLnBrk="0" hangingPunct="0">
              <a:defRPr kumimoji="1" sz="800" b="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9pPr>
          </a:lstStyle>
          <a:p>
            <a:pPr eaLnBrk="1" fontAlgn="auto" hangingPunct="1">
              <a:spcBef>
                <a:spcPct val="50000"/>
              </a:spcBef>
              <a:spcAft>
                <a:spcPts val="0"/>
              </a:spcAft>
              <a:defRPr/>
            </a:pPr>
            <a:fld id="{73D0FB96-147E-4B20-B599-8591A130DAF4}" type="slidenum">
              <a:rPr lang="en-US" altLang="ko-KR" sz="867" b="0" smtClean="0">
                <a:latin typeface="+mn-ea"/>
                <a:ea typeface="+mn-ea"/>
              </a:rPr>
              <a:pPr eaLnBrk="1" fontAlgn="auto" hangingPunct="1">
                <a:spcBef>
                  <a:spcPct val="50000"/>
                </a:spcBef>
                <a:spcAft>
                  <a:spcPts val="0"/>
                </a:spcAft>
                <a:defRPr/>
              </a:pPr>
              <a:t>‹#›</a:t>
            </a:fld>
            <a:endParaRPr lang="en-US" altLang="ko-KR" sz="867" b="0">
              <a:latin typeface="+mn-ea"/>
              <a:ea typeface="+mn-ea"/>
            </a:endParaRPr>
          </a:p>
        </p:txBody>
      </p:sp>
    </p:spTree>
    <p:extLst>
      <p:ext uri="{BB962C8B-B14F-4D97-AF65-F5344CB8AC3E}">
        <p14:creationId xmlns:p14="http://schemas.microsoft.com/office/powerpoint/2010/main" val="1790425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제목 슬라이드">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7E66F704-E195-4F42-9EDB-1762550E71BD}"/>
              </a:ext>
            </a:extLst>
          </p:cNvPr>
          <p:cNvGrpSpPr/>
          <p:nvPr userDrawn="1"/>
        </p:nvGrpSpPr>
        <p:grpSpPr>
          <a:xfrm>
            <a:off x="3521549" y="980728"/>
            <a:ext cx="2453437" cy="5007622"/>
            <a:chOff x="2643579" y="1062755"/>
            <a:chExt cx="2453437" cy="5007622"/>
          </a:xfrm>
        </p:grpSpPr>
        <p:sp>
          <p:nvSpPr>
            <p:cNvPr id="3" name="모서리가 둥근 직사각형 141">
              <a:extLst>
                <a:ext uri="{FF2B5EF4-FFF2-40B4-BE49-F238E27FC236}">
                  <a16:creationId xmlns:a16="http://schemas.microsoft.com/office/drawing/2014/main" id="{F2BFE990-3302-4472-B7D3-71695F4C9482}"/>
                </a:ext>
              </a:extLst>
            </p:cNvPr>
            <p:cNvSpPr/>
            <p:nvPr/>
          </p:nvSpPr>
          <p:spPr bwMode="auto">
            <a:xfrm>
              <a:off x="2643579" y="1595644"/>
              <a:ext cx="42002" cy="251583"/>
            </a:xfrm>
            <a:prstGeom prst="roundRect">
              <a:avLst>
                <a:gd name="adj" fmla="val 31481"/>
              </a:avLst>
            </a:prstGeom>
            <a:noFill/>
            <a:ln w="317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4" name="모서리가 둥근 직사각형 142">
              <a:extLst>
                <a:ext uri="{FF2B5EF4-FFF2-40B4-BE49-F238E27FC236}">
                  <a16:creationId xmlns:a16="http://schemas.microsoft.com/office/drawing/2014/main" id="{F5DF3444-C78D-4245-8CA4-557FD32EE296}"/>
                </a:ext>
              </a:extLst>
            </p:cNvPr>
            <p:cNvSpPr/>
            <p:nvPr/>
          </p:nvSpPr>
          <p:spPr bwMode="auto">
            <a:xfrm>
              <a:off x="2643579" y="2069865"/>
              <a:ext cx="42002" cy="419258"/>
            </a:xfrm>
            <a:prstGeom prst="roundRect">
              <a:avLst>
                <a:gd name="adj" fmla="val 31481"/>
              </a:avLst>
            </a:prstGeom>
            <a:noFill/>
            <a:ln w="317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5" name="모서리가 둥근 직사각형 143">
              <a:extLst>
                <a:ext uri="{FF2B5EF4-FFF2-40B4-BE49-F238E27FC236}">
                  <a16:creationId xmlns:a16="http://schemas.microsoft.com/office/drawing/2014/main" id="{DC659197-BBEF-47DE-8905-BEC991C134D9}"/>
                </a:ext>
              </a:extLst>
            </p:cNvPr>
            <p:cNvSpPr/>
            <p:nvPr/>
          </p:nvSpPr>
          <p:spPr bwMode="auto">
            <a:xfrm>
              <a:off x="2643579" y="2557951"/>
              <a:ext cx="42002" cy="419258"/>
            </a:xfrm>
            <a:prstGeom prst="roundRect">
              <a:avLst>
                <a:gd name="adj" fmla="val 31481"/>
              </a:avLst>
            </a:prstGeom>
            <a:noFill/>
            <a:ln w="317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6" name="모서리가 둥근 직사각형 79">
              <a:extLst>
                <a:ext uri="{FF2B5EF4-FFF2-40B4-BE49-F238E27FC236}">
                  <a16:creationId xmlns:a16="http://schemas.microsoft.com/office/drawing/2014/main" id="{2395DC28-1629-4858-B6EA-D583F3F04BE6}"/>
                </a:ext>
              </a:extLst>
            </p:cNvPr>
            <p:cNvSpPr/>
            <p:nvPr/>
          </p:nvSpPr>
          <p:spPr bwMode="auto">
            <a:xfrm>
              <a:off x="2676284" y="1062755"/>
              <a:ext cx="2420732" cy="5007622"/>
            </a:xfrm>
            <a:prstGeom prst="round2SameRect">
              <a:avLst>
                <a:gd name="adj1" fmla="val 10608"/>
                <a:gd name="adj2" fmla="val 11047"/>
              </a:avLst>
            </a:prstGeom>
            <a:solidFill>
              <a:schemeClr val="bg1">
                <a:lumMod val="95000"/>
              </a:schemeClr>
            </a:solidFill>
            <a:ln w="12700"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7" name="모서리가 둥근 직사각형 135">
              <a:extLst>
                <a:ext uri="{FF2B5EF4-FFF2-40B4-BE49-F238E27FC236}">
                  <a16:creationId xmlns:a16="http://schemas.microsoft.com/office/drawing/2014/main" id="{CDBECF74-2351-452D-85AD-1849549D373A}"/>
                </a:ext>
              </a:extLst>
            </p:cNvPr>
            <p:cNvSpPr/>
            <p:nvPr/>
          </p:nvSpPr>
          <p:spPr bwMode="auto">
            <a:xfrm>
              <a:off x="3660079" y="1309720"/>
              <a:ext cx="403403" cy="53245"/>
            </a:xfrm>
            <a:prstGeom prst="roundRect">
              <a:avLst>
                <a:gd name="adj" fmla="val 50000"/>
              </a:avLst>
            </a:prstGeom>
            <a:noFill/>
            <a:ln w="317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8" name="타원 7">
              <a:extLst>
                <a:ext uri="{FF2B5EF4-FFF2-40B4-BE49-F238E27FC236}">
                  <a16:creationId xmlns:a16="http://schemas.microsoft.com/office/drawing/2014/main" id="{611719C9-656D-4FB1-8DCD-DCCD750B066D}"/>
                </a:ext>
              </a:extLst>
            </p:cNvPr>
            <p:cNvSpPr/>
            <p:nvPr/>
          </p:nvSpPr>
          <p:spPr bwMode="auto">
            <a:xfrm>
              <a:off x="3533010" y="1302031"/>
              <a:ext cx="68747" cy="68620"/>
            </a:xfrm>
            <a:prstGeom prst="ellipse">
              <a:avLst/>
            </a:prstGeom>
            <a:solidFill>
              <a:schemeClr val="tx1">
                <a:lumMod val="50000"/>
                <a:lumOff val="50000"/>
              </a:schemeClr>
            </a:solidFill>
            <a:ln w="9525" cap="flat" cmpd="sng" algn="ctr">
              <a:no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9" name="타원 8">
              <a:extLst>
                <a:ext uri="{FF2B5EF4-FFF2-40B4-BE49-F238E27FC236}">
                  <a16:creationId xmlns:a16="http://schemas.microsoft.com/office/drawing/2014/main" id="{53773AE1-57CD-44BD-822F-A8EF73F59DC1}"/>
                </a:ext>
              </a:extLst>
            </p:cNvPr>
            <p:cNvSpPr/>
            <p:nvPr/>
          </p:nvSpPr>
          <p:spPr bwMode="auto">
            <a:xfrm>
              <a:off x="3826471" y="1209631"/>
              <a:ext cx="57600" cy="57172"/>
            </a:xfrm>
            <a:prstGeom prst="ellipse">
              <a:avLst/>
            </a:prstGeom>
            <a:solidFill>
              <a:schemeClr val="tx1">
                <a:lumMod val="50000"/>
                <a:lumOff val="50000"/>
              </a:schemeClr>
            </a:solidFill>
            <a:ln w="3175" cap="flat" cmpd="sng" algn="ctr">
              <a:noFill/>
              <a:prstDash val="solid"/>
              <a:round/>
              <a:headEnd type="none" w="sm" len="sm"/>
              <a:tailEnd type="none" w="sm" len="sm"/>
            </a:ln>
            <a:effectLst/>
          </p:spPr>
          <p:txBody>
            <a:bodyPr vert="horz" wrap="square" lIns="0" tIns="0" rIns="0" bIns="0"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10" name="타원 9">
              <a:extLst>
                <a:ext uri="{FF2B5EF4-FFF2-40B4-BE49-F238E27FC236}">
                  <a16:creationId xmlns:a16="http://schemas.microsoft.com/office/drawing/2014/main" id="{7061C309-CEB5-434C-B1C1-C56854BC667B}"/>
                </a:ext>
              </a:extLst>
            </p:cNvPr>
            <p:cNvSpPr/>
            <p:nvPr userDrawn="1"/>
          </p:nvSpPr>
          <p:spPr bwMode="auto">
            <a:xfrm>
              <a:off x="3726781" y="5679983"/>
              <a:ext cx="304501" cy="306984"/>
            </a:xfrm>
            <a:prstGeom prst="ellipse">
              <a:avLst/>
            </a:prstGeom>
            <a:noFill/>
            <a:ln w="952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11" name="직사각형 10">
              <a:extLst>
                <a:ext uri="{FF2B5EF4-FFF2-40B4-BE49-F238E27FC236}">
                  <a16:creationId xmlns:a16="http://schemas.microsoft.com/office/drawing/2014/main" id="{2E430588-2888-4A80-9BED-BDE3F9D285B0}"/>
                </a:ext>
              </a:extLst>
            </p:cNvPr>
            <p:cNvSpPr/>
            <p:nvPr/>
          </p:nvSpPr>
          <p:spPr bwMode="auto">
            <a:xfrm>
              <a:off x="2741311"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grpSp>
      <p:grpSp>
        <p:nvGrpSpPr>
          <p:cNvPr id="12" name="그룹 11">
            <a:extLst>
              <a:ext uri="{FF2B5EF4-FFF2-40B4-BE49-F238E27FC236}">
                <a16:creationId xmlns:a16="http://schemas.microsoft.com/office/drawing/2014/main" id="{8BA35800-445C-4D2D-A6BD-CEF1D4A9BAE7}"/>
              </a:ext>
            </a:extLst>
          </p:cNvPr>
          <p:cNvGrpSpPr/>
          <p:nvPr userDrawn="1"/>
        </p:nvGrpSpPr>
        <p:grpSpPr>
          <a:xfrm>
            <a:off x="6609184" y="980728"/>
            <a:ext cx="2453437" cy="5007622"/>
            <a:chOff x="2643579" y="1062755"/>
            <a:chExt cx="2453437" cy="5007622"/>
          </a:xfrm>
        </p:grpSpPr>
        <p:sp>
          <p:nvSpPr>
            <p:cNvPr id="13" name="모서리가 둥근 직사각형 141">
              <a:extLst>
                <a:ext uri="{FF2B5EF4-FFF2-40B4-BE49-F238E27FC236}">
                  <a16:creationId xmlns:a16="http://schemas.microsoft.com/office/drawing/2014/main" id="{D780E1EC-63FD-47D5-BE32-84A37FB09CF5}"/>
                </a:ext>
              </a:extLst>
            </p:cNvPr>
            <p:cNvSpPr/>
            <p:nvPr/>
          </p:nvSpPr>
          <p:spPr bwMode="auto">
            <a:xfrm>
              <a:off x="2643579" y="1595644"/>
              <a:ext cx="42002" cy="251583"/>
            </a:xfrm>
            <a:prstGeom prst="roundRect">
              <a:avLst>
                <a:gd name="adj" fmla="val 31481"/>
              </a:avLst>
            </a:prstGeom>
            <a:noFill/>
            <a:ln w="317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14" name="모서리가 둥근 직사각형 142">
              <a:extLst>
                <a:ext uri="{FF2B5EF4-FFF2-40B4-BE49-F238E27FC236}">
                  <a16:creationId xmlns:a16="http://schemas.microsoft.com/office/drawing/2014/main" id="{E91EBA0E-A003-4717-BB87-60B8B7FF84ED}"/>
                </a:ext>
              </a:extLst>
            </p:cNvPr>
            <p:cNvSpPr/>
            <p:nvPr/>
          </p:nvSpPr>
          <p:spPr bwMode="auto">
            <a:xfrm>
              <a:off x="2643579" y="2069865"/>
              <a:ext cx="42002" cy="419258"/>
            </a:xfrm>
            <a:prstGeom prst="roundRect">
              <a:avLst>
                <a:gd name="adj" fmla="val 31481"/>
              </a:avLst>
            </a:prstGeom>
            <a:noFill/>
            <a:ln w="317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15" name="모서리가 둥근 직사각형 143">
              <a:extLst>
                <a:ext uri="{FF2B5EF4-FFF2-40B4-BE49-F238E27FC236}">
                  <a16:creationId xmlns:a16="http://schemas.microsoft.com/office/drawing/2014/main" id="{15FCB075-8809-4D20-8A6A-BD31D08745E6}"/>
                </a:ext>
              </a:extLst>
            </p:cNvPr>
            <p:cNvSpPr/>
            <p:nvPr/>
          </p:nvSpPr>
          <p:spPr bwMode="auto">
            <a:xfrm>
              <a:off x="2643579" y="2557951"/>
              <a:ext cx="42002" cy="419258"/>
            </a:xfrm>
            <a:prstGeom prst="roundRect">
              <a:avLst>
                <a:gd name="adj" fmla="val 31481"/>
              </a:avLst>
            </a:prstGeom>
            <a:noFill/>
            <a:ln w="317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16" name="모서리가 둥근 직사각형 79">
              <a:extLst>
                <a:ext uri="{FF2B5EF4-FFF2-40B4-BE49-F238E27FC236}">
                  <a16:creationId xmlns:a16="http://schemas.microsoft.com/office/drawing/2014/main" id="{AE942335-77FE-4015-98C6-0C112DCF416C}"/>
                </a:ext>
              </a:extLst>
            </p:cNvPr>
            <p:cNvSpPr/>
            <p:nvPr/>
          </p:nvSpPr>
          <p:spPr bwMode="auto">
            <a:xfrm>
              <a:off x="2676284" y="1062755"/>
              <a:ext cx="2420732" cy="5007622"/>
            </a:xfrm>
            <a:prstGeom prst="round2SameRect">
              <a:avLst>
                <a:gd name="adj1" fmla="val 10608"/>
                <a:gd name="adj2" fmla="val 11047"/>
              </a:avLst>
            </a:prstGeom>
            <a:solidFill>
              <a:schemeClr val="bg1">
                <a:lumMod val="95000"/>
              </a:schemeClr>
            </a:solidFill>
            <a:ln w="12700"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17" name="모서리가 둥근 직사각형 135">
              <a:extLst>
                <a:ext uri="{FF2B5EF4-FFF2-40B4-BE49-F238E27FC236}">
                  <a16:creationId xmlns:a16="http://schemas.microsoft.com/office/drawing/2014/main" id="{71406D6A-D04A-4A27-B711-E362CA54B9F3}"/>
                </a:ext>
              </a:extLst>
            </p:cNvPr>
            <p:cNvSpPr/>
            <p:nvPr/>
          </p:nvSpPr>
          <p:spPr bwMode="auto">
            <a:xfrm>
              <a:off x="3660079" y="1309720"/>
              <a:ext cx="403403" cy="53245"/>
            </a:xfrm>
            <a:prstGeom prst="roundRect">
              <a:avLst>
                <a:gd name="adj" fmla="val 50000"/>
              </a:avLst>
            </a:prstGeom>
            <a:noFill/>
            <a:ln w="317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18" name="타원 17">
              <a:extLst>
                <a:ext uri="{FF2B5EF4-FFF2-40B4-BE49-F238E27FC236}">
                  <a16:creationId xmlns:a16="http://schemas.microsoft.com/office/drawing/2014/main" id="{6E1497DA-6050-47A6-A0A9-10B33F6986F3}"/>
                </a:ext>
              </a:extLst>
            </p:cNvPr>
            <p:cNvSpPr/>
            <p:nvPr/>
          </p:nvSpPr>
          <p:spPr bwMode="auto">
            <a:xfrm>
              <a:off x="3533010" y="1302031"/>
              <a:ext cx="68747" cy="68620"/>
            </a:xfrm>
            <a:prstGeom prst="ellipse">
              <a:avLst/>
            </a:prstGeom>
            <a:solidFill>
              <a:schemeClr val="tx1">
                <a:lumMod val="50000"/>
                <a:lumOff val="50000"/>
              </a:schemeClr>
            </a:solidFill>
            <a:ln w="9525" cap="flat" cmpd="sng" algn="ctr">
              <a:no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19" name="타원 18">
              <a:extLst>
                <a:ext uri="{FF2B5EF4-FFF2-40B4-BE49-F238E27FC236}">
                  <a16:creationId xmlns:a16="http://schemas.microsoft.com/office/drawing/2014/main" id="{D372F2C0-16A5-4D44-A18C-430C502E0F74}"/>
                </a:ext>
              </a:extLst>
            </p:cNvPr>
            <p:cNvSpPr/>
            <p:nvPr/>
          </p:nvSpPr>
          <p:spPr bwMode="auto">
            <a:xfrm>
              <a:off x="3826471" y="1209631"/>
              <a:ext cx="57600" cy="57172"/>
            </a:xfrm>
            <a:prstGeom prst="ellipse">
              <a:avLst/>
            </a:prstGeom>
            <a:solidFill>
              <a:schemeClr val="tx1">
                <a:lumMod val="50000"/>
                <a:lumOff val="50000"/>
              </a:schemeClr>
            </a:solidFill>
            <a:ln w="3175" cap="flat" cmpd="sng" algn="ctr">
              <a:noFill/>
              <a:prstDash val="solid"/>
              <a:round/>
              <a:headEnd type="none" w="sm" len="sm"/>
              <a:tailEnd type="none" w="sm" len="sm"/>
            </a:ln>
            <a:effectLst/>
          </p:spPr>
          <p:txBody>
            <a:bodyPr vert="horz" wrap="square" lIns="0" tIns="0" rIns="0" bIns="0"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20" name="타원 19">
              <a:extLst>
                <a:ext uri="{FF2B5EF4-FFF2-40B4-BE49-F238E27FC236}">
                  <a16:creationId xmlns:a16="http://schemas.microsoft.com/office/drawing/2014/main" id="{523B74BF-9518-404B-BC4F-99E83BDD526B}"/>
                </a:ext>
              </a:extLst>
            </p:cNvPr>
            <p:cNvSpPr/>
            <p:nvPr userDrawn="1"/>
          </p:nvSpPr>
          <p:spPr bwMode="auto">
            <a:xfrm>
              <a:off x="3726781" y="5679983"/>
              <a:ext cx="304501" cy="306984"/>
            </a:xfrm>
            <a:prstGeom prst="ellipse">
              <a:avLst/>
            </a:prstGeom>
            <a:noFill/>
            <a:ln w="952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21" name="직사각형 20">
              <a:extLst>
                <a:ext uri="{FF2B5EF4-FFF2-40B4-BE49-F238E27FC236}">
                  <a16:creationId xmlns:a16="http://schemas.microsoft.com/office/drawing/2014/main" id="{F4B09DBB-3EE3-4FF5-82A3-E5EB7044613A}"/>
                </a:ext>
              </a:extLst>
            </p:cNvPr>
            <p:cNvSpPr/>
            <p:nvPr/>
          </p:nvSpPr>
          <p:spPr bwMode="auto">
            <a:xfrm>
              <a:off x="2741311"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grpSp>
      <p:grpSp>
        <p:nvGrpSpPr>
          <p:cNvPr id="22" name="그룹 21">
            <a:extLst>
              <a:ext uri="{FF2B5EF4-FFF2-40B4-BE49-F238E27FC236}">
                <a16:creationId xmlns:a16="http://schemas.microsoft.com/office/drawing/2014/main" id="{9F4E2FAA-DAE4-464D-9939-F8592626A817}"/>
              </a:ext>
            </a:extLst>
          </p:cNvPr>
          <p:cNvGrpSpPr/>
          <p:nvPr userDrawn="1"/>
        </p:nvGrpSpPr>
        <p:grpSpPr>
          <a:xfrm>
            <a:off x="425205" y="980728"/>
            <a:ext cx="2453437" cy="5007622"/>
            <a:chOff x="2643579" y="1062755"/>
            <a:chExt cx="2453437" cy="5007622"/>
          </a:xfrm>
        </p:grpSpPr>
        <p:sp>
          <p:nvSpPr>
            <p:cNvPr id="23" name="모서리가 둥근 직사각형 141">
              <a:extLst>
                <a:ext uri="{FF2B5EF4-FFF2-40B4-BE49-F238E27FC236}">
                  <a16:creationId xmlns:a16="http://schemas.microsoft.com/office/drawing/2014/main" id="{76A0B972-939A-462D-BEA3-84D3B2373841}"/>
                </a:ext>
              </a:extLst>
            </p:cNvPr>
            <p:cNvSpPr/>
            <p:nvPr/>
          </p:nvSpPr>
          <p:spPr bwMode="auto">
            <a:xfrm>
              <a:off x="2643579" y="1595644"/>
              <a:ext cx="42002" cy="251583"/>
            </a:xfrm>
            <a:prstGeom prst="roundRect">
              <a:avLst>
                <a:gd name="adj" fmla="val 31481"/>
              </a:avLst>
            </a:prstGeom>
            <a:noFill/>
            <a:ln w="317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24" name="모서리가 둥근 직사각형 142">
              <a:extLst>
                <a:ext uri="{FF2B5EF4-FFF2-40B4-BE49-F238E27FC236}">
                  <a16:creationId xmlns:a16="http://schemas.microsoft.com/office/drawing/2014/main" id="{A2E1D9EE-EDDE-4FE2-BE08-BDC873CA9234}"/>
                </a:ext>
              </a:extLst>
            </p:cNvPr>
            <p:cNvSpPr/>
            <p:nvPr/>
          </p:nvSpPr>
          <p:spPr bwMode="auto">
            <a:xfrm>
              <a:off x="2643579" y="2069865"/>
              <a:ext cx="42002" cy="419258"/>
            </a:xfrm>
            <a:prstGeom prst="roundRect">
              <a:avLst>
                <a:gd name="adj" fmla="val 31481"/>
              </a:avLst>
            </a:prstGeom>
            <a:noFill/>
            <a:ln w="317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25" name="모서리가 둥근 직사각형 143">
              <a:extLst>
                <a:ext uri="{FF2B5EF4-FFF2-40B4-BE49-F238E27FC236}">
                  <a16:creationId xmlns:a16="http://schemas.microsoft.com/office/drawing/2014/main" id="{6F0945A1-0FB6-452C-AAF2-A9307CA77BAB}"/>
                </a:ext>
              </a:extLst>
            </p:cNvPr>
            <p:cNvSpPr/>
            <p:nvPr/>
          </p:nvSpPr>
          <p:spPr bwMode="auto">
            <a:xfrm>
              <a:off x="2643579" y="2557951"/>
              <a:ext cx="42002" cy="419258"/>
            </a:xfrm>
            <a:prstGeom prst="roundRect">
              <a:avLst>
                <a:gd name="adj" fmla="val 31481"/>
              </a:avLst>
            </a:prstGeom>
            <a:noFill/>
            <a:ln w="317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26" name="모서리가 둥근 직사각형 79">
              <a:extLst>
                <a:ext uri="{FF2B5EF4-FFF2-40B4-BE49-F238E27FC236}">
                  <a16:creationId xmlns:a16="http://schemas.microsoft.com/office/drawing/2014/main" id="{C83881BA-15C2-4ECB-8BDE-8732B05704DC}"/>
                </a:ext>
              </a:extLst>
            </p:cNvPr>
            <p:cNvSpPr/>
            <p:nvPr/>
          </p:nvSpPr>
          <p:spPr bwMode="auto">
            <a:xfrm>
              <a:off x="2676284" y="1062755"/>
              <a:ext cx="2420732" cy="5007622"/>
            </a:xfrm>
            <a:prstGeom prst="round2SameRect">
              <a:avLst>
                <a:gd name="adj1" fmla="val 10608"/>
                <a:gd name="adj2" fmla="val 11047"/>
              </a:avLst>
            </a:prstGeom>
            <a:solidFill>
              <a:schemeClr val="bg1">
                <a:lumMod val="95000"/>
              </a:schemeClr>
            </a:solidFill>
            <a:ln w="12700"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27" name="모서리가 둥근 직사각형 135">
              <a:extLst>
                <a:ext uri="{FF2B5EF4-FFF2-40B4-BE49-F238E27FC236}">
                  <a16:creationId xmlns:a16="http://schemas.microsoft.com/office/drawing/2014/main" id="{E325C92C-14AB-4C67-BF2B-FBDD0555E56B}"/>
                </a:ext>
              </a:extLst>
            </p:cNvPr>
            <p:cNvSpPr/>
            <p:nvPr/>
          </p:nvSpPr>
          <p:spPr bwMode="auto">
            <a:xfrm>
              <a:off x="3660079" y="1309720"/>
              <a:ext cx="403403" cy="53245"/>
            </a:xfrm>
            <a:prstGeom prst="roundRect">
              <a:avLst>
                <a:gd name="adj" fmla="val 50000"/>
              </a:avLst>
            </a:prstGeom>
            <a:noFill/>
            <a:ln w="317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28" name="타원 27">
              <a:extLst>
                <a:ext uri="{FF2B5EF4-FFF2-40B4-BE49-F238E27FC236}">
                  <a16:creationId xmlns:a16="http://schemas.microsoft.com/office/drawing/2014/main" id="{645C695D-A009-4BFC-8646-25B7847C393F}"/>
                </a:ext>
              </a:extLst>
            </p:cNvPr>
            <p:cNvSpPr/>
            <p:nvPr/>
          </p:nvSpPr>
          <p:spPr bwMode="auto">
            <a:xfrm>
              <a:off x="3533010" y="1302031"/>
              <a:ext cx="68747" cy="68620"/>
            </a:xfrm>
            <a:prstGeom prst="ellipse">
              <a:avLst/>
            </a:prstGeom>
            <a:solidFill>
              <a:schemeClr val="tx1">
                <a:lumMod val="50000"/>
                <a:lumOff val="50000"/>
              </a:schemeClr>
            </a:solidFill>
            <a:ln w="9525" cap="flat" cmpd="sng" algn="ctr">
              <a:no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29" name="타원 28">
              <a:extLst>
                <a:ext uri="{FF2B5EF4-FFF2-40B4-BE49-F238E27FC236}">
                  <a16:creationId xmlns:a16="http://schemas.microsoft.com/office/drawing/2014/main" id="{1D14F5F4-CED2-4EE7-A7D7-D5FAD12020A2}"/>
                </a:ext>
              </a:extLst>
            </p:cNvPr>
            <p:cNvSpPr/>
            <p:nvPr/>
          </p:nvSpPr>
          <p:spPr bwMode="auto">
            <a:xfrm>
              <a:off x="3826471" y="1209631"/>
              <a:ext cx="57600" cy="57172"/>
            </a:xfrm>
            <a:prstGeom prst="ellipse">
              <a:avLst/>
            </a:prstGeom>
            <a:solidFill>
              <a:schemeClr val="tx1">
                <a:lumMod val="50000"/>
                <a:lumOff val="50000"/>
              </a:schemeClr>
            </a:solidFill>
            <a:ln w="3175" cap="flat" cmpd="sng" algn="ctr">
              <a:noFill/>
              <a:prstDash val="solid"/>
              <a:round/>
              <a:headEnd type="none" w="sm" len="sm"/>
              <a:tailEnd type="none" w="sm" len="sm"/>
            </a:ln>
            <a:effectLst/>
          </p:spPr>
          <p:txBody>
            <a:bodyPr vert="horz" wrap="square" lIns="0" tIns="0" rIns="0" bIns="0"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30" name="타원 29">
              <a:extLst>
                <a:ext uri="{FF2B5EF4-FFF2-40B4-BE49-F238E27FC236}">
                  <a16:creationId xmlns:a16="http://schemas.microsoft.com/office/drawing/2014/main" id="{0C9ACE4D-2732-4CAD-A187-34233C0744AA}"/>
                </a:ext>
              </a:extLst>
            </p:cNvPr>
            <p:cNvSpPr/>
            <p:nvPr userDrawn="1"/>
          </p:nvSpPr>
          <p:spPr bwMode="auto">
            <a:xfrm>
              <a:off x="3726781" y="5679983"/>
              <a:ext cx="304501" cy="306984"/>
            </a:xfrm>
            <a:prstGeom prst="ellipse">
              <a:avLst/>
            </a:prstGeom>
            <a:noFill/>
            <a:ln w="952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31" name="직사각형 30">
              <a:extLst>
                <a:ext uri="{FF2B5EF4-FFF2-40B4-BE49-F238E27FC236}">
                  <a16:creationId xmlns:a16="http://schemas.microsoft.com/office/drawing/2014/main" id="{21937C83-A0F0-445C-90EC-51E07A9BFD91}"/>
                </a:ext>
              </a:extLst>
            </p:cNvPr>
            <p:cNvSpPr/>
            <p:nvPr/>
          </p:nvSpPr>
          <p:spPr bwMode="auto">
            <a:xfrm>
              <a:off x="2741311"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grpSp>
      <p:sp>
        <p:nvSpPr>
          <p:cNvPr id="32" name="Text Box 135">
            <a:extLst>
              <a:ext uri="{FF2B5EF4-FFF2-40B4-BE49-F238E27FC236}">
                <a16:creationId xmlns:a16="http://schemas.microsoft.com/office/drawing/2014/main" id="{60F4CC3C-B68C-4BAE-8952-3FF8CAC7E991}"/>
              </a:ext>
            </a:extLst>
          </p:cNvPr>
          <p:cNvSpPr txBox="1">
            <a:spLocks noChangeArrowheads="1"/>
          </p:cNvSpPr>
          <p:nvPr userDrawn="1"/>
        </p:nvSpPr>
        <p:spPr bwMode="auto">
          <a:xfrm>
            <a:off x="4604751" y="6601441"/>
            <a:ext cx="440267" cy="220575"/>
          </a:xfrm>
          <a:prstGeom prst="rect">
            <a:avLst/>
          </a:prstGeom>
          <a:noFill/>
          <a:ln>
            <a:noFill/>
          </a:ln>
        </p:spPr>
        <p:txBody>
          <a:bodyPr lIns="86302" tIns="43149" rIns="86302" bIns="43149">
            <a:spAutoFit/>
          </a:bodyPr>
          <a:lstStyle>
            <a:lvl1pPr eaLnBrk="0" hangingPunct="0">
              <a:defRPr kumimoji="1" sz="800" b="1">
                <a:solidFill>
                  <a:schemeClr val="tx1"/>
                </a:solidFill>
                <a:latin typeface="굴림" pitchFamily="50" charset="-127"/>
                <a:ea typeface="굴림" pitchFamily="50" charset="-127"/>
              </a:defRPr>
            </a:lvl1pPr>
            <a:lvl2pPr marL="742950" indent="-285750" eaLnBrk="0" hangingPunct="0">
              <a:defRPr kumimoji="1" sz="800" b="1">
                <a:solidFill>
                  <a:schemeClr val="tx1"/>
                </a:solidFill>
                <a:latin typeface="굴림" pitchFamily="50" charset="-127"/>
                <a:ea typeface="굴림" pitchFamily="50" charset="-127"/>
              </a:defRPr>
            </a:lvl2pPr>
            <a:lvl3pPr marL="1143000" indent="-228600" eaLnBrk="0" hangingPunct="0">
              <a:defRPr kumimoji="1" sz="800" b="1">
                <a:solidFill>
                  <a:schemeClr val="tx1"/>
                </a:solidFill>
                <a:latin typeface="굴림" pitchFamily="50" charset="-127"/>
                <a:ea typeface="굴림" pitchFamily="50" charset="-127"/>
              </a:defRPr>
            </a:lvl3pPr>
            <a:lvl4pPr marL="1600200" indent="-228600" eaLnBrk="0" hangingPunct="0">
              <a:defRPr kumimoji="1" sz="800" b="1">
                <a:solidFill>
                  <a:schemeClr val="tx1"/>
                </a:solidFill>
                <a:latin typeface="굴림" pitchFamily="50" charset="-127"/>
                <a:ea typeface="굴림" pitchFamily="50" charset="-127"/>
              </a:defRPr>
            </a:lvl4pPr>
            <a:lvl5pPr marL="2057400" indent="-228600" eaLnBrk="0" hangingPunct="0">
              <a:defRPr kumimoji="1" sz="800" b="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9pPr>
          </a:lstStyle>
          <a:p>
            <a:pPr eaLnBrk="1" fontAlgn="auto" hangingPunct="1">
              <a:spcBef>
                <a:spcPct val="50000"/>
              </a:spcBef>
              <a:spcAft>
                <a:spcPts val="0"/>
              </a:spcAft>
              <a:defRPr/>
            </a:pPr>
            <a:fld id="{73D0FB96-147E-4B20-B599-8591A130DAF4}" type="slidenum">
              <a:rPr lang="en-US" altLang="ko-KR" sz="867" b="0" smtClean="0">
                <a:latin typeface="+mn-ea"/>
                <a:ea typeface="+mn-ea"/>
              </a:rPr>
              <a:pPr eaLnBrk="1" fontAlgn="auto" hangingPunct="1">
                <a:spcBef>
                  <a:spcPct val="50000"/>
                </a:spcBef>
                <a:spcAft>
                  <a:spcPts val="0"/>
                </a:spcAft>
                <a:defRPr/>
              </a:pPr>
              <a:t>‹#›</a:t>
            </a:fld>
            <a:endParaRPr lang="en-US" altLang="ko-KR" sz="867" b="0">
              <a:latin typeface="+mn-ea"/>
              <a:ea typeface="+mn-ea"/>
            </a:endParaRPr>
          </a:p>
        </p:txBody>
      </p:sp>
    </p:spTree>
    <p:extLst>
      <p:ext uri="{BB962C8B-B14F-4D97-AF65-F5344CB8AC3E}">
        <p14:creationId xmlns:p14="http://schemas.microsoft.com/office/powerpoint/2010/main" val="2758041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제목 슬라이드">
    <p:spTree>
      <p:nvGrpSpPr>
        <p:cNvPr id="1" name=""/>
        <p:cNvGrpSpPr/>
        <p:nvPr/>
      </p:nvGrpSpPr>
      <p:grpSpPr>
        <a:xfrm>
          <a:off x="0" y="0"/>
          <a:ext cx="0" cy="0"/>
          <a:chOff x="0" y="0"/>
          <a:chExt cx="0" cy="0"/>
        </a:xfrm>
      </p:grpSpPr>
      <p:grpSp>
        <p:nvGrpSpPr>
          <p:cNvPr id="32" name="그룹 31">
            <a:extLst>
              <a:ext uri="{FF2B5EF4-FFF2-40B4-BE49-F238E27FC236}">
                <a16:creationId xmlns:a16="http://schemas.microsoft.com/office/drawing/2014/main" id="{674CA500-4C08-4C50-8144-C6061D8E7F64}"/>
              </a:ext>
            </a:extLst>
          </p:cNvPr>
          <p:cNvGrpSpPr/>
          <p:nvPr userDrawn="1"/>
        </p:nvGrpSpPr>
        <p:grpSpPr>
          <a:xfrm>
            <a:off x="1544658" y="980728"/>
            <a:ext cx="2453437" cy="5007622"/>
            <a:chOff x="2643579" y="1062755"/>
            <a:chExt cx="2453437" cy="5007622"/>
          </a:xfrm>
        </p:grpSpPr>
        <p:sp>
          <p:nvSpPr>
            <p:cNvPr id="33" name="모서리가 둥근 직사각형 141">
              <a:extLst>
                <a:ext uri="{FF2B5EF4-FFF2-40B4-BE49-F238E27FC236}">
                  <a16:creationId xmlns:a16="http://schemas.microsoft.com/office/drawing/2014/main" id="{2F266028-F238-4CE5-A663-68217E0BC1CB}"/>
                </a:ext>
              </a:extLst>
            </p:cNvPr>
            <p:cNvSpPr/>
            <p:nvPr/>
          </p:nvSpPr>
          <p:spPr bwMode="auto">
            <a:xfrm>
              <a:off x="2643579" y="1595644"/>
              <a:ext cx="42002" cy="251583"/>
            </a:xfrm>
            <a:prstGeom prst="roundRect">
              <a:avLst>
                <a:gd name="adj" fmla="val 31481"/>
              </a:avLst>
            </a:prstGeom>
            <a:noFill/>
            <a:ln w="317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34" name="모서리가 둥근 직사각형 142">
              <a:extLst>
                <a:ext uri="{FF2B5EF4-FFF2-40B4-BE49-F238E27FC236}">
                  <a16:creationId xmlns:a16="http://schemas.microsoft.com/office/drawing/2014/main" id="{704A77DE-2B8B-45D9-BDFF-FE9F8AB369EE}"/>
                </a:ext>
              </a:extLst>
            </p:cNvPr>
            <p:cNvSpPr/>
            <p:nvPr/>
          </p:nvSpPr>
          <p:spPr bwMode="auto">
            <a:xfrm>
              <a:off x="2643579" y="2069865"/>
              <a:ext cx="42002" cy="419258"/>
            </a:xfrm>
            <a:prstGeom prst="roundRect">
              <a:avLst>
                <a:gd name="adj" fmla="val 31481"/>
              </a:avLst>
            </a:prstGeom>
            <a:noFill/>
            <a:ln w="317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35" name="모서리가 둥근 직사각형 143">
              <a:extLst>
                <a:ext uri="{FF2B5EF4-FFF2-40B4-BE49-F238E27FC236}">
                  <a16:creationId xmlns:a16="http://schemas.microsoft.com/office/drawing/2014/main" id="{2B20FDB6-4A63-447F-8C7C-45C06032B44D}"/>
                </a:ext>
              </a:extLst>
            </p:cNvPr>
            <p:cNvSpPr/>
            <p:nvPr/>
          </p:nvSpPr>
          <p:spPr bwMode="auto">
            <a:xfrm>
              <a:off x="2643579" y="2557951"/>
              <a:ext cx="42002" cy="419258"/>
            </a:xfrm>
            <a:prstGeom prst="roundRect">
              <a:avLst>
                <a:gd name="adj" fmla="val 31481"/>
              </a:avLst>
            </a:prstGeom>
            <a:noFill/>
            <a:ln w="317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36" name="모서리가 둥근 직사각형 79">
              <a:extLst>
                <a:ext uri="{FF2B5EF4-FFF2-40B4-BE49-F238E27FC236}">
                  <a16:creationId xmlns:a16="http://schemas.microsoft.com/office/drawing/2014/main" id="{3BB039F8-B06C-4D3F-A49E-CAC3C9A19023}"/>
                </a:ext>
              </a:extLst>
            </p:cNvPr>
            <p:cNvSpPr/>
            <p:nvPr/>
          </p:nvSpPr>
          <p:spPr bwMode="auto">
            <a:xfrm>
              <a:off x="2676284" y="1062755"/>
              <a:ext cx="2420732" cy="5007622"/>
            </a:xfrm>
            <a:prstGeom prst="round2SameRect">
              <a:avLst>
                <a:gd name="adj1" fmla="val 10608"/>
                <a:gd name="adj2" fmla="val 11047"/>
              </a:avLst>
            </a:prstGeom>
            <a:solidFill>
              <a:schemeClr val="bg1">
                <a:lumMod val="95000"/>
              </a:schemeClr>
            </a:solidFill>
            <a:ln w="12700"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37" name="모서리가 둥근 직사각형 135">
              <a:extLst>
                <a:ext uri="{FF2B5EF4-FFF2-40B4-BE49-F238E27FC236}">
                  <a16:creationId xmlns:a16="http://schemas.microsoft.com/office/drawing/2014/main" id="{97361CEA-AF54-42CC-B9E9-1BCED40C9E75}"/>
                </a:ext>
              </a:extLst>
            </p:cNvPr>
            <p:cNvSpPr/>
            <p:nvPr/>
          </p:nvSpPr>
          <p:spPr bwMode="auto">
            <a:xfrm>
              <a:off x="3660079" y="1309720"/>
              <a:ext cx="403403" cy="53245"/>
            </a:xfrm>
            <a:prstGeom prst="roundRect">
              <a:avLst>
                <a:gd name="adj" fmla="val 50000"/>
              </a:avLst>
            </a:prstGeom>
            <a:noFill/>
            <a:ln w="317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38" name="타원 37">
              <a:extLst>
                <a:ext uri="{FF2B5EF4-FFF2-40B4-BE49-F238E27FC236}">
                  <a16:creationId xmlns:a16="http://schemas.microsoft.com/office/drawing/2014/main" id="{6BFA50A5-2E32-4109-B0B3-AC3351CAC26E}"/>
                </a:ext>
              </a:extLst>
            </p:cNvPr>
            <p:cNvSpPr/>
            <p:nvPr/>
          </p:nvSpPr>
          <p:spPr bwMode="auto">
            <a:xfrm>
              <a:off x="3533010" y="1302031"/>
              <a:ext cx="68747" cy="68620"/>
            </a:xfrm>
            <a:prstGeom prst="ellipse">
              <a:avLst/>
            </a:prstGeom>
            <a:solidFill>
              <a:schemeClr val="tx1">
                <a:lumMod val="50000"/>
                <a:lumOff val="50000"/>
              </a:schemeClr>
            </a:solidFill>
            <a:ln w="9525" cap="flat" cmpd="sng" algn="ctr">
              <a:no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39" name="타원 38">
              <a:extLst>
                <a:ext uri="{FF2B5EF4-FFF2-40B4-BE49-F238E27FC236}">
                  <a16:creationId xmlns:a16="http://schemas.microsoft.com/office/drawing/2014/main" id="{4A916DA4-75C3-43A2-90BB-19F3F719643D}"/>
                </a:ext>
              </a:extLst>
            </p:cNvPr>
            <p:cNvSpPr/>
            <p:nvPr/>
          </p:nvSpPr>
          <p:spPr bwMode="auto">
            <a:xfrm>
              <a:off x="3826471" y="1209631"/>
              <a:ext cx="57600" cy="57172"/>
            </a:xfrm>
            <a:prstGeom prst="ellipse">
              <a:avLst/>
            </a:prstGeom>
            <a:solidFill>
              <a:schemeClr val="tx1">
                <a:lumMod val="50000"/>
                <a:lumOff val="50000"/>
              </a:schemeClr>
            </a:solidFill>
            <a:ln w="3175" cap="flat" cmpd="sng" algn="ctr">
              <a:noFill/>
              <a:prstDash val="solid"/>
              <a:round/>
              <a:headEnd type="none" w="sm" len="sm"/>
              <a:tailEnd type="none" w="sm" len="sm"/>
            </a:ln>
            <a:effectLst/>
          </p:spPr>
          <p:txBody>
            <a:bodyPr vert="horz" wrap="square" lIns="0" tIns="0" rIns="0" bIns="0"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40" name="타원 39">
              <a:extLst>
                <a:ext uri="{FF2B5EF4-FFF2-40B4-BE49-F238E27FC236}">
                  <a16:creationId xmlns:a16="http://schemas.microsoft.com/office/drawing/2014/main" id="{8C25CEC8-A3A8-480F-BFF3-B895BDE889C8}"/>
                </a:ext>
              </a:extLst>
            </p:cNvPr>
            <p:cNvSpPr/>
            <p:nvPr userDrawn="1"/>
          </p:nvSpPr>
          <p:spPr bwMode="auto">
            <a:xfrm>
              <a:off x="3726781" y="5679983"/>
              <a:ext cx="304501" cy="306984"/>
            </a:xfrm>
            <a:prstGeom prst="ellipse">
              <a:avLst/>
            </a:prstGeom>
            <a:noFill/>
            <a:ln w="952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41" name="직사각형 40">
              <a:extLst>
                <a:ext uri="{FF2B5EF4-FFF2-40B4-BE49-F238E27FC236}">
                  <a16:creationId xmlns:a16="http://schemas.microsoft.com/office/drawing/2014/main" id="{D451621D-A901-4C7C-81F8-F6D4650ED346}"/>
                </a:ext>
              </a:extLst>
            </p:cNvPr>
            <p:cNvSpPr/>
            <p:nvPr/>
          </p:nvSpPr>
          <p:spPr bwMode="auto">
            <a:xfrm>
              <a:off x="2741311"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grpSp>
      <p:grpSp>
        <p:nvGrpSpPr>
          <p:cNvPr id="42" name="그룹 41">
            <a:extLst>
              <a:ext uri="{FF2B5EF4-FFF2-40B4-BE49-F238E27FC236}">
                <a16:creationId xmlns:a16="http://schemas.microsoft.com/office/drawing/2014/main" id="{7B359EA5-0CF9-4493-AB79-BE9AD27F263B}"/>
              </a:ext>
            </a:extLst>
          </p:cNvPr>
          <p:cNvGrpSpPr/>
          <p:nvPr userDrawn="1"/>
        </p:nvGrpSpPr>
        <p:grpSpPr>
          <a:xfrm>
            <a:off x="5392336" y="980728"/>
            <a:ext cx="2453437" cy="5007622"/>
            <a:chOff x="2643579" y="1062755"/>
            <a:chExt cx="2453437" cy="5007622"/>
          </a:xfrm>
        </p:grpSpPr>
        <p:sp>
          <p:nvSpPr>
            <p:cNvPr id="43" name="모서리가 둥근 직사각형 141">
              <a:extLst>
                <a:ext uri="{FF2B5EF4-FFF2-40B4-BE49-F238E27FC236}">
                  <a16:creationId xmlns:a16="http://schemas.microsoft.com/office/drawing/2014/main" id="{3B47D5DD-EA0F-4D71-BA2A-9CDE4F09523E}"/>
                </a:ext>
              </a:extLst>
            </p:cNvPr>
            <p:cNvSpPr/>
            <p:nvPr/>
          </p:nvSpPr>
          <p:spPr bwMode="auto">
            <a:xfrm>
              <a:off x="2643579" y="1595644"/>
              <a:ext cx="42002" cy="251583"/>
            </a:xfrm>
            <a:prstGeom prst="roundRect">
              <a:avLst>
                <a:gd name="adj" fmla="val 31481"/>
              </a:avLst>
            </a:prstGeom>
            <a:noFill/>
            <a:ln w="317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44" name="모서리가 둥근 직사각형 142">
              <a:extLst>
                <a:ext uri="{FF2B5EF4-FFF2-40B4-BE49-F238E27FC236}">
                  <a16:creationId xmlns:a16="http://schemas.microsoft.com/office/drawing/2014/main" id="{227B149F-F1C5-43BD-84AB-DBFA94C2F5F9}"/>
                </a:ext>
              </a:extLst>
            </p:cNvPr>
            <p:cNvSpPr/>
            <p:nvPr/>
          </p:nvSpPr>
          <p:spPr bwMode="auto">
            <a:xfrm>
              <a:off x="2643579" y="2069865"/>
              <a:ext cx="42002" cy="419258"/>
            </a:xfrm>
            <a:prstGeom prst="roundRect">
              <a:avLst>
                <a:gd name="adj" fmla="val 31481"/>
              </a:avLst>
            </a:prstGeom>
            <a:noFill/>
            <a:ln w="317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45" name="모서리가 둥근 직사각형 143">
              <a:extLst>
                <a:ext uri="{FF2B5EF4-FFF2-40B4-BE49-F238E27FC236}">
                  <a16:creationId xmlns:a16="http://schemas.microsoft.com/office/drawing/2014/main" id="{CCE72CE1-813F-425C-B43E-7B77E5AAD443}"/>
                </a:ext>
              </a:extLst>
            </p:cNvPr>
            <p:cNvSpPr/>
            <p:nvPr/>
          </p:nvSpPr>
          <p:spPr bwMode="auto">
            <a:xfrm>
              <a:off x="2643579" y="2557951"/>
              <a:ext cx="42002" cy="419258"/>
            </a:xfrm>
            <a:prstGeom prst="roundRect">
              <a:avLst>
                <a:gd name="adj" fmla="val 31481"/>
              </a:avLst>
            </a:prstGeom>
            <a:noFill/>
            <a:ln w="317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46" name="모서리가 둥근 직사각형 79">
              <a:extLst>
                <a:ext uri="{FF2B5EF4-FFF2-40B4-BE49-F238E27FC236}">
                  <a16:creationId xmlns:a16="http://schemas.microsoft.com/office/drawing/2014/main" id="{ECC2B1EF-B9D1-4323-AFE6-B01F9BD13518}"/>
                </a:ext>
              </a:extLst>
            </p:cNvPr>
            <p:cNvSpPr/>
            <p:nvPr/>
          </p:nvSpPr>
          <p:spPr bwMode="auto">
            <a:xfrm>
              <a:off x="2676284" y="1062755"/>
              <a:ext cx="2420732" cy="5007622"/>
            </a:xfrm>
            <a:prstGeom prst="round2SameRect">
              <a:avLst>
                <a:gd name="adj1" fmla="val 10608"/>
                <a:gd name="adj2" fmla="val 11047"/>
              </a:avLst>
            </a:prstGeom>
            <a:solidFill>
              <a:schemeClr val="bg1">
                <a:lumMod val="95000"/>
              </a:schemeClr>
            </a:solidFill>
            <a:ln w="12700"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47" name="모서리가 둥근 직사각형 135">
              <a:extLst>
                <a:ext uri="{FF2B5EF4-FFF2-40B4-BE49-F238E27FC236}">
                  <a16:creationId xmlns:a16="http://schemas.microsoft.com/office/drawing/2014/main" id="{22902FB0-4ED0-4967-B5FB-0BF27AE2AA5F}"/>
                </a:ext>
              </a:extLst>
            </p:cNvPr>
            <p:cNvSpPr/>
            <p:nvPr/>
          </p:nvSpPr>
          <p:spPr bwMode="auto">
            <a:xfrm>
              <a:off x="3660079" y="1309720"/>
              <a:ext cx="403403" cy="53245"/>
            </a:xfrm>
            <a:prstGeom prst="roundRect">
              <a:avLst>
                <a:gd name="adj" fmla="val 50000"/>
              </a:avLst>
            </a:prstGeom>
            <a:noFill/>
            <a:ln w="317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48" name="타원 47">
              <a:extLst>
                <a:ext uri="{FF2B5EF4-FFF2-40B4-BE49-F238E27FC236}">
                  <a16:creationId xmlns:a16="http://schemas.microsoft.com/office/drawing/2014/main" id="{29C99A7D-238C-4360-8D88-0BF43B71B96C}"/>
                </a:ext>
              </a:extLst>
            </p:cNvPr>
            <p:cNvSpPr/>
            <p:nvPr/>
          </p:nvSpPr>
          <p:spPr bwMode="auto">
            <a:xfrm>
              <a:off x="3533010" y="1302031"/>
              <a:ext cx="68747" cy="68620"/>
            </a:xfrm>
            <a:prstGeom prst="ellipse">
              <a:avLst/>
            </a:prstGeom>
            <a:solidFill>
              <a:schemeClr val="tx1">
                <a:lumMod val="50000"/>
                <a:lumOff val="50000"/>
              </a:schemeClr>
            </a:solidFill>
            <a:ln w="9525" cap="flat" cmpd="sng" algn="ctr">
              <a:no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49" name="타원 48">
              <a:extLst>
                <a:ext uri="{FF2B5EF4-FFF2-40B4-BE49-F238E27FC236}">
                  <a16:creationId xmlns:a16="http://schemas.microsoft.com/office/drawing/2014/main" id="{FB1140C9-C5D3-4026-B824-405BD2C963CB}"/>
                </a:ext>
              </a:extLst>
            </p:cNvPr>
            <p:cNvSpPr/>
            <p:nvPr/>
          </p:nvSpPr>
          <p:spPr bwMode="auto">
            <a:xfrm>
              <a:off x="3826471" y="1209631"/>
              <a:ext cx="57600" cy="57172"/>
            </a:xfrm>
            <a:prstGeom prst="ellipse">
              <a:avLst/>
            </a:prstGeom>
            <a:solidFill>
              <a:schemeClr val="tx1">
                <a:lumMod val="50000"/>
                <a:lumOff val="50000"/>
              </a:schemeClr>
            </a:solidFill>
            <a:ln w="3175" cap="flat" cmpd="sng" algn="ctr">
              <a:noFill/>
              <a:prstDash val="solid"/>
              <a:round/>
              <a:headEnd type="none" w="sm" len="sm"/>
              <a:tailEnd type="none" w="sm" len="sm"/>
            </a:ln>
            <a:effectLst/>
          </p:spPr>
          <p:txBody>
            <a:bodyPr vert="horz" wrap="square" lIns="0" tIns="0" rIns="0" bIns="0"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50" name="타원 49">
              <a:extLst>
                <a:ext uri="{FF2B5EF4-FFF2-40B4-BE49-F238E27FC236}">
                  <a16:creationId xmlns:a16="http://schemas.microsoft.com/office/drawing/2014/main" id="{7728D805-CA69-489A-BEAD-A0E1C146EDA8}"/>
                </a:ext>
              </a:extLst>
            </p:cNvPr>
            <p:cNvSpPr/>
            <p:nvPr userDrawn="1"/>
          </p:nvSpPr>
          <p:spPr bwMode="auto">
            <a:xfrm>
              <a:off x="3726781" y="5679983"/>
              <a:ext cx="304501" cy="306984"/>
            </a:xfrm>
            <a:prstGeom prst="ellipse">
              <a:avLst/>
            </a:prstGeom>
            <a:noFill/>
            <a:ln w="9525" cap="flat" cmpd="sng" algn="ctr">
              <a:solidFill>
                <a:schemeClr val="bg1">
                  <a:lumMod val="75000"/>
                </a:schemeClr>
              </a:solidFill>
              <a:prstDash val="solid"/>
              <a:round/>
              <a:headEnd type="none" w="sm" len="sm"/>
              <a:tailEnd type="none" w="sm" len="sm"/>
            </a:ln>
            <a:effectLst/>
          </p:spPr>
          <p:txBody>
            <a:bodyPr vert="horz" wrap="square" lIns="100012" tIns="49212" rIns="100012" bIns="49212" numCol="1" rtlCol="0" anchor="t" anchorCtr="0" compatLnSpc="1">
              <a:prstTxWarp prst="textNoShape">
                <a:avLst/>
              </a:prstTxWarp>
            </a:bodyPr>
            <a:lstStyle/>
            <a:p>
              <a:pPr marL="288916" marR="0" indent="-288916" algn="l" defTabSz="416177" rtl="0" eaLnBrk="1" fontAlgn="base" latinLnBrk="1" hangingPunct="1">
                <a:lnSpc>
                  <a:spcPct val="90000"/>
                </a:lnSpc>
                <a:spcBef>
                  <a:spcPct val="100000"/>
                </a:spcBef>
                <a:spcAft>
                  <a:spcPct val="0"/>
                </a:spcAft>
                <a:buClr>
                  <a:srgbClr val="000066"/>
                </a:buClr>
                <a:buSzPct val="120000"/>
                <a:buFont typeface="Wingdings 2" pitchFamily="18" charset="2"/>
                <a:buNone/>
                <a:tabLst/>
              </a:pPr>
              <a:endParaRPr kumimoji="1" lang="ko-KR" altLang="en-US" sz="1300" b="0" i="0" u="none" strike="noStrike" cap="none" normalizeH="0" baseline="0">
                <a:ln>
                  <a:noFill/>
                </a:ln>
                <a:solidFill>
                  <a:srgbClr val="000066"/>
                </a:solidFill>
                <a:effectLst/>
                <a:latin typeface="맑은 고딕" panose="020B0503020000020004" pitchFamily="50" charset="-127"/>
                <a:ea typeface="맑은 고딕" panose="020B0503020000020004" pitchFamily="50" charset="-127"/>
              </a:endParaRPr>
            </a:p>
          </p:txBody>
        </p:sp>
        <p:sp>
          <p:nvSpPr>
            <p:cNvPr id="51" name="직사각형 50">
              <a:extLst>
                <a:ext uri="{FF2B5EF4-FFF2-40B4-BE49-F238E27FC236}">
                  <a16:creationId xmlns:a16="http://schemas.microsoft.com/office/drawing/2014/main" id="{6201AD12-33BD-4215-A9CF-CDFB704E71FA}"/>
                </a:ext>
              </a:extLst>
            </p:cNvPr>
            <p:cNvSpPr/>
            <p:nvPr/>
          </p:nvSpPr>
          <p:spPr bwMode="auto">
            <a:xfrm>
              <a:off x="2741311"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grpSp>
      <p:sp>
        <p:nvSpPr>
          <p:cNvPr id="52" name="Text Box 135">
            <a:extLst>
              <a:ext uri="{FF2B5EF4-FFF2-40B4-BE49-F238E27FC236}">
                <a16:creationId xmlns:a16="http://schemas.microsoft.com/office/drawing/2014/main" id="{4A05D68C-B82D-40D7-864E-6D31D3A4A166}"/>
              </a:ext>
            </a:extLst>
          </p:cNvPr>
          <p:cNvSpPr txBox="1">
            <a:spLocks noChangeArrowheads="1"/>
          </p:cNvSpPr>
          <p:nvPr userDrawn="1"/>
        </p:nvSpPr>
        <p:spPr bwMode="auto">
          <a:xfrm>
            <a:off x="4604751" y="6601441"/>
            <a:ext cx="440267" cy="220575"/>
          </a:xfrm>
          <a:prstGeom prst="rect">
            <a:avLst/>
          </a:prstGeom>
          <a:noFill/>
          <a:ln>
            <a:noFill/>
          </a:ln>
        </p:spPr>
        <p:txBody>
          <a:bodyPr lIns="86302" tIns="43149" rIns="86302" bIns="43149">
            <a:spAutoFit/>
          </a:bodyPr>
          <a:lstStyle>
            <a:lvl1pPr eaLnBrk="0" hangingPunct="0">
              <a:defRPr kumimoji="1" sz="800" b="1">
                <a:solidFill>
                  <a:schemeClr val="tx1"/>
                </a:solidFill>
                <a:latin typeface="굴림" pitchFamily="50" charset="-127"/>
                <a:ea typeface="굴림" pitchFamily="50" charset="-127"/>
              </a:defRPr>
            </a:lvl1pPr>
            <a:lvl2pPr marL="742950" indent="-285750" eaLnBrk="0" hangingPunct="0">
              <a:defRPr kumimoji="1" sz="800" b="1">
                <a:solidFill>
                  <a:schemeClr val="tx1"/>
                </a:solidFill>
                <a:latin typeface="굴림" pitchFamily="50" charset="-127"/>
                <a:ea typeface="굴림" pitchFamily="50" charset="-127"/>
              </a:defRPr>
            </a:lvl2pPr>
            <a:lvl3pPr marL="1143000" indent="-228600" eaLnBrk="0" hangingPunct="0">
              <a:defRPr kumimoji="1" sz="800" b="1">
                <a:solidFill>
                  <a:schemeClr val="tx1"/>
                </a:solidFill>
                <a:latin typeface="굴림" pitchFamily="50" charset="-127"/>
                <a:ea typeface="굴림" pitchFamily="50" charset="-127"/>
              </a:defRPr>
            </a:lvl3pPr>
            <a:lvl4pPr marL="1600200" indent="-228600" eaLnBrk="0" hangingPunct="0">
              <a:defRPr kumimoji="1" sz="800" b="1">
                <a:solidFill>
                  <a:schemeClr val="tx1"/>
                </a:solidFill>
                <a:latin typeface="굴림" pitchFamily="50" charset="-127"/>
                <a:ea typeface="굴림" pitchFamily="50" charset="-127"/>
              </a:defRPr>
            </a:lvl4pPr>
            <a:lvl5pPr marL="2057400" indent="-228600" eaLnBrk="0" hangingPunct="0">
              <a:defRPr kumimoji="1" sz="800" b="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9pPr>
          </a:lstStyle>
          <a:p>
            <a:pPr eaLnBrk="1" fontAlgn="auto" hangingPunct="1">
              <a:spcBef>
                <a:spcPct val="50000"/>
              </a:spcBef>
              <a:spcAft>
                <a:spcPts val="0"/>
              </a:spcAft>
              <a:defRPr/>
            </a:pPr>
            <a:fld id="{73D0FB96-147E-4B20-B599-8591A130DAF4}" type="slidenum">
              <a:rPr lang="en-US" altLang="ko-KR" sz="867" b="0" smtClean="0">
                <a:latin typeface="+mn-ea"/>
                <a:ea typeface="+mn-ea"/>
              </a:rPr>
              <a:pPr eaLnBrk="1" fontAlgn="auto" hangingPunct="1">
                <a:spcBef>
                  <a:spcPct val="50000"/>
                </a:spcBef>
                <a:spcAft>
                  <a:spcPts val="0"/>
                </a:spcAft>
                <a:defRPr/>
              </a:pPr>
              <a:t>‹#›</a:t>
            </a:fld>
            <a:endParaRPr lang="en-US" altLang="ko-KR" sz="867" b="0">
              <a:latin typeface="+mn-ea"/>
              <a:ea typeface="+mn-ea"/>
            </a:endParaRPr>
          </a:p>
        </p:txBody>
      </p:sp>
    </p:spTree>
    <p:extLst>
      <p:ext uri="{BB962C8B-B14F-4D97-AF65-F5344CB8AC3E}">
        <p14:creationId xmlns:p14="http://schemas.microsoft.com/office/powerpoint/2010/main" val="832552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제목만">
    <p:spTree>
      <p:nvGrpSpPr>
        <p:cNvPr id="1" name=""/>
        <p:cNvGrpSpPr/>
        <p:nvPr/>
      </p:nvGrpSpPr>
      <p:grpSpPr>
        <a:xfrm>
          <a:off x="0" y="0"/>
          <a:ext cx="0" cy="0"/>
          <a:chOff x="0" y="0"/>
          <a:chExt cx="0" cy="0"/>
        </a:xfrm>
      </p:grpSpPr>
    </p:spTree>
    <p:extLst>
      <p:ext uri="{BB962C8B-B14F-4D97-AF65-F5344CB8AC3E}">
        <p14:creationId xmlns:p14="http://schemas.microsoft.com/office/powerpoint/2010/main" val="763481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4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p:txBody>
      </p:sp>
      <p:sp>
        <p:nvSpPr>
          <p:cNvPr id="17" name="설명선: 오른쪽 화살표 16">
            <a:extLst>
              <a:ext uri="{FF2B5EF4-FFF2-40B4-BE49-F238E27FC236}">
                <a16:creationId xmlns:a16="http://schemas.microsoft.com/office/drawing/2014/main" id="{9E478B2F-C7DE-40C0-9A5F-E2AF16A18F97}"/>
              </a:ext>
            </a:extLst>
          </p:cNvPr>
          <p:cNvSpPr/>
          <p:nvPr userDrawn="1"/>
        </p:nvSpPr>
        <p:spPr>
          <a:xfrm>
            <a:off x="221483" y="6144624"/>
            <a:ext cx="2454359"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18" name="설명선: 왼쪽 화살표 17">
            <a:extLst>
              <a:ext uri="{FF2B5EF4-FFF2-40B4-BE49-F238E27FC236}">
                <a16:creationId xmlns:a16="http://schemas.microsoft.com/office/drawing/2014/main" id="{8B207E69-1994-4A98-8021-8A9ECEF6C44D}"/>
              </a:ext>
            </a:extLst>
          </p:cNvPr>
          <p:cNvSpPr/>
          <p:nvPr userDrawn="1"/>
        </p:nvSpPr>
        <p:spPr>
          <a:xfrm>
            <a:off x="2675842" y="777845"/>
            <a:ext cx="2500146"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dirty="0"/>
              <a:t>좌측화면에서 이어짐</a:t>
            </a:r>
          </a:p>
        </p:txBody>
      </p:sp>
      <p:sp>
        <p:nvSpPr>
          <p:cNvPr id="20" name="설명선: 왼쪽 화살표 19">
            <a:extLst>
              <a:ext uri="{FF2B5EF4-FFF2-40B4-BE49-F238E27FC236}">
                <a16:creationId xmlns:a16="http://schemas.microsoft.com/office/drawing/2014/main" id="{8F387751-97D7-4122-A394-C334239E8734}"/>
              </a:ext>
            </a:extLst>
          </p:cNvPr>
          <p:cNvSpPr/>
          <p:nvPr userDrawn="1"/>
        </p:nvSpPr>
        <p:spPr>
          <a:xfrm>
            <a:off x="5265543" y="777845"/>
            <a:ext cx="2446612"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dirty="0"/>
              <a:t>좌측화면에서 이어짐</a:t>
            </a:r>
          </a:p>
        </p:txBody>
      </p:sp>
      <p:sp>
        <p:nvSpPr>
          <p:cNvPr id="21" name="설명선: 오른쪽 화살표 20">
            <a:extLst>
              <a:ext uri="{FF2B5EF4-FFF2-40B4-BE49-F238E27FC236}">
                <a16:creationId xmlns:a16="http://schemas.microsoft.com/office/drawing/2014/main" id="{34906F93-1BE6-47ED-8A7C-3A78DEACF506}"/>
              </a:ext>
            </a:extLst>
          </p:cNvPr>
          <p:cNvSpPr/>
          <p:nvPr userDrawn="1"/>
        </p:nvSpPr>
        <p:spPr>
          <a:xfrm>
            <a:off x="2740396" y="6144624"/>
            <a:ext cx="2525147"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5345804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2" name="텍스트 개체 틀 3">
            <a:extLst>
              <a:ext uri="{FF2B5EF4-FFF2-40B4-BE49-F238E27FC236}">
                <a16:creationId xmlns:a16="http://schemas.microsoft.com/office/drawing/2014/main" id="{BDDD7274-FB3E-4B59-9729-A5FC3EF44F55}"/>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3" name="텍스트 개체 틀 3">
            <a:extLst>
              <a:ext uri="{FF2B5EF4-FFF2-40B4-BE49-F238E27FC236}">
                <a16:creationId xmlns:a16="http://schemas.microsoft.com/office/drawing/2014/main" id="{42E8E04D-BD26-46E8-8182-54B25B34E182}"/>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1035460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2741311" y="1168339"/>
            <a:ext cx="2290678" cy="5284998"/>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3" name="텍스트 개체 틀 2">
            <a:extLst>
              <a:ext uri="{FF2B5EF4-FFF2-40B4-BE49-F238E27FC236}">
                <a16:creationId xmlns:a16="http://schemas.microsoft.com/office/drawing/2014/main" id="{87A39834-1383-470D-9CC2-9633AA3FFC1B}"/>
              </a:ext>
            </a:extLst>
          </p:cNvPr>
          <p:cNvSpPr>
            <a:spLocks noGrp="1"/>
          </p:cNvSpPr>
          <p:nvPr>
            <p:ph type="body" sz="quarter" idx="12"/>
          </p:nvPr>
        </p:nvSpPr>
        <p:spPr>
          <a:xfrm>
            <a:off x="2837111" y="1162572"/>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cxnSp>
        <p:nvCxnSpPr>
          <p:cNvPr id="6" name="직선 연결선 5">
            <a:extLst>
              <a:ext uri="{FF2B5EF4-FFF2-40B4-BE49-F238E27FC236}">
                <a16:creationId xmlns:a16="http://schemas.microsoft.com/office/drawing/2014/main" id="{36170B7E-A940-4A30-9453-ABDEEDFE6FE5}"/>
              </a:ext>
            </a:extLst>
          </p:cNvPr>
          <p:cNvCxnSpPr/>
          <p:nvPr userDrawn="1"/>
        </p:nvCxnSpPr>
        <p:spPr>
          <a:xfrm>
            <a:off x="2760343" y="1412776"/>
            <a:ext cx="225606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Chevron Left">
            <a:extLst>
              <a:ext uri="{FF2B5EF4-FFF2-40B4-BE49-F238E27FC236}">
                <a16:creationId xmlns:a16="http://schemas.microsoft.com/office/drawing/2014/main" id="{A0113208-BE1F-4844-93AF-38E406B7F097}"/>
              </a:ext>
            </a:extLst>
          </p:cNvPr>
          <p:cNvSpPr>
            <a:spLocks noChangeAspect="1"/>
          </p:cNvSpPr>
          <p:nvPr userDrawn="1"/>
        </p:nvSpPr>
        <p:spPr bwMode="auto">
          <a:xfrm>
            <a:off x="2823345" y="1198476"/>
            <a:ext cx="79375" cy="144462"/>
          </a:xfrm>
          <a:custGeom>
            <a:avLst/>
            <a:gdLst>
              <a:gd name="T0" fmla="*/ 296 w 324"/>
              <a:gd name="T1" fmla="*/ 593 h 593"/>
              <a:gd name="T2" fmla="*/ 324 w 324"/>
              <a:gd name="T3" fmla="*/ 565 h 593"/>
              <a:gd name="T4" fmla="*/ 55 w 324"/>
              <a:gd name="T5" fmla="*/ 297 h 593"/>
              <a:gd name="T6" fmla="*/ 324 w 324"/>
              <a:gd name="T7" fmla="*/ 28 h 593"/>
              <a:gd name="T8" fmla="*/ 296 w 324"/>
              <a:gd name="T9" fmla="*/ 0 h 593"/>
              <a:gd name="T10" fmla="*/ 0 w 324"/>
              <a:gd name="T11" fmla="*/ 297 h 593"/>
              <a:gd name="T12" fmla="*/ 296 w 324"/>
              <a:gd name="T13" fmla="*/ 593 h 593"/>
            </a:gdLst>
            <a:ahLst/>
            <a:cxnLst>
              <a:cxn ang="0">
                <a:pos x="T0" y="T1"/>
              </a:cxn>
              <a:cxn ang="0">
                <a:pos x="T2" y="T3"/>
              </a:cxn>
              <a:cxn ang="0">
                <a:pos x="T4" y="T5"/>
              </a:cxn>
              <a:cxn ang="0">
                <a:pos x="T6" y="T7"/>
              </a:cxn>
              <a:cxn ang="0">
                <a:pos x="T8" y="T9"/>
              </a:cxn>
              <a:cxn ang="0">
                <a:pos x="T10" y="T11"/>
              </a:cxn>
              <a:cxn ang="0">
                <a:pos x="T12" y="T13"/>
              </a:cxn>
            </a:cxnLst>
            <a:rect l="0" t="0" r="r" b="b"/>
            <a:pathLst>
              <a:path w="324" h="593">
                <a:moveTo>
                  <a:pt x="296" y="593"/>
                </a:moveTo>
                <a:lnTo>
                  <a:pt x="324" y="565"/>
                </a:lnTo>
                <a:lnTo>
                  <a:pt x="55" y="297"/>
                </a:lnTo>
                <a:lnTo>
                  <a:pt x="324" y="28"/>
                </a:lnTo>
                <a:lnTo>
                  <a:pt x="296" y="0"/>
                </a:lnTo>
                <a:lnTo>
                  <a:pt x="0" y="297"/>
                </a:lnTo>
                <a:lnTo>
                  <a:pt x="296" y="593"/>
                </a:ln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grpSp>
        <p:nvGrpSpPr>
          <p:cNvPr id="2" name="그룹 1">
            <a:extLst>
              <a:ext uri="{FF2B5EF4-FFF2-40B4-BE49-F238E27FC236}">
                <a16:creationId xmlns:a16="http://schemas.microsoft.com/office/drawing/2014/main" id="{F945BA3A-3124-41B0-BD84-11C62D0D8BCC}"/>
              </a:ext>
            </a:extLst>
          </p:cNvPr>
          <p:cNvGrpSpPr/>
          <p:nvPr userDrawn="1"/>
        </p:nvGrpSpPr>
        <p:grpSpPr>
          <a:xfrm>
            <a:off x="2735182" y="576411"/>
            <a:ext cx="2312496" cy="594463"/>
            <a:chOff x="2726556" y="559159"/>
            <a:chExt cx="2312496" cy="594463"/>
          </a:xfrm>
        </p:grpSpPr>
        <p:sp>
          <p:nvSpPr>
            <p:cNvPr id="9" name="직사각형 8">
              <a:extLst>
                <a:ext uri="{FF2B5EF4-FFF2-40B4-BE49-F238E27FC236}">
                  <a16:creationId xmlns:a16="http://schemas.microsoft.com/office/drawing/2014/main" id="{0AE3BF6B-CCF2-4B4B-AECB-7275CD732E16}"/>
                </a:ext>
              </a:extLst>
            </p:cNvPr>
            <p:cNvSpPr/>
            <p:nvPr/>
          </p:nvSpPr>
          <p:spPr>
            <a:xfrm>
              <a:off x="2726807" y="559159"/>
              <a:ext cx="2289600" cy="29486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900">
                <a:solidFill>
                  <a:schemeClr val="tx1"/>
                </a:solidFill>
              </a:endParaRPr>
            </a:p>
          </p:txBody>
        </p:sp>
        <p:sp>
          <p:nvSpPr>
            <p:cNvPr id="14" name="Search">
              <a:extLst>
                <a:ext uri="{FF2B5EF4-FFF2-40B4-BE49-F238E27FC236}">
                  <a16:creationId xmlns:a16="http://schemas.microsoft.com/office/drawing/2014/main" id="{20BDFF9E-27DF-4CF2-8A15-B1D93BF7F204}"/>
                </a:ext>
              </a:extLst>
            </p:cNvPr>
            <p:cNvSpPr>
              <a:spLocks noChangeAspect="1" noEditPoints="1"/>
            </p:cNvSpPr>
            <p:nvPr/>
          </p:nvSpPr>
          <p:spPr bwMode="auto">
            <a:xfrm>
              <a:off x="4858438" y="662213"/>
              <a:ext cx="115455" cy="118079"/>
            </a:xfrm>
            <a:custGeom>
              <a:avLst/>
              <a:gdLst>
                <a:gd name="T0" fmla="*/ 227 w 572"/>
                <a:gd name="T1" fmla="*/ 0 h 585"/>
                <a:gd name="T2" fmla="*/ 0 w 572"/>
                <a:gd name="T3" fmla="*/ 227 h 585"/>
                <a:gd name="T4" fmla="*/ 227 w 572"/>
                <a:gd name="T5" fmla="*/ 453 h 585"/>
                <a:gd name="T6" fmla="*/ 359 w 572"/>
                <a:gd name="T7" fmla="*/ 410 h 585"/>
                <a:gd name="T8" fmla="*/ 535 w 572"/>
                <a:gd name="T9" fmla="*/ 585 h 585"/>
                <a:gd name="T10" fmla="*/ 572 w 572"/>
                <a:gd name="T11" fmla="*/ 548 h 585"/>
                <a:gd name="T12" fmla="*/ 399 w 572"/>
                <a:gd name="T13" fmla="*/ 374 h 585"/>
                <a:gd name="T14" fmla="*/ 454 w 572"/>
                <a:gd name="T15" fmla="*/ 227 h 585"/>
                <a:gd name="T16" fmla="*/ 227 w 572"/>
                <a:gd name="T17" fmla="*/ 0 h 585"/>
                <a:gd name="T18" fmla="*/ 227 w 572"/>
                <a:gd name="T19" fmla="*/ 27 h 585"/>
                <a:gd name="T20" fmla="*/ 427 w 572"/>
                <a:gd name="T21" fmla="*/ 227 h 585"/>
                <a:gd name="T22" fmla="*/ 227 w 572"/>
                <a:gd name="T23" fmla="*/ 427 h 585"/>
                <a:gd name="T24" fmla="*/ 27 w 572"/>
                <a:gd name="T25" fmla="*/ 227 h 585"/>
                <a:gd name="T26" fmla="*/ 227 w 572"/>
                <a:gd name="T27" fmla="*/ 27 h 5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72" h="585">
                  <a:moveTo>
                    <a:pt x="227" y="0"/>
                  </a:moveTo>
                  <a:cubicBezTo>
                    <a:pt x="102" y="0"/>
                    <a:pt x="0" y="102"/>
                    <a:pt x="0" y="227"/>
                  </a:cubicBezTo>
                  <a:cubicBezTo>
                    <a:pt x="0" y="352"/>
                    <a:pt x="102" y="453"/>
                    <a:pt x="227" y="453"/>
                  </a:cubicBezTo>
                  <a:cubicBezTo>
                    <a:pt x="276" y="453"/>
                    <a:pt x="322" y="437"/>
                    <a:pt x="359" y="410"/>
                  </a:cubicBezTo>
                  <a:lnTo>
                    <a:pt x="535" y="585"/>
                  </a:lnTo>
                  <a:lnTo>
                    <a:pt x="572" y="548"/>
                  </a:lnTo>
                  <a:lnTo>
                    <a:pt x="399" y="374"/>
                  </a:lnTo>
                  <a:cubicBezTo>
                    <a:pt x="433" y="335"/>
                    <a:pt x="454" y="283"/>
                    <a:pt x="454" y="227"/>
                  </a:cubicBezTo>
                  <a:cubicBezTo>
                    <a:pt x="454" y="102"/>
                    <a:pt x="352" y="0"/>
                    <a:pt x="227" y="0"/>
                  </a:cubicBezTo>
                  <a:close/>
                  <a:moveTo>
                    <a:pt x="227" y="27"/>
                  </a:moveTo>
                  <a:cubicBezTo>
                    <a:pt x="338" y="27"/>
                    <a:pt x="427" y="116"/>
                    <a:pt x="427" y="227"/>
                  </a:cubicBezTo>
                  <a:cubicBezTo>
                    <a:pt x="427" y="337"/>
                    <a:pt x="338" y="427"/>
                    <a:pt x="227" y="427"/>
                  </a:cubicBezTo>
                  <a:cubicBezTo>
                    <a:pt x="116" y="427"/>
                    <a:pt x="27" y="337"/>
                    <a:pt x="27" y="227"/>
                  </a:cubicBezTo>
                  <a:cubicBezTo>
                    <a:pt x="27" y="116"/>
                    <a:pt x="116" y="27"/>
                    <a:pt x="227" y="27"/>
                  </a:cubicBezTo>
                  <a:close/>
                </a:path>
              </a:pathLst>
            </a:custGeom>
            <a:solidFill>
              <a:srgbClr val="5F5F5F"/>
            </a:solidFill>
            <a:ln>
              <a:solidFill>
                <a:schemeClr val="tx1">
                  <a:lumMod val="50000"/>
                  <a:lumOff val="50000"/>
                </a:schemeClr>
              </a:solid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pic>
          <p:nvPicPr>
            <p:cNvPr id="15" name="그림 14" descr="하늘이(가) 표시된 사진&#10;&#10;자동 생성된 설명">
              <a:extLst>
                <a:ext uri="{FF2B5EF4-FFF2-40B4-BE49-F238E27FC236}">
                  <a16:creationId xmlns:a16="http://schemas.microsoft.com/office/drawing/2014/main" id="{41801D94-E050-4632-9166-F3C917BE19C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5881" t="2278" r="33729" b="92290"/>
            <a:stretch/>
          </p:blipFill>
          <p:spPr>
            <a:xfrm>
              <a:off x="2802138" y="622179"/>
              <a:ext cx="525097" cy="198148"/>
            </a:xfrm>
            <a:prstGeom prst="rect">
              <a:avLst/>
            </a:prstGeom>
          </p:spPr>
        </p:pic>
        <p:sp>
          <p:nvSpPr>
            <p:cNvPr id="16" name="직사각형 15">
              <a:extLst>
                <a:ext uri="{FF2B5EF4-FFF2-40B4-BE49-F238E27FC236}">
                  <a16:creationId xmlns:a16="http://schemas.microsoft.com/office/drawing/2014/main" id="{FD072BC9-96A1-4E54-A94C-B03A50BDFBDB}"/>
                </a:ext>
              </a:extLst>
            </p:cNvPr>
            <p:cNvSpPr/>
            <p:nvPr/>
          </p:nvSpPr>
          <p:spPr>
            <a:xfrm>
              <a:off x="3813916" y="617926"/>
              <a:ext cx="889987" cy="184666"/>
            </a:xfrm>
            <a:prstGeom prst="rect">
              <a:avLst/>
            </a:prstGeom>
          </p:spPr>
          <p:txBody>
            <a:bodyPr wrap="none">
              <a:spAutoFit/>
            </a:bodyPr>
            <a:lstStyle/>
            <a:p>
              <a:pPr defTabSz="900278" latinLnBrk="1"/>
              <a:r>
                <a:rPr lang="ko-KR" altLang="en-US" sz="600" b="1" kern="0">
                  <a:solidFill>
                    <a:schemeClr val="bg1">
                      <a:lumMod val="65000"/>
                    </a:schemeClr>
                  </a:solidFill>
                  <a:latin typeface="맑은 고딕"/>
                  <a:ea typeface="맑은 고딕" panose="020B0503020000020004" pitchFamily="50" charset="-127"/>
                </a:rPr>
                <a:t>어디로 떠나시나요</a:t>
              </a:r>
              <a:r>
                <a:rPr lang="en-US" altLang="ko-KR" sz="600" b="1" kern="0">
                  <a:solidFill>
                    <a:schemeClr val="bg1">
                      <a:lumMod val="65000"/>
                    </a:schemeClr>
                  </a:solidFill>
                  <a:latin typeface="맑은 고딕"/>
                  <a:ea typeface="맑은 고딕" panose="020B0503020000020004" pitchFamily="50" charset="-127"/>
                </a:rPr>
                <a:t>? </a:t>
              </a:r>
              <a:endParaRPr lang="ko-KR" altLang="en-US" sz="500">
                <a:solidFill>
                  <a:schemeClr val="bg1">
                    <a:lumMod val="65000"/>
                  </a:schemeClr>
                </a:solidFill>
                <a:latin typeface="맑은 고딕"/>
                <a:ea typeface="맑은 고딕" panose="020B0503020000020004" pitchFamily="50" charset="-127"/>
              </a:endParaRPr>
            </a:p>
          </p:txBody>
        </p:sp>
        <p:sp>
          <p:nvSpPr>
            <p:cNvPr id="17" name="직사각형 16">
              <a:extLst>
                <a:ext uri="{FF2B5EF4-FFF2-40B4-BE49-F238E27FC236}">
                  <a16:creationId xmlns:a16="http://schemas.microsoft.com/office/drawing/2014/main" id="{B28F83CB-8726-461A-A5A3-6D0C0853DD0A}"/>
                </a:ext>
              </a:extLst>
            </p:cNvPr>
            <p:cNvSpPr/>
            <p:nvPr userDrawn="1"/>
          </p:nvSpPr>
          <p:spPr>
            <a:xfrm>
              <a:off x="2726556" y="858755"/>
              <a:ext cx="2312496" cy="294867"/>
            </a:xfrm>
            <a:prstGeom prst="rect">
              <a:avLst/>
            </a:prstGeom>
            <a:solidFill>
              <a:schemeClr val="tx2">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ko-KR" altLang="en-US" sz="800" b="1">
                  <a:solidFill>
                    <a:schemeClr val="bg1"/>
                  </a:solidFill>
                </a:rPr>
                <a:t>패키지   라르고    프리미엄    자유여행</a:t>
              </a:r>
            </a:p>
          </p:txBody>
        </p:sp>
      </p:grpSp>
      <p:sp>
        <p:nvSpPr>
          <p:cNvPr id="18" name="직사각형 17">
            <a:extLst>
              <a:ext uri="{FF2B5EF4-FFF2-40B4-BE49-F238E27FC236}">
                <a16:creationId xmlns:a16="http://schemas.microsoft.com/office/drawing/2014/main" id="{F7F3A427-EA81-4EC8-BD40-01FE2EA17892}"/>
              </a:ext>
            </a:extLst>
          </p:cNvPr>
          <p:cNvSpPr/>
          <p:nvPr userDrawn="1"/>
        </p:nvSpPr>
        <p:spPr>
          <a:xfrm>
            <a:off x="2735182" y="584529"/>
            <a:ext cx="2312496" cy="588796"/>
          </a:xfrm>
          <a:prstGeom prst="rect">
            <a:avLst/>
          </a:prstGeom>
          <a:solidFill>
            <a:schemeClr val="bg1">
              <a:alpha val="52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800" b="1">
              <a:solidFill>
                <a:schemeClr val="bg1"/>
              </a:solidFill>
            </a:endParaRPr>
          </a:p>
        </p:txBody>
      </p:sp>
      <p:cxnSp>
        <p:nvCxnSpPr>
          <p:cNvPr id="19" name="직선 연결선 18">
            <a:extLst>
              <a:ext uri="{FF2B5EF4-FFF2-40B4-BE49-F238E27FC236}">
                <a16:creationId xmlns:a16="http://schemas.microsoft.com/office/drawing/2014/main" id="{2CD7A357-BBF8-4874-BBD0-7EFCC4979B45}"/>
              </a:ext>
            </a:extLst>
          </p:cNvPr>
          <p:cNvCxnSpPr>
            <a:cxnSpLocks/>
          </p:cNvCxnSpPr>
          <p:nvPr userDrawn="1"/>
        </p:nvCxnSpPr>
        <p:spPr>
          <a:xfrm flipH="1">
            <a:off x="200472" y="1162572"/>
            <a:ext cx="4815935"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428E9349-5DA2-4A01-B83D-88F75907490E}"/>
              </a:ext>
            </a:extLst>
          </p:cNvPr>
          <p:cNvCxnSpPr>
            <a:cxnSpLocks/>
          </p:cNvCxnSpPr>
          <p:nvPr userDrawn="1"/>
        </p:nvCxnSpPr>
        <p:spPr>
          <a:xfrm flipH="1">
            <a:off x="200472" y="584602"/>
            <a:ext cx="4815935"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95B648A-0A89-4AA6-98F8-C67C179726C7}"/>
              </a:ext>
            </a:extLst>
          </p:cNvPr>
          <p:cNvSpPr txBox="1"/>
          <p:nvPr userDrawn="1"/>
        </p:nvSpPr>
        <p:spPr>
          <a:xfrm>
            <a:off x="1208584" y="764704"/>
            <a:ext cx="1358064" cy="215444"/>
          </a:xfrm>
          <a:prstGeom prst="rect">
            <a:avLst/>
          </a:prstGeom>
          <a:noFill/>
        </p:spPr>
        <p:txBody>
          <a:bodyPr wrap="none" rtlCol="0">
            <a:spAutoFit/>
          </a:bodyPr>
          <a:lstStyle/>
          <a:p>
            <a:pPr algn="l"/>
            <a:r>
              <a:rPr lang="ko-KR" altLang="en-US" sz="800">
                <a:latin typeface="+mj-ea"/>
                <a:ea typeface="+mj-ea"/>
              </a:rPr>
              <a:t>페이지 진입 시 숨김 상태</a:t>
            </a:r>
          </a:p>
        </p:txBody>
      </p:sp>
      <p:cxnSp>
        <p:nvCxnSpPr>
          <p:cNvPr id="23" name="직선 화살표 연결선 22">
            <a:extLst>
              <a:ext uri="{FF2B5EF4-FFF2-40B4-BE49-F238E27FC236}">
                <a16:creationId xmlns:a16="http://schemas.microsoft.com/office/drawing/2014/main" id="{D4A9FDBF-270B-4D47-BDD3-46905FA654EC}"/>
              </a:ext>
            </a:extLst>
          </p:cNvPr>
          <p:cNvCxnSpPr/>
          <p:nvPr userDrawn="1"/>
        </p:nvCxnSpPr>
        <p:spPr>
          <a:xfrm>
            <a:off x="2532484" y="606394"/>
            <a:ext cx="0" cy="529768"/>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2161315"/>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0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304800" y="692696"/>
            <a:ext cx="2290678" cy="5112568"/>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3" name="텍스트 개체 틀 2">
            <a:extLst>
              <a:ext uri="{FF2B5EF4-FFF2-40B4-BE49-F238E27FC236}">
                <a16:creationId xmlns:a16="http://schemas.microsoft.com/office/drawing/2014/main" id="{87A39834-1383-470D-9CC2-9633AA3FFC1B}"/>
              </a:ext>
            </a:extLst>
          </p:cNvPr>
          <p:cNvSpPr>
            <a:spLocks noGrp="1"/>
          </p:cNvSpPr>
          <p:nvPr>
            <p:ph type="body" sz="quarter" idx="12"/>
          </p:nvPr>
        </p:nvSpPr>
        <p:spPr>
          <a:xfrm>
            <a:off x="400600" y="692696"/>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cxnSp>
        <p:nvCxnSpPr>
          <p:cNvPr id="6" name="직선 연결선 5">
            <a:extLst>
              <a:ext uri="{FF2B5EF4-FFF2-40B4-BE49-F238E27FC236}">
                <a16:creationId xmlns:a16="http://schemas.microsoft.com/office/drawing/2014/main" id="{36170B7E-A940-4A30-9453-ABDEEDFE6FE5}"/>
              </a:ext>
            </a:extLst>
          </p:cNvPr>
          <p:cNvCxnSpPr/>
          <p:nvPr userDrawn="1"/>
        </p:nvCxnSpPr>
        <p:spPr>
          <a:xfrm>
            <a:off x="323832" y="942900"/>
            <a:ext cx="225606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Chevron Left">
            <a:extLst>
              <a:ext uri="{FF2B5EF4-FFF2-40B4-BE49-F238E27FC236}">
                <a16:creationId xmlns:a16="http://schemas.microsoft.com/office/drawing/2014/main" id="{A0113208-BE1F-4844-93AF-38E406B7F097}"/>
              </a:ext>
            </a:extLst>
          </p:cNvPr>
          <p:cNvSpPr>
            <a:spLocks noChangeAspect="1"/>
          </p:cNvSpPr>
          <p:nvPr userDrawn="1"/>
        </p:nvSpPr>
        <p:spPr bwMode="auto">
          <a:xfrm>
            <a:off x="386834" y="728600"/>
            <a:ext cx="79375" cy="144462"/>
          </a:xfrm>
          <a:custGeom>
            <a:avLst/>
            <a:gdLst>
              <a:gd name="T0" fmla="*/ 296 w 324"/>
              <a:gd name="T1" fmla="*/ 593 h 593"/>
              <a:gd name="T2" fmla="*/ 324 w 324"/>
              <a:gd name="T3" fmla="*/ 565 h 593"/>
              <a:gd name="T4" fmla="*/ 55 w 324"/>
              <a:gd name="T5" fmla="*/ 297 h 593"/>
              <a:gd name="T6" fmla="*/ 324 w 324"/>
              <a:gd name="T7" fmla="*/ 28 h 593"/>
              <a:gd name="T8" fmla="*/ 296 w 324"/>
              <a:gd name="T9" fmla="*/ 0 h 593"/>
              <a:gd name="T10" fmla="*/ 0 w 324"/>
              <a:gd name="T11" fmla="*/ 297 h 593"/>
              <a:gd name="T12" fmla="*/ 296 w 324"/>
              <a:gd name="T13" fmla="*/ 593 h 593"/>
            </a:gdLst>
            <a:ahLst/>
            <a:cxnLst>
              <a:cxn ang="0">
                <a:pos x="T0" y="T1"/>
              </a:cxn>
              <a:cxn ang="0">
                <a:pos x="T2" y="T3"/>
              </a:cxn>
              <a:cxn ang="0">
                <a:pos x="T4" y="T5"/>
              </a:cxn>
              <a:cxn ang="0">
                <a:pos x="T6" y="T7"/>
              </a:cxn>
              <a:cxn ang="0">
                <a:pos x="T8" y="T9"/>
              </a:cxn>
              <a:cxn ang="0">
                <a:pos x="T10" y="T11"/>
              </a:cxn>
              <a:cxn ang="0">
                <a:pos x="T12" y="T13"/>
              </a:cxn>
            </a:cxnLst>
            <a:rect l="0" t="0" r="r" b="b"/>
            <a:pathLst>
              <a:path w="324" h="593">
                <a:moveTo>
                  <a:pt x="296" y="593"/>
                </a:moveTo>
                <a:lnTo>
                  <a:pt x="324" y="565"/>
                </a:lnTo>
                <a:lnTo>
                  <a:pt x="55" y="297"/>
                </a:lnTo>
                <a:lnTo>
                  <a:pt x="324" y="28"/>
                </a:lnTo>
                <a:lnTo>
                  <a:pt x="296" y="0"/>
                </a:lnTo>
                <a:lnTo>
                  <a:pt x="0" y="297"/>
                </a:lnTo>
                <a:lnTo>
                  <a:pt x="296" y="593"/>
                </a:ln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467541267"/>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5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304800"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3" name="텍스트 개체 틀 2">
            <a:extLst>
              <a:ext uri="{FF2B5EF4-FFF2-40B4-BE49-F238E27FC236}">
                <a16:creationId xmlns:a16="http://schemas.microsoft.com/office/drawing/2014/main" id="{87A39834-1383-470D-9CC2-9633AA3FFC1B}"/>
              </a:ext>
            </a:extLst>
          </p:cNvPr>
          <p:cNvSpPr>
            <a:spLocks noGrp="1"/>
          </p:cNvSpPr>
          <p:nvPr>
            <p:ph type="body" sz="quarter" idx="12"/>
          </p:nvPr>
        </p:nvSpPr>
        <p:spPr>
          <a:xfrm>
            <a:off x="400600" y="692696"/>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cxnSp>
        <p:nvCxnSpPr>
          <p:cNvPr id="6" name="직선 연결선 5">
            <a:extLst>
              <a:ext uri="{FF2B5EF4-FFF2-40B4-BE49-F238E27FC236}">
                <a16:creationId xmlns:a16="http://schemas.microsoft.com/office/drawing/2014/main" id="{36170B7E-A940-4A30-9453-ABDEEDFE6FE5}"/>
              </a:ext>
            </a:extLst>
          </p:cNvPr>
          <p:cNvCxnSpPr/>
          <p:nvPr userDrawn="1"/>
        </p:nvCxnSpPr>
        <p:spPr>
          <a:xfrm>
            <a:off x="323832" y="942900"/>
            <a:ext cx="225606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Chevron Left">
            <a:extLst>
              <a:ext uri="{FF2B5EF4-FFF2-40B4-BE49-F238E27FC236}">
                <a16:creationId xmlns:a16="http://schemas.microsoft.com/office/drawing/2014/main" id="{A0113208-BE1F-4844-93AF-38E406B7F097}"/>
              </a:ext>
            </a:extLst>
          </p:cNvPr>
          <p:cNvSpPr>
            <a:spLocks noChangeAspect="1"/>
          </p:cNvSpPr>
          <p:nvPr userDrawn="1"/>
        </p:nvSpPr>
        <p:spPr bwMode="auto">
          <a:xfrm>
            <a:off x="386834" y="728600"/>
            <a:ext cx="79375" cy="144462"/>
          </a:xfrm>
          <a:custGeom>
            <a:avLst/>
            <a:gdLst>
              <a:gd name="T0" fmla="*/ 296 w 324"/>
              <a:gd name="T1" fmla="*/ 593 h 593"/>
              <a:gd name="T2" fmla="*/ 324 w 324"/>
              <a:gd name="T3" fmla="*/ 565 h 593"/>
              <a:gd name="T4" fmla="*/ 55 w 324"/>
              <a:gd name="T5" fmla="*/ 297 h 593"/>
              <a:gd name="T6" fmla="*/ 324 w 324"/>
              <a:gd name="T7" fmla="*/ 28 h 593"/>
              <a:gd name="T8" fmla="*/ 296 w 324"/>
              <a:gd name="T9" fmla="*/ 0 h 593"/>
              <a:gd name="T10" fmla="*/ 0 w 324"/>
              <a:gd name="T11" fmla="*/ 297 h 593"/>
              <a:gd name="T12" fmla="*/ 296 w 324"/>
              <a:gd name="T13" fmla="*/ 593 h 593"/>
            </a:gdLst>
            <a:ahLst/>
            <a:cxnLst>
              <a:cxn ang="0">
                <a:pos x="T0" y="T1"/>
              </a:cxn>
              <a:cxn ang="0">
                <a:pos x="T2" y="T3"/>
              </a:cxn>
              <a:cxn ang="0">
                <a:pos x="T4" y="T5"/>
              </a:cxn>
              <a:cxn ang="0">
                <a:pos x="T6" y="T7"/>
              </a:cxn>
              <a:cxn ang="0">
                <a:pos x="T8" y="T9"/>
              </a:cxn>
              <a:cxn ang="0">
                <a:pos x="T10" y="T11"/>
              </a:cxn>
              <a:cxn ang="0">
                <a:pos x="T12" y="T13"/>
              </a:cxn>
            </a:cxnLst>
            <a:rect l="0" t="0" r="r" b="b"/>
            <a:pathLst>
              <a:path w="324" h="593">
                <a:moveTo>
                  <a:pt x="296" y="593"/>
                </a:moveTo>
                <a:lnTo>
                  <a:pt x="324" y="565"/>
                </a:lnTo>
                <a:lnTo>
                  <a:pt x="55" y="297"/>
                </a:lnTo>
                <a:lnTo>
                  <a:pt x="324" y="28"/>
                </a:lnTo>
                <a:lnTo>
                  <a:pt x="296" y="0"/>
                </a:lnTo>
                <a:lnTo>
                  <a:pt x="0" y="297"/>
                </a:lnTo>
                <a:lnTo>
                  <a:pt x="296" y="593"/>
                </a:ln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287824852"/>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304800"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1516965325"/>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327236"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6" name="텍스트 개체 틀 2">
            <a:extLst>
              <a:ext uri="{FF2B5EF4-FFF2-40B4-BE49-F238E27FC236}">
                <a16:creationId xmlns:a16="http://schemas.microsoft.com/office/drawing/2014/main" id="{7E06D76C-237F-4E2E-9900-A114834201CA}"/>
              </a:ext>
            </a:extLst>
          </p:cNvPr>
          <p:cNvSpPr>
            <a:spLocks noGrp="1"/>
          </p:cNvSpPr>
          <p:nvPr>
            <p:ph type="body" sz="quarter" idx="12"/>
          </p:nvPr>
        </p:nvSpPr>
        <p:spPr>
          <a:xfrm>
            <a:off x="416304" y="692696"/>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cxnSp>
        <p:nvCxnSpPr>
          <p:cNvPr id="7" name="직선 연결선 6">
            <a:extLst>
              <a:ext uri="{FF2B5EF4-FFF2-40B4-BE49-F238E27FC236}">
                <a16:creationId xmlns:a16="http://schemas.microsoft.com/office/drawing/2014/main" id="{2F5D3C79-BA6A-4FA8-800B-6126F4442FDB}"/>
              </a:ext>
            </a:extLst>
          </p:cNvPr>
          <p:cNvCxnSpPr/>
          <p:nvPr userDrawn="1"/>
        </p:nvCxnSpPr>
        <p:spPr>
          <a:xfrm>
            <a:off x="339536" y="942900"/>
            <a:ext cx="225606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Chevron Left">
            <a:extLst>
              <a:ext uri="{FF2B5EF4-FFF2-40B4-BE49-F238E27FC236}">
                <a16:creationId xmlns:a16="http://schemas.microsoft.com/office/drawing/2014/main" id="{ED9E1DA4-4AE1-4EE8-8B79-A72D6B0A30D9}"/>
              </a:ext>
            </a:extLst>
          </p:cNvPr>
          <p:cNvSpPr>
            <a:spLocks noChangeAspect="1"/>
          </p:cNvSpPr>
          <p:nvPr userDrawn="1"/>
        </p:nvSpPr>
        <p:spPr bwMode="auto">
          <a:xfrm>
            <a:off x="402538" y="728600"/>
            <a:ext cx="79375" cy="144462"/>
          </a:xfrm>
          <a:custGeom>
            <a:avLst/>
            <a:gdLst>
              <a:gd name="T0" fmla="*/ 296 w 324"/>
              <a:gd name="T1" fmla="*/ 593 h 593"/>
              <a:gd name="T2" fmla="*/ 324 w 324"/>
              <a:gd name="T3" fmla="*/ 565 h 593"/>
              <a:gd name="T4" fmla="*/ 55 w 324"/>
              <a:gd name="T5" fmla="*/ 297 h 593"/>
              <a:gd name="T6" fmla="*/ 324 w 324"/>
              <a:gd name="T7" fmla="*/ 28 h 593"/>
              <a:gd name="T8" fmla="*/ 296 w 324"/>
              <a:gd name="T9" fmla="*/ 0 h 593"/>
              <a:gd name="T10" fmla="*/ 0 w 324"/>
              <a:gd name="T11" fmla="*/ 297 h 593"/>
              <a:gd name="T12" fmla="*/ 296 w 324"/>
              <a:gd name="T13" fmla="*/ 593 h 593"/>
            </a:gdLst>
            <a:ahLst/>
            <a:cxnLst>
              <a:cxn ang="0">
                <a:pos x="T0" y="T1"/>
              </a:cxn>
              <a:cxn ang="0">
                <a:pos x="T2" y="T3"/>
              </a:cxn>
              <a:cxn ang="0">
                <a:pos x="T4" y="T5"/>
              </a:cxn>
              <a:cxn ang="0">
                <a:pos x="T6" y="T7"/>
              </a:cxn>
              <a:cxn ang="0">
                <a:pos x="T8" y="T9"/>
              </a:cxn>
              <a:cxn ang="0">
                <a:pos x="T10" y="T11"/>
              </a:cxn>
              <a:cxn ang="0">
                <a:pos x="T12" y="T13"/>
              </a:cxn>
            </a:cxnLst>
            <a:rect l="0" t="0" r="r" b="b"/>
            <a:pathLst>
              <a:path w="324" h="593">
                <a:moveTo>
                  <a:pt x="296" y="593"/>
                </a:moveTo>
                <a:lnTo>
                  <a:pt x="324" y="565"/>
                </a:lnTo>
                <a:lnTo>
                  <a:pt x="55" y="297"/>
                </a:lnTo>
                <a:lnTo>
                  <a:pt x="324" y="28"/>
                </a:lnTo>
                <a:lnTo>
                  <a:pt x="296" y="0"/>
                </a:lnTo>
                <a:lnTo>
                  <a:pt x="0" y="297"/>
                </a:lnTo>
                <a:lnTo>
                  <a:pt x="296" y="593"/>
                </a:ln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
        <p:nvSpPr>
          <p:cNvPr id="10" name="직사각형 9">
            <a:extLst>
              <a:ext uri="{FF2B5EF4-FFF2-40B4-BE49-F238E27FC236}">
                <a16:creationId xmlns:a16="http://schemas.microsoft.com/office/drawing/2014/main" id="{6712B88B-6FE3-48AF-BD92-FB0D96D2BD2A}"/>
              </a:ext>
            </a:extLst>
          </p:cNvPr>
          <p:cNvSpPr/>
          <p:nvPr userDrawn="1"/>
        </p:nvSpPr>
        <p:spPr bwMode="auto">
          <a:xfrm>
            <a:off x="2821961"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1" name="직사각형 10">
            <a:extLst>
              <a:ext uri="{FF2B5EF4-FFF2-40B4-BE49-F238E27FC236}">
                <a16:creationId xmlns:a16="http://schemas.microsoft.com/office/drawing/2014/main" id="{BB02BEB8-5B32-495F-820C-CD79B274C49E}"/>
              </a:ext>
            </a:extLst>
          </p:cNvPr>
          <p:cNvSpPr/>
          <p:nvPr userDrawn="1"/>
        </p:nvSpPr>
        <p:spPr bwMode="auto">
          <a:xfrm>
            <a:off x="5326618"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3" name="설명선: 오른쪽 화살표 12">
            <a:extLst>
              <a:ext uri="{FF2B5EF4-FFF2-40B4-BE49-F238E27FC236}">
                <a16:creationId xmlns:a16="http://schemas.microsoft.com/office/drawing/2014/main" id="{FC7D3CA0-F587-4211-B4B2-B34324BD30C7}"/>
              </a:ext>
            </a:extLst>
          </p:cNvPr>
          <p:cNvSpPr/>
          <p:nvPr userDrawn="1"/>
        </p:nvSpPr>
        <p:spPr>
          <a:xfrm>
            <a:off x="326961" y="6464280"/>
            <a:ext cx="2365146"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lumMod val="75000"/>
                  </a:schemeClr>
                </a:solidFill>
              </a:rPr>
              <a:t>우측화면으로 이어짐</a:t>
            </a:r>
          </a:p>
        </p:txBody>
      </p:sp>
      <p:sp>
        <p:nvSpPr>
          <p:cNvPr id="14" name="설명선: 왼쪽 화살표 13">
            <a:extLst>
              <a:ext uri="{FF2B5EF4-FFF2-40B4-BE49-F238E27FC236}">
                <a16:creationId xmlns:a16="http://schemas.microsoft.com/office/drawing/2014/main" id="{688DAF1E-EAFB-4BD3-AC5F-5E33276F2A42}"/>
              </a:ext>
            </a:extLst>
          </p:cNvPr>
          <p:cNvSpPr/>
          <p:nvPr userDrawn="1"/>
        </p:nvSpPr>
        <p:spPr>
          <a:xfrm>
            <a:off x="2784700" y="504309"/>
            <a:ext cx="2365200"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lumMod val="75000"/>
                  </a:schemeClr>
                </a:solidFill>
              </a:rPr>
              <a:t>좌측화면에서 이어짐</a:t>
            </a:r>
          </a:p>
        </p:txBody>
      </p:sp>
      <p:sp>
        <p:nvSpPr>
          <p:cNvPr id="15" name="설명선: 오른쪽 화살표 14">
            <a:extLst>
              <a:ext uri="{FF2B5EF4-FFF2-40B4-BE49-F238E27FC236}">
                <a16:creationId xmlns:a16="http://schemas.microsoft.com/office/drawing/2014/main" id="{56CED03C-6152-4996-9AD3-790FBED64D83}"/>
              </a:ext>
            </a:extLst>
          </p:cNvPr>
          <p:cNvSpPr/>
          <p:nvPr userDrawn="1"/>
        </p:nvSpPr>
        <p:spPr>
          <a:xfrm>
            <a:off x="2828622" y="6464280"/>
            <a:ext cx="2365146"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lumMod val="75000"/>
                  </a:schemeClr>
                </a:solidFill>
              </a:rPr>
              <a:t>우측화면으로 이어짐</a:t>
            </a:r>
          </a:p>
        </p:txBody>
      </p:sp>
      <p:sp>
        <p:nvSpPr>
          <p:cNvPr id="16" name="설명선: 왼쪽 화살표 15">
            <a:extLst>
              <a:ext uri="{FF2B5EF4-FFF2-40B4-BE49-F238E27FC236}">
                <a16:creationId xmlns:a16="http://schemas.microsoft.com/office/drawing/2014/main" id="{DFBA06AC-C0A9-4699-B492-C5400C40D2C7}"/>
              </a:ext>
            </a:extLst>
          </p:cNvPr>
          <p:cNvSpPr/>
          <p:nvPr userDrawn="1"/>
        </p:nvSpPr>
        <p:spPr>
          <a:xfrm>
            <a:off x="5286361" y="504309"/>
            <a:ext cx="2365200"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lumMod val="75000"/>
                  </a:schemeClr>
                </a:solidFill>
              </a:rPr>
              <a:t>좌측화면에서 이어짐</a:t>
            </a:r>
          </a:p>
        </p:txBody>
      </p:sp>
    </p:spTree>
    <p:extLst>
      <p:ext uri="{BB962C8B-B14F-4D97-AF65-F5344CB8AC3E}">
        <p14:creationId xmlns:p14="http://schemas.microsoft.com/office/powerpoint/2010/main" val="3883814255"/>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327236"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0" name="직사각형 9">
            <a:extLst>
              <a:ext uri="{FF2B5EF4-FFF2-40B4-BE49-F238E27FC236}">
                <a16:creationId xmlns:a16="http://schemas.microsoft.com/office/drawing/2014/main" id="{6712B88B-6FE3-48AF-BD92-FB0D96D2BD2A}"/>
              </a:ext>
            </a:extLst>
          </p:cNvPr>
          <p:cNvSpPr/>
          <p:nvPr userDrawn="1"/>
        </p:nvSpPr>
        <p:spPr bwMode="auto">
          <a:xfrm>
            <a:off x="2821961"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1" name="직사각형 10">
            <a:extLst>
              <a:ext uri="{FF2B5EF4-FFF2-40B4-BE49-F238E27FC236}">
                <a16:creationId xmlns:a16="http://schemas.microsoft.com/office/drawing/2014/main" id="{BB02BEB8-5B32-495F-820C-CD79B274C49E}"/>
              </a:ext>
            </a:extLst>
          </p:cNvPr>
          <p:cNvSpPr/>
          <p:nvPr userDrawn="1"/>
        </p:nvSpPr>
        <p:spPr bwMode="auto">
          <a:xfrm>
            <a:off x="5326618"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3" name="설명선: 오른쪽 화살표 12">
            <a:extLst>
              <a:ext uri="{FF2B5EF4-FFF2-40B4-BE49-F238E27FC236}">
                <a16:creationId xmlns:a16="http://schemas.microsoft.com/office/drawing/2014/main" id="{7287237E-1D75-43D0-8B9E-CF02B8973719}"/>
              </a:ext>
            </a:extLst>
          </p:cNvPr>
          <p:cNvSpPr/>
          <p:nvPr userDrawn="1"/>
        </p:nvSpPr>
        <p:spPr>
          <a:xfrm>
            <a:off x="326961" y="6464280"/>
            <a:ext cx="2365146"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14" name="설명선: 왼쪽 화살표 13">
            <a:extLst>
              <a:ext uri="{FF2B5EF4-FFF2-40B4-BE49-F238E27FC236}">
                <a16:creationId xmlns:a16="http://schemas.microsoft.com/office/drawing/2014/main" id="{3AD6BA4C-CEB3-4929-A87A-D76EEF23941E}"/>
              </a:ext>
            </a:extLst>
          </p:cNvPr>
          <p:cNvSpPr/>
          <p:nvPr userDrawn="1"/>
        </p:nvSpPr>
        <p:spPr>
          <a:xfrm>
            <a:off x="2784700" y="504309"/>
            <a:ext cx="2365200"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
        <p:nvSpPr>
          <p:cNvPr id="15" name="설명선: 오른쪽 화살표 14">
            <a:extLst>
              <a:ext uri="{FF2B5EF4-FFF2-40B4-BE49-F238E27FC236}">
                <a16:creationId xmlns:a16="http://schemas.microsoft.com/office/drawing/2014/main" id="{F5CF4F4F-F22A-40CD-9870-12C922B2C3AB}"/>
              </a:ext>
            </a:extLst>
          </p:cNvPr>
          <p:cNvSpPr/>
          <p:nvPr userDrawn="1"/>
        </p:nvSpPr>
        <p:spPr>
          <a:xfrm>
            <a:off x="2828622" y="6464280"/>
            <a:ext cx="2365146"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16" name="설명선: 왼쪽 화살표 15">
            <a:extLst>
              <a:ext uri="{FF2B5EF4-FFF2-40B4-BE49-F238E27FC236}">
                <a16:creationId xmlns:a16="http://schemas.microsoft.com/office/drawing/2014/main" id="{05D940FF-F22C-4566-B117-7F8863EEE3F4}"/>
              </a:ext>
            </a:extLst>
          </p:cNvPr>
          <p:cNvSpPr/>
          <p:nvPr userDrawn="1"/>
        </p:nvSpPr>
        <p:spPr>
          <a:xfrm>
            <a:off x="5286361" y="504309"/>
            <a:ext cx="2365200"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Tree>
    <p:extLst>
      <p:ext uri="{BB962C8B-B14F-4D97-AF65-F5344CB8AC3E}">
        <p14:creationId xmlns:p14="http://schemas.microsoft.com/office/powerpoint/2010/main" val="1052337361"/>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7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1312936"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0" name="직사각형 9">
            <a:extLst>
              <a:ext uri="{FF2B5EF4-FFF2-40B4-BE49-F238E27FC236}">
                <a16:creationId xmlns:a16="http://schemas.microsoft.com/office/drawing/2014/main" id="{6712B88B-6FE3-48AF-BD92-FB0D96D2BD2A}"/>
              </a:ext>
            </a:extLst>
          </p:cNvPr>
          <p:cNvSpPr/>
          <p:nvPr userDrawn="1"/>
        </p:nvSpPr>
        <p:spPr bwMode="auto">
          <a:xfrm>
            <a:off x="3807661"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Tree>
    <p:extLst>
      <p:ext uri="{BB962C8B-B14F-4D97-AF65-F5344CB8AC3E}">
        <p14:creationId xmlns:p14="http://schemas.microsoft.com/office/powerpoint/2010/main" val="1445726769"/>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1312936"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0" name="직사각형 9">
            <a:extLst>
              <a:ext uri="{FF2B5EF4-FFF2-40B4-BE49-F238E27FC236}">
                <a16:creationId xmlns:a16="http://schemas.microsoft.com/office/drawing/2014/main" id="{6712B88B-6FE3-48AF-BD92-FB0D96D2BD2A}"/>
              </a:ext>
            </a:extLst>
          </p:cNvPr>
          <p:cNvSpPr/>
          <p:nvPr userDrawn="1"/>
        </p:nvSpPr>
        <p:spPr bwMode="auto">
          <a:xfrm>
            <a:off x="3807661"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6" name="텍스트 개체 틀 2">
            <a:extLst>
              <a:ext uri="{FF2B5EF4-FFF2-40B4-BE49-F238E27FC236}">
                <a16:creationId xmlns:a16="http://schemas.microsoft.com/office/drawing/2014/main" id="{75B47B62-5870-4902-993F-45A5A111CC3A}"/>
              </a:ext>
            </a:extLst>
          </p:cNvPr>
          <p:cNvSpPr>
            <a:spLocks noGrp="1"/>
          </p:cNvSpPr>
          <p:nvPr>
            <p:ph type="body" sz="quarter" idx="12"/>
          </p:nvPr>
        </p:nvSpPr>
        <p:spPr>
          <a:xfrm>
            <a:off x="1389420" y="692696"/>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cxnSp>
        <p:nvCxnSpPr>
          <p:cNvPr id="7" name="직선 연결선 6">
            <a:extLst>
              <a:ext uri="{FF2B5EF4-FFF2-40B4-BE49-F238E27FC236}">
                <a16:creationId xmlns:a16="http://schemas.microsoft.com/office/drawing/2014/main" id="{E7D443B4-DF1D-46A8-8C99-6E61E2F4EF4E}"/>
              </a:ext>
            </a:extLst>
          </p:cNvPr>
          <p:cNvCxnSpPr/>
          <p:nvPr userDrawn="1"/>
        </p:nvCxnSpPr>
        <p:spPr>
          <a:xfrm>
            <a:off x="1309998" y="942900"/>
            <a:ext cx="22786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Chevron Left">
            <a:extLst>
              <a:ext uri="{FF2B5EF4-FFF2-40B4-BE49-F238E27FC236}">
                <a16:creationId xmlns:a16="http://schemas.microsoft.com/office/drawing/2014/main" id="{3FE808D2-E454-4F93-A99B-8F8C274F7B5B}"/>
              </a:ext>
            </a:extLst>
          </p:cNvPr>
          <p:cNvSpPr>
            <a:spLocks noChangeAspect="1"/>
          </p:cNvSpPr>
          <p:nvPr userDrawn="1"/>
        </p:nvSpPr>
        <p:spPr bwMode="auto">
          <a:xfrm>
            <a:off x="1375654" y="728600"/>
            <a:ext cx="79375" cy="144462"/>
          </a:xfrm>
          <a:custGeom>
            <a:avLst/>
            <a:gdLst>
              <a:gd name="T0" fmla="*/ 296 w 324"/>
              <a:gd name="T1" fmla="*/ 593 h 593"/>
              <a:gd name="T2" fmla="*/ 324 w 324"/>
              <a:gd name="T3" fmla="*/ 565 h 593"/>
              <a:gd name="T4" fmla="*/ 55 w 324"/>
              <a:gd name="T5" fmla="*/ 297 h 593"/>
              <a:gd name="T6" fmla="*/ 324 w 324"/>
              <a:gd name="T7" fmla="*/ 28 h 593"/>
              <a:gd name="T8" fmla="*/ 296 w 324"/>
              <a:gd name="T9" fmla="*/ 0 h 593"/>
              <a:gd name="T10" fmla="*/ 0 w 324"/>
              <a:gd name="T11" fmla="*/ 297 h 593"/>
              <a:gd name="T12" fmla="*/ 296 w 324"/>
              <a:gd name="T13" fmla="*/ 593 h 593"/>
            </a:gdLst>
            <a:ahLst/>
            <a:cxnLst>
              <a:cxn ang="0">
                <a:pos x="T0" y="T1"/>
              </a:cxn>
              <a:cxn ang="0">
                <a:pos x="T2" y="T3"/>
              </a:cxn>
              <a:cxn ang="0">
                <a:pos x="T4" y="T5"/>
              </a:cxn>
              <a:cxn ang="0">
                <a:pos x="T6" y="T7"/>
              </a:cxn>
              <a:cxn ang="0">
                <a:pos x="T8" y="T9"/>
              </a:cxn>
              <a:cxn ang="0">
                <a:pos x="T10" y="T11"/>
              </a:cxn>
              <a:cxn ang="0">
                <a:pos x="T12" y="T13"/>
              </a:cxn>
            </a:cxnLst>
            <a:rect l="0" t="0" r="r" b="b"/>
            <a:pathLst>
              <a:path w="324" h="593">
                <a:moveTo>
                  <a:pt x="296" y="593"/>
                </a:moveTo>
                <a:lnTo>
                  <a:pt x="324" y="565"/>
                </a:lnTo>
                <a:lnTo>
                  <a:pt x="55" y="297"/>
                </a:lnTo>
                <a:lnTo>
                  <a:pt x="324" y="28"/>
                </a:lnTo>
                <a:lnTo>
                  <a:pt x="296" y="0"/>
                </a:lnTo>
                <a:lnTo>
                  <a:pt x="0" y="297"/>
                </a:lnTo>
                <a:lnTo>
                  <a:pt x="296" y="593"/>
                </a:ln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82748058"/>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2682197"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0" name="직사각형 9">
            <a:extLst>
              <a:ext uri="{FF2B5EF4-FFF2-40B4-BE49-F238E27FC236}">
                <a16:creationId xmlns:a16="http://schemas.microsoft.com/office/drawing/2014/main" id="{6712B88B-6FE3-48AF-BD92-FB0D96D2BD2A}"/>
              </a:ext>
            </a:extLst>
          </p:cNvPr>
          <p:cNvSpPr/>
          <p:nvPr userDrawn="1"/>
        </p:nvSpPr>
        <p:spPr bwMode="auto">
          <a:xfrm>
            <a:off x="5176922"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6" name="텍스트 개체 틀 2">
            <a:extLst>
              <a:ext uri="{FF2B5EF4-FFF2-40B4-BE49-F238E27FC236}">
                <a16:creationId xmlns:a16="http://schemas.microsoft.com/office/drawing/2014/main" id="{75B47B62-5870-4902-993F-45A5A111CC3A}"/>
              </a:ext>
            </a:extLst>
          </p:cNvPr>
          <p:cNvSpPr>
            <a:spLocks noGrp="1"/>
          </p:cNvSpPr>
          <p:nvPr>
            <p:ph type="body" sz="quarter" idx="12"/>
          </p:nvPr>
        </p:nvSpPr>
        <p:spPr>
          <a:xfrm>
            <a:off x="2758681" y="692696"/>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cxnSp>
        <p:nvCxnSpPr>
          <p:cNvPr id="7" name="직선 연결선 6">
            <a:extLst>
              <a:ext uri="{FF2B5EF4-FFF2-40B4-BE49-F238E27FC236}">
                <a16:creationId xmlns:a16="http://schemas.microsoft.com/office/drawing/2014/main" id="{E7D443B4-DF1D-46A8-8C99-6E61E2F4EF4E}"/>
              </a:ext>
            </a:extLst>
          </p:cNvPr>
          <p:cNvCxnSpPr/>
          <p:nvPr userDrawn="1"/>
        </p:nvCxnSpPr>
        <p:spPr>
          <a:xfrm>
            <a:off x="2679259" y="942900"/>
            <a:ext cx="22786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Chevron Left">
            <a:extLst>
              <a:ext uri="{FF2B5EF4-FFF2-40B4-BE49-F238E27FC236}">
                <a16:creationId xmlns:a16="http://schemas.microsoft.com/office/drawing/2014/main" id="{3FE808D2-E454-4F93-A99B-8F8C274F7B5B}"/>
              </a:ext>
            </a:extLst>
          </p:cNvPr>
          <p:cNvSpPr>
            <a:spLocks noChangeAspect="1"/>
          </p:cNvSpPr>
          <p:nvPr userDrawn="1"/>
        </p:nvSpPr>
        <p:spPr bwMode="auto">
          <a:xfrm>
            <a:off x="2744915" y="728600"/>
            <a:ext cx="79375" cy="144462"/>
          </a:xfrm>
          <a:custGeom>
            <a:avLst/>
            <a:gdLst>
              <a:gd name="T0" fmla="*/ 296 w 324"/>
              <a:gd name="T1" fmla="*/ 593 h 593"/>
              <a:gd name="T2" fmla="*/ 324 w 324"/>
              <a:gd name="T3" fmla="*/ 565 h 593"/>
              <a:gd name="T4" fmla="*/ 55 w 324"/>
              <a:gd name="T5" fmla="*/ 297 h 593"/>
              <a:gd name="T6" fmla="*/ 324 w 324"/>
              <a:gd name="T7" fmla="*/ 28 h 593"/>
              <a:gd name="T8" fmla="*/ 296 w 324"/>
              <a:gd name="T9" fmla="*/ 0 h 593"/>
              <a:gd name="T10" fmla="*/ 0 w 324"/>
              <a:gd name="T11" fmla="*/ 297 h 593"/>
              <a:gd name="T12" fmla="*/ 296 w 324"/>
              <a:gd name="T13" fmla="*/ 593 h 593"/>
            </a:gdLst>
            <a:ahLst/>
            <a:cxnLst>
              <a:cxn ang="0">
                <a:pos x="T0" y="T1"/>
              </a:cxn>
              <a:cxn ang="0">
                <a:pos x="T2" y="T3"/>
              </a:cxn>
              <a:cxn ang="0">
                <a:pos x="T4" y="T5"/>
              </a:cxn>
              <a:cxn ang="0">
                <a:pos x="T6" y="T7"/>
              </a:cxn>
              <a:cxn ang="0">
                <a:pos x="T8" y="T9"/>
              </a:cxn>
              <a:cxn ang="0">
                <a:pos x="T10" y="T11"/>
              </a:cxn>
              <a:cxn ang="0">
                <a:pos x="T12" y="T13"/>
              </a:cxn>
            </a:cxnLst>
            <a:rect l="0" t="0" r="r" b="b"/>
            <a:pathLst>
              <a:path w="324" h="593">
                <a:moveTo>
                  <a:pt x="296" y="593"/>
                </a:moveTo>
                <a:lnTo>
                  <a:pt x="324" y="565"/>
                </a:lnTo>
                <a:lnTo>
                  <a:pt x="55" y="297"/>
                </a:lnTo>
                <a:lnTo>
                  <a:pt x="324" y="28"/>
                </a:lnTo>
                <a:lnTo>
                  <a:pt x="296" y="0"/>
                </a:lnTo>
                <a:lnTo>
                  <a:pt x="0" y="297"/>
                </a:lnTo>
                <a:lnTo>
                  <a:pt x="296" y="593"/>
                </a:ln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523669609"/>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2741311"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3" name="텍스트 개체 틀 2">
            <a:extLst>
              <a:ext uri="{FF2B5EF4-FFF2-40B4-BE49-F238E27FC236}">
                <a16:creationId xmlns:a16="http://schemas.microsoft.com/office/drawing/2014/main" id="{87A39834-1383-470D-9CC2-9633AA3FFC1B}"/>
              </a:ext>
            </a:extLst>
          </p:cNvPr>
          <p:cNvSpPr>
            <a:spLocks noGrp="1"/>
          </p:cNvSpPr>
          <p:nvPr>
            <p:ph type="body" sz="quarter" idx="12"/>
          </p:nvPr>
        </p:nvSpPr>
        <p:spPr>
          <a:xfrm>
            <a:off x="2837111" y="1518212"/>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cxnSp>
        <p:nvCxnSpPr>
          <p:cNvPr id="6" name="직선 연결선 5">
            <a:extLst>
              <a:ext uri="{FF2B5EF4-FFF2-40B4-BE49-F238E27FC236}">
                <a16:creationId xmlns:a16="http://schemas.microsoft.com/office/drawing/2014/main" id="{36170B7E-A940-4A30-9453-ABDEEDFE6FE5}"/>
              </a:ext>
            </a:extLst>
          </p:cNvPr>
          <p:cNvCxnSpPr/>
          <p:nvPr userDrawn="1"/>
        </p:nvCxnSpPr>
        <p:spPr>
          <a:xfrm>
            <a:off x="2760343" y="1768416"/>
            <a:ext cx="225606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Chevron Left">
            <a:extLst>
              <a:ext uri="{FF2B5EF4-FFF2-40B4-BE49-F238E27FC236}">
                <a16:creationId xmlns:a16="http://schemas.microsoft.com/office/drawing/2014/main" id="{A0113208-BE1F-4844-93AF-38E406B7F097}"/>
              </a:ext>
            </a:extLst>
          </p:cNvPr>
          <p:cNvSpPr>
            <a:spLocks noChangeAspect="1"/>
          </p:cNvSpPr>
          <p:nvPr userDrawn="1"/>
        </p:nvSpPr>
        <p:spPr bwMode="auto">
          <a:xfrm>
            <a:off x="2823345" y="1554116"/>
            <a:ext cx="79375" cy="144462"/>
          </a:xfrm>
          <a:custGeom>
            <a:avLst/>
            <a:gdLst>
              <a:gd name="T0" fmla="*/ 296 w 324"/>
              <a:gd name="T1" fmla="*/ 593 h 593"/>
              <a:gd name="T2" fmla="*/ 324 w 324"/>
              <a:gd name="T3" fmla="*/ 565 h 593"/>
              <a:gd name="T4" fmla="*/ 55 w 324"/>
              <a:gd name="T5" fmla="*/ 297 h 593"/>
              <a:gd name="T6" fmla="*/ 324 w 324"/>
              <a:gd name="T7" fmla="*/ 28 h 593"/>
              <a:gd name="T8" fmla="*/ 296 w 324"/>
              <a:gd name="T9" fmla="*/ 0 h 593"/>
              <a:gd name="T10" fmla="*/ 0 w 324"/>
              <a:gd name="T11" fmla="*/ 297 h 593"/>
              <a:gd name="T12" fmla="*/ 296 w 324"/>
              <a:gd name="T13" fmla="*/ 593 h 593"/>
            </a:gdLst>
            <a:ahLst/>
            <a:cxnLst>
              <a:cxn ang="0">
                <a:pos x="T0" y="T1"/>
              </a:cxn>
              <a:cxn ang="0">
                <a:pos x="T2" y="T3"/>
              </a:cxn>
              <a:cxn ang="0">
                <a:pos x="T4" y="T5"/>
              </a:cxn>
              <a:cxn ang="0">
                <a:pos x="T6" y="T7"/>
              </a:cxn>
              <a:cxn ang="0">
                <a:pos x="T8" y="T9"/>
              </a:cxn>
              <a:cxn ang="0">
                <a:pos x="T10" y="T11"/>
              </a:cxn>
              <a:cxn ang="0">
                <a:pos x="T12" y="T13"/>
              </a:cxn>
            </a:cxnLst>
            <a:rect l="0" t="0" r="r" b="b"/>
            <a:pathLst>
              <a:path w="324" h="593">
                <a:moveTo>
                  <a:pt x="296" y="593"/>
                </a:moveTo>
                <a:lnTo>
                  <a:pt x="324" y="565"/>
                </a:lnTo>
                <a:lnTo>
                  <a:pt x="55" y="297"/>
                </a:lnTo>
                <a:lnTo>
                  <a:pt x="324" y="28"/>
                </a:lnTo>
                <a:lnTo>
                  <a:pt x="296" y="0"/>
                </a:lnTo>
                <a:lnTo>
                  <a:pt x="0" y="297"/>
                </a:lnTo>
                <a:lnTo>
                  <a:pt x="296" y="593"/>
                </a:ln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637662947"/>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2741311" y="1408552"/>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1110798169"/>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4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272480" y="1408552"/>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1859962451"/>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1016028"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8" name="직사각형 7">
            <a:extLst>
              <a:ext uri="{FF2B5EF4-FFF2-40B4-BE49-F238E27FC236}">
                <a16:creationId xmlns:a16="http://schemas.microsoft.com/office/drawing/2014/main" id="{8F1F4162-6CF8-4B65-87CD-D3E6FAFE6975}"/>
              </a:ext>
            </a:extLst>
          </p:cNvPr>
          <p:cNvSpPr/>
          <p:nvPr userDrawn="1"/>
        </p:nvSpPr>
        <p:spPr bwMode="auto">
          <a:xfrm>
            <a:off x="4466594"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Tree>
    <p:extLst>
      <p:ext uri="{BB962C8B-B14F-4D97-AF65-F5344CB8AC3E}">
        <p14:creationId xmlns:p14="http://schemas.microsoft.com/office/powerpoint/2010/main" val="3808144452"/>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3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278298"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8" name="직사각형 7">
            <a:extLst>
              <a:ext uri="{FF2B5EF4-FFF2-40B4-BE49-F238E27FC236}">
                <a16:creationId xmlns:a16="http://schemas.microsoft.com/office/drawing/2014/main" id="{8F1F4162-6CF8-4B65-87CD-D3E6FAFE6975}"/>
              </a:ext>
            </a:extLst>
          </p:cNvPr>
          <p:cNvSpPr/>
          <p:nvPr userDrawn="1"/>
        </p:nvSpPr>
        <p:spPr bwMode="auto">
          <a:xfrm>
            <a:off x="2784134"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6" name="직사각형 5">
            <a:extLst>
              <a:ext uri="{FF2B5EF4-FFF2-40B4-BE49-F238E27FC236}">
                <a16:creationId xmlns:a16="http://schemas.microsoft.com/office/drawing/2014/main" id="{EFEC6924-D263-4CC3-BC13-2CAC5287065B}"/>
              </a:ext>
            </a:extLst>
          </p:cNvPr>
          <p:cNvSpPr/>
          <p:nvPr userDrawn="1"/>
        </p:nvSpPr>
        <p:spPr bwMode="auto">
          <a:xfrm>
            <a:off x="5280169"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Tree>
    <p:extLst>
      <p:ext uri="{BB962C8B-B14F-4D97-AF65-F5344CB8AC3E}">
        <p14:creationId xmlns:p14="http://schemas.microsoft.com/office/powerpoint/2010/main" val="3584009072"/>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1016028"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3" name="텍스트 개체 틀 2">
            <a:extLst>
              <a:ext uri="{FF2B5EF4-FFF2-40B4-BE49-F238E27FC236}">
                <a16:creationId xmlns:a16="http://schemas.microsoft.com/office/drawing/2014/main" id="{87A39834-1383-470D-9CC2-9633AA3FFC1B}"/>
              </a:ext>
            </a:extLst>
          </p:cNvPr>
          <p:cNvSpPr>
            <a:spLocks noGrp="1"/>
          </p:cNvSpPr>
          <p:nvPr>
            <p:ph type="body" sz="quarter" idx="12"/>
          </p:nvPr>
        </p:nvSpPr>
        <p:spPr>
          <a:xfrm>
            <a:off x="1111828" y="1518212"/>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cxnSp>
        <p:nvCxnSpPr>
          <p:cNvPr id="6" name="직선 연결선 5">
            <a:extLst>
              <a:ext uri="{FF2B5EF4-FFF2-40B4-BE49-F238E27FC236}">
                <a16:creationId xmlns:a16="http://schemas.microsoft.com/office/drawing/2014/main" id="{36170B7E-A940-4A30-9453-ABDEEDFE6FE5}"/>
              </a:ext>
            </a:extLst>
          </p:cNvPr>
          <p:cNvCxnSpPr/>
          <p:nvPr userDrawn="1"/>
        </p:nvCxnSpPr>
        <p:spPr>
          <a:xfrm>
            <a:off x="1035060" y="1768416"/>
            <a:ext cx="225606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8F1F4162-6CF8-4B65-87CD-D3E6FAFE6975}"/>
              </a:ext>
            </a:extLst>
          </p:cNvPr>
          <p:cNvSpPr/>
          <p:nvPr userDrawn="1"/>
        </p:nvSpPr>
        <p:spPr bwMode="auto">
          <a:xfrm>
            <a:off x="4466594"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9" name="텍스트 개체 틀 2">
            <a:extLst>
              <a:ext uri="{FF2B5EF4-FFF2-40B4-BE49-F238E27FC236}">
                <a16:creationId xmlns:a16="http://schemas.microsoft.com/office/drawing/2014/main" id="{EAFB160C-CA2C-4E92-A58F-C4CA222E3DEC}"/>
              </a:ext>
            </a:extLst>
          </p:cNvPr>
          <p:cNvSpPr>
            <a:spLocks noGrp="1"/>
          </p:cNvSpPr>
          <p:nvPr>
            <p:ph type="body" sz="quarter" idx="13"/>
          </p:nvPr>
        </p:nvSpPr>
        <p:spPr>
          <a:xfrm>
            <a:off x="4562394" y="1518212"/>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cxnSp>
        <p:nvCxnSpPr>
          <p:cNvPr id="10" name="직선 연결선 9">
            <a:extLst>
              <a:ext uri="{FF2B5EF4-FFF2-40B4-BE49-F238E27FC236}">
                <a16:creationId xmlns:a16="http://schemas.microsoft.com/office/drawing/2014/main" id="{C1D75D1E-71A1-49A5-804C-24FD561260A6}"/>
              </a:ext>
            </a:extLst>
          </p:cNvPr>
          <p:cNvCxnSpPr/>
          <p:nvPr userDrawn="1"/>
        </p:nvCxnSpPr>
        <p:spPr>
          <a:xfrm>
            <a:off x="4485626" y="1768416"/>
            <a:ext cx="225606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제목 1">
            <a:extLst>
              <a:ext uri="{FF2B5EF4-FFF2-40B4-BE49-F238E27FC236}">
                <a16:creationId xmlns:a16="http://schemas.microsoft.com/office/drawing/2014/main" id="{2BCB27F0-D2EE-45B9-864F-50843FF605A6}"/>
              </a:ext>
            </a:extLst>
          </p:cNvPr>
          <p:cNvSpPr txBox="1">
            <a:spLocks/>
          </p:cNvSpPr>
          <p:nvPr userDrawn="1"/>
        </p:nvSpPr>
        <p:spPr>
          <a:xfrm>
            <a:off x="2921948" y="1519288"/>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sp>
        <p:nvSpPr>
          <p:cNvPr id="13" name="제목 1">
            <a:extLst>
              <a:ext uri="{FF2B5EF4-FFF2-40B4-BE49-F238E27FC236}">
                <a16:creationId xmlns:a16="http://schemas.microsoft.com/office/drawing/2014/main" id="{18CDD126-F470-4174-824D-548D9E533698}"/>
              </a:ext>
            </a:extLst>
          </p:cNvPr>
          <p:cNvSpPr txBox="1">
            <a:spLocks/>
          </p:cNvSpPr>
          <p:nvPr userDrawn="1"/>
        </p:nvSpPr>
        <p:spPr>
          <a:xfrm>
            <a:off x="6369706" y="1517535"/>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spTree>
    <p:extLst>
      <p:ext uri="{BB962C8B-B14F-4D97-AF65-F5344CB8AC3E}">
        <p14:creationId xmlns:p14="http://schemas.microsoft.com/office/powerpoint/2010/main" val="2291817736"/>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화면1개">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3CF7B2A6-EFEB-431D-9F24-53214907DAA7}"/>
              </a:ext>
            </a:extLst>
          </p:cNvPr>
          <p:cNvSpPr/>
          <p:nvPr userDrawn="1"/>
        </p:nvSpPr>
        <p:spPr bwMode="auto">
          <a:xfrm>
            <a:off x="1016028"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3" name="텍스트 개체 틀 2">
            <a:extLst>
              <a:ext uri="{FF2B5EF4-FFF2-40B4-BE49-F238E27FC236}">
                <a16:creationId xmlns:a16="http://schemas.microsoft.com/office/drawing/2014/main" id="{87A39834-1383-470D-9CC2-9633AA3FFC1B}"/>
              </a:ext>
            </a:extLst>
          </p:cNvPr>
          <p:cNvSpPr>
            <a:spLocks noGrp="1"/>
          </p:cNvSpPr>
          <p:nvPr>
            <p:ph type="body" sz="quarter" idx="12"/>
          </p:nvPr>
        </p:nvSpPr>
        <p:spPr>
          <a:xfrm>
            <a:off x="1111828" y="1518212"/>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cxnSp>
        <p:nvCxnSpPr>
          <p:cNvPr id="6" name="직선 연결선 5">
            <a:extLst>
              <a:ext uri="{FF2B5EF4-FFF2-40B4-BE49-F238E27FC236}">
                <a16:creationId xmlns:a16="http://schemas.microsoft.com/office/drawing/2014/main" id="{36170B7E-A940-4A30-9453-ABDEEDFE6FE5}"/>
              </a:ext>
            </a:extLst>
          </p:cNvPr>
          <p:cNvCxnSpPr/>
          <p:nvPr userDrawn="1"/>
        </p:nvCxnSpPr>
        <p:spPr>
          <a:xfrm>
            <a:off x="1035060" y="1768416"/>
            <a:ext cx="225606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Chevron Left">
            <a:extLst>
              <a:ext uri="{FF2B5EF4-FFF2-40B4-BE49-F238E27FC236}">
                <a16:creationId xmlns:a16="http://schemas.microsoft.com/office/drawing/2014/main" id="{A0113208-BE1F-4844-93AF-38E406B7F097}"/>
              </a:ext>
            </a:extLst>
          </p:cNvPr>
          <p:cNvSpPr>
            <a:spLocks noChangeAspect="1"/>
          </p:cNvSpPr>
          <p:nvPr userDrawn="1"/>
        </p:nvSpPr>
        <p:spPr bwMode="auto">
          <a:xfrm>
            <a:off x="1098062" y="1554116"/>
            <a:ext cx="79375" cy="144462"/>
          </a:xfrm>
          <a:custGeom>
            <a:avLst/>
            <a:gdLst>
              <a:gd name="T0" fmla="*/ 296 w 324"/>
              <a:gd name="T1" fmla="*/ 593 h 593"/>
              <a:gd name="T2" fmla="*/ 324 w 324"/>
              <a:gd name="T3" fmla="*/ 565 h 593"/>
              <a:gd name="T4" fmla="*/ 55 w 324"/>
              <a:gd name="T5" fmla="*/ 297 h 593"/>
              <a:gd name="T6" fmla="*/ 324 w 324"/>
              <a:gd name="T7" fmla="*/ 28 h 593"/>
              <a:gd name="T8" fmla="*/ 296 w 324"/>
              <a:gd name="T9" fmla="*/ 0 h 593"/>
              <a:gd name="T10" fmla="*/ 0 w 324"/>
              <a:gd name="T11" fmla="*/ 297 h 593"/>
              <a:gd name="T12" fmla="*/ 296 w 324"/>
              <a:gd name="T13" fmla="*/ 593 h 593"/>
            </a:gdLst>
            <a:ahLst/>
            <a:cxnLst>
              <a:cxn ang="0">
                <a:pos x="T0" y="T1"/>
              </a:cxn>
              <a:cxn ang="0">
                <a:pos x="T2" y="T3"/>
              </a:cxn>
              <a:cxn ang="0">
                <a:pos x="T4" y="T5"/>
              </a:cxn>
              <a:cxn ang="0">
                <a:pos x="T6" y="T7"/>
              </a:cxn>
              <a:cxn ang="0">
                <a:pos x="T8" y="T9"/>
              </a:cxn>
              <a:cxn ang="0">
                <a:pos x="T10" y="T11"/>
              </a:cxn>
              <a:cxn ang="0">
                <a:pos x="T12" y="T13"/>
              </a:cxn>
            </a:cxnLst>
            <a:rect l="0" t="0" r="r" b="b"/>
            <a:pathLst>
              <a:path w="324" h="593">
                <a:moveTo>
                  <a:pt x="296" y="593"/>
                </a:moveTo>
                <a:lnTo>
                  <a:pt x="324" y="565"/>
                </a:lnTo>
                <a:lnTo>
                  <a:pt x="55" y="297"/>
                </a:lnTo>
                <a:lnTo>
                  <a:pt x="324" y="28"/>
                </a:lnTo>
                <a:lnTo>
                  <a:pt x="296" y="0"/>
                </a:lnTo>
                <a:lnTo>
                  <a:pt x="0" y="297"/>
                </a:lnTo>
                <a:lnTo>
                  <a:pt x="296" y="593"/>
                </a:ln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
        <p:nvSpPr>
          <p:cNvPr id="8" name="직사각형 7">
            <a:extLst>
              <a:ext uri="{FF2B5EF4-FFF2-40B4-BE49-F238E27FC236}">
                <a16:creationId xmlns:a16="http://schemas.microsoft.com/office/drawing/2014/main" id="{8F1F4162-6CF8-4B65-87CD-D3E6FAFE6975}"/>
              </a:ext>
            </a:extLst>
          </p:cNvPr>
          <p:cNvSpPr/>
          <p:nvPr userDrawn="1"/>
        </p:nvSpPr>
        <p:spPr bwMode="auto">
          <a:xfrm>
            <a:off x="4466594"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9" name="텍스트 개체 틀 2">
            <a:extLst>
              <a:ext uri="{FF2B5EF4-FFF2-40B4-BE49-F238E27FC236}">
                <a16:creationId xmlns:a16="http://schemas.microsoft.com/office/drawing/2014/main" id="{EAFB160C-CA2C-4E92-A58F-C4CA222E3DEC}"/>
              </a:ext>
            </a:extLst>
          </p:cNvPr>
          <p:cNvSpPr>
            <a:spLocks noGrp="1"/>
          </p:cNvSpPr>
          <p:nvPr>
            <p:ph type="body" sz="quarter" idx="13"/>
          </p:nvPr>
        </p:nvSpPr>
        <p:spPr>
          <a:xfrm>
            <a:off x="4562394" y="1518212"/>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cxnSp>
        <p:nvCxnSpPr>
          <p:cNvPr id="10" name="직선 연결선 9">
            <a:extLst>
              <a:ext uri="{FF2B5EF4-FFF2-40B4-BE49-F238E27FC236}">
                <a16:creationId xmlns:a16="http://schemas.microsoft.com/office/drawing/2014/main" id="{C1D75D1E-71A1-49A5-804C-24FD561260A6}"/>
              </a:ext>
            </a:extLst>
          </p:cNvPr>
          <p:cNvCxnSpPr/>
          <p:nvPr userDrawn="1"/>
        </p:nvCxnSpPr>
        <p:spPr>
          <a:xfrm>
            <a:off x="4485626" y="1768416"/>
            <a:ext cx="225606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Chevron Left">
            <a:extLst>
              <a:ext uri="{FF2B5EF4-FFF2-40B4-BE49-F238E27FC236}">
                <a16:creationId xmlns:a16="http://schemas.microsoft.com/office/drawing/2014/main" id="{CBC6CFAB-8799-4CF2-B301-8281E3039548}"/>
              </a:ext>
            </a:extLst>
          </p:cNvPr>
          <p:cNvSpPr>
            <a:spLocks noChangeAspect="1"/>
          </p:cNvSpPr>
          <p:nvPr userDrawn="1"/>
        </p:nvSpPr>
        <p:spPr bwMode="auto">
          <a:xfrm>
            <a:off x="4548628" y="1554116"/>
            <a:ext cx="79375" cy="144462"/>
          </a:xfrm>
          <a:custGeom>
            <a:avLst/>
            <a:gdLst>
              <a:gd name="T0" fmla="*/ 296 w 324"/>
              <a:gd name="T1" fmla="*/ 593 h 593"/>
              <a:gd name="T2" fmla="*/ 324 w 324"/>
              <a:gd name="T3" fmla="*/ 565 h 593"/>
              <a:gd name="T4" fmla="*/ 55 w 324"/>
              <a:gd name="T5" fmla="*/ 297 h 593"/>
              <a:gd name="T6" fmla="*/ 324 w 324"/>
              <a:gd name="T7" fmla="*/ 28 h 593"/>
              <a:gd name="T8" fmla="*/ 296 w 324"/>
              <a:gd name="T9" fmla="*/ 0 h 593"/>
              <a:gd name="T10" fmla="*/ 0 w 324"/>
              <a:gd name="T11" fmla="*/ 297 h 593"/>
              <a:gd name="T12" fmla="*/ 296 w 324"/>
              <a:gd name="T13" fmla="*/ 593 h 593"/>
            </a:gdLst>
            <a:ahLst/>
            <a:cxnLst>
              <a:cxn ang="0">
                <a:pos x="T0" y="T1"/>
              </a:cxn>
              <a:cxn ang="0">
                <a:pos x="T2" y="T3"/>
              </a:cxn>
              <a:cxn ang="0">
                <a:pos x="T4" y="T5"/>
              </a:cxn>
              <a:cxn ang="0">
                <a:pos x="T6" y="T7"/>
              </a:cxn>
              <a:cxn ang="0">
                <a:pos x="T8" y="T9"/>
              </a:cxn>
              <a:cxn ang="0">
                <a:pos x="T10" y="T11"/>
              </a:cxn>
              <a:cxn ang="0">
                <a:pos x="T12" y="T13"/>
              </a:cxn>
            </a:cxnLst>
            <a:rect l="0" t="0" r="r" b="b"/>
            <a:pathLst>
              <a:path w="324" h="593">
                <a:moveTo>
                  <a:pt x="296" y="593"/>
                </a:moveTo>
                <a:lnTo>
                  <a:pt x="324" y="565"/>
                </a:lnTo>
                <a:lnTo>
                  <a:pt x="55" y="297"/>
                </a:lnTo>
                <a:lnTo>
                  <a:pt x="324" y="28"/>
                </a:lnTo>
                <a:lnTo>
                  <a:pt x="296" y="0"/>
                </a:lnTo>
                <a:lnTo>
                  <a:pt x="0" y="297"/>
                </a:lnTo>
                <a:lnTo>
                  <a:pt x="296" y="593"/>
                </a:ln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630871935"/>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7" name="설명선: 오른쪽 화살표 16">
            <a:extLst>
              <a:ext uri="{FF2B5EF4-FFF2-40B4-BE49-F238E27FC236}">
                <a16:creationId xmlns:a16="http://schemas.microsoft.com/office/drawing/2014/main" id="{9E478B2F-C7DE-40C0-9A5F-E2AF16A18F97}"/>
              </a:ext>
            </a:extLst>
          </p:cNvPr>
          <p:cNvSpPr/>
          <p:nvPr userDrawn="1"/>
        </p:nvSpPr>
        <p:spPr>
          <a:xfrm>
            <a:off x="294655" y="6076044"/>
            <a:ext cx="2378803"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18" name="설명선: 왼쪽 화살표 17">
            <a:extLst>
              <a:ext uri="{FF2B5EF4-FFF2-40B4-BE49-F238E27FC236}">
                <a16:creationId xmlns:a16="http://schemas.microsoft.com/office/drawing/2014/main" id="{8B207E69-1994-4A98-8021-8A9ECEF6C44D}"/>
              </a:ext>
            </a:extLst>
          </p:cNvPr>
          <p:cNvSpPr/>
          <p:nvPr userDrawn="1"/>
        </p:nvSpPr>
        <p:spPr>
          <a:xfrm>
            <a:off x="2765542" y="831185"/>
            <a:ext cx="2355250"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
        <p:nvSpPr>
          <p:cNvPr id="20" name="설명선: 왼쪽 화살표 19">
            <a:extLst>
              <a:ext uri="{FF2B5EF4-FFF2-40B4-BE49-F238E27FC236}">
                <a16:creationId xmlns:a16="http://schemas.microsoft.com/office/drawing/2014/main" id="{8F387751-97D7-4122-A394-C334239E8734}"/>
              </a:ext>
            </a:extLst>
          </p:cNvPr>
          <p:cNvSpPr/>
          <p:nvPr userDrawn="1"/>
        </p:nvSpPr>
        <p:spPr>
          <a:xfrm>
            <a:off x="5289933" y="831185"/>
            <a:ext cx="2378803"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
        <p:nvSpPr>
          <p:cNvPr id="21" name="설명선: 오른쪽 화살표 20">
            <a:extLst>
              <a:ext uri="{FF2B5EF4-FFF2-40B4-BE49-F238E27FC236}">
                <a16:creationId xmlns:a16="http://schemas.microsoft.com/office/drawing/2014/main" id="{34906F93-1BE6-47ED-8A7C-3A78DEACF506}"/>
              </a:ext>
            </a:extLst>
          </p:cNvPr>
          <p:cNvSpPr/>
          <p:nvPr userDrawn="1"/>
        </p:nvSpPr>
        <p:spPr>
          <a:xfrm>
            <a:off x="2801674" y="6076044"/>
            <a:ext cx="2402591"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14329467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01155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72664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2741311"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2161925621"/>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2741311"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5" name="직사각형 4">
            <a:extLst>
              <a:ext uri="{FF2B5EF4-FFF2-40B4-BE49-F238E27FC236}">
                <a16:creationId xmlns:a16="http://schemas.microsoft.com/office/drawing/2014/main" id="{961DC970-C950-4C05-B692-4C9364493C61}"/>
              </a:ext>
            </a:extLst>
          </p:cNvPr>
          <p:cNvSpPr/>
          <p:nvPr userDrawn="1"/>
        </p:nvSpPr>
        <p:spPr bwMode="auto">
          <a:xfrm>
            <a:off x="2741311" y="1484784"/>
            <a:ext cx="2290678"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6" name="제목 1">
            <a:extLst>
              <a:ext uri="{FF2B5EF4-FFF2-40B4-BE49-F238E27FC236}">
                <a16:creationId xmlns:a16="http://schemas.microsoft.com/office/drawing/2014/main" id="{54AABE0E-3DF1-4884-A795-56B9340524DF}"/>
              </a:ext>
            </a:extLst>
          </p:cNvPr>
          <p:cNvSpPr txBox="1">
            <a:spLocks/>
          </p:cNvSpPr>
          <p:nvPr userDrawn="1"/>
        </p:nvSpPr>
        <p:spPr>
          <a:xfrm>
            <a:off x="4620769" y="1517403"/>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sp>
        <p:nvSpPr>
          <p:cNvPr id="7" name="텍스트 개체 틀 2">
            <a:extLst>
              <a:ext uri="{FF2B5EF4-FFF2-40B4-BE49-F238E27FC236}">
                <a16:creationId xmlns:a16="http://schemas.microsoft.com/office/drawing/2014/main" id="{F489EAF6-0BB6-4A49-AA5A-F8A22A7DFA8E}"/>
              </a:ext>
            </a:extLst>
          </p:cNvPr>
          <p:cNvSpPr>
            <a:spLocks noGrp="1"/>
          </p:cNvSpPr>
          <p:nvPr>
            <p:ph type="body" sz="quarter" idx="12"/>
          </p:nvPr>
        </p:nvSpPr>
        <p:spPr>
          <a:xfrm>
            <a:off x="2764653" y="1518212"/>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spTree>
    <p:extLst>
      <p:ext uri="{BB962C8B-B14F-4D97-AF65-F5344CB8AC3E}">
        <p14:creationId xmlns:p14="http://schemas.microsoft.com/office/powerpoint/2010/main" val="2289855688"/>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522897"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2694989586"/>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2741311" y="965437"/>
            <a:ext cx="2290678" cy="5294355"/>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3385940767"/>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화면2개">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5" name="직사각형 14">
            <a:extLst>
              <a:ext uri="{FF2B5EF4-FFF2-40B4-BE49-F238E27FC236}">
                <a16:creationId xmlns:a16="http://schemas.microsoft.com/office/drawing/2014/main" id="{57D90567-E21C-480C-AFB9-DA306BC244D8}"/>
              </a:ext>
            </a:extLst>
          </p:cNvPr>
          <p:cNvSpPr/>
          <p:nvPr userDrawn="1"/>
        </p:nvSpPr>
        <p:spPr bwMode="auto">
          <a:xfrm>
            <a:off x="1013119" y="1060561"/>
            <a:ext cx="2290678" cy="5009816"/>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9" name="직사각형 18">
            <a:extLst>
              <a:ext uri="{FF2B5EF4-FFF2-40B4-BE49-F238E27FC236}">
                <a16:creationId xmlns:a16="http://schemas.microsoft.com/office/drawing/2014/main" id="{99F18DC1-426A-4369-91B8-5F9E42A45894}"/>
              </a:ext>
            </a:extLst>
          </p:cNvPr>
          <p:cNvSpPr/>
          <p:nvPr userDrawn="1"/>
        </p:nvSpPr>
        <p:spPr bwMode="auto">
          <a:xfrm>
            <a:off x="4397495" y="1062755"/>
            <a:ext cx="2290678" cy="500762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22" name="설명선: 오른쪽 화살표 21">
            <a:extLst>
              <a:ext uri="{FF2B5EF4-FFF2-40B4-BE49-F238E27FC236}">
                <a16:creationId xmlns:a16="http://schemas.microsoft.com/office/drawing/2014/main" id="{8330DF52-9CEC-49B2-9996-6AA464A200B0}"/>
              </a:ext>
            </a:extLst>
          </p:cNvPr>
          <p:cNvSpPr/>
          <p:nvPr userDrawn="1"/>
        </p:nvSpPr>
        <p:spPr>
          <a:xfrm>
            <a:off x="895884" y="6142719"/>
            <a:ext cx="2525147"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23" name="설명선: 왼쪽 화살표 22">
            <a:extLst>
              <a:ext uri="{FF2B5EF4-FFF2-40B4-BE49-F238E27FC236}">
                <a16:creationId xmlns:a16="http://schemas.microsoft.com/office/drawing/2014/main" id="{26B23D54-A590-4D9E-B5D1-C77EE82C0EA0}"/>
              </a:ext>
            </a:extLst>
          </p:cNvPr>
          <p:cNvSpPr/>
          <p:nvPr userDrawn="1"/>
        </p:nvSpPr>
        <p:spPr>
          <a:xfrm>
            <a:off x="4259706" y="764510"/>
            <a:ext cx="2500146"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Tree>
    <p:extLst>
      <p:ext uri="{BB962C8B-B14F-4D97-AF65-F5344CB8AC3E}">
        <p14:creationId xmlns:p14="http://schemas.microsoft.com/office/powerpoint/2010/main" val="24962712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4_화면2개">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5" name="직사각형 14">
            <a:extLst>
              <a:ext uri="{FF2B5EF4-FFF2-40B4-BE49-F238E27FC236}">
                <a16:creationId xmlns:a16="http://schemas.microsoft.com/office/drawing/2014/main" id="{57D90567-E21C-480C-AFB9-DA306BC244D8}"/>
              </a:ext>
            </a:extLst>
          </p:cNvPr>
          <p:cNvSpPr/>
          <p:nvPr userDrawn="1"/>
        </p:nvSpPr>
        <p:spPr bwMode="auto">
          <a:xfrm>
            <a:off x="1013119" y="1060561"/>
            <a:ext cx="2290678" cy="5009816"/>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Tree>
    <p:extLst>
      <p:ext uri="{BB962C8B-B14F-4D97-AF65-F5344CB8AC3E}">
        <p14:creationId xmlns:p14="http://schemas.microsoft.com/office/powerpoint/2010/main" val="37229227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화면2개">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5" name="직사각형 14">
            <a:extLst>
              <a:ext uri="{FF2B5EF4-FFF2-40B4-BE49-F238E27FC236}">
                <a16:creationId xmlns:a16="http://schemas.microsoft.com/office/drawing/2014/main" id="{57D90567-E21C-480C-AFB9-DA306BC244D8}"/>
              </a:ext>
            </a:extLst>
          </p:cNvPr>
          <p:cNvSpPr/>
          <p:nvPr userDrawn="1"/>
        </p:nvSpPr>
        <p:spPr bwMode="auto">
          <a:xfrm>
            <a:off x="1013119" y="1060561"/>
            <a:ext cx="2290678" cy="5009816"/>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9" name="직사각형 18">
            <a:extLst>
              <a:ext uri="{FF2B5EF4-FFF2-40B4-BE49-F238E27FC236}">
                <a16:creationId xmlns:a16="http://schemas.microsoft.com/office/drawing/2014/main" id="{99F18DC1-426A-4369-91B8-5F9E42A45894}"/>
              </a:ext>
            </a:extLst>
          </p:cNvPr>
          <p:cNvSpPr/>
          <p:nvPr userDrawn="1"/>
        </p:nvSpPr>
        <p:spPr bwMode="auto">
          <a:xfrm>
            <a:off x="4397495" y="1062755"/>
            <a:ext cx="2290678" cy="500762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Tree>
    <p:extLst>
      <p:ext uri="{BB962C8B-B14F-4D97-AF65-F5344CB8AC3E}">
        <p14:creationId xmlns:p14="http://schemas.microsoft.com/office/powerpoint/2010/main" val="3715265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_화면2개">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5" name="직사각형 14">
            <a:extLst>
              <a:ext uri="{FF2B5EF4-FFF2-40B4-BE49-F238E27FC236}">
                <a16:creationId xmlns:a16="http://schemas.microsoft.com/office/drawing/2014/main" id="{57D90567-E21C-480C-AFB9-DA306BC244D8}"/>
              </a:ext>
            </a:extLst>
          </p:cNvPr>
          <p:cNvSpPr/>
          <p:nvPr userDrawn="1"/>
        </p:nvSpPr>
        <p:spPr bwMode="auto">
          <a:xfrm>
            <a:off x="1013119" y="1060561"/>
            <a:ext cx="2290678" cy="5009816"/>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9" name="직사각형 18">
            <a:extLst>
              <a:ext uri="{FF2B5EF4-FFF2-40B4-BE49-F238E27FC236}">
                <a16:creationId xmlns:a16="http://schemas.microsoft.com/office/drawing/2014/main" id="{99F18DC1-426A-4369-91B8-5F9E42A45894}"/>
              </a:ext>
            </a:extLst>
          </p:cNvPr>
          <p:cNvSpPr/>
          <p:nvPr userDrawn="1"/>
        </p:nvSpPr>
        <p:spPr bwMode="auto">
          <a:xfrm>
            <a:off x="4397495" y="1062755"/>
            <a:ext cx="2290678" cy="500762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grpSp>
        <p:nvGrpSpPr>
          <p:cNvPr id="6" name="그룹 5">
            <a:extLst>
              <a:ext uri="{FF2B5EF4-FFF2-40B4-BE49-F238E27FC236}">
                <a16:creationId xmlns:a16="http://schemas.microsoft.com/office/drawing/2014/main" id="{2D7C1922-49B7-4100-8307-53ABF2E319B4}"/>
              </a:ext>
            </a:extLst>
          </p:cNvPr>
          <p:cNvGrpSpPr/>
          <p:nvPr userDrawn="1"/>
        </p:nvGrpSpPr>
        <p:grpSpPr>
          <a:xfrm>
            <a:off x="4397495" y="1060561"/>
            <a:ext cx="2302732" cy="270623"/>
            <a:chOff x="2737104" y="1484916"/>
            <a:chExt cx="2302732" cy="270623"/>
          </a:xfrm>
        </p:grpSpPr>
        <p:sp>
          <p:nvSpPr>
            <p:cNvPr id="7" name="직사각형 6">
              <a:extLst>
                <a:ext uri="{FF2B5EF4-FFF2-40B4-BE49-F238E27FC236}">
                  <a16:creationId xmlns:a16="http://schemas.microsoft.com/office/drawing/2014/main" id="{2BBC00A2-86ED-4234-BD5F-CC341C5802AF}"/>
                </a:ext>
              </a:extLst>
            </p:cNvPr>
            <p:cNvSpPr/>
            <p:nvPr userDrawn="1"/>
          </p:nvSpPr>
          <p:spPr bwMode="auto">
            <a:xfrm>
              <a:off x="2737104" y="1484916"/>
              <a:ext cx="2289600" cy="270623"/>
            </a:xfrm>
            <a:prstGeom prst="rect">
              <a:avLst/>
            </a:prstGeom>
            <a:solidFill>
              <a:schemeClr val="bg1"/>
            </a:solidFill>
            <a:ln w="635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8" name="제목 1">
              <a:extLst>
                <a:ext uri="{FF2B5EF4-FFF2-40B4-BE49-F238E27FC236}">
                  <a16:creationId xmlns:a16="http://schemas.microsoft.com/office/drawing/2014/main" id="{6792C8D5-C12C-4D39-9D3A-F9EE9D3D4A7A}"/>
                </a:ext>
              </a:extLst>
            </p:cNvPr>
            <p:cNvSpPr txBox="1">
              <a:spLocks/>
            </p:cNvSpPr>
            <p:nvPr userDrawn="1"/>
          </p:nvSpPr>
          <p:spPr>
            <a:xfrm>
              <a:off x="4610212" y="1517535"/>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grpSp>
    </p:spTree>
    <p:extLst>
      <p:ext uri="{BB962C8B-B14F-4D97-AF65-F5344CB8AC3E}">
        <p14:creationId xmlns:p14="http://schemas.microsoft.com/office/powerpoint/2010/main" val="5821348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_화면2개">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5" name="직사각형 14">
            <a:extLst>
              <a:ext uri="{FF2B5EF4-FFF2-40B4-BE49-F238E27FC236}">
                <a16:creationId xmlns:a16="http://schemas.microsoft.com/office/drawing/2014/main" id="{57D90567-E21C-480C-AFB9-DA306BC244D8}"/>
              </a:ext>
            </a:extLst>
          </p:cNvPr>
          <p:cNvSpPr/>
          <p:nvPr userDrawn="1"/>
        </p:nvSpPr>
        <p:spPr bwMode="auto">
          <a:xfrm>
            <a:off x="1013119" y="1060561"/>
            <a:ext cx="2290678" cy="5009816"/>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9" name="직사각형 18">
            <a:extLst>
              <a:ext uri="{FF2B5EF4-FFF2-40B4-BE49-F238E27FC236}">
                <a16:creationId xmlns:a16="http://schemas.microsoft.com/office/drawing/2014/main" id="{99F18DC1-426A-4369-91B8-5F9E42A45894}"/>
              </a:ext>
            </a:extLst>
          </p:cNvPr>
          <p:cNvSpPr/>
          <p:nvPr userDrawn="1"/>
        </p:nvSpPr>
        <p:spPr bwMode="auto">
          <a:xfrm>
            <a:off x="4397495" y="1062755"/>
            <a:ext cx="2290678" cy="500762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 name="직사각형 6">
            <a:extLst>
              <a:ext uri="{FF2B5EF4-FFF2-40B4-BE49-F238E27FC236}">
                <a16:creationId xmlns:a16="http://schemas.microsoft.com/office/drawing/2014/main" id="{2BBC00A2-86ED-4234-BD5F-CC341C5802AF}"/>
              </a:ext>
            </a:extLst>
          </p:cNvPr>
          <p:cNvSpPr/>
          <p:nvPr userDrawn="1"/>
        </p:nvSpPr>
        <p:spPr bwMode="auto">
          <a:xfrm>
            <a:off x="4397495" y="1060561"/>
            <a:ext cx="2289600"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8" name="제목 1">
            <a:extLst>
              <a:ext uri="{FF2B5EF4-FFF2-40B4-BE49-F238E27FC236}">
                <a16:creationId xmlns:a16="http://schemas.microsoft.com/office/drawing/2014/main" id="{6792C8D5-C12C-4D39-9D3A-F9EE9D3D4A7A}"/>
              </a:ext>
            </a:extLst>
          </p:cNvPr>
          <p:cNvSpPr txBox="1">
            <a:spLocks/>
          </p:cNvSpPr>
          <p:nvPr userDrawn="1"/>
        </p:nvSpPr>
        <p:spPr>
          <a:xfrm>
            <a:off x="6270603" y="1093180"/>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sp>
        <p:nvSpPr>
          <p:cNvPr id="10" name="직사각형 9">
            <a:extLst>
              <a:ext uri="{FF2B5EF4-FFF2-40B4-BE49-F238E27FC236}">
                <a16:creationId xmlns:a16="http://schemas.microsoft.com/office/drawing/2014/main" id="{327B85A2-3871-4AF8-86ED-6E97017D5235}"/>
              </a:ext>
            </a:extLst>
          </p:cNvPr>
          <p:cNvSpPr/>
          <p:nvPr userDrawn="1"/>
        </p:nvSpPr>
        <p:spPr bwMode="auto">
          <a:xfrm>
            <a:off x="1013119" y="1060561"/>
            <a:ext cx="2290678"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11" name="제목 1">
            <a:extLst>
              <a:ext uri="{FF2B5EF4-FFF2-40B4-BE49-F238E27FC236}">
                <a16:creationId xmlns:a16="http://schemas.microsoft.com/office/drawing/2014/main" id="{3A549EA7-3E82-47D7-976F-C1A851443158}"/>
              </a:ext>
            </a:extLst>
          </p:cNvPr>
          <p:cNvSpPr txBox="1">
            <a:spLocks/>
          </p:cNvSpPr>
          <p:nvPr userDrawn="1"/>
        </p:nvSpPr>
        <p:spPr>
          <a:xfrm>
            <a:off x="2892577" y="1093180"/>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spTree>
    <p:extLst>
      <p:ext uri="{BB962C8B-B14F-4D97-AF65-F5344CB8AC3E}">
        <p14:creationId xmlns:p14="http://schemas.microsoft.com/office/powerpoint/2010/main" val="358867766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3_화면2개">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5" name="직사각형 14">
            <a:extLst>
              <a:ext uri="{FF2B5EF4-FFF2-40B4-BE49-F238E27FC236}">
                <a16:creationId xmlns:a16="http://schemas.microsoft.com/office/drawing/2014/main" id="{57D90567-E21C-480C-AFB9-DA306BC244D8}"/>
              </a:ext>
            </a:extLst>
          </p:cNvPr>
          <p:cNvSpPr/>
          <p:nvPr userDrawn="1"/>
        </p:nvSpPr>
        <p:spPr bwMode="auto">
          <a:xfrm>
            <a:off x="1013119" y="1060561"/>
            <a:ext cx="2290678" cy="5009816"/>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0" name="직사각형 9">
            <a:extLst>
              <a:ext uri="{FF2B5EF4-FFF2-40B4-BE49-F238E27FC236}">
                <a16:creationId xmlns:a16="http://schemas.microsoft.com/office/drawing/2014/main" id="{327B85A2-3871-4AF8-86ED-6E97017D5235}"/>
              </a:ext>
            </a:extLst>
          </p:cNvPr>
          <p:cNvSpPr/>
          <p:nvPr userDrawn="1"/>
        </p:nvSpPr>
        <p:spPr bwMode="auto">
          <a:xfrm>
            <a:off x="1013119" y="1060561"/>
            <a:ext cx="2290678"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11" name="제목 1">
            <a:extLst>
              <a:ext uri="{FF2B5EF4-FFF2-40B4-BE49-F238E27FC236}">
                <a16:creationId xmlns:a16="http://schemas.microsoft.com/office/drawing/2014/main" id="{3A549EA7-3E82-47D7-976F-C1A851443158}"/>
              </a:ext>
            </a:extLst>
          </p:cNvPr>
          <p:cNvSpPr txBox="1">
            <a:spLocks/>
          </p:cNvSpPr>
          <p:nvPr userDrawn="1"/>
        </p:nvSpPr>
        <p:spPr>
          <a:xfrm>
            <a:off x="2892577" y="1093180"/>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spTree>
    <p:extLst>
      <p:ext uri="{BB962C8B-B14F-4D97-AF65-F5344CB8AC3E}">
        <p14:creationId xmlns:p14="http://schemas.microsoft.com/office/powerpoint/2010/main" val="108384640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2_화면2개">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5" name="직사각형 14">
            <a:extLst>
              <a:ext uri="{FF2B5EF4-FFF2-40B4-BE49-F238E27FC236}">
                <a16:creationId xmlns:a16="http://schemas.microsoft.com/office/drawing/2014/main" id="{57D90567-E21C-480C-AFB9-DA306BC244D8}"/>
              </a:ext>
            </a:extLst>
          </p:cNvPr>
          <p:cNvSpPr/>
          <p:nvPr userDrawn="1"/>
        </p:nvSpPr>
        <p:spPr bwMode="auto">
          <a:xfrm>
            <a:off x="1013119" y="1060561"/>
            <a:ext cx="2290678" cy="5009816"/>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9" name="직사각형 18">
            <a:extLst>
              <a:ext uri="{FF2B5EF4-FFF2-40B4-BE49-F238E27FC236}">
                <a16:creationId xmlns:a16="http://schemas.microsoft.com/office/drawing/2014/main" id="{99F18DC1-426A-4369-91B8-5F9E42A45894}"/>
              </a:ext>
            </a:extLst>
          </p:cNvPr>
          <p:cNvSpPr/>
          <p:nvPr userDrawn="1"/>
        </p:nvSpPr>
        <p:spPr bwMode="auto">
          <a:xfrm>
            <a:off x="4397495" y="1062755"/>
            <a:ext cx="2290678" cy="500762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0" name="직사각형 9">
            <a:extLst>
              <a:ext uri="{FF2B5EF4-FFF2-40B4-BE49-F238E27FC236}">
                <a16:creationId xmlns:a16="http://schemas.microsoft.com/office/drawing/2014/main" id="{327B85A2-3871-4AF8-86ED-6E97017D5235}"/>
              </a:ext>
            </a:extLst>
          </p:cNvPr>
          <p:cNvSpPr/>
          <p:nvPr userDrawn="1"/>
        </p:nvSpPr>
        <p:spPr bwMode="auto">
          <a:xfrm>
            <a:off x="1013119" y="1060561"/>
            <a:ext cx="2290678"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11" name="제목 1">
            <a:extLst>
              <a:ext uri="{FF2B5EF4-FFF2-40B4-BE49-F238E27FC236}">
                <a16:creationId xmlns:a16="http://schemas.microsoft.com/office/drawing/2014/main" id="{3A549EA7-3E82-47D7-976F-C1A851443158}"/>
              </a:ext>
            </a:extLst>
          </p:cNvPr>
          <p:cNvSpPr txBox="1">
            <a:spLocks/>
          </p:cNvSpPr>
          <p:nvPr userDrawn="1"/>
        </p:nvSpPr>
        <p:spPr>
          <a:xfrm>
            <a:off x="2892577" y="1093180"/>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sp>
        <p:nvSpPr>
          <p:cNvPr id="12" name="설명선: 오른쪽 화살표 11">
            <a:extLst>
              <a:ext uri="{FF2B5EF4-FFF2-40B4-BE49-F238E27FC236}">
                <a16:creationId xmlns:a16="http://schemas.microsoft.com/office/drawing/2014/main" id="{7111B5E0-3378-43B7-84A7-0C3E2BE21CE3}"/>
              </a:ext>
            </a:extLst>
          </p:cNvPr>
          <p:cNvSpPr/>
          <p:nvPr userDrawn="1"/>
        </p:nvSpPr>
        <p:spPr>
          <a:xfrm>
            <a:off x="895884" y="6142719"/>
            <a:ext cx="2525147"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13" name="설명선: 왼쪽 화살표 12">
            <a:extLst>
              <a:ext uri="{FF2B5EF4-FFF2-40B4-BE49-F238E27FC236}">
                <a16:creationId xmlns:a16="http://schemas.microsoft.com/office/drawing/2014/main" id="{8D5874F3-F2D2-468A-B50D-36DA91C314E7}"/>
              </a:ext>
            </a:extLst>
          </p:cNvPr>
          <p:cNvSpPr/>
          <p:nvPr userDrawn="1"/>
        </p:nvSpPr>
        <p:spPr>
          <a:xfrm>
            <a:off x="4259706" y="764510"/>
            <a:ext cx="2500146"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Tree>
    <p:extLst>
      <p:ext uri="{BB962C8B-B14F-4D97-AF65-F5344CB8AC3E}">
        <p14:creationId xmlns:p14="http://schemas.microsoft.com/office/powerpoint/2010/main" val="31347632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0" name="설명선: 왼쪽 화살표 19">
            <a:extLst>
              <a:ext uri="{FF2B5EF4-FFF2-40B4-BE49-F238E27FC236}">
                <a16:creationId xmlns:a16="http://schemas.microsoft.com/office/drawing/2014/main" id="{8F387751-97D7-4122-A394-C334239E8734}"/>
              </a:ext>
            </a:extLst>
          </p:cNvPr>
          <p:cNvSpPr/>
          <p:nvPr userDrawn="1"/>
        </p:nvSpPr>
        <p:spPr>
          <a:xfrm>
            <a:off x="5212009" y="777845"/>
            <a:ext cx="2500146"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
        <p:nvSpPr>
          <p:cNvPr id="21" name="설명선: 오른쪽 화살표 20">
            <a:extLst>
              <a:ext uri="{FF2B5EF4-FFF2-40B4-BE49-F238E27FC236}">
                <a16:creationId xmlns:a16="http://schemas.microsoft.com/office/drawing/2014/main" id="{34906F93-1BE6-47ED-8A7C-3A78DEACF506}"/>
              </a:ext>
            </a:extLst>
          </p:cNvPr>
          <p:cNvSpPr/>
          <p:nvPr userDrawn="1"/>
        </p:nvSpPr>
        <p:spPr>
          <a:xfrm>
            <a:off x="2740396" y="6144624"/>
            <a:ext cx="2525147"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30433849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7" name="설명선: 오른쪽 화살표 16">
            <a:extLst>
              <a:ext uri="{FF2B5EF4-FFF2-40B4-BE49-F238E27FC236}">
                <a16:creationId xmlns:a16="http://schemas.microsoft.com/office/drawing/2014/main" id="{9E478B2F-C7DE-40C0-9A5F-E2AF16A18F97}"/>
              </a:ext>
            </a:extLst>
          </p:cNvPr>
          <p:cNvSpPr/>
          <p:nvPr userDrawn="1"/>
        </p:nvSpPr>
        <p:spPr>
          <a:xfrm>
            <a:off x="221483" y="6144624"/>
            <a:ext cx="2454359"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18" name="설명선: 왼쪽 화살표 17">
            <a:extLst>
              <a:ext uri="{FF2B5EF4-FFF2-40B4-BE49-F238E27FC236}">
                <a16:creationId xmlns:a16="http://schemas.microsoft.com/office/drawing/2014/main" id="{8B207E69-1994-4A98-8021-8A9ECEF6C44D}"/>
              </a:ext>
            </a:extLst>
          </p:cNvPr>
          <p:cNvSpPr/>
          <p:nvPr userDrawn="1"/>
        </p:nvSpPr>
        <p:spPr>
          <a:xfrm>
            <a:off x="2675842" y="777845"/>
            <a:ext cx="2500146"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
        <p:nvSpPr>
          <p:cNvPr id="20" name="설명선: 왼쪽 화살표 19">
            <a:extLst>
              <a:ext uri="{FF2B5EF4-FFF2-40B4-BE49-F238E27FC236}">
                <a16:creationId xmlns:a16="http://schemas.microsoft.com/office/drawing/2014/main" id="{8F387751-97D7-4122-A394-C334239E8734}"/>
              </a:ext>
            </a:extLst>
          </p:cNvPr>
          <p:cNvSpPr/>
          <p:nvPr userDrawn="1"/>
        </p:nvSpPr>
        <p:spPr>
          <a:xfrm>
            <a:off x="5265543" y="777845"/>
            <a:ext cx="2446612"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
        <p:nvSpPr>
          <p:cNvPr id="21" name="설명선: 오른쪽 화살표 20">
            <a:extLst>
              <a:ext uri="{FF2B5EF4-FFF2-40B4-BE49-F238E27FC236}">
                <a16:creationId xmlns:a16="http://schemas.microsoft.com/office/drawing/2014/main" id="{34906F93-1BE6-47ED-8A7C-3A78DEACF506}"/>
              </a:ext>
            </a:extLst>
          </p:cNvPr>
          <p:cNvSpPr/>
          <p:nvPr userDrawn="1"/>
        </p:nvSpPr>
        <p:spPr>
          <a:xfrm>
            <a:off x="2740396" y="6144624"/>
            <a:ext cx="2525147"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14745458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5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119181649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6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9" name="설명선: 오른쪽 화살표 8">
            <a:extLst>
              <a:ext uri="{FF2B5EF4-FFF2-40B4-BE49-F238E27FC236}">
                <a16:creationId xmlns:a16="http://schemas.microsoft.com/office/drawing/2014/main" id="{F8834DB8-033E-4A45-B447-D38940EE182C}"/>
              </a:ext>
            </a:extLst>
          </p:cNvPr>
          <p:cNvSpPr/>
          <p:nvPr userDrawn="1"/>
        </p:nvSpPr>
        <p:spPr>
          <a:xfrm>
            <a:off x="221483" y="6144624"/>
            <a:ext cx="2454359"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10" name="설명선: 왼쪽 화살표 9">
            <a:extLst>
              <a:ext uri="{FF2B5EF4-FFF2-40B4-BE49-F238E27FC236}">
                <a16:creationId xmlns:a16="http://schemas.microsoft.com/office/drawing/2014/main" id="{E9853C5B-BB65-4581-8BEA-956A41865AE7}"/>
              </a:ext>
            </a:extLst>
          </p:cNvPr>
          <p:cNvSpPr/>
          <p:nvPr userDrawn="1"/>
        </p:nvSpPr>
        <p:spPr>
          <a:xfrm>
            <a:off x="2675842" y="777845"/>
            <a:ext cx="2500146"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Tree>
    <p:extLst>
      <p:ext uri="{BB962C8B-B14F-4D97-AF65-F5344CB8AC3E}">
        <p14:creationId xmlns:p14="http://schemas.microsoft.com/office/powerpoint/2010/main" val="10955372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1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9" name="설명선: 오른쪽 화살표 8">
            <a:extLst>
              <a:ext uri="{FF2B5EF4-FFF2-40B4-BE49-F238E27FC236}">
                <a16:creationId xmlns:a16="http://schemas.microsoft.com/office/drawing/2014/main" id="{F8834DB8-033E-4A45-B447-D38940EE182C}"/>
              </a:ext>
            </a:extLst>
          </p:cNvPr>
          <p:cNvSpPr/>
          <p:nvPr userDrawn="1"/>
        </p:nvSpPr>
        <p:spPr>
          <a:xfrm>
            <a:off x="221483" y="6144624"/>
            <a:ext cx="2454359"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10" name="설명선: 왼쪽 화살표 9">
            <a:extLst>
              <a:ext uri="{FF2B5EF4-FFF2-40B4-BE49-F238E27FC236}">
                <a16:creationId xmlns:a16="http://schemas.microsoft.com/office/drawing/2014/main" id="{E9853C5B-BB65-4581-8BEA-956A41865AE7}"/>
              </a:ext>
            </a:extLst>
          </p:cNvPr>
          <p:cNvSpPr/>
          <p:nvPr userDrawn="1"/>
        </p:nvSpPr>
        <p:spPr>
          <a:xfrm>
            <a:off x="2675842" y="777845"/>
            <a:ext cx="2500146"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grpSp>
        <p:nvGrpSpPr>
          <p:cNvPr id="11" name="그룹 10">
            <a:extLst>
              <a:ext uri="{FF2B5EF4-FFF2-40B4-BE49-F238E27FC236}">
                <a16:creationId xmlns:a16="http://schemas.microsoft.com/office/drawing/2014/main" id="{500AAEB9-11AF-41D4-98AA-E4DFE1F2DBDD}"/>
              </a:ext>
            </a:extLst>
          </p:cNvPr>
          <p:cNvGrpSpPr/>
          <p:nvPr userDrawn="1"/>
        </p:nvGrpSpPr>
        <p:grpSpPr>
          <a:xfrm>
            <a:off x="5343303" y="1055695"/>
            <a:ext cx="2302732" cy="270623"/>
            <a:chOff x="5343303" y="1055695"/>
            <a:chExt cx="2302732" cy="270623"/>
          </a:xfrm>
        </p:grpSpPr>
        <p:sp>
          <p:nvSpPr>
            <p:cNvPr id="12" name="직사각형 11">
              <a:extLst>
                <a:ext uri="{FF2B5EF4-FFF2-40B4-BE49-F238E27FC236}">
                  <a16:creationId xmlns:a16="http://schemas.microsoft.com/office/drawing/2014/main" id="{0B19A506-388A-46F3-A9F4-611928D8EF74}"/>
                </a:ext>
              </a:extLst>
            </p:cNvPr>
            <p:cNvSpPr/>
            <p:nvPr userDrawn="1"/>
          </p:nvSpPr>
          <p:spPr bwMode="auto">
            <a:xfrm>
              <a:off x="5343303" y="1055695"/>
              <a:ext cx="2289600"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13" name="제목 1">
              <a:extLst>
                <a:ext uri="{FF2B5EF4-FFF2-40B4-BE49-F238E27FC236}">
                  <a16:creationId xmlns:a16="http://schemas.microsoft.com/office/drawing/2014/main" id="{8D114534-0FCA-44BB-B4E2-013630B22F5F}"/>
                </a:ext>
              </a:extLst>
            </p:cNvPr>
            <p:cNvSpPr txBox="1">
              <a:spLocks/>
            </p:cNvSpPr>
            <p:nvPr userDrawn="1"/>
          </p:nvSpPr>
          <p:spPr>
            <a:xfrm>
              <a:off x="7216411" y="1088314"/>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grpSp>
    </p:spTree>
    <p:extLst>
      <p:ext uri="{BB962C8B-B14F-4D97-AF65-F5344CB8AC3E}">
        <p14:creationId xmlns:p14="http://schemas.microsoft.com/office/powerpoint/2010/main" val="16601907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7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 name="직사각형 6">
            <a:extLst>
              <a:ext uri="{FF2B5EF4-FFF2-40B4-BE49-F238E27FC236}">
                <a16:creationId xmlns:a16="http://schemas.microsoft.com/office/drawing/2014/main" id="{772E7ADC-59CB-4F84-BC02-8F904CD653AB}"/>
              </a:ext>
            </a:extLst>
          </p:cNvPr>
          <p:cNvSpPr/>
          <p:nvPr userDrawn="1"/>
        </p:nvSpPr>
        <p:spPr bwMode="auto">
          <a:xfrm>
            <a:off x="2821361" y="1062755"/>
            <a:ext cx="2289600"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8" name="제목 1">
            <a:extLst>
              <a:ext uri="{FF2B5EF4-FFF2-40B4-BE49-F238E27FC236}">
                <a16:creationId xmlns:a16="http://schemas.microsoft.com/office/drawing/2014/main" id="{D3A93219-050B-435F-ABE3-F3C1E0E7FFE8}"/>
              </a:ext>
            </a:extLst>
          </p:cNvPr>
          <p:cNvSpPr txBox="1">
            <a:spLocks/>
          </p:cNvSpPr>
          <p:nvPr userDrawn="1"/>
        </p:nvSpPr>
        <p:spPr>
          <a:xfrm>
            <a:off x="4694469" y="1095374"/>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grpSp>
        <p:nvGrpSpPr>
          <p:cNvPr id="2" name="그룹 1">
            <a:extLst>
              <a:ext uri="{FF2B5EF4-FFF2-40B4-BE49-F238E27FC236}">
                <a16:creationId xmlns:a16="http://schemas.microsoft.com/office/drawing/2014/main" id="{560E98E6-16FB-4D00-8B57-9769A5CED4D8}"/>
              </a:ext>
            </a:extLst>
          </p:cNvPr>
          <p:cNvGrpSpPr/>
          <p:nvPr userDrawn="1"/>
        </p:nvGrpSpPr>
        <p:grpSpPr>
          <a:xfrm>
            <a:off x="5343303" y="1055695"/>
            <a:ext cx="2302732" cy="270623"/>
            <a:chOff x="5343303" y="1055695"/>
            <a:chExt cx="2302732" cy="270623"/>
          </a:xfrm>
        </p:grpSpPr>
        <p:sp>
          <p:nvSpPr>
            <p:cNvPr id="9" name="직사각형 8">
              <a:extLst>
                <a:ext uri="{FF2B5EF4-FFF2-40B4-BE49-F238E27FC236}">
                  <a16:creationId xmlns:a16="http://schemas.microsoft.com/office/drawing/2014/main" id="{F1A800AC-D97D-47D9-96B6-25BFEE0FCE13}"/>
                </a:ext>
              </a:extLst>
            </p:cNvPr>
            <p:cNvSpPr/>
            <p:nvPr userDrawn="1"/>
          </p:nvSpPr>
          <p:spPr bwMode="auto">
            <a:xfrm>
              <a:off x="5343303" y="1055695"/>
              <a:ext cx="2289600"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10" name="제목 1">
              <a:extLst>
                <a:ext uri="{FF2B5EF4-FFF2-40B4-BE49-F238E27FC236}">
                  <a16:creationId xmlns:a16="http://schemas.microsoft.com/office/drawing/2014/main" id="{D188DE44-E714-4250-9A6E-BC609D1313A9}"/>
                </a:ext>
              </a:extLst>
            </p:cNvPr>
            <p:cNvSpPr txBox="1">
              <a:spLocks/>
            </p:cNvSpPr>
            <p:nvPr userDrawn="1"/>
          </p:nvSpPr>
          <p:spPr>
            <a:xfrm>
              <a:off x="7216411" y="1088314"/>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grpSp>
    </p:spTree>
    <p:extLst>
      <p:ext uri="{BB962C8B-B14F-4D97-AF65-F5344CB8AC3E}">
        <p14:creationId xmlns:p14="http://schemas.microsoft.com/office/powerpoint/2010/main" val="33213638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8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7" name="설명선: 오른쪽 화살표 16">
            <a:extLst>
              <a:ext uri="{FF2B5EF4-FFF2-40B4-BE49-F238E27FC236}">
                <a16:creationId xmlns:a16="http://schemas.microsoft.com/office/drawing/2014/main" id="{9E478B2F-C7DE-40C0-9A5F-E2AF16A18F97}"/>
              </a:ext>
            </a:extLst>
          </p:cNvPr>
          <p:cNvSpPr/>
          <p:nvPr userDrawn="1"/>
        </p:nvSpPr>
        <p:spPr>
          <a:xfrm>
            <a:off x="221483" y="6144624"/>
            <a:ext cx="2454359"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18" name="설명선: 왼쪽 화살표 17">
            <a:extLst>
              <a:ext uri="{FF2B5EF4-FFF2-40B4-BE49-F238E27FC236}">
                <a16:creationId xmlns:a16="http://schemas.microsoft.com/office/drawing/2014/main" id="{8B207E69-1994-4A98-8021-8A9ECEF6C44D}"/>
              </a:ext>
            </a:extLst>
          </p:cNvPr>
          <p:cNvSpPr/>
          <p:nvPr userDrawn="1"/>
        </p:nvSpPr>
        <p:spPr>
          <a:xfrm>
            <a:off x="2675842" y="777845"/>
            <a:ext cx="2500146"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
        <p:nvSpPr>
          <p:cNvPr id="20" name="설명선: 왼쪽 화살표 19">
            <a:extLst>
              <a:ext uri="{FF2B5EF4-FFF2-40B4-BE49-F238E27FC236}">
                <a16:creationId xmlns:a16="http://schemas.microsoft.com/office/drawing/2014/main" id="{8F387751-97D7-4122-A394-C334239E8734}"/>
              </a:ext>
            </a:extLst>
          </p:cNvPr>
          <p:cNvSpPr/>
          <p:nvPr userDrawn="1"/>
        </p:nvSpPr>
        <p:spPr>
          <a:xfrm>
            <a:off x="5265543" y="777845"/>
            <a:ext cx="2446612"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
        <p:nvSpPr>
          <p:cNvPr id="21" name="설명선: 오른쪽 화살표 20">
            <a:extLst>
              <a:ext uri="{FF2B5EF4-FFF2-40B4-BE49-F238E27FC236}">
                <a16:creationId xmlns:a16="http://schemas.microsoft.com/office/drawing/2014/main" id="{34906F93-1BE6-47ED-8A7C-3A78DEACF506}"/>
              </a:ext>
            </a:extLst>
          </p:cNvPr>
          <p:cNvSpPr/>
          <p:nvPr userDrawn="1"/>
        </p:nvSpPr>
        <p:spPr>
          <a:xfrm>
            <a:off x="2740396" y="6144624"/>
            <a:ext cx="2525147"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2" name="직사각형 11">
            <a:extLst>
              <a:ext uri="{FF2B5EF4-FFF2-40B4-BE49-F238E27FC236}">
                <a16:creationId xmlns:a16="http://schemas.microsoft.com/office/drawing/2014/main" id="{2E695085-E850-4186-9D5E-B2F2670FA069}"/>
              </a:ext>
            </a:extLst>
          </p:cNvPr>
          <p:cNvSpPr/>
          <p:nvPr userDrawn="1"/>
        </p:nvSpPr>
        <p:spPr bwMode="auto">
          <a:xfrm>
            <a:off x="300197" y="1055695"/>
            <a:ext cx="2289600"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Tree>
    <p:extLst>
      <p:ext uri="{BB962C8B-B14F-4D97-AF65-F5344CB8AC3E}">
        <p14:creationId xmlns:p14="http://schemas.microsoft.com/office/powerpoint/2010/main" val="102041202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020405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2741311"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1735732136"/>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522897"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2916407063"/>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2741311" y="965437"/>
            <a:ext cx="2290678" cy="5294355"/>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2918853117"/>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화면2개">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5" name="직사각형 14">
            <a:extLst>
              <a:ext uri="{FF2B5EF4-FFF2-40B4-BE49-F238E27FC236}">
                <a16:creationId xmlns:a16="http://schemas.microsoft.com/office/drawing/2014/main" id="{57D90567-E21C-480C-AFB9-DA306BC244D8}"/>
              </a:ext>
            </a:extLst>
          </p:cNvPr>
          <p:cNvSpPr/>
          <p:nvPr userDrawn="1"/>
        </p:nvSpPr>
        <p:spPr bwMode="auto">
          <a:xfrm>
            <a:off x="1013119" y="1060561"/>
            <a:ext cx="2290678" cy="5009816"/>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9" name="직사각형 18">
            <a:extLst>
              <a:ext uri="{FF2B5EF4-FFF2-40B4-BE49-F238E27FC236}">
                <a16:creationId xmlns:a16="http://schemas.microsoft.com/office/drawing/2014/main" id="{99F18DC1-426A-4369-91B8-5F9E42A45894}"/>
              </a:ext>
            </a:extLst>
          </p:cNvPr>
          <p:cNvSpPr/>
          <p:nvPr userDrawn="1"/>
        </p:nvSpPr>
        <p:spPr bwMode="auto">
          <a:xfrm>
            <a:off x="4397495" y="1062755"/>
            <a:ext cx="2290678" cy="500762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22" name="설명선: 오른쪽 화살표 21">
            <a:extLst>
              <a:ext uri="{FF2B5EF4-FFF2-40B4-BE49-F238E27FC236}">
                <a16:creationId xmlns:a16="http://schemas.microsoft.com/office/drawing/2014/main" id="{8330DF52-9CEC-49B2-9996-6AA464A200B0}"/>
              </a:ext>
            </a:extLst>
          </p:cNvPr>
          <p:cNvSpPr/>
          <p:nvPr userDrawn="1"/>
        </p:nvSpPr>
        <p:spPr>
          <a:xfrm>
            <a:off x="895884" y="6142719"/>
            <a:ext cx="2525147"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23" name="설명선: 왼쪽 화살표 22">
            <a:extLst>
              <a:ext uri="{FF2B5EF4-FFF2-40B4-BE49-F238E27FC236}">
                <a16:creationId xmlns:a16="http://schemas.microsoft.com/office/drawing/2014/main" id="{26B23D54-A590-4D9E-B5D1-C77EE82C0EA0}"/>
              </a:ext>
            </a:extLst>
          </p:cNvPr>
          <p:cNvSpPr/>
          <p:nvPr userDrawn="1"/>
        </p:nvSpPr>
        <p:spPr>
          <a:xfrm>
            <a:off x="4259706" y="764510"/>
            <a:ext cx="2500146"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Tree>
    <p:extLst>
      <p:ext uri="{BB962C8B-B14F-4D97-AF65-F5344CB8AC3E}">
        <p14:creationId xmlns:p14="http://schemas.microsoft.com/office/powerpoint/2010/main" val="16881366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_화면2개">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5" name="직사각형 14">
            <a:extLst>
              <a:ext uri="{FF2B5EF4-FFF2-40B4-BE49-F238E27FC236}">
                <a16:creationId xmlns:a16="http://schemas.microsoft.com/office/drawing/2014/main" id="{57D90567-E21C-480C-AFB9-DA306BC244D8}"/>
              </a:ext>
            </a:extLst>
          </p:cNvPr>
          <p:cNvSpPr/>
          <p:nvPr userDrawn="1"/>
        </p:nvSpPr>
        <p:spPr bwMode="auto">
          <a:xfrm>
            <a:off x="1013119" y="1060561"/>
            <a:ext cx="2290678" cy="5009816"/>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9" name="직사각형 18">
            <a:extLst>
              <a:ext uri="{FF2B5EF4-FFF2-40B4-BE49-F238E27FC236}">
                <a16:creationId xmlns:a16="http://schemas.microsoft.com/office/drawing/2014/main" id="{99F18DC1-426A-4369-91B8-5F9E42A45894}"/>
              </a:ext>
            </a:extLst>
          </p:cNvPr>
          <p:cNvSpPr/>
          <p:nvPr userDrawn="1"/>
        </p:nvSpPr>
        <p:spPr bwMode="auto">
          <a:xfrm>
            <a:off x="4397495" y="1062755"/>
            <a:ext cx="2290678" cy="500762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Tree>
    <p:extLst>
      <p:ext uri="{BB962C8B-B14F-4D97-AF65-F5344CB8AC3E}">
        <p14:creationId xmlns:p14="http://schemas.microsoft.com/office/powerpoint/2010/main" val="338899546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화면2개">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5" name="직사각형 14">
            <a:extLst>
              <a:ext uri="{FF2B5EF4-FFF2-40B4-BE49-F238E27FC236}">
                <a16:creationId xmlns:a16="http://schemas.microsoft.com/office/drawing/2014/main" id="{57D90567-E21C-480C-AFB9-DA306BC244D8}"/>
              </a:ext>
            </a:extLst>
          </p:cNvPr>
          <p:cNvSpPr/>
          <p:nvPr userDrawn="1"/>
        </p:nvSpPr>
        <p:spPr bwMode="auto">
          <a:xfrm>
            <a:off x="1013119" y="1060561"/>
            <a:ext cx="2290678" cy="5009816"/>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9" name="직사각형 18">
            <a:extLst>
              <a:ext uri="{FF2B5EF4-FFF2-40B4-BE49-F238E27FC236}">
                <a16:creationId xmlns:a16="http://schemas.microsoft.com/office/drawing/2014/main" id="{99F18DC1-426A-4369-91B8-5F9E42A45894}"/>
              </a:ext>
            </a:extLst>
          </p:cNvPr>
          <p:cNvSpPr/>
          <p:nvPr userDrawn="1"/>
        </p:nvSpPr>
        <p:spPr bwMode="auto">
          <a:xfrm>
            <a:off x="4397495" y="1062755"/>
            <a:ext cx="2290678" cy="500762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grpSp>
        <p:nvGrpSpPr>
          <p:cNvPr id="6" name="그룹 5">
            <a:extLst>
              <a:ext uri="{FF2B5EF4-FFF2-40B4-BE49-F238E27FC236}">
                <a16:creationId xmlns:a16="http://schemas.microsoft.com/office/drawing/2014/main" id="{2D7C1922-49B7-4100-8307-53ABF2E319B4}"/>
              </a:ext>
            </a:extLst>
          </p:cNvPr>
          <p:cNvGrpSpPr/>
          <p:nvPr userDrawn="1"/>
        </p:nvGrpSpPr>
        <p:grpSpPr>
          <a:xfrm>
            <a:off x="4397495" y="1060561"/>
            <a:ext cx="2302732" cy="270623"/>
            <a:chOff x="2737104" y="1484916"/>
            <a:chExt cx="2302732" cy="270623"/>
          </a:xfrm>
        </p:grpSpPr>
        <p:sp>
          <p:nvSpPr>
            <p:cNvPr id="7" name="직사각형 6">
              <a:extLst>
                <a:ext uri="{FF2B5EF4-FFF2-40B4-BE49-F238E27FC236}">
                  <a16:creationId xmlns:a16="http://schemas.microsoft.com/office/drawing/2014/main" id="{2BBC00A2-86ED-4234-BD5F-CC341C5802AF}"/>
                </a:ext>
              </a:extLst>
            </p:cNvPr>
            <p:cNvSpPr/>
            <p:nvPr userDrawn="1"/>
          </p:nvSpPr>
          <p:spPr bwMode="auto">
            <a:xfrm>
              <a:off x="2737104" y="1484916"/>
              <a:ext cx="2289600" cy="270623"/>
            </a:xfrm>
            <a:prstGeom prst="rect">
              <a:avLst/>
            </a:prstGeom>
            <a:solidFill>
              <a:schemeClr val="bg1"/>
            </a:solidFill>
            <a:ln w="635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8" name="제목 1">
              <a:extLst>
                <a:ext uri="{FF2B5EF4-FFF2-40B4-BE49-F238E27FC236}">
                  <a16:creationId xmlns:a16="http://schemas.microsoft.com/office/drawing/2014/main" id="{6792C8D5-C12C-4D39-9D3A-F9EE9D3D4A7A}"/>
                </a:ext>
              </a:extLst>
            </p:cNvPr>
            <p:cNvSpPr txBox="1">
              <a:spLocks/>
            </p:cNvSpPr>
            <p:nvPr userDrawn="1"/>
          </p:nvSpPr>
          <p:spPr>
            <a:xfrm>
              <a:off x="4610212" y="1517535"/>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grpSp>
    </p:spTree>
    <p:extLst>
      <p:ext uri="{BB962C8B-B14F-4D97-AF65-F5344CB8AC3E}">
        <p14:creationId xmlns:p14="http://schemas.microsoft.com/office/powerpoint/2010/main" val="362373708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화면2개">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5" name="직사각형 14">
            <a:extLst>
              <a:ext uri="{FF2B5EF4-FFF2-40B4-BE49-F238E27FC236}">
                <a16:creationId xmlns:a16="http://schemas.microsoft.com/office/drawing/2014/main" id="{57D90567-E21C-480C-AFB9-DA306BC244D8}"/>
              </a:ext>
            </a:extLst>
          </p:cNvPr>
          <p:cNvSpPr/>
          <p:nvPr userDrawn="1"/>
        </p:nvSpPr>
        <p:spPr bwMode="auto">
          <a:xfrm>
            <a:off x="1013119" y="1060561"/>
            <a:ext cx="2290678" cy="5009816"/>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9" name="직사각형 18">
            <a:extLst>
              <a:ext uri="{FF2B5EF4-FFF2-40B4-BE49-F238E27FC236}">
                <a16:creationId xmlns:a16="http://schemas.microsoft.com/office/drawing/2014/main" id="{99F18DC1-426A-4369-91B8-5F9E42A45894}"/>
              </a:ext>
            </a:extLst>
          </p:cNvPr>
          <p:cNvSpPr/>
          <p:nvPr userDrawn="1"/>
        </p:nvSpPr>
        <p:spPr bwMode="auto">
          <a:xfrm>
            <a:off x="4397495" y="1062755"/>
            <a:ext cx="2290678" cy="500762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 name="직사각형 6">
            <a:extLst>
              <a:ext uri="{FF2B5EF4-FFF2-40B4-BE49-F238E27FC236}">
                <a16:creationId xmlns:a16="http://schemas.microsoft.com/office/drawing/2014/main" id="{2BBC00A2-86ED-4234-BD5F-CC341C5802AF}"/>
              </a:ext>
            </a:extLst>
          </p:cNvPr>
          <p:cNvSpPr/>
          <p:nvPr userDrawn="1"/>
        </p:nvSpPr>
        <p:spPr bwMode="auto">
          <a:xfrm>
            <a:off x="4397495" y="1060561"/>
            <a:ext cx="2289600"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8" name="제목 1">
            <a:extLst>
              <a:ext uri="{FF2B5EF4-FFF2-40B4-BE49-F238E27FC236}">
                <a16:creationId xmlns:a16="http://schemas.microsoft.com/office/drawing/2014/main" id="{6792C8D5-C12C-4D39-9D3A-F9EE9D3D4A7A}"/>
              </a:ext>
            </a:extLst>
          </p:cNvPr>
          <p:cNvSpPr txBox="1">
            <a:spLocks/>
          </p:cNvSpPr>
          <p:nvPr userDrawn="1"/>
        </p:nvSpPr>
        <p:spPr>
          <a:xfrm>
            <a:off x="6270603" y="1093180"/>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sp>
        <p:nvSpPr>
          <p:cNvPr id="10" name="직사각형 9">
            <a:extLst>
              <a:ext uri="{FF2B5EF4-FFF2-40B4-BE49-F238E27FC236}">
                <a16:creationId xmlns:a16="http://schemas.microsoft.com/office/drawing/2014/main" id="{327B85A2-3871-4AF8-86ED-6E97017D5235}"/>
              </a:ext>
            </a:extLst>
          </p:cNvPr>
          <p:cNvSpPr/>
          <p:nvPr userDrawn="1"/>
        </p:nvSpPr>
        <p:spPr bwMode="auto">
          <a:xfrm>
            <a:off x="1013119" y="1060561"/>
            <a:ext cx="2290678"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11" name="제목 1">
            <a:extLst>
              <a:ext uri="{FF2B5EF4-FFF2-40B4-BE49-F238E27FC236}">
                <a16:creationId xmlns:a16="http://schemas.microsoft.com/office/drawing/2014/main" id="{3A549EA7-3E82-47D7-976F-C1A851443158}"/>
              </a:ext>
            </a:extLst>
          </p:cNvPr>
          <p:cNvSpPr txBox="1">
            <a:spLocks/>
          </p:cNvSpPr>
          <p:nvPr userDrawn="1"/>
        </p:nvSpPr>
        <p:spPr>
          <a:xfrm>
            <a:off x="2892577" y="1093180"/>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spTree>
    <p:extLst>
      <p:ext uri="{BB962C8B-B14F-4D97-AF65-F5344CB8AC3E}">
        <p14:creationId xmlns:p14="http://schemas.microsoft.com/office/powerpoint/2010/main" val="185955975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2_화면2개">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5" name="직사각형 14">
            <a:extLst>
              <a:ext uri="{FF2B5EF4-FFF2-40B4-BE49-F238E27FC236}">
                <a16:creationId xmlns:a16="http://schemas.microsoft.com/office/drawing/2014/main" id="{57D90567-E21C-480C-AFB9-DA306BC244D8}"/>
              </a:ext>
            </a:extLst>
          </p:cNvPr>
          <p:cNvSpPr/>
          <p:nvPr userDrawn="1"/>
        </p:nvSpPr>
        <p:spPr bwMode="auto">
          <a:xfrm>
            <a:off x="1013119" y="1060561"/>
            <a:ext cx="2290678" cy="5009816"/>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9" name="직사각형 18">
            <a:extLst>
              <a:ext uri="{FF2B5EF4-FFF2-40B4-BE49-F238E27FC236}">
                <a16:creationId xmlns:a16="http://schemas.microsoft.com/office/drawing/2014/main" id="{99F18DC1-426A-4369-91B8-5F9E42A45894}"/>
              </a:ext>
            </a:extLst>
          </p:cNvPr>
          <p:cNvSpPr/>
          <p:nvPr userDrawn="1"/>
        </p:nvSpPr>
        <p:spPr bwMode="auto">
          <a:xfrm>
            <a:off x="4397495" y="1062755"/>
            <a:ext cx="2290678" cy="500762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0" name="직사각형 9">
            <a:extLst>
              <a:ext uri="{FF2B5EF4-FFF2-40B4-BE49-F238E27FC236}">
                <a16:creationId xmlns:a16="http://schemas.microsoft.com/office/drawing/2014/main" id="{327B85A2-3871-4AF8-86ED-6E97017D5235}"/>
              </a:ext>
            </a:extLst>
          </p:cNvPr>
          <p:cNvSpPr/>
          <p:nvPr userDrawn="1"/>
        </p:nvSpPr>
        <p:spPr bwMode="auto">
          <a:xfrm>
            <a:off x="1013119" y="1060561"/>
            <a:ext cx="2290678"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11" name="제목 1">
            <a:extLst>
              <a:ext uri="{FF2B5EF4-FFF2-40B4-BE49-F238E27FC236}">
                <a16:creationId xmlns:a16="http://schemas.microsoft.com/office/drawing/2014/main" id="{3A549EA7-3E82-47D7-976F-C1A851443158}"/>
              </a:ext>
            </a:extLst>
          </p:cNvPr>
          <p:cNvSpPr txBox="1">
            <a:spLocks/>
          </p:cNvSpPr>
          <p:nvPr userDrawn="1"/>
        </p:nvSpPr>
        <p:spPr>
          <a:xfrm>
            <a:off x="2892577" y="1093180"/>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sp>
        <p:nvSpPr>
          <p:cNvPr id="12" name="설명선: 오른쪽 화살표 11">
            <a:extLst>
              <a:ext uri="{FF2B5EF4-FFF2-40B4-BE49-F238E27FC236}">
                <a16:creationId xmlns:a16="http://schemas.microsoft.com/office/drawing/2014/main" id="{7111B5E0-3378-43B7-84A7-0C3E2BE21CE3}"/>
              </a:ext>
            </a:extLst>
          </p:cNvPr>
          <p:cNvSpPr/>
          <p:nvPr userDrawn="1"/>
        </p:nvSpPr>
        <p:spPr>
          <a:xfrm>
            <a:off x="895884" y="6142719"/>
            <a:ext cx="2525147"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13" name="설명선: 왼쪽 화살표 12">
            <a:extLst>
              <a:ext uri="{FF2B5EF4-FFF2-40B4-BE49-F238E27FC236}">
                <a16:creationId xmlns:a16="http://schemas.microsoft.com/office/drawing/2014/main" id="{8D5874F3-F2D2-468A-B50D-36DA91C314E7}"/>
              </a:ext>
            </a:extLst>
          </p:cNvPr>
          <p:cNvSpPr/>
          <p:nvPr userDrawn="1"/>
        </p:nvSpPr>
        <p:spPr>
          <a:xfrm>
            <a:off x="4259706" y="764510"/>
            <a:ext cx="2500146"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Tree>
    <p:extLst>
      <p:ext uri="{BB962C8B-B14F-4D97-AF65-F5344CB8AC3E}">
        <p14:creationId xmlns:p14="http://schemas.microsoft.com/office/powerpoint/2010/main" val="367011566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0" name="설명선: 왼쪽 화살표 19">
            <a:extLst>
              <a:ext uri="{FF2B5EF4-FFF2-40B4-BE49-F238E27FC236}">
                <a16:creationId xmlns:a16="http://schemas.microsoft.com/office/drawing/2014/main" id="{8F387751-97D7-4122-A394-C334239E8734}"/>
              </a:ext>
            </a:extLst>
          </p:cNvPr>
          <p:cNvSpPr/>
          <p:nvPr userDrawn="1"/>
        </p:nvSpPr>
        <p:spPr>
          <a:xfrm>
            <a:off x="5212009" y="777845"/>
            <a:ext cx="2500146"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
        <p:nvSpPr>
          <p:cNvPr id="21" name="설명선: 오른쪽 화살표 20">
            <a:extLst>
              <a:ext uri="{FF2B5EF4-FFF2-40B4-BE49-F238E27FC236}">
                <a16:creationId xmlns:a16="http://schemas.microsoft.com/office/drawing/2014/main" id="{34906F93-1BE6-47ED-8A7C-3A78DEACF506}"/>
              </a:ext>
            </a:extLst>
          </p:cNvPr>
          <p:cNvSpPr/>
          <p:nvPr userDrawn="1"/>
        </p:nvSpPr>
        <p:spPr>
          <a:xfrm>
            <a:off x="2740396" y="6144624"/>
            <a:ext cx="2525147"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138635866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7" name="설명선: 오른쪽 화살표 16">
            <a:extLst>
              <a:ext uri="{FF2B5EF4-FFF2-40B4-BE49-F238E27FC236}">
                <a16:creationId xmlns:a16="http://schemas.microsoft.com/office/drawing/2014/main" id="{9E478B2F-C7DE-40C0-9A5F-E2AF16A18F97}"/>
              </a:ext>
            </a:extLst>
          </p:cNvPr>
          <p:cNvSpPr/>
          <p:nvPr userDrawn="1"/>
        </p:nvSpPr>
        <p:spPr>
          <a:xfrm>
            <a:off x="221483" y="6144624"/>
            <a:ext cx="2454359"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18" name="설명선: 왼쪽 화살표 17">
            <a:extLst>
              <a:ext uri="{FF2B5EF4-FFF2-40B4-BE49-F238E27FC236}">
                <a16:creationId xmlns:a16="http://schemas.microsoft.com/office/drawing/2014/main" id="{8B207E69-1994-4A98-8021-8A9ECEF6C44D}"/>
              </a:ext>
            </a:extLst>
          </p:cNvPr>
          <p:cNvSpPr/>
          <p:nvPr userDrawn="1"/>
        </p:nvSpPr>
        <p:spPr>
          <a:xfrm>
            <a:off x="2675842" y="777845"/>
            <a:ext cx="2500146"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
        <p:nvSpPr>
          <p:cNvPr id="20" name="설명선: 왼쪽 화살표 19">
            <a:extLst>
              <a:ext uri="{FF2B5EF4-FFF2-40B4-BE49-F238E27FC236}">
                <a16:creationId xmlns:a16="http://schemas.microsoft.com/office/drawing/2014/main" id="{8F387751-97D7-4122-A394-C334239E8734}"/>
              </a:ext>
            </a:extLst>
          </p:cNvPr>
          <p:cNvSpPr/>
          <p:nvPr userDrawn="1"/>
        </p:nvSpPr>
        <p:spPr>
          <a:xfrm>
            <a:off x="5265543" y="777845"/>
            <a:ext cx="2446612"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
        <p:nvSpPr>
          <p:cNvPr id="21" name="설명선: 오른쪽 화살표 20">
            <a:extLst>
              <a:ext uri="{FF2B5EF4-FFF2-40B4-BE49-F238E27FC236}">
                <a16:creationId xmlns:a16="http://schemas.microsoft.com/office/drawing/2014/main" id="{34906F93-1BE6-47ED-8A7C-3A78DEACF506}"/>
              </a:ext>
            </a:extLst>
          </p:cNvPr>
          <p:cNvSpPr/>
          <p:nvPr userDrawn="1"/>
        </p:nvSpPr>
        <p:spPr>
          <a:xfrm>
            <a:off x="2740396" y="6144624"/>
            <a:ext cx="2525147"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228461784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5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206595725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6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9" name="설명선: 오른쪽 화살표 8">
            <a:extLst>
              <a:ext uri="{FF2B5EF4-FFF2-40B4-BE49-F238E27FC236}">
                <a16:creationId xmlns:a16="http://schemas.microsoft.com/office/drawing/2014/main" id="{F8834DB8-033E-4A45-B447-D38940EE182C}"/>
              </a:ext>
            </a:extLst>
          </p:cNvPr>
          <p:cNvSpPr/>
          <p:nvPr userDrawn="1"/>
        </p:nvSpPr>
        <p:spPr>
          <a:xfrm>
            <a:off x="221483" y="6144624"/>
            <a:ext cx="2454359"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10" name="설명선: 왼쪽 화살표 9">
            <a:extLst>
              <a:ext uri="{FF2B5EF4-FFF2-40B4-BE49-F238E27FC236}">
                <a16:creationId xmlns:a16="http://schemas.microsoft.com/office/drawing/2014/main" id="{E9853C5B-BB65-4581-8BEA-956A41865AE7}"/>
              </a:ext>
            </a:extLst>
          </p:cNvPr>
          <p:cNvSpPr/>
          <p:nvPr userDrawn="1"/>
        </p:nvSpPr>
        <p:spPr>
          <a:xfrm>
            <a:off x="2675842" y="777845"/>
            <a:ext cx="2500146"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Tree>
    <p:extLst>
      <p:ext uri="{BB962C8B-B14F-4D97-AF65-F5344CB8AC3E}">
        <p14:creationId xmlns:p14="http://schemas.microsoft.com/office/powerpoint/2010/main" val="375551663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1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9" name="설명선: 오른쪽 화살표 8">
            <a:extLst>
              <a:ext uri="{FF2B5EF4-FFF2-40B4-BE49-F238E27FC236}">
                <a16:creationId xmlns:a16="http://schemas.microsoft.com/office/drawing/2014/main" id="{F8834DB8-033E-4A45-B447-D38940EE182C}"/>
              </a:ext>
            </a:extLst>
          </p:cNvPr>
          <p:cNvSpPr/>
          <p:nvPr userDrawn="1"/>
        </p:nvSpPr>
        <p:spPr>
          <a:xfrm>
            <a:off x="221483" y="6144624"/>
            <a:ext cx="2454359"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10" name="설명선: 왼쪽 화살표 9">
            <a:extLst>
              <a:ext uri="{FF2B5EF4-FFF2-40B4-BE49-F238E27FC236}">
                <a16:creationId xmlns:a16="http://schemas.microsoft.com/office/drawing/2014/main" id="{E9853C5B-BB65-4581-8BEA-956A41865AE7}"/>
              </a:ext>
            </a:extLst>
          </p:cNvPr>
          <p:cNvSpPr/>
          <p:nvPr userDrawn="1"/>
        </p:nvSpPr>
        <p:spPr>
          <a:xfrm>
            <a:off x="2675842" y="777845"/>
            <a:ext cx="2500146"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grpSp>
        <p:nvGrpSpPr>
          <p:cNvPr id="11" name="그룹 10">
            <a:extLst>
              <a:ext uri="{FF2B5EF4-FFF2-40B4-BE49-F238E27FC236}">
                <a16:creationId xmlns:a16="http://schemas.microsoft.com/office/drawing/2014/main" id="{500AAEB9-11AF-41D4-98AA-E4DFE1F2DBDD}"/>
              </a:ext>
            </a:extLst>
          </p:cNvPr>
          <p:cNvGrpSpPr/>
          <p:nvPr userDrawn="1"/>
        </p:nvGrpSpPr>
        <p:grpSpPr>
          <a:xfrm>
            <a:off x="5343303" y="1055695"/>
            <a:ext cx="2302732" cy="270623"/>
            <a:chOff x="5343303" y="1055695"/>
            <a:chExt cx="2302732" cy="270623"/>
          </a:xfrm>
        </p:grpSpPr>
        <p:sp>
          <p:nvSpPr>
            <p:cNvPr id="12" name="직사각형 11">
              <a:extLst>
                <a:ext uri="{FF2B5EF4-FFF2-40B4-BE49-F238E27FC236}">
                  <a16:creationId xmlns:a16="http://schemas.microsoft.com/office/drawing/2014/main" id="{0B19A506-388A-46F3-A9F4-611928D8EF74}"/>
                </a:ext>
              </a:extLst>
            </p:cNvPr>
            <p:cNvSpPr/>
            <p:nvPr userDrawn="1"/>
          </p:nvSpPr>
          <p:spPr bwMode="auto">
            <a:xfrm>
              <a:off x="5343303" y="1055695"/>
              <a:ext cx="2289600"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13" name="제목 1">
              <a:extLst>
                <a:ext uri="{FF2B5EF4-FFF2-40B4-BE49-F238E27FC236}">
                  <a16:creationId xmlns:a16="http://schemas.microsoft.com/office/drawing/2014/main" id="{8D114534-0FCA-44BB-B4E2-013630B22F5F}"/>
                </a:ext>
              </a:extLst>
            </p:cNvPr>
            <p:cNvSpPr txBox="1">
              <a:spLocks/>
            </p:cNvSpPr>
            <p:nvPr userDrawn="1"/>
          </p:nvSpPr>
          <p:spPr>
            <a:xfrm>
              <a:off x="7216411" y="1088314"/>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grpSp>
    </p:spTree>
    <p:extLst>
      <p:ext uri="{BB962C8B-B14F-4D97-AF65-F5344CB8AC3E}">
        <p14:creationId xmlns:p14="http://schemas.microsoft.com/office/powerpoint/2010/main" val="3424725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7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 name="직사각형 6">
            <a:extLst>
              <a:ext uri="{FF2B5EF4-FFF2-40B4-BE49-F238E27FC236}">
                <a16:creationId xmlns:a16="http://schemas.microsoft.com/office/drawing/2014/main" id="{772E7ADC-59CB-4F84-BC02-8F904CD653AB}"/>
              </a:ext>
            </a:extLst>
          </p:cNvPr>
          <p:cNvSpPr/>
          <p:nvPr userDrawn="1"/>
        </p:nvSpPr>
        <p:spPr bwMode="auto">
          <a:xfrm>
            <a:off x="2821361" y="1062755"/>
            <a:ext cx="2289600"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8" name="제목 1">
            <a:extLst>
              <a:ext uri="{FF2B5EF4-FFF2-40B4-BE49-F238E27FC236}">
                <a16:creationId xmlns:a16="http://schemas.microsoft.com/office/drawing/2014/main" id="{D3A93219-050B-435F-ABE3-F3C1E0E7FFE8}"/>
              </a:ext>
            </a:extLst>
          </p:cNvPr>
          <p:cNvSpPr txBox="1">
            <a:spLocks/>
          </p:cNvSpPr>
          <p:nvPr userDrawn="1"/>
        </p:nvSpPr>
        <p:spPr>
          <a:xfrm>
            <a:off x="4694469" y="1095374"/>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grpSp>
        <p:nvGrpSpPr>
          <p:cNvPr id="2" name="그룹 1">
            <a:extLst>
              <a:ext uri="{FF2B5EF4-FFF2-40B4-BE49-F238E27FC236}">
                <a16:creationId xmlns:a16="http://schemas.microsoft.com/office/drawing/2014/main" id="{560E98E6-16FB-4D00-8B57-9769A5CED4D8}"/>
              </a:ext>
            </a:extLst>
          </p:cNvPr>
          <p:cNvGrpSpPr/>
          <p:nvPr userDrawn="1"/>
        </p:nvGrpSpPr>
        <p:grpSpPr>
          <a:xfrm>
            <a:off x="5343303" y="1055695"/>
            <a:ext cx="2302732" cy="270623"/>
            <a:chOff x="5343303" y="1055695"/>
            <a:chExt cx="2302732" cy="270623"/>
          </a:xfrm>
        </p:grpSpPr>
        <p:sp>
          <p:nvSpPr>
            <p:cNvPr id="9" name="직사각형 8">
              <a:extLst>
                <a:ext uri="{FF2B5EF4-FFF2-40B4-BE49-F238E27FC236}">
                  <a16:creationId xmlns:a16="http://schemas.microsoft.com/office/drawing/2014/main" id="{F1A800AC-D97D-47D9-96B6-25BFEE0FCE13}"/>
                </a:ext>
              </a:extLst>
            </p:cNvPr>
            <p:cNvSpPr/>
            <p:nvPr userDrawn="1"/>
          </p:nvSpPr>
          <p:spPr bwMode="auto">
            <a:xfrm>
              <a:off x="5343303" y="1055695"/>
              <a:ext cx="2289600"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10" name="제목 1">
              <a:extLst>
                <a:ext uri="{FF2B5EF4-FFF2-40B4-BE49-F238E27FC236}">
                  <a16:creationId xmlns:a16="http://schemas.microsoft.com/office/drawing/2014/main" id="{D188DE44-E714-4250-9A6E-BC609D1313A9}"/>
                </a:ext>
              </a:extLst>
            </p:cNvPr>
            <p:cNvSpPr txBox="1">
              <a:spLocks/>
            </p:cNvSpPr>
            <p:nvPr userDrawn="1"/>
          </p:nvSpPr>
          <p:spPr>
            <a:xfrm>
              <a:off x="7216411" y="1088314"/>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grpSp>
    </p:spTree>
    <p:extLst>
      <p:ext uri="{BB962C8B-B14F-4D97-AF65-F5344CB8AC3E}">
        <p14:creationId xmlns:p14="http://schemas.microsoft.com/office/powerpoint/2010/main" val="195694485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3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grpSp>
        <p:nvGrpSpPr>
          <p:cNvPr id="2" name="그룹 1">
            <a:extLst>
              <a:ext uri="{FF2B5EF4-FFF2-40B4-BE49-F238E27FC236}">
                <a16:creationId xmlns:a16="http://schemas.microsoft.com/office/drawing/2014/main" id="{560E98E6-16FB-4D00-8B57-9769A5CED4D8}"/>
              </a:ext>
            </a:extLst>
          </p:cNvPr>
          <p:cNvGrpSpPr/>
          <p:nvPr userDrawn="1"/>
        </p:nvGrpSpPr>
        <p:grpSpPr>
          <a:xfrm>
            <a:off x="5343303" y="1055695"/>
            <a:ext cx="2302732" cy="270623"/>
            <a:chOff x="5343303" y="1055695"/>
            <a:chExt cx="2302732" cy="270623"/>
          </a:xfrm>
        </p:grpSpPr>
        <p:sp>
          <p:nvSpPr>
            <p:cNvPr id="9" name="직사각형 8">
              <a:extLst>
                <a:ext uri="{FF2B5EF4-FFF2-40B4-BE49-F238E27FC236}">
                  <a16:creationId xmlns:a16="http://schemas.microsoft.com/office/drawing/2014/main" id="{F1A800AC-D97D-47D9-96B6-25BFEE0FCE13}"/>
                </a:ext>
              </a:extLst>
            </p:cNvPr>
            <p:cNvSpPr/>
            <p:nvPr userDrawn="1"/>
          </p:nvSpPr>
          <p:spPr bwMode="auto">
            <a:xfrm>
              <a:off x="5343303" y="1055695"/>
              <a:ext cx="2289600"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10" name="제목 1">
              <a:extLst>
                <a:ext uri="{FF2B5EF4-FFF2-40B4-BE49-F238E27FC236}">
                  <a16:creationId xmlns:a16="http://schemas.microsoft.com/office/drawing/2014/main" id="{D188DE44-E714-4250-9A6E-BC609D1313A9}"/>
                </a:ext>
              </a:extLst>
            </p:cNvPr>
            <p:cNvSpPr txBox="1">
              <a:spLocks/>
            </p:cNvSpPr>
            <p:nvPr userDrawn="1"/>
          </p:nvSpPr>
          <p:spPr>
            <a:xfrm>
              <a:off x="7216411" y="1088314"/>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grpSp>
    </p:spTree>
    <p:extLst>
      <p:ext uri="{BB962C8B-B14F-4D97-AF65-F5344CB8AC3E}">
        <p14:creationId xmlns:p14="http://schemas.microsoft.com/office/powerpoint/2010/main" val="293035895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4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 name="직사각형 6">
            <a:extLst>
              <a:ext uri="{FF2B5EF4-FFF2-40B4-BE49-F238E27FC236}">
                <a16:creationId xmlns:a16="http://schemas.microsoft.com/office/drawing/2014/main" id="{772E7ADC-59CB-4F84-BC02-8F904CD653AB}"/>
              </a:ext>
            </a:extLst>
          </p:cNvPr>
          <p:cNvSpPr/>
          <p:nvPr userDrawn="1"/>
        </p:nvSpPr>
        <p:spPr bwMode="auto">
          <a:xfrm>
            <a:off x="2821361" y="1062755"/>
            <a:ext cx="2289600"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8" name="제목 1">
            <a:extLst>
              <a:ext uri="{FF2B5EF4-FFF2-40B4-BE49-F238E27FC236}">
                <a16:creationId xmlns:a16="http://schemas.microsoft.com/office/drawing/2014/main" id="{D3A93219-050B-435F-ABE3-F3C1E0E7FFE8}"/>
              </a:ext>
            </a:extLst>
          </p:cNvPr>
          <p:cNvSpPr txBox="1">
            <a:spLocks/>
          </p:cNvSpPr>
          <p:nvPr userDrawn="1"/>
        </p:nvSpPr>
        <p:spPr>
          <a:xfrm>
            <a:off x="4694469" y="1095374"/>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grpSp>
        <p:nvGrpSpPr>
          <p:cNvPr id="2" name="그룹 1">
            <a:extLst>
              <a:ext uri="{FF2B5EF4-FFF2-40B4-BE49-F238E27FC236}">
                <a16:creationId xmlns:a16="http://schemas.microsoft.com/office/drawing/2014/main" id="{560E98E6-16FB-4D00-8B57-9769A5CED4D8}"/>
              </a:ext>
            </a:extLst>
          </p:cNvPr>
          <p:cNvGrpSpPr/>
          <p:nvPr userDrawn="1"/>
        </p:nvGrpSpPr>
        <p:grpSpPr>
          <a:xfrm>
            <a:off x="5343303" y="1055695"/>
            <a:ext cx="2302732" cy="270623"/>
            <a:chOff x="5343303" y="1055695"/>
            <a:chExt cx="2302732" cy="270623"/>
          </a:xfrm>
        </p:grpSpPr>
        <p:sp>
          <p:nvSpPr>
            <p:cNvPr id="9" name="직사각형 8">
              <a:extLst>
                <a:ext uri="{FF2B5EF4-FFF2-40B4-BE49-F238E27FC236}">
                  <a16:creationId xmlns:a16="http://schemas.microsoft.com/office/drawing/2014/main" id="{F1A800AC-D97D-47D9-96B6-25BFEE0FCE13}"/>
                </a:ext>
              </a:extLst>
            </p:cNvPr>
            <p:cNvSpPr/>
            <p:nvPr userDrawn="1"/>
          </p:nvSpPr>
          <p:spPr bwMode="auto">
            <a:xfrm>
              <a:off x="5343303" y="1055695"/>
              <a:ext cx="2289600"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10" name="제목 1">
              <a:extLst>
                <a:ext uri="{FF2B5EF4-FFF2-40B4-BE49-F238E27FC236}">
                  <a16:creationId xmlns:a16="http://schemas.microsoft.com/office/drawing/2014/main" id="{D188DE44-E714-4250-9A6E-BC609D1313A9}"/>
                </a:ext>
              </a:extLst>
            </p:cNvPr>
            <p:cNvSpPr txBox="1">
              <a:spLocks/>
            </p:cNvSpPr>
            <p:nvPr userDrawn="1"/>
          </p:nvSpPr>
          <p:spPr>
            <a:xfrm>
              <a:off x="7216411" y="1088314"/>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grpSp>
      <p:grpSp>
        <p:nvGrpSpPr>
          <p:cNvPr id="12" name="그룹 11">
            <a:extLst>
              <a:ext uri="{FF2B5EF4-FFF2-40B4-BE49-F238E27FC236}">
                <a16:creationId xmlns:a16="http://schemas.microsoft.com/office/drawing/2014/main" id="{AD668FBE-D078-4062-87E1-0D1F5EF351A8}"/>
              </a:ext>
            </a:extLst>
          </p:cNvPr>
          <p:cNvGrpSpPr/>
          <p:nvPr userDrawn="1"/>
        </p:nvGrpSpPr>
        <p:grpSpPr>
          <a:xfrm>
            <a:off x="298204" y="1055695"/>
            <a:ext cx="2302732" cy="270623"/>
            <a:chOff x="2737104" y="1484916"/>
            <a:chExt cx="2302732" cy="270623"/>
          </a:xfrm>
        </p:grpSpPr>
        <p:sp>
          <p:nvSpPr>
            <p:cNvPr id="13" name="직사각형 12">
              <a:extLst>
                <a:ext uri="{FF2B5EF4-FFF2-40B4-BE49-F238E27FC236}">
                  <a16:creationId xmlns:a16="http://schemas.microsoft.com/office/drawing/2014/main" id="{A351A10C-5FF9-489D-BE54-E6F88261770E}"/>
                </a:ext>
              </a:extLst>
            </p:cNvPr>
            <p:cNvSpPr/>
            <p:nvPr userDrawn="1"/>
          </p:nvSpPr>
          <p:spPr bwMode="auto">
            <a:xfrm>
              <a:off x="2737104" y="1484916"/>
              <a:ext cx="2289600"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15" name="제목 1">
              <a:extLst>
                <a:ext uri="{FF2B5EF4-FFF2-40B4-BE49-F238E27FC236}">
                  <a16:creationId xmlns:a16="http://schemas.microsoft.com/office/drawing/2014/main" id="{51949B6D-5635-498E-8FB6-445A4B8E20D9}"/>
                </a:ext>
              </a:extLst>
            </p:cNvPr>
            <p:cNvSpPr txBox="1">
              <a:spLocks/>
            </p:cNvSpPr>
            <p:nvPr userDrawn="1"/>
          </p:nvSpPr>
          <p:spPr>
            <a:xfrm>
              <a:off x="4610212" y="1517535"/>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grpSp>
    </p:spTree>
    <p:extLst>
      <p:ext uri="{BB962C8B-B14F-4D97-AF65-F5344CB8AC3E}">
        <p14:creationId xmlns:p14="http://schemas.microsoft.com/office/powerpoint/2010/main" val="111629315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8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7" name="설명선: 오른쪽 화살표 16">
            <a:extLst>
              <a:ext uri="{FF2B5EF4-FFF2-40B4-BE49-F238E27FC236}">
                <a16:creationId xmlns:a16="http://schemas.microsoft.com/office/drawing/2014/main" id="{9E478B2F-C7DE-40C0-9A5F-E2AF16A18F97}"/>
              </a:ext>
            </a:extLst>
          </p:cNvPr>
          <p:cNvSpPr/>
          <p:nvPr userDrawn="1"/>
        </p:nvSpPr>
        <p:spPr>
          <a:xfrm>
            <a:off x="221483" y="6144624"/>
            <a:ext cx="2454359"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18" name="설명선: 왼쪽 화살표 17">
            <a:extLst>
              <a:ext uri="{FF2B5EF4-FFF2-40B4-BE49-F238E27FC236}">
                <a16:creationId xmlns:a16="http://schemas.microsoft.com/office/drawing/2014/main" id="{8B207E69-1994-4A98-8021-8A9ECEF6C44D}"/>
              </a:ext>
            </a:extLst>
          </p:cNvPr>
          <p:cNvSpPr/>
          <p:nvPr userDrawn="1"/>
        </p:nvSpPr>
        <p:spPr>
          <a:xfrm>
            <a:off x="2675842" y="777845"/>
            <a:ext cx="2500146"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
        <p:nvSpPr>
          <p:cNvPr id="20" name="설명선: 왼쪽 화살표 19">
            <a:extLst>
              <a:ext uri="{FF2B5EF4-FFF2-40B4-BE49-F238E27FC236}">
                <a16:creationId xmlns:a16="http://schemas.microsoft.com/office/drawing/2014/main" id="{8F387751-97D7-4122-A394-C334239E8734}"/>
              </a:ext>
            </a:extLst>
          </p:cNvPr>
          <p:cNvSpPr/>
          <p:nvPr userDrawn="1"/>
        </p:nvSpPr>
        <p:spPr>
          <a:xfrm>
            <a:off x="5265543" y="777845"/>
            <a:ext cx="2446612"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
        <p:nvSpPr>
          <p:cNvPr id="21" name="설명선: 오른쪽 화살표 20">
            <a:extLst>
              <a:ext uri="{FF2B5EF4-FFF2-40B4-BE49-F238E27FC236}">
                <a16:creationId xmlns:a16="http://schemas.microsoft.com/office/drawing/2014/main" id="{34906F93-1BE6-47ED-8A7C-3A78DEACF506}"/>
              </a:ext>
            </a:extLst>
          </p:cNvPr>
          <p:cNvSpPr/>
          <p:nvPr userDrawn="1"/>
        </p:nvSpPr>
        <p:spPr>
          <a:xfrm>
            <a:off x="2740396" y="6144624"/>
            <a:ext cx="2525147"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grpSp>
        <p:nvGrpSpPr>
          <p:cNvPr id="15" name="그룹 14">
            <a:extLst>
              <a:ext uri="{FF2B5EF4-FFF2-40B4-BE49-F238E27FC236}">
                <a16:creationId xmlns:a16="http://schemas.microsoft.com/office/drawing/2014/main" id="{E7DDB6DE-1C9B-4B61-B01C-1681DC6FDBF2}"/>
              </a:ext>
            </a:extLst>
          </p:cNvPr>
          <p:cNvGrpSpPr/>
          <p:nvPr userDrawn="1"/>
        </p:nvGrpSpPr>
        <p:grpSpPr>
          <a:xfrm>
            <a:off x="298204" y="1055695"/>
            <a:ext cx="2302732" cy="270623"/>
            <a:chOff x="2737104" y="1484916"/>
            <a:chExt cx="2302732" cy="270623"/>
          </a:xfrm>
        </p:grpSpPr>
        <p:sp>
          <p:nvSpPr>
            <p:cNvPr id="19" name="직사각형 18">
              <a:extLst>
                <a:ext uri="{FF2B5EF4-FFF2-40B4-BE49-F238E27FC236}">
                  <a16:creationId xmlns:a16="http://schemas.microsoft.com/office/drawing/2014/main" id="{FF6D058F-BF2E-4EF5-AF39-246AFB47708F}"/>
                </a:ext>
              </a:extLst>
            </p:cNvPr>
            <p:cNvSpPr/>
            <p:nvPr userDrawn="1"/>
          </p:nvSpPr>
          <p:spPr bwMode="auto">
            <a:xfrm>
              <a:off x="2737104" y="1484916"/>
              <a:ext cx="2289600"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22" name="제목 1">
              <a:extLst>
                <a:ext uri="{FF2B5EF4-FFF2-40B4-BE49-F238E27FC236}">
                  <a16:creationId xmlns:a16="http://schemas.microsoft.com/office/drawing/2014/main" id="{49EBCD15-8E5F-4A35-914F-E8F28DE25736}"/>
                </a:ext>
              </a:extLst>
            </p:cNvPr>
            <p:cNvSpPr txBox="1">
              <a:spLocks/>
            </p:cNvSpPr>
            <p:nvPr userDrawn="1"/>
          </p:nvSpPr>
          <p:spPr>
            <a:xfrm>
              <a:off x="4610212" y="1517535"/>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grpSp>
    </p:spTree>
    <p:extLst>
      <p:ext uri="{BB962C8B-B14F-4D97-AF65-F5344CB8AC3E}">
        <p14:creationId xmlns:p14="http://schemas.microsoft.com/office/powerpoint/2010/main" val="293711469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6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0" name="설명선: 왼쪽 화살표 19">
            <a:extLst>
              <a:ext uri="{FF2B5EF4-FFF2-40B4-BE49-F238E27FC236}">
                <a16:creationId xmlns:a16="http://schemas.microsoft.com/office/drawing/2014/main" id="{8F387751-97D7-4122-A394-C334239E8734}"/>
              </a:ext>
            </a:extLst>
          </p:cNvPr>
          <p:cNvSpPr/>
          <p:nvPr userDrawn="1"/>
        </p:nvSpPr>
        <p:spPr>
          <a:xfrm>
            <a:off x="5265543" y="777845"/>
            <a:ext cx="2446612"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
        <p:nvSpPr>
          <p:cNvPr id="21" name="설명선: 오른쪽 화살표 20">
            <a:extLst>
              <a:ext uri="{FF2B5EF4-FFF2-40B4-BE49-F238E27FC236}">
                <a16:creationId xmlns:a16="http://schemas.microsoft.com/office/drawing/2014/main" id="{34906F93-1BE6-47ED-8A7C-3A78DEACF506}"/>
              </a:ext>
            </a:extLst>
          </p:cNvPr>
          <p:cNvSpPr/>
          <p:nvPr userDrawn="1"/>
        </p:nvSpPr>
        <p:spPr>
          <a:xfrm>
            <a:off x="2740396" y="6144624"/>
            <a:ext cx="2525147"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5" name="직사각형 14">
            <a:extLst>
              <a:ext uri="{FF2B5EF4-FFF2-40B4-BE49-F238E27FC236}">
                <a16:creationId xmlns:a16="http://schemas.microsoft.com/office/drawing/2014/main" id="{460D1409-F0D8-410E-A792-A62A093522F2}"/>
              </a:ext>
            </a:extLst>
          </p:cNvPr>
          <p:cNvSpPr/>
          <p:nvPr userDrawn="1"/>
        </p:nvSpPr>
        <p:spPr bwMode="auto">
          <a:xfrm>
            <a:off x="2821361" y="1062755"/>
            <a:ext cx="2289600"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19" name="제목 1">
            <a:extLst>
              <a:ext uri="{FF2B5EF4-FFF2-40B4-BE49-F238E27FC236}">
                <a16:creationId xmlns:a16="http://schemas.microsoft.com/office/drawing/2014/main" id="{C646F476-C700-4045-9883-45CEC5590413}"/>
              </a:ext>
            </a:extLst>
          </p:cNvPr>
          <p:cNvSpPr txBox="1">
            <a:spLocks/>
          </p:cNvSpPr>
          <p:nvPr userDrawn="1"/>
        </p:nvSpPr>
        <p:spPr>
          <a:xfrm>
            <a:off x="4694469" y="1095374"/>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grpSp>
        <p:nvGrpSpPr>
          <p:cNvPr id="17" name="그룹 16">
            <a:extLst>
              <a:ext uri="{FF2B5EF4-FFF2-40B4-BE49-F238E27FC236}">
                <a16:creationId xmlns:a16="http://schemas.microsoft.com/office/drawing/2014/main" id="{AA103BDF-7B39-4F2E-BF3D-BD9DB1F93DD1}"/>
              </a:ext>
            </a:extLst>
          </p:cNvPr>
          <p:cNvGrpSpPr/>
          <p:nvPr userDrawn="1"/>
        </p:nvGrpSpPr>
        <p:grpSpPr>
          <a:xfrm>
            <a:off x="298204" y="1055695"/>
            <a:ext cx="2302732" cy="270623"/>
            <a:chOff x="2737104" y="1484916"/>
            <a:chExt cx="2302732" cy="270623"/>
          </a:xfrm>
        </p:grpSpPr>
        <p:sp>
          <p:nvSpPr>
            <p:cNvPr id="18" name="직사각형 17">
              <a:extLst>
                <a:ext uri="{FF2B5EF4-FFF2-40B4-BE49-F238E27FC236}">
                  <a16:creationId xmlns:a16="http://schemas.microsoft.com/office/drawing/2014/main" id="{D08F5C17-9336-4E3E-AF81-34A22253CEE4}"/>
                </a:ext>
              </a:extLst>
            </p:cNvPr>
            <p:cNvSpPr/>
            <p:nvPr userDrawn="1"/>
          </p:nvSpPr>
          <p:spPr bwMode="auto">
            <a:xfrm>
              <a:off x="2737104" y="1484916"/>
              <a:ext cx="2289600"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22" name="제목 1">
              <a:extLst>
                <a:ext uri="{FF2B5EF4-FFF2-40B4-BE49-F238E27FC236}">
                  <a16:creationId xmlns:a16="http://schemas.microsoft.com/office/drawing/2014/main" id="{C8D4629A-A668-4B6C-BAA7-4C4DAB223C00}"/>
                </a:ext>
              </a:extLst>
            </p:cNvPr>
            <p:cNvSpPr txBox="1">
              <a:spLocks/>
            </p:cNvSpPr>
            <p:nvPr userDrawn="1"/>
          </p:nvSpPr>
          <p:spPr>
            <a:xfrm>
              <a:off x="4610212" y="1517535"/>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grpSp>
    </p:spTree>
    <p:extLst>
      <p:ext uri="{BB962C8B-B14F-4D97-AF65-F5344CB8AC3E}">
        <p14:creationId xmlns:p14="http://schemas.microsoft.com/office/powerpoint/2010/main" val="110155928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5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 name="직사각형 6">
            <a:extLst>
              <a:ext uri="{FF2B5EF4-FFF2-40B4-BE49-F238E27FC236}">
                <a16:creationId xmlns:a16="http://schemas.microsoft.com/office/drawing/2014/main" id="{772E7ADC-59CB-4F84-BC02-8F904CD653AB}"/>
              </a:ext>
            </a:extLst>
          </p:cNvPr>
          <p:cNvSpPr/>
          <p:nvPr userDrawn="1"/>
        </p:nvSpPr>
        <p:spPr bwMode="auto">
          <a:xfrm>
            <a:off x="2821361" y="1062755"/>
            <a:ext cx="2289600"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8" name="제목 1">
            <a:extLst>
              <a:ext uri="{FF2B5EF4-FFF2-40B4-BE49-F238E27FC236}">
                <a16:creationId xmlns:a16="http://schemas.microsoft.com/office/drawing/2014/main" id="{D3A93219-050B-435F-ABE3-F3C1E0E7FFE8}"/>
              </a:ext>
            </a:extLst>
          </p:cNvPr>
          <p:cNvSpPr txBox="1">
            <a:spLocks/>
          </p:cNvSpPr>
          <p:nvPr userDrawn="1"/>
        </p:nvSpPr>
        <p:spPr>
          <a:xfrm>
            <a:off x="4694469" y="1095374"/>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sp>
        <p:nvSpPr>
          <p:cNvPr id="17" name="설명선: 왼쪽 화살표 16">
            <a:extLst>
              <a:ext uri="{FF2B5EF4-FFF2-40B4-BE49-F238E27FC236}">
                <a16:creationId xmlns:a16="http://schemas.microsoft.com/office/drawing/2014/main" id="{625C36C4-7D04-4C8B-B00B-6F2BC9346CA2}"/>
              </a:ext>
            </a:extLst>
          </p:cNvPr>
          <p:cNvSpPr/>
          <p:nvPr userDrawn="1"/>
        </p:nvSpPr>
        <p:spPr>
          <a:xfrm>
            <a:off x="5265543" y="777845"/>
            <a:ext cx="2446612"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
        <p:nvSpPr>
          <p:cNvPr id="18" name="설명선: 오른쪽 화살표 17">
            <a:extLst>
              <a:ext uri="{FF2B5EF4-FFF2-40B4-BE49-F238E27FC236}">
                <a16:creationId xmlns:a16="http://schemas.microsoft.com/office/drawing/2014/main" id="{63AD74BA-D9AB-4A58-8623-A0F7DAE3A868}"/>
              </a:ext>
            </a:extLst>
          </p:cNvPr>
          <p:cNvSpPr/>
          <p:nvPr userDrawn="1"/>
        </p:nvSpPr>
        <p:spPr>
          <a:xfrm>
            <a:off x="2740396" y="6144624"/>
            <a:ext cx="2525147"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Tree>
    <p:extLst>
      <p:ext uri="{BB962C8B-B14F-4D97-AF65-F5344CB8AC3E}">
        <p14:creationId xmlns:p14="http://schemas.microsoft.com/office/powerpoint/2010/main" val="156700964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제목만">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397313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2" name="텍스트 개체 틀 3">
            <a:extLst>
              <a:ext uri="{FF2B5EF4-FFF2-40B4-BE49-F238E27FC236}">
                <a16:creationId xmlns:a16="http://schemas.microsoft.com/office/drawing/2014/main" id="{BDDD7274-FB3E-4B59-9729-A5FC3EF44F55}"/>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3" name="텍스트 개체 틀 3">
            <a:extLst>
              <a:ext uri="{FF2B5EF4-FFF2-40B4-BE49-F238E27FC236}">
                <a16:creationId xmlns:a16="http://schemas.microsoft.com/office/drawing/2014/main" id="{42E8E04D-BD26-46E8-8182-54B25B34E182}"/>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212317701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2741311" y="1168339"/>
            <a:ext cx="2290678" cy="5284998"/>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3" name="텍스트 개체 틀 2">
            <a:extLst>
              <a:ext uri="{FF2B5EF4-FFF2-40B4-BE49-F238E27FC236}">
                <a16:creationId xmlns:a16="http://schemas.microsoft.com/office/drawing/2014/main" id="{87A39834-1383-470D-9CC2-9633AA3FFC1B}"/>
              </a:ext>
            </a:extLst>
          </p:cNvPr>
          <p:cNvSpPr>
            <a:spLocks noGrp="1"/>
          </p:cNvSpPr>
          <p:nvPr>
            <p:ph type="body" sz="quarter" idx="12"/>
          </p:nvPr>
        </p:nvSpPr>
        <p:spPr>
          <a:xfrm>
            <a:off x="2837111" y="1162572"/>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cxnSp>
        <p:nvCxnSpPr>
          <p:cNvPr id="6" name="직선 연결선 5">
            <a:extLst>
              <a:ext uri="{FF2B5EF4-FFF2-40B4-BE49-F238E27FC236}">
                <a16:creationId xmlns:a16="http://schemas.microsoft.com/office/drawing/2014/main" id="{36170B7E-A940-4A30-9453-ABDEEDFE6FE5}"/>
              </a:ext>
            </a:extLst>
          </p:cNvPr>
          <p:cNvCxnSpPr/>
          <p:nvPr userDrawn="1"/>
        </p:nvCxnSpPr>
        <p:spPr>
          <a:xfrm>
            <a:off x="2760343" y="1412776"/>
            <a:ext cx="225606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Chevron Left">
            <a:extLst>
              <a:ext uri="{FF2B5EF4-FFF2-40B4-BE49-F238E27FC236}">
                <a16:creationId xmlns:a16="http://schemas.microsoft.com/office/drawing/2014/main" id="{A0113208-BE1F-4844-93AF-38E406B7F097}"/>
              </a:ext>
            </a:extLst>
          </p:cNvPr>
          <p:cNvSpPr>
            <a:spLocks noChangeAspect="1"/>
          </p:cNvSpPr>
          <p:nvPr userDrawn="1"/>
        </p:nvSpPr>
        <p:spPr bwMode="auto">
          <a:xfrm>
            <a:off x="2823345" y="1198476"/>
            <a:ext cx="79375" cy="144462"/>
          </a:xfrm>
          <a:custGeom>
            <a:avLst/>
            <a:gdLst>
              <a:gd name="T0" fmla="*/ 296 w 324"/>
              <a:gd name="T1" fmla="*/ 593 h 593"/>
              <a:gd name="T2" fmla="*/ 324 w 324"/>
              <a:gd name="T3" fmla="*/ 565 h 593"/>
              <a:gd name="T4" fmla="*/ 55 w 324"/>
              <a:gd name="T5" fmla="*/ 297 h 593"/>
              <a:gd name="T6" fmla="*/ 324 w 324"/>
              <a:gd name="T7" fmla="*/ 28 h 593"/>
              <a:gd name="T8" fmla="*/ 296 w 324"/>
              <a:gd name="T9" fmla="*/ 0 h 593"/>
              <a:gd name="T10" fmla="*/ 0 w 324"/>
              <a:gd name="T11" fmla="*/ 297 h 593"/>
              <a:gd name="T12" fmla="*/ 296 w 324"/>
              <a:gd name="T13" fmla="*/ 593 h 593"/>
            </a:gdLst>
            <a:ahLst/>
            <a:cxnLst>
              <a:cxn ang="0">
                <a:pos x="T0" y="T1"/>
              </a:cxn>
              <a:cxn ang="0">
                <a:pos x="T2" y="T3"/>
              </a:cxn>
              <a:cxn ang="0">
                <a:pos x="T4" y="T5"/>
              </a:cxn>
              <a:cxn ang="0">
                <a:pos x="T6" y="T7"/>
              </a:cxn>
              <a:cxn ang="0">
                <a:pos x="T8" y="T9"/>
              </a:cxn>
              <a:cxn ang="0">
                <a:pos x="T10" y="T11"/>
              </a:cxn>
              <a:cxn ang="0">
                <a:pos x="T12" y="T13"/>
              </a:cxn>
            </a:cxnLst>
            <a:rect l="0" t="0" r="r" b="b"/>
            <a:pathLst>
              <a:path w="324" h="593">
                <a:moveTo>
                  <a:pt x="296" y="593"/>
                </a:moveTo>
                <a:lnTo>
                  <a:pt x="324" y="565"/>
                </a:lnTo>
                <a:lnTo>
                  <a:pt x="55" y="297"/>
                </a:lnTo>
                <a:lnTo>
                  <a:pt x="324" y="28"/>
                </a:lnTo>
                <a:lnTo>
                  <a:pt x="296" y="0"/>
                </a:lnTo>
                <a:lnTo>
                  <a:pt x="0" y="297"/>
                </a:lnTo>
                <a:lnTo>
                  <a:pt x="296" y="593"/>
                </a:ln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grpSp>
        <p:nvGrpSpPr>
          <p:cNvPr id="2" name="그룹 1">
            <a:extLst>
              <a:ext uri="{FF2B5EF4-FFF2-40B4-BE49-F238E27FC236}">
                <a16:creationId xmlns:a16="http://schemas.microsoft.com/office/drawing/2014/main" id="{F945BA3A-3124-41B0-BD84-11C62D0D8BCC}"/>
              </a:ext>
            </a:extLst>
          </p:cNvPr>
          <p:cNvGrpSpPr/>
          <p:nvPr userDrawn="1"/>
        </p:nvGrpSpPr>
        <p:grpSpPr>
          <a:xfrm>
            <a:off x="2735182" y="576411"/>
            <a:ext cx="2312496" cy="594463"/>
            <a:chOff x="2726556" y="559159"/>
            <a:chExt cx="2312496" cy="594463"/>
          </a:xfrm>
        </p:grpSpPr>
        <p:sp>
          <p:nvSpPr>
            <p:cNvPr id="9" name="직사각형 8">
              <a:extLst>
                <a:ext uri="{FF2B5EF4-FFF2-40B4-BE49-F238E27FC236}">
                  <a16:creationId xmlns:a16="http://schemas.microsoft.com/office/drawing/2014/main" id="{0AE3BF6B-CCF2-4B4B-AECB-7275CD732E16}"/>
                </a:ext>
              </a:extLst>
            </p:cNvPr>
            <p:cNvSpPr/>
            <p:nvPr/>
          </p:nvSpPr>
          <p:spPr>
            <a:xfrm>
              <a:off x="2726807" y="559159"/>
              <a:ext cx="2289600" cy="29486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900">
                <a:solidFill>
                  <a:schemeClr val="tx1"/>
                </a:solidFill>
              </a:endParaRPr>
            </a:p>
          </p:txBody>
        </p:sp>
        <p:sp>
          <p:nvSpPr>
            <p:cNvPr id="14" name="Search">
              <a:extLst>
                <a:ext uri="{FF2B5EF4-FFF2-40B4-BE49-F238E27FC236}">
                  <a16:creationId xmlns:a16="http://schemas.microsoft.com/office/drawing/2014/main" id="{20BDFF9E-27DF-4CF2-8A15-B1D93BF7F204}"/>
                </a:ext>
              </a:extLst>
            </p:cNvPr>
            <p:cNvSpPr>
              <a:spLocks noChangeAspect="1" noEditPoints="1"/>
            </p:cNvSpPr>
            <p:nvPr/>
          </p:nvSpPr>
          <p:spPr bwMode="auto">
            <a:xfrm>
              <a:off x="4858438" y="662213"/>
              <a:ext cx="115455" cy="118079"/>
            </a:xfrm>
            <a:custGeom>
              <a:avLst/>
              <a:gdLst>
                <a:gd name="T0" fmla="*/ 227 w 572"/>
                <a:gd name="T1" fmla="*/ 0 h 585"/>
                <a:gd name="T2" fmla="*/ 0 w 572"/>
                <a:gd name="T3" fmla="*/ 227 h 585"/>
                <a:gd name="T4" fmla="*/ 227 w 572"/>
                <a:gd name="T5" fmla="*/ 453 h 585"/>
                <a:gd name="T6" fmla="*/ 359 w 572"/>
                <a:gd name="T7" fmla="*/ 410 h 585"/>
                <a:gd name="T8" fmla="*/ 535 w 572"/>
                <a:gd name="T9" fmla="*/ 585 h 585"/>
                <a:gd name="T10" fmla="*/ 572 w 572"/>
                <a:gd name="T11" fmla="*/ 548 h 585"/>
                <a:gd name="T12" fmla="*/ 399 w 572"/>
                <a:gd name="T13" fmla="*/ 374 h 585"/>
                <a:gd name="T14" fmla="*/ 454 w 572"/>
                <a:gd name="T15" fmla="*/ 227 h 585"/>
                <a:gd name="T16" fmla="*/ 227 w 572"/>
                <a:gd name="T17" fmla="*/ 0 h 585"/>
                <a:gd name="T18" fmla="*/ 227 w 572"/>
                <a:gd name="T19" fmla="*/ 27 h 585"/>
                <a:gd name="T20" fmla="*/ 427 w 572"/>
                <a:gd name="T21" fmla="*/ 227 h 585"/>
                <a:gd name="T22" fmla="*/ 227 w 572"/>
                <a:gd name="T23" fmla="*/ 427 h 585"/>
                <a:gd name="T24" fmla="*/ 27 w 572"/>
                <a:gd name="T25" fmla="*/ 227 h 585"/>
                <a:gd name="T26" fmla="*/ 227 w 572"/>
                <a:gd name="T27" fmla="*/ 27 h 5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72" h="585">
                  <a:moveTo>
                    <a:pt x="227" y="0"/>
                  </a:moveTo>
                  <a:cubicBezTo>
                    <a:pt x="102" y="0"/>
                    <a:pt x="0" y="102"/>
                    <a:pt x="0" y="227"/>
                  </a:cubicBezTo>
                  <a:cubicBezTo>
                    <a:pt x="0" y="352"/>
                    <a:pt x="102" y="453"/>
                    <a:pt x="227" y="453"/>
                  </a:cubicBezTo>
                  <a:cubicBezTo>
                    <a:pt x="276" y="453"/>
                    <a:pt x="322" y="437"/>
                    <a:pt x="359" y="410"/>
                  </a:cubicBezTo>
                  <a:lnTo>
                    <a:pt x="535" y="585"/>
                  </a:lnTo>
                  <a:lnTo>
                    <a:pt x="572" y="548"/>
                  </a:lnTo>
                  <a:lnTo>
                    <a:pt x="399" y="374"/>
                  </a:lnTo>
                  <a:cubicBezTo>
                    <a:pt x="433" y="335"/>
                    <a:pt x="454" y="283"/>
                    <a:pt x="454" y="227"/>
                  </a:cubicBezTo>
                  <a:cubicBezTo>
                    <a:pt x="454" y="102"/>
                    <a:pt x="352" y="0"/>
                    <a:pt x="227" y="0"/>
                  </a:cubicBezTo>
                  <a:close/>
                  <a:moveTo>
                    <a:pt x="227" y="27"/>
                  </a:moveTo>
                  <a:cubicBezTo>
                    <a:pt x="338" y="27"/>
                    <a:pt x="427" y="116"/>
                    <a:pt x="427" y="227"/>
                  </a:cubicBezTo>
                  <a:cubicBezTo>
                    <a:pt x="427" y="337"/>
                    <a:pt x="338" y="427"/>
                    <a:pt x="227" y="427"/>
                  </a:cubicBezTo>
                  <a:cubicBezTo>
                    <a:pt x="116" y="427"/>
                    <a:pt x="27" y="337"/>
                    <a:pt x="27" y="227"/>
                  </a:cubicBezTo>
                  <a:cubicBezTo>
                    <a:pt x="27" y="116"/>
                    <a:pt x="116" y="27"/>
                    <a:pt x="227" y="27"/>
                  </a:cubicBezTo>
                  <a:close/>
                </a:path>
              </a:pathLst>
            </a:custGeom>
            <a:solidFill>
              <a:srgbClr val="5F5F5F"/>
            </a:solidFill>
            <a:ln>
              <a:solidFill>
                <a:schemeClr val="tx1">
                  <a:lumMod val="50000"/>
                  <a:lumOff val="50000"/>
                </a:schemeClr>
              </a:solid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pic>
          <p:nvPicPr>
            <p:cNvPr id="15" name="그림 14" descr="하늘이(가) 표시된 사진&#10;&#10;자동 생성된 설명">
              <a:extLst>
                <a:ext uri="{FF2B5EF4-FFF2-40B4-BE49-F238E27FC236}">
                  <a16:creationId xmlns:a16="http://schemas.microsoft.com/office/drawing/2014/main" id="{41801D94-E050-4632-9166-F3C917BE19C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5881" t="2278" r="33729" b="92290"/>
            <a:stretch/>
          </p:blipFill>
          <p:spPr>
            <a:xfrm>
              <a:off x="2802138" y="622179"/>
              <a:ext cx="525097" cy="198148"/>
            </a:xfrm>
            <a:prstGeom prst="rect">
              <a:avLst/>
            </a:prstGeom>
          </p:spPr>
        </p:pic>
        <p:sp>
          <p:nvSpPr>
            <p:cNvPr id="16" name="직사각형 15">
              <a:extLst>
                <a:ext uri="{FF2B5EF4-FFF2-40B4-BE49-F238E27FC236}">
                  <a16:creationId xmlns:a16="http://schemas.microsoft.com/office/drawing/2014/main" id="{FD072BC9-96A1-4E54-A94C-B03A50BDFBDB}"/>
                </a:ext>
              </a:extLst>
            </p:cNvPr>
            <p:cNvSpPr/>
            <p:nvPr/>
          </p:nvSpPr>
          <p:spPr>
            <a:xfrm>
              <a:off x="3813916" y="617926"/>
              <a:ext cx="889987" cy="184666"/>
            </a:xfrm>
            <a:prstGeom prst="rect">
              <a:avLst/>
            </a:prstGeom>
          </p:spPr>
          <p:txBody>
            <a:bodyPr wrap="none">
              <a:spAutoFit/>
            </a:bodyPr>
            <a:lstStyle/>
            <a:p>
              <a:pPr defTabSz="900278" latinLnBrk="1"/>
              <a:r>
                <a:rPr lang="ko-KR" altLang="en-US" sz="600" b="1" kern="0">
                  <a:solidFill>
                    <a:schemeClr val="bg1">
                      <a:lumMod val="65000"/>
                    </a:schemeClr>
                  </a:solidFill>
                  <a:latin typeface="맑은 고딕"/>
                  <a:ea typeface="맑은 고딕" panose="020B0503020000020004" pitchFamily="50" charset="-127"/>
                </a:rPr>
                <a:t>어디로 떠나시나요</a:t>
              </a:r>
              <a:r>
                <a:rPr lang="en-US" altLang="ko-KR" sz="600" b="1" kern="0">
                  <a:solidFill>
                    <a:schemeClr val="bg1">
                      <a:lumMod val="65000"/>
                    </a:schemeClr>
                  </a:solidFill>
                  <a:latin typeface="맑은 고딕"/>
                  <a:ea typeface="맑은 고딕" panose="020B0503020000020004" pitchFamily="50" charset="-127"/>
                </a:rPr>
                <a:t>? </a:t>
              </a:r>
              <a:endParaRPr lang="ko-KR" altLang="en-US" sz="500">
                <a:solidFill>
                  <a:schemeClr val="bg1">
                    <a:lumMod val="65000"/>
                  </a:schemeClr>
                </a:solidFill>
                <a:latin typeface="맑은 고딕"/>
                <a:ea typeface="맑은 고딕" panose="020B0503020000020004" pitchFamily="50" charset="-127"/>
              </a:endParaRPr>
            </a:p>
          </p:txBody>
        </p:sp>
        <p:sp>
          <p:nvSpPr>
            <p:cNvPr id="17" name="직사각형 16">
              <a:extLst>
                <a:ext uri="{FF2B5EF4-FFF2-40B4-BE49-F238E27FC236}">
                  <a16:creationId xmlns:a16="http://schemas.microsoft.com/office/drawing/2014/main" id="{B28F83CB-8726-461A-A5A3-6D0C0853DD0A}"/>
                </a:ext>
              </a:extLst>
            </p:cNvPr>
            <p:cNvSpPr/>
            <p:nvPr userDrawn="1"/>
          </p:nvSpPr>
          <p:spPr>
            <a:xfrm>
              <a:off x="2726556" y="858755"/>
              <a:ext cx="2312496" cy="294867"/>
            </a:xfrm>
            <a:prstGeom prst="rect">
              <a:avLst/>
            </a:prstGeom>
            <a:solidFill>
              <a:schemeClr val="tx2">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ko-KR" altLang="en-US" sz="800" b="1">
                  <a:solidFill>
                    <a:schemeClr val="bg1"/>
                  </a:solidFill>
                </a:rPr>
                <a:t>패키지   라르고    프리미엄    자유여행</a:t>
              </a:r>
            </a:p>
          </p:txBody>
        </p:sp>
      </p:grpSp>
      <p:sp>
        <p:nvSpPr>
          <p:cNvPr id="18" name="직사각형 17">
            <a:extLst>
              <a:ext uri="{FF2B5EF4-FFF2-40B4-BE49-F238E27FC236}">
                <a16:creationId xmlns:a16="http://schemas.microsoft.com/office/drawing/2014/main" id="{F7F3A427-EA81-4EC8-BD40-01FE2EA17892}"/>
              </a:ext>
            </a:extLst>
          </p:cNvPr>
          <p:cNvSpPr/>
          <p:nvPr userDrawn="1"/>
        </p:nvSpPr>
        <p:spPr>
          <a:xfrm>
            <a:off x="2735182" y="584529"/>
            <a:ext cx="2312496" cy="588796"/>
          </a:xfrm>
          <a:prstGeom prst="rect">
            <a:avLst/>
          </a:prstGeom>
          <a:solidFill>
            <a:schemeClr val="bg1">
              <a:alpha val="52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800" b="1">
              <a:solidFill>
                <a:schemeClr val="bg1"/>
              </a:solidFill>
            </a:endParaRPr>
          </a:p>
        </p:txBody>
      </p:sp>
      <p:cxnSp>
        <p:nvCxnSpPr>
          <p:cNvPr id="19" name="직선 연결선 18">
            <a:extLst>
              <a:ext uri="{FF2B5EF4-FFF2-40B4-BE49-F238E27FC236}">
                <a16:creationId xmlns:a16="http://schemas.microsoft.com/office/drawing/2014/main" id="{2CD7A357-BBF8-4874-BBD0-7EFCC4979B45}"/>
              </a:ext>
            </a:extLst>
          </p:cNvPr>
          <p:cNvCxnSpPr>
            <a:cxnSpLocks/>
          </p:cNvCxnSpPr>
          <p:nvPr userDrawn="1"/>
        </p:nvCxnSpPr>
        <p:spPr>
          <a:xfrm flipH="1">
            <a:off x="200472" y="1162572"/>
            <a:ext cx="4815935"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428E9349-5DA2-4A01-B83D-88F75907490E}"/>
              </a:ext>
            </a:extLst>
          </p:cNvPr>
          <p:cNvCxnSpPr>
            <a:cxnSpLocks/>
          </p:cNvCxnSpPr>
          <p:nvPr userDrawn="1"/>
        </p:nvCxnSpPr>
        <p:spPr>
          <a:xfrm flipH="1">
            <a:off x="200472" y="584602"/>
            <a:ext cx="4815935"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95B648A-0A89-4AA6-98F8-C67C179726C7}"/>
              </a:ext>
            </a:extLst>
          </p:cNvPr>
          <p:cNvSpPr txBox="1"/>
          <p:nvPr userDrawn="1"/>
        </p:nvSpPr>
        <p:spPr>
          <a:xfrm>
            <a:off x="1208584" y="764704"/>
            <a:ext cx="1358064" cy="215444"/>
          </a:xfrm>
          <a:prstGeom prst="rect">
            <a:avLst/>
          </a:prstGeom>
          <a:noFill/>
        </p:spPr>
        <p:txBody>
          <a:bodyPr wrap="none" rtlCol="0">
            <a:spAutoFit/>
          </a:bodyPr>
          <a:lstStyle/>
          <a:p>
            <a:pPr algn="l"/>
            <a:r>
              <a:rPr lang="ko-KR" altLang="en-US" sz="800">
                <a:latin typeface="+mj-ea"/>
                <a:ea typeface="+mj-ea"/>
              </a:rPr>
              <a:t>페이지 진입 시 숨김 상태</a:t>
            </a:r>
          </a:p>
        </p:txBody>
      </p:sp>
      <p:cxnSp>
        <p:nvCxnSpPr>
          <p:cNvPr id="23" name="직선 화살표 연결선 22">
            <a:extLst>
              <a:ext uri="{FF2B5EF4-FFF2-40B4-BE49-F238E27FC236}">
                <a16:creationId xmlns:a16="http://schemas.microsoft.com/office/drawing/2014/main" id="{D4A9FDBF-270B-4D47-BDD3-46905FA654EC}"/>
              </a:ext>
            </a:extLst>
          </p:cNvPr>
          <p:cNvCxnSpPr/>
          <p:nvPr userDrawn="1"/>
        </p:nvCxnSpPr>
        <p:spPr>
          <a:xfrm>
            <a:off x="2532484" y="606394"/>
            <a:ext cx="0" cy="529768"/>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4523026"/>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0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304800" y="692696"/>
            <a:ext cx="2290678" cy="5112568"/>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3" name="텍스트 개체 틀 2">
            <a:extLst>
              <a:ext uri="{FF2B5EF4-FFF2-40B4-BE49-F238E27FC236}">
                <a16:creationId xmlns:a16="http://schemas.microsoft.com/office/drawing/2014/main" id="{87A39834-1383-470D-9CC2-9633AA3FFC1B}"/>
              </a:ext>
            </a:extLst>
          </p:cNvPr>
          <p:cNvSpPr>
            <a:spLocks noGrp="1"/>
          </p:cNvSpPr>
          <p:nvPr>
            <p:ph type="body" sz="quarter" idx="12"/>
          </p:nvPr>
        </p:nvSpPr>
        <p:spPr>
          <a:xfrm>
            <a:off x="400600" y="692696"/>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cxnSp>
        <p:nvCxnSpPr>
          <p:cNvPr id="6" name="직선 연결선 5">
            <a:extLst>
              <a:ext uri="{FF2B5EF4-FFF2-40B4-BE49-F238E27FC236}">
                <a16:creationId xmlns:a16="http://schemas.microsoft.com/office/drawing/2014/main" id="{36170B7E-A940-4A30-9453-ABDEEDFE6FE5}"/>
              </a:ext>
            </a:extLst>
          </p:cNvPr>
          <p:cNvCxnSpPr/>
          <p:nvPr userDrawn="1"/>
        </p:nvCxnSpPr>
        <p:spPr>
          <a:xfrm>
            <a:off x="323832" y="942900"/>
            <a:ext cx="225606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Chevron Left">
            <a:extLst>
              <a:ext uri="{FF2B5EF4-FFF2-40B4-BE49-F238E27FC236}">
                <a16:creationId xmlns:a16="http://schemas.microsoft.com/office/drawing/2014/main" id="{A0113208-BE1F-4844-93AF-38E406B7F097}"/>
              </a:ext>
            </a:extLst>
          </p:cNvPr>
          <p:cNvSpPr>
            <a:spLocks noChangeAspect="1"/>
          </p:cNvSpPr>
          <p:nvPr userDrawn="1"/>
        </p:nvSpPr>
        <p:spPr bwMode="auto">
          <a:xfrm>
            <a:off x="386834" y="728600"/>
            <a:ext cx="79375" cy="144462"/>
          </a:xfrm>
          <a:custGeom>
            <a:avLst/>
            <a:gdLst>
              <a:gd name="T0" fmla="*/ 296 w 324"/>
              <a:gd name="T1" fmla="*/ 593 h 593"/>
              <a:gd name="T2" fmla="*/ 324 w 324"/>
              <a:gd name="T3" fmla="*/ 565 h 593"/>
              <a:gd name="T4" fmla="*/ 55 w 324"/>
              <a:gd name="T5" fmla="*/ 297 h 593"/>
              <a:gd name="T6" fmla="*/ 324 w 324"/>
              <a:gd name="T7" fmla="*/ 28 h 593"/>
              <a:gd name="T8" fmla="*/ 296 w 324"/>
              <a:gd name="T9" fmla="*/ 0 h 593"/>
              <a:gd name="T10" fmla="*/ 0 w 324"/>
              <a:gd name="T11" fmla="*/ 297 h 593"/>
              <a:gd name="T12" fmla="*/ 296 w 324"/>
              <a:gd name="T13" fmla="*/ 593 h 593"/>
            </a:gdLst>
            <a:ahLst/>
            <a:cxnLst>
              <a:cxn ang="0">
                <a:pos x="T0" y="T1"/>
              </a:cxn>
              <a:cxn ang="0">
                <a:pos x="T2" y="T3"/>
              </a:cxn>
              <a:cxn ang="0">
                <a:pos x="T4" y="T5"/>
              </a:cxn>
              <a:cxn ang="0">
                <a:pos x="T6" y="T7"/>
              </a:cxn>
              <a:cxn ang="0">
                <a:pos x="T8" y="T9"/>
              </a:cxn>
              <a:cxn ang="0">
                <a:pos x="T10" y="T11"/>
              </a:cxn>
              <a:cxn ang="0">
                <a:pos x="T12" y="T13"/>
              </a:cxn>
            </a:cxnLst>
            <a:rect l="0" t="0" r="r" b="b"/>
            <a:pathLst>
              <a:path w="324" h="593">
                <a:moveTo>
                  <a:pt x="296" y="593"/>
                </a:moveTo>
                <a:lnTo>
                  <a:pt x="324" y="565"/>
                </a:lnTo>
                <a:lnTo>
                  <a:pt x="55" y="297"/>
                </a:lnTo>
                <a:lnTo>
                  <a:pt x="324" y="28"/>
                </a:lnTo>
                <a:lnTo>
                  <a:pt x="296" y="0"/>
                </a:lnTo>
                <a:lnTo>
                  <a:pt x="0" y="297"/>
                </a:lnTo>
                <a:lnTo>
                  <a:pt x="296" y="593"/>
                </a:ln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133663774"/>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304800"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3" name="텍스트 개체 틀 2">
            <a:extLst>
              <a:ext uri="{FF2B5EF4-FFF2-40B4-BE49-F238E27FC236}">
                <a16:creationId xmlns:a16="http://schemas.microsoft.com/office/drawing/2014/main" id="{87A39834-1383-470D-9CC2-9633AA3FFC1B}"/>
              </a:ext>
            </a:extLst>
          </p:cNvPr>
          <p:cNvSpPr>
            <a:spLocks noGrp="1"/>
          </p:cNvSpPr>
          <p:nvPr>
            <p:ph type="body" sz="quarter" idx="12"/>
          </p:nvPr>
        </p:nvSpPr>
        <p:spPr>
          <a:xfrm>
            <a:off x="400600" y="692696"/>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cxnSp>
        <p:nvCxnSpPr>
          <p:cNvPr id="6" name="직선 연결선 5">
            <a:extLst>
              <a:ext uri="{FF2B5EF4-FFF2-40B4-BE49-F238E27FC236}">
                <a16:creationId xmlns:a16="http://schemas.microsoft.com/office/drawing/2014/main" id="{36170B7E-A940-4A30-9453-ABDEEDFE6FE5}"/>
              </a:ext>
            </a:extLst>
          </p:cNvPr>
          <p:cNvCxnSpPr/>
          <p:nvPr userDrawn="1"/>
        </p:nvCxnSpPr>
        <p:spPr>
          <a:xfrm>
            <a:off x="323832" y="942900"/>
            <a:ext cx="225606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Chevron Left">
            <a:extLst>
              <a:ext uri="{FF2B5EF4-FFF2-40B4-BE49-F238E27FC236}">
                <a16:creationId xmlns:a16="http://schemas.microsoft.com/office/drawing/2014/main" id="{A0113208-BE1F-4844-93AF-38E406B7F097}"/>
              </a:ext>
            </a:extLst>
          </p:cNvPr>
          <p:cNvSpPr>
            <a:spLocks noChangeAspect="1"/>
          </p:cNvSpPr>
          <p:nvPr userDrawn="1"/>
        </p:nvSpPr>
        <p:spPr bwMode="auto">
          <a:xfrm>
            <a:off x="386834" y="728600"/>
            <a:ext cx="79375" cy="144462"/>
          </a:xfrm>
          <a:custGeom>
            <a:avLst/>
            <a:gdLst>
              <a:gd name="T0" fmla="*/ 296 w 324"/>
              <a:gd name="T1" fmla="*/ 593 h 593"/>
              <a:gd name="T2" fmla="*/ 324 w 324"/>
              <a:gd name="T3" fmla="*/ 565 h 593"/>
              <a:gd name="T4" fmla="*/ 55 w 324"/>
              <a:gd name="T5" fmla="*/ 297 h 593"/>
              <a:gd name="T6" fmla="*/ 324 w 324"/>
              <a:gd name="T7" fmla="*/ 28 h 593"/>
              <a:gd name="T8" fmla="*/ 296 w 324"/>
              <a:gd name="T9" fmla="*/ 0 h 593"/>
              <a:gd name="T10" fmla="*/ 0 w 324"/>
              <a:gd name="T11" fmla="*/ 297 h 593"/>
              <a:gd name="T12" fmla="*/ 296 w 324"/>
              <a:gd name="T13" fmla="*/ 593 h 593"/>
            </a:gdLst>
            <a:ahLst/>
            <a:cxnLst>
              <a:cxn ang="0">
                <a:pos x="T0" y="T1"/>
              </a:cxn>
              <a:cxn ang="0">
                <a:pos x="T2" y="T3"/>
              </a:cxn>
              <a:cxn ang="0">
                <a:pos x="T4" y="T5"/>
              </a:cxn>
              <a:cxn ang="0">
                <a:pos x="T6" y="T7"/>
              </a:cxn>
              <a:cxn ang="0">
                <a:pos x="T8" y="T9"/>
              </a:cxn>
              <a:cxn ang="0">
                <a:pos x="T10" y="T11"/>
              </a:cxn>
              <a:cxn ang="0">
                <a:pos x="T12" y="T13"/>
              </a:cxn>
            </a:cxnLst>
            <a:rect l="0" t="0" r="r" b="b"/>
            <a:pathLst>
              <a:path w="324" h="593">
                <a:moveTo>
                  <a:pt x="296" y="593"/>
                </a:moveTo>
                <a:lnTo>
                  <a:pt x="324" y="565"/>
                </a:lnTo>
                <a:lnTo>
                  <a:pt x="55" y="297"/>
                </a:lnTo>
                <a:lnTo>
                  <a:pt x="324" y="28"/>
                </a:lnTo>
                <a:lnTo>
                  <a:pt x="296" y="0"/>
                </a:lnTo>
                <a:lnTo>
                  <a:pt x="0" y="297"/>
                </a:lnTo>
                <a:lnTo>
                  <a:pt x="296" y="593"/>
                </a:ln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99879316"/>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2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304800"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2190154207"/>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4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327236"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6" name="텍스트 개체 틀 2">
            <a:extLst>
              <a:ext uri="{FF2B5EF4-FFF2-40B4-BE49-F238E27FC236}">
                <a16:creationId xmlns:a16="http://schemas.microsoft.com/office/drawing/2014/main" id="{7E06D76C-237F-4E2E-9900-A114834201CA}"/>
              </a:ext>
            </a:extLst>
          </p:cNvPr>
          <p:cNvSpPr>
            <a:spLocks noGrp="1"/>
          </p:cNvSpPr>
          <p:nvPr>
            <p:ph type="body" sz="quarter" idx="12"/>
          </p:nvPr>
        </p:nvSpPr>
        <p:spPr>
          <a:xfrm>
            <a:off x="416304" y="692696"/>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cxnSp>
        <p:nvCxnSpPr>
          <p:cNvPr id="7" name="직선 연결선 6">
            <a:extLst>
              <a:ext uri="{FF2B5EF4-FFF2-40B4-BE49-F238E27FC236}">
                <a16:creationId xmlns:a16="http://schemas.microsoft.com/office/drawing/2014/main" id="{2F5D3C79-BA6A-4FA8-800B-6126F4442FDB}"/>
              </a:ext>
            </a:extLst>
          </p:cNvPr>
          <p:cNvCxnSpPr/>
          <p:nvPr userDrawn="1"/>
        </p:nvCxnSpPr>
        <p:spPr>
          <a:xfrm>
            <a:off x="339536" y="942900"/>
            <a:ext cx="225606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Chevron Left">
            <a:extLst>
              <a:ext uri="{FF2B5EF4-FFF2-40B4-BE49-F238E27FC236}">
                <a16:creationId xmlns:a16="http://schemas.microsoft.com/office/drawing/2014/main" id="{ED9E1DA4-4AE1-4EE8-8B79-A72D6B0A30D9}"/>
              </a:ext>
            </a:extLst>
          </p:cNvPr>
          <p:cNvSpPr>
            <a:spLocks noChangeAspect="1"/>
          </p:cNvSpPr>
          <p:nvPr userDrawn="1"/>
        </p:nvSpPr>
        <p:spPr bwMode="auto">
          <a:xfrm>
            <a:off x="402538" y="728600"/>
            <a:ext cx="79375" cy="144462"/>
          </a:xfrm>
          <a:custGeom>
            <a:avLst/>
            <a:gdLst>
              <a:gd name="T0" fmla="*/ 296 w 324"/>
              <a:gd name="T1" fmla="*/ 593 h 593"/>
              <a:gd name="T2" fmla="*/ 324 w 324"/>
              <a:gd name="T3" fmla="*/ 565 h 593"/>
              <a:gd name="T4" fmla="*/ 55 w 324"/>
              <a:gd name="T5" fmla="*/ 297 h 593"/>
              <a:gd name="T6" fmla="*/ 324 w 324"/>
              <a:gd name="T7" fmla="*/ 28 h 593"/>
              <a:gd name="T8" fmla="*/ 296 w 324"/>
              <a:gd name="T9" fmla="*/ 0 h 593"/>
              <a:gd name="T10" fmla="*/ 0 w 324"/>
              <a:gd name="T11" fmla="*/ 297 h 593"/>
              <a:gd name="T12" fmla="*/ 296 w 324"/>
              <a:gd name="T13" fmla="*/ 593 h 593"/>
            </a:gdLst>
            <a:ahLst/>
            <a:cxnLst>
              <a:cxn ang="0">
                <a:pos x="T0" y="T1"/>
              </a:cxn>
              <a:cxn ang="0">
                <a:pos x="T2" y="T3"/>
              </a:cxn>
              <a:cxn ang="0">
                <a:pos x="T4" y="T5"/>
              </a:cxn>
              <a:cxn ang="0">
                <a:pos x="T6" y="T7"/>
              </a:cxn>
              <a:cxn ang="0">
                <a:pos x="T8" y="T9"/>
              </a:cxn>
              <a:cxn ang="0">
                <a:pos x="T10" y="T11"/>
              </a:cxn>
              <a:cxn ang="0">
                <a:pos x="T12" y="T13"/>
              </a:cxn>
            </a:cxnLst>
            <a:rect l="0" t="0" r="r" b="b"/>
            <a:pathLst>
              <a:path w="324" h="593">
                <a:moveTo>
                  <a:pt x="296" y="593"/>
                </a:moveTo>
                <a:lnTo>
                  <a:pt x="324" y="565"/>
                </a:lnTo>
                <a:lnTo>
                  <a:pt x="55" y="297"/>
                </a:lnTo>
                <a:lnTo>
                  <a:pt x="324" y="28"/>
                </a:lnTo>
                <a:lnTo>
                  <a:pt x="296" y="0"/>
                </a:lnTo>
                <a:lnTo>
                  <a:pt x="0" y="297"/>
                </a:lnTo>
                <a:lnTo>
                  <a:pt x="296" y="593"/>
                </a:ln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
        <p:nvSpPr>
          <p:cNvPr id="10" name="직사각형 9">
            <a:extLst>
              <a:ext uri="{FF2B5EF4-FFF2-40B4-BE49-F238E27FC236}">
                <a16:creationId xmlns:a16="http://schemas.microsoft.com/office/drawing/2014/main" id="{6712B88B-6FE3-48AF-BD92-FB0D96D2BD2A}"/>
              </a:ext>
            </a:extLst>
          </p:cNvPr>
          <p:cNvSpPr/>
          <p:nvPr userDrawn="1"/>
        </p:nvSpPr>
        <p:spPr bwMode="auto">
          <a:xfrm>
            <a:off x="2821961"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1" name="직사각형 10">
            <a:extLst>
              <a:ext uri="{FF2B5EF4-FFF2-40B4-BE49-F238E27FC236}">
                <a16:creationId xmlns:a16="http://schemas.microsoft.com/office/drawing/2014/main" id="{BB02BEB8-5B32-495F-820C-CD79B274C49E}"/>
              </a:ext>
            </a:extLst>
          </p:cNvPr>
          <p:cNvSpPr/>
          <p:nvPr userDrawn="1"/>
        </p:nvSpPr>
        <p:spPr bwMode="auto">
          <a:xfrm>
            <a:off x="5326618"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3" name="설명선: 오른쪽 화살표 12">
            <a:extLst>
              <a:ext uri="{FF2B5EF4-FFF2-40B4-BE49-F238E27FC236}">
                <a16:creationId xmlns:a16="http://schemas.microsoft.com/office/drawing/2014/main" id="{FC7D3CA0-F587-4211-B4B2-B34324BD30C7}"/>
              </a:ext>
            </a:extLst>
          </p:cNvPr>
          <p:cNvSpPr/>
          <p:nvPr userDrawn="1"/>
        </p:nvSpPr>
        <p:spPr>
          <a:xfrm>
            <a:off x="326961" y="6464280"/>
            <a:ext cx="2365146"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lumMod val="75000"/>
                  </a:schemeClr>
                </a:solidFill>
              </a:rPr>
              <a:t>우측화면으로 이어짐</a:t>
            </a:r>
          </a:p>
        </p:txBody>
      </p:sp>
      <p:sp>
        <p:nvSpPr>
          <p:cNvPr id="14" name="설명선: 왼쪽 화살표 13">
            <a:extLst>
              <a:ext uri="{FF2B5EF4-FFF2-40B4-BE49-F238E27FC236}">
                <a16:creationId xmlns:a16="http://schemas.microsoft.com/office/drawing/2014/main" id="{688DAF1E-EAFB-4BD3-AC5F-5E33276F2A42}"/>
              </a:ext>
            </a:extLst>
          </p:cNvPr>
          <p:cNvSpPr/>
          <p:nvPr userDrawn="1"/>
        </p:nvSpPr>
        <p:spPr>
          <a:xfrm>
            <a:off x="2784700" y="504309"/>
            <a:ext cx="2365200"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lumMod val="75000"/>
                  </a:schemeClr>
                </a:solidFill>
              </a:rPr>
              <a:t>좌측화면에서 이어짐</a:t>
            </a:r>
          </a:p>
        </p:txBody>
      </p:sp>
      <p:sp>
        <p:nvSpPr>
          <p:cNvPr id="15" name="설명선: 오른쪽 화살표 14">
            <a:extLst>
              <a:ext uri="{FF2B5EF4-FFF2-40B4-BE49-F238E27FC236}">
                <a16:creationId xmlns:a16="http://schemas.microsoft.com/office/drawing/2014/main" id="{56CED03C-6152-4996-9AD3-790FBED64D83}"/>
              </a:ext>
            </a:extLst>
          </p:cNvPr>
          <p:cNvSpPr/>
          <p:nvPr userDrawn="1"/>
        </p:nvSpPr>
        <p:spPr>
          <a:xfrm>
            <a:off x="2828622" y="6464280"/>
            <a:ext cx="2365146"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lumMod val="75000"/>
                  </a:schemeClr>
                </a:solidFill>
              </a:rPr>
              <a:t>우측화면으로 이어짐</a:t>
            </a:r>
          </a:p>
        </p:txBody>
      </p:sp>
      <p:sp>
        <p:nvSpPr>
          <p:cNvPr id="16" name="설명선: 왼쪽 화살표 15">
            <a:extLst>
              <a:ext uri="{FF2B5EF4-FFF2-40B4-BE49-F238E27FC236}">
                <a16:creationId xmlns:a16="http://schemas.microsoft.com/office/drawing/2014/main" id="{DFBA06AC-C0A9-4699-B492-C5400C40D2C7}"/>
              </a:ext>
            </a:extLst>
          </p:cNvPr>
          <p:cNvSpPr/>
          <p:nvPr userDrawn="1"/>
        </p:nvSpPr>
        <p:spPr>
          <a:xfrm>
            <a:off x="5286361" y="504309"/>
            <a:ext cx="2365200"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lumMod val="75000"/>
                  </a:schemeClr>
                </a:solidFill>
              </a:rPr>
              <a:t>좌측화면에서 이어짐</a:t>
            </a:r>
          </a:p>
        </p:txBody>
      </p:sp>
    </p:spTree>
    <p:extLst>
      <p:ext uri="{BB962C8B-B14F-4D97-AF65-F5344CB8AC3E}">
        <p14:creationId xmlns:p14="http://schemas.microsoft.com/office/powerpoint/2010/main" val="3185156630"/>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1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327236"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0" name="직사각형 9">
            <a:extLst>
              <a:ext uri="{FF2B5EF4-FFF2-40B4-BE49-F238E27FC236}">
                <a16:creationId xmlns:a16="http://schemas.microsoft.com/office/drawing/2014/main" id="{6712B88B-6FE3-48AF-BD92-FB0D96D2BD2A}"/>
              </a:ext>
            </a:extLst>
          </p:cNvPr>
          <p:cNvSpPr/>
          <p:nvPr userDrawn="1"/>
        </p:nvSpPr>
        <p:spPr bwMode="auto">
          <a:xfrm>
            <a:off x="2821961"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1" name="직사각형 10">
            <a:extLst>
              <a:ext uri="{FF2B5EF4-FFF2-40B4-BE49-F238E27FC236}">
                <a16:creationId xmlns:a16="http://schemas.microsoft.com/office/drawing/2014/main" id="{BB02BEB8-5B32-495F-820C-CD79B274C49E}"/>
              </a:ext>
            </a:extLst>
          </p:cNvPr>
          <p:cNvSpPr/>
          <p:nvPr userDrawn="1"/>
        </p:nvSpPr>
        <p:spPr bwMode="auto">
          <a:xfrm>
            <a:off x="5326618"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3" name="설명선: 오른쪽 화살표 12">
            <a:extLst>
              <a:ext uri="{FF2B5EF4-FFF2-40B4-BE49-F238E27FC236}">
                <a16:creationId xmlns:a16="http://schemas.microsoft.com/office/drawing/2014/main" id="{7287237E-1D75-43D0-8B9E-CF02B8973719}"/>
              </a:ext>
            </a:extLst>
          </p:cNvPr>
          <p:cNvSpPr/>
          <p:nvPr userDrawn="1"/>
        </p:nvSpPr>
        <p:spPr>
          <a:xfrm>
            <a:off x="326961" y="6464280"/>
            <a:ext cx="2365146"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14" name="설명선: 왼쪽 화살표 13">
            <a:extLst>
              <a:ext uri="{FF2B5EF4-FFF2-40B4-BE49-F238E27FC236}">
                <a16:creationId xmlns:a16="http://schemas.microsoft.com/office/drawing/2014/main" id="{3AD6BA4C-CEB3-4929-A87A-D76EEF23941E}"/>
              </a:ext>
            </a:extLst>
          </p:cNvPr>
          <p:cNvSpPr/>
          <p:nvPr userDrawn="1"/>
        </p:nvSpPr>
        <p:spPr>
          <a:xfrm>
            <a:off x="2784700" y="504309"/>
            <a:ext cx="2365200"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
        <p:nvSpPr>
          <p:cNvPr id="15" name="설명선: 오른쪽 화살표 14">
            <a:extLst>
              <a:ext uri="{FF2B5EF4-FFF2-40B4-BE49-F238E27FC236}">
                <a16:creationId xmlns:a16="http://schemas.microsoft.com/office/drawing/2014/main" id="{F5CF4F4F-F22A-40CD-9870-12C922B2C3AB}"/>
              </a:ext>
            </a:extLst>
          </p:cNvPr>
          <p:cNvSpPr/>
          <p:nvPr userDrawn="1"/>
        </p:nvSpPr>
        <p:spPr>
          <a:xfrm>
            <a:off x="2828622" y="6464280"/>
            <a:ext cx="2365146"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16" name="설명선: 왼쪽 화살표 15">
            <a:extLst>
              <a:ext uri="{FF2B5EF4-FFF2-40B4-BE49-F238E27FC236}">
                <a16:creationId xmlns:a16="http://schemas.microsoft.com/office/drawing/2014/main" id="{05D940FF-F22C-4566-B117-7F8863EEE3F4}"/>
              </a:ext>
            </a:extLst>
          </p:cNvPr>
          <p:cNvSpPr/>
          <p:nvPr userDrawn="1"/>
        </p:nvSpPr>
        <p:spPr>
          <a:xfrm>
            <a:off x="5286361" y="504309"/>
            <a:ext cx="2365200"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Tree>
    <p:extLst>
      <p:ext uri="{BB962C8B-B14F-4D97-AF65-F5344CB8AC3E}">
        <p14:creationId xmlns:p14="http://schemas.microsoft.com/office/powerpoint/2010/main" val="3985420240"/>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7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1312936"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0" name="직사각형 9">
            <a:extLst>
              <a:ext uri="{FF2B5EF4-FFF2-40B4-BE49-F238E27FC236}">
                <a16:creationId xmlns:a16="http://schemas.microsoft.com/office/drawing/2014/main" id="{6712B88B-6FE3-48AF-BD92-FB0D96D2BD2A}"/>
              </a:ext>
            </a:extLst>
          </p:cNvPr>
          <p:cNvSpPr/>
          <p:nvPr userDrawn="1"/>
        </p:nvSpPr>
        <p:spPr bwMode="auto">
          <a:xfrm>
            <a:off x="3807661"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Tree>
    <p:extLst>
      <p:ext uri="{BB962C8B-B14F-4D97-AF65-F5344CB8AC3E}">
        <p14:creationId xmlns:p14="http://schemas.microsoft.com/office/powerpoint/2010/main" val="72694441"/>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9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1312936"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0" name="직사각형 9">
            <a:extLst>
              <a:ext uri="{FF2B5EF4-FFF2-40B4-BE49-F238E27FC236}">
                <a16:creationId xmlns:a16="http://schemas.microsoft.com/office/drawing/2014/main" id="{6712B88B-6FE3-48AF-BD92-FB0D96D2BD2A}"/>
              </a:ext>
            </a:extLst>
          </p:cNvPr>
          <p:cNvSpPr/>
          <p:nvPr userDrawn="1"/>
        </p:nvSpPr>
        <p:spPr bwMode="auto">
          <a:xfrm>
            <a:off x="3807661"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6" name="텍스트 개체 틀 2">
            <a:extLst>
              <a:ext uri="{FF2B5EF4-FFF2-40B4-BE49-F238E27FC236}">
                <a16:creationId xmlns:a16="http://schemas.microsoft.com/office/drawing/2014/main" id="{75B47B62-5870-4902-993F-45A5A111CC3A}"/>
              </a:ext>
            </a:extLst>
          </p:cNvPr>
          <p:cNvSpPr>
            <a:spLocks noGrp="1"/>
          </p:cNvSpPr>
          <p:nvPr>
            <p:ph type="body" sz="quarter" idx="12"/>
          </p:nvPr>
        </p:nvSpPr>
        <p:spPr>
          <a:xfrm>
            <a:off x="1389420" y="692696"/>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cxnSp>
        <p:nvCxnSpPr>
          <p:cNvPr id="7" name="직선 연결선 6">
            <a:extLst>
              <a:ext uri="{FF2B5EF4-FFF2-40B4-BE49-F238E27FC236}">
                <a16:creationId xmlns:a16="http://schemas.microsoft.com/office/drawing/2014/main" id="{E7D443B4-DF1D-46A8-8C99-6E61E2F4EF4E}"/>
              </a:ext>
            </a:extLst>
          </p:cNvPr>
          <p:cNvCxnSpPr/>
          <p:nvPr userDrawn="1"/>
        </p:nvCxnSpPr>
        <p:spPr>
          <a:xfrm>
            <a:off x="1309998" y="942900"/>
            <a:ext cx="22786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Chevron Left">
            <a:extLst>
              <a:ext uri="{FF2B5EF4-FFF2-40B4-BE49-F238E27FC236}">
                <a16:creationId xmlns:a16="http://schemas.microsoft.com/office/drawing/2014/main" id="{3FE808D2-E454-4F93-A99B-8F8C274F7B5B}"/>
              </a:ext>
            </a:extLst>
          </p:cNvPr>
          <p:cNvSpPr>
            <a:spLocks noChangeAspect="1"/>
          </p:cNvSpPr>
          <p:nvPr userDrawn="1"/>
        </p:nvSpPr>
        <p:spPr bwMode="auto">
          <a:xfrm>
            <a:off x="1375654" y="728600"/>
            <a:ext cx="79375" cy="144462"/>
          </a:xfrm>
          <a:custGeom>
            <a:avLst/>
            <a:gdLst>
              <a:gd name="T0" fmla="*/ 296 w 324"/>
              <a:gd name="T1" fmla="*/ 593 h 593"/>
              <a:gd name="T2" fmla="*/ 324 w 324"/>
              <a:gd name="T3" fmla="*/ 565 h 593"/>
              <a:gd name="T4" fmla="*/ 55 w 324"/>
              <a:gd name="T5" fmla="*/ 297 h 593"/>
              <a:gd name="T6" fmla="*/ 324 w 324"/>
              <a:gd name="T7" fmla="*/ 28 h 593"/>
              <a:gd name="T8" fmla="*/ 296 w 324"/>
              <a:gd name="T9" fmla="*/ 0 h 593"/>
              <a:gd name="T10" fmla="*/ 0 w 324"/>
              <a:gd name="T11" fmla="*/ 297 h 593"/>
              <a:gd name="T12" fmla="*/ 296 w 324"/>
              <a:gd name="T13" fmla="*/ 593 h 593"/>
            </a:gdLst>
            <a:ahLst/>
            <a:cxnLst>
              <a:cxn ang="0">
                <a:pos x="T0" y="T1"/>
              </a:cxn>
              <a:cxn ang="0">
                <a:pos x="T2" y="T3"/>
              </a:cxn>
              <a:cxn ang="0">
                <a:pos x="T4" y="T5"/>
              </a:cxn>
              <a:cxn ang="0">
                <a:pos x="T6" y="T7"/>
              </a:cxn>
              <a:cxn ang="0">
                <a:pos x="T8" y="T9"/>
              </a:cxn>
              <a:cxn ang="0">
                <a:pos x="T10" y="T11"/>
              </a:cxn>
              <a:cxn ang="0">
                <a:pos x="T12" y="T13"/>
              </a:cxn>
            </a:cxnLst>
            <a:rect l="0" t="0" r="r" b="b"/>
            <a:pathLst>
              <a:path w="324" h="593">
                <a:moveTo>
                  <a:pt x="296" y="593"/>
                </a:moveTo>
                <a:lnTo>
                  <a:pt x="324" y="565"/>
                </a:lnTo>
                <a:lnTo>
                  <a:pt x="55" y="297"/>
                </a:lnTo>
                <a:lnTo>
                  <a:pt x="324" y="28"/>
                </a:lnTo>
                <a:lnTo>
                  <a:pt x="296" y="0"/>
                </a:lnTo>
                <a:lnTo>
                  <a:pt x="0" y="297"/>
                </a:lnTo>
                <a:lnTo>
                  <a:pt x="296" y="593"/>
                </a:ln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827247090"/>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8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2682197"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0" name="직사각형 9">
            <a:extLst>
              <a:ext uri="{FF2B5EF4-FFF2-40B4-BE49-F238E27FC236}">
                <a16:creationId xmlns:a16="http://schemas.microsoft.com/office/drawing/2014/main" id="{6712B88B-6FE3-48AF-BD92-FB0D96D2BD2A}"/>
              </a:ext>
            </a:extLst>
          </p:cNvPr>
          <p:cNvSpPr/>
          <p:nvPr userDrawn="1"/>
        </p:nvSpPr>
        <p:spPr bwMode="auto">
          <a:xfrm>
            <a:off x="5176922" y="692696"/>
            <a:ext cx="2290678" cy="576064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6" name="텍스트 개체 틀 2">
            <a:extLst>
              <a:ext uri="{FF2B5EF4-FFF2-40B4-BE49-F238E27FC236}">
                <a16:creationId xmlns:a16="http://schemas.microsoft.com/office/drawing/2014/main" id="{75B47B62-5870-4902-993F-45A5A111CC3A}"/>
              </a:ext>
            </a:extLst>
          </p:cNvPr>
          <p:cNvSpPr>
            <a:spLocks noGrp="1"/>
          </p:cNvSpPr>
          <p:nvPr>
            <p:ph type="body" sz="quarter" idx="12"/>
          </p:nvPr>
        </p:nvSpPr>
        <p:spPr>
          <a:xfrm>
            <a:off x="2758681" y="692696"/>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cxnSp>
        <p:nvCxnSpPr>
          <p:cNvPr id="7" name="직선 연결선 6">
            <a:extLst>
              <a:ext uri="{FF2B5EF4-FFF2-40B4-BE49-F238E27FC236}">
                <a16:creationId xmlns:a16="http://schemas.microsoft.com/office/drawing/2014/main" id="{E7D443B4-DF1D-46A8-8C99-6E61E2F4EF4E}"/>
              </a:ext>
            </a:extLst>
          </p:cNvPr>
          <p:cNvCxnSpPr/>
          <p:nvPr userDrawn="1"/>
        </p:nvCxnSpPr>
        <p:spPr>
          <a:xfrm>
            <a:off x="2679259" y="942900"/>
            <a:ext cx="22786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Chevron Left">
            <a:extLst>
              <a:ext uri="{FF2B5EF4-FFF2-40B4-BE49-F238E27FC236}">
                <a16:creationId xmlns:a16="http://schemas.microsoft.com/office/drawing/2014/main" id="{3FE808D2-E454-4F93-A99B-8F8C274F7B5B}"/>
              </a:ext>
            </a:extLst>
          </p:cNvPr>
          <p:cNvSpPr>
            <a:spLocks noChangeAspect="1"/>
          </p:cNvSpPr>
          <p:nvPr userDrawn="1"/>
        </p:nvSpPr>
        <p:spPr bwMode="auto">
          <a:xfrm>
            <a:off x="2744915" y="728600"/>
            <a:ext cx="79375" cy="144462"/>
          </a:xfrm>
          <a:custGeom>
            <a:avLst/>
            <a:gdLst>
              <a:gd name="T0" fmla="*/ 296 w 324"/>
              <a:gd name="T1" fmla="*/ 593 h 593"/>
              <a:gd name="T2" fmla="*/ 324 w 324"/>
              <a:gd name="T3" fmla="*/ 565 h 593"/>
              <a:gd name="T4" fmla="*/ 55 w 324"/>
              <a:gd name="T5" fmla="*/ 297 h 593"/>
              <a:gd name="T6" fmla="*/ 324 w 324"/>
              <a:gd name="T7" fmla="*/ 28 h 593"/>
              <a:gd name="T8" fmla="*/ 296 w 324"/>
              <a:gd name="T9" fmla="*/ 0 h 593"/>
              <a:gd name="T10" fmla="*/ 0 w 324"/>
              <a:gd name="T11" fmla="*/ 297 h 593"/>
              <a:gd name="T12" fmla="*/ 296 w 324"/>
              <a:gd name="T13" fmla="*/ 593 h 593"/>
            </a:gdLst>
            <a:ahLst/>
            <a:cxnLst>
              <a:cxn ang="0">
                <a:pos x="T0" y="T1"/>
              </a:cxn>
              <a:cxn ang="0">
                <a:pos x="T2" y="T3"/>
              </a:cxn>
              <a:cxn ang="0">
                <a:pos x="T4" y="T5"/>
              </a:cxn>
              <a:cxn ang="0">
                <a:pos x="T6" y="T7"/>
              </a:cxn>
              <a:cxn ang="0">
                <a:pos x="T8" y="T9"/>
              </a:cxn>
              <a:cxn ang="0">
                <a:pos x="T10" y="T11"/>
              </a:cxn>
              <a:cxn ang="0">
                <a:pos x="T12" y="T13"/>
              </a:cxn>
            </a:cxnLst>
            <a:rect l="0" t="0" r="r" b="b"/>
            <a:pathLst>
              <a:path w="324" h="593">
                <a:moveTo>
                  <a:pt x="296" y="593"/>
                </a:moveTo>
                <a:lnTo>
                  <a:pt x="324" y="565"/>
                </a:lnTo>
                <a:lnTo>
                  <a:pt x="55" y="297"/>
                </a:lnTo>
                <a:lnTo>
                  <a:pt x="324" y="28"/>
                </a:lnTo>
                <a:lnTo>
                  <a:pt x="296" y="0"/>
                </a:lnTo>
                <a:lnTo>
                  <a:pt x="0" y="297"/>
                </a:lnTo>
                <a:lnTo>
                  <a:pt x="296" y="593"/>
                </a:ln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937904461"/>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3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2741311"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3" name="텍스트 개체 틀 2">
            <a:extLst>
              <a:ext uri="{FF2B5EF4-FFF2-40B4-BE49-F238E27FC236}">
                <a16:creationId xmlns:a16="http://schemas.microsoft.com/office/drawing/2014/main" id="{87A39834-1383-470D-9CC2-9633AA3FFC1B}"/>
              </a:ext>
            </a:extLst>
          </p:cNvPr>
          <p:cNvSpPr>
            <a:spLocks noGrp="1"/>
          </p:cNvSpPr>
          <p:nvPr>
            <p:ph type="body" sz="quarter" idx="12"/>
          </p:nvPr>
        </p:nvSpPr>
        <p:spPr>
          <a:xfrm>
            <a:off x="2837111" y="1518212"/>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cxnSp>
        <p:nvCxnSpPr>
          <p:cNvPr id="6" name="직선 연결선 5">
            <a:extLst>
              <a:ext uri="{FF2B5EF4-FFF2-40B4-BE49-F238E27FC236}">
                <a16:creationId xmlns:a16="http://schemas.microsoft.com/office/drawing/2014/main" id="{36170B7E-A940-4A30-9453-ABDEEDFE6FE5}"/>
              </a:ext>
            </a:extLst>
          </p:cNvPr>
          <p:cNvCxnSpPr/>
          <p:nvPr userDrawn="1"/>
        </p:nvCxnSpPr>
        <p:spPr>
          <a:xfrm>
            <a:off x="2760343" y="1768416"/>
            <a:ext cx="225606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Chevron Left">
            <a:extLst>
              <a:ext uri="{FF2B5EF4-FFF2-40B4-BE49-F238E27FC236}">
                <a16:creationId xmlns:a16="http://schemas.microsoft.com/office/drawing/2014/main" id="{A0113208-BE1F-4844-93AF-38E406B7F097}"/>
              </a:ext>
            </a:extLst>
          </p:cNvPr>
          <p:cNvSpPr>
            <a:spLocks noChangeAspect="1"/>
          </p:cNvSpPr>
          <p:nvPr userDrawn="1"/>
        </p:nvSpPr>
        <p:spPr bwMode="auto">
          <a:xfrm>
            <a:off x="2823345" y="1554116"/>
            <a:ext cx="79375" cy="144462"/>
          </a:xfrm>
          <a:custGeom>
            <a:avLst/>
            <a:gdLst>
              <a:gd name="T0" fmla="*/ 296 w 324"/>
              <a:gd name="T1" fmla="*/ 593 h 593"/>
              <a:gd name="T2" fmla="*/ 324 w 324"/>
              <a:gd name="T3" fmla="*/ 565 h 593"/>
              <a:gd name="T4" fmla="*/ 55 w 324"/>
              <a:gd name="T5" fmla="*/ 297 h 593"/>
              <a:gd name="T6" fmla="*/ 324 w 324"/>
              <a:gd name="T7" fmla="*/ 28 h 593"/>
              <a:gd name="T8" fmla="*/ 296 w 324"/>
              <a:gd name="T9" fmla="*/ 0 h 593"/>
              <a:gd name="T10" fmla="*/ 0 w 324"/>
              <a:gd name="T11" fmla="*/ 297 h 593"/>
              <a:gd name="T12" fmla="*/ 296 w 324"/>
              <a:gd name="T13" fmla="*/ 593 h 593"/>
            </a:gdLst>
            <a:ahLst/>
            <a:cxnLst>
              <a:cxn ang="0">
                <a:pos x="T0" y="T1"/>
              </a:cxn>
              <a:cxn ang="0">
                <a:pos x="T2" y="T3"/>
              </a:cxn>
              <a:cxn ang="0">
                <a:pos x="T4" y="T5"/>
              </a:cxn>
              <a:cxn ang="0">
                <a:pos x="T6" y="T7"/>
              </a:cxn>
              <a:cxn ang="0">
                <a:pos x="T8" y="T9"/>
              </a:cxn>
              <a:cxn ang="0">
                <a:pos x="T10" y="T11"/>
              </a:cxn>
              <a:cxn ang="0">
                <a:pos x="T12" y="T13"/>
              </a:cxn>
            </a:cxnLst>
            <a:rect l="0" t="0" r="r" b="b"/>
            <a:pathLst>
              <a:path w="324" h="593">
                <a:moveTo>
                  <a:pt x="296" y="593"/>
                </a:moveTo>
                <a:lnTo>
                  <a:pt x="324" y="565"/>
                </a:lnTo>
                <a:lnTo>
                  <a:pt x="55" y="297"/>
                </a:lnTo>
                <a:lnTo>
                  <a:pt x="324" y="28"/>
                </a:lnTo>
                <a:lnTo>
                  <a:pt x="296" y="0"/>
                </a:lnTo>
                <a:lnTo>
                  <a:pt x="0" y="297"/>
                </a:lnTo>
                <a:lnTo>
                  <a:pt x="296" y="593"/>
                </a:ln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697634897"/>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6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2741311" y="1408552"/>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3583377256"/>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4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272480" y="1408552"/>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3518866998"/>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5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1016028"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8" name="직사각형 7">
            <a:extLst>
              <a:ext uri="{FF2B5EF4-FFF2-40B4-BE49-F238E27FC236}">
                <a16:creationId xmlns:a16="http://schemas.microsoft.com/office/drawing/2014/main" id="{8F1F4162-6CF8-4B65-87CD-D3E6FAFE6975}"/>
              </a:ext>
            </a:extLst>
          </p:cNvPr>
          <p:cNvSpPr/>
          <p:nvPr userDrawn="1"/>
        </p:nvSpPr>
        <p:spPr bwMode="auto">
          <a:xfrm>
            <a:off x="4466594"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Tree>
    <p:extLst>
      <p:ext uri="{BB962C8B-B14F-4D97-AF65-F5344CB8AC3E}">
        <p14:creationId xmlns:p14="http://schemas.microsoft.com/office/powerpoint/2010/main" val="3587669984"/>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3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278298"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8" name="직사각형 7">
            <a:extLst>
              <a:ext uri="{FF2B5EF4-FFF2-40B4-BE49-F238E27FC236}">
                <a16:creationId xmlns:a16="http://schemas.microsoft.com/office/drawing/2014/main" id="{8F1F4162-6CF8-4B65-87CD-D3E6FAFE6975}"/>
              </a:ext>
            </a:extLst>
          </p:cNvPr>
          <p:cNvSpPr/>
          <p:nvPr userDrawn="1"/>
        </p:nvSpPr>
        <p:spPr bwMode="auto">
          <a:xfrm>
            <a:off x="2784134"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6" name="직사각형 5">
            <a:extLst>
              <a:ext uri="{FF2B5EF4-FFF2-40B4-BE49-F238E27FC236}">
                <a16:creationId xmlns:a16="http://schemas.microsoft.com/office/drawing/2014/main" id="{EFEC6924-D263-4CC3-BC13-2CAC5287065B}"/>
              </a:ext>
            </a:extLst>
          </p:cNvPr>
          <p:cNvSpPr/>
          <p:nvPr userDrawn="1"/>
        </p:nvSpPr>
        <p:spPr bwMode="auto">
          <a:xfrm>
            <a:off x="5280169"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Tree>
    <p:extLst>
      <p:ext uri="{BB962C8B-B14F-4D97-AF65-F5344CB8AC3E}">
        <p14:creationId xmlns:p14="http://schemas.microsoft.com/office/powerpoint/2010/main" val="1838209308"/>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1016028"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3" name="텍스트 개체 틀 2">
            <a:extLst>
              <a:ext uri="{FF2B5EF4-FFF2-40B4-BE49-F238E27FC236}">
                <a16:creationId xmlns:a16="http://schemas.microsoft.com/office/drawing/2014/main" id="{87A39834-1383-470D-9CC2-9633AA3FFC1B}"/>
              </a:ext>
            </a:extLst>
          </p:cNvPr>
          <p:cNvSpPr>
            <a:spLocks noGrp="1"/>
          </p:cNvSpPr>
          <p:nvPr>
            <p:ph type="body" sz="quarter" idx="12"/>
          </p:nvPr>
        </p:nvSpPr>
        <p:spPr>
          <a:xfrm>
            <a:off x="1111828" y="1518212"/>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cxnSp>
        <p:nvCxnSpPr>
          <p:cNvPr id="6" name="직선 연결선 5">
            <a:extLst>
              <a:ext uri="{FF2B5EF4-FFF2-40B4-BE49-F238E27FC236}">
                <a16:creationId xmlns:a16="http://schemas.microsoft.com/office/drawing/2014/main" id="{36170B7E-A940-4A30-9453-ABDEEDFE6FE5}"/>
              </a:ext>
            </a:extLst>
          </p:cNvPr>
          <p:cNvCxnSpPr/>
          <p:nvPr userDrawn="1"/>
        </p:nvCxnSpPr>
        <p:spPr>
          <a:xfrm>
            <a:off x="1035060" y="1768416"/>
            <a:ext cx="225606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8F1F4162-6CF8-4B65-87CD-D3E6FAFE6975}"/>
              </a:ext>
            </a:extLst>
          </p:cNvPr>
          <p:cNvSpPr/>
          <p:nvPr userDrawn="1"/>
        </p:nvSpPr>
        <p:spPr bwMode="auto">
          <a:xfrm>
            <a:off x="4466594"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9" name="텍스트 개체 틀 2">
            <a:extLst>
              <a:ext uri="{FF2B5EF4-FFF2-40B4-BE49-F238E27FC236}">
                <a16:creationId xmlns:a16="http://schemas.microsoft.com/office/drawing/2014/main" id="{EAFB160C-CA2C-4E92-A58F-C4CA222E3DEC}"/>
              </a:ext>
            </a:extLst>
          </p:cNvPr>
          <p:cNvSpPr>
            <a:spLocks noGrp="1"/>
          </p:cNvSpPr>
          <p:nvPr>
            <p:ph type="body" sz="quarter" idx="13"/>
          </p:nvPr>
        </p:nvSpPr>
        <p:spPr>
          <a:xfrm>
            <a:off x="4562394" y="1518212"/>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cxnSp>
        <p:nvCxnSpPr>
          <p:cNvPr id="10" name="직선 연결선 9">
            <a:extLst>
              <a:ext uri="{FF2B5EF4-FFF2-40B4-BE49-F238E27FC236}">
                <a16:creationId xmlns:a16="http://schemas.microsoft.com/office/drawing/2014/main" id="{C1D75D1E-71A1-49A5-804C-24FD561260A6}"/>
              </a:ext>
            </a:extLst>
          </p:cNvPr>
          <p:cNvCxnSpPr/>
          <p:nvPr userDrawn="1"/>
        </p:nvCxnSpPr>
        <p:spPr>
          <a:xfrm>
            <a:off x="4485626" y="1768416"/>
            <a:ext cx="225606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제목 1">
            <a:extLst>
              <a:ext uri="{FF2B5EF4-FFF2-40B4-BE49-F238E27FC236}">
                <a16:creationId xmlns:a16="http://schemas.microsoft.com/office/drawing/2014/main" id="{2BCB27F0-D2EE-45B9-864F-50843FF605A6}"/>
              </a:ext>
            </a:extLst>
          </p:cNvPr>
          <p:cNvSpPr txBox="1">
            <a:spLocks/>
          </p:cNvSpPr>
          <p:nvPr userDrawn="1"/>
        </p:nvSpPr>
        <p:spPr>
          <a:xfrm>
            <a:off x="2921948" y="1519288"/>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sp>
        <p:nvSpPr>
          <p:cNvPr id="13" name="제목 1">
            <a:extLst>
              <a:ext uri="{FF2B5EF4-FFF2-40B4-BE49-F238E27FC236}">
                <a16:creationId xmlns:a16="http://schemas.microsoft.com/office/drawing/2014/main" id="{18CDD126-F470-4174-824D-548D9E533698}"/>
              </a:ext>
            </a:extLst>
          </p:cNvPr>
          <p:cNvSpPr txBox="1">
            <a:spLocks/>
          </p:cNvSpPr>
          <p:nvPr userDrawn="1"/>
        </p:nvSpPr>
        <p:spPr>
          <a:xfrm>
            <a:off x="6369706" y="1517535"/>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spTree>
    <p:extLst>
      <p:ext uri="{BB962C8B-B14F-4D97-AF65-F5344CB8AC3E}">
        <p14:creationId xmlns:p14="http://schemas.microsoft.com/office/powerpoint/2010/main" val="2281700150"/>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_화면1개">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3CF7B2A6-EFEB-431D-9F24-53214907DAA7}"/>
              </a:ext>
            </a:extLst>
          </p:cNvPr>
          <p:cNvSpPr/>
          <p:nvPr userDrawn="1"/>
        </p:nvSpPr>
        <p:spPr bwMode="auto">
          <a:xfrm>
            <a:off x="1016028"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3" name="텍스트 개체 틀 2">
            <a:extLst>
              <a:ext uri="{FF2B5EF4-FFF2-40B4-BE49-F238E27FC236}">
                <a16:creationId xmlns:a16="http://schemas.microsoft.com/office/drawing/2014/main" id="{87A39834-1383-470D-9CC2-9633AA3FFC1B}"/>
              </a:ext>
            </a:extLst>
          </p:cNvPr>
          <p:cNvSpPr>
            <a:spLocks noGrp="1"/>
          </p:cNvSpPr>
          <p:nvPr>
            <p:ph type="body" sz="quarter" idx="12"/>
          </p:nvPr>
        </p:nvSpPr>
        <p:spPr>
          <a:xfrm>
            <a:off x="1111828" y="1518212"/>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cxnSp>
        <p:nvCxnSpPr>
          <p:cNvPr id="6" name="직선 연결선 5">
            <a:extLst>
              <a:ext uri="{FF2B5EF4-FFF2-40B4-BE49-F238E27FC236}">
                <a16:creationId xmlns:a16="http://schemas.microsoft.com/office/drawing/2014/main" id="{36170B7E-A940-4A30-9453-ABDEEDFE6FE5}"/>
              </a:ext>
            </a:extLst>
          </p:cNvPr>
          <p:cNvCxnSpPr/>
          <p:nvPr userDrawn="1"/>
        </p:nvCxnSpPr>
        <p:spPr>
          <a:xfrm>
            <a:off x="1035060" y="1768416"/>
            <a:ext cx="225606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Chevron Left">
            <a:extLst>
              <a:ext uri="{FF2B5EF4-FFF2-40B4-BE49-F238E27FC236}">
                <a16:creationId xmlns:a16="http://schemas.microsoft.com/office/drawing/2014/main" id="{A0113208-BE1F-4844-93AF-38E406B7F097}"/>
              </a:ext>
            </a:extLst>
          </p:cNvPr>
          <p:cNvSpPr>
            <a:spLocks noChangeAspect="1"/>
          </p:cNvSpPr>
          <p:nvPr userDrawn="1"/>
        </p:nvSpPr>
        <p:spPr bwMode="auto">
          <a:xfrm>
            <a:off x="1098062" y="1554116"/>
            <a:ext cx="79375" cy="144462"/>
          </a:xfrm>
          <a:custGeom>
            <a:avLst/>
            <a:gdLst>
              <a:gd name="T0" fmla="*/ 296 w 324"/>
              <a:gd name="T1" fmla="*/ 593 h 593"/>
              <a:gd name="T2" fmla="*/ 324 w 324"/>
              <a:gd name="T3" fmla="*/ 565 h 593"/>
              <a:gd name="T4" fmla="*/ 55 w 324"/>
              <a:gd name="T5" fmla="*/ 297 h 593"/>
              <a:gd name="T6" fmla="*/ 324 w 324"/>
              <a:gd name="T7" fmla="*/ 28 h 593"/>
              <a:gd name="T8" fmla="*/ 296 w 324"/>
              <a:gd name="T9" fmla="*/ 0 h 593"/>
              <a:gd name="T10" fmla="*/ 0 w 324"/>
              <a:gd name="T11" fmla="*/ 297 h 593"/>
              <a:gd name="T12" fmla="*/ 296 w 324"/>
              <a:gd name="T13" fmla="*/ 593 h 593"/>
            </a:gdLst>
            <a:ahLst/>
            <a:cxnLst>
              <a:cxn ang="0">
                <a:pos x="T0" y="T1"/>
              </a:cxn>
              <a:cxn ang="0">
                <a:pos x="T2" y="T3"/>
              </a:cxn>
              <a:cxn ang="0">
                <a:pos x="T4" y="T5"/>
              </a:cxn>
              <a:cxn ang="0">
                <a:pos x="T6" y="T7"/>
              </a:cxn>
              <a:cxn ang="0">
                <a:pos x="T8" y="T9"/>
              </a:cxn>
              <a:cxn ang="0">
                <a:pos x="T10" y="T11"/>
              </a:cxn>
              <a:cxn ang="0">
                <a:pos x="T12" y="T13"/>
              </a:cxn>
            </a:cxnLst>
            <a:rect l="0" t="0" r="r" b="b"/>
            <a:pathLst>
              <a:path w="324" h="593">
                <a:moveTo>
                  <a:pt x="296" y="593"/>
                </a:moveTo>
                <a:lnTo>
                  <a:pt x="324" y="565"/>
                </a:lnTo>
                <a:lnTo>
                  <a:pt x="55" y="297"/>
                </a:lnTo>
                <a:lnTo>
                  <a:pt x="324" y="28"/>
                </a:lnTo>
                <a:lnTo>
                  <a:pt x="296" y="0"/>
                </a:lnTo>
                <a:lnTo>
                  <a:pt x="0" y="297"/>
                </a:lnTo>
                <a:lnTo>
                  <a:pt x="296" y="593"/>
                </a:ln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
        <p:nvSpPr>
          <p:cNvPr id="8" name="직사각형 7">
            <a:extLst>
              <a:ext uri="{FF2B5EF4-FFF2-40B4-BE49-F238E27FC236}">
                <a16:creationId xmlns:a16="http://schemas.microsoft.com/office/drawing/2014/main" id="{8F1F4162-6CF8-4B65-87CD-D3E6FAFE6975}"/>
              </a:ext>
            </a:extLst>
          </p:cNvPr>
          <p:cNvSpPr/>
          <p:nvPr userDrawn="1"/>
        </p:nvSpPr>
        <p:spPr bwMode="auto">
          <a:xfrm>
            <a:off x="4466594"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9" name="텍스트 개체 틀 2">
            <a:extLst>
              <a:ext uri="{FF2B5EF4-FFF2-40B4-BE49-F238E27FC236}">
                <a16:creationId xmlns:a16="http://schemas.microsoft.com/office/drawing/2014/main" id="{EAFB160C-CA2C-4E92-A58F-C4CA222E3DEC}"/>
              </a:ext>
            </a:extLst>
          </p:cNvPr>
          <p:cNvSpPr>
            <a:spLocks noGrp="1"/>
          </p:cNvSpPr>
          <p:nvPr>
            <p:ph type="body" sz="quarter" idx="13"/>
          </p:nvPr>
        </p:nvSpPr>
        <p:spPr>
          <a:xfrm>
            <a:off x="4562394" y="1518212"/>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cxnSp>
        <p:nvCxnSpPr>
          <p:cNvPr id="10" name="직선 연결선 9">
            <a:extLst>
              <a:ext uri="{FF2B5EF4-FFF2-40B4-BE49-F238E27FC236}">
                <a16:creationId xmlns:a16="http://schemas.microsoft.com/office/drawing/2014/main" id="{C1D75D1E-71A1-49A5-804C-24FD561260A6}"/>
              </a:ext>
            </a:extLst>
          </p:cNvPr>
          <p:cNvCxnSpPr/>
          <p:nvPr userDrawn="1"/>
        </p:nvCxnSpPr>
        <p:spPr>
          <a:xfrm>
            <a:off x="4485626" y="1768416"/>
            <a:ext cx="225606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Chevron Left">
            <a:extLst>
              <a:ext uri="{FF2B5EF4-FFF2-40B4-BE49-F238E27FC236}">
                <a16:creationId xmlns:a16="http://schemas.microsoft.com/office/drawing/2014/main" id="{CBC6CFAB-8799-4CF2-B301-8281E3039548}"/>
              </a:ext>
            </a:extLst>
          </p:cNvPr>
          <p:cNvSpPr>
            <a:spLocks noChangeAspect="1"/>
          </p:cNvSpPr>
          <p:nvPr userDrawn="1"/>
        </p:nvSpPr>
        <p:spPr bwMode="auto">
          <a:xfrm>
            <a:off x="4548628" y="1554116"/>
            <a:ext cx="79375" cy="144462"/>
          </a:xfrm>
          <a:custGeom>
            <a:avLst/>
            <a:gdLst>
              <a:gd name="T0" fmla="*/ 296 w 324"/>
              <a:gd name="T1" fmla="*/ 593 h 593"/>
              <a:gd name="T2" fmla="*/ 324 w 324"/>
              <a:gd name="T3" fmla="*/ 565 h 593"/>
              <a:gd name="T4" fmla="*/ 55 w 324"/>
              <a:gd name="T5" fmla="*/ 297 h 593"/>
              <a:gd name="T6" fmla="*/ 324 w 324"/>
              <a:gd name="T7" fmla="*/ 28 h 593"/>
              <a:gd name="T8" fmla="*/ 296 w 324"/>
              <a:gd name="T9" fmla="*/ 0 h 593"/>
              <a:gd name="T10" fmla="*/ 0 w 324"/>
              <a:gd name="T11" fmla="*/ 297 h 593"/>
              <a:gd name="T12" fmla="*/ 296 w 324"/>
              <a:gd name="T13" fmla="*/ 593 h 593"/>
            </a:gdLst>
            <a:ahLst/>
            <a:cxnLst>
              <a:cxn ang="0">
                <a:pos x="T0" y="T1"/>
              </a:cxn>
              <a:cxn ang="0">
                <a:pos x="T2" y="T3"/>
              </a:cxn>
              <a:cxn ang="0">
                <a:pos x="T4" y="T5"/>
              </a:cxn>
              <a:cxn ang="0">
                <a:pos x="T6" y="T7"/>
              </a:cxn>
              <a:cxn ang="0">
                <a:pos x="T8" y="T9"/>
              </a:cxn>
              <a:cxn ang="0">
                <a:pos x="T10" y="T11"/>
              </a:cxn>
              <a:cxn ang="0">
                <a:pos x="T12" y="T13"/>
              </a:cxn>
            </a:cxnLst>
            <a:rect l="0" t="0" r="r" b="b"/>
            <a:pathLst>
              <a:path w="324" h="593">
                <a:moveTo>
                  <a:pt x="296" y="593"/>
                </a:moveTo>
                <a:lnTo>
                  <a:pt x="324" y="565"/>
                </a:lnTo>
                <a:lnTo>
                  <a:pt x="55" y="297"/>
                </a:lnTo>
                <a:lnTo>
                  <a:pt x="324" y="28"/>
                </a:lnTo>
                <a:lnTo>
                  <a:pt x="296" y="0"/>
                </a:lnTo>
                <a:lnTo>
                  <a:pt x="0" y="297"/>
                </a:lnTo>
                <a:lnTo>
                  <a:pt x="296" y="593"/>
                </a:ln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201773168"/>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7" name="설명선: 오른쪽 화살표 16">
            <a:extLst>
              <a:ext uri="{FF2B5EF4-FFF2-40B4-BE49-F238E27FC236}">
                <a16:creationId xmlns:a16="http://schemas.microsoft.com/office/drawing/2014/main" id="{9E478B2F-C7DE-40C0-9A5F-E2AF16A18F97}"/>
              </a:ext>
            </a:extLst>
          </p:cNvPr>
          <p:cNvSpPr/>
          <p:nvPr userDrawn="1"/>
        </p:nvSpPr>
        <p:spPr>
          <a:xfrm>
            <a:off x="294655" y="6076044"/>
            <a:ext cx="2378803"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18" name="설명선: 왼쪽 화살표 17">
            <a:extLst>
              <a:ext uri="{FF2B5EF4-FFF2-40B4-BE49-F238E27FC236}">
                <a16:creationId xmlns:a16="http://schemas.microsoft.com/office/drawing/2014/main" id="{8B207E69-1994-4A98-8021-8A9ECEF6C44D}"/>
              </a:ext>
            </a:extLst>
          </p:cNvPr>
          <p:cNvSpPr/>
          <p:nvPr userDrawn="1"/>
        </p:nvSpPr>
        <p:spPr>
          <a:xfrm>
            <a:off x="2765542" y="831185"/>
            <a:ext cx="2355250"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
        <p:nvSpPr>
          <p:cNvPr id="20" name="설명선: 왼쪽 화살표 19">
            <a:extLst>
              <a:ext uri="{FF2B5EF4-FFF2-40B4-BE49-F238E27FC236}">
                <a16:creationId xmlns:a16="http://schemas.microsoft.com/office/drawing/2014/main" id="{8F387751-97D7-4122-A394-C334239E8734}"/>
              </a:ext>
            </a:extLst>
          </p:cNvPr>
          <p:cNvSpPr/>
          <p:nvPr userDrawn="1"/>
        </p:nvSpPr>
        <p:spPr>
          <a:xfrm>
            <a:off x="5289933" y="831185"/>
            <a:ext cx="2378803"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
        <p:nvSpPr>
          <p:cNvPr id="21" name="설명선: 오른쪽 화살표 20">
            <a:extLst>
              <a:ext uri="{FF2B5EF4-FFF2-40B4-BE49-F238E27FC236}">
                <a16:creationId xmlns:a16="http://schemas.microsoft.com/office/drawing/2014/main" id="{34906F93-1BE6-47ED-8A7C-3A78DEACF506}"/>
              </a:ext>
            </a:extLst>
          </p:cNvPr>
          <p:cNvSpPr/>
          <p:nvPr userDrawn="1"/>
        </p:nvSpPr>
        <p:spPr>
          <a:xfrm>
            <a:off x="2801674" y="6076044"/>
            <a:ext cx="2402591"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337160256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492786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631953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2741311"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543569421"/>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3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2741311"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5" name="직사각형 4">
            <a:extLst>
              <a:ext uri="{FF2B5EF4-FFF2-40B4-BE49-F238E27FC236}">
                <a16:creationId xmlns:a16="http://schemas.microsoft.com/office/drawing/2014/main" id="{961DC970-C950-4C05-B692-4C9364493C61}"/>
              </a:ext>
            </a:extLst>
          </p:cNvPr>
          <p:cNvSpPr/>
          <p:nvPr userDrawn="1"/>
        </p:nvSpPr>
        <p:spPr bwMode="auto">
          <a:xfrm>
            <a:off x="2741311" y="1484784"/>
            <a:ext cx="2290678"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6" name="제목 1">
            <a:extLst>
              <a:ext uri="{FF2B5EF4-FFF2-40B4-BE49-F238E27FC236}">
                <a16:creationId xmlns:a16="http://schemas.microsoft.com/office/drawing/2014/main" id="{54AABE0E-3DF1-4884-A795-56B9340524DF}"/>
              </a:ext>
            </a:extLst>
          </p:cNvPr>
          <p:cNvSpPr txBox="1">
            <a:spLocks/>
          </p:cNvSpPr>
          <p:nvPr userDrawn="1"/>
        </p:nvSpPr>
        <p:spPr>
          <a:xfrm>
            <a:off x="4620769" y="1517403"/>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sp>
        <p:nvSpPr>
          <p:cNvPr id="7" name="텍스트 개체 틀 2">
            <a:extLst>
              <a:ext uri="{FF2B5EF4-FFF2-40B4-BE49-F238E27FC236}">
                <a16:creationId xmlns:a16="http://schemas.microsoft.com/office/drawing/2014/main" id="{F489EAF6-0BB6-4A49-AA5A-F8A22A7DFA8E}"/>
              </a:ext>
            </a:extLst>
          </p:cNvPr>
          <p:cNvSpPr>
            <a:spLocks noGrp="1"/>
          </p:cNvSpPr>
          <p:nvPr>
            <p:ph type="body" sz="quarter" idx="12"/>
          </p:nvPr>
        </p:nvSpPr>
        <p:spPr>
          <a:xfrm>
            <a:off x="2764653" y="1518212"/>
            <a:ext cx="2099077" cy="240790"/>
          </a:xfrm>
          <a:prstGeom prst="rect">
            <a:avLst/>
          </a:prstGeom>
        </p:spPr>
        <p:txBody>
          <a:bodyPr/>
          <a:lstStyle>
            <a:lvl1pPr marL="0" indent="0" algn="ctr">
              <a:buNone/>
              <a:defRPr sz="1000" b="1"/>
            </a:lvl1pPr>
            <a:lvl2pPr>
              <a:defRPr sz="1100"/>
            </a:lvl2pPr>
            <a:lvl3pPr>
              <a:defRPr sz="1050"/>
            </a:lvl3pPr>
            <a:lvl4pPr>
              <a:defRPr sz="1000"/>
            </a:lvl4pPr>
            <a:lvl5pPr>
              <a:defRPr sz="1000"/>
            </a:lvl5pPr>
          </a:lstStyle>
          <a:p>
            <a:pPr lvl="0"/>
            <a:r>
              <a:rPr lang="ko-KR" altLang="en-US"/>
              <a:t>마스터 텍스트 스타일을 편집하려면 클릭</a:t>
            </a:r>
          </a:p>
        </p:txBody>
      </p:sp>
    </p:spTree>
    <p:extLst>
      <p:ext uri="{BB962C8B-B14F-4D97-AF65-F5344CB8AC3E}">
        <p14:creationId xmlns:p14="http://schemas.microsoft.com/office/powerpoint/2010/main" val="1531408032"/>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522897" y="1492334"/>
            <a:ext cx="2290678" cy="4108680"/>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1288960876"/>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화면1개">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E62DCBB-182D-4B9B-AB42-8977BF39421E}"/>
              </a:ext>
            </a:extLst>
          </p:cNvPr>
          <p:cNvSpPr/>
          <p:nvPr/>
        </p:nvSpPr>
        <p:spPr bwMode="auto">
          <a:xfrm>
            <a:off x="2741311" y="965437"/>
            <a:ext cx="2290678" cy="5294355"/>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70" name="텍스트 개체 틀 3">
            <a:extLst>
              <a:ext uri="{FF2B5EF4-FFF2-40B4-BE49-F238E27FC236}">
                <a16:creationId xmlns:a16="http://schemas.microsoft.com/office/drawing/2014/main" id="{6DC41AF6-7C10-407F-B593-83B4CC3AD20F}"/>
              </a:ext>
            </a:extLst>
          </p:cNvPr>
          <p:cNvSpPr>
            <a:spLocks noGrp="1"/>
          </p:cNvSpPr>
          <p:nvPr userDrawn="1">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1" name="텍스트 개체 틀 3">
            <a:extLst>
              <a:ext uri="{FF2B5EF4-FFF2-40B4-BE49-F238E27FC236}">
                <a16:creationId xmlns:a16="http://schemas.microsoft.com/office/drawing/2014/main" id="{667B5FBD-E997-4629-AA0B-E6F4F643F578}"/>
              </a:ext>
            </a:extLst>
          </p:cNvPr>
          <p:cNvSpPr>
            <a:spLocks noGrp="1"/>
          </p:cNvSpPr>
          <p:nvPr userDrawn="1">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1325283983"/>
      </p:ext>
    </p:extLst>
  </p:cSld>
  <p:clrMapOvr>
    <a:masterClrMapping/>
  </p:clrMapOvr>
  <p:extLst>
    <p:ext uri="{DCECCB84-F9BA-43D5-87BE-67443E8EF086}">
      <p15:sldGuideLst xmlns:p15="http://schemas.microsoft.com/office/powerpoint/2012/main">
        <p15:guide id="1" orient="horz" pos="1026">
          <p15:clr>
            <a:srgbClr val="FBAE40"/>
          </p15:clr>
        </p15:guide>
        <p15:guide id="2" pos="3120">
          <p15:clr>
            <a:srgbClr val="FBAE40"/>
          </p15:clr>
        </p15:guide>
        <p15:guide id="3" orient="horz" pos="3997">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화면2개">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5" name="직사각형 14">
            <a:extLst>
              <a:ext uri="{FF2B5EF4-FFF2-40B4-BE49-F238E27FC236}">
                <a16:creationId xmlns:a16="http://schemas.microsoft.com/office/drawing/2014/main" id="{57D90567-E21C-480C-AFB9-DA306BC244D8}"/>
              </a:ext>
            </a:extLst>
          </p:cNvPr>
          <p:cNvSpPr/>
          <p:nvPr userDrawn="1"/>
        </p:nvSpPr>
        <p:spPr bwMode="auto">
          <a:xfrm>
            <a:off x="1013119" y="1060561"/>
            <a:ext cx="2290678" cy="5009816"/>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9" name="직사각형 18">
            <a:extLst>
              <a:ext uri="{FF2B5EF4-FFF2-40B4-BE49-F238E27FC236}">
                <a16:creationId xmlns:a16="http://schemas.microsoft.com/office/drawing/2014/main" id="{99F18DC1-426A-4369-91B8-5F9E42A45894}"/>
              </a:ext>
            </a:extLst>
          </p:cNvPr>
          <p:cNvSpPr/>
          <p:nvPr userDrawn="1"/>
        </p:nvSpPr>
        <p:spPr bwMode="auto">
          <a:xfrm>
            <a:off x="4397495" y="1062755"/>
            <a:ext cx="2290678" cy="500762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22" name="설명선: 오른쪽 화살표 21">
            <a:extLst>
              <a:ext uri="{FF2B5EF4-FFF2-40B4-BE49-F238E27FC236}">
                <a16:creationId xmlns:a16="http://schemas.microsoft.com/office/drawing/2014/main" id="{8330DF52-9CEC-49B2-9996-6AA464A200B0}"/>
              </a:ext>
            </a:extLst>
          </p:cNvPr>
          <p:cNvSpPr/>
          <p:nvPr userDrawn="1"/>
        </p:nvSpPr>
        <p:spPr>
          <a:xfrm>
            <a:off x="895884" y="6142719"/>
            <a:ext cx="2525147"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23" name="설명선: 왼쪽 화살표 22">
            <a:extLst>
              <a:ext uri="{FF2B5EF4-FFF2-40B4-BE49-F238E27FC236}">
                <a16:creationId xmlns:a16="http://schemas.microsoft.com/office/drawing/2014/main" id="{26B23D54-A590-4D9E-B5D1-C77EE82C0EA0}"/>
              </a:ext>
            </a:extLst>
          </p:cNvPr>
          <p:cNvSpPr/>
          <p:nvPr userDrawn="1"/>
        </p:nvSpPr>
        <p:spPr>
          <a:xfrm>
            <a:off x="4259706" y="764510"/>
            <a:ext cx="2500146"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Tree>
    <p:extLst>
      <p:ext uri="{BB962C8B-B14F-4D97-AF65-F5344CB8AC3E}">
        <p14:creationId xmlns:p14="http://schemas.microsoft.com/office/powerpoint/2010/main" val="268396151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4_화면2개">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5" name="직사각형 14">
            <a:extLst>
              <a:ext uri="{FF2B5EF4-FFF2-40B4-BE49-F238E27FC236}">
                <a16:creationId xmlns:a16="http://schemas.microsoft.com/office/drawing/2014/main" id="{57D90567-E21C-480C-AFB9-DA306BC244D8}"/>
              </a:ext>
            </a:extLst>
          </p:cNvPr>
          <p:cNvSpPr/>
          <p:nvPr userDrawn="1"/>
        </p:nvSpPr>
        <p:spPr bwMode="auto">
          <a:xfrm>
            <a:off x="1013119" y="1060561"/>
            <a:ext cx="2290678" cy="5009816"/>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Tree>
    <p:extLst>
      <p:ext uri="{BB962C8B-B14F-4D97-AF65-F5344CB8AC3E}">
        <p14:creationId xmlns:p14="http://schemas.microsoft.com/office/powerpoint/2010/main" val="81687415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3_화면2개">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5" name="직사각형 14">
            <a:extLst>
              <a:ext uri="{FF2B5EF4-FFF2-40B4-BE49-F238E27FC236}">
                <a16:creationId xmlns:a16="http://schemas.microsoft.com/office/drawing/2014/main" id="{57D90567-E21C-480C-AFB9-DA306BC244D8}"/>
              </a:ext>
            </a:extLst>
          </p:cNvPr>
          <p:cNvSpPr/>
          <p:nvPr userDrawn="1"/>
        </p:nvSpPr>
        <p:spPr bwMode="auto">
          <a:xfrm>
            <a:off x="1013119" y="1060561"/>
            <a:ext cx="2290678" cy="5009816"/>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9" name="직사각형 18">
            <a:extLst>
              <a:ext uri="{FF2B5EF4-FFF2-40B4-BE49-F238E27FC236}">
                <a16:creationId xmlns:a16="http://schemas.microsoft.com/office/drawing/2014/main" id="{99F18DC1-426A-4369-91B8-5F9E42A45894}"/>
              </a:ext>
            </a:extLst>
          </p:cNvPr>
          <p:cNvSpPr/>
          <p:nvPr userDrawn="1"/>
        </p:nvSpPr>
        <p:spPr bwMode="auto">
          <a:xfrm>
            <a:off x="4397495" y="1062755"/>
            <a:ext cx="2290678" cy="500762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Tree>
    <p:extLst>
      <p:ext uri="{BB962C8B-B14F-4D97-AF65-F5344CB8AC3E}">
        <p14:creationId xmlns:p14="http://schemas.microsoft.com/office/powerpoint/2010/main" val="219669574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9_화면2개">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5" name="직사각형 14">
            <a:extLst>
              <a:ext uri="{FF2B5EF4-FFF2-40B4-BE49-F238E27FC236}">
                <a16:creationId xmlns:a16="http://schemas.microsoft.com/office/drawing/2014/main" id="{57D90567-E21C-480C-AFB9-DA306BC244D8}"/>
              </a:ext>
            </a:extLst>
          </p:cNvPr>
          <p:cNvSpPr/>
          <p:nvPr userDrawn="1"/>
        </p:nvSpPr>
        <p:spPr bwMode="auto">
          <a:xfrm>
            <a:off x="1013119" y="1060561"/>
            <a:ext cx="2290678" cy="5009816"/>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9" name="직사각형 18">
            <a:extLst>
              <a:ext uri="{FF2B5EF4-FFF2-40B4-BE49-F238E27FC236}">
                <a16:creationId xmlns:a16="http://schemas.microsoft.com/office/drawing/2014/main" id="{99F18DC1-426A-4369-91B8-5F9E42A45894}"/>
              </a:ext>
            </a:extLst>
          </p:cNvPr>
          <p:cNvSpPr/>
          <p:nvPr userDrawn="1"/>
        </p:nvSpPr>
        <p:spPr bwMode="auto">
          <a:xfrm>
            <a:off x="4397495" y="1062755"/>
            <a:ext cx="2290678" cy="500762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grpSp>
        <p:nvGrpSpPr>
          <p:cNvPr id="6" name="그룹 5">
            <a:extLst>
              <a:ext uri="{FF2B5EF4-FFF2-40B4-BE49-F238E27FC236}">
                <a16:creationId xmlns:a16="http://schemas.microsoft.com/office/drawing/2014/main" id="{2D7C1922-49B7-4100-8307-53ABF2E319B4}"/>
              </a:ext>
            </a:extLst>
          </p:cNvPr>
          <p:cNvGrpSpPr/>
          <p:nvPr userDrawn="1"/>
        </p:nvGrpSpPr>
        <p:grpSpPr>
          <a:xfrm>
            <a:off x="4397495" y="1060561"/>
            <a:ext cx="2302732" cy="270623"/>
            <a:chOff x="2737104" y="1484916"/>
            <a:chExt cx="2302732" cy="270623"/>
          </a:xfrm>
        </p:grpSpPr>
        <p:sp>
          <p:nvSpPr>
            <p:cNvPr id="7" name="직사각형 6">
              <a:extLst>
                <a:ext uri="{FF2B5EF4-FFF2-40B4-BE49-F238E27FC236}">
                  <a16:creationId xmlns:a16="http://schemas.microsoft.com/office/drawing/2014/main" id="{2BBC00A2-86ED-4234-BD5F-CC341C5802AF}"/>
                </a:ext>
              </a:extLst>
            </p:cNvPr>
            <p:cNvSpPr/>
            <p:nvPr userDrawn="1"/>
          </p:nvSpPr>
          <p:spPr bwMode="auto">
            <a:xfrm>
              <a:off x="2737104" y="1484916"/>
              <a:ext cx="2289600" cy="270623"/>
            </a:xfrm>
            <a:prstGeom prst="rect">
              <a:avLst/>
            </a:prstGeom>
            <a:solidFill>
              <a:schemeClr val="bg1"/>
            </a:solidFill>
            <a:ln w="635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8" name="제목 1">
              <a:extLst>
                <a:ext uri="{FF2B5EF4-FFF2-40B4-BE49-F238E27FC236}">
                  <a16:creationId xmlns:a16="http://schemas.microsoft.com/office/drawing/2014/main" id="{6792C8D5-C12C-4D39-9D3A-F9EE9D3D4A7A}"/>
                </a:ext>
              </a:extLst>
            </p:cNvPr>
            <p:cNvSpPr txBox="1">
              <a:spLocks/>
            </p:cNvSpPr>
            <p:nvPr userDrawn="1"/>
          </p:nvSpPr>
          <p:spPr>
            <a:xfrm>
              <a:off x="4610212" y="1517535"/>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grpSp>
    </p:spTree>
    <p:extLst>
      <p:ext uri="{BB962C8B-B14F-4D97-AF65-F5344CB8AC3E}">
        <p14:creationId xmlns:p14="http://schemas.microsoft.com/office/powerpoint/2010/main" val="407575339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0_화면2개">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5" name="직사각형 14">
            <a:extLst>
              <a:ext uri="{FF2B5EF4-FFF2-40B4-BE49-F238E27FC236}">
                <a16:creationId xmlns:a16="http://schemas.microsoft.com/office/drawing/2014/main" id="{57D90567-E21C-480C-AFB9-DA306BC244D8}"/>
              </a:ext>
            </a:extLst>
          </p:cNvPr>
          <p:cNvSpPr/>
          <p:nvPr userDrawn="1"/>
        </p:nvSpPr>
        <p:spPr bwMode="auto">
          <a:xfrm>
            <a:off x="1013119" y="1060561"/>
            <a:ext cx="2290678" cy="5009816"/>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9" name="직사각형 18">
            <a:extLst>
              <a:ext uri="{FF2B5EF4-FFF2-40B4-BE49-F238E27FC236}">
                <a16:creationId xmlns:a16="http://schemas.microsoft.com/office/drawing/2014/main" id="{99F18DC1-426A-4369-91B8-5F9E42A45894}"/>
              </a:ext>
            </a:extLst>
          </p:cNvPr>
          <p:cNvSpPr/>
          <p:nvPr userDrawn="1"/>
        </p:nvSpPr>
        <p:spPr bwMode="auto">
          <a:xfrm>
            <a:off x="4397495" y="1062755"/>
            <a:ext cx="2290678" cy="500762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7" name="직사각형 6">
            <a:extLst>
              <a:ext uri="{FF2B5EF4-FFF2-40B4-BE49-F238E27FC236}">
                <a16:creationId xmlns:a16="http://schemas.microsoft.com/office/drawing/2014/main" id="{2BBC00A2-86ED-4234-BD5F-CC341C5802AF}"/>
              </a:ext>
            </a:extLst>
          </p:cNvPr>
          <p:cNvSpPr/>
          <p:nvPr userDrawn="1"/>
        </p:nvSpPr>
        <p:spPr bwMode="auto">
          <a:xfrm>
            <a:off x="4397495" y="1060561"/>
            <a:ext cx="2289600"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8" name="제목 1">
            <a:extLst>
              <a:ext uri="{FF2B5EF4-FFF2-40B4-BE49-F238E27FC236}">
                <a16:creationId xmlns:a16="http://schemas.microsoft.com/office/drawing/2014/main" id="{6792C8D5-C12C-4D39-9D3A-F9EE9D3D4A7A}"/>
              </a:ext>
            </a:extLst>
          </p:cNvPr>
          <p:cNvSpPr txBox="1">
            <a:spLocks/>
          </p:cNvSpPr>
          <p:nvPr userDrawn="1"/>
        </p:nvSpPr>
        <p:spPr>
          <a:xfrm>
            <a:off x="6270603" y="1093180"/>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sp>
        <p:nvSpPr>
          <p:cNvPr id="10" name="직사각형 9">
            <a:extLst>
              <a:ext uri="{FF2B5EF4-FFF2-40B4-BE49-F238E27FC236}">
                <a16:creationId xmlns:a16="http://schemas.microsoft.com/office/drawing/2014/main" id="{327B85A2-3871-4AF8-86ED-6E97017D5235}"/>
              </a:ext>
            </a:extLst>
          </p:cNvPr>
          <p:cNvSpPr/>
          <p:nvPr userDrawn="1"/>
        </p:nvSpPr>
        <p:spPr bwMode="auto">
          <a:xfrm>
            <a:off x="1013119" y="1060561"/>
            <a:ext cx="2290678"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11" name="제목 1">
            <a:extLst>
              <a:ext uri="{FF2B5EF4-FFF2-40B4-BE49-F238E27FC236}">
                <a16:creationId xmlns:a16="http://schemas.microsoft.com/office/drawing/2014/main" id="{3A549EA7-3E82-47D7-976F-C1A851443158}"/>
              </a:ext>
            </a:extLst>
          </p:cNvPr>
          <p:cNvSpPr txBox="1">
            <a:spLocks/>
          </p:cNvSpPr>
          <p:nvPr userDrawn="1"/>
        </p:nvSpPr>
        <p:spPr>
          <a:xfrm>
            <a:off x="2892577" y="1093180"/>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spTree>
    <p:extLst>
      <p:ext uri="{BB962C8B-B14F-4D97-AF65-F5344CB8AC3E}">
        <p14:creationId xmlns:p14="http://schemas.microsoft.com/office/powerpoint/2010/main" val="21480842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3_화면2개">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5" name="직사각형 14">
            <a:extLst>
              <a:ext uri="{FF2B5EF4-FFF2-40B4-BE49-F238E27FC236}">
                <a16:creationId xmlns:a16="http://schemas.microsoft.com/office/drawing/2014/main" id="{57D90567-E21C-480C-AFB9-DA306BC244D8}"/>
              </a:ext>
            </a:extLst>
          </p:cNvPr>
          <p:cNvSpPr/>
          <p:nvPr userDrawn="1"/>
        </p:nvSpPr>
        <p:spPr bwMode="auto">
          <a:xfrm>
            <a:off x="1013119" y="1060561"/>
            <a:ext cx="2290678" cy="5009816"/>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0" name="직사각형 9">
            <a:extLst>
              <a:ext uri="{FF2B5EF4-FFF2-40B4-BE49-F238E27FC236}">
                <a16:creationId xmlns:a16="http://schemas.microsoft.com/office/drawing/2014/main" id="{327B85A2-3871-4AF8-86ED-6E97017D5235}"/>
              </a:ext>
            </a:extLst>
          </p:cNvPr>
          <p:cNvSpPr/>
          <p:nvPr userDrawn="1"/>
        </p:nvSpPr>
        <p:spPr bwMode="auto">
          <a:xfrm>
            <a:off x="1013119" y="1060561"/>
            <a:ext cx="2290678"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11" name="제목 1">
            <a:extLst>
              <a:ext uri="{FF2B5EF4-FFF2-40B4-BE49-F238E27FC236}">
                <a16:creationId xmlns:a16="http://schemas.microsoft.com/office/drawing/2014/main" id="{3A549EA7-3E82-47D7-976F-C1A851443158}"/>
              </a:ext>
            </a:extLst>
          </p:cNvPr>
          <p:cNvSpPr txBox="1">
            <a:spLocks/>
          </p:cNvSpPr>
          <p:nvPr userDrawn="1"/>
        </p:nvSpPr>
        <p:spPr>
          <a:xfrm>
            <a:off x="2892577" y="1093180"/>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spTree>
    <p:extLst>
      <p:ext uri="{BB962C8B-B14F-4D97-AF65-F5344CB8AC3E}">
        <p14:creationId xmlns:p14="http://schemas.microsoft.com/office/powerpoint/2010/main" val="189271284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12_화면2개">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5" name="직사각형 14">
            <a:extLst>
              <a:ext uri="{FF2B5EF4-FFF2-40B4-BE49-F238E27FC236}">
                <a16:creationId xmlns:a16="http://schemas.microsoft.com/office/drawing/2014/main" id="{57D90567-E21C-480C-AFB9-DA306BC244D8}"/>
              </a:ext>
            </a:extLst>
          </p:cNvPr>
          <p:cNvSpPr/>
          <p:nvPr userDrawn="1"/>
        </p:nvSpPr>
        <p:spPr bwMode="auto">
          <a:xfrm>
            <a:off x="1013119" y="1060561"/>
            <a:ext cx="2290678" cy="5009816"/>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9" name="직사각형 18">
            <a:extLst>
              <a:ext uri="{FF2B5EF4-FFF2-40B4-BE49-F238E27FC236}">
                <a16:creationId xmlns:a16="http://schemas.microsoft.com/office/drawing/2014/main" id="{99F18DC1-426A-4369-91B8-5F9E42A45894}"/>
              </a:ext>
            </a:extLst>
          </p:cNvPr>
          <p:cNvSpPr/>
          <p:nvPr userDrawn="1"/>
        </p:nvSpPr>
        <p:spPr bwMode="auto">
          <a:xfrm>
            <a:off x="4397495" y="1062755"/>
            <a:ext cx="2290678" cy="500762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굴림" pitchFamily="50" charset="-127"/>
              <a:ea typeface="굴림" pitchFamily="50" charset="-127"/>
            </a:endParaRPr>
          </a:p>
        </p:txBody>
      </p:sp>
      <p:sp>
        <p:nvSpPr>
          <p:cNvPr id="10" name="직사각형 9">
            <a:extLst>
              <a:ext uri="{FF2B5EF4-FFF2-40B4-BE49-F238E27FC236}">
                <a16:creationId xmlns:a16="http://schemas.microsoft.com/office/drawing/2014/main" id="{327B85A2-3871-4AF8-86ED-6E97017D5235}"/>
              </a:ext>
            </a:extLst>
          </p:cNvPr>
          <p:cNvSpPr/>
          <p:nvPr userDrawn="1"/>
        </p:nvSpPr>
        <p:spPr bwMode="auto">
          <a:xfrm>
            <a:off x="1013119" y="1060561"/>
            <a:ext cx="2290678"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11" name="제목 1">
            <a:extLst>
              <a:ext uri="{FF2B5EF4-FFF2-40B4-BE49-F238E27FC236}">
                <a16:creationId xmlns:a16="http://schemas.microsoft.com/office/drawing/2014/main" id="{3A549EA7-3E82-47D7-976F-C1A851443158}"/>
              </a:ext>
            </a:extLst>
          </p:cNvPr>
          <p:cNvSpPr txBox="1">
            <a:spLocks/>
          </p:cNvSpPr>
          <p:nvPr userDrawn="1"/>
        </p:nvSpPr>
        <p:spPr>
          <a:xfrm>
            <a:off x="2892577" y="1093180"/>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sp>
        <p:nvSpPr>
          <p:cNvPr id="12" name="설명선: 오른쪽 화살표 11">
            <a:extLst>
              <a:ext uri="{FF2B5EF4-FFF2-40B4-BE49-F238E27FC236}">
                <a16:creationId xmlns:a16="http://schemas.microsoft.com/office/drawing/2014/main" id="{7111B5E0-3378-43B7-84A7-0C3E2BE21CE3}"/>
              </a:ext>
            </a:extLst>
          </p:cNvPr>
          <p:cNvSpPr/>
          <p:nvPr userDrawn="1"/>
        </p:nvSpPr>
        <p:spPr>
          <a:xfrm>
            <a:off x="895884" y="6142719"/>
            <a:ext cx="2525147"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13" name="설명선: 왼쪽 화살표 12">
            <a:extLst>
              <a:ext uri="{FF2B5EF4-FFF2-40B4-BE49-F238E27FC236}">
                <a16:creationId xmlns:a16="http://schemas.microsoft.com/office/drawing/2014/main" id="{8D5874F3-F2D2-468A-B50D-36DA91C314E7}"/>
              </a:ext>
            </a:extLst>
          </p:cNvPr>
          <p:cNvSpPr/>
          <p:nvPr userDrawn="1"/>
        </p:nvSpPr>
        <p:spPr>
          <a:xfrm>
            <a:off x="4259706" y="764510"/>
            <a:ext cx="2500146"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Tree>
    <p:extLst>
      <p:ext uri="{BB962C8B-B14F-4D97-AF65-F5344CB8AC3E}">
        <p14:creationId xmlns:p14="http://schemas.microsoft.com/office/powerpoint/2010/main" val="197464755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0" name="설명선: 왼쪽 화살표 19">
            <a:extLst>
              <a:ext uri="{FF2B5EF4-FFF2-40B4-BE49-F238E27FC236}">
                <a16:creationId xmlns:a16="http://schemas.microsoft.com/office/drawing/2014/main" id="{8F387751-97D7-4122-A394-C334239E8734}"/>
              </a:ext>
            </a:extLst>
          </p:cNvPr>
          <p:cNvSpPr/>
          <p:nvPr userDrawn="1"/>
        </p:nvSpPr>
        <p:spPr>
          <a:xfrm>
            <a:off x="5212009" y="777845"/>
            <a:ext cx="2500146"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
        <p:nvSpPr>
          <p:cNvPr id="21" name="설명선: 오른쪽 화살표 20">
            <a:extLst>
              <a:ext uri="{FF2B5EF4-FFF2-40B4-BE49-F238E27FC236}">
                <a16:creationId xmlns:a16="http://schemas.microsoft.com/office/drawing/2014/main" id="{34906F93-1BE6-47ED-8A7C-3A78DEACF506}"/>
              </a:ext>
            </a:extLst>
          </p:cNvPr>
          <p:cNvSpPr/>
          <p:nvPr userDrawn="1"/>
        </p:nvSpPr>
        <p:spPr>
          <a:xfrm>
            <a:off x="2740396" y="6144624"/>
            <a:ext cx="2525147"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1395656335"/>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4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7" name="설명선: 오른쪽 화살표 16">
            <a:extLst>
              <a:ext uri="{FF2B5EF4-FFF2-40B4-BE49-F238E27FC236}">
                <a16:creationId xmlns:a16="http://schemas.microsoft.com/office/drawing/2014/main" id="{9E478B2F-C7DE-40C0-9A5F-E2AF16A18F97}"/>
              </a:ext>
            </a:extLst>
          </p:cNvPr>
          <p:cNvSpPr/>
          <p:nvPr userDrawn="1"/>
        </p:nvSpPr>
        <p:spPr>
          <a:xfrm>
            <a:off x="221483" y="6144624"/>
            <a:ext cx="2454359"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18" name="설명선: 왼쪽 화살표 17">
            <a:extLst>
              <a:ext uri="{FF2B5EF4-FFF2-40B4-BE49-F238E27FC236}">
                <a16:creationId xmlns:a16="http://schemas.microsoft.com/office/drawing/2014/main" id="{8B207E69-1994-4A98-8021-8A9ECEF6C44D}"/>
              </a:ext>
            </a:extLst>
          </p:cNvPr>
          <p:cNvSpPr/>
          <p:nvPr userDrawn="1"/>
        </p:nvSpPr>
        <p:spPr>
          <a:xfrm>
            <a:off x="2675842" y="777845"/>
            <a:ext cx="2500146"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
        <p:nvSpPr>
          <p:cNvPr id="20" name="설명선: 왼쪽 화살표 19">
            <a:extLst>
              <a:ext uri="{FF2B5EF4-FFF2-40B4-BE49-F238E27FC236}">
                <a16:creationId xmlns:a16="http://schemas.microsoft.com/office/drawing/2014/main" id="{8F387751-97D7-4122-A394-C334239E8734}"/>
              </a:ext>
            </a:extLst>
          </p:cNvPr>
          <p:cNvSpPr/>
          <p:nvPr userDrawn="1"/>
        </p:nvSpPr>
        <p:spPr>
          <a:xfrm>
            <a:off x="5265543" y="777845"/>
            <a:ext cx="2446612"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
        <p:nvSpPr>
          <p:cNvPr id="21" name="설명선: 오른쪽 화살표 20">
            <a:extLst>
              <a:ext uri="{FF2B5EF4-FFF2-40B4-BE49-F238E27FC236}">
                <a16:creationId xmlns:a16="http://schemas.microsoft.com/office/drawing/2014/main" id="{34906F93-1BE6-47ED-8A7C-3A78DEACF506}"/>
              </a:ext>
            </a:extLst>
          </p:cNvPr>
          <p:cNvSpPr/>
          <p:nvPr userDrawn="1"/>
        </p:nvSpPr>
        <p:spPr>
          <a:xfrm>
            <a:off x="2740396" y="6144624"/>
            <a:ext cx="2525147"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339799909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5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Tree>
    <p:extLst>
      <p:ext uri="{BB962C8B-B14F-4D97-AF65-F5344CB8AC3E}">
        <p14:creationId xmlns:p14="http://schemas.microsoft.com/office/powerpoint/2010/main" val="169730779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6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9" name="설명선: 오른쪽 화살표 8">
            <a:extLst>
              <a:ext uri="{FF2B5EF4-FFF2-40B4-BE49-F238E27FC236}">
                <a16:creationId xmlns:a16="http://schemas.microsoft.com/office/drawing/2014/main" id="{F8834DB8-033E-4A45-B447-D38940EE182C}"/>
              </a:ext>
            </a:extLst>
          </p:cNvPr>
          <p:cNvSpPr/>
          <p:nvPr userDrawn="1"/>
        </p:nvSpPr>
        <p:spPr>
          <a:xfrm>
            <a:off x="221483" y="6144624"/>
            <a:ext cx="2454359"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10" name="설명선: 왼쪽 화살표 9">
            <a:extLst>
              <a:ext uri="{FF2B5EF4-FFF2-40B4-BE49-F238E27FC236}">
                <a16:creationId xmlns:a16="http://schemas.microsoft.com/office/drawing/2014/main" id="{E9853C5B-BB65-4581-8BEA-956A41865AE7}"/>
              </a:ext>
            </a:extLst>
          </p:cNvPr>
          <p:cNvSpPr/>
          <p:nvPr userDrawn="1"/>
        </p:nvSpPr>
        <p:spPr>
          <a:xfrm>
            <a:off x="2675842" y="777845"/>
            <a:ext cx="2500146"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Tree>
    <p:extLst>
      <p:ext uri="{BB962C8B-B14F-4D97-AF65-F5344CB8AC3E}">
        <p14:creationId xmlns:p14="http://schemas.microsoft.com/office/powerpoint/2010/main" val="208798685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11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9" name="설명선: 오른쪽 화살표 8">
            <a:extLst>
              <a:ext uri="{FF2B5EF4-FFF2-40B4-BE49-F238E27FC236}">
                <a16:creationId xmlns:a16="http://schemas.microsoft.com/office/drawing/2014/main" id="{F8834DB8-033E-4A45-B447-D38940EE182C}"/>
              </a:ext>
            </a:extLst>
          </p:cNvPr>
          <p:cNvSpPr/>
          <p:nvPr userDrawn="1"/>
        </p:nvSpPr>
        <p:spPr>
          <a:xfrm>
            <a:off x="221483" y="6144624"/>
            <a:ext cx="2454359"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10" name="설명선: 왼쪽 화살표 9">
            <a:extLst>
              <a:ext uri="{FF2B5EF4-FFF2-40B4-BE49-F238E27FC236}">
                <a16:creationId xmlns:a16="http://schemas.microsoft.com/office/drawing/2014/main" id="{E9853C5B-BB65-4581-8BEA-956A41865AE7}"/>
              </a:ext>
            </a:extLst>
          </p:cNvPr>
          <p:cNvSpPr/>
          <p:nvPr userDrawn="1"/>
        </p:nvSpPr>
        <p:spPr>
          <a:xfrm>
            <a:off x="2675842" y="777845"/>
            <a:ext cx="2500146"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grpSp>
        <p:nvGrpSpPr>
          <p:cNvPr id="11" name="그룹 10">
            <a:extLst>
              <a:ext uri="{FF2B5EF4-FFF2-40B4-BE49-F238E27FC236}">
                <a16:creationId xmlns:a16="http://schemas.microsoft.com/office/drawing/2014/main" id="{500AAEB9-11AF-41D4-98AA-E4DFE1F2DBDD}"/>
              </a:ext>
            </a:extLst>
          </p:cNvPr>
          <p:cNvGrpSpPr/>
          <p:nvPr userDrawn="1"/>
        </p:nvGrpSpPr>
        <p:grpSpPr>
          <a:xfrm>
            <a:off x="5343303" y="1055695"/>
            <a:ext cx="2302732" cy="270623"/>
            <a:chOff x="5343303" y="1055695"/>
            <a:chExt cx="2302732" cy="270623"/>
          </a:xfrm>
        </p:grpSpPr>
        <p:sp>
          <p:nvSpPr>
            <p:cNvPr id="12" name="직사각형 11">
              <a:extLst>
                <a:ext uri="{FF2B5EF4-FFF2-40B4-BE49-F238E27FC236}">
                  <a16:creationId xmlns:a16="http://schemas.microsoft.com/office/drawing/2014/main" id="{0B19A506-388A-46F3-A9F4-611928D8EF74}"/>
                </a:ext>
              </a:extLst>
            </p:cNvPr>
            <p:cNvSpPr/>
            <p:nvPr userDrawn="1"/>
          </p:nvSpPr>
          <p:spPr bwMode="auto">
            <a:xfrm>
              <a:off x="5343303" y="1055695"/>
              <a:ext cx="2289600"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13" name="제목 1">
              <a:extLst>
                <a:ext uri="{FF2B5EF4-FFF2-40B4-BE49-F238E27FC236}">
                  <a16:creationId xmlns:a16="http://schemas.microsoft.com/office/drawing/2014/main" id="{8D114534-0FCA-44BB-B4E2-013630B22F5F}"/>
                </a:ext>
              </a:extLst>
            </p:cNvPr>
            <p:cNvSpPr txBox="1">
              <a:spLocks/>
            </p:cNvSpPr>
            <p:nvPr userDrawn="1"/>
          </p:nvSpPr>
          <p:spPr>
            <a:xfrm>
              <a:off x="7216411" y="1088314"/>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grpSp>
    </p:spTree>
    <p:extLst>
      <p:ext uri="{BB962C8B-B14F-4D97-AF65-F5344CB8AC3E}">
        <p14:creationId xmlns:p14="http://schemas.microsoft.com/office/powerpoint/2010/main" val="2180378578"/>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7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7" name="직사각형 6">
            <a:extLst>
              <a:ext uri="{FF2B5EF4-FFF2-40B4-BE49-F238E27FC236}">
                <a16:creationId xmlns:a16="http://schemas.microsoft.com/office/drawing/2014/main" id="{772E7ADC-59CB-4F84-BC02-8F904CD653AB}"/>
              </a:ext>
            </a:extLst>
          </p:cNvPr>
          <p:cNvSpPr/>
          <p:nvPr userDrawn="1"/>
        </p:nvSpPr>
        <p:spPr bwMode="auto">
          <a:xfrm>
            <a:off x="2821361" y="1062755"/>
            <a:ext cx="2289600"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8" name="제목 1">
            <a:extLst>
              <a:ext uri="{FF2B5EF4-FFF2-40B4-BE49-F238E27FC236}">
                <a16:creationId xmlns:a16="http://schemas.microsoft.com/office/drawing/2014/main" id="{D3A93219-050B-435F-ABE3-F3C1E0E7FFE8}"/>
              </a:ext>
            </a:extLst>
          </p:cNvPr>
          <p:cNvSpPr txBox="1">
            <a:spLocks/>
          </p:cNvSpPr>
          <p:nvPr userDrawn="1"/>
        </p:nvSpPr>
        <p:spPr>
          <a:xfrm>
            <a:off x="4694469" y="1095374"/>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grpSp>
        <p:nvGrpSpPr>
          <p:cNvPr id="2" name="그룹 1">
            <a:extLst>
              <a:ext uri="{FF2B5EF4-FFF2-40B4-BE49-F238E27FC236}">
                <a16:creationId xmlns:a16="http://schemas.microsoft.com/office/drawing/2014/main" id="{560E98E6-16FB-4D00-8B57-9769A5CED4D8}"/>
              </a:ext>
            </a:extLst>
          </p:cNvPr>
          <p:cNvGrpSpPr/>
          <p:nvPr userDrawn="1"/>
        </p:nvGrpSpPr>
        <p:grpSpPr>
          <a:xfrm>
            <a:off x="5343303" y="1055695"/>
            <a:ext cx="2302732" cy="270623"/>
            <a:chOff x="5343303" y="1055695"/>
            <a:chExt cx="2302732" cy="270623"/>
          </a:xfrm>
        </p:grpSpPr>
        <p:sp>
          <p:nvSpPr>
            <p:cNvPr id="9" name="직사각형 8">
              <a:extLst>
                <a:ext uri="{FF2B5EF4-FFF2-40B4-BE49-F238E27FC236}">
                  <a16:creationId xmlns:a16="http://schemas.microsoft.com/office/drawing/2014/main" id="{F1A800AC-D97D-47D9-96B6-25BFEE0FCE13}"/>
                </a:ext>
              </a:extLst>
            </p:cNvPr>
            <p:cNvSpPr/>
            <p:nvPr userDrawn="1"/>
          </p:nvSpPr>
          <p:spPr bwMode="auto">
            <a:xfrm>
              <a:off x="5343303" y="1055695"/>
              <a:ext cx="2289600"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10" name="제목 1">
              <a:extLst>
                <a:ext uri="{FF2B5EF4-FFF2-40B4-BE49-F238E27FC236}">
                  <a16:creationId xmlns:a16="http://schemas.microsoft.com/office/drawing/2014/main" id="{D188DE44-E714-4250-9A6E-BC609D1313A9}"/>
                </a:ext>
              </a:extLst>
            </p:cNvPr>
            <p:cNvSpPr txBox="1">
              <a:spLocks/>
            </p:cNvSpPr>
            <p:nvPr userDrawn="1"/>
          </p:nvSpPr>
          <p:spPr>
            <a:xfrm>
              <a:off x="7216411" y="1088314"/>
              <a:ext cx="429624" cy="229403"/>
            </a:xfrm>
            <a:prstGeom prst="rect">
              <a:avLst/>
            </a:prstGeom>
          </p:spPr>
          <p:txBody>
            <a:bodyPr anchor="ctr">
              <a:noAutofit/>
            </a:bodyPr>
            <a:lstStyle>
              <a:lvl1pPr algn="l" defTabSz="914400" rtl="0" eaLnBrk="1" latinLnBrk="1" hangingPunct="1">
                <a:lnSpc>
                  <a:spcPct val="90000"/>
                </a:lnSpc>
                <a:spcBef>
                  <a:spcPct val="0"/>
                </a:spcBef>
                <a:buNone/>
                <a:defRPr sz="813" b="1" kern="1200">
                  <a:solidFill>
                    <a:schemeClr val="tx1"/>
                  </a:solidFill>
                  <a:latin typeface="+mj-lt"/>
                  <a:ea typeface="+mj-ea"/>
                  <a:cs typeface="+mj-cs"/>
                </a:defRPr>
              </a:lvl1pPr>
            </a:lstStyle>
            <a:p>
              <a:pPr algn="ctr" fontAlgn="auto">
                <a:spcAft>
                  <a:spcPts val="0"/>
                </a:spcAft>
                <a:defRPr/>
              </a:pPr>
              <a:r>
                <a:rPr kumimoji="0" lang="en-US" altLang="ko-KR" sz="700" dirty="0">
                  <a:latin typeface="+mn-ea"/>
                </a:rPr>
                <a:t>X</a:t>
              </a:r>
              <a:endParaRPr kumimoji="0" lang="ko-KR" altLang="en-US" sz="700" dirty="0">
                <a:latin typeface="+mn-ea"/>
              </a:endParaRPr>
            </a:p>
          </p:txBody>
        </p:sp>
      </p:grpSp>
    </p:spTree>
    <p:extLst>
      <p:ext uri="{BB962C8B-B14F-4D97-AF65-F5344CB8AC3E}">
        <p14:creationId xmlns:p14="http://schemas.microsoft.com/office/powerpoint/2010/main" val="320275962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8_화면2개">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78CC33A-FB67-4935-806A-022F83A631C3}"/>
              </a:ext>
            </a:extLst>
          </p:cNvPr>
          <p:cNvSpPr/>
          <p:nvPr/>
        </p:nvSpPr>
        <p:spPr bwMode="auto">
          <a:xfrm>
            <a:off x="298204" y="1055695"/>
            <a:ext cx="2290678" cy="5014681"/>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24" name="직사각형 23">
            <a:extLst>
              <a:ext uri="{FF2B5EF4-FFF2-40B4-BE49-F238E27FC236}">
                <a16:creationId xmlns:a16="http://schemas.microsoft.com/office/drawing/2014/main" id="{57CA418F-C958-4A5E-BE86-6420AB1E3DBF}"/>
              </a:ext>
            </a:extLst>
          </p:cNvPr>
          <p:cNvSpPr/>
          <p:nvPr/>
        </p:nvSpPr>
        <p:spPr bwMode="auto">
          <a:xfrm>
            <a:off x="2820283" y="1062755"/>
            <a:ext cx="2290678" cy="5006229"/>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E331B079-7559-4EA5-8486-2D2B1D87C766}"/>
              </a:ext>
            </a:extLst>
          </p:cNvPr>
          <p:cNvSpPr/>
          <p:nvPr userDrawn="1"/>
        </p:nvSpPr>
        <p:spPr bwMode="auto">
          <a:xfrm>
            <a:off x="5342225" y="1061362"/>
            <a:ext cx="2290678" cy="5014682"/>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59104" rtl="0" eaLnBrk="1" fontAlgn="base" latinLnBrk="1" hangingPunct="1">
              <a:lnSpc>
                <a:spcPct val="100000"/>
              </a:lnSpc>
              <a:spcBef>
                <a:spcPct val="0"/>
              </a:spcBef>
              <a:spcAft>
                <a:spcPct val="0"/>
              </a:spcAft>
              <a:buClrTx/>
              <a:buSzTx/>
              <a:buFontTx/>
              <a:buNone/>
              <a:tabLst/>
            </a:pPr>
            <a:endParaRPr kumimoji="1" lang="ko-KR" altLang="en-US" sz="975"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endParaRPr>
          </a:p>
        </p:txBody>
      </p:sp>
      <p:sp>
        <p:nvSpPr>
          <p:cNvPr id="17" name="설명선: 오른쪽 화살표 16">
            <a:extLst>
              <a:ext uri="{FF2B5EF4-FFF2-40B4-BE49-F238E27FC236}">
                <a16:creationId xmlns:a16="http://schemas.microsoft.com/office/drawing/2014/main" id="{9E478B2F-C7DE-40C0-9A5F-E2AF16A18F97}"/>
              </a:ext>
            </a:extLst>
          </p:cNvPr>
          <p:cNvSpPr/>
          <p:nvPr userDrawn="1"/>
        </p:nvSpPr>
        <p:spPr>
          <a:xfrm>
            <a:off x="221483" y="6144624"/>
            <a:ext cx="2454359"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18" name="설명선: 왼쪽 화살표 17">
            <a:extLst>
              <a:ext uri="{FF2B5EF4-FFF2-40B4-BE49-F238E27FC236}">
                <a16:creationId xmlns:a16="http://schemas.microsoft.com/office/drawing/2014/main" id="{8B207E69-1994-4A98-8021-8A9ECEF6C44D}"/>
              </a:ext>
            </a:extLst>
          </p:cNvPr>
          <p:cNvSpPr/>
          <p:nvPr userDrawn="1"/>
        </p:nvSpPr>
        <p:spPr>
          <a:xfrm>
            <a:off x="2675842" y="777845"/>
            <a:ext cx="2500146"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
        <p:nvSpPr>
          <p:cNvPr id="20" name="설명선: 왼쪽 화살표 19">
            <a:extLst>
              <a:ext uri="{FF2B5EF4-FFF2-40B4-BE49-F238E27FC236}">
                <a16:creationId xmlns:a16="http://schemas.microsoft.com/office/drawing/2014/main" id="{8F387751-97D7-4122-A394-C334239E8734}"/>
              </a:ext>
            </a:extLst>
          </p:cNvPr>
          <p:cNvSpPr/>
          <p:nvPr userDrawn="1"/>
        </p:nvSpPr>
        <p:spPr>
          <a:xfrm>
            <a:off x="5265543" y="777845"/>
            <a:ext cx="2446612"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좌측화면에서 이어짐</a:t>
            </a:r>
          </a:p>
        </p:txBody>
      </p:sp>
      <p:sp>
        <p:nvSpPr>
          <p:cNvPr id="21" name="설명선: 오른쪽 화살표 20">
            <a:extLst>
              <a:ext uri="{FF2B5EF4-FFF2-40B4-BE49-F238E27FC236}">
                <a16:creationId xmlns:a16="http://schemas.microsoft.com/office/drawing/2014/main" id="{34906F93-1BE6-47ED-8A7C-3A78DEACF506}"/>
              </a:ext>
            </a:extLst>
          </p:cNvPr>
          <p:cNvSpPr/>
          <p:nvPr userDrawn="1"/>
        </p:nvSpPr>
        <p:spPr>
          <a:xfrm>
            <a:off x="2740396" y="6144624"/>
            <a:ext cx="2525147" cy="229375"/>
          </a:xfrm>
          <a:prstGeom prst="rightArrowCallout">
            <a:avLst>
              <a:gd name="adj1" fmla="val 100000"/>
              <a:gd name="adj2" fmla="val 50000"/>
              <a:gd name="adj3" fmla="val 23019"/>
              <a:gd name="adj4" fmla="val 882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t>우측화면으로 이어짐</a:t>
            </a:r>
          </a:p>
        </p:txBody>
      </p:sp>
      <p:sp>
        <p:nvSpPr>
          <p:cNvPr id="4" name="텍스트 개체 틀 3">
            <a:extLst>
              <a:ext uri="{FF2B5EF4-FFF2-40B4-BE49-F238E27FC236}">
                <a16:creationId xmlns:a16="http://schemas.microsoft.com/office/drawing/2014/main" id="{82FD4A67-CD11-4B2F-9371-813D8DFDB07F}"/>
              </a:ext>
            </a:extLst>
          </p:cNvPr>
          <p:cNvSpPr>
            <a:spLocks noGrp="1"/>
          </p:cNvSpPr>
          <p:nvPr>
            <p:ph type="body" sz="quarter" idx="10"/>
          </p:nvPr>
        </p:nvSpPr>
        <p:spPr>
          <a:xfrm>
            <a:off x="1079231" y="108006"/>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25" name="텍스트 개체 틀 3">
            <a:extLst>
              <a:ext uri="{FF2B5EF4-FFF2-40B4-BE49-F238E27FC236}">
                <a16:creationId xmlns:a16="http://schemas.microsoft.com/office/drawing/2014/main" id="{3849C48D-FDA4-4DD5-BA5D-09D24F66902F}"/>
              </a:ext>
            </a:extLst>
          </p:cNvPr>
          <p:cNvSpPr>
            <a:spLocks noGrp="1"/>
          </p:cNvSpPr>
          <p:nvPr>
            <p:ph type="body" sz="quarter" idx="11"/>
          </p:nvPr>
        </p:nvSpPr>
        <p:spPr>
          <a:xfrm>
            <a:off x="1079231" y="321787"/>
            <a:ext cx="4793719" cy="218267"/>
          </a:xfrm>
          <a:prstGeom prst="rect">
            <a:avLst/>
          </a:prstGeom>
        </p:spPr>
        <p:txBody>
          <a:bodyPr/>
          <a:lstStyle>
            <a:lvl1pPr marL="0" indent="0">
              <a:buNone/>
              <a:defRPr sz="700"/>
            </a:lvl1pPr>
          </a:lstStyle>
          <a:p>
            <a:pPr lvl="0"/>
            <a:r>
              <a:rPr lang="ko-KR" altLang="en-US"/>
              <a:t>마스터 텍스트 스타일을 편집하려면 클릭</a:t>
            </a:r>
          </a:p>
        </p:txBody>
      </p:sp>
      <p:sp>
        <p:nvSpPr>
          <p:cNvPr id="12" name="직사각형 11">
            <a:extLst>
              <a:ext uri="{FF2B5EF4-FFF2-40B4-BE49-F238E27FC236}">
                <a16:creationId xmlns:a16="http://schemas.microsoft.com/office/drawing/2014/main" id="{2E695085-E850-4186-9D5E-B2F2670FA069}"/>
              </a:ext>
            </a:extLst>
          </p:cNvPr>
          <p:cNvSpPr/>
          <p:nvPr userDrawn="1"/>
        </p:nvSpPr>
        <p:spPr bwMode="auto">
          <a:xfrm>
            <a:off x="300197" y="1055695"/>
            <a:ext cx="2289600" cy="270623"/>
          </a:xfrm>
          <a:prstGeom prst="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Tree>
    <p:extLst>
      <p:ext uri="{BB962C8B-B14F-4D97-AF65-F5344CB8AC3E}">
        <p14:creationId xmlns:p14="http://schemas.microsoft.com/office/powerpoint/2010/main" val="20912088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18" Type="http://schemas.openxmlformats.org/officeDocument/2006/relationships/slideLayout" Target="../slideLayouts/slideLayout2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 Type="http://schemas.openxmlformats.org/officeDocument/2006/relationships/slideLayout" Target="../slideLayouts/slideLayout8.xml"/><Relationship Id="rId16" Type="http://schemas.openxmlformats.org/officeDocument/2006/relationships/slideLayout" Target="../slideLayouts/slideLayout22.xml"/><Relationship Id="rId20" Type="http://schemas.openxmlformats.org/officeDocument/2006/relationships/theme" Target="../theme/theme2.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10" Type="http://schemas.openxmlformats.org/officeDocument/2006/relationships/slideLayout" Target="../slideLayouts/slideLayout16.xml"/><Relationship Id="rId19" Type="http://schemas.openxmlformats.org/officeDocument/2006/relationships/slideLayout" Target="../slideLayouts/slideLayout25.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slideLayout" Target="../slideLayouts/slideLayout4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20" Type="http://schemas.openxmlformats.org/officeDocument/2006/relationships/theme" Target="../theme/theme3.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10" Type="http://schemas.openxmlformats.org/officeDocument/2006/relationships/slideLayout" Target="../slideLayouts/slideLayout35.xml"/><Relationship Id="rId19" Type="http://schemas.openxmlformats.org/officeDocument/2006/relationships/slideLayout" Target="../slideLayouts/slideLayout44.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18" Type="http://schemas.openxmlformats.org/officeDocument/2006/relationships/slideLayout" Target="../slideLayouts/slideLayout62.xml"/><Relationship Id="rId3" Type="http://schemas.openxmlformats.org/officeDocument/2006/relationships/slideLayout" Target="../slideLayouts/slideLayout47.xml"/><Relationship Id="rId21" Type="http://schemas.openxmlformats.org/officeDocument/2006/relationships/slideLayout" Target="../slideLayouts/slideLayout65.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slideLayout" Target="../slideLayouts/slideLayout64.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10" Type="http://schemas.openxmlformats.org/officeDocument/2006/relationships/slideLayout" Target="../slideLayouts/slideLayout54.xml"/><Relationship Id="rId19" Type="http://schemas.openxmlformats.org/officeDocument/2006/relationships/slideLayout" Target="../slideLayouts/slideLayout63.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 Id="rId2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slideLayout" Target="../slideLayouts/slideLayout78.xml"/><Relationship Id="rId18" Type="http://schemas.openxmlformats.org/officeDocument/2006/relationships/slideLayout" Target="../slideLayouts/slideLayout83.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17" Type="http://schemas.openxmlformats.org/officeDocument/2006/relationships/slideLayout" Target="../slideLayouts/slideLayout82.xml"/><Relationship Id="rId2" Type="http://schemas.openxmlformats.org/officeDocument/2006/relationships/slideLayout" Target="../slideLayouts/slideLayout67.xml"/><Relationship Id="rId16" Type="http://schemas.openxmlformats.org/officeDocument/2006/relationships/slideLayout" Target="../slideLayouts/slideLayout81.xml"/><Relationship Id="rId20" Type="http://schemas.openxmlformats.org/officeDocument/2006/relationships/theme" Target="../theme/theme5.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5" Type="http://schemas.openxmlformats.org/officeDocument/2006/relationships/slideLayout" Target="../slideLayouts/slideLayout80.xml"/><Relationship Id="rId10" Type="http://schemas.openxmlformats.org/officeDocument/2006/relationships/slideLayout" Target="../slideLayouts/slideLayout75.xml"/><Relationship Id="rId19" Type="http://schemas.openxmlformats.org/officeDocument/2006/relationships/slideLayout" Target="../slideLayouts/slideLayout84.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slideLayout" Target="../slideLayouts/slideLayout7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theme" Target="../theme/theme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10" Type="http://schemas.openxmlformats.org/officeDocument/2006/relationships/slideLayout" Target="../slideLayouts/slideLayout94.xml"/><Relationship Id="rId19" Type="http://schemas.openxmlformats.org/officeDocument/2006/relationships/slideLayout" Target="../slideLayouts/slideLayout103.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EA4F6BD5-C826-40CB-8DFF-526C44A13381}"/>
              </a:ext>
            </a:extLst>
          </p:cNvPr>
          <p:cNvSpPr>
            <a:spLocks noGrp="1"/>
          </p:cNvSpPr>
          <p:nvPr>
            <p:ph type="title"/>
          </p:nvPr>
        </p:nvSpPr>
        <p:spPr>
          <a:xfrm>
            <a:off x="681038" y="365125"/>
            <a:ext cx="8543925"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324556F7-E9F0-46F7-8B54-7AACECD55865}"/>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965BDA9-8F35-4830-BFD6-EFB784C430D3}"/>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63D060-9029-4C67-9360-3D3DB32EDC37}" type="datetimeFigureOut">
              <a:rPr lang="ko-KR" altLang="en-US" smtClean="0"/>
              <a:pPr/>
              <a:t>2026-04-17</a:t>
            </a:fld>
            <a:endParaRPr lang="ko-KR" altLang="en-US"/>
          </a:p>
        </p:txBody>
      </p:sp>
      <p:sp>
        <p:nvSpPr>
          <p:cNvPr id="5" name="바닥글 개체 틀 4">
            <a:extLst>
              <a:ext uri="{FF2B5EF4-FFF2-40B4-BE49-F238E27FC236}">
                <a16:creationId xmlns:a16="http://schemas.microsoft.com/office/drawing/2014/main" id="{A9BCE3F9-39A6-477A-8A43-419EED1FCA33}"/>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526962E0-BDB3-474C-9E07-FC3C8A635431}"/>
              </a:ext>
            </a:extLst>
          </p:cNvPr>
          <p:cNvSpPr>
            <a:spLocks noGrp="1"/>
          </p:cNvSpPr>
          <p:nvPr>
            <p:ph type="sldNum" sz="quarter" idx="4"/>
          </p:nvPr>
        </p:nvSpPr>
        <p:spPr>
          <a:xfrm>
            <a:off x="6996113" y="6356350"/>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520960-5C0E-4A32-BA57-E85C5E65E243}" type="slidenum">
              <a:rPr lang="ko-KR" altLang="en-US" smtClean="0"/>
              <a:pPr/>
              <a:t>‹#›</a:t>
            </a:fld>
            <a:endParaRPr lang="ko-KR" altLang="en-US"/>
          </a:p>
        </p:txBody>
      </p:sp>
    </p:spTree>
    <p:extLst>
      <p:ext uri="{BB962C8B-B14F-4D97-AF65-F5344CB8AC3E}">
        <p14:creationId xmlns:p14="http://schemas.microsoft.com/office/powerpoint/2010/main" val="402534896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758" r:id="rId5"/>
    <p:sldLayoutId id="2147483759" r:id="rId6"/>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Group 133">
            <a:extLst>
              <a:ext uri="{FF2B5EF4-FFF2-40B4-BE49-F238E27FC236}">
                <a16:creationId xmlns:a16="http://schemas.microsoft.com/office/drawing/2014/main" id="{0B5A3D55-3087-4DF0-97A7-ED4F0833A2F7}"/>
              </a:ext>
            </a:extLst>
          </p:cNvPr>
          <p:cNvGraphicFramePr>
            <a:graphicFrameLocks noGrp="1"/>
          </p:cNvGraphicFramePr>
          <p:nvPr userDrawn="1"/>
        </p:nvGraphicFramePr>
        <p:xfrm>
          <a:off x="51593" y="98425"/>
          <a:ext cx="9788827" cy="437714"/>
        </p:xfrm>
        <a:graphic>
          <a:graphicData uri="http://schemas.openxmlformats.org/drawingml/2006/table">
            <a:tbl>
              <a:tblPr/>
              <a:tblGrid>
                <a:gridCol w="1042294">
                  <a:extLst>
                    <a:ext uri="{9D8B030D-6E8A-4147-A177-3AD203B41FA5}">
                      <a16:colId xmlns:a16="http://schemas.microsoft.com/office/drawing/2014/main" val="20000"/>
                    </a:ext>
                  </a:extLst>
                </a:gridCol>
                <a:gridCol w="4806581">
                  <a:extLst>
                    <a:ext uri="{9D8B030D-6E8A-4147-A177-3AD203B41FA5}">
                      <a16:colId xmlns:a16="http://schemas.microsoft.com/office/drawing/2014/main" val="20001"/>
                    </a:ext>
                  </a:extLst>
                </a:gridCol>
                <a:gridCol w="959325">
                  <a:extLst>
                    <a:ext uri="{9D8B030D-6E8A-4147-A177-3AD203B41FA5}">
                      <a16:colId xmlns:a16="http://schemas.microsoft.com/office/drawing/2014/main" val="20003"/>
                    </a:ext>
                  </a:extLst>
                </a:gridCol>
                <a:gridCol w="929860">
                  <a:extLst>
                    <a:ext uri="{9D8B030D-6E8A-4147-A177-3AD203B41FA5}">
                      <a16:colId xmlns:a16="http://schemas.microsoft.com/office/drawing/2014/main" val="20005"/>
                    </a:ext>
                  </a:extLst>
                </a:gridCol>
                <a:gridCol w="2050767">
                  <a:extLst>
                    <a:ext uri="{9D8B030D-6E8A-4147-A177-3AD203B41FA5}">
                      <a16:colId xmlns:a16="http://schemas.microsoft.com/office/drawing/2014/main" val="104537158"/>
                    </a:ext>
                  </a:extLst>
                </a:gridCol>
              </a:tblGrid>
              <a:tr h="22173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1" i="0" u="none" strike="noStrike" cap="none" normalizeH="0" baseline="0" err="1">
                          <a:ln>
                            <a:noFill/>
                          </a:ln>
                          <a:solidFill>
                            <a:schemeClr val="tx1"/>
                          </a:solidFill>
                          <a:effectLst/>
                          <a:latin typeface="+mn-ea"/>
                          <a:ea typeface="+mn-ea"/>
                        </a:rPr>
                        <a:t>화면명</a:t>
                      </a:r>
                      <a:endParaRPr kumimoji="1" lang="ko-KR" altLang="en-US" sz="700" b="1"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1"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a:ln>
                            <a:noFill/>
                          </a:ln>
                          <a:solidFill>
                            <a:schemeClr val="tx1"/>
                          </a:solidFill>
                          <a:effectLst/>
                          <a:latin typeface="+mn-ea"/>
                          <a:ea typeface="+mn-ea"/>
                        </a:rPr>
                        <a:t>작성일자</a:t>
                      </a: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a:ln>
                            <a:noFill/>
                          </a:ln>
                          <a:solidFill>
                            <a:schemeClr val="tx1"/>
                          </a:solidFill>
                          <a:effectLst/>
                          <a:latin typeface="+mn-ea"/>
                          <a:ea typeface="+mn-ea"/>
                        </a:rPr>
                        <a:t>작성자</a:t>
                      </a: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a:ln>
                            <a:noFill/>
                          </a:ln>
                          <a:solidFill>
                            <a:schemeClr val="tx1"/>
                          </a:solidFill>
                          <a:effectLst/>
                          <a:latin typeface="+mn-ea"/>
                          <a:ea typeface="+mn-ea"/>
                        </a:rPr>
                        <a:t>변경이력</a:t>
                      </a: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extLst>
                  <a:ext uri="{0D108BD9-81ED-4DB2-BD59-A6C34878D82A}">
                    <a16:rowId xmlns:a16="http://schemas.microsoft.com/office/drawing/2014/main" val="10000"/>
                  </a:ext>
                </a:extLst>
              </a:tr>
              <a:tr h="21597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1" i="0" u="none" strike="noStrike" cap="none" normalizeH="0" baseline="0">
                          <a:ln>
                            <a:noFill/>
                          </a:ln>
                          <a:solidFill>
                            <a:schemeClr val="tx1"/>
                          </a:solidFill>
                          <a:effectLst/>
                          <a:latin typeface="+mn-ea"/>
                          <a:ea typeface="+mn-ea"/>
                        </a:rPr>
                        <a:t>화면</a:t>
                      </a:r>
                      <a:r>
                        <a:rPr kumimoji="1" lang="en-US" altLang="ko-KR" sz="700" b="1" i="0" u="none" strike="noStrike" cap="none" normalizeH="0" baseline="0">
                          <a:ln>
                            <a:noFill/>
                          </a:ln>
                          <a:solidFill>
                            <a:schemeClr val="tx1"/>
                          </a:solidFill>
                          <a:effectLst/>
                          <a:latin typeface="+mn-ea"/>
                          <a:ea typeface="+mn-ea"/>
                        </a:rPr>
                        <a:t>ID</a:t>
                      </a:r>
                      <a:endParaRPr kumimoji="1" lang="ko-KR" altLang="en-US" sz="700" b="1"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0" i="0" u="none" strike="noStrike" cap="none" normalizeH="0" baseline="0">
                          <a:ln>
                            <a:noFill/>
                          </a:ln>
                          <a:solidFill>
                            <a:schemeClr val="tx1"/>
                          </a:solidFill>
                          <a:effectLst/>
                          <a:latin typeface="+mn-ea"/>
                          <a:ea typeface="+mn-ea"/>
                        </a:rPr>
                        <a:t>2019.05.14</a:t>
                      </a:r>
                      <a:endParaRPr kumimoji="1" lang="ko-KR" altLang="ko-KR" sz="700" b="0"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err="1">
                          <a:ln>
                            <a:noFill/>
                          </a:ln>
                          <a:solidFill>
                            <a:schemeClr val="tx1"/>
                          </a:solidFill>
                          <a:effectLst/>
                          <a:latin typeface="+mn-ea"/>
                          <a:ea typeface="+mn-ea"/>
                        </a:rPr>
                        <a:t>오권석</a:t>
                      </a:r>
                      <a:endParaRPr kumimoji="1" lang="ko-KR" altLang="en-US" sz="700" b="0"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sp>
        <p:nvSpPr>
          <p:cNvPr id="8" name="Text Box 135">
            <a:extLst>
              <a:ext uri="{FF2B5EF4-FFF2-40B4-BE49-F238E27FC236}">
                <a16:creationId xmlns:a16="http://schemas.microsoft.com/office/drawing/2014/main" id="{867BABE0-7B7A-41F1-96C4-6E0F50AF3BE9}"/>
              </a:ext>
            </a:extLst>
          </p:cNvPr>
          <p:cNvSpPr txBox="1">
            <a:spLocks noChangeArrowheads="1"/>
          </p:cNvSpPr>
          <p:nvPr userDrawn="1"/>
        </p:nvSpPr>
        <p:spPr bwMode="auto">
          <a:xfrm>
            <a:off x="3592446" y="6601441"/>
            <a:ext cx="440267" cy="220575"/>
          </a:xfrm>
          <a:prstGeom prst="rect">
            <a:avLst/>
          </a:prstGeom>
          <a:noFill/>
          <a:ln>
            <a:noFill/>
          </a:ln>
        </p:spPr>
        <p:txBody>
          <a:bodyPr lIns="86302" tIns="43149" rIns="86302" bIns="43149">
            <a:spAutoFit/>
          </a:bodyPr>
          <a:lstStyle>
            <a:lvl1pPr eaLnBrk="0" hangingPunct="0">
              <a:defRPr kumimoji="1" sz="800" b="1">
                <a:solidFill>
                  <a:schemeClr val="tx1"/>
                </a:solidFill>
                <a:latin typeface="굴림" pitchFamily="50" charset="-127"/>
                <a:ea typeface="굴림" pitchFamily="50" charset="-127"/>
              </a:defRPr>
            </a:lvl1pPr>
            <a:lvl2pPr marL="742950" indent="-285750" eaLnBrk="0" hangingPunct="0">
              <a:defRPr kumimoji="1" sz="800" b="1">
                <a:solidFill>
                  <a:schemeClr val="tx1"/>
                </a:solidFill>
                <a:latin typeface="굴림" pitchFamily="50" charset="-127"/>
                <a:ea typeface="굴림" pitchFamily="50" charset="-127"/>
              </a:defRPr>
            </a:lvl2pPr>
            <a:lvl3pPr marL="1143000" indent="-228600" eaLnBrk="0" hangingPunct="0">
              <a:defRPr kumimoji="1" sz="800" b="1">
                <a:solidFill>
                  <a:schemeClr val="tx1"/>
                </a:solidFill>
                <a:latin typeface="굴림" pitchFamily="50" charset="-127"/>
                <a:ea typeface="굴림" pitchFamily="50" charset="-127"/>
              </a:defRPr>
            </a:lvl3pPr>
            <a:lvl4pPr marL="1600200" indent="-228600" eaLnBrk="0" hangingPunct="0">
              <a:defRPr kumimoji="1" sz="800" b="1">
                <a:solidFill>
                  <a:schemeClr val="tx1"/>
                </a:solidFill>
                <a:latin typeface="굴림" pitchFamily="50" charset="-127"/>
                <a:ea typeface="굴림" pitchFamily="50" charset="-127"/>
              </a:defRPr>
            </a:lvl4pPr>
            <a:lvl5pPr marL="2057400" indent="-228600" eaLnBrk="0" hangingPunct="0">
              <a:defRPr kumimoji="1" sz="800" b="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9pPr>
          </a:lstStyle>
          <a:p>
            <a:pPr eaLnBrk="1" fontAlgn="auto" hangingPunct="1">
              <a:spcBef>
                <a:spcPct val="50000"/>
              </a:spcBef>
              <a:spcAft>
                <a:spcPts val="0"/>
              </a:spcAft>
              <a:defRPr/>
            </a:pPr>
            <a:fld id="{73D0FB96-147E-4B20-B599-8591A130DAF4}" type="slidenum">
              <a:rPr lang="en-US" altLang="ko-KR" sz="867" b="0" smtClean="0">
                <a:latin typeface="+mn-ea"/>
                <a:ea typeface="+mn-ea"/>
              </a:rPr>
              <a:pPr eaLnBrk="1" fontAlgn="auto" hangingPunct="1">
                <a:spcBef>
                  <a:spcPct val="50000"/>
                </a:spcBef>
                <a:spcAft>
                  <a:spcPts val="0"/>
                </a:spcAft>
                <a:defRPr/>
              </a:pPr>
              <a:t>‹#›</a:t>
            </a:fld>
            <a:endParaRPr lang="en-US" altLang="ko-KR" sz="867" b="0">
              <a:latin typeface="+mn-ea"/>
              <a:ea typeface="+mn-ea"/>
            </a:endParaRPr>
          </a:p>
        </p:txBody>
      </p:sp>
      <p:sp>
        <p:nvSpPr>
          <p:cNvPr id="9" name="Rectangle 6">
            <a:extLst>
              <a:ext uri="{FF2B5EF4-FFF2-40B4-BE49-F238E27FC236}">
                <a16:creationId xmlns:a16="http://schemas.microsoft.com/office/drawing/2014/main" id="{EEB69B33-EF10-412C-A92D-3139319D43F1}"/>
              </a:ext>
            </a:extLst>
          </p:cNvPr>
          <p:cNvSpPr>
            <a:spLocks noChangeArrowheads="1"/>
          </p:cNvSpPr>
          <p:nvPr userDrawn="1"/>
        </p:nvSpPr>
        <p:spPr bwMode="auto">
          <a:xfrm>
            <a:off x="51594" y="555625"/>
            <a:ext cx="7740783" cy="6026330"/>
          </a:xfrm>
          <a:prstGeom prst="rect">
            <a:avLst/>
          </a:prstGeom>
          <a:noFill/>
          <a:ln w="3175">
            <a:solidFill>
              <a:schemeClr val="bg1">
                <a:lumMod val="65000"/>
              </a:schemeClr>
            </a:solidFill>
            <a:miter lim="800000"/>
            <a:headEnd/>
            <a:tailEnd/>
          </a:ln>
        </p:spPr>
        <p:txBody>
          <a:bodyPr wrap="none" lIns="86321" tIns="43160" rIns="86321" bIns="43160" anchor="ctr"/>
          <a:lstStyle/>
          <a:p>
            <a:pPr algn="ctr" fontAlgn="auto">
              <a:spcBef>
                <a:spcPts val="0"/>
              </a:spcBef>
              <a:spcAft>
                <a:spcPts val="0"/>
              </a:spcAft>
              <a:defRPr/>
            </a:pPr>
            <a:endParaRPr kumimoji="0" lang="ko-KR" altLang="en-US">
              <a:latin typeface="굴림" charset="-127"/>
              <a:ea typeface="돋움" pitchFamily="50" charset="-127"/>
            </a:endParaRPr>
          </a:p>
        </p:txBody>
      </p:sp>
      <p:sp>
        <p:nvSpPr>
          <p:cNvPr id="2" name="직사각형 1">
            <a:extLst>
              <a:ext uri="{FF2B5EF4-FFF2-40B4-BE49-F238E27FC236}">
                <a16:creationId xmlns:a16="http://schemas.microsoft.com/office/drawing/2014/main" id="{BB316442-8666-4125-B40B-52BCB0DF802C}"/>
              </a:ext>
            </a:extLst>
          </p:cNvPr>
          <p:cNvSpPr/>
          <p:nvPr userDrawn="1"/>
        </p:nvSpPr>
        <p:spPr>
          <a:xfrm>
            <a:off x="34504" y="6592815"/>
            <a:ext cx="1911101" cy="215444"/>
          </a:xfrm>
          <a:prstGeom prst="rect">
            <a:avLst/>
          </a:prstGeom>
        </p:spPr>
        <p:txBody>
          <a:bodyPr wrap="none">
            <a:spAutoFit/>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kern="1200" cap="none" normalizeH="0" baseline="0" err="1">
                <a:ln>
                  <a:noFill/>
                </a:ln>
                <a:solidFill>
                  <a:schemeClr val="tx1"/>
                </a:solidFill>
                <a:effectLst/>
                <a:latin typeface="+mn-ea"/>
                <a:ea typeface="굴림" pitchFamily="50" charset="-127"/>
                <a:cs typeface="+mn-cs"/>
              </a:rPr>
              <a:t>참좋은여행</a:t>
            </a:r>
            <a:r>
              <a:rPr kumimoji="1" lang="ko-KR" altLang="en-US" sz="800" b="1" i="0" u="none" strike="noStrike" kern="1200" cap="none" normalizeH="0" baseline="0">
                <a:ln>
                  <a:noFill/>
                </a:ln>
                <a:solidFill>
                  <a:schemeClr val="tx1"/>
                </a:solidFill>
                <a:effectLst/>
                <a:latin typeface="+mn-ea"/>
                <a:ea typeface="굴림" pitchFamily="50" charset="-127"/>
                <a:cs typeface="+mn-cs"/>
              </a:rPr>
              <a:t> 홈페이지 리뉴얼 프로젝트</a:t>
            </a:r>
          </a:p>
        </p:txBody>
      </p:sp>
    </p:spTree>
    <p:extLst>
      <p:ext uri="{BB962C8B-B14F-4D97-AF65-F5344CB8AC3E}">
        <p14:creationId xmlns:p14="http://schemas.microsoft.com/office/powerpoint/2010/main" val="35118637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Lst>
  <p:txStyles>
    <p:titleStyle>
      <a:lvl1pPr algn="ctr" defTabSz="990570" rtl="0" eaLnBrk="1" latinLnBrk="1" hangingPunct="1">
        <a:spcBef>
          <a:spcPct val="0"/>
        </a:spcBef>
        <a:buNone/>
        <a:defRPr sz="4767" kern="1200">
          <a:solidFill>
            <a:schemeClr val="tx1"/>
          </a:solidFill>
          <a:latin typeface="+mj-lt"/>
          <a:ea typeface="+mj-ea"/>
          <a:cs typeface="+mj-cs"/>
        </a:defRPr>
      </a:lvl1pPr>
    </p:titleStyle>
    <p:bodyStyle>
      <a:lvl1pPr marL="371464" indent="-371464" algn="l" defTabSz="990570" rtl="0" eaLnBrk="1" latinLnBrk="1" hangingPunct="1">
        <a:spcBef>
          <a:spcPct val="20000"/>
        </a:spcBef>
        <a:buFont typeface="Arial" pitchFamily="34" charset="0"/>
        <a:buChar char="•"/>
        <a:defRPr sz="3467" kern="1200">
          <a:solidFill>
            <a:schemeClr val="tx1"/>
          </a:solidFill>
          <a:latin typeface="+mn-lt"/>
          <a:ea typeface="+mn-ea"/>
          <a:cs typeface="+mn-cs"/>
        </a:defRPr>
      </a:lvl1pPr>
      <a:lvl2pPr marL="804838" indent="-309553" algn="l" defTabSz="990570" rtl="0" eaLnBrk="1" latinLnBrk="1" hangingPunct="1">
        <a:spcBef>
          <a:spcPct val="20000"/>
        </a:spcBef>
        <a:buFont typeface="Arial" pitchFamily="34" charset="0"/>
        <a:buChar char="–"/>
        <a:defRPr sz="3033" kern="1200">
          <a:solidFill>
            <a:schemeClr val="tx1"/>
          </a:solidFill>
          <a:latin typeface="+mn-lt"/>
          <a:ea typeface="+mn-ea"/>
          <a:cs typeface="+mn-cs"/>
        </a:defRPr>
      </a:lvl2pPr>
      <a:lvl3pPr marL="1238212" indent="-247642" algn="l" defTabSz="990570" rtl="0" eaLnBrk="1" latinLnBrk="1" hangingPunct="1">
        <a:spcBef>
          <a:spcPct val="20000"/>
        </a:spcBef>
        <a:buFont typeface="Arial" pitchFamily="34" charset="0"/>
        <a:buChar char="•"/>
        <a:defRPr sz="2600" kern="1200">
          <a:solidFill>
            <a:schemeClr val="tx1"/>
          </a:solidFill>
          <a:latin typeface="+mn-lt"/>
          <a:ea typeface="+mn-ea"/>
          <a:cs typeface="+mn-cs"/>
        </a:defRPr>
      </a:lvl3pPr>
      <a:lvl4pPr marL="1733497"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4pPr>
      <a:lvl5pPr marL="2228781"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5pPr>
      <a:lvl6pPr marL="2724066"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6pPr>
      <a:lvl7pPr marL="3219351"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7pPr>
      <a:lvl8pPr marL="3714636"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8pPr>
      <a:lvl9pPr marL="4209920"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9pPr>
    </p:bodyStyle>
    <p:otherStyle>
      <a:defPPr>
        <a:defRPr lang="ko-KR"/>
      </a:defPPr>
      <a:lvl1pPr marL="0" algn="l" defTabSz="990570" rtl="0" eaLnBrk="1" latinLnBrk="1" hangingPunct="1">
        <a:defRPr sz="1950" kern="1200">
          <a:solidFill>
            <a:schemeClr val="tx1"/>
          </a:solidFill>
          <a:latin typeface="+mn-lt"/>
          <a:ea typeface="+mn-ea"/>
          <a:cs typeface="+mn-cs"/>
        </a:defRPr>
      </a:lvl1pPr>
      <a:lvl2pPr marL="495285" algn="l" defTabSz="990570" rtl="0" eaLnBrk="1" latinLnBrk="1" hangingPunct="1">
        <a:defRPr sz="1950" kern="1200">
          <a:solidFill>
            <a:schemeClr val="tx1"/>
          </a:solidFill>
          <a:latin typeface="+mn-lt"/>
          <a:ea typeface="+mn-ea"/>
          <a:cs typeface="+mn-cs"/>
        </a:defRPr>
      </a:lvl2pPr>
      <a:lvl3pPr marL="990570" algn="l" defTabSz="990570" rtl="0" eaLnBrk="1" latinLnBrk="1" hangingPunct="1">
        <a:defRPr sz="1950" kern="1200">
          <a:solidFill>
            <a:schemeClr val="tx1"/>
          </a:solidFill>
          <a:latin typeface="+mn-lt"/>
          <a:ea typeface="+mn-ea"/>
          <a:cs typeface="+mn-cs"/>
        </a:defRPr>
      </a:lvl3pPr>
      <a:lvl4pPr marL="1485854" algn="l" defTabSz="990570" rtl="0" eaLnBrk="1" latinLnBrk="1" hangingPunct="1">
        <a:defRPr sz="1950" kern="1200">
          <a:solidFill>
            <a:schemeClr val="tx1"/>
          </a:solidFill>
          <a:latin typeface="+mn-lt"/>
          <a:ea typeface="+mn-ea"/>
          <a:cs typeface="+mn-cs"/>
        </a:defRPr>
      </a:lvl4pPr>
      <a:lvl5pPr marL="1981139" algn="l" defTabSz="990570" rtl="0" eaLnBrk="1" latinLnBrk="1" hangingPunct="1">
        <a:defRPr sz="1950" kern="1200">
          <a:solidFill>
            <a:schemeClr val="tx1"/>
          </a:solidFill>
          <a:latin typeface="+mn-lt"/>
          <a:ea typeface="+mn-ea"/>
          <a:cs typeface="+mn-cs"/>
        </a:defRPr>
      </a:lvl5pPr>
      <a:lvl6pPr marL="2476424" algn="l" defTabSz="990570" rtl="0" eaLnBrk="1" latinLnBrk="1" hangingPunct="1">
        <a:defRPr sz="1950" kern="1200">
          <a:solidFill>
            <a:schemeClr val="tx1"/>
          </a:solidFill>
          <a:latin typeface="+mn-lt"/>
          <a:ea typeface="+mn-ea"/>
          <a:cs typeface="+mn-cs"/>
        </a:defRPr>
      </a:lvl6pPr>
      <a:lvl7pPr marL="2971709" algn="l" defTabSz="990570" rtl="0" eaLnBrk="1" latinLnBrk="1" hangingPunct="1">
        <a:defRPr sz="1950" kern="1200">
          <a:solidFill>
            <a:schemeClr val="tx1"/>
          </a:solidFill>
          <a:latin typeface="+mn-lt"/>
          <a:ea typeface="+mn-ea"/>
          <a:cs typeface="+mn-cs"/>
        </a:defRPr>
      </a:lvl7pPr>
      <a:lvl8pPr marL="3466993" algn="l" defTabSz="990570" rtl="0" eaLnBrk="1" latinLnBrk="1" hangingPunct="1">
        <a:defRPr sz="1950" kern="1200">
          <a:solidFill>
            <a:schemeClr val="tx1"/>
          </a:solidFill>
          <a:latin typeface="+mn-lt"/>
          <a:ea typeface="+mn-ea"/>
          <a:cs typeface="+mn-cs"/>
        </a:defRPr>
      </a:lvl8pPr>
      <a:lvl9pPr marL="3962278" algn="l" defTabSz="990570" rtl="0" eaLnBrk="1" latinLnBrk="1" hangingPunct="1">
        <a:defRPr sz="19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Group 133">
            <a:extLst>
              <a:ext uri="{FF2B5EF4-FFF2-40B4-BE49-F238E27FC236}">
                <a16:creationId xmlns:a16="http://schemas.microsoft.com/office/drawing/2014/main" id="{0B5A3D55-3087-4DF0-97A7-ED4F0833A2F7}"/>
              </a:ext>
            </a:extLst>
          </p:cNvPr>
          <p:cNvGraphicFramePr>
            <a:graphicFrameLocks noGrp="1"/>
          </p:cNvGraphicFramePr>
          <p:nvPr userDrawn="1">
            <p:extLst>
              <p:ext uri="{D42A27DB-BD31-4B8C-83A1-F6EECF244321}">
                <p14:modId xmlns:p14="http://schemas.microsoft.com/office/powerpoint/2010/main" val="2672296957"/>
              </p:ext>
            </p:extLst>
          </p:nvPr>
        </p:nvGraphicFramePr>
        <p:xfrm>
          <a:off x="51593" y="98425"/>
          <a:ext cx="9788827" cy="437714"/>
        </p:xfrm>
        <a:graphic>
          <a:graphicData uri="http://schemas.openxmlformats.org/drawingml/2006/table">
            <a:tbl>
              <a:tblPr/>
              <a:tblGrid>
                <a:gridCol w="1042294">
                  <a:extLst>
                    <a:ext uri="{9D8B030D-6E8A-4147-A177-3AD203B41FA5}">
                      <a16:colId xmlns:a16="http://schemas.microsoft.com/office/drawing/2014/main" val="20000"/>
                    </a:ext>
                  </a:extLst>
                </a:gridCol>
                <a:gridCol w="4806581">
                  <a:extLst>
                    <a:ext uri="{9D8B030D-6E8A-4147-A177-3AD203B41FA5}">
                      <a16:colId xmlns:a16="http://schemas.microsoft.com/office/drawing/2014/main" val="20001"/>
                    </a:ext>
                  </a:extLst>
                </a:gridCol>
                <a:gridCol w="959325">
                  <a:extLst>
                    <a:ext uri="{9D8B030D-6E8A-4147-A177-3AD203B41FA5}">
                      <a16:colId xmlns:a16="http://schemas.microsoft.com/office/drawing/2014/main" val="20003"/>
                    </a:ext>
                  </a:extLst>
                </a:gridCol>
                <a:gridCol w="929860">
                  <a:extLst>
                    <a:ext uri="{9D8B030D-6E8A-4147-A177-3AD203B41FA5}">
                      <a16:colId xmlns:a16="http://schemas.microsoft.com/office/drawing/2014/main" val="20005"/>
                    </a:ext>
                  </a:extLst>
                </a:gridCol>
                <a:gridCol w="2050767">
                  <a:extLst>
                    <a:ext uri="{9D8B030D-6E8A-4147-A177-3AD203B41FA5}">
                      <a16:colId xmlns:a16="http://schemas.microsoft.com/office/drawing/2014/main" val="104537158"/>
                    </a:ext>
                  </a:extLst>
                </a:gridCol>
              </a:tblGrid>
              <a:tr h="22173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1" i="0" u="none" strike="noStrike" cap="none" normalizeH="0" baseline="0" err="1">
                          <a:ln>
                            <a:noFill/>
                          </a:ln>
                          <a:solidFill>
                            <a:schemeClr val="tx1"/>
                          </a:solidFill>
                          <a:effectLst/>
                          <a:latin typeface="+mn-ea"/>
                          <a:ea typeface="+mn-ea"/>
                        </a:rPr>
                        <a:t>화면명</a:t>
                      </a:r>
                      <a:endParaRPr kumimoji="1" lang="ko-KR" altLang="en-US" sz="700" b="1"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1"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a:ln>
                            <a:noFill/>
                          </a:ln>
                          <a:solidFill>
                            <a:schemeClr val="tx1"/>
                          </a:solidFill>
                          <a:effectLst/>
                          <a:latin typeface="+mn-ea"/>
                          <a:ea typeface="+mn-ea"/>
                        </a:rPr>
                        <a:t>작성일자</a:t>
                      </a: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a:ln>
                            <a:noFill/>
                          </a:ln>
                          <a:solidFill>
                            <a:schemeClr val="tx1"/>
                          </a:solidFill>
                          <a:effectLst/>
                          <a:latin typeface="+mn-ea"/>
                          <a:ea typeface="+mn-ea"/>
                        </a:rPr>
                        <a:t>작성자</a:t>
                      </a: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a:ln>
                            <a:noFill/>
                          </a:ln>
                          <a:solidFill>
                            <a:schemeClr val="tx1"/>
                          </a:solidFill>
                          <a:effectLst/>
                          <a:latin typeface="+mn-ea"/>
                          <a:ea typeface="+mn-ea"/>
                        </a:rPr>
                        <a:t>변경이력</a:t>
                      </a: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extLst>
                  <a:ext uri="{0D108BD9-81ED-4DB2-BD59-A6C34878D82A}">
                    <a16:rowId xmlns:a16="http://schemas.microsoft.com/office/drawing/2014/main" val="10000"/>
                  </a:ext>
                </a:extLst>
              </a:tr>
              <a:tr h="21597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1" i="0" u="none" strike="noStrike" cap="none" normalizeH="0" baseline="0">
                          <a:ln>
                            <a:noFill/>
                          </a:ln>
                          <a:solidFill>
                            <a:schemeClr val="tx1"/>
                          </a:solidFill>
                          <a:effectLst/>
                          <a:latin typeface="+mn-ea"/>
                          <a:ea typeface="+mn-ea"/>
                        </a:rPr>
                        <a:t>화면</a:t>
                      </a:r>
                      <a:r>
                        <a:rPr kumimoji="1" lang="en-US" altLang="ko-KR" sz="700" b="1" i="0" u="none" strike="noStrike" cap="none" normalizeH="0" baseline="0">
                          <a:ln>
                            <a:noFill/>
                          </a:ln>
                          <a:solidFill>
                            <a:schemeClr val="tx1"/>
                          </a:solidFill>
                          <a:effectLst/>
                          <a:latin typeface="+mn-ea"/>
                          <a:ea typeface="+mn-ea"/>
                        </a:rPr>
                        <a:t>ID</a:t>
                      </a:r>
                      <a:endParaRPr kumimoji="1" lang="ko-KR" altLang="en-US" sz="700" b="1"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0" i="0" u="none" strike="noStrike" cap="none" normalizeH="0" baseline="0">
                          <a:ln>
                            <a:noFill/>
                          </a:ln>
                          <a:solidFill>
                            <a:schemeClr val="tx1"/>
                          </a:solidFill>
                          <a:effectLst/>
                          <a:latin typeface="+mn-ea"/>
                          <a:ea typeface="+mn-ea"/>
                        </a:rPr>
                        <a:t>2019.07.15</a:t>
                      </a:r>
                      <a:endParaRPr kumimoji="1" lang="ko-KR" altLang="ko-KR" sz="700" b="0" i="0" u="none" strike="noStrike" cap="none" normalizeH="0" baseline="0" dirty="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dirty="0">
                          <a:ln>
                            <a:noFill/>
                          </a:ln>
                          <a:solidFill>
                            <a:schemeClr val="tx1"/>
                          </a:solidFill>
                          <a:effectLst/>
                          <a:latin typeface="+mn-ea"/>
                          <a:ea typeface="+mn-ea"/>
                        </a:rPr>
                        <a:t>김정빈</a:t>
                      </a: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dirty="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sp>
        <p:nvSpPr>
          <p:cNvPr id="8" name="Text Box 135">
            <a:extLst>
              <a:ext uri="{FF2B5EF4-FFF2-40B4-BE49-F238E27FC236}">
                <a16:creationId xmlns:a16="http://schemas.microsoft.com/office/drawing/2014/main" id="{867BABE0-7B7A-41F1-96C4-6E0F50AF3BE9}"/>
              </a:ext>
            </a:extLst>
          </p:cNvPr>
          <p:cNvSpPr txBox="1">
            <a:spLocks noChangeArrowheads="1"/>
          </p:cNvSpPr>
          <p:nvPr userDrawn="1"/>
        </p:nvSpPr>
        <p:spPr bwMode="auto">
          <a:xfrm>
            <a:off x="3592446" y="6601441"/>
            <a:ext cx="440267" cy="220575"/>
          </a:xfrm>
          <a:prstGeom prst="rect">
            <a:avLst/>
          </a:prstGeom>
          <a:noFill/>
          <a:ln>
            <a:noFill/>
          </a:ln>
        </p:spPr>
        <p:txBody>
          <a:bodyPr lIns="86302" tIns="43149" rIns="86302" bIns="43149">
            <a:spAutoFit/>
          </a:bodyPr>
          <a:lstStyle>
            <a:lvl1pPr eaLnBrk="0" hangingPunct="0">
              <a:defRPr kumimoji="1" sz="800" b="1">
                <a:solidFill>
                  <a:schemeClr val="tx1"/>
                </a:solidFill>
                <a:latin typeface="굴림" pitchFamily="50" charset="-127"/>
                <a:ea typeface="굴림" pitchFamily="50" charset="-127"/>
              </a:defRPr>
            </a:lvl1pPr>
            <a:lvl2pPr marL="742950" indent="-285750" eaLnBrk="0" hangingPunct="0">
              <a:defRPr kumimoji="1" sz="800" b="1">
                <a:solidFill>
                  <a:schemeClr val="tx1"/>
                </a:solidFill>
                <a:latin typeface="굴림" pitchFamily="50" charset="-127"/>
                <a:ea typeface="굴림" pitchFamily="50" charset="-127"/>
              </a:defRPr>
            </a:lvl2pPr>
            <a:lvl3pPr marL="1143000" indent="-228600" eaLnBrk="0" hangingPunct="0">
              <a:defRPr kumimoji="1" sz="800" b="1">
                <a:solidFill>
                  <a:schemeClr val="tx1"/>
                </a:solidFill>
                <a:latin typeface="굴림" pitchFamily="50" charset="-127"/>
                <a:ea typeface="굴림" pitchFamily="50" charset="-127"/>
              </a:defRPr>
            </a:lvl3pPr>
            <a:lvl4pPr marL="1600200" indent="-228600" eaLnBrk="0" hangingPunct="0">
              <a:defRPr kumimoji="1" sz="800" b="1">
                <a:solidFill>
                  <a:schemeClr val="tx1"/>
                </a:solidFill>
                <a:latin typeface="굴림" pitchFamily="50" charset="-127"/>
                <a:ea typeface="굴림" pitchFamily="50" charset="-127"/>
              </a:defRPr>
            </a:lvl4pPr>
            <a:lvl5pPr marL="2057400" indent="-228600" eaLnBrk="0" hangingPunct="0">
              <a:defRPr kumimoji="1" sz="800" b="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9pPr>
          </a:lstStyle>
          <a:p>
            <a:pPr eaLnBrk="1" fontAlgn="auto" hangingPunct="1">
              <a:spcBef>
                <a:spcPct val="50000"/>
              </a:spcBef>
              <a:spcAft>
                <a:spcPts val="0"/>
              </a:spcAft>
              <a:defRPr/>
            </a:pPr>
            <a:fld id="{73D0FB96-147E-4B20-B599-8591A130DAF4}" type="slidenum">
              <a:rPr lang="en-US" altLang="ko-KR" sz="867" b="0" smtClean="0">
                <a:latin typeface="+mn-ea"/>
                <a:ea typeface="+mn-ea"/>
              </a:rPr>
              <a:pPr eaLnBrk="1" fontAlgn="auto" hangingPunct="1">
                <a:spcBef>
                  <a:spcPct val="50000"/>
                </a:spcBef>
                <a:spcAft>
                  <a:spcPts val="0"/>
                </a:spcAft>
                <a:defRPr/>
              </a:pPr>
              <a:t>‹#›</a:t>
            </a:fld>
            <a:endParaRPr lang="en-US" altLang="ko-KR" sz="867" b="0">
              <a:latin typeface="+mn-ea"/>
              <a:ea typeface="+mn-ea"/>
            </a:endParaRPr>
          </a:p>
        </p:txBody>
      </p:sp>
      <p:sp>
        <p:nvSpPr>
          <p:cNvPr id="9" name="Rectangle 6">
            <a:extLst>
              <a:ext uri="{FF2B5EF4-FFF2-40B4-BE49-F238E27FC236}">
                <a16:creationId xmlns:a16="http://schemas.microsoft.com/office/drawing/2014/main" id="{EEB69B33-EF10-412C-A92D-3139319D43F1}"/>
              </a:ext>
            </a:extLst>
          </p:cNvPr>
          <p:cNvSpPr>
            <a:spLocks noChangeArrowheads="1"/>
          </p:cNvSpPr>
          <p:nvPr userDrawn="1"/>
        </p:nvSpPr>
        <p:spPr bwMode="auto">
          <a:xfrm>
            <a:off x="51594" y="555625"/>
            <a:ext cx="7740783" cy="6026330"/>
          </a:xfrm>
          <a:prstGeom prst="rect">
            <a:avLst/>
          </a:prstGeom>
          <a:noFill/>
          <a:ln w="3175">
            <a:solidFill>
              <a:schemeClr val="bg1">
                <a:lumMod val="65000"/>
              </a:schemeClr>
            </a:solidFill>
            <a:miter lim="800000"/>
            <a:headEnd/>
            <a:tailEnd/>
          </a:ln>
        </p:spPr>
        <p:txBody>
          <a:bodyPr wrap="none" lIns="86321" tIns="43160" rIns="86321" bIns="43160" anchor="ctr"/>
          <a:lstStyle/>
          <a:p>
            <a:pPr algn="ctr" fontAlgn="auto">
              <a:spcBef>
                <a:spcPts val="0"/>
              </a:spcBef>
              <a:spcAft>
                <a:spcPts val="0"/>
              </a:spcAft>
              <a:defRPr/>
            </a:pPr>
            <a:endParaRPr kumimoji="0" lang="ko-KR" altLang="en-US">
              <a:latin typeface="맑은 고딕" panose="020B0503020000020004" pitchFamily="50" charset="-127"/>
              <a:ea typeface="돋움" pitchFamily="50" charset="-127"/>
            </a:endParaRPr>
          </a:p>
        </p:txBody>
      </p:sp>
      <p:sp>
        <p:nvSpPr>
          <p:cNvPr id="2" name="직사각형 1">
            <a:extLst>
              <a:ext uri="{FF2B5EF4-FFF2-40B4-BE49-F238E27FC236}">
                <a16:creationId xmlns:a16="http://schemas.microsoft.com/office/drawing/2014/main" id="{BB316442-8666-4125-B40B-52BCB0DF802C}"/>
              </a:ext>
            </a:extLst>
          </p:cNvPr>
          <p:cNvSpPr/>
          <p:nvPr userDrawn="1"/>
        </p:nvSpPr>
        <p:spPr>
          <a:xfrm>
            <a:off x="34504" y="6592815"/>
            <a:ext cx="1936749" cy="215444"/>
          </a:xfrm>
          <a:prstGeom prst="rect">
            <a:avLst/>
          </a:prstGeom>
        </p:spPr>
        <p:txBody>
          <a:bodyPr wrap="none">
            <a:spAutoFit/>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kern="1200" cap="none" normalizeH="0" baseline="0" err="1">
                <a:ln>
                  <a:noFill/>
                </a:ln>
                <a:solidFill>
                  <a:schemeClr val="tx1"/>
                </a:solidFill>
                <a:effectLst/>
                <a:latin typeface="+mj-ea"/>
                <a:ea typeface="+mj-ea"/>
                <a:cs typeface="+mn-cs"/>
              </a:rPr>
              <a:t>참좋은여행</a:t>
            </a:r>
            <a:r>
              <a:rPr kumimoji="1" lang="ko-KR" altLang="en-US" sz="800" b="1" i="0" u="none" strike="noStrike" kern="1200" cap="none" normalizeH="0" baseline="0">
                <a:ln>
                  <a:noFill/>
                </a:ln>
                <a:solidFill>
                  <a:schemeClr val="tx1"/>
                </a:solidFill>
                <a:effectLst/>
                <a:latin typeface="+mj-ea"/>
                <a:ea typeface="+mj-ea"/>
                <a:cs typeface="+mn-cs"/>
              </a:rPr>
              <a:t> 홈페이지 리뉴얼 프로젝트</a:t>
            </a:r>
          </a:p>
        </p:txBody>
      </p:sp>
    </p:spTree>
    <p:extLst>
      <p:ext uri="{BB962C8B-B14F-4D97-AF65-F5344CB8AC3E}">
        <p14:creationId xmlns:p14="http://schemas.microsoft.com/office/powerpoint/2010/main" val="1054645914"/>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60"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Lst>
  <p:txStyles>
    <p:titleStyle>
      <a:lvl1pPr algn="ctr" defTabSz="990570" rtl="0" eaLnBrk="1" latinLnBrk="1" hangingPunct="1">
        <a:spcBef>
          <a:spcPct val="0"/>
        </a:spcBef>
        <a:buNone/>
        <a:defRPr sz="4767" kern="1200">
          <a:solidFill>
            <a:schemeClr val="tx1"/>
          </a:solidFill>
          <a:latin typeface="+mj-lt"/>
          <a:ea typeface="+mj-ea"/>
          <a:cs typeface="+mj-cs"/>
        </a:defRPr>
      </a:lvl1pPr>
    </p:titleStyle>
    <p:bodyStyle>
      <a:lvl1pPr marL="371464" indent="-371464" algn="l" defTabSz="990570" rtl="0" eaLnBrk="1" latinLnBrk="1" hangingPunct="1">
        <a:spcBef>
          <a:spcPct val="20000"/>
        </a:spcBef>
        <a:buFont typeface="Arial" pitchFamily="34" charset="0"/>
        <a:buChar char="•"/>
        <a:defRPr sz="3467" kern="1200">
          <a:solidFill>
            <a:schemeClr val="tx1"/>
          </a:solidFill>
          <a:latin typeface="+mn-lt"/>
          <a:ea typeface="+mn-ea"/>
          <a:cs typeface="+mn-cs"/>
        </a:defRPr>
      </a:lvl1pPr>
      <a:lvl2pPr marL="804838" indent="-309553" algn="l" defTabSz="990570" rtl="0" eaLnBrk="1" latinLnBrk="1" hangingPunct="1">
        <a:spcBef>
          <a:spcPct val="20000"/>
        </a:spcBef>
        <a:buFont typeface="Arial" pitchFamily="34" charset="0"/>
        <a:buChar char="–"/>
        <a:defRPr sz="3033" kern="1200">
          <a:solidFill>
            <a:schemeClr val="tx1"/>
          </a:solidFill>
          <a:latin typeface="+mn-lt"/>
          <a:ea typeface="+mn-ea"/>
          <a:cs typeface="+mn-cs"/>
        </a:defRPr>
      </a:lvl2pPr>
      <a:lvl3pPr marL="1238212" indent="-247642" algn="l" defTabSz="990570" rtl="0" eaLnBrk="1" latinLnBrk="1" hangingPunct="1">
        <a:spcBef>
          <a:spcPct val="20000"/>
        </a:spcBef>
        <a:buFont typeface="Arial" pitchFamily="34" charset="0"/>
        <a:buChar char="•"/>
        <a:defRPr sz="2600" kern="1200">
          <a:solidFill>
            <a:schemeClr val="tx1"/>
          </a:solidFill>
          <a:latin typeface="+mn-lt"/>
          <a:ea typeface="+mn-ea"/>
          <a:cs typeface="+mn-cs"/>
        </a:defRPr>
      </a:lvl3pPr>
      <a:lvl4pPr marL="1733497"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4pPr>
      <a:lvl5pPr marL="2228781"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5pPr>
      <a:lvl6pPr marL="2724066"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6pPr>
      <a:lvl7pPr marL="3219351"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7pPr>
      <a:lvl8pPr marL="3714636"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8pPr>
      <a:lvl9pPr marL="4209920"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9pPr>
    </p:bodyStyle>
    <p:otherStyle>
      <a:defPPr>
        <a:defRPr lang="ko-KR"/>
      </a:defPPr>
      <a:lvl1pPr marL="0" algn="l" defTabSz="990570" rtl="0" eaLnBrk="1" latinLnBrk="1" hangingPunct="1">
        <a:defRPr sz="1950" kern="1200">
          <a:solidFill>
            <a:schemeClr val="tx1"/>
          </a:solidFill>
          <a:latin typeface="+mn-lt"/>
          <a:ea typeface="+mn-ea"/>
          <a:cs typeface="+mn-cs"/>
        </a:defRPr>
      </a:lvl1pPr>
      <a:lvl2pPr marL="495285" algn="l" defTabSz="990570" rtl="0" eaLnBrk="1" latinLnBrk="1" hangingPunct="1">
        <a:defRPr sz="1950" kern="1200">
          <a:solidFill>
            <a:schemeClr val="tx1"/>
          </a:solidFill>
          <a:latin typeface="+mn-lt"/>
          <a:ea typeface="+mn-ea"/>
          <a:cs typeface="+mn-cs"/>
        </a:defRPr>
      </a:lvl2pPr>
      <a:lvl3pPr marL="990570" algn="l" defTabSz="990570" rtl="0" eaLnBrk="1" latinLnBrk="1" hangingPunct="1">
        <a:defRPr sz="1950" kern="1200">
          <a:solidFill>
            <a:schemeClr val="tx1"/>
          </a:solidFill>
          <a:latin typeface="+mn-lt"/>
          <a:ea typeface="+mn-ea"/>
          <a:cs typeface="+mn-cs"/>
        </a:defRPr>
      </a:lvl3pPr>
      <a:lvl4pPr marL="1485854" algn="l" defTabSz="990570" rtl="0" eaLnBrk="1" latinLnBrk="1" hangingPunct="1">
        <a:defRPr sz="1950" kern="1200">
          <a:solidFill>
            <a:schemeClr val="tx1"/>
          </a:solidFill>
          <a:latin typeface="+mn-lt"/>
          <a:ea typeface="+mn-ea"/>
          <a:cs typeface="+mn-cs"/>
        </a:defRPr>
      </a:lvl4pPr>
      <a:lvl5pPr marL="1981139" algn="l" defTabSz="990570" rtl="0" eaLnBrk="1" latinLnBrk="1" hangingPunct="1">
        <a:defRPr sz="1950" kern="1200">
          <a:solidFill>
            <a:schemeClr val="tx1"/>
          </a:solidFill>
          <a:latin typeface="+mn-lt"/>
          <a:ea typeface="+mn-ea"/>
          <a:cs typeface="+mn-cs"/>
        </a:defRPr>
      </a:lvl5pPr>
      <a:lvl6pPr marL="2476424" algn="l" defTabSz="990570" rtl="0" eaLnBrk="1" latinLnBrk="1" hangingPunct="1">
        <a:defRPr sz="1950" kern="1200">
          <a:solidFill>
            <a:schemeClr val="tx1"/>
          </a:solidFill>
          <a:latin typeface="+mn-lt"/>
          <a:ea typeface="+mn-ea"/>
          <a:cs typeface="+mn-cs"/>
        </a:defRPr>
      </a:lvl6pPr>
      <a:lvl7pPr marL="2971709" algn="l" defTabSz="990570" rtl="0" eaLnBrk="1" latinLnBrk="1" hangingPunct="1">
        <a:defRPr sz="1950" kern="1200">
          <a:solidFill>
            <a:schemeClr val="tx1"/>
          </a:solidFill>
          <a:latin typeface="+mn-lt"/>
          <a:ea typeface="+mn-ea"/>
          <a:cs typeface="+mn-cs"/>
        </a:defRPr>
      </a:lvl7pPr>
      <a:lvl8pPr marL="3466993" algn="l" defTabSz="990570" rtl="0" eaLnBrk="1" latinLnBrk="1" hangingPunct="1">
        <a:defRPr sz="1950" kern="1200">
          <a:solidFill>
            <a:schemeClr val="tx1"/>
          </a:solidFill>
          <a:latin typeface="+mn-lt"/>
          <a:ea typeface="+mn-ea"/>
          <a:cs typeface="+mn-cs"/>
        </a:defRPr>
      </a:lvl8pPr>
      <a:lvl9pPr marL="3962278" algn="l" defTabSz="990570" rtl="0" eaLnBrk="1" latinLnBrk="1" hangingPunct="1">
        <a:defRPr sz="19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Group 133">
            <a:extLst>
              <a:ext uri="{FF2B5EF4-FFF2-40B4-BE49-F238E27FC236}">
                <a16:creationId xmlns:a16="http://schemas.microsoft.com/office/drawing/2014/main" id="{0B5A3D55-3087-4DF0-97A7-ED4F0833A2F7}"/>
              </a:ext>
            </a:extLst>
          </p:cNvPr>
          <p:cNvGraphicFramePr>
            <a:graphicFrameLocks noGrp="1"/>
          </p:cNvGraphicFramePr>
          <p:nvPr userDrawn="1"/>
        </p:nvGraphicFramePr>
        <p:xfrm>
          <a:off x="51593" y="98425"/>
          <a:ext cx="9788827" cy="437714"/>
        </p:xfrm>
        <a:graphic>
          <a:graphicData uri="http://schemas.openxmlformats.org/drawingml/2006/table">
            <a:tbl>
              <a:tblPr/>
              <a:tblGrid>
                <a:gridCol w="1042294">
                  <a:extLst>
                    <a:ext uri="{9D8B030D-6E8A-4147-A177-3AD203B41FA5}">
                      <a16:colId xmlns:a16="http://schemas.microsoft.com/office/drawing/2014/main" val="20000"/>
                    </a:ext>
                  </a:extLst>
                </a:gridCol>
                <a:gridCol w="4806581">
                  <a:extLst>
                    <a:ext uri="{9D8B030D-6E8A-4147-A177-3AD203B41FA5}">
                      <a16:colId xmlns:a16="http://schemas.microsoft.com/office/drawing/2014/main" val="20001"/>
                    </a:ext>
                  </a:extLst>
                </a:gridCol>
                <a:gridCol w="959325">
                  <a:extLst>
                    <a:ext uri="{9D8B030D-6E8A-4147-A177-3AD203B41FA5}">
                      <a16:colId xmlns:a16="http://schemas.microsoft.com/office/drawing/2014/main" val="20003"/>
                    </a:ext>
                  </a:extLst>
                </a:gridCol>
                <a:gridCol w="929860">
                  <a:extLst>
                    <a:ext uri="{9D8B030D-6E8A-4147-A177-3AD203B41FA5}">
                      <a16:colId xmlns:a16="http://schemas.microsoft.com/office/drawing/2014/main" val="20005"/>
                    </a:ext>
                  </a:extLst>
                </a:gridCol>
                <a:gridCol w="2050767">
                  <a:extLst>
                    <a:ext uri="{9D8B030D-6E8A-4147-A177-3AD203B41FA5}">
                      <a16:colId xmlns:a16="http://schemas.microsoft.com/office/drawing/2014/main" val="104537158"/>
                    </a:ext>
                  </a:extLst>
                </a:gridCol>
              </a:tblGrid>
              <a:tr h="22173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1" i="0" u="none" strike="noStrike" cap="none" normalizeH="0" baseline="0" err="1">
                          <a:ln>
                            <a:noFill/>
                          </a:ln>
                          <a:solidFill>
                            <a:schemeClr val="tx1"/>
                          </a:solidFill>
                          <a:effectLst/>
                          <a:latin typeface="+mn-ea"/>
                          <a:ea typeface="+mn-ea"/>
                        </a:rPr>
                        <a:t>화면명</a:t>
                      </a:r>
                      <a:endParaRPr kumimoji="1" lang="ko-KR" altLang="en-US" sz="700" b="1"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1"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a:ln>
                            <a:noFill/>
                          </a:ln>
                          <a:solidFill>
                            <a:schemeClr val="tx1"/>
                          </a:solidFill>
                          <a:effectLst/>
                          <a:latin typeface="+mn-ea"/>
                          <a:ea typeface="+mn-ea"/>
                        </a:rPr>
                        <a:t>작성일자</a:t>
                      </a: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a:ln>
                            <a:noFill/>
                          </a:ln>
                          <a:solidFill>
                            <a:schemeClr val="tx1"/>
                          </a:solidFill>
                          <a:effectLst/>
                          <a:latin typeface="+mn-ea"/>
                          <a:ea typeface="+mn-ea"/>
                        </a:rPr>
                        <a:t>작성자</a:t>
                      </a: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a:ln>
                            <a:noFill/>
                          </a:ln>
                          <a:solidFill>
                            <a:schemeClr val="tx1"/>
                          </a:solidFill>
                          <a:effectLst/>
                          <a:latin typeface="+mn-ea"/>
                          <a:ea typeface="+mn-ea"/>
                        </a:rPr>
                        <a:t>변경이력</a:t>
                      </a: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extLst>
                  <a:ext uri="{0D108BD9-81ED-4DB2-BD59-A6C34878D82A}">
                    <a16:rowId xmlns:a16="http://schemas.microsoft.com/office/drawing/2014/main" val="10000"/>
                  </a:ext>
                </a:extLst>
              </a:tr>
              <a:tr h="21597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1" i="0" u="none" strike="noStrike" cap="none" normalizeH="0" baseline="0">
                          <a:ln>
                            <a:noFill/>
                          </a:ln>
                          <a:solidFill>
                            <a:schemeClr val="tx1"/>
                          </a:solidFill>
                          <a:effectLst/>
                          <a:latin typeface="+mn-ea"/>
                          <a:ea typeface="+mn-ea"/>
                        </a:rPr>
                        <a:t>화면</a:t>
                      </a:r>
                      <a:r>
                        <a:rPr kumimoji="1" lang="en-US" altLang="ko-KR" sz="700" b="1" i="0" u="none" strike="noStrike" cap="none" normalizeH="0" baseline="0">
                          <a:ln>
                            <a:noFill/>
                          </a:ln>
                          <a:solidFill>
                            <a:schemeClr val="tx1"/>
                          </a:solidFill>
                          <a:effectLst/>
                          <a:latin typeface="+mn-ea"/>
                          <a:ea typeface="+mn-ea"/>
                        </a:rPr>
                        <a:t>ID</a:t>
                      </a:r>
                      <a:endParaRPr kumimoji="1" lang="ko-KR" altLang="en-US" sz="700" b="1"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0" i="0" u="none" strike="noStrike" cap="none" normalizeH="0" baseline="0">
                          <a:ln>
                            <a:noFill/>
                          </a:ln>
                          <a:solidFill>
                            <a:schemeClr val="tx1"/>
                          </a:solidFill>
                          <a:effectLst/>
                          <a:latin typeface="+mn-ea"/>
                          <a:ea typeface="+mn-ea"/>
                        </a:rPr>
                        <a:t>2019.05.23</a:t>
                      </a:r>
                      <a:endParaRPr kumimoji="1" lang="ko-KR" altLang="ko-KR" sz="700" b="0"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err="1">
                          <a:ln>
                            <a:noFill/>
                          </a:ln>
                          <a:solidFill>
                            <a:schemeClr val="tx1"/>
                          </a:solidFill>
                          <a:effectLst/>
                          <a:latin typeface="+mn-ea"/>
                          <a:ea typeface="+mn-ea"/>
                        </a:rPr>
                        <a:t>이시연</a:t>
                      </a:r>
                      <a:endParaRPr kumimoji="1" lang="ko-KR" altLang="en-US" sz="700" b="0"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sp>
        <p:nvSpPr>
          <p:cNvPr id="8" name="Text Box 135">
            <a:extLst>
              <a:ext uri="{FF2B5EF4-FFF2-40B4-BE49-F238E27FC236}">
                <a16:creationId xmlns:a16="http://schemas.microsoft.com/office/drawing/2014/main" id="{867BABE0-7B7A-41F1-96C4-6E0F50AF3BE9}"/>
              </a:ext>
            </a:extLst>
          </p:cNvPr>
          <p:cNvSpPr txBox="1">
            <a:spLocks noChangeArrowheads="1"/>
          </p:cNvSpPr>
          <p:nvPr userDrawn="1"/>
        </p:nvSpPr>
        <p:spPr bwMode="auto">
          <a:xfrm>
            <a:off x="3592446" y="6601441"/>
            <a:ext cx="440267" cy="220575"/>
          </a:xfrm>
          <a:prstGeom prst="rect">
            <a:avLst/>
          </a:prstGeom>
          <a:noFill/>
          <a:ln>
            <a:noFill/>
          </a:ln>
        </p:spPr>
        <p:txBody>
          <a:bodyPr lIns="86302" tIns="43149" rIns="86302" bIns="43149">
            <a:spAutoFit/>
          </a:bodyPr>
          <a:lstStyle>
            <a:lvl1pPr eaLnBrk="0" hangingPunct="0">
              <a:defRPr kumimoji="1" sz="800" b="1">
                <a:solidFill>
                  <a:schemeClr val="tx1"/>
                </a:solidFill>
                <a:latin typeface="굴림" pitchFamily="50" charset="-127"/>
                <a:ea typeface="굴림" pitchFamily="50" charset="-127"/>
              </a:defRPr>
            </a:lvl1pPr>
            <a:lvl2pPr marL="742950" indent="-285750" eaLnBrk="0" hangingPunct="0">
              <a:defRPr kumimoji="1" sz="800" b="1">
                <a:solidFill>
                  <a:schemeClr val="tx1"/>
                </a:solidFill>
                <a:latin typeface="굴림" pitchFamily="50" charset="-127"/>
                <a:ea typeface="굴림" pitchFamily="50" charset="-127"/>
              </a:defRPr>
            </a:lvl2pPr>
            <a:lvl3pPr marL="1143000" indent="-228600" eaLnBrk="0" hangingPunct="0">
              <a:defRPr kumimoji="1" sz="800" b="1">
                <a:solidFill>
                  <a:schemeClr val="tx1"/>
                </a:solidFill>
                <a:latin typeface="굴림" pitchFamily="50" charset="-127"/>
                <a:ea typeface="굴림" pitchFamily="50" charset="-127"/>
              </a:defRPr>
            </a:lvl3pPr>
            <a:lvl4pPr marL="1600200" indent="-228600" eaLnBrk="0" hangingPunct="0">
              <a:defRPr kumimoji="1" sz="800" b="1">
                <a:solidFill>
                  <a:schemeClr val="tx1"/>
                </a:solidFill>
                <a:latin typeface="굴림" pitchFamily="50" charset="-127"/>
                <a:ea typeface="굴림" pitchFamily="50" charset="-127"/>
              </a:defRPr>
            </a:lvl4pPr>
            <a:lvl5pPr marL="2057400" indent="-228600" eaLnBrk="0" hangingPunct="0">
              <a:defRPr kumimoji="1" sz="800" b="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9pPr>
          </a:lstStyle>
          <a:p>
            <a:pPr eaLnBrk="1" fontAlgn="auto" hangingPunct="1">
              <a:spcBef>
                <a:spcPct val="50000"/>
              </a:spcBef>
              <a:spcAft>
                <a:spcPts val="0"/>
              </a:spcAft>
              <a:defRPr/>
            </a:pPr>
            <a:fld id="{73D0FB96-147E-4B20-B599-8591A130DAF4}" type="slidenum">
              <a:rPr lang="en-US" altLang="ko-KR" sz="867" b="0" smtClean="0">
                <a:latin typeface="+mn-ea"/>
                <a:ea typeface="+mn-ea"/>
              </a:rPr>
              <a:pPr eaLnBrk="1" fontAlgn="auto" hangingPunct="1">
                <a:spcBef>
                  <a:spcPct val="50000"/>
                </a:spcBef>
                <a:spcAft>
                  <a:spcPts val="0"/>
                </a:spcAft>
                <a:defRPr/>
              </a:pPr>
              <a:t>‹#›</a:t>
            </a:fld>
            <a:endParaRPr lang="en-US" altLang="ko-KR" sz="867" b="0">
              <a:latin typeface="+mn-ea"/>
              <a:ea typeface="+mn-ea"/>
            </a:endParaRPr>
          </a:p>
        </p:txBody>
      </p:sp>
      <p:sp>
        <p:nvSpPr>
          <p:cNvPr id="9" name="Rectangle 6">
            <a:extLst>
              <a:ext uri="{FF2B5EF4-FFF2-40B4-BE49-F238E27FC236}">
                <a16:creationId xmlns:a16="http://schemas.microsoft.com/office/drawing/2014/main" id="{EEB69B33-EF10-412C-A92D-3139319D43F1}"/>
              </a:ext>
            </a:extLst>
          </p:cNvPr>
          <p:cNvSpPr>
            <a:spLocks noChangeArrowheads="1"/>
          </p:cNvSpPr>
          <p:nvPr userDrawn="1"/>
        </p:nvSpPr>
        <p:spPr bwMode="auto">
          <a:xfrm>
            <a:off x="51594" y="555625"/>
            <a:ext cx="7740783" cy="6026330"/>
          </a:xfrm>
          <a:prstGeom prst="rect">
            <a:avLst/>
          </a:prstGeom>
          <a:noFill/>
          <a:ln w="3175">
            <a:solidFill>
              <a:schemeClr val="bg1">
                <a:lumMod val="65000"/>
              </a:schemeClr>
            </a:solidFill>
            <a:miter lim="800000"/>
            <a:headEnd/>
            <a:tailEnd/>
          </a:ln>
        </p:spPr>
        <p:txBody>
          <a:bodyPr wrap="none" lIns="86321" tIns="43160" rIns="86321" bIns="43160" anchor="ctr"/>
          <a:lstStyle/>
          <a:p>
            <a:pPr algn="ctr" fontAlgn="auto">
              <a:spcBef>
                <a:spcPts val="0"/>
              </a:spcBef>
              <a:spcAft>
                <a:spcPts val="0"/>
              </a:spcAft>
              <a:defRPr/>
            </a:pPr>
            <a:endParaRPr kumimoji="0" lang="ko-KR" altLang="en-US">
              <a:latin typeface="맑은 고딕" panose="020B0503020000020004" pitchFamily="50" charset="-127"/>
              <a:ea typeface="돋움" pitchFamily="50" charset="-127"/>
            </a:endParaRPr>
          </a:p>
        </p:txBody>
      </p:sp>
      <p:sp>
        <p:nvSpPr>
          <p:cNvPr id="2" name="직사각형 1">
            <a:extLst>
              <a:ext uri="{FF2B5EF4-FFF2-40B4-BE49-F238E27FC236}">
                <a16:creationId xmlns:a16="http://schemas.microsoft.com/office/drawing/2014/main" id="{BB316442-8666-4125-B40B-52BCB0DF802C}"/>
              </a:ext>
            </a:extLst>
          </p:cNvPr>
          <p:cNvSpPr/>
          <p:nvPr userDrawn="1"/>
        </p:nvSpPr>
        <p:spPr>
          <a:xfrm>
            <a:off x="34504" y="6592815"/>
            <a:ext cx="1936749" cy="215444"/>
          </a:xfrm>
          <a:prstGeom prst="rect">
            <a:avLst/>
          </a:prstGeom>
        </p:spPr>
        <p:txBody>
          <a:bodyPr wrap="none">
            <a:spAutoFit/>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kern="1200" cap="none" normalizeH="0" baseline="0" err="1">
                <a:ln>
                  <a:noFill/>
                </a:ln>
                <a:solidFill>
                  <a:schemeClr val="tx1"/>
                </a:solidFill>
                <a:effectLst/>
                <a:latin typeface="+mj-ea"/>
                <a:ea typeface="+mj-ea"/>
                <a:cs typeface="+mn-cs"/>
              </a:rPr>
              <a:t>참좋은여행</a:t>
            </a:r>
            <a:r>
              <a:rPr kumimoji="1" lang="ko-KR" altLang="en-US" sz="800" b="1" i="0" u="none" strike="noStrike" kern="1200" cap="none" normalizeH="0" baseline="0">
                <a:ln>
                  <a:noFill/>
                </a:ln>
                <a:solidFill>
                  <a:schemeClr val="tx1"/>
                </a:solidFill>
                <a:effectLst/>
                <a:latin typeface="+mj-ea"/>
                <a:ea typeface="+mj-ea"/>
                <a:cs typeface="+mn-cs"/>
              </a:rPr>
              <a:t> 홈페이지 리뉴얼 프로젝트</a:t>
            </a:r>
          </a:p>
        </p:txBody>
      </p:sp>
    </p:spTree>
    <p:extLst>
      <p:ext uri="{BB962C8B-B14F-4D97-AF65-F5344CB8AC3E}">
        <p14:creationId xmlns:p14="http://schemas.microsoft.com/office/powerpoint/2010/main" val="935739985"/>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 id="2147483730" r:id="rId14"/>
    <p:sldLayoutId id="2147483731" r:id="rId15"/>
    <p:sldLayoutId id="2147483732" r:id="rId16"/>
    <p:sldLayoutId id="2147483733" r:id="rId17"/>
    <p:sldLayoutId id="2147483734" r:id="rId18"/>
    <p:sldLayoutId id="2147483735" r:id="rId19"/>
    <p:sldLayoutId id="2147483736" r:id="rId20"/>
    <p:sldLayoutId id="2147483737" r:id="rId21"/>
  </p:sldLayoutIdLst>
  <p:txStyles>
    <p:titleStyle>
      <a:lvl1pPr algn="ctr" defTabSz="990570" rtl="0" eaLnBrk="1" latinLnBrk="1" hangingPunct="1">
        <a:spcBef>
          <a:spcPct val="0"/>
        </a:spcBef>
        <a:buNone/>
        <a:defRPr sz="4767" kern="1200">
          <a:solidFill>
            <a:schemeClr val="tx1"/>
          </a:solidFill>
          <a:latin typeface="+mj-lt"/>
          <a:ea typeface="+mj-ea"/>
          <a:cs typeface="+mj-cs"/>
        </a:defRPr>
      </a:lvl1pPr>
    </p:titleStyle>
    <p:bodyStyle>
      <a:lvl1pPr marL="371464" indent="-371464" algn="l" defTabSz="990570" rtl="0" eaLnBrk="1" latinLnBrk="1" hangingPunct="1">
        <a:spcBef>
          <a:spcPct val="20000"/>
        </a:spcBef>
        <a:buFont typeface="Arial" pitchFamily="34" charset="0"/>
        <a:buChar char="•"/>
        <a:defRPr sz="3467" kern="1200">
          <a:solidFill>
            <a:schemeClr val="tx1"/>
          </a:solidFill>
          <a:latin typeface="+mn-lt"/>
          <a:ea typeface="+mn-ea"/>
          <a:cs typeface="+mn-cs"/>
        </a:defRPr>
      </a:lvl1pPr>
      <a:lvl2pPr marL="804838" indent="-309553" algn="l" defTabSz="990570" rtl="0" eaLnBrk="1" latinLnBrk="1" hangingPunct="1">
        <a:spcBef>
          <a:spcPct val="20000"/>
        </a:spcBef>
        <a:buFont typeface="Arial" pitchFamily="34" charset="0"/>
        <a:buChar char="–"/>
        <a:defRPr sz="3033" kern="1200">
          <a:solidFill>
            <a:schemeClr val="tx1"/>
          </a:solidFill>
          <a:latin typeface="+mn-lt"/>
          <a:ea typeface="+mn-ea"/>
          <a:cs typeface="+mn-cs"/>
        </a:defRPr>
      </a:lvl2pPr>
      <a:lvl3pPr marL="1238212" indent="-247642" algn="l" defTabSz="990570" rtl="0" eaLnBrk="1" latinLnBrk="1" hangingPunct="1">
        <a:spcBef>
          <a:spcPct val="20000"/>
        </a:spcBef>
        <a:buFont typeface="Arial" pitchFamily="34" charset="0"/>
        <a:buChar char="•"/>
        <a:defRPr sz="2600" kern="1200">
          <a:solidFill>
            <a:schemeClr val="tx1"/>
          </a:solidFill>
          <a:latin typeface="+mn-lt"/>
          <a:ea typeface="+mn-ea"/>
          <a:cs typeface="+mn-cs"/>
        </a:defRPr>
      </a:lvl3pPr>
      <a:lvl4pPr marL="1733497"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4pPr>
      <a:lvl5pPr marL="2228781"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5pPr>
      <a:lvl6pPr marL="2724066"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6pPr>
      <a:lvl7pPr marL="3219351"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7pPr>
      <a:lvl8pPr marL="3714636"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8pPr>
      <a:lvl9pPr marL="4209920"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9pPr>
    </p:bodyStyle>
    <p:otherStyle>
      <a:defPPr>
        <a:defRPr lang="ko-KR"/>
      </a:defPPr>
      <a:lvl1pPr marL="0" algn="l" defTabSz="990570" rtl="0" eaLnBrk="1" latinLnBrk="1" hangingPunct="1">
        <a:defRPr sz="1950" kern="1200">
          <a:solidFill>
            <a:schemeClr val="tx1"/>
          </a:solidFill>
          <a:latin typeface="+mn-lt"/>
          <a:ea typeface="+mn-ea"/>
          <a:cs typeface="+mn-cs"/>
        </a:defRPr>
      </a:lvl1pPr>
      <a:lvl2pPr marL="495285" algn="l" defTabSz="990570" rtl="0" eaLnBrk="1" latinLnBrk="1" hangingPunct="1">
        <a:defRPr sz="1950" kern="1200">
          <a:solidFill>
            <a:schemeClr val="tx1"/>
          </a:solidFill>
          <a:latin typeface="+mn-lt"/>
          <a:ea typeface="+mn-ea"/>
          <a:cs typeface="+mn-cs"/>
        </a:defRPr>
      </a:lvl2pPr>
      <a:lvl3pPr marL="990570" algn="l" defTabSz="990570" rtl="0" eaLnBrk="1" latinLnBrk="1" hangingPunct="1">
        <a:defRPr sz="1950" kern="1200">
          <a:solidFill>
            <a:schemeClr val="tx1"/>
          </a:solidFill>
          <a:latin typeface="+mn-lt"/>
          <a:ea typeface="+mn-ea"/>
          <a:cs typeface="+mn-cs"/>
        </a:defRPr>
      </a:lvl3pPr>
      <a:lvl4pPr marL="1485854" algn="l" defTabSz="990570" rtl="0" eaLnBrk="1" latinLnBrk="1" hangingPunct="1">
        <a:defRPr sz="1950" kern="1200">
          <a:solidFill>
            <a:schemeClr val="tx1"/>
          </a:solidFill>
          <a:latin typeface="+mn-lt"/>
          <a:ea typeface="+mn-ea"/>
          <a:cs typeface="+mn-cs"/>
        </a:defRPr>
      </a:lvl4pPr>
      <a:lvl5pPr marL="1981139" algn="l" defTabSz="990570" rtl="0" eaLnBrk="1" latinLnBrk="1" hangingPunct="1">
        <a:defRPr sz="1950" kern="1200">
          <a:solidFill>
            <a:schemeClr val="tx1"/>
          </a:solidFill>
          <a:latin typeface="+mn-lt"/>
          <a:ea typeface="+mn-ea"/>
          <a:cs typeface="+mn-cs"/>
        </a:defRPr>
      </a:lvl5pPr>
      <a:lvl6pPr marL="2476424" algn="l" defTabSz="990570" rtl="0" eaLnBrk="1" latinLnBrk="1" hangingPunct="1">
        <a:defRPr sz="1950" kern="1200">
          <a:solidFill>
            <a:schemeClr val="tx1"/>
          </a:solidFill>
          <a:latin typeface="+mn-lt"/>
          <a:ea typeface="+mn-ea"/>
          <a:cs typeface="+mn-cs"/>
        </a:defRPr>
      </a:lvl6pPr>
      <a:lvl7pPr marL="2971709" algn="l" defTabSz="990570" rtl="0" eaLnBrk="1" latinLnBrk="1" hangingPunct="1">
        <a:defRPr sz="1950" kern="1200">
          <a:solidFill>
            <a:schemeClr val="tx1"/>
          </a:solidFill>
          <a:latin typeface="+mn-lt"/>
          <a:ea typeface="+mn-ea"/>
          <a:cs typeface="+mn-cs"/>
        </a:defRPr>
      </a:lvl7pPr>
      <a:lvl8pPr marL="3466993" algn="l" defTabSz="990570" rtl="0" eaLnBrk="1" latinLnBrk="1" hangingPunct="1">
        <a:defRPr sz="1950" kern="1200">
          <a:solidFill>
            <a:schemeClr val="tx1"/>
          </a:solidFill>
          <a:latin typeface="+mn-lt"/>
          <a:ea typeface="+mn-ea"/>
          <a:cs typeface="+mn-cs"/>
        </a:defRPr>
      </a:lvl8pPr>
      <a:lvl9pPr marL="3962278" algn="l" defTabSz="990570" rtl="0" eaLnBrk="1" latinLnBrk="1" hangingPunct="1">
        <a:defRPr sz="19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Group 133">
            <a:extLst>
              <a:ext uri="{FF2B5EF4-FFF2-40B4-BE49-F238E27FC236}">
                <a16:creationId xmlns:a16="http://schemas.microsoft.com/office/drawing/2014/main" id="{0B5A3D55-3087-4DF0-97A7-ED4F0833A2F7}"/>
              </a:ext>
            </a:extLst>
          </p:cNvPr>
          <p:cNvGraphicFramePr>
            <a:graphicFrameLocks noGrp="1"/>
          </p:cNvGraphicFramePr>
          <p:nvPr userDrawn="1"/>
        </p:nvGraphicFramePr>
        <p:xfrm>
          <a:off x="51593" y="98425"/>
          <a:ext cx="9788827" cy="437714"/>
        </p:xfrm>
        <a:graphic>
          <a:graphicData uri="http://schemas.openxmlformats.org/drawingml/2006/table">
            <a:tbl>
              <a:tblPr/>
              <a:tblGrid>
                <a:gridCol w="1042294">
                  <a:extLst>
                    <a:ext uri="{9D8B030D-6E8A-4147-A177-3AD203B41FA5}">
                      <a16:colId xmlns:a16="http://schemas.microsoft.com/office/drawing/2014/main" val="20000"/>
                    </a:ext>
                  </a:extLst>
                </a:gridCol>
                <a:gridCol w="4806581">
                  <a:extLst>
                    <a:ext uri="{9D8B030D-6E8A-4147-A177-3AD203B41FA5}">
                      <a16:colId xmlns:a16="http://schemas.microsoft.com/office/drawing/2014/main" val="20001"/>
                    </a:ext>
                  </a:extLst>
                </a:gridCol>
                <a:gridCol w="959325">
                  <a:extLst>
                    <a:ext uri="{9D8B030D-6E8A-4147-A177-3AD203B41FA5}">
                      <a16:colId xmlns:a16="http://schemas.microsoft.com/office/drawing/2014/main" val="20003"/>
                    </a:ext>
                  </a:extLst>
                </a:gridCol>
                <a:gridCol w="929860">
                  <a:extLst>
                    <a:ext uri="{9D8B030D-6E8A-4147-A177-3AD203B41FA5}">
                      <a16:colId xmlns:a16="http://schemas.microsoft.com/office/drawing/2014/main" val="20005"/>
                    </a:ext>
                  </a:extLst>
                </a:gridCol>
                <a:gridCol w="2050767">
                  <a:extLst>
                    <a:ext uri="{9D8B030D-6E8A-4147-A177-3AD203B41FA5}">
                      <a16:colId xmlns:a16="http://schemas.microsoft.com/office/drawing/2014/main" val="104537158"/>
                    </a:ext>
                  </a:extLst>
                </a:gridCol>
              </a:tblGrid>
              <a:tr h="22173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1" i="0" u="none" strike="noStrike" cap="none" normalizeH="0" baseline="0" err="1">
                          <a:ln>
                            <a:noFill/>
                          </a:ln>
                          <a:solidFill>
                            <a:schemeClr val="tx1"/>
                          </a:solidFill>
                          <a:effectLst/>
                          <a:latin typeface="+mn-ea"/>
                          <a:ea typeface="+mn-ea"/>
                        </a:rPr>
                        <a:t>화면명</a:t>
                      </a:r>
                      <a:endParaRPr kumimoji="1" lang="ko-KR" altLang="en-US" sz="700" b="1"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1"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a:ln>
                            <a:noFill/>
                          </a:ln>
                          <a:solidFill>
                            <a:schemeClr val="tx1"/>
                          </a:solidFill>
                          <a:effectLst/>
                          <a:latin typeface="+mn-ea"/>
                          <a:ea typeface="+mn-ea"/>
                        </a:rPr>
                        <a:t>작성일자</a:t>
                      </a: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a:ln>
                            <a:noFill/>
                          </a:ln>
                          <a:solidFill>
                            <a:schemeClr val="tx1"/>
                          </a:solidFill>
                          <a:effectLst/>
                          <a:latin typeface="+mn-ea"/>
                          <a:ea typeface="+mn-ea"/>
                        </a:rPr>
                        <a:t>작성자</a:t>
                      </a: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a:ln>
                            <a:noFill/>
                          </a:ln>
                          <a:solidFill>
                            <a:schemeClr val="tx1"/>
                          </a:solidFill>
                          <a:effectLst/>
                          <a:latin typeface="+mn-ea"/>
                          <a:ea typeface="+mn-ea"/>
                        </a:rPr>
                        <a:t>변경이력</a:t>
                      </a: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extLst>
                  <a:ext uri="{0D108BD9-81ED-4DB2-BD59-A6C34878D82A}">
                    <a16:rowId xmlns:a16="http://schemas.microsoft.com/office/drawing/2014/main" val="10000"/>
                  </a:ext>
                </a:extLst>
              </a:tr>
              <a:tr h="21597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1" i="0" u="none" strike="noStrike" cap="none" normalizeH="0" baseline="0">
                          <a:ln>
                            <a:noFill/>
                          </a:ln>
                          <a:solidFill>
                            <a:schemeClr val="tx1"/>
                          </a:solidFill>
                          <a:effectLst/>
                          <a:latin typeface="+mn-ea"/>
                          <a:ea typeface="+mn-ea"/>
                        </a:rPr>
                        <a:t>화면</a:t>
                      </a:r>
                      <a:r>
                        <a:rPr kumimoji="1" lang="en-US" altLang="ko-KR" sz="700" b="1" i="0" u="none" strike="noStrike" cap="none" normalizeH="0" baseline="0">
                          <a:ln>
                            <a:noFill/>
                          </a:ln>
                          <a:solidFill>
                            <a:schemeClr val="tx1"/>
                          </a:solidFill>
                          <a:effectLst/>
                          <a:latin typeface="+mn-ea"/>
                          <a:ea typeface="+mn-ea"/>
                        </a:rPr>
                        <a:t>ID</a:t>
                      </a:r>
                      <a:endParaRPr kumimoji="1" lang="ko-KR" altLang="en-US" sz="700" b="1"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0" i="0" u="none" strike="noStrike" cap="none" normalizeH="0" baseline="0">
                          <a:ln>
                            <a:noFill/>
                          </a:ln>
                          <a:solidFill>
                            <a:schemeClr val="tx1"/>
                          </a:solidFill>
                          <a:effectLst/>
                          <a:latin typeface="+mn-ea"/>
                          <a:ea typeface="+mn-ea"/>
                        </a:rPr>
                        <a:t>2019.06.10</a:t>
                      </a:r>
                      <a:endParaRPr kumimoji="1" lang="ko-KR" altLang="ko-KR" sz="700" b="0"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err="1">
                          <a:ln>
                            <a:noFill/>
                          </a:ln>
                          <a:solidFill>
                            <a:schemeClr val="tx1"/>
                          </a:solidFill>
                          <a:effectLst/>
                          <a:latin typeface="+mn-ea"/>
                          <a:ea typeface="+mn-ea"/>
                        </a:rPr>
                        <a:t>오권석</a:t>
                      </a:r>
                      <a:endParaRPr kumimoji="1" lang="ko-KR" altLang="en-US" sz="700" b="0"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sp>
        <p:nvSpPr>
          <p:cNvPr id="8" name="Text Box 135">
            <a:extLst>
              <a:ext uri="{FF2B5EF4-FFF2-40B4-BE49-F238E27FC236}">
                <a16:creationId xmlns:a16="http://schemas.microsoft.com/office/drawing/2014/main" id="{867BABE0-7B7A-41F1-96C4-6E0F50AF3BE9}"/>
              </a:ext>
            </a:extLst>
          </p:cNvPr>
          <p:cNvSpPr txBox="1">
            <a:spLocks noChangeArrowheads="1"/>
          </p:cNvSpPr>
          <p:nvPr userDrawn="1"/>
        </p:nvSpPr>
        <p:spPr bwMode="auto">
          <a:xfrm>
            <a:off x="3592446" y="6601441"/>
            <a:ext cx="440267" cy="220575"/>
          </a:xfrm>
          <a:prstGeom prst="rect">
            <a:avLst/>
          </a:prstGeom>
          <a:noFill/>
          <a:ln>
            <a:noFill/>
          </a:ln>
        </p:spPr>
        <p:txBody>
          <a:bodyPr lIns="86302" tIns="43149" rIns="86302" bIns="43149">
            <a:spAutoFit/>
          </a:bodyPr>
          <a:lstStyle>
            <a:lvl1pPr eaLnBrk="0" hangingPunct="0">
              <a:defRPr kumimoji="1" sz="800" b="1">
                <a:solidFill>
                  <a:schemeClr val="tx1"/>
                </a:solidFill>
                <a:latin typeface="굴림" pitchFamily="50" charset="-127"/>
                <a:ea typeface="굴림" pitchFamily="50" charset="-127"/>
              </a:defRPr>
            </a:lvl1pPr>
            <a:lvl2pPr marL="742950" indent="-285750" eaLnBrk="0" hangingPunct="0">
              <a:defRPr kumimoji="1" sz="800" b="1">
                <a:solidFill>
                  <a:schemeClr val="tx1"/>
                </a:solidFill>
                <a:latin typeface="굴림" pitchFamily="50" charset="-127"/>
                <a:ea typeface="굴림" pitchFamily="50" charset="-127"/>
              </a:defRPr>
            </a:lvl2pPr>
            <a:lvl3pPr marL="1143000" indent="-228600" eaLnBrk="0" hangingPunct="0">
              <a:defRPr kumimoji="1" sz="800" b="1">
                <a:solidFill>
                  <a:schemeClr val="tx1"/>
                </a:solidFill>
                <a:latin typeface="굴림" pitchFamily="50" charset="-127"/>
                <a:ea typeface="굴림" pitchFamily="50" charset="-127"/>
              </a:defRPr>
            </a:lvl3pPr>
            <a:lvl4pPr marL="1600200" indent="-228600" eaLnBrk="0" hangingPunct="0">
              <a:defRPr kumimoji="1" sz="800" b="1">
                <a:solidFill>
                  <a:schemeClr val="tx1"/>
                </a:solidFill>
                <a:latin typeface="굴림" pitchFamily="50" charset="-127"/>
                <a:ea typeface="굴림" pitchFamily="50" charset="-127"/>
              </a:defRPr>
            </a:lvl4pPr>
            <a:lvl5pPr marL="2057400" indent="-228600" eaLnBrk="0" hangingPunct="0">
              <a:defRPr kumimoji="1" sz="800" b="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9pPr>
          </a:lstStyle>
          <a:p>
            <a:pPr eaLnBrk="1" fontAlgn="auto" hangingPunct="1">
              <a:spcBef>
                <a:spcPct val="50000"/>
              </a:spcBef>
              <a:spcAft>
                <a:spcPts val="0"/>
              </a:spcAft>
              <a:defRPr/>
            </a:pPr>
            <a:fld id="{73D0FB96-147E-4B20-B599-8591A130DAF4}" type="slidenum">
              <a:rPr lang="en-US" altLang="ko-KR" sz="867" b="0" smtClean="0">
                <a:latin typeface="+mn-ea"/>
                <a:ea typeface="+mn-ea"/>
              </a:rPr>
              <a:pPr eaLnBrk="1" fontAlgn="auto" hangingPunct="1">
                <a:spcBef>
                  <a:spcPct val="50000"/>
                </a:spcBef>
                <a:spcAft>
                  <a:spcPts val="0"/>
                </a:spcAft>
                <a:defRPr/>
              </a:pPr>
              <a:t>‹#›</a:t>
            </a:fld>
            <a:endParaRPr lang="en-US" altLang="ko-KR" sz="867" b="0">
              <a:latin typeface="+mn-ea"/>
              <a:ea typeface="+mn-ea"/>
            </a:endParaRPr>
          </a:p>
        </p:txBody>
      </p:sp>
      <p:sp>
        <p:nvSpPr>
          <p:cNvPr id="9" name="Rectangle 6">
            <a:extLst>
              <a:ext uri="{FF2B5EF4-FFF2-40B4-BE49-F238E27FC236}">
                <a16:creationId xmlns:a16="http://schemas.microsoft.com/office/drawing/2014/main" id="{EEB69B33-EF10-412C-A92D-3139319D43F1}"/>
              </a:ext>
            </a:extLst>
          </p:cNvPr>
          <p:cNvSpPr>
            <a:spLocks noChangeArrowheads="1"/>
          </p:cNvSpPr>
          <p:nvPr userDrawn="1"/>
        </p:nvSpPr>
        <p:spPr bwMode="auto">
          <a:xfrm>
            <a:off x="51594" y="555625"/>
            <a:ext cx="7740783" cy="6026330"/>
          </a:xfrm>
          <a:prstGeom prst="rect">
            <a:avLst/>
          </a:prstGeom>
          <a:noFill/>
          <a:ln w="3175">
            <a:solidFill>
              <a:schemeClr val="bg1">
                <a:lumMod val="65000"/>
              </a:schemeClr>
            </a:solidFill>
            <a:miter lim="800000"/>
            <a:headEnd/>
            <a:tailEnd/>
          </a:ln>
        </p:spPr>
        <p:txBody>
          <a:bodyPr wrap="none" lIns="86321" tIns="43160" rIns="86321" bIns="43160" anchor="ctr"/>
          <a:lstStyle/>
          <a:p>
            <a:pPr algn="ctr" fontAlgn="auto">
              <a:spcBef>
                <a:spcPts val="0"/>
              </a:spcBef>
              <a:spcAft>
                <a:spcPts val="0"/>
              </a:spcAft>
              <a:defRPr/>
            </a:pPr>
            <a:endParaRPr kumimoji="0" lang="ko-KR" altLang="en-US">
              <a:latin typeface="굴림" charset="-127"/>
              <a:ea typeface="돋움" pitchFamily="50" charset="-127"/>
            </a:endParaRPr>
          </a:p>
        </p:txBody>
      </p:sp>
      <p:sp>
        <p:nvSpPr>
          <p:cNvPr id="2" name="직사각형 1">
            <a:extLst>
              <a:ext uri="{FF2B5EF4-FFF2-40B4-BE49-F238E27FC236}">
                <a16:creationId xmlns:a16="http://schemas.microsoft.com/office/drawing/2014/main" id="{BB316442-8666-4125-B40B-52BCB0DF802C}"/>
              </a:ext>
            </a:extLst>
          </p:cNvPr>
          <p:cNvSpPr/>
          <p:nvPr userDrawn="1"/>
        </p:nvSpPr>
        <p:spPr>
          <a:xfrm>
            <a:off x="34504" y="6592815"/>
            <a:ext cx="1911101" cy="215444"/>
          </a:xfrm>
          <a:prstGeom prst="rect">
            <a:avLst/>
          </a:prstGeom>
        </p:spPr>
        <p:txBody>
          <a:bodyPr wrap="none">
            <a:spAutoFit/>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kern="1200" cap="none" normalizeH="0" baseline="0" err="1">
                <a:ln>
                  <a:noFill/>
                </a:ln>
                <a:solidFill>
                  <a:schemeClr val="tx1"/>
                </a:solidFill>
                <a:effectLst/>
                <a:latin typeface="+mn-ea"/>
                <a:ea typeface="굴림" pitchFamily="50" charset="-127"/>
                <a:cs typeface="+mn-cs"/>
              </a:rPr>
              <a:t>참좋은여행</a:t>
            </a:r>
            <a:r>
              <a:rPr kumimoji="1" lang="ko-KR" altLang="en-US" sz="800" b="1" i="0" u="none" strike="noStrike" kern="1200" cap="none" normalizeH="0" baseline="0">
                <a:ln>
                  <a:noFill/>
                </a:ln>
                <a:solidFill>
                  <a:schemeClr val="tx1"/>
                </a:solidFill>
                <a:effectLst/>
                <a:latin typeface="+mn-ea"/>
                <a:ea typeface="굴림" pitchFamily="50" charset="-127"/>
                <a:cs typeface="+mn-cs"/>
              </a:rPr>
              <a:t> 홈페이지 리뉴얼 프로젝트</a:t>
            </a:r>
          </a:p>
        </p:txBody>
      </p:sp>
    </p:spTree>
    <p:extLst>
      <p:ext uri="{BB962C8B-B14F-4D97-AF65-F5344CB8AC3E}">
        <p14:creationId xmlns:p14="http://schemas.microsoft.com/office/powerpoint/2010/main" val="839041172"/>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 id="2147483756" r:id="rId18"/>
    <p:sldLayoutId id="2147483757" r:id="rId19"/>
  </p:sldLayoutIdLst>
  <p:txStyles>
    <p:titleStyle>
      <a:lvl1pPr algn="ctr" defTabSz="990570" rtl="0" eaLnBrk="1" latinLnBrk="1" hangingPunct="1">
        <a:spcBef>
          <a:spcPct val="0"/>
        </a:spcBef>
        <a:buNone/>
        <a:defRPr sz="4767" kern="1200">
          <a:solidFill>
            <a:schemeClr val="tx1"/>
          </a:solidFill>
          <a:latin typeface="+mj-lt"/>
          <a:ea typeface="+mj-ea"/>
          <a:cs typeface="+mj-cs"/>
        </a:defRPr>
      </a:lvl1pPr>
    </p:titleStyle>
    <p:bodyStyle>
      <a:lvl1pPr marL="371464" indent="-371464" algn="l" defTabSz="990570" rtl="0" eaLnBrk="1" latinLnBrk="1" hangingPunct="1">
        <a:spcBef>
          <a:spcPct val="20000"/>
        </a:spcBef>
        <a:buFont typeface="Arial" pitchFamily="34" charset="0"/>
        <a:buChar char="•"/>
        <a:defRPr sz="3467" kern="1200">
          <a:solidFill>
            <a:schemeClr val="tx1"/>
          </a:solidFill>
          <a:latin typeface="+mn-lt"/>
          <a:ea typeface="+mn-ea"/>
          <a:cs typeface="+mn-cs"/>
        </a:defRPr>
      </a:lvl1pPr>
      <a:lvl2pPr marL="804838" indent="-309553" algn="l" defTabSz="990570" rtl="0" eaLnBrk="1" latinLnBrk="1" hangingPunct="1">
        <a:spcBef>
          <a:spcPct val="20000"/>
        </a:spcBef>
        <a:buFont typeface="Arial" pitchFamily="34" charset="0"/>
        <a:buChar char="–"/>
        <a:defRPr sz="3033" kern="1200">
          <a:solidFill>
            <a:schemeClr val="tx1"/>
          </a:solidFill>
          <a:latin typeface="+mn-lt"/>
          <a:ea typeface="+mn-ea"/>
          <a:cs typeface="+mn-cs"/>
        </a:defRPr>
      </a:lvl2pPr>
      <a:lvl3pPr marL="1238212" indent="-247642" algn="l" defTabSz="990570" rtl="0" eaLnBrk="1" latinLnBrk="1" hangingPunct="1">
        <a:spcBef>
          <a:spcPct val="20000"/>
        </a:spcBef>
        <a:buFont typeface="Arial" pitchFamily="34" charset="0"/>
        <a:buChar char="•"/>
        <a:defRPr sz="2600" kern="1200">
          <a:solidFill>
            <a:schemeClr val="tx1"/>
          </a:solidFill>
          <a:latin typeface="+mn-lt"/>
          <a:ea typeface="+mn-ea"/>
          <a:cs typeface="+mn-cs"/>
        </a:defRPr>
      </a:lvl3pPr>
      <a:lvl4pPr marL="1733497"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4pPr>
      <a:lvl5pPr marL="2228781"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5pPr>
      <a:lvl6pPr marL="2724066"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6pPr>
      <a:lvl7pPr marL="3219351"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7pPr>
      <a:lvl8pPr marL="3714636"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8pPr>
      <a:lvl9pPr marL="4209920"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9pPr>
    </p:bodyStyle>
    <p:otherStyle>
      <a:defPPr>
        <a:defRPr lang="ko-KR"/>
      </a:defPPr>
      <a:lvl1pPr marL="0" algn="l" defTabSz="990570" rtl="0" eaLnBrk="1" latinLnBrk="1" hangingPunct="1">
        <a:defRPr sz="1950" kern="1200">
          <a:solidFill>
            <a:schemeClr val="tx1"/>
          </a:solidFill>
          <a:latin typeface="+mn-lt"/>
          <a:ea typeface="+mn-ea"/>
          <a:cs typeface="+mn-cs"/>
        </a:defRPr>
      </a:lvl1pPr>
      <a:lvl2pPr marL="495285" algn="l" defTabSz="990570" rtl="0" eaLnBrk="1" latinLnBrk="1" hangingPunct="1">
        <a:defRPr sz="1950" kern="1200">
          <a:solidFill>
            <a:schemeClr val="tx1"/>
          </a:solidFill>
          <a:latin typeface="+mn-lt"/>
          <a:ea typeface="+mn-ea"/>
          <a:cs typeface="+mn-cs"/>
        </a:defRPr>
      </a:lvl2pPr>
      <a:lvl3pPr marL="990570" algn="l" defTabSz="990570" rtl="0" eaLnBrk="1" latinLnBrk="1" hangingPunct="1">
        <a:defRPr sz="1950" kern="1200">
          <a:solidFill>
            <a:schemeClr val="tx1"/>
          </a:solidFill>
          <a:latin typeface="+mn-lt"/>
          <a:ea typeface="+mn-ea"/>
          <a:cs typeface="+mn-cs"/>
        </a:defRPr>
      </a:lvl3pPr>
      <a:lvl4pPr marL="1485854" algn="l" defTabSz="990570" rtl="0" eaLnBrk="1" latinLnBrk="1" hangingPunct="1">
        <a:defRPr sz="1950" kern="1200">
          <a:solidFill>
            <a:schemeClr val="tx1"/>
          </a:solidFill>
          <a:latin typeface="+mn-lt"/>
          <a:ea typeface="+mn-ea"/>
          <a:cs typeface="+mn-cs"/>
        </a:defRPr>
      </a:lvl4pPr>
      <a:lvl5pPr marL="1981139" algn="l" defTabSz="990570" rtl="0" eaLnBrk="1" latinLnBrk="1" hangingPunct="1">
        <a:defRPr sz="1950" kern="1200">
          <a:solidFill>
            <a:schemeClr val="tx1"/>
          </a:solidFill>
          <a:latin typeface="+mn-lt"/>
          <a:ea typeface="+mn-ea"/>
          <a:cs typeface="+mn-cs"/>
        </a:defRPr>
      </a:lvl5pPr>
      <a:lvl6pPr marL="2476424" algn="l" defTabSz="990570" rtl="0" eaLnBrk="1" latinLnBrk="1" hangingPunct="1">
        <a:defRPr sz="1950" kern="1200">
          <a:solidFill>
            <a:schemeClr val="tx1"/>
          </a:solidFill>
          <a:latin typeface="+mn-lt"/>
          <a:ea typeface="+mn-ea"/>
          <a:cs typeface="+mn-cs"/>
        </a:defRPr>
      </a:lvl6pPr>
      <a:lvl7pPr marL="2971709" algn="l" defTabSz="990570" rtl="0" eaLnBrk="1" latinLnBrk="1" hangingPunct="1">
        <a:defRPr sz="1950" kern="1200">
          <a:solidFill>
            <a:schemeClr val="tx1"/>
          </a:solidFill>
          <a:latin typeface="+mn-lt"/>
          <a:ea typeface="+mn-ea"/>
          <a:cs typeface="+mn-cs"/>
        </a:defRPr>
      </a:lvl7pPr>
      <a:lvl8pPr marL="3466993" algn="l" defTabSz="990570" rtl="0" eaLnBrk="1" latinLnBrk="1" hangingPunct="1">
        <a:defRPr sz="1950" kern="1200">
          <a:solidFill>
            <a:schemeClr val="tx1"/>
          </a:solidFill>
          <a:latin typeface="+mn-lt"/>
          <a:ea typeface="+mn-ea"/>
          <a:cs typeface="+mn-cs"/>
        </a:defRPr>
      </a:lvl8pPr>
      <a:lvl9pPr marL="3962278" algn="l" defTabSz="990570" rtl="0" eaLnBrk="1" latinLnBrk="1" hangingPunct="1">
        <a:defRPr sz="19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Group 133">
            <a:extLst>
              <a:ext uri="{FF2B5EF4-FFF2-40B4-BE49-F238E27FC236}">
                <a16:creationId xmlns:a16="http://schemas.microsoft.com/office/drawing/2014/main" id="{0B5A3D55-3087-4DF0-97A7-ED4F0833A2F7}"/>
              </a:ext>
            </a:extLst>
          </p:cNvPr>
          <p:cNvGraphicFramePr>
            <a:graphicFrameLocks noGrp="1"/>
          </p:cNvGraphicFramePr>
          <p:nvPr userDrawn="1"/>
        </p:nvGraphicFramePr>
        <p:xfrm>
          <a:off x="51593" y="98425"/>
          <a:ext cx="9788827" cy="437714"/>
        </p:xfrm>
        <a:graphic>
          <a:graphicData uri="http://schemas.openxmlformats.org/drawingml/2006/table">
            <a:tbl>
              <a:tblPr/>
              <a:tblGrid>
                <a:gridCol w="1042294">
                  <a:extLst>
                    <a:ext uri="{9D8B030D-6E8A-4147-A177-3AD203B41FA5}">
                      <a16:colId xmlns:a16="http://schemas.microsoft.com/office/drawing/2014/main" val="20000"/>
                    </a:ext>
                  </a:extLst>
                </a:gridCol>
                <a:gridCol w="4806581">
                  <a:extLst>
                    <a:ext uri="{9D8B030D-6E8A-4147-A177-3AD203B41FA5}">
                      <a16:colId xmlns:a16="http://schemas.microsoft.com/office/drawing/2014/main" val="20001"/>
                    </a:ext>
                  </a:extLst>
                </a:gridCol>
                <a:gridCol w="959325">
                  <a:extLst>
                    <a:ext uri="{9D8B030D-6E8A-4147-A177-3AD203B41FA5}">
                      <a16:colId xmlns:a16="http://schemas.microsoft.com/office/drawing/2014/main" val="20003"/>
                    </a:ext>
                  </a:extLst>
                </a:gridCol>
                <a:gridCol w="929860">
                  <a:extLst>
                    <a:ext uri="{9D8B030D-6E8A-4147-A177-3AD203B41FA5}">
                      <a16:colId xmlns:a16="http://schemas.microsoft.com/office/drawing/2014/main" val="20005"/>
                    </a:ext>
                  </a:extLst>
                </a:gridCol>
                <a:gridCol w="2050767">
                  <a:extLst>
                    <a:ext uri="{9D8B030D-6E8A-4147-A177-3AD203B41FA5}">
                      <a16:colId xmlns:a16="http://schemas.microsoft.com/office/drawing/2014/main" val="104537158"/>
                    </a:ext>
                  </a:extLst>
                </a:gridCol>
              </a:tblGrid>
              <a:tr h="22173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1" i="0" u="none" strike="noStrike" cap="none" normalizeH="0" baseline="0" err="1">
                          <a:ln>
                            <a:noFill/>
                          </a:ln>
                          <a:solidFill>
                            <a:schemeClr val="tx1"/>
                          </a:solidFill>
                          <a:effectLst/>
                          <a:latin typeface="+mn-ea"/>
                          <a:ea typeface="+mn-ea"/>
                        </a:rPr>
                        <a:t>화면명</a:t>
                      </a:r>
                      <a:endParaRPr kumimoji="1" lang="ko-KR" altLang="en-US" sz="700" b="1"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1"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a:ln>
                            <a:noFill/>
                          </a:ln>
                          <a:solidFill>
                            <a:schemeClr val="tx1"/>
                          </a:solidFill>
                          <a:effectLst/>
                          <a:latin typeface="+mn-ea"/>
                          <a:ea typeface="+mn-ea"/>
                        </a:rPr>
                        <a:t>작성일자</a:t>
                      </a: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a:ln>
                            <a:noFill/>
                          </a:ln>
                          <a:solidFill>
                            <a:schemeClr val="tx1"/>
                          </a:solidFill>
                          <a:effectLst/>
                          <a:latin typeface="+mn-ea"/>
                          <a:ea typeface="+mn-ea"/>
                        </a:rPr>
                        <a:t>작성자</a:t>
                      </a: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a:ln>
                            <a:noFill/>
                          </a:ln>
                          <a:solidFill>
                            <a:schemeClr val="tx1"/>
                          </a:solidFill>
                          <a:effectLst/>
                          <a:latin typeface="+mn-ea"/>
                          <a:ea typeface="+mn-ea"/>
                        </a:rPr>
                        <a:t>변경이력</a:t>
                      </a: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extLst>
                  <a:ext uri="{0D108BD9-81ED-4DB2-BD59-A6C34878D82A}">
                    <a16:rowId xmlns:a16="http://schemas.microsoft.com/office/drawing/2014/main" val="10000"/>
                  </a:ext>
                </a:extLst>
              </a:tr>
              <a:tr h="21597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1" i="0" u="none" strike="noStrike" cap="none" normalizeH="0" baseline="0">
                          <a:ln>
                            <a:noFill/>
                          </a:ln>
                          <a:solidFill>
                            <a:schemeClr val="tx1"/>
                          </a:solidFill>
                          <a:effectLst/>
                          <a:latin typeface="+mn-ea"/>
                          <a:ea typeface="+mn-ea"/>
                        </a:rPr>
                        <a:t>화면</a:t>
                      </a:r>
                      <a:r>
                        <a:rPr kumimoji="1" lang="en-US" altLang="ko-KR" sz="700" b="1" i="0" u="none" strike="noStrike" cap="none" normalizeH="0" baseline="0">
                          <a:ln>
                            <a:noFill/>
                          </a:ln>
                          <a:solidFill>
                            <a:schemeClr val="tx1"/>
                          </a:solidFill>
                          <a:effectLst/>
                          <a:latin typeface="+mn-ea"/>
                          <a:ea typeface="+mn-ea"/>
                        </a:rPr>
                        <a:t>ID</a:t>
                      </a:r>
                      <a:endParaRPr kumimoji="1" lang="ko-KR" altLang="en-US" sz="700" b="1"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0" i="0" u="none" strike="noStrike" cap="none" normalizeH="0" baseline="0">
                          <a:ln>
                            <a:noFill/>
                          </a:ln>
                          <a:solidFill>
                            <a:schemeClr val="tx1"/>
                          </a:solidFill>
                          <a:effectLst/>
                          <a:latin typeface="+mn-ea"/>
                          <a:ea typeface="+mn-ea"/>
                        </a:rPr>
                        <a:t>2019.07.15</a:t>
                      </a:r>
                      <a:endParaRPr kumimoji="1" lang="ko-KR" altLang="ko-KR" sz="700" b="0" i="0" u="none" strike="noStrike" cap="none" normalizeH="0" baseline="0" dirty="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dirty="0">
                          <a:ln>
                            <a:noFill/>
                          </a:ln>
                          <a:solidFill>
                            <a:schemeClr val="tx1"/>
                          </a:solidFill>
                          <a:effectLst/>
                          <a:latin typeface="+mn-ea"/>
                          <a:ea typeface="+mn-ea"/>
                        </a:rPr>
                        <a:t>김정빈</a:t>
                      </a: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dirty="0">
                        <a:ln>
                          <a:noFill/>
                        </a:ln>
                        <a:solidFill>
                          <a:schemeClr val="tx1"/>
                        </a:solidFill>
                        <a:effectLst/>
                        <a:latin typeface="+mn-ea"/>
                        <a:ea typeface="+mn-ea"/>
                      </a:endParaRPr>
                    </a:p>
                  </a:txBody>
                  <a:tcPr marL="49524" marR="49524" marT="42444" marB="42444"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sp>
        <p:nvSpPr>
          <p:cNvPr id="8" name="Text Box 135">
            <a:extLst>
              <a:ext uri="{FF2B5EF4-FFF2-40B4-BE49-F238E27FC236}">
                <a16:creationId xmlns:a16="http://schemas.microsoft.com/office/drawing/2014/main" id="{867BABE0-7B7A-41F1-96C4-6E0F50AF3BE9}"/>
              </a:ext>
            </a:extLst>
          </p:cNvPr>
          <p:cNvSpPr txBox="1">
            <a:spLocks noChangeArrowheads="1"/>
          </p:cNvSpPr>
          <p:nvPr userDrawn="1"/>
        </p:nvSpPr>
        <p:spPr bwMode="auto">
          <a:xfrm>
            <a:off x="3592446" y="6601441"/>
            <a:ext cx="440267" cy="220575"/>
          </a:xfrm>
          <a:prstGeom prst="rect">
            <a:avLst/>
          </a:prstGeom>
          <a:noFill/>
          <a:ln>
            <a:noFill/>
          </a:ln>
        </p:spPr>
        <p:txBody>
          <a:bodyPr lIns="86302" tIns="43149" rIns="86302" bIns="43149">
            <a:spAutoFit/>
          </a:bodyPr>
          <a:lstStyle>
            <a:lvl1pPr eaLnBrk="0" hangingPunct="0">
              <a:defRPr kumimoji="1" sz="800" b="1">
                <a:solidFill>
                  <a:schemeClr val="tx1"/>
                </a:solidFill>
                <a:latin typeface="굴림" pitchFamily="50" charset="-127"/>
                <a:ea typeface="굴림" pitchFamily="50" charset="-127"/>
              </a:defRPr>
            </a:lvl1pPr>
            <a:lvl2pPr marL="742950" indent="-285750" eaLnBrk="0" hangingPunct="0">
              <a:defRPr kumimoji="1" sz="800" b="1">
                <a:solidFill>
                  <a:schemeClr val="tx1"/>
                </a:solidFill>
                <a:latin typeface="굴림" pitchFamily="50" charset="-127"/>
                <a:ea typeface="굴림" pitchFamily="50" charset="-127"/>
              </a:defRPr>
            </a:lvl2pPr>
            <a:lvl3pPr marL="1143000" indent="-228600" eaLnBrk="0" hangingPunct="0">
              <a:defRPr kumimoji="1" sz="800" b="1">
                <a:solidFill>
                  <a:schemeClr val="tx1"/>
                </a:solidFill>
                <a:latin typeface="굴림" pitchFamily="50" charset="-127"/>
                <a:ea typeface="굴림" pitchFamily="50" charset="-127"/>
              </a:defRPr>
            </a:lvl3pPr>
            <a:lvl4pPr marL="1600200" indent="-228600" eaLnBrk="0" hangingPunct="0">
              <a:defRPr kumimoji="1" sz="800" b="1">
                <a:solidFill>
                  <a:schemeClr val="tx1"/>
                </a:solidFill>
                <a:latin typeface="굴림" pitchFamily="50" charset="-127"/>
                <a:ea typeface="굴림" pitchFamily="50" charset="-127"/>
              </a:defRPr>
            </a:lvl4pPr>
            <a:lvl5pPr marL="2057400" indent="-228600" eaLnBrk="0" hangingPunct="0">
              <a:defRPr kumimoji="1" sz="800" b="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sz="800" b="1">
                <a:solidFill>
                  <a:schemeClr val="tx1"/>
                </a:solidFill>
                <a:latin typeface="굴림" pitchFamily="50" charset="-127"/>
                <a:ea typeface="굴림" pitchFamily="50" charset="-127"/>
              </a:defRPr>
            </a:lvl9pPr>
          </a:lstStyle>
          <a:p>
            <a:pPr eaLnBrk="1" fontAlgn="auto" hangingPunct="1">
              <a:spcBef>
                <a:spcPct val="50000"/>
              </a:spcBef>
              <a:spcAft>
                <a:spcPts val="0"/>
              </a:spcAft>
              <a:defRPr/>
            </a:pPr>
            <a:fld id="{73D0FB96-147E-4B20-B599-8591A130DAF4}" type="slidenum">
              <a:rPr lang="en-US" altLang="ko-KR" sz="867" b="0" smtClean="0">
                <a:latin typeface="+mn-ea"/>
                <a:ea typeface="+mn-ea"/>
              </a:rPr>
              <a:pPr eaLnBrk="1" fontAlgn="auto" hangingPunct="1">
                <a:spcBef>
                  <a:spcPct val="50000"/>
                </a:spcBef>
                <a:spcAft>
                  <a:spcPts val="0"/>
                </a:spcAft>
                <a:defRPr/>
              </a:pPr>
              <a:t>‹#›</a:t>
            </a:fld>
            <a:endParaRPr lang="en-US" altLang="ko-KR" sz="867" b="0">
              <a:latin typeface="+mn-ea"/>
              <a:ea typeface="+mn-ea"/>
            </a:endParaRPr>
          </a:p>
        </p:txBody>
      </p:sp>
      <p:sp>
        <p:nvSpPr>
          <p:cNvPr id="9" name="Rectangle 6">
            <a:extLst>
              <a:ext uri="{FF2B5EF4-FFF2-40B4-BE49-F238E27FC236}">
                <a16:creationId xmlns:a16="http://schemas.microsoft.com/office/drawing/2014/main" id="{EEB69B33-EF10-412C-A92D-3139319D43F1}"/>
              </a:ext>
            </a:extLst>
          </p:cNvPr>
          <p:cNvSpPr>
            <a:spLocks noChangeArrowheads="1"/>
          </p:cNvSpPr>
          <p:nvPr userDrawn="1"/>
        </p:nvSpPr>
        <p:spPr bwMode="auto">
          <a:xfrm>
            <a:off x="51594" y="555625"/>
            <a:ext cx="7740783" cy="6026330"/>
          </a:xfrm>
          <a:prstGeom prst="rect">
            <a:avLst/>
          </a:prstGeom>
          <a:noFill/>
          <a:ln w="3175">
            <a:solidFill>
              <a:schemeClr val="bg1">
                <a:lumMod val="65000"/>
              </a:schemeClr>
            </a:solidFill>
            <a:miter lim="800000"/>
            <a:headEnd/>
            <a:tailEnd/>
          </a:ln>
        </p:spPr>
        <p:txBody>
          <a:bodyPr wrap="none" lIns="86321" tIns="43160" rIns="86321" bIns="43160" anchor="ctr"/>
          <a:lstStyle/>
          <a:p>
            <a:pPr algn="ctr" fontAlgn="auto">
              <a:spcBef>
                <a:spcPts val="0"/>
              </a:spcBef>
              <a:spcAft>
                <a:spcPts val="0"/>
              </a:spcAft>
              <a:defRPr/>
            </a:pPr>
            <a:endParaRPr kumimoji="0" lang="ko-KR" altLang="en-US">
              <a:latin typeface="맑은 고딕" panose="020B0503020000020004" pitchFamily="50" charset="-127"/>
              <a:ea typeface="돋움" pitchFamily="50" charset="-127"/>
            </a:endParaRPr>
          </a:p>
        </p:txBody>
      </p:sp>
      <p:sp>
        <p:nvSpPr>
          <p:cNvPr id="2" name="직사각형 1">
            <a:extLst>
              <a:ext uri="{FF2B5EF4-FFF2-40B4-BE49-F238E27FC236}">
                <a16:creationId xmlns:a16="http://schemas.microsoft.com/office/drawing/2014/main" id="{BB316442-8666-4125-B40B-52BCB0DF802C}"/>
              </a:ext>
            </a:extLst>
          </p:cNvPr>
          <p:cNvSpPr/>
          <p:nvPr userDrawn="1"/>
        </p:nvSpPr>
        <p:spPr>
          <a:xfrm>
            <a:off x="34504" y="6592815"/>
            <a:ext cx="1936749" cy="215444"/>
          </a:xfrm>
          <a:prstGeom prst="rect">
            <a:avLst/>
          </a:prstGeom>
        </p:spPr>
        <p:txBody>
          <a:bodyPr wrap="none">
            <a:spAutoFit/>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kern="1200" cap="none" normalizeH="0" baseline="0" err="1">
                <a:ln>
                  <a:noFill/>
                </a:ln>
                <a:solidFill>
                  <a:schemeClr val="tx1"/>
                </a:solidFill>
                <a:effectLst/>
                <a:latin typeface="+mj-ea"/>
                <a:ea typeface="+mj-ea"/>
                <a:cs typeface="+mn-cs"/>
              </a:rPr>
              <a:t>참좋은여행</a:t>
            </a:r>
            <a:r>
              <a:rPr kumimoji="1" lang="ko-KR" altLang="en-US" sz="800" b="1" i="0" u="none" strike="noStrike" kern="1200" cap="none" normalizeH="0" baseline="0">
                <a:ln>
                  <a:noFill/>
                </a:ln>
                <a:solidFill>
                  <a:schemeClr val="tx1"/>
                </a:solidFill>
                <a:effectLst/>
                <a:latin typeface="+mj-ea"/>
                <a:ea typeface="+mj-ea"/>
                <a:cs typeface="+mn-cs"/>
              </a:rPr>
              <a:t> 홈페이지 리뉴얼 프로젝트</a:t>
            </a:r>
          </a:p>
        </p:txBody>
      </p:sp>
    </p:spTree>
    <p:extLst>
      <p:ext uri="{BB962C8B-B14F-4D97-AF65-F5344CB8AC3E}">
        <p14:creationId xmlns:p14="http://schemas.microsoft.com/office/powerpoint/2010/main" val="1746887314"/>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 id="2147483778" r:id="rId17"/>
    <p:sldLayoutId id="2147483779" r:id="rId18"/>
    <p:sldLayoutId id="2147483780" r:id="rId19"/>
  </p:sldLayoutIdLst>
  <p:txStyles>
    <p:titleStyle>
      <a:lvl1pPr algn="ctr" defTabSz="990570" rtl="0" eaLnBrk="1" latinLnBrk="1" hangingPunct="1">
        <a:spcBef>
          <a:spcPct val="0"/>
        </a:spcBef>
        <a:buNone/>
        <a:defRPr sz="4767" kern="1200">
          <a:solidFill>
            <a:schemeClr val="tx1"/>
          </a:solidFill>
          <a:latin typeface="+mj-lt"/>
          <a:ea typeface="+mj-ea"/>
          <a:cs typeface="+mj-cs"/>
        </a:defRPr>
      </a:lvl1pPr>
    </p:titleStyle>
    <p:bodyStyle>
      <a:lvl1pPr marL="371464" indent="-371464" algn="l" defTabSz="990570" rtl="0" eaLnBrk="1" latinLnBrk="1" hangingPunct="1">
        <a:spcBef>
          <a:spcPct val="20000"/>
        </a:spcBef>
        <a:buFont typeface="Arial" pitchFamily="34" charset="0"/>
        <a:buChar char="•"/>
        <a:defRPr sz="3467" kern="1200">
          <a:solidFill>
            <a:schemeClr val="tx1"/>
          </a:solidFill>
          <a:latin typeface="+mn-lt"/>
          <a:ea typeface="+mn-ea"/>
          <a:cs typeface="+mn-cs"/>
        </a:defRPr>
      </a:lvl1pPr>
      <a:lvl2pPr marL="804838" indent="-309553" algn="l" defTabSz="990570" rtl="0" eaLnBrk="1" latinLnBrk="1" hangingPunct="1">
        <a:spcBef>
          <a:spcPct val="20000"/>
        </a:spcBef>
        <a:buFont typeface="Arial" pitchFamily="34" charset="0"/>
        <a:buChar char="–"/>
        <a:defRPr sz="3033" kern="1200">
          <a:solidFill>
            <a:schemeClr val="tx1"/>
          </a:solidFill>
          <a:latin typeface="+mn-lt"/>
          <a:ea typeface="+mn-ea"/>
          <a:cs typeface="+mn-cs"/>
        </a:defRPr>
      </a:lvl2pPr>
      <a:lvl3pPr marL="1238212" indent="-247642" algn="l" defTabSz="990570" rtl="0" eaLnBrk="1" latinLnBrk="1" hangingPunct="1">
        <a:spcBef>
          <a:spcPct val="20000"/>
        </a:spcBef>
        <a:buFont typeface="Arial" pitchFamily="34" charset="0"/>
        <a:buChar char="•"/>
        <a:defRPr sz="2600" kern="1200">
          <a:solidFill>
            <a:schemeClr val="tx1"/>
          </a:solidFill>
          <a:latin typeface="+mn-lt"/>
          <a:ea typeface="+mn-ea"/>
          <a:cs typeface="+mn-cs"/>
        </a:defRPr>
      </a:lvl3pPr>
      <a:lvl4pPr marL="1733497"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4pPr>
      <a:lvl5pPr marL="2228781"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5pPr>
      <a:lvl6pPr marL="2724066"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6pPr>
      <a:lvl7pPr marL="3219351"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7pPr>
      <a:lvl8pPr marL="3714636"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8pPr>
      <a:lvl9pPr marL="4209920" indent="-247642" algn="l" defTabSz="990570" rtl="0" eaLnBrk="1" latinLnBrk="1" hangingPunct="1">
        <a:spcBef>
          <a:spcPct val="20000"/>
        </a:spcBef>
        <a:buFont typeface="Arial" pitchFamily="34" charset="0"/>
        <a:buChar char="•"/>
        <a:defRPr sz="2167" kern="1200">
          <a:solidFill>
            <a:schemeClr val="tx1"/>
          </a:solidFill>
          <a:latin typeface="+mn-lt"/>
          <a:ea typeface="+mn-ea"/>
          <a:cs typeface="+mn-cs"/>
        </a:defRPr>
      </a:lvl9pPr>
    </p:bodyStyle>
    <p:otherStyle>
      <a:defPPr>
        <a:defRPr lang="ko-KR"/>
      </a:defPPr>
      <a:lvl1pPr marL="0" algn="l" defTabSz="990570" rtl="0" eaLnBrk="1" latinLnBrk="1" hangingPunct="1">
        <a:defRPr sz="1950" kern="1200">
          <a:solidFill>
            <a:schemeClr val="tx1"/>
          </a:solidFill>
          <a:latin typeface="+mn-lt"/>
          <a:ea typeface="+mn-ea"/>
          <a:cs typeface="+mn-cs"/>
        </a:defRPr>
      </a:lvl1pPr>
      <a:lvl2pPr marL="495285" algn="l" defTabSz="990570" rtl="0" eaLnBrk="1" latinLnBrk="1" hangingPunct="1">
        <a:defRPr sz="1950" kern="1200">
          <a:solidFill>
            <a:schemeClr val="tx1"/>
          </a:solidFill>
          <a:latin typeface="+mn-lt"/>
          <a:ea typeface="+mn-ea"/>
          <a:cs typeface="+mn-cs"/>
        </a:defRPr>
      </a:lvl2pPr>
      <a:lvl3pPr marL="990570" algn="l" defTabSz="990570" rtl="0" eaLnBrk="1" latinLnBrk="1" hangingPunct="1">
        <a:defRPr sz="1950" kern="1200">
          <a:solidFill>
            <a:schemeClr val="tx1"/>
          </a:solidFill>
          <a:latin typeface="+mn-lt"/>
          <a:ea typeface="+mn-ea"/>
          <a:cs typeface="+mn-cs"/>
        </a:defRPr>
      </a:lvl3pPr>
      <a:lvl4pPr marL="1485854" algn="l" defTabSz="990570" rtl="0" eaLnBrk="1" latinLnBrk="1" hangingPunct="1">
        <a:defRPr sz="1950" kern="1200">
          <a:solidFill>
            <a:schemeClr val="tx1"/>
          </a:solidFill>
          <a:latin typeface="+mn-lt"/>
          <a:ea typeface="+mn-ea"/>
          <a:cs typeface="+mn-cs"/>
        </a:defRPr>
      </a:lvl4pPr>
      <a:lvl5pPr marL="1981139" algn="l" defTabSz="990570" rtl="0" eaLnBrk="1" latinLnBrk="1" hangingPunct="1">
        <a:defRPr sz="1950" kern="1200">
          <a:solidFill>
            <a:schemeClr val="tx1"/>
          </a:solidFill>
          <a:latin typeface="+mn-lt"/>
          <a:ea typeface="+mn-ea"/>
          <a:cs typeface="+mn-cs"/>
        </a:defRPr>
      </a:lvl5pPr>
      <a:lvl6pPr marL="2476424" algn="l" defTabSz="990570" rtl="0" eaLnBrk="1" latinLnBrk="1" hangingPunct="1">
        <a:defRPr sz="1950" kern="1200">
          <a:solidFill>
            <a:schemeClr val="tx1"/>
          </a:solidFill>
          <a:latin typeface="+mn-lt"/>
          <a:ea typeface="+mn-ea"/>
          <a:cs typeface="+mn-cs"/>
        </a:defRPr>
      </a:lvl6pPr>
      <a:lvl7pPr marL="2971709" algn="l" defTabSz="990570" rtl="0" eaLnBrk="1" latinLnBrk="1" hangingPunct="1">
        <a:defRPr sz="1950" kern="1200">
          <a:solidFill>
            <a:schemeClr val="tx1"/>
          </a:solidFill>
          <a:latin typeface="+mn-lt"/>
          <a:ea typeface="+mn-ea"/>
          <a:cs typeface="+mn-cs"/>
        </a:defRPr>
      </a:lvl7pPr>
      <a:lvl8pPr marL="3466993" algn="l" defTabSz="990570" rtl="0" eaLnBrk="1" latinLnBrk="1" hangingPunct="1">
        <a:defRPr sz="1950" kern="1200">
          <a:solidFill>
            <a:schemeClr val="tx1"/>
          </a:solidFill>
          <a:latin typeface="+mn-lt"/>
          <a:ea typeface="+mn-ea"/>
          <a:cs typeface="+mn-cs"/>
        </a:defRPr>
      </a:lvl8pPr>
      <a:lvl9pPr marL="3962278" algn="l" defTabSz="990570" rtl="0" eaLnBrk="1" latinLnBrk="1" hangingPunct="1">
        <a:defRPr sz="19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www.jqueryscript.net/demo/Simple-Configurable-Path-Menu-with-jQuery-CSS3-Pie-Menu/" TargetMode="External"/><Relationship Id="rId1" Type="http://schemas.openxmlformats.org/officeDocument/2006/relationships/slideLayout" Target="../slideLayouts/slideLayout9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vgt.kr/u/Jufb" TargetMode="External"/><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descr="개체, 시계이(가) 표시된 사진&#10;&#10;자동 생성된 설명">
            <a:extLst>
              <a:ext uri="{FF2B5EF4-FFF2-40B4-BE49-F238E27FC236}">
                <a16:creationId xmlns:a16="http://schemas.microsoft.com/office/drawing/2014/main" id="{5842569B-B9F5-4FDA-8484-CA7ACA09EC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2480" y="1822177"/>
            <a:ext cx="985095" cy="407625"/>
          </a:xfrm>
          <a:prstGeom prst="rect">
            <a:avLst/>
          </a:prstGeom>
        </p:spPr>
      </p:pic>
      <p:sp>
        <p:nvSpPr>
          <p:cNvPr id="9" name="TextBox 8">
            <a:extLst>
              <a:ext uri="{FF2B5EF4-FFF2-40B4-BE49-F238E27FC236}">
                <a16:creationId xmlns:a16="http://schemas.microsoft.com/office/drawing/2014/main" id="{15EF60A3-2310-4153-9E83-F12BDCE7A965}"/>
              </a:ext>
            </a:extLst>
          </p:cNvPr>
          <p:cNvSpPr txBox="1"/>
          <p:nvPr/>
        </p:nvSpPr>
        <p:spPr>
          <a:xfrm>
            <a:off x="157372" y="2348880"/>
            <a:ext cx="8468036" cy="584775"/>
          </a:xfrm>
          <a:prstGeom prst="rect">
            <a:avLst/>
          </a:prstGeom>
          <a:noFill/>
        </p:spPr>
        <p:txBody>
          <a:bodyPr wrap="square" rtlCol="0">
            <a:spAutoFit/>
          </a:bodyPr>
          <a:lstStyle/>
          <a:p>
            <a:r>
              <a:rPr lang="ko-KR" altLang="en-US" sz="3200" b="1" err="1">
                <a:solidFill>
                  <a:schemeClr val="tx1">
                    <a:lumMod val="65000"/>
                    <a:lumOff val="35000"/>
                  </a:schemeClr>
                </a:solidFill>
                <a:latin typeface="+mn-ea"/>
                <a:ea typeface="+mn-ea"/>
              </a:rPr>
              <a:t>참좋은여행사</a:t>
            </a:r>
            <a:r>
              <a:rPr lang="ko-KR" altLang="en-US" sz="3200" b="1">
                <a:solidFill>
                  <a:schemeClr val="tx1">
                    <a:lumMod val="65000"/>
                    <a:lumOff val="35000"/>
                  </a:schemeClr>
                </a:solidFill>
                <a:latin typeface="+mn-ea"/>
                <a:ea typeface="+mn-ea"/>
              </a:rPr>
              <a:t> 홈페이지 리뉴얼 화면정의서</a:t>
            </a:r>
            <a:endParaRPr lang="ko-KR" altLang="en-US" sz="1200" b="1">
              <a:solidFill>
                <a:schemeClr val="tx1">
                  <a:lumMod val="65000"/>
                  <a:lumOff val="35000"/>
                </a:schemeClr>
              </a:solidFill>
              <a:latin typeface="+mn-ea"/>
              <a:ea typeface="+mn-ea"/>
            </a:endParaRPr>
          </a:p>
        </p:txBody>
      </p:sp>
      <p:pic>
        <p:nvPicPr>
          <p:cNvPr id="1026" name="Picture 2" descr="https://cdn.imweb.me/thumbnail/20190214/5c651b8762653.png">
            <a:extLst>
              <a:ext uri="{FF2B5EF4-FFF2-40B4-BE49-F238E27FC236}">
                <a16:creationId xmlns:a16="http://schemas.microsoft.com/office/drawing/2014/main" id="{040BB11D-BDDC-4D38-BC3B-44DFCA88F12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88167" y="5975224"/>
            <a:ext cx="729666" cy="472004"/>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R] 7">
            <a:extLst>
              <a:ext uri="{FF2B5EF4-FFF2-40B4-BE49-F238E27FC236}">
                <a16:creationId xmlns:a16="http://schemas.microsoft.com/office/drawing/2014/main" id="{921E3EA9-5200-4ADD-883A-3CED9D4728D1}"/>
              </a:ext>
            </a:extLst>
          </p:cNvPr>
          <p:cNvCxnSpPr>
            <a:cxnSpLocks/>
          </p:cNvCxnSpPr>
          <p:nvPr/>
        </p:nvCxnSpPr>
        <p:spPr>
          <a:xfrm>
            <a:off x="272480" y="3068960"/>
            <a:ext cx="890830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FB31105-AEAF-40C0-A000-A70D557956E8}"/>
              </a:ext>
            </a:extLst>
          </p:cNvPr>
          <p:cNvSpPr txBox="1"/>
          <p:nvPr/>
        </p:nvSpPr>
        <p:spPr>
          <a:xfrm>
            <a:off x="226245" y="3794732"/>
            <a:ext cx="2128086" cy="304058"/>
          </a:xfrm>
          <a:prstGeom prst="rect">
            <a:avLst/>
          </a:prstGeom>
          <a:noFill/>
        </p:spPr>
        <p:txBody>
          <a:bodyPr wrap="square" rtlCol="0">
            <a:spAutoFit/>
          </a:bodyPr>
          <a:lstStyle/>
          <a:p>
            <a:pPr defTabSz="880584" latinLnBrk="1">
              <a:defRPr/>
            </a:pPr>
            <a:r>
              <a:rPr kumimoji="1" lang="en-US" altLang="ko-KR" sz="1376" dirty="0">
                <a:solidFill>
                  <a:prstClr val="black">
                    <a:lumMod val="65000"/>
                    <a:lumOff val="35000"/>
                  </a:prstClr>
                </a:solidFill>
                <a:latin typeface="맑은 고딕" panose="020F0502020204030204"/>
                <a:ea typeface="Nanum Gothic" panose="020D0604000000000000" pitchFamily="34" charset="-127"/>
              </a:rPr>
              <a:t>2019.08.02</a:t>
            </a:r>
          </a:p>
        </p:txBody>
      </p:sp>
      <p:sp>
        <p:nvSpPr>
          <p:cNvPr id="7" name="TextBox 6">
            <a:extLst>
              <a:ext uri="{FF2B5EF4-FFF2-40B4-BE49-F238E27FC236}">
                <a16:creationId xmlns:a16="http://schemas.microsoft.com/office/drawing/2014/main" id="{5A8F014D-DF50-4A27-B85D-EFF677404A12}"/>
              </a:ext>
            </a:extLst>
          </p:cNvPr>
          <p:cNvSpPr txBox="1"/>
          <p:nvPr/>
        </p:nvSpPr>
        <p:spPr>
          <a:xfrm>
            <a:off x="226245" y="3131347"/>
            <a:ext cx="8300001" cy="685059"/>
          </a:xfrm>
          <a:prstGeom prst="rect">
            <a:avLst/>
          </a:prstGeom>
          <a:noFill/>
        </p:spPr>
        <p:txBody>
          <a:bodyPr wrap="square" rtlCol="0">
            <a:spAutoFit/>
          </a:bodyPr>
          <a:lstStyle/>
          <a:p>
            <a:pPr defTabSz="880584" latinLnBrk="1">
              <a:defRPr/>
            </a:pPr>
            <a:r>
              <a:rPr kumimoji="1" lang="en-US" altLang="ko-KR" sz="1926" b="1" dirty="0">
                <a:solidFill>
                  <a:prstClr val="black">
                    <a:lumMod val="75000"/>
                    <a:lumOff val="25000"/>
                  </a:prstClr>
                </a:solidFill>
                <a:latin typeface="맑은 고딕" panose="020B0503020000020004" pitchFamily="50" charset="-127"/>
                <a:ea typeface="맑은 고딕" panose="020B0503020000020004" pitchFamily="50" charset="-127"/>
              </a:rPr>
              <a:t>Mobile Storyboard – </a:t>
            </a:r>
            <a:r>
              <a:rPr lang="en-US" altLang="ko-KR" sz="1926" b="1" dirty="0" err="1">
                <a:solidFill>
                  <a:prstClr val="black">
                    <a:lumMod val="75000"/>
                    <a:lumOff val="25000"/>
                  </a:prstClr>
                </a:solidFill>
                <a:latin typeface="맑은 고딕" panose="020B0503020000020004" pitchFamily="50" charset="-127"/>
                <a:ea typeface="맑은 고딕" panose="020B0503020000020004" pitchFamily="50" charset="-127"/>
              </a:rPr>
              <a:t>CUVE</a:t>
            </a:r>
            <a:endParaRPr kumimoji="1" lang="en-US" altLang="ko-KR" sz="1926" b="1" dirty="0">
              <a:solidFill>
                <a:prstClr val="black">
                  <a:lumMod val="75000"/>
                  <a:lumOff val="25000"/>
                </a:prstClr>
              </a:solidFill>
              <a:latin typeface="맑은 고딕" panose="020B0503020000020004" pitchFamily="50" charset="-127"/>
              <a:ea typeface="맑은 고딕" panose="020B0503020000020004" pitchFamily="50" charset="-127"/>
            </a:endParaRPr>
          </a:p>
          <a:p>
            <a:pPr defTabSz="880584" latinLnBrk="1">
              <a:defRPr/>
            </a:pPr>
            <a:r>
              <a:rPr kumimoji="1" lang="en-US" altLang="ko-KR" sz="1926" b="1" dirty="0">
                <a:solidFill>
                  <a:prstClr val="black">
                    <a:lumMod val="75000"/>
                    <a:lumOff val="25000"/>
                  </a:prstClr>
                </a:solidFill>
                <a:latin typeface="맑은 고딕" panose="020B0503020000020004" pitchFamily="50" charset="-127"/>
                <a:ea typeface="맑은 고딕" panose="020B0503020000020004" pitchFamily="50" charset="-127"/>
              </a:rPr>
              <a:t>V0.6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5EF60A3-2310-4153-9E83-F12BDCE7A965}"/>
              </a:ext>
            </a:extLst>
          </p:cNvPr>
          <p:cNvSpPr txBox="1"/>
          <p:nvPr/>
        </p:nvSpPr>
        <p:spPr>
          <a:xfrm>
            <a:off x="229380" y="2367352"/>
            <a:ext cx="8468036" cy="584775"/>
          </a:xfrm>
          <a:prstGeom prst="rect">
            <a:avLst/>
          </a:prstGeom>
          <a:noFill/>
        </p:spPr>
        <p:txBody>
          <a:bodyPr wrap="square" rtlCol="0">
            <a:spAutoFit/>
          </a:bodyPr>
          <a:lstStyle/>
          <a:p>
            <a:r>
              <a:rPr lang="en-US" altLang="ko-KR" sz="3200" b="1" err="1">
                <a:solidFill>
                  <a:schemeClr val="tx1">
                    <a:lumMod val="65000"/>
                    <a:lumOff val="35000"/>
                  </a:schemeClr>
                </a:solidFill>
                <a:latin typeface="+mn-ea"/>
                <a:ea typeface="+mn-ea"/>
              </a:rPr>
              <a:t>CUVE</a:t>
            </a:r>
            <a:r>
              <a:rPr lang="en-US" altLang="ko-KR" sz="3200" b="1" dirty="0">
                <a:solidFill>
                  <a:schemeClr val="tx1">
                    <a:lumMod val="65000"/>
                    <a:lumOff val="35000"/>
                  </a:schemeClr>
                </a:solidFill>
                <a:latin typeface="+mn-ea"/>
                <a:ea typeface="+mn-ea"/>
              </a:rPr>
              <a:t>_</a:t>
            </a:r>
            <a:r>
              <a:rPr lang="ko-KR" altLang="en-US" sz="3200" b="1" dirty="0">
                <a:solidFill>
                  <a:schemeClr val="tx1">
                    <a:lumMod val="65000"/>
                    <a:lumOff val="35000"/>
                  </a:schemeClr>
                </a:solidFill>
                <a:latin typeface="+mn-ea"/>
                <a:ea typeface="+mn-ea"/>
              </a:rPr>
              <a:t>공통</a:t>
            </a:r>
            <a:endParaRPr lang="ko-KR" altLang="en-US" sz="1200" b="1" dirty="0">
              <a:solidFill>
                <a:schemeClr val="tx1">
                  <a:lumMod val="65000"/>
                  <a:lumOff val="35000"/>
                </a:schemeClr>
              </a:solidFill>
              <a:latin typeface="+mn-ea"/>
              <a:ea typeface="+mn-ea"/>
            </a:endParaRPr>
          </a:p>
        </p:txBody>
      </p:sp>
      <p:cxnSp>
        <p:nvCxnSpPr>
          <p:cNvPr id="5" name="직선 연결선[R] 7">
            <a:extLst>
              <a:ext uri="{FF2B5EF4-FFF2-40B4-BE49-F238E27FC236}">
                <a16:creationId xmlns:a16="http://schemas.microsoft.com/office/drawing/2014/main" id="{921E3EA9-5200-4ADD-883A-3CED9D4728D1}"/>
              </a:ext>
            </a:extLst>
          </p:cNvPr>
          <p:cNvCxnSpPr>
            <a:cxnSpLocks/>
          </p:cNvCxnSpPr>
          <p:nvPr/>
        </p:nvCxnSpPr>
        <p:spPr>
          <a:xfrm>
            <a:off x="272480" y="3068960"/>
            <a:ext cx="890830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6344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TextBox 300">
            <a:extLst>
              <a:ext uri="{FF2B5EF4-FFF2-40B4-BE49-F238E27FC236}">
                <a16:creationId xmlns:a16="http://schemas.microsoft.com/office/drawing/2014/main" id="{174A55D3-72FA-4880-ACC3-156376968C6F}"/>
              </a:ext>
            </a:extLst>
          </p:cNvPr>
          <p:cNvSpPr txBox="1"/>
          <p:nvPr/>
        </p:nvSpPr>
        <p:spPr>
          <a:xfrm>
            <a:off x="4401603" y="1350195"/>
            <a:ext cx="2282936" cy="215444"/>
          </a:xfrm>
          <a:prstGeom prst="rect">
            <a:avLst/>
          </a:prstGeom>
          <a:noFill/>
        </p:spPr>
        <p:txBody>
          <a:bodyPr wrap="square" rtlCol="0">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800" b="1" i="0" u="none" strike="noStrike" kern="1200" cap="none" spc="0" normalizeH="0" baseline="0" noProof="0">
                <a:ln>
                  <a:noFill/>
                </a:ln>
                <a:solidFill>
                  <a:prstClr val="black"/>
                </a:solidFill>
                <a:effectLst/>
                <a:uLnTx/>
                <a:uFillTx/>
                <a:latin typeface="맑은 고딕"/>
                <a:ea typeface="맑은 고딕"/>
                <a:cs typeface="+mn-cs"/>
              </a:rPr>
              <a:t>2019.05.20(</a:t>
            </a:r>
            <a:r>
              <a:rPr kumimoji="1" lang="ko-KR" altLang="en-US" sz="800" b="1" i="0" u="none" strike="noStrike" kern="1200" cap="none" spc="0" normalizeH="0" baseline="0" noProof="0">
                <a:ln>
                  <a:noFill/>
                </a:ln>
                <a:solidFill>
                  <a:prstClr val="black"/>
                </a:solidFill>
                <a:effectLst/>
                <a:uLnTx/>
                <a:uFillTx/>
                <a:latin typeface="맑은 고딕"/>
                <a:ea typeface="맑은 고딕"/>
                <a:cs typeface="+mn-cs"/>
              </a:rPr>
              <a:t>월</a:t>
            </a:r>
            <a:r>
              <a:rPr kumimoji="1" lang="en-US" altLang="ko-KR" sz="800" b="1" i="0" u="none" strike="noStrike" kern="1200" cap="none" spc="0" normalizeH="0" baseline="0" noProof="0">
                <a:ln>
                  <a:noFill/>
                </a:ln>
                <a:solidFill>
                  <a:prstClr val="black"/>
                </a:solidFill>
                <a:effectLst/>
                <a:uLnTx/>
                <a:uFillTx/>
                <a:latin typeface="맑은 고딕"/>
                <a:ea typeface="맑은 고딕"/>
                <a:cs typeface="+mn-cs"/>
              </a:rPr>
              <a:t>) </a:t>
            </a:r>
            <a:endParaRPr kumimoji="1" lang="ko-KR" altLang="en-US" sz="800" b="0" i="0" u="none" strike="noStrike" kern="1200" cap="none" spc="0" normalizeH="0" baseline="0" noProof="0">
              <a:ln>
                <a:noFill/>
              </a:ln>
              <a:solidFill>
                <a:prstClr val="black"/>
              </a:solidFill>
              <a:effectLst/>
              <a:uLnTx/>
              <a:uFillTx/>
              <a:latin typeface="맑은 고딕"/>
              <a:ea typeface="맑은 고딕"/>
              <a:cs typeface="+mn-cs"/>
            </a:endParaRPr>
          </a:p>
        </p:txBody>
      </p:sp>
      <p:sp>
        <p:nvSpPr>
          <p:cNvPr id="310" name="사각형: 둥근 모서리 309">
            <a:extLst>
              <a:ext uri="{FF2B5EF4-FFF2-40B4-BE49-F238E27FC236}">
                <a16:creationId xmlns:a16="http://schemas.microsoft.com/office/drawing/2014/main" id="{B0D07989-D51D-4A65-BB66-3CF4BB8BAAE9}"/>
              </a:ext>
            </a:extLst>
          </p:cNvPr>
          <p:cNvSpPr/>
          <p:nvPr/>
        </p:nvSpPr>
        <p:spPr>
          <a:xfrm>
            <a:off x="4475718" y="1609946"/>
            <a:ext cx="2160562" cy="3334608"/>
          </a:xfrm>
          <a:prstGeom prst="roundRect">
            <a:avLst>
              <a:gd name="adj" fmla="val 4867"/>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Contents</a:t>
            </a:r>
            <a:r>
              <a:rPr kumimoji="1" lang="ko-KR" altLang="en-US" sz="800" b="0" i="0" u="none" strike="noStrike" kern="1200" cap="none" spc="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 </a:t>
            </a:r>
          </a:p>
        </p:txBody>
      </p:sp>
      <p:sp>
        <p:nvSpPr>
          <p:cNvPr id="273" name="직사각형 272">
            <a:extLst>
              <a:ext uri="{FF2B5EF4-FFF2-40B4-BE49-F238E27FC236}">
                <a16:creationId xmlns:a16="http://schemas.microsoft.com/office/drawing/2014/main" id="{E37124A1-AEAF-4445-9C04-466F3F505F27}"/>
              </a:ext>
            </a:extLst>
          </p:cNvPr>
          <p:cNvSpPr/>
          <p:nvPr/>
        </p:nvSpPr>
        <p:spPr bwMode="auto">
          <a:xfrm>
            <a:off x="4397411" y="1061362"/>
            <a:ext cx="2289600" cy="270623"/>
          </a:xfrm>
          <a:prstGeom prst="rect">
            <a:avLst/>
          </a:prstGeom>
          <a:solidFill>
            <a:schemeClr val="bg1"/>
          </a:solidFill>
          <a:ln w="635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1069975" rtl="0" eaLnBrk="1" fontAlgn="base" latinLnBrk="1" hangingPunct="1">
              <a:lnSpc>
                <a:spcPct val="100000"/>
              </a:lnSpc>
              <a:spcBef>
                <a:spcPct val="0"/>
              </a:spcBef>
              <a:spcAft>
                <a:spcPct val="0"/>
              </a:spcAft>
              <a:buClrTx/>
              <a:buSzTx/>
              <a:buFontTx/>
              <a:buNone/>
              <a:tabLst/>
              <a:defRPr/>
            </a:pPr>
            <a:endParaRPr kumimoji="1" lang="ko-KR" altLang="en-US" sz="900" b="0"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graphicFrame>
        <p:nvGraphicFramePr>
          <p:cNvPr id="104" name="표 103">
            <a:extLst>
              <a:ext uri="{FF2B5EF4-FFF2-40B4-BE49-F238E27FC236}">
                <a16:creationId xmlns:a16="http://schemas.microsoft.com/office/drawing/2014/main" id="{5ECBE90A-3E43-4B22-A23E-74563FDEF54B}"/>
              </a:ext>
            </a:extLst>
          </p:cNvPr>
          <p:cNvGraphicFramePr>
            <a:graphicFrameLocks noGrp="1"/>
          </p:cNvGraphicFramePr>
          <p:nvPr>
            <p:extLst>
              <p:ext uri="{D42A27DB-BD31-4B8C-83A1-F6EECF244321}">
                <p14:modId xmlns:p14="http://schemas.microsoft.com/office/powerpoint/2010/main" val="1462924889"/>
              </p:ext>
            </p:extLst>
          </p:nvPr>
        </p:nvGraphicFramePr>
        <p:xfrm>
          <a:off x="7791532" y="556096"/>
          <a:ext cx="2046688" cy="4282865"/>
        </p:xfrm>
        <a:graphic>
          <a:graphicData uri="http://schemas.openxmlformats.org/drawingml/2006/table">
            <a:tbl>
              <a:tblPr/>
              <a:tblGrid>
                <a:gridCol w="216846">
                  <a:extLst>
                    <a:ext uri="{9D8B030D-6E8A-4147-A177-3AD203B41FA5}">
                      <a16:colId xmlns:a16="http://schemas.microsoft.com/office/drawing/2014/main" val="877983187"/>
                    </a:ext>
                  </a:extLst>
                </a:gridCol>
                <a:gridCol w="1829842">
                  <a:extLst>
                    <a:ext uri="{9D8B030D-6E8A-4147-A177-3AD203B41FA5}">
                      <a16:colId xmlns:a16="http://schemas.microsoft.com/office/drawing/2014/main" val="3543648088"/>
                    </a:ext>
                  </a:extLst>
                </a:gridCol>
              </a:tblGrid>
              <a:tr h="264331">
                <a:tc gridSpan="2">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mn-ea"/>
                          <a:ea typeface="+mn-ea"/>
                        </a:rPr>
                        <a:t>Description</a:t>
                      </a:r>
                      <a:endParaRPr kumimoji="1" lang="ko-KR" altLang="en-US" sz="700" b="1"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40511496"/>
                  </a:ext>
                </a:extLst>
              </a:tr>
              <a:tr h="252000">
                <a:tc gridSpan="2">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en-US" altLang="ko-KR" sz="700" b="0" i="0" u="none" strike="noStrike" cap="none" normalizeH="0" baseline="0" dirty="0">
                          <a:ln>
                            <a:noFill/>
                          </a:ln>
                          <a:solidFill>
                            <a:schemeClr val="tx1"/>
                          </a:solidFill>
                          <a:effectLst/>
                          <a:latin typeface="+mn-ea"/>
                          <a:ea typeface="+mn-ea"/>
                        </a:rPr>
                        <a:t>CUBE Icon </a:t>
                      </a:r>
                      <a:r>
                        <a:rPr kumimoji="1" lang="ko-KR" altLang="en-US" sz="700" b="0" i="0" u="none" strike="noStrike" cap="none" normalizeH="0" baseline="0" dirty="0">
                          <a:ln>
                            <a:noFill/>
                          </a:ln>
                          <a:solidFill>
                            <a:schemeClr val="tx1"/>
                          </a:solidFill>
                          <a:effectLst/>
                          <a:latin typeface="+mn-ea"/>
                          <a:ea typeface="+mn-ea"/>
                        </a:rPr>
                        <a:t>터치 시 </a:t>
                      </a:r>
                      <a:r>
                        <a:rPr kumimoji="1" lang="en-US" altLang="ko-KR" sz="700" b="0" i="0" u="none" strike="noStrike" cap="none" normalizeH="0" baseline="0" dirty="0">
                          <a:ln>
                            <a:noFill/>
                          </a:ln>
                          <a:solidFill>
                            <a:schemeClr val="tx1"/>
                          </a:solidFill>
                          <a:effectLst/>
                          <a:latin typeface="+mn-ea"/>
                          <a:ea typeface="+mn-ea"/>
                        </a:rPr>
                        <a:t>1,</a:t>
                      </a:r>
                      <a:r>
                        <a:rPr kumimoji="1" lang="ko-KR" altLang="en-US" sz="700" b="0" i="0" u="none" strike="noStrike" cap="none" normalizeH="0" baseline="0" dirty="0">
                          <a:ln>
                            <a:noFill/>
                          </a:ln>
                          <a:solidFill>
                            <a:schemeClr val="tx1"/>
                          </a:solidFill>
                          <a:effectLst/>
                          <a:latin typeface="+mn-ea"/>
                          <a:ea typeface="+mn-ea"/>
                        </a:rPr>
                        <a:t> </a:t>
                      </a:r>
                      <a:r>
                        <a:rPr kumimoji="1" lang="en-US" altLang="ko-KR" sz="700" b="0" i="0" u="none" strike="noStrike" cap="none" normalizeH="0" baseline="0" dirty="0">
                          <a:ln>
                            <a:noFill/>
                          </a:ln>
                          <a:solidFill>
                            <a:schemeClr val="tx1"/>
                          </a:solidFill>
                          <a:effectLst/>
                          <a:latin typeface="+mn-ea"/>
                          <a:ea typeface="+mn-ea"/>
                        </a:rPr>
                        <a:t>2</a:t>
                      </a:r>
                      <a:r>
                        <a:rPr kumimoji="1" lang="ko-KR" altLang="en-US" sz="700" b="0" i="0" u="none" strike="noStrike" cap="none" normalizeH="0" baseline="0" dirty="0">
                          <a:ln>
                            <a:noFill/>
                          </a:ln>
                          <a:solidFill>
                            <a:schemeClr val="tx1"/>
                          </a:solidFill>
                          <a:effectLst/>
                          <a:latin typeface="+mn-ea"/>
                          <a:ea typeface="+mn-ea"/>
                        </a:rPr>
                        <a:t>영역을 동시에 노출</a:t>
                      </a: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latinLnBrk="1"/>
                      <a:endParaRPr lang="ko-KR" altLang="en-US"/>
                    </a:p>
                  </a:txBody>
                  <a:tcPr/>
                </a:tc>
                <a:extLst>
                  <a:ext uri="{0D108BD9-81ED-4DB2-BD59-A6C34878D82A}">
                    <a16:rowId xmlns:a16="http://schemas.microsoft.com/office/drawing/2014/main" val="566744085"/>
                  </a:ext>
                </a:extLst>
              </a:tr>
              <a:tr h="252000">
                <a:tc>
                  <a:txBody>
                    <a:bodyPr/>
                    <a:lstStyle/>
                    <a:p>
                      <a:pPr algn="ctr"/>
                      <a:r>
                        <a:rPr lang="en-US" altLang="ko-KR" sz="700" dirty="0"/>
                        <a:t>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아래에서 위로 슬라이드 업</a:t>
                      </a:r>
                      <a:r>
                        <a:rPr kumimoji="1" lang="en-US" altLang="ko-KR" sz="700" b="0" i="0" u="none" strike="noStrike" cap="none" normalizeH="0" baseline="0" dirty="0">
                          <a:ln>
                            <a:noFill/>
                          </a:ln>
                          <a:solidFill>
                            <a:schemeClr val="tx1"/>
                          </a:solidFill>
                          <a:effectLst/>
                          <a:latin typeface="+mn-ea"/>
                          <a:ea typeface="+mn-ea"/>
                        </a:rPr>
                        <a:t>(Full-Popup) </a:t>
                      </a:r>
                      <a:r>
                        <a:rPr kumimoji="1" lang="ko-KR" altLang="en-US" sz="700" b="0" i="0" u="none" strike="noStrike" cap="none" normalizeH="0" baseline="0" dirty="0">
                          <a:ln>
                            <a:noFill/>
                          </a:ln>
                          <a:solidFill>
                            <a:schemeClr val="tx1"/>
                          </a:solidFill>
                          <a:effectLst/>
                          <a:latin typeface="+mn-ea"/>
                          <a:ea typeface="+mn-ea"/>
                        </a:rPr>
                        <a:t>되어 노출</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54734413"/>
                  </a:ext>
                </a:extLst>
              </a:tr>
              <a:tr h="317241">
                <a:tc>
                  <a:txBody>
                    <a:bodyPr/>
                    <a:lstStyle/>
                    <a:p>
                      <a:pPr algn="ctr"/>
                      <a:r>
                        <a:rPr lang="en-US" altLang="ko-KR" sz="700" dirty="0"/>
                        <a:t>2</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확장버튼 </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err="1">
                          <a:ln>
                            <a:noFill/>
                          </a:ln>
                          <a:solidFill>
                            <a:schemeClr val="tx1"/>
                          </a:solidFill>
                          <a:effectLst/>
                          <a:latin typeface="+mn-ea"/>
                          <a:ea typeface="+mn-ea"/>
                        </a:rPr>
                        <a:t>모션참조</a:t>
                      </a:r>
                      <a:r>
                        <a:rPr kumimoji="1" lang="ko-KR" altLang="en-US" sz="700" b="0" i="0" u="none" strike="noStrike" cap="none" normalizeH="0" baseline="0" dirty="0">
                          <a:ln>
                            <a:noFill/>
                          </a:ln>
                          <a:solidFill>
                            <a:schemeClr val="tx1"/>
                          </a:solidFill>
                          <a:effectLst/>
                          <a:latin typeface="+mn-ea"/>
                          <a:ea typeface="+mn-ea"/>
                        </a:rPr>
                        <a:t> </a:t>
                      </a:r>
                      <a:r>
                        <a:rPr kumimoji="1" lang="en-US" altLang="ko-KR" sz="700" b="0" i="0" u="none" strike="noStrike" cap="none" normalizeH="0" baseline="0" dirty="0">
                          <a:ln>
                            <a:noFill/>
                          </a:ln>
                          <a:solidFill>
                            <a:schemeClr val="tx1"/>
                          </a:solidFill>
                          <a:effectLst/>
                          <a:latin typeface="+mn-ea"/>
                          <a:ea typeface="+mn-ea"/>
                        </a:rPr>
                        <a:t>: </a:t>
                      </a:r>
                      <a:r>
                        <a:rPr lang="en-US" altLang="ko-KR" sz="800" dirty="0">
                          <a:hlinkClick r:id="rId2"/>
                        </a:rPr>
                        <a:t>https://</a:t>
                      </a:r>
                      <a:r>
                        <a:rPr lang="en-US" altLang="ko-KR" sz="800" dirty="0" err="1">
                          <a:hlinkClick r:id="rId2"/>
                        </a:rPr>
                        <a:t>www.jqueryscript.net</a:t>
                      </a:r>
                      <a:r>
                        <a:rPr lang="en-US" altLang="ko-KR" sz="800" dirty="0">
                          <a:hlinkClick r:id="rId2"/>
                        </a:rPr>
                        <a:t>/demo/Simple-Configurable-Path-Menu-with-jQuery-</a:t>
                      </a:r>
                      <a:r>
                        <a:rPr lang="en-US" altLang="ko-KR" sz="800" dirty="0" err="1">
                          <a:hlinkClick r:id="rId2"/>
                        </a:rPr>
                        <a:t>CSS3</a:t>
                      </a:r>
                      <a:r>
                        <a:rPr lang="en-US" altLang="ko-KR" sz="800" dirty="0">
                          <a:hlinkClick r:id="rId2"/>
                        </a:rPr>
                        <a:t>-Pie-Menu/</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600405226"/>
                  </a:ext>
                </a:extLst>
              </a:tr>
              <a:tr h="252000">
                <a:tc>
                  <a:txBody>
                    <a:bodyPr/>
                    <a:lstStyle/>
                    <a:p>
                      <a:pPr algn="ctr"/>
                      <a:r>
                        <a:rPr lang="en-US" altLang="ko-KR" sz="700" dirty="0"/>
                        <a:t>3</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575881690"/>
                  </a:ext>
                </a:extLst>
              </a:tr>
              <a:tr h="252000">
                <a:tc>
                  <a:txBody>
                    <a:bodyPr/>
                    <a:lstStyle/>
                    <a:p>
                      <a:pPr algn="ctr"/>
                      <a:r>
                        <a:rPr lang="en-US" altLang="ko-KR" sz="700" dirty="0"/>
                        <a:t>4</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929205908"/>
                  </a:ext>
                </a:extLst>
              </a:tr>
              <a:tr h="252000">
                <a:tc>
                  <a:txBody>
                    <a:bodyPr/>
                    <a:lstStyle/>
                    <a:p>
                      <a:pPr algn="ctr"/>
                      <a:r>
                        <a:rPr lang="en-US" altLang="ko-KR" sz="700" dirty="0"/>
                        <a:t>5</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174393987"/>
                  </a:ext>
                </a:extLst>
              </a:tr>
              <a:tr h="252000">
                <a:tc>
                  <a:txBody>
                    <a:bodyPr/>
                    <a:lstStyle/>
                    <a:p>
                      <a:pPr algn="ctr"/>
                      <a:r>
                        <a:rPr lang="en-US" altLang="ko-KR" sz="700" dirty="0"/>
                        <a:t>6</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986106794"/>
                  </a:ext>
                </a:extLst>
              </a:tr>
              <a:tr h="252000">
                <a:tc>
                  <a:txBody>
                    <a:bodyPr/>
                    <a:lstStyle/>
                    <a:p>
                      <a:pPr algn="ctr"/>
                      <a:r>
                        <a:rPr lang="en-US" altLang="ko-KR" sz="700" dirty="0"/>
                        <a:t>7</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382451967"/>
                  </a:ext>
                </a:extLst>
              </a:tr>
              <a:tr h="252000">
                <a:tc>
                  <a:txBody>
                    <a:bodyPr/>
                    <a:lstStyle/>
                    <a:p>
                      <a:pPr algn="ctr"/>
                      <a:r>
                        <a:rPr lang="en-US" altLang="ko-KR" sz="700" dirty="0"/>
                        <a:t>8</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801369225"/>
                  </a:ext>
                </a:extLst>
              </a:tr>
              <a:tr h="252000">
                <a:tc>
                  <a:txBody>
                    <a:bodyPr/>
                    <a:lstStyle/>
                    <a:p>
                      <a:pPr algn="ctr"/>
                      <a:r>
                        <a:rPr lang="en-US" altLang="ko-KR" sz="700" dirty="0"/>
                        <a:t>9</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87350180"/>
                  </a:ext>
                </a:extLst>
              </a:tr>
              <a:tr h="252000">
                <a:tc>
                  <a:txBody>
                    <a:bodyPr/>
                    <a:lstStyle/>
                    <a:p>
                      <a:pPr algn="ctr"/>
                      <a:r>
                        <a:rPr lang="en-US" altLang="ko-KR" sz="700" dirty="0"/>
                        <a:t>10</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893561366"/>
                  </a:ext>
                </a:extLst>
              </a:tr>
              <a:tr h="252000">
                <a:tc>
                  <a:txBody>
                    <a:bodyPr/>
                    <a:lstStyle/>
                    <a:p>
                      <a:pPr algn="ctr"/>
                      <a:r>
                        <a:rPr lang="en-US" altLang="ko-KR" sz="700" dirty="0"/>
                        <a:t>11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120464130"/>
                  </a:ext>
                </a:extLst>
              </a:tr>
              <a:tr h="257465">
                <a:tc gridSpan="2">
                  <a:txBody>
                    <a:bodyPr/>
                    <a:lstStyle/>
                    <a:p>
                      <a:pPr algn="ctr"/>
                      <a:endParaRPr lang="ko-KR" altLang="en-US" sz="700" b="1"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827257165"/>
                  </a:ext>
                </a:extLst>
              </a:tr>
              <a:tr h="257465">
                <a:tc gridSpan="2">
                  <a:txBody>
                    <a:bodyPr/>
                    <a:lstStyle/>
                    <a:p>
                      <a:endParaRPr lang="en-US" altLang="ko-KR"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32757063"/>
                  </a:ext>
                </a:extLst>
              </a:tr>
            </a:tbl>
          </a:graphicData>
        </a:graphic>
      </p:graphicFrame>
      <p:sp>
        <p:nvSpPr>
          <p:cNvPr id="2" name="텍스트 개체 틀 1">
            <a:extLst>
              <a:ext uri="{FF2B5EF4-FFF2-40B4-BE49-F238E27FC236}">
                <a16:creationId xmlns:a16="http://schemas.microsoft.com/office/drawing/2014/main" id="{6352FB64-C8C6-4D72-B120-BC94F211760C}"/>
              </a:ext>
            </a:extLst>
          </p:cNvPr>
          <p:cNvSpPr>
            <a:spLocks noGrp="1"/>
          </p:cNvSpPr>
          <p:nvPr>
            <p:ph type="body" sz="quarter" idx="10"/>
          </p:nvPr>
        </p:nvSpPr>
        <p:spPr/>
        <p:txBody>
          <a:bodyPr/>
          <a:lstStyle/>
          <a:p>
            <a:endParaRPr lang="en-US" altLang="ko-KR" dirty="0"/>
          </a:p>
        </p:txBody>
      </p:sp>
      <p:sp>
        <p:nvSpPr>
          <p:cNvPr id="7" name="텍스트 개체 틀 6">
            <a:extLst>
              <a:ext uri="{FF2B5EF4-FFF2-40B4-BE49-F238E27FC236}">
                <a16:creationId xmlns:a16="http://schemas.microsoft.com/office/drawing/2014/main" id="{144A212D-8A3F-4CB1-8C81-FD2FB266E275}"/>
              </a:ext>
            </a:extLst>
          </p:cNvPr>
          <p:cNvSpPr>
            <a:spLocks noGrp="1"/>
          </p:cNvSpPr>
          <p:nvPr>
            <p:ph type="body" sz="quarter" idx="11"/>
          </p:nvPr>
        </p:nvSpPr>
        <p:spPr/>
        <p:txBody>
          <a:bodyPr/>
          <a:lstStyle/>
          <a:p>
            <a:endParaRPr lang="ko-KR" altLang="en-US" dirty="0"/>
          </a:p>
        </p:txBody>
      </p:sp>
      <p:sp>
        <p:nvSpPr>
          <p:cNvPr id="272" name="TextBox 271">
            <a:extLst>
              <a:ext uri="{FF2B5EF4-FFF2-40B4-BE49-F238E27FC236}">
                <a16:creationId xmlns:a16="http://schemas.microsoft.com/office/drawing/2014/main" id="{2128927F-E916-4BEF-A0B0-D8D93149D18D}"/>
              </a:ext>
            </a:extLst>
          </p:cNvPr>
          <p:cNvSpPr txBox="1"/>
          <p:nvPr/>
        </p:nvSpPr>
        <p:spPr>
          <a:xfrm>
            <a:off x="4401019" y="1067851"/>
            <a:ext cx="2289600" cy="253211"/>
          </a:xfrm>
          <a:prstGeom prst="rect">
            <a:avLst/>
          </a:prstGeom>
          <a:noFill/>
        </p:spPr>
        <p:txBody>
          <a:bodyPr wrap="square" rtlCol="0">
            <a:spAutoFit/>
          </a:bodyPr>
          <a:lstStyle/>
          <a:p>
            <a:pPr marL="0" marR="0" lvl="0" indent="0" algn="ctr" defTabSz="914400" rtl="0" eaLnBrk="1" fontAlgn="base" latinLnBrk="1" hangingPunct="1">
              <a:lnSpc>
                <a:spcPct val="150000"/>
              </a:lnSpc>
              <a:spcBef>
                <a:spcPct val="0"/>
              </a:spcBef>
              <a:spcAft>
                <a:spcPct val="0"/>
              </a:spcAft>
              <a:buClrTx/>
              <a:buSzTx/>
              <a:buFontTx/>
              <a:buNone/>
              <a:tabLst/>
              <a:defRPr/>
            </a:pPr>
            <a:r>
              <a:rPr kumimoji="1" lang="ko-KR" altLang="en-US" sz="800" b="1" i="0" u="none" strike="noStrike" kern="1200" cap="none" spc="0" normalizeH="0" baseline="0" noProof="0">
                <a:ln>
                  <a:noFill/>
                </a:ln>
                <a:solidFill>
                  <a:prstClr val="black"/>
                </a:solidFill>
                <a:effectLst/>
                <a:uLnTx/>
                <a:uFillTx/>
                <a:latin typeface="맑은 고딕"/>
                <a:ea typeface="맑은 고딕"/>
                <a:cs typeface="+mn-cs"/>
              </a:rPr>
              <a:t>알림</a:t>
            </a:r>
          </a:p>
        </p:txBody>
      </p:sp>
      <p:sp>
        <p:nvSpPr>
          <p:cNvPr id="328" name="자유형 73">
            <a:extLst>
              <a:ext uri="{FF2B5EF4-FFF2-40B4-BE49-F238E27FC236}">
                <a16:creationId xmlns:a16="http://schemas.microsoft.com/office/drawing/2014/main" id="{87770D4D-B91A-47C7-BE44-2964C733B8FC}"/>
              </a:ext>
            </a:extLst>
          </p:cNvPr>
          <p:cNvSpPr/>
          <p:nvPr/>
        </p:nvSpPr>
        <p:spPr>
          <a:xfrm>
            <a:off x="4395803" y="4977573"/>
            <a:ext cx="1094028" cy="1090118"/>
          </a:xfrm>
          <a:custGeom>
            <a:avLst/>
            <a:gdLst>
              <a:gd name="connsiteX0" fmla="*/ 123151 w 997872"/>
              <a:gd name="connsiteY0" fmla="*/ 0 h 994306"/>
              <a:gd name="connsiteX1" fmla="*/ 997872 w 997872"/>
              <a:gd name="connsiteY1" fmla="*/ 874721 h 994306"/>
              <a:gd name="connsiteX2" fmla="*/ 993356 w 997872"/>
              <a:gd name="connsiteY2" fmla="*/ 964156 h 994306"/>
              <a:gd name="connsiteX3" fmla="*/ 988755 w 997872"/>
              <a:gd name="connsiteY3" fmla="*/ 994306 h 994306"/>
              <a:gd name="connsiteX4" fmla="*/ 507101 w 997872"/>
              <a:gd name="connsiteY4" fmla="*/ 994306 h 994306"/>
              <a:gd name="connsiteX5" fmla="*/ 507088 w 997872"/>
              <a:gd name="connsiteY5" fmla="*/ 994306 h 994306"/>
              <a:gd name="connsiteX6" fmla="*/ 507075 w 997872"/>
              <a:gd name="connsiteY6" fmla="*/ 994306 h 994306"/>
              <a:gd name="connsiteX7" fmla="*/ 0 w 997872"/>
              <a:gd name="connsiteY7" fmla="*/ 994306 h 994306"/>
              <a:gd name="connsiteX8" fmla="*/ 0 w 997872"/>
              <a:gd name="connsiteY8" fmla="*/ 994305 h 994306"/>
              <a:gd name="connsiteX9" fmla="*/ 0 w 997872"/>
              <a:gd name="connsiteY9" fmla="*/ 509497 h 994306"/>
              <a:gd name="connsiteX10" fmla="*/ 0 w 997872"/>
              <a:gd name="connsiteY10" fmla="*/ 487221 h 994306"/>
              <a:gd name="connsiteX11" fmla="*/ 0 w 997872"/>
              <a:gd name="connsiteY11" fmla="*/ 9662 h 994306"/>
              <a:gd name="connsiteX12" fmla="*/ 33716 w 997872"/>
              <a:gd name="connsiteY12" fmla="*/ 4516 h 994306"/>
              <a:gd name="connsiteX13" fmla="*/ 123151 w 997872"/>
              <a:gd name="connsiteY13" fmla="*/ 0 h 994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7872" h="994306">
                <a:moveTo>
                  <a:pt x="123151" y="0"/>
                </a:moveTo>
                <a:cubicBezTo>
                  <a:pt x="606246" y="0"/>
                  <a:pt x="997872" y="391626"/>
                  <a:pt x="997872" y="874721"/>
                </a:cubicBezTo>
                <a:cubicBezTo>
                  <a:pt x="997872" y="904915"/>
                  <a:pt x="996342" y="934751"/>
                  <a:pt x="993356" y="964156"/>
                </a:cubicBezTo>
                <a:lnTo>
                  <a:pt x="988755" y="994306"/>
                </a:lnTo>
                <a:lnTo>
                  <a:pt x="507101" y="994306"/>
                </a:lnTo>
                <a:lnTo>
                  <a:pt x="507088" y="994306"/>
                </a:lnTo>
                <a:lnTo>
                  <a:pt x="507075" y="994306"/>
                </a:lnTo>
                <a:lnTo>
                  <a:pt x="0" y="994306"/>
                </a:lnTo>
                <a:lnTo>
                  <a:pt x="0" y="994305"/>
                </a:lnTo>
                <a:lnTo>
                  <a:pt x="0" y="509497"/>
                </a:lnTo>
                <a:lnTo>
                  <a:pt x="0" y="487221"/>
                </a:lnTo>
                <a:lnTo>
                  <a:pt x="0" y="9662"/>
                </a:lnTo>
                <a:lnTo>
                  <a:pt x="33716" y="4516"/>
                </a:lnTo>
                <a:cubicBezTo>
                  <a:pt x="63122" y="1530"/>
                  <a:pt x="92958" y="0"/>
                  <a:pt x="123151" y="0"/>
                </a:cubicBezTo>
                <a:close/>
              </a:path>
            </a:pathLst>
          </a:custGeom>
          <a:solidFill>
            <a:schemeClr val="bg1">
              <a:lumMod val="95000"/>
              <a:alpha val="87000"/>
            </a:schemeClr>
          </a:solidFill>
          <a:ln w="3175">
            <a:solidFill>
              <a:schemeClr val="bg1">
                <a:lumMod val="75000"/>
              </a:schemeClr>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err="1">
              <a:ln>
                <a:noFill/>
              </a:ln>
              <a:solidFill>
                <a:prstClr val="black"/>
              </a:solidFill>
              <a:effectLst/>
              <a:uLnTx/>
              <a:uFillTx/>
              <a:latin typeface="맑은 고딕"/>
              <a:ea typeface="맑은 고딕"/>
              <a:cs typeface="+mn-cs"/>
            </a:endParaRPr>
          </a:p>
        </p:txBody>
      </p:sp>
      <p:sp>
        <p:nvSpPr>
          <p:cNvPr id="329" name="타원 328">
            <a:extLst>
              <a:ext uri="{FF2B5EF4-FFF2-40B4-BE49-F238E27FC236}">
                <a16:creationId xmlns:a16="http://schemas.microsoft.com/office/drawing/2014/main" id="{9A39F636-8E67-4F54-A0E9-072F1975D149}"/>
              </a:ext>
            </a:extLst>
          </p:cNvPr>
          <p:cNvSpPr/>
          <p:nvPr/>
        </p:nvSpPr>
        <p:spPr>
          <a:xfrm>
            <a:off x="4550469"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white"/>
                </a:solidFill>
                <a:effectLst/>
                <a:uLnTx/>
                <a:uFillTx/>
                <a:latin typeface="맑은 고딕"/>
                <a:ea typeface="맑은 고딕"/>
                <a:cs typeface="+mn-cs"/>
              </a:rPr>
              <a:t>X</a:t>
            </a:r>
            <a:endParaRPr kumimoji="0" lang="ko-KR" altLang="en-US" sz="800" b="0" i="0" u="none" strike="noStrike" kern="1200" cap="none" spc="0" normalizeH="0" baseline="0" noProof="0" dirty="0" err="1">
              <a:ln>
                <a:noFill/>
              </a:ln>
              <a:solidFill>
                <a:prstClr val="white"/>
              </a:solidFill>
              <a:effectLst/>
              <a:uLnTx/>
              <a:uFillTx/>
              <a:latin typeface="맑은 고딕"/>
              <a:ea typeface="맑은 고딕"/>
              <a:cs typeface="+mn-cs"/>
            </a:endParaRPr>
          </a:p>
        </p:txBody>
      </p:sp>
      <p:sp>
        <p:nvSpPr>
          <p:cNvPr id="330" name="타원 329">
            <a:extLst>
              <a:ext uri="{FF2B5EF4-FFF2-40B4-BE49-F238E27FC236}">
                <a16:creationId xmlns:a16="http://schemas.microsoft.com/office/drawing/2014/main" id="{E1D8C9CE-CF5E-4556-9519-8FD809A17B64}"/>
              </a:ext>
            </a:extLst>
          </p:cNvPr>
          <p:cNvSpPr/>
          <p:nvPr/>
        </p:nvSpPr>
        <p:spPr>
          <a:xfrm>
            <a:off x="4442549" y="5073403"/>
            <a:ext cx="248663" cy="248663"/>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600" b="0" i="0" u="none" strike="noStrike" kern="1200" cap="none" spc="0" normalizeH="0" baseline="0" noProof="0" dirty="0">
                <a:ln>
                  <a:noFill/>
                </a:ln>
                <a:solidFill>
                  <a:prstClr val="white"/>
                </a:solidFill>
                <a:effectLst/>
                <a:uLnTx/>
                <a:uFillTx/>
                <a:latin typeface="맑은 고딕"/>
                <a:ea typeface="맑은 고딕"/>
                <a:cs typeface="+mn-cs"/>
              </a:rPr>
              <a:t>알림</a:t>
            </a:r>
          </a:p>
        </p:txBody>
      </p:sp>
      <p:sp>
        <p:nvSpPr>
          <p:cNvPr id="331" name="타원 330">
            <a:extLst>
              <a:ext uri="{FF2B5EF4-FFF2-40B4-BE49-F238E27FC236}">
                <a16:creationId xmlns:a16="http://schemas.microsoft.com/office/drawing/2014/main" id="{322324F9-4608-426A-AC01-E2C813C7894C}"/>
              </a:ext>
            </a:extLst>
          </p:cNvPr>
          <p:cNvSpPr/>
          <p:nvPr/>
        </p:nvSpPr>
        <p:spPr>
          <a:xfrm>
            <a:off x="4817281" y="5166619"/>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600" b="0" i="0" u="none" strike="noStrike" kern="1200" cap="none" spc="0" normalizeH="0" baseline="0" noProof="0">
                <a:ln>
                  <a:noFill/>
                </a:ln>
                <a:solidFill>
                  <a:prstClr val="white"/>
                </a:solidFill>
                <a:effectLst/>
                <a:uLnTx/>
                <a:uFillTx/>
                <a:latin typeface="맑은 고딕"/>
                <a:ea typeface="맑은 고딕"/>
                <a:cs typeface="+mn-cs"/>
              </a:rPr>
              <a:t>상품추천</a:t>
            </a:r>
            <a:endParaRPr kumimoji="0" lang="ko-KR" altLang="en-US" sz="600" b="0" i="0" u="none" strike="noStrike" kern="1200" cap="none" spc="0" normalizeH="0" baseline="0" noProof="0" dirty="0" err="1">
              <a:ln>
                <a:noFill/>
              </a:ln>
              <a:solidFill>
                <a:prstClr val="white"/>
              </a:solidFill>
              <a:effectLst/>
              <a:uLnTx/>
              <a:uFillTx/>
              <a:latin typeface="맑은 고딕"/>
              <a:ea typeface="맑은 고딕"/>
              <a:cs typeface="+mn-cs"/>
            </a:endParaRPr>
          </a:p>
        </p:txBody>
      </p:sp>
      <p:sp>
        <p:nvSpPr>
          <p:cNvPr id="332" name="타원 331">
            <a:extLst>
              <a:ext uri="{FF2B5EF4-FFF2-40B4-BE49-F238E27FC236}">
                <a16:creationId xmlns:a16="http://schemas.microsoft.com/office/drawing/2014/main" id="{44C1B3E3-29AB-47DA-9C79-FC8610B40D30}"/>
              </a:ext>
            </a:extLst>
          </p:cNvPr>
          <p:cNvSpPr/>
          <p:nvPr/>
        </p:nvSpPr>
        <p:spPr>
          <a:xfrm>
            <a:off x="5060679" y="544830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600" b="0" i="0" u="none" strike="noStrike" kern="1200" cap="none" spc="0" normalizeH="0" baseline="0" noProof="0">
                <a:ln>
                  <a:noFill/>
                </a:ln>
                <a:solidFill>
                  <a:prstClr val="white"/>
                </a:solidFill>
                <a:effectLst/>
                <a:uLnTx/>
                <a:uFillTx/>
                <a:latin typeface="맑은 고딕"/>
                <a:ea typeface="맑은 고딕"/>
                <a:cs typeface="+mn-cs"/>
              </a:rPr>
              <a:t>트렌드</a:t>
            </a:r>
            <a:endParaRPr kumimoji="0" lang="ko-KR" altLang="en-US" sz="600" b="0" i="0" u="none" strike="noStrike" kern="1200" cap="none" spc="0" normalizeH="0" baseline="0" noProof="0" dirty="0" err="1">
              <a:ln>
                <a:noFill/>
              </a:ln>
              <a:solidFill>
                <a:prstClr val="white"/>
              </a:solidFill>
              <a:effectLst/>
              <a:uLnTx/>
              <a:uFillTx/>
              <a:latin typeface="맑은 고딕"/>
              <a:ea typeface="맑은 고딕"/>
              <a:cs typeface="+mn-cs"/>
            </a:endParaRPr>
          </a:p>
        </p:txBody>
      </p:sp>
      <p:sp>
        <p:nvSpPr>
          <p:cNvPr id="333" name="타원 332">
            <a:extLst>
              <a:ext uri="{FF2B5EF4-FFF2-40B4-BE49-F238E27FC236}">
                <a16:creationId xmlns:a16="http://schemas.microsoft.com/office/drawing/2014/main" id="{E8459A62-E3FA-49C2-871A-FC8F440A782A}"/>
              </a:ext>
            </a:extLst>
          </p:cNvPr>
          <p:cNvSpPr/>
          <p:nvPr/>
        </p:nvSpPr>
        <p:spPr>
          <a:xfrm>
            <a:off x="5114556" y="580834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600" b="0" i="0" u="none" strike="noStrike" kern="1200" cap="none" spc="0" normalizeH="0" baseline="0" noProof="0">
                <a:ln>
                  <a:noFill/>
                </a:ln>
                <a:solidFill>
                  <a:prstClr val="white"/>
                </a:solidFill>
                <a:effectLst/>
                <a:uLnTx/>
                <a:uFillTx/>
                <a:latin typeface="맑은 고딕"/>
                <a:ea typeface="맑은 고딕"/>
                <a:cs typeface="+mn-cs"/>
              </a:rPr>
              <a:t>전화</a:t>
            </a:r>
            <a:endParaRPr kumimoji="0" lang="ko-KR" altLang="en-US" sz="600" b="0" i="0" u="none" strike="noStrike" kern="1200" cap="none" spc="0" normalizeH="0" baseline="0" noProof="0" dirty="0" err="1">
              <a:ln>
                <a:noFill/>
              </a:ln>
              <a:solidFill>
                <a:prstClr val="white"/>
              </a:solidFill>
              <a:effectLst/>
              <a:uLnTx/>
              <a:uFillTx/>
              <a:latin typeface="맑은 고딕"/>
              <a:ea typeface="맑은 고딕"/>
              <a:cs typeface="+mn-cs"/>
            </a:endParaRPr>
          </a:p>
        </p:txBody>
      </p:sp>
      <p:sp>
        <p:nvSpPr>
          <p:cNvPr id="365" name="타원 364">
            <a:extLst>
              <a:ext uri="{FF2B5EF4-FFF2-40B4-BE49-F238E27FC236}">
                <a16:creationId xmlns:a16="http://schemas.microsoft.com/office/drawing/2014/main" id="{D9F47403-139A-4A9B-BC8A-87EBF34C2D83}"/>
              </a:ext>
            </a:extLst>
          </p:cNvPr>
          <p:cNvSpPr/>
          <p:nvPr/>
        </p:nvSpPr>
        <p:spPr>
          <a:xfrm>
            <a:off x="4623927" y="5073664"/>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white"/>
              </a:solidFill>
              <a:effectLst/>
              <a:highlight>
                <a:srgbClr val="FF0000"/>
              </a:highlight>
              <a:uLnTx/>
              <a:uFillTx/>
              <a:latin typeface="맑은 고딕"/>
              <a:ea typeface="맑은 고딕"/>
              <a:cs typeface="+mn-cs"/>
            </a:endParaRPr>
          </a:p>
        </p:txBody>
      </p:sp>
      <p:sp>
        <p:nvSpPr>
          <p:cNvPr id="366" name="타원 365">
            <a:extLst>
              <a:ext uri="{FF2B5EF4-FFF2-40B4-BE49-F238E27FC236}">
                <a16:creationId xmlns:a16="http://schemas.microsoft.com/office/drawing/2014/main" id="{6BDA2535-2181-4479-9EA0-F9AF8DB3D9FF}"/>
              </a:ext>
            </a:extLst>
          </p:cNvPr>
          <p:cNvSpPr/>
          <p:nvPr/>
        </p:nvSpPr>
        <p:spPr>
          <a:xfrm>
            <a:off x="5016478" y="5195292"/>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white"/>
              </a:solidFill>
              <a:effectLst/>
              <a:highlight>
                <a:srgbClr val="FF0000"/>
              </a:highlight>
              <a:uLnTx/>
              <a:uFillTx/>
              <a:latin typeface="맑은 고딕"/>
              <a:ea typeface="맑은 고딕"/>
              <a:cs typeface="+mn-cs"/>
            </a:endParaRPr>
          </a:p>
        </p:txBody>
      </p:sp>
      <p:sp>
        <p:nvSpPr>
          <p:cNvPr id="367" name="타원 366">
            <a:extLst>
              <a:ext uri="{FF2B5EF4-FFF2-40B4-BE49-F238E27FC236}">
                <a16:creationId xmlns:a16="http://schemas.microsoft.com/office/drawing/2014/main" id="{11BAE974-B02B-4595-8F22-88F09AF29FEE}"/>
              </a:ext>
            </a:extLst>
          </p:cNvPr>
          <p:cNvSpPr/>
          <p:nvPr/>
        </p:nvSpPr>
        <p:spPr>
          <a:xfrm>
            <a:off x="5257902" y="5451574"/>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white"/>
              </a:solidFill>
              <a:effectLst/>
              <a:highlight>
                <a:srgbClr val="FF0000"/>
              </a:highlight>
              <a:uLnTx/>
              <a:uFillTx/>
              <a:latin typeface="맑은 고딕"/>
              <a:ea typeface="맑은 고딕"/>
              <a:cs typeface="+mn-cs"/>
            </a:endParaRPr>
          </a:p>
        </p:txBody>
      </p:sp>
      <p:sp>
        <p:nvSpPr>
          <p:cNvPr id="37" name="타원 36">
            <a:extLst>
              <a:ext uri="{FF2B5EF4-FFF2-40B4-BE49-F238E27FC236}">
                <a16:creationId xmlns:a16="http://schemas.microsoft.com/office/drawing/2014/main" id="{0801C9E1-7B9A-4883-8C51-AFF471E6DD12}"/>
              </a:ext>
            </a:extLst>
          </p:cNvPr>
          <p:cNvSpPr/>
          <p:nvPr/>
        </p:nvSpPr>
        <p:spPr>
          <a:xfrm>
            <a:off x="1162346"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err="1">
                <a:ln>
                  <a:noFill/>
                </a:ln>
                <a:solidFill>
                  <a:prstClr val="white"/>
                </a:solidFill>
                <a:effectLst/>
                <a:uLnTx/>
                <a:uFillTx/>
                <a:latin typeface="맑은 고딕"/>
                <a:ea typeface="맑은 고딕"/>
                <a:cs typeface="+mn-cs"/>
              </a:rPr>
              <a:t>CUVE</a:t>
            </a:r>
            <a:endParaRPr kumimoji="0" lang="ko-KR" altLang="en-US" sz="800" b="0" i="0" u="none" strike="noStrike" kern="1200" cap="none" spc="0" normalizeH="0" baseline="0" noProof="0" dirty="0" err="1">
              <a:ln>
                <a:noFill/>
              </a:ln>
              <a:solidFill>
                <a:prstClr val="white"/>
              </a:solidFill>
              <a:effectLst/>
              <a:uLnTx/>
              <a:uFillTx/>
              <a:latin typeface="맑은 고딕"/>
              <a:ea typeface="맑은 고딕"/>
              <a:cs typeface="+mn-cs"/>
            </a:endParaRPr>
          </a:p>
        </p:txBody>
      </p:sp>
      <p:sp>
        <p:nvSpPr>
          <p:cNvPr id="3" name="화살표: 위쪽 2">
            <a:extLst>
              <a:ext uri="{FF2B5EF4-FFF2-40B4-BE49-F238E27FC236}">
                <a16:creationId xmlns:a16="http://schemas.microsoft.com/office/drawing/2014/main" id="{92FDFEB5-A2FB-478D-924B-395AF9F46E30}"/>
              </a:ext>
            </a:extLst>
          </p:cNvPr>
          <p:cNvSpPr/>
          <p:nvPr/>
        </p:nvSpPr>
        <p:spPr>
          <a:xfrm>
            <a:off x="6033120" y="2452166"/>
            <a:ext cx="485351" cy="4064425"/>
          </a:xfrm>
          <a:prstGeom prst="upArrow">
            <a:avLst/>
          </a:prstGeom>
          <a:gradFill>
            <a:gsLst>
              <a:gs pos="35000">
                <a:schemeClr val="accent1">
                  <a:lumMod val="45000"/>
                  <a:lumOff val="55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화살표: 위쪽 38">
            <a:extLst>
              <a:ext uri="{FF2B5EF4-FFF2-40B4-BE49-F238E27FC236}">
                <a16:creationId xmlns:a16="http://schemas.microsoft.com/office/drawing/2014/main" id="{F638B6EE-4C12-4815-807D-5CECD3228C01}"/>
              </a:ext>
            </a:extLst>
          </p:cNvPr>
          <p:cNvSpPr/>
          <p:nvPr/>
        </p:nvSpPr>
        <p:spPr>
          <a:xfrm rot="2700000">
            <a:off x="4403241" y="5279256"/>
            <a:ext cx="485351" cy="1090118"/>
          </a:xfrm>
          <a:prstGeom prst="upArrow">
            <a:avLst/>
          </a:prstGeom>
          <a:gradFill>
            <a:gsLst>
              <a:gs pos="35000">
                <a:schemeClr val="accent1">
                  <a:lumMod val="45000"/>
                  <a:lumOff val="55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118">
            <a:extLst>
              <a:ext uri="{FF2B5EF4-FFF2-40B4-BE49-F238E27FC236}">
                <a16:creationId xmlns:a16="http://schemas.microsoft.com/office/drawing/2014/main" id="{E9235B21-F544-4855-B1E1-E42F39AB370F}"/>
              </a:ext>
            </a:extLst>
          </p:cNvPr>
          <p:cNvSpPr/>
          <p:nvPr/>
        </p:nvSpPr>
        <p:spPr>
          <a:xfrm>
            <a:off x="4430103" y="1105927"/>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41" name="타원 118">
            <a:extLst>
              <a:ext uri="{FF2B5EF4-FFF2-40B4-BE49-F238E27FC236}">
                <a16:creationId xmlns:a16="http://schemas.microsoft.com/office/drawing/2014/main" id="{CE9B5019-999B-44CB-A5AB-1D9FAAC56297}"/>
              </a:ext>
            </a:extLst>
          </p:cNvPr>
          <p:cNvSpPr/>
          <p:nvPr/>
        </p:nvSpPr>
        <p:spPr>
          <a:xfrm>
            <a:off x="4628065" y="5649647"/>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42" name="TextBox 41">
            <a:extLst>
              <a:ext uri="{FF2B5EF4-FFF2-40B4-BE49-F238E27FC236}">
                <a16:creationId xmlns:a16="http://schemas.microsoft.com/office/drawing/2014/main" id="{3AEC3692-3F7E-490C-9ECB-E9AA62D7FFEC}"/>
              </a:ext>
            </a:extLst>
          </p:cNvPr>
          <p:cNvSpPr txBox="1"/>
          <p:nvPr/>
        </p:nvSpPr>
        <p:spPr>
          <a:xfrm>
            <a:off x="4960838" y="683404"/>
            <a:ext cx="1144290" cy="369332"/>
          </a:xfrm>
          <a:prstGeom prst="rect">
            <a:avLst/>
          </a:prstGeom>
          <a:noFill/>
        </p:spPr>
        <p:txBody>
          <a:bodyPr wrap="square" rtlCol="0">
            <a:spAutoFit/>
          </a:bodyPr>
          <a:lstStyle/>
          <a:p>
            <a:r>
              <a:rPr lang="ko-KR" altLang="en-US" b="1" dirty="0" err="1">
                <a:solidFill>
                  <a:schemeClr val="tx1">
                    <a:lumMod val="65000"/>
                    <a:lumOff val="35000"/>
                  </a:schemeClr>
                </a:solidFill>
                <a:latin typeface="+mn-ea"/>
                <a:ea typeface="+mn-ea"/>
              </a:rPr>
              <a:t>인터렉션</a:t>
            </a:r>
            <a:endParaRPr lang="ko-KR" altLang="en-US" sz="900" b="1" dirty="0">
              <a:solidFill>
                <a:schemeClr val="tx1">
                  <a:lumMod val="65000"/>
                  <a:lumOff val="35000"/>
                </a:schemeClr>
              </a:solidFill>
              <a:latin typeface="+mn-ea"/>
              <a:ea typeface="+mn-ea"/>
            </a:endParaRPr>
          </a:p>
        </p:txBody>
      </p:sp>
      <p:cxnSp>
        <p:nvCxnSpPr>
          <p:cNvPr id="43" name="직선 화살표 연결선 101">
            <a:extLst>
              <a:ext uri="{FF2B5EF4-FFF2-40B4-BE49-F238E27FC236}">
                <a16:creationId xmlns:a16="http://schemas.microsoft.com/office/drawing/2014/main" id="{541E4D8E-D493-434A-830C-F374CBE42F53}"/>
              </a:ext>
            </a:extLst>
          </p:cNvPr>
          <p:cNvCxnSpPr>
            <a:cxnSpLocks/>
            <a:stCxn id="37" idx="6"/>
          </p:cNvCxnSpPr>
          <p:nvPr/>
        </p:nvCxnSpPr>
        <p:spPr>
          <a:xfrm>
            <a:off x="1526413" y="5770655"/>
            <a:ext cx="2869390" cy="0"/>
          </a:xfrm>
          <a:prstGeom prst="bentConnector3">
            <a:avLst>
              <a:gd name="adj1" fmla="val 50000"/>
            </a:avLst>
          </a:prstGeom>
          <a:ln w="127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4409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사각형: 둥근 모서리 110">
            <a:extLst>
              <a:ext uri="{FF2B5EF4-FFF2-40B4-BE49-F238E27FC236}">
                <a16:creationId xmlns:a16="http://schemas.microsoft.com/office/drawing/2014/main" id="{213D4BC0-F84D-44A9-83D2-CED0FA005E10}"/>
              </a:ext>
            </a:extLst>
          </p:cNvPr>
          <p:cNvSpPr/>
          <p:nvPr/>
        </p:nvSpPr>
        <p:spPr>
          <a:xfrm>
            <a:off x="1252779" y="5588621"/>
            <a:ext cx="1995688" cy="364067"/>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0" bIns="0" rtlCol="0" anchor="ctr"/>
          <a:lstStyle/>
          <a:p>
            <a:pPr lvl="0" algn="ctr"/>
            <a:r>
              <a:rPr lang="ko-KR" altLang="en-US" sz="800" dirty="0">
                <a:solidFill>
                  <a:schemeClr val="tx1"/>
                </a:solidFill>
              </a:rPr>
              <a:t>홍길동님께서 관심이 있을 </a:t>
            </a:r>
            <a:br>
              <a:rPr lang="en-US" altLang="ko-KR" sz="800" dirty="0">
                <a:solidFill>
                  <a:schemeClr val="tx1"/>
                </a:solidFill>
              </a:rPr>
            </a:br>
            <a:r>
              <a:rPr lang="ko-KR" altLang="en-US" sz="800" dirty="0">
                <a:solidFill>
                  <a:schemeClr val="tx1"/>
                </a:solidFill>
              </a:rPr>
              <a:t>추천상품이 있어요</a:t>
            </a:r>
            <a:r>
              <a:rPr lang="en-US" altLang="ko-KR" sz="800" dirty="0">
                <a:solidFill>
                  <a:schemeClr val="tx1"/>
                </a:solidFill>
              </a:rPr>
              <a:t>.</a:t>
            </a:r>
            <a:endParaRPr lang="ko-KR" altLang="en-US" sz="800" dirty="0">
              <a:solidFill>
                <a:schemeClr val="tx1"/>
              </a:solidFill>
            </a:endParaRPr>
          </a:p>
        </p:txBody>
      </p:sp>
      <p:sp>
        <p:nvSpPr>
          <p:cNvPr id="301" name="TextBox 300">
            <a:extLst>
              <a:ext uri="{FF2B5EF4-FFF2-40B4-BE49-F238E27FC236}">
                <a16:creationId xmlns:a16="http://schemas.microsoft.com/office/drawing/2014/main" id="{174A55D3-72FA-4880-ACC3-156376968C6F}"/>
              </a:ext>
            </a:extLst>
          </p:cNvPr>
          <p:cNvSpPr txBox="1"/>
          <p:nvPr/>
        </p:nvSpPr>
        <p:spPr>
          <a:xfrm>
            <a:off x="4401603" y="1350195"/>
            <a:ext cx="2282936" cy="215444"/>
          </a:xfrm>
          <a:prstGeom prst="rect">
            <a:avLst/>
          </a:prstGeom>
          <a:noFill/>
        </p:spPr>
        <p:txBody>
          <a:bodyPr wrap="square" rtlCol="0">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800" b="1" i="0" u="none" strike="noStrike" kern="1200" cap="none" spc="0" normalizeH="0" baseline="0" noProof="0">
                <a:ln>
                  <a:noFill/>
                </a:ln>
                <a:solidFill>
                  <a:prstClr val="black"/>
                </a:solidFill>
                <a:effectLst/>
                <a:uLnTx/>
                <a:uFillTx/>
                <a:latin typeface="맑은 고딕"/>
                <a:ea typeface="맑은 고딕"/>
                <a:cs typeface="+mn-cs"/>
              </a:rPr>
              <a:t>2019.05.20(</a:t>
            </a:r>
            <a:r>
              <a:rPr kumimoji="1" lang="ko-KR" altLang="en-US" sz="800" b="1" i="0" u="none" strike="noStrike" kern="1200" cap="none" spc="0" normalizeH="0" baseline="0" noProof="0">
                <a:ln>
                  <a:noFill/>
                </a:ln>
                <a:solidFill>
                  <a:prstClr val="black"/>
                </a:solidFill>
                <a:effectLst/>
                <a:uLnTx/>
                <a:uFillTx/>
                <a:latin typeface="맑은 고딕"/>
                <a:ea typeface="맑은 고딕"/>
                <a:cs typeface="+mn-cs"/>
              </a:rPr>
              <a:t>월</a:t>
            </a:r>
            <a:r>
              <a:rPr kumimoji="1" lang="en-US" altLang="ko-KR" sz="800" b="1" i="0" u="none" strike="noStrike" kern="1200" cap="none" spc="0" normalizeH="0" baseline="0" noProof="0">
                <a:ln>
                  <a:noFill/>
                </a:ln>
                <a:solidFill>
                  <a:prstClr val="black"/>
                </a:solidFill>
                <a:effectLst/>
                <a:uLnTx/>
                <a:uFillTx/>
                <a:latin typeface="맑은 고딕"/>
                <a:ea typeface="맑은 고딕"/>
                <a:cs typeface="+mn-cs"/>
              </a:rPr>
              <a:t>) </a:t>
            </a:r>
            <a:endParaRPr kumimoji="1" lang="ko-KR" altLang="en-US" sz="800" b="0" i="0" u="none" strike="noStrike" kern="1200" cap="none" spc="0" normalizeH="0" baseline="0" noProof="0">
              <a:ln>
                <a:noFill/>
              </a:ln>
              <a:solidFill>
                <a:prstClr val="black"/>
              </a:solidFill>
              <a:effectLst/>
              <a:uLnTx/>
              <a:uFillTx/>
              <a:latin typeface="맑은 고딕"/>
              <a:ea typeface="맑은 고딕"/>
              <a:cs typeface="+mn-cs"/>
            </a:endParaRPr>
          </a:p>
        </p:txBody>
      </p:sp>
      <p:sp>
        <p:nvSpPr>
          <p:cNvPr id="310" name="사각형: 둥근 모서리 309">
            <a:extLst>
              <a:ext uri="{FF2B5EF4-FFF2-40B4-BE49-F238E27FC236}">
                <a16:creationId xmlns:a16="http://schemas.microsoft.com/office/drawing/2014/main" id="{B0D07989-D51D-4A65-BB66-3CF4BB8BAAE9}"/>
              </a:ext>
            </a:extLst>
          </p:cNvPr>
          <p:cNvSpPr/>
          <p:nvPr/>
        </p:nvSpPr>
        <p:spPr>
          <a:xfrm>
            <a:off x="4475718" y="1609946"/>
            <a:ext cx="2160562" cy="3334608"/>
          </a:xfrm>
          <a:prstGeom prst="roundRect">
            <a:avLst>
              <a:gd name="adj" fmla="val 4867"/>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Contents</a:t>
            </a:r>
            <a:r>
              <a:rPr kumimoji="1" lang="ko-KR" altLang="en-US" sz="800" b="0" i="0" u="none" strike="noStrike" kern="1200" cap="none" spc="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 </a:t>
            </a:r>
          </a:p>
        </p:txBody>
      </p:sp>
      <p:sp>
        <p:nvSpPr>
          <p:cNvPr id="273" name="직사각형 272">
            <a:extLst>
              <a:ext uri="{FF2B5EF4-FFF2-40B4-BE49-F238E27FC236}">
                <a16:creationId xmlns:a16="http://schemas.microsoft.com/office/drawing/2014/main" id="{E37124A1-AEAF-4445-9C04-466F3F505F27}"/>
              </a:ext>
            </a:extLst>
          </p:cNvPr>
          <p:cNvSpPr/>
          <p:nvPr/>
        </p:nvSpPr>
        <p:spPr bwMode="auto">
          <a:xfrm>
            <a:off x="4397411" y="1061362"/>
            <a:ext cx="2289600" cy="270623"/>
          </a:xfrm>
          <a:prstGeom prst="rect">
            <a:avLst/>
          </a:prstGeom>
          <a:solidFill>
            <a:schemeClr val="bg1"/>
          </a:solidFill>
          <a:ln w="635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1069975" rtl="0" eaLnBrk="1" fontAlgn="base" latinLnBrk="1" hangingPunct="1">
              <a:lnSpc>
                <a:spcPct val="100000"/>
              </a:lnSpc>
              <a:spcBef>
                <a:spcPct val="0"/>
              </a:spcBef>
              <a:spcAft>
                <a:spcPct val="0"/>
              </a:spcAft>
              <a:buClrTx/>
              <a:buSzTx/>
              <a:buFontTx/>
              <a:buNone/>
              <a:tabLst/>
              <a:defRPr/>
            </a:pPr>
            <a:endParaRPr kumimoji="1" lang="ko-KR" altLang="en-US" sz="900" b="0"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graphicFrame>
        <p:nvGraphicFramePr>
          <p:cNvPr id="104" name="표 103">
            <a:extLst>
              <a:ext uri="{FF2B5EF4-FFF2-40B4-BE49-F238E27FC236}">
                <a16:creationId xmlns:a16="http://schemas.microsoft.com/office/drawing/2014/main" id="{5ECBE90A-3E43-4B22-A23E-74563FDEF54B}"/>
              </a:ext>
            </a:extLst>
          </p:cNvPr>
          <p:cNvGraphicFramePr>
            <a:graphicFrameLocks noGrp="1"/>
          </p:cNvGraphicFramePr>
          <p:nvPr>
            <p:extLst>
              <p:ext uri="{D42A27DB-BD31-4B8C-83A1-F6EECF244321}">
                <p14:modId xmlns:p14="http://schemas.microsoft.com/office/powerpoint/2010/main" val="4250489417"/>
              </p:ext>
            </p:extLst>
          </p:nvPr>
        </p:nvGraphicFramePr>
        <p:xfrm>
          <a:off x="7791532" y="556096"/>
          <a:ext cx="2046688" cy="4585685"/>
        </p:xfrm>
        <a:graphic>
          <a:graphicData uri="http://schemas.openxmlformats.org/drawingml/2006/table">
            <a:tbl>
              <a:tblPr/>
              <a:tblGrid>
                <a:gridCol w="216846">
                  <a:extLst>
                    <a:ext uri="{9D8B030D-6E8A-4147-A177-3AD203B41FA5}">
                      <a16:colId xmlns:a16="http://schemas.microsoft.com/office/drawing/2014/main" val="877983187"/>
                    </a:ext>
                  </a:extLst>
                </a:gridCol>
                <a:gridCol w="1829842">
                  <a:extLst>
                    <a:ext uri="{9D8B030D-6E8A-4147-A177-3AD203B41FA5}">
                      <a16:colId xmlns:a16="http://schemas.microsoft.com/office/drawing/2014/main" val="3543648088"/>
                    </a:ext>
                  </a:extLst>
                </a:gridCol>
              </a:tblGrid>
              <a:tr h="264331">
                <a:tc gridSpan="2">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mn-ea"/>
                          <a:ea typeface="+mn-ea"/>
                        </a:rPr>
                        <a:t>Description</a:t>
                      </a:r>
                      <a:endParaRPr kumimoji="1" lang="ko-KR" altLang="en-US" sz="700" b="1"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40511496"/>
                  </a:ext>
                </a:extLst>
              </a:tr>
              <a:tr h="252000">
                <a:tc gridSpan="2">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latinLnBrk="1"/>
                      <a:endParaRPr lang="ko-KR" altLang="en-US"/>
                    </a:p>
                  </a:txBody>
                  <a:tcPr/>
                </a:tc>
                <a:extLst>
                  <a:ext uri="{0D108BD9-81ED-4DB2-BD59-A6C34878D82A}">
                    <a16:rowId xmlns:a16="http://schemas.microsoft.com/office/drawing/2014/main" val="566744085"/>
                  </a:ext>
                </a:extLst>
              </a:tr>
              <a:tr h="252000">
                <a:tc>
                  <a:txBody>
                    <a:bodyPr/>
                    <a:lstStyle/>
                    <a:p>
                      <a:pPr algn="ctr"/>
                      <a:r>
                        <a:rPr lang="en-US" altLang="ko-KR" sz="700" dirty="0"/>
                        <a:t>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err="1">
                          <a:ln>
                            <a:noFill/>
                          </a:ln>
                          <a:solidFill>
                            <a:schemeClr val="tx1"/>
                          </a:solidFill>
                          <a:effectLst/>
                          <a:latin typeface="+mn-ea"/>
                          <a:ea typeface="+mn-ea"/>
                        </a:rPr>
                        <a:t>CUVE</a:t>
                      </a:r>
                      <a:r>
                        <a:rPr kumimoji="1" lang="en-US" altLang="ko-KR" sz="700" b="0" i="0" u="none" strike="noStrike" cap="none" normalizeH="0" baseline="0" dirty="0">
                          <a:ln>
                            <a:noFill/>
                          </a:ln>
                          <a:solidFill>
                            <a:schemeClr val="tx1"/>
                          </a:solidFill>
                          <a:effectLst/>
                          <a:latin typeface="+mn-ea"/>
                          <a:ea typeface="+mn-ea"/>
                        </a:rPr>
                        <a:t> Icon </a:t>
                      </a:r>
                      <a:r>
                        <a:rPr kumimoji="1" lang="ko-KR" altLang="en-US" sz="700" b="0" i="0" u="none" strike="noStrike" cap="none" normalizeH="0" baseline="0" dirty="0">
                          <a:ln>
                            <a:noFill/>
                          </a:ln>
                          <a:solidFill>
                            <a:schemeClr val="tx1"/>
                          </a:solidFill>
                          <a:effectLst/>
                          <a:latin typeface="+mn-ea"/>
                          <a:ea typeface="+mn-ea"/>
                        </a:rPr>
                        <a:t>터치 시 알림</a:t>
                      </a:r>
                      <a:r>
                        <a:rPr kumimoji="1" lang="en-US" altLang="ko-KR" sz="700" b="0" i="0" u="none" strike="noStrike" cap="none" normalizeH="0" baseline="0" dirty="0">
                          <a:ln>
                            <a:noFill/>
                          </a:ln>
                          <a:solidFill>
                            <a:schemeClr val="tx1"/>
                          </a:solidFill>
                          <a:effectLst/>
                          <a:latin typeface="+mn-ea"/>
                          <a:ea typeface="+mn-ea"/>
                        </a:rPr>
                        <a:t>(1-2)</a:t>
                      </a:r>
                      <a:r>
                        <a:rPr kumimoji="1" lang="ko-KR" altLang="en-US" sz="700" b="0" i="0" u="none" strike="noStrike" cap="none" normalizeH="0" baseline="0" dirty="0">
                          <a:ln>
                            <a:noFill/>
                          </a:ln>
                          <a:solidFill>
                            <a:schemeClr val="tx1"/>
                          </a:solidFill>
                          <a:effectLst/>
                          <a:latin typeface="+mn-ea"/>
                          <a:ea typeface="+mn-ea"/>
                        </a:rPr>
                        <a:t>을 </a:t>
                      </a:r>
                      <a:r>
                        <a:rPr kumimoji="1" lang="en-US" altLang="ko-KR" sz="700" b="0" i="0" u="none" strike="noStrike" cap="none" normalizeH="0" baseline="0" dirty="0">
                          <a:ln>
                            <a:noFill/>
                          </a:ln>
                          <a:solidFill>
                            <a:schemeClr val="tx1"/>
                          </a:solidFill>
                          <a:effectLst/>
                          <a:latin typeface="+mn-ea"/>
                          <a:ea typeface="+mn-ea"/>
                        </a:rPr>
                        <a:t>Default</a:t>
                      </a:r>
                      <a:r>
                        <a:rPr kumimoji="1" lang="ko-KR" altLang="en-US" sz="700" b="0" i="0" u="none" strike="noStrike" cap="none" normalizeH="0" baseline="0" dirty="0">
                          <a:ln>
                            <a:noFill/>
                          </a:ln>
                          <a:solidFill>
                            <a:schemeClr val="tx1"/>
                          </a:solidFill>
                          <a:effectLst/>
                          <a:latin typeface="+mn-ea"/>
                          <a:ea typeface="+mn-ea"/>
                        </a:rPr>
                        <a:t>로 오픈</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rPr>
                        <a:t>1-1 : </a:t>
                      </a:r>
                      <a:r>
                        <a:rPr kumimoji="1" lang="ko-KR" altLang="en-US" sz="700" b="0" i="0" u="none" strike="noStrike" cap="none" normalizeH="0" baseline="0" dirty="0">
                          <a:ln>
                            <a:noFill/>
                          </a:ln>
                          <a:solidFill>
                            <a:schemeClr val="tx1"/>
                          </a:solidFill>
                          <a:effectLst/>
                          <a:latin typeface="+mn-ea"/>
                          <a:ea typeface="+mn-ea"/>
                        </a:rPr>
                        <a:t>알림</a:t>
                      </a: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상품추천</a:t>
                      </a: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신규 트렌드가</a:t>
                      </a: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있을 시 노출</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54734413"/>
                  </a:ext>
                </a:extLst>
              </a:tr>
              <a:tr h="317241">
                <a:tc>
                  <a:txBody>
                    <a:bodyPr/>
                    <a:lstStyle/>
                    <a:p>
                      <a:pPr algn="ctr"/>
                      <a:r>
                        <a:rPr lang="en-US" altLang="ko-KR" sz="700" dirty="0"/>
                        <a:t>2</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인스턴스 메시지 노출 될 때 터치 시 메시지에 해당하는 화면으로 진입</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rPr>
                        <a:t>2 : </a:t>
                      </a:r>
                      <a:r>
                        <a:rPr kumimoji="1" lang="ko-KR" altLang="en-US" sz="700" b="0" i="0" u="none" strike="noStrike" cap="none" normalizeH="0" baseline="0" dirty="0">
                          <a:ln>
                            <a:noFill/>
                          </a:ln>
                          <a:solidFill>
                            <a:schemeClr val="tx1"/>
                          </a:solidFill>
                          <a:effectLst/>
                          <a:latin typeface="+mn-ea"/>
                          <a:ea typeface="+mn-ea"/>
                        </a:rPr>
                        <a:t>추천상품 메시지에 해당하여 추천상품을 노출</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600405226"/>
                  </a:ext>
                </a:extLst>
              </a:tr>
              <a:tr h="252000">
                <a:tc>
                  <a:txBody>
                    <a:bodyPr/>
                    <a:lstStyle/>
                    <a:p>
                      <a:pPr algn="ctr"/>
                      <a:r>
                        <a:rPr lang="en-US" altLang="ko-KR" sz="700" dirty="0"/>
                        <a:t>3</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타이틀영역 </a:t>
                      </a:r>
                      <a:r>
                        <a:rPr kumimoji="1" lang="en-US" altLang="ko-KR" sz="700" b="0" i="0" u="none" strike="noStrike" cap="none" normalizeH="0" baseline="0" dirty="0">
                          <a:ln>
                            <a:noFill/>
                          </a:ln>
                          <a:solidFill>
                            <a:schemeClr val="tx1"/>
                          </a:solidFill>
                          <a:effectLst/>
                          <a:latin typeface="+mn-ea"/>
                          <a:ea typeface="+mn-ea"/>
                          <a:sym typeface="Wingdings" panose="05000000000000000000" pitchFamily="2" charset="2"/>
                        </a:rPr>
                        <a:t> Floating(Fixed) </a:t>
                      </a:r>
                      <a:r>
                        <a:rPr kumimoji="1" lang="ko-KR" altLang="en-US" sz="700" b="0" i="0" u="none" strike="noStrike" cap="none" normalizeH="0" baseline="0" dirty="0">
                          <a:ln>
                            <a:noFill/>
                          </a:ln>
                          <a:solidFill>
                            <a:schemeClr val="tx1"/>
                          </a:solidFill>
                          <a:effectLst/>
                          <a:latin typeface="+mn-ea"/>
                          <a:ea typeface="+mn-ea"/>
                          <a:sym typeface="Wingdings" panose="05000000000000000000" pitchFamily="2" charset="2"/>
                        </a:rPr>
                        <a:t>영역</a:t>
                      </a:r>
                      <a:endParaRPr kumimoji="1" lang="en-US" altLang="ko-KR" sz="700" b="0" i="0" u="none" strike="noStrike" cap="none" normalizeH="0" baseline="0" dirty="0">
                        <a:ln>
                          <a:noFill/>
                        </a:ln>
                        <a:solidFill>
                          <a:schemeClr val="tx1"/>
                        </a:solidFill>
                        <a:effectLst/>
                        <a:latin typeface="+mn-ea"/>
                        <a:ea typeface="+mn-ea"/>
                        <a:sym typeface="Wingdings" panose="05000000000000000000" pitchFamily="2" charset="2"/>
                      </a:endParaRPr>
                    </a:p>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sym typeface="Wingdings" panose="05000000000000000000" pitchFamily="2" charset="2"/>
                        </a:rPr>
                        <a:t>3-1 </a:t>
                      </a:r>
                      <a:r>
                        <a:rPr kumimoji="1" lang="ko-KR" altLang="en-US" sz="700" b="0" i="0" u="none" strike="noStrike" cap="none" normalizeH="0" baseline="0" dirty="0">
                          <a:ln>
                            <a:noFill/>
                          </a:ln>
                          <a:solidFill>
                            <a:schemeClr val="tx1"/>
                          </a:solidFill>
                          <a:effectLst/>
                          <a:latin typeface="+mn-ea"/>
                          <a:ea typeface="+mn-ea"/>
                          <a:sym typeface="Wingdings" panose="05000000000000000000" pitchFamily="2" charset="2"/>
                        </a:rPr>
                        <a:t>터치 시 팝업창을 닫힘 처리하고 확장버튼을 초기화처리</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575881690"/>
                  </a:ext>
                </a:extLst>
              </a:tr>
              <a:tr h="252000">
                <a:tc>
                  <a:txBody>
                    <a:bodyPr/>
                    <a:lstStyle/>
                    <a:p>
                      <a:pPr algn="ctr"/>
                      <a:r>
                        <a:rPr lang="en-US" altLang="ko-KR" sz="700" dirty="0"/>
                        <a:t>4</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dirty="0">
                          <a:ln>
                            <a:noFill/>
                          </a:ln>
                          <a:solidFill>
                            <a:schemeClr val="tx1"/>
                          </a:solidFill>
                          <a:effectLst/>
                          <a:latin typeface="+mn-ea"/>
                          <a:ea typeface="+mn-ea"/>
                        </a:rPr>
                        <a:t>닷</a:t>
                      </a: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은 확인하지 않은 메시지가 있을 경우 노출하고 진입 시 노출하지 않음</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929205908"/>
                  </a:ext>
                </a:extLst>
              </a:tr>
              <a:tr h="252000">
                <a:tc>
                  <a:txBody>
                    <a:bodyPr/>
                    <a:lstStyle/>
                    <a:p>
                      <a:pPr algn="ctr"/>
                      <a:r>
                        <a:rPr lang="en-US" altLang="ko-KR" sz="700" dirty="0"/>
                        <a:t>5</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174393987"/>
                  </a:ext>
                </a:extLst>
              </a:tr>
              <a:tr h="252000">
                <a:tc>
                  <a:txBody>
                    <a:bodyPr/>
                    <a:lstStyle/>
                    <a:p>
                      <a:pPr algn="ctr"/>
                      <a:r>
                        <a:rPr lang="en-US" altLang="ko-KR" sz="700" dirty="0"/>
                        <a:t>6</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986106794"/>
                  </a:ext>
                </a:extLst>
              </a:tr>
              <a:tr h="252000">
                <a:tc>
                  <a:txBody>
                    <a:bodyPr/>
                    <a:lstStyle/>
                    <a:p>
                      <a:pPr algn="ctr"/>
                      <a:r>
                        <a:rPr lang="en-US" altLang="ko-KR" sz="700" dirty="0"/>
                        <a:t>7</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382451967"/>
                  </a:ext>
                </a:extLst>
              </a:tr>
              <a:tr h="252000">
                <a:tc>
                  <a:txBody>
                    <a:bodyPr/>
                    <a:lstStyle/>
                    <a:p>
                      <a:pPr algn="ctr"/>
                      <a:r>
                        <a:rPr lang="en-US" altLang="ko-KR" sz="700" dirty="0"/>
                        <a:t>8</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801369225"/>
                  </a:ext>
                </a:extLst>
              </a:tr>
              <a:tr h="252000">
                <a:tc>
                  <a:txBody>
                    <a:bodyPr/>
                    <a:lstStyle/>
                    <a:p>
                      <a:pPr algn="ctr"/>
                      <a:r>
                        <a:rPr lang="en-US" altLang="ko-KR" sz="700" dirty="0"/>
                        <a:t>9</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87350180"/>
                  </a:ext>
                </a:extLst>
              </a:tr>
              <a:tr h="252000">
                <a:tc>
                  <a:txBody>
                    <a:bodyPr/>
                    <a:lstStyle/>
                    <a:p>
                      <a:pPr algn="ctr"/>
                      <a:r>
                        <a:rPr lang="en-US" altLang="ko-KR" sz="700" dirty="0"/>
                        <a:t>10</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893561366"/>
                  </a:ext>
                </a:extLst>
              </a:tr>
              <a:tr h="252000">
                <a:tc>
                  <a:txBody>
                    <a:bodyPr/>
                    <a:lstStyle/>
                    <a:p>
                      <a:pPr algn="ctr"/>
                      <a:r>
                        <a:rPr lang="en-US" altLang="ko-KR" sz="700" dirty="0"/>
                        <a:t>11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120464130"/>
                  </a:ext>
                </a:extLst>
              </a:tr>
              <a:tr h="257465">
                <a:tc gridSpan="2">
                  <a:txBody>
                    <a:bodyPr/>
                    <a:lstStyle/>
                    <a:p>
                      <a:pPr algn="ctr"/>
                      <a:endParaRPr lang="ko-KR" altLang="en-US" sz="700" b="1"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827257165"/>
                  </a:ext>
                </a:extLst>
              </a:tr>
              <a:tr h="257465">
                <a:tc gridSpan="2">
                  <a:txBody>
                    <a:bodyPr/>
                    <a:lstStyle/>
                    <a:p>
                      <a:endParaRPr lang="en-US" altLang="ko-KR"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32757063"/>
                  </a:ext>
                </a:extLst>
              </a:tr>
            </a:tbl>
          </a:graphicData>
        </a:graphic>
      </p:graphicFrame>
      <p:sp>
        <p:nvSpPr>
          <p:cNvPr id="2" name="텍스트 개체 틀 1">
            <a:extLst>
              <a:ext uri="{FF2B5EF4-FFF2-40B4-BE49-F238E27FC236}">
                <a16:creationId xmlns:a16="http://schemas.microsoft.com/office/drawing/2014/main" id="{6352FB64-C8C6-4D72-B120-BC94F211760C}"/>
              </a:ext>
            </a:extLst>
          </p:cNvPr>
          <p:cNvSpPr>
            <a:spLocks noGrp="1"/>
          </p:cNvSpPr>
          <p:nvPr>
            <p:ph type="body" sz="quarter" idx="10"/>
          </p:nvPr>
        </p:nvSpPr>
        <p:spPr/>
        <p:txBody>
          <a:bodyPr/>
          <a:lstStyle/>
          <a:p>
            <a:endParaRPr lang="en-US" altLang="ko-KR" dirty="0"/>
          </a:p>
        </p:txBody>
      </p:sp>
      <p:sp>
        <p:nvSpPr>
          <p:cNvPr id="7" name="텍스트 개체 틀 6">
            <a:extLst>
              <a:ext uri="{FF2B5EF4-FFF2-40B4-BE49-F238E27FC236}">
                <a16:creationId xmlns:a16="http://schemas.microsoft.com/office/drawing/2014/main" id="{144A212D-8A3F-4CB1-8C81-FD2FB266E275}"/>
              </a:ext>
            </a:extLst>
          </p:cNvPr>
          <p:cNvSpPr>
            <a:spLocks noGrp="1"/>
          </p:cNvSpPr>
          <p:nvPr>
            <p:ph type="body" sz="quarter" idx="11"/>
          </p:nvPr>
        </p:nvSpPr>
        <p:spPr/>
        <p:txBody>
          <a:bodyPr/>
          <a:lstStyle/>
          <a:p>
            <a:endParaRPr lang="ko-KR" altLang="en-US" dirty="0"/>
          </a:p>
        </p:txBody>
      </p:sp>
      <p:sp>
        <p:nvSpPr>
          <p:cNvPr id="160" name="타원 159">
            <a:extLst>
              <a:ext uri="{FF2B5EF4-FFF2-40B4-BE49-F238E27FC236}">
                <a16:creationId xmlns:a16="http://schemas.microsoft.com/office/drawing/2014/main" id="{5D050895-681C-4C52-8EDE-B1D294A8F02F}"/>
              </a:ext>
            </a:extLst>
          </p:cNvPr>
          <p:cNvSpPr/>
          <p:nvPr/>
        </p:nvSpPr>
        <p:spPr>
          <a:xfrm>
            <a:off x="1162346"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err="1">
                <a:ln>
                  <a:noFill/>
                </a:ln>
                <a:solidFill>
                  <a:prstClr val="white"/>
                </a:solidFill>
                <a:effectLst/>
                <a:uLnTx/>
                <a:uFillTx/>
                <a:latin typeface="맑은 고딕"/>
                <a:ea typeface="맑은 고딕"/>
                <a:cs typeface="+mn-cs"/>
              </a:rPr>
              <a:t>CUVE</a:t>
            </a:r>
            <a:endParaRPr kumimoji="0" lang="ko-KR" altLang="en-US" sz="800" b="0" i="0" u="none" strike="noStrike" kern="1200" cap="none" spc="0" normalizeH="0" baseline="0" noProof="0" dirty="0" err="1">
              <a:ln>
                <a:noFill/>
              </a:ln>
              <a:solidFill>
                <a:prstClr val="white"/>
              </a:solidFill>
              <a:effectLst/>
              <a:uLnTx/>
              <a:uFillTx/>
              <a:latin typeface="맑은 고딕"/>
              <a:ea typeface="맑은 고딕"/>
              <a:cs typeface="+mn-cs"/>
            </a:endParaRPr>
          </a:p>
        </p:txBody>
      </p:sp>
      <p:sp>
        <p:nvSpPr>
          <p:cNvPr id="272" name="TextBox 271">
            <a:extLst>
              <a:ext uri="{FF2B5EF4-FFF2-40B4-BE49-F238E27FC236}">
                <a16:creationId xmlns:a16="http://schemas.microsoft.com/office/drawing/2014/main" id="{2128927F-E916-4BEF-A0B0-D8D93149D18D}"/>
              </a:ext>
            </a:extLst>
          </p:cNvPr>
          <p:cNvSpPr txBox="1"/>
          <p:nvPr/>
        </p:nvSpPr>
        <p:spPr>
          <a:xfrm>
            <a:off x="4401019" y="1067851"/>
            <a:ext cx="2289600" cy="253211"/>
          </a:xfrm>
          <a:prstGeom prst="rect">
            <a:avLst/>
          </a:prstGeom>
          <a:noFill/>
        </p:spPr>
        <p:txBody>
          <a:bodyPr wrap="square" rtlCol="0">
            <a:spAutoFit/>
          </a:bodyPr>
          <a:lstStyle/>
          <a:p>
            <a:pPr marL="0" marR="0" lvl="0" indent="0" algn="ctr" defTabSz="914400" rtl="0" eaLnBrk="1" fontAlgn="base" latinLnBrk="1" hangingPunct="1">
              <a:lnSpc>
                <a:spcPct val="150000"/>
              </a:lnSpc>
              <a:spcBef>
                <a:spcPct val="0"/>
              </a:spcBef>
              <a:spcAft>
                <a:spcPct val="0"/>
              </a:spcAft>
              <a:buClrTx/>
              <a:buSzTx/>
              <a:buFontTx/>
              <a:buNone/>
              <a:tabLst/>
              <a:defRPr/>
            </a:pPr>
            <a:r>
              <a:rPr kumimoji="1" lang="ko-KR" altLang="en-US" sz="800" b="1" i="0" u="none" strike="noStrike" kern="1200" cap="none" spc="0" normalizeH="0" baseline="0" noProof="0">
                <a:ln>
                  <a:noFill/>
                </a:ln>
                <a:solidFill>
                  <a:prstClr val="black"/>
                </a:solidFill>
                <a:effectLst/>
                <a:uLnTx/>
                <a:uFillTx/>
                <a:latin typeface="맑은 고딕"/>
                <a:ea typeface="맑은 고딕"/>
                <a:cs typeface="+mn-cs"/>
              </a:rPr>
              <a:t>알림</a:t>
            </a:r>
          </a:p>
        </p:txBody>
      </p:sp>
      <p:sp>
        <p:nvSpPr>
          <p:cNvPr id="327" name="타원 118">
            <a:extLst>
              <a:ext uri="{FF2B5EF4-FFF2-40B4-BE49-F238E27FC236}">
                <a16:creationId xmlns:a16="http://schemas.microsoft.com/office/drawing/2014/main" id="{14BFC563-467D-45D6-97A9-1E40FC072555}"/>
              </a:ext>
            </a:extLst>
          </p:cNvPr>
          <p:cNvSpPr/>
          <p:nvPr/>
        </p:nvSpPr>
        <p:spPr>
          <a:xfrm>
            <a:off x="5022208" y="5540157"/>
            <a:ext cx="179435" cy="179205"/>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a:ln>
                  <a:noFill/>
                </a:ln>
                <a:solidFill>
                  <a:prstClr val="white"/>
                </a:solidFill>
                <a:effectLst/>
                <a:uLnTx/>
                <a:uFillTx/>
                <a:latin typeface="Segoe UI" panose="020B0502040204020203" pitchFamily="34" charset="0"/>
                <a:ea typeface="맑은 고딕"/>
                <a:cs typeface="Segoe UI" panose="020B0502040204020203" pitchFamily="34" charset="0"/>
              </a:rPr>
              <a:t>6</a:t>
            </a:r>
            <a:endParaRPr kumimoji="1" lang="ko-KR" altLang="en-US" sz="700" b="0" i="0" u="none" strike="noStrike" kern="1200" cap="none" spc="0" normalizeH="0" baseline="0" noProof="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328" name="자유형 73">
            <a:extLst>
              <a:ext uri="{FF2B5EF4-FFF2-40B4-BE49-F238E27FC236}">
                <a16:creationId xmlns:a16="http://schemas.microsoft.com/office/drawing/2014/main" id="{87770D4D-B91A-47C7-BE44-2964C733B8FC}"/>
              </a:ext>
            </a:extLst>
          </p:cNvPr>
          <p:cNvSpPr/>
          <p:nvPr/>
        </p:nvSpPr>
        <p:spPr>
          <a:xfrm>
            <a:off x="4395803" y="4977573"/>
            <a:ext cx="1094028" cy="1090118"/>
          </a:xfrm>
          <a:custGeom>
            <a:avLst/>
            <a:gdLst>
              <a:gd name="connsiteX0" fmla="*/ 123151 w 997872"/>
              <a:gd name="connsiteY0" fmla="*/ 0 h 994306"/>
              <a:gd name="connsiteX1" fmla="*/ 997872 w 997872"/>
              <a:gd name="connsiteY1" fmla="*/ 874721 h 994306"/>
              <a:gd name="connsiteX2" fmla="*/ 993356 w 997872"/>
              <a:gd name="connsiteY2" fmla="*/ 964156 h 994306"/>
              <a:gd name="connsiteX3" fmla="*/ 988755 w 997872"/>
              <a:gd name="connsiteY3" fmla="*/ 994306 h 994306"/>
              <a:gd name="connsiteX4" fmla="*/ 507101 w 997872"/>
              <a:gd name="connsiteY4" fmla="*/ 994306 h 994306"/>
              <a:gd name="connsiteX5" fmla="*/ 507088 w 997872"/>
              <a:gd name="connsiteY5" fmla="*/ 994306 h 994306"/>
              <a:gd name="connsiteX6" fmla="*/ 507075 w 997872"/>
              <a:gd name="connsiteY6" fmla="*/ 994306 h 994306"/>
              <a:gd name="connsiteX7" fmla="*/ 0 w 997872"/>
              <a:gd name="connsiteY7" fmla="*/ 994306 h 994306"/>
              <a:gd name="connsiteX8" fmla="*/ 0 w 997872"/>
              <a:gd name="connsiteY8" fmla="*/ 994305 h 994306"/>
              <a:gd name="connsiteX9" fmla="*/ 0 w 997872"/>
              <a:gd name="connsiteY9" fmla="*/ 509497 h 994306"/>
              <a:gd name="connsiteX10" fmla="*/ 0 w 997872"/>
              <a:gd name="connsiteY10" fmla="*/ 487221 h 994306"/>
              <a:gd name="connsiteX11" fmla="*/ 0 w 997872"/>
              <a:gd name="connsiteY11" fmla="*/ 9662 h 994306"/>
              <a:gd name="connsiteX12" fmla="*/ 33716 w 997872"/>
              <a:gd name="connsiteY12" fmla="*/ 4516 h 994306"/>
              <a:gd name="connsiteX13" fmla="*/ 123151 w 997872"/>
              <a:gd name="connsiteY13" fmla="*/ 0 h 994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7872" h="994306">
                <a:moveTo>
                  <a:pt x="123151" y="0"/>
                </a:moveTo>
                <a:cubicBezTo>
                  <a:pt x="606246" y="0"/>
                  <a:pt x="997872" y="391626"/>
                  <a:pt x="997872" y="874721"/>
                </a:cubicBezTo>
                <a:cubicBezTo>
                  <a:pt x="997872" y="904915"/>
                  <a:pt x="996342" y="934751"/>
                  <a:pt x="993356" y="964156"/>
                </a:cubicBezTo>
                <a:lnTo>
                  <a:pt x="988755" y="994306"/>
                </a:lnTo>
                <a:lnTo>
                  <a:pt x="507101" y="994306"/>
                </a:lnTo>
                <a:lnTo>
                  <a:pt x="507088" y="994306"/>
                </a:lnTo>
                <a:lnTo>
                  <a:pt x="507075" y="994306"/>
                </a:lnTo>
                <a:lnTo>
                  <a:pt x="0" y="994306"/>
                </a:lnTo>
                <a:lnTo>
                  <a:pt x="0" y="994305"/>
                </a:lnTo>
                <a:lnTo>
                  <a:pt x="0" y="509497"/>
                </a:lnTo>
                <a:lnTo>
                  <a:pt x="0" y="487221"/>
                </a:lnTo>
                <a:lnTo>
                  <a:pt x="0" y="9662"/>
                </a:lnTo>
                <a:lnTo>
                  <a:pt x="33716" y="4516"/>
                </a:lnTo>
                <a:cubicBezTo>
                  <a:pt x="63122" y="1530"/>
                  <a:pt x="92958" y="0"/>
                  <a:pt x="123151" y="0"/>
                </a:cubicBezTo>
                <a:close/>
              </a:path>
            </a:pathLst>
          </a:custGeom>
          <a:solidFill>
            <a:schemeClr val="bg1">
              <a:lumMod val="95000"/>
              <a:alpha val="87000"/>
            </a:schemeClr>
          </a:solidFill>
          <a:ln w="3175">
            <a:solidFill>
              <a:schemeClr val="bg1">
                <a:lumMod val="75000"/>
              </a:schemeClr>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err="1">
              <a:ln>
                <a:noFill/>
              </a:ln>
              <a:solidFill>
                <a:prstClr val="black"/>
              </a:solidFill>
              <a:effectLst/>
              <a:uLnTx/>
              <a:uFillTx/>
              <a:latin typeface="맑은 고딕"/>
              <a:ea typeface="맑은 고딕"/>
              <a:cs typeface="+mn-cs"/>
            </a:endParaRPr>
          </a:p>
        </p:txBody>
      </p:sp>
      <p:sp>
        <p:nvSpPr>
          <p:cNvPr id="329" name="타원 328">
            <a:extLst>
              <a:ext uri="{FF2B5EF4-FFF2-40B4-BE49-F238E27FC236}">
                <a16:creationId xmlns:a16="http://schemas.microsoft.com/office/drawing/2014/main" id="{9A39F636-8E67-4F54-A0E9-072F1975D149}"/>
              </a:ext>
            </a:extLst>
          </p:cNvPr>
          <p:cNvSpPr/>
          <p:nvPr/>
        </p:nvSpPr>
        <p:spPr>
          <a:xfrm>
            <a:off x="4550469"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white"/>
                </a:solidFill>
                <a:effectLst/>
                <a:uLnTx/>
                <a:uFillTx/>
                <a:latin typeface="맑은 고딕"/>
                <a:ea typeface="맑은 고딕"/>
                <a:cs typeface="+mn-cs"/>
              </a:rPr>
              <a:t>X</a:t>
            </a:r>
            <a:endParaRPr kumimoji="0" lang="ko-KR" altLang="en-US" sz="800" b="0" i="0" u="none" strike="noStrike" kern="1200" cap="none" spc="0" normalizeH="0" baseline="0" noProof="0" dirty="0" err="1">
              <a:ln>
                <a:noFill/>
              </a:ln>
              <a:solidFill>
                <a:prstClr val="white"/>
              </a:solidFill>
              <a:effectLst/>
              <a:uLnTx/>
              <a:uFillTx/>
              <a:latin typeface="맑은 고딕"/>
              <a:ea typeface="맑은 고딕"/>
              <a:cs typeface="+mn-cs"/>
            </a:endParaRPr>
          </a:p>
        </p:txBody>
      </p:sp>
      <p:sp>
        <p:nvSpPr>
          <p:cNvPr id="330" name="타원 329">
            <a:extLst>
              <a:ext uri="{FF2B5EF4-FFF2-40B4-BE49-F238E27FC236}">
                <a16:creationId xmlns:a16="http://schemas.microsoft.com/office/drawing/2014/main" id="{E1D8C9CE-CF5E-4556-9519-8FD809A17B64}"/>
              </a:ext>
            </a:extLst>
          </p:cNvPr>
          <p:cNvSpPr/>
          <p:nvPr/>
        </p:nvSpPr>
        <p:spPr>
          <a:xfrm>
            <a:off x="4442549" y="5073403"/>
            <a:ext cx="248663" cy="248663"/>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600" b="0" i="0" u="none" strike="noStrike" kern="1200" cap="none" spc="0" normalizeH="0" baseline="0" noProof="0" dirty="0">
                <a:ln>
                  <a:noFill/>
                </a:ln>
                <a:solidFill>
                  <a:prstClr val="white"/>
                </a:solidFill>
                <a:effectLst/>
                <a:uLnTx/>
                <a:uFillTx/>
                <a:latin typeface="맑은 고딕"/>
                <a:ea typeface="맑은 고딕"/>
                <a:cs typeface="+mn-cs"/>
              </a:rPr>
              <a:t>알림</a:t>
            </a:r>
          </a:p>
        </p:txBody>
      </p:sp>
      <p:sp>
        <p:nvSpPr>
          <p:cNvPr id="331" name="타원 330">
            <a:extLst>
              <a:ext uri="{FF2B5EF4-FFF2-40B4-BE49-F238E27FC236}">
                <a16:creationId xmlns:a16="http://schemas.microsoft.com/office/drawing/2014/main" id="{322324F9-4608-426A-AC01-E2C813C7894C}"/>
              </a:ext>
            </a:extLst>
          </p:cNvPr>
          <p:cNvSpPr/>
          <p:nvPr/>
        </p:nvSpPr>
        <p:spPr>
          <a:xfrm>
            <a:off x="4817281" y="5166619"/>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600" b="0" i="0" u="none" strike="noStrike" kern="1200" cap="none" spc="0" normalizeH="0" baseline="0" noProof="0">
                <a:ln>
                  <a:noFill/>
                </a:ln>
                <a:solidFill>
                  <a:prstClr val="white"/>
                </a:solidFill>
                <a:effectLst/>
                <a:uLnTx/>
                <a:uFillTx/>
                <a:latin typeface="맑은 고딕"/>
                <a:ea typeface="맑은 고딕"/>
                <a:cs typeface="+mn-cs"/>
              </a:rPr>
              <a:t>상품추천</a:t>
            </a:r>
            <a:endParaRPr kumimoji="0" lang="ko-KR" altLang="en-US" sz="600" b="0" i="0" u="none" strike="noStrike" kern="1200" cap="none" spc="0" normalizeH="0" baseline="0" noProof="0" dirty="0" err="1">
              <a:ln>
                <a:noFill/>
              </a:ln>
              <a:solidFill>
                <a:prstClr val="white"/>
              </a:solidFill>
              <a:effectLst/>
              <a:uLnTx/>
              <a:uFillTx/>
              <a:latin typeface="맑은 고딕"/>
              <a:ea typeface="맑은 고딕"/>
              <a:cs typeface="+mn-cs"/>
            </a:endParaRPr>
          </a:p>
        </p:txBody>
      </p:sp>
      <p:sp>
        <p:nvSpPr>
          <p:cNvPr id="332" name="타원 331">
            <a:extLst>
              <a:ext uri="{FF2B5EF4-FFF2-40B4-BE49-F238E27FC236}">
                <a16:creationId xmlns:a16="http://schemas.microsoft.com/office/drawing/2014/main" id="{44C1B3E3-29AB-47DA-9C79-FC8610B40D30}"/>
              </a:ext>
            </a:extLst>
          </p:cNvPr>
          <p:cNvSpPr/>
          <p:nvPr/>
        </p:nvSpPr>
        <p:spPr>
          <a:xfrm>
            <a:off x="5060679" y="544830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600" b="0" i="0" u="none" strike="noStrike" kern="1200" cap="none" spc="0" normalizeH="0" baseline="0" noProof="0">
                <a:ln>
                  <a:noFill/>
                </a:ln>
                <a:solidFill>
                  <a:prstClr val="white"/>
                </a:solidFill>
                <a:effectLst/>
                <a:uLnTx/>
                <a:uFillTx/>
                <a:latin typeface="맑은 고딕"/>
                <a:ea typeface="맑은 고딕"/>
                <a:cs typeface="+mn-cs"/>
              </a:rPr>
              <a:t>트렌드</a:t>
            </a:r>
            <a:endParaRPr kumimoji="0" lang="ko-KR" altLang="en-US" sz="600" b="0" i="0" u="none" strike="noStrike" kern="1200" cap="none" spc="0" normalizeH="0" baseline="0" noProof="0" dirty="0" err="1">
              <a:ln>
                <a:noFill/>
              </a:ln>
              <a:solidFill>
                <a:prstClr val="white"/>
              </a:solidFill>
              <a:effectLst/>
              <a:uLnTx/>
              <a:uFillTx/>
              <a:latin typeface="맑은 고딕"/>
              <a:ea typeface="맑은 고딕"/>
              <a:cs typeface="+mn-cs"/>
            </a:endParaRPr>
          </a:p>
        </p:txBody>
      </p:sp>
      <p:sp>
        <p:nvSpPr>
          <p:cNvPr id="333" name="타원 332">
            <a:extLst>
              <a:ext uri="{FF2B5EF4-FFF2-40B4-BE49-F238E27FC236}">
                <a16:creationId xmlns:a16="http://schemas.microsoft.com/office/drawing/2014/main" id="{E8459A62-E3FA-49C2-871A-FC8F440A782A}"/>
              </a:ext>
            </a:extLst>
          </p:cNvPr>
          <p:cNvSpPr/>
          <p:nvPr/>
        </p:nvSpPr>
        <p:spPr>
          <a:xfrm>
            <a:off x="5114556" y="580834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600" b="0" i="0" u="none" strike="noStrike" kern="1200" cap="none" spc="0" normalizeH="0" baseline="0" noProof="0">
                <a:ln>
                  <a:noFill/>
                </a:ln>
                <a:solidFill>
                  <a:prstClr val="white"/>
                </a:solidFill>
                <a:effectLst/>
                <a:uLnTx/>
                <a:uFillTx/>
                <a:latin typeface="맑은 고딕"/>
                <a:ea typeface="맑은 고딕"/>
                <a:cs typeface="+mn-cs"/>
              </a:rPr>
              <a:t>전화</a:t>
            </a:r>
            <a:endParaRPr kumimoji="0" lang="ko-KR" altLang="en-US" sz="600" b="0" i="0" u="none" strike="noStrike" kern="1200" cap="none" spc="0" normalizeH="0" baseline="0" noProof="0" dirty="0" err="1">
              <a:ln>
                <a:noFill/>
              </a:ln>
              <a:solidFill>
                <a:prstClr val="white"/>
              </a:solidFill>
              <a:effectLst/>
              <a:uLnTx/>
              <a:uFillTx/>
              <a:latin typeface="맑은 고딕"/>
              <a:ea typeface="맑은 고딕"/>
              <a:cs typeface="+mn-cs"/>
            </a:endParaRPr>
          </a:p>
        </p:txBody>
      </p:sp>
      <p:sp>
        <p:nvSpPr>
          <p:cNvPr id="365" name="타원 364">
            <a:extLst>
              <a:ext uri="{FF2B5EF4-FFF2-40B4-BE49-F238E27FC236}">
                <a16:creationId xmlns:a16="http://schemas.microsoft.com/office/drawing/2014/main" id="{D9F47403-139A-4A9B-BC8A-87EBF34C2D83}"/>
              </a:ext>
            </a:extLst>
          </p:cNvPr>
          <p:cNvSpPr/>
          <p:nvPr/>
        </p:nvSpPr>
        <p:spPr>
          <a:xfrm>
            <a:off x="4623927" y="5073664"/>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white"/>
              </a:solidFill>
              <a:effectLst/>
              <a:highlight>
                <a:srgbClr val="FF0000"/>
              </a:highlight>
              <a:uLnTx/>
              <a:uFillTx/>
              <a:latin typeface="맑은 고딕"/>
              <a:ea typeface="맑은 고딕"/>
              <a:cs typeface="+mn-cs"/>
            </a:endParaRPr>
          </a:p>
        </p:txBody>
      </p:sp>
      <p:sp>
        <p:nvSpPr>
          <p:cNvPr id="366" name="타원 365">
            <a:extLst>
              <a:ext uri="{FF2B5EF4-FFF2-40B4-BE49-F238E27FC236}">
                <a16:creationId xmlns:a16="http://schemas.microsoft.com/office/drawing/2014/main" id="{6BDA2535-2181-4479-9EA0-F9AF8DB3D9FF}"/>
              </a:ext>
            </a:extLst>
          </p:cNvPr>
          <p:cNvSpPr/>
          <p:nvPr/>
        </p:nvSpPr>
        <p:spPr>
          <a:xfrm>
            <a:off x="5016478" y="5195292"/>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white"/>
              </a:solidFill>
              <a:effectLst/>
              <a:highlight>
                <a:srgbClr val="FF0000"/>
              </a:highlight>
              <a:uLnTx/>
              <a:uFillTx/>
              <a:latin typeface="맑은 고딕"/>
              <a:ea typeface="맑은 고딕"/>
              <a:cs typeface="+mn-cs"/>
            </a:endParaRPr>
          </a:p>
        </p:txBody>
      </p:sp>
      <p:sp>
        <p:nvSpPr>
          <p:cNvPr id="367" name="타원 366">
            <a:extLst>
              <a:ext uri="{FF2B5EF4-FFF2-40B4-BE49-F238E27FC236}">
                <a16:creationId xmlns:a16="http://schemas.microsoft.com/office/drawing/2014/main" id="{11BAE974-B02B-4595-8F22-88F09AF29FEE}"/>
              </a:ext>
            </a:extLst>
          </p:cNvPr>
          <p:cNvSpPr/>
          <p:nvPr/>
        </p:nvSpPr>
        <p:spPr>
          <a:xfrm>
            <a:off x="5257902" y="5451574"/>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white"/>
              </a:solidFill>
              <a:effectLst/>
              <a:highlight>
                <a:srgbClr val="FF0000"/>
              </a:highlight>
              <a:uLnTx/>
              <a:uFillTx/>
              <a:latin typeface="맑은 고딕"/>
              <a:ea typeface="맑은 고딕"/>
              <a:cs typeface="+mn-cs"/>
            </a:endParaRPr>
          </a:p>
        </p:txBody>
      </p:sp>
      <p:sp>
        <p:nvSpPr>
          <p:cNvPr id="368" name="타원 367">
            <a:extLst>
              <a:ext uri="{FF2B5EF4-FFF2-40B4-BE49-F238E27FC236}">
                <a16:creationId xmlns:a16="http://schemas.microsoft.com/office/drawing/2014/main" id="{F5298DAE-A173-4D6A-865D-EFE3E116F98F}"/>
              </a:ext>
            </a:extLst>
          </p:cNvPr>
          <p:cNvSpPr/>
          <p:nvPr/>
        </p:nvSpPr>
        <p:spPr>
          <a:xfrm>
            <a:off x="1444751" y="5608290"/>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white"/>
              </a:solidFill>
              <a:effectLst/>
              <a:highlight>
                <a:srgbClr val="FF0000"/>
              </a:highlight>
              <a:uLnTx/>
              <a:uFillTx/>
              <a:latin typeface="맑은 고딕"/>
              <a:ea typeface="맑은 고딕"/>
              <a:cs typeface="+mn-cs"/>
            </a:endParaRPr>
          </a:p>
        </p:txBody>
      </p:sp>
      <p:cxnSp>
        <p:nvCxnSpPr>
          <p:cNvPr id="4" name="직선 화살표 연결선 3">
            <a:extLst>
              <a:ext uri="{FF2B5EF4-FFF2-40B4-BE49-F238E27FC236}">
                <a16:creationId xmlns:a16="http://schemas.microsoft.com/office/drawing/2014/main" id="{A7A3FF5A-C35F-46F9-93EF-1D014109599C}"/>
              </a:ext>
            </a:extLst>
          </p:cNvPr>
          <p:cNvCxnSpPr/>
          <p:nvPr/>
        </p:nvCxnSpPr>
        <p:spPr>
          <a:xfrm>
            <a:off x="4160912" y="1196752"/>
            <a:ext cx="2220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EE367025-714A-4BE9-A1AF-1FFEFA095E4C}"/>
              </a:ext>
            </a:extLst>
          </p:cNvPr>
          <p:cNvSpPr txBox="1"/>
          <p:nvPr/>
        </p:nvSpPr>
        <p:spPr>
          <a:xfrm>
            <a:off x="3512840" y="1087036"/>
            <a:ext cx="601168" cy="215444"/>
          </a:xfrm>
          <a:prstGeom prst="rect">
            <a:avLst/>
          </a:prstGeom>
          <a:noFill/>
        </p:spPr>
        <p:txBody>
          <a:bodyPr wrap="square" rtlCol="0">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rPr>
              <a:t>Floating </a:t>
            </a:r>
            <a:endParaRPr kumimoji="1" lang="ko-KR" altLang="en-US" sz="800" b="0" i="0" u="none" strike="noStrike" kern="1200" cap="none" spc="0" normalizeH="0" baseline="0" noProof="0" dirty="0">
              <a:ln>
                <a:noFill/>
              </a:ln>
              <a:solidFill>
                <a:prstClr val="black"/>
              </a:solidFill>
              <a:effectLst/>
              <a:uLnTx/>
              <a:uFillTx/>
              <a:latin typeface="맑은 고딕"/>
              <a:ea typeface="맑은 고딕"/>
              <a:cs typeface="+mn-cs"/>
            </a:endParaRPr>
          </a:p>
        </p:txBody>
      </p:sp>
      <p:sp>
        <p:nvSpPr>
          <p:cNvPr id="92" name="TextBox 91">
            <a:extLst>
              <a:ext uri="{FF2B5EF4-FFF2-40B4-BE49-F238E27FC236}">
                <a16:creationId xmlns:a16="http://schemas.microsoft.com/office/drawing/2014/main" id="{3F75C7C6-A3DF-4E31-8B87-858A09F719ED}"/>
              </a:ext>
            </a:extLst>
          </p:cNvPr>
          <p:cNvSpPr txBox="1"/>
          <p:nvPr/>
        </p:nvSpPr>
        <p:spPr>
          <a:xfrm>
            <a:off x="3512840" y="5589820"/>
            <a:ext cx="601168" cy="215444"/>
          </a:xfrm>
          <a:prstGeom prst="rect">
            <a:avLst/>
          </a:prstGeom>
          <a:noFill/>
        </p:spPr>
        <p:txBody>
          <a:bodyPr wrap="square" rtlCol="0">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rPr>
              <a:t>Floating  </a:t>
            </a:r>
            <a:endParaRPr kumimoji="1" lang="ko-KR" altLang="en-US" sz="800" b="0" i="0" u="none" strike="noStrike" kern="1200" cap="none" spc="0" normalizeH="0" baseline="0" noProof="0" dirty="0">
              <a:ln>
                <a:noFill/>
              </a:ln>
              <a:solidFill>
                <a:prstClr val="black"/>
              </a:solidFill>
              <a:effectLst/>
              <a:uLnTx/>
              <a:uFillTx/>
              <a:latin typeface="맑은 고딕"/>
              <a:ea typeface="맑은 고딕"/>
              <a:cs typeface="+mn-cs"/>
            </a:endParaRPr>
          </a:p>
        </p:txBody>
      </p:sp>
      <p:cxnSp>
        <p:nvCxnSpPr>
          <p:cNvPr id="93" name="직선 화살표 연결선 92">
            <a:extLst>
              <a:ext uri="{FF2B5EF4-FFF2-40B4-BE49-F238E27FC236}">
                <a16:creationId xmlns:a16="http://schemas.microsoft.com/office/drawing/2014/main" id="{7E0EFC79-1821-466F-9D40-7B91716C8A2D}"/>
              </a:ext>
            </a:extLst>
          </p:cNvPr>
          <p:cNvCxnSpPr/>
          <p:nvPr/>
        </p:nvCxnSpPr>
        <p:spPr>
          <a:xfrm>
            <a:off x="4140957" y="5695548"/>
            <a:ext cx="2311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직선 화살표 연결선 93">
            <a:extLst>
              <a:ext uri="{FF2B5EF4-FFF2-40B4-BE49-F238E27FC236}">
                <a16:creationId xmlns:a16="http://schemas.microsoft.com/office/drawing/2014/main" id="{32DA6575-3FD3-4181-9F57-86FDD811AB0C}"/>
              </a:ext>
            </a:extLst>
          </p:cNvPr>
          <p:cNvCxnSpPr/>
          <p:nvPr/>
        </p:nvCxnSpPr>
        <p:spPr>
          <a:xfrm>
            <a:off x="6681192" y="1331985"/>
            <a:ext cx="231115"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직선 화살표 연결선 94">
            <a:extLst>
              <a:ext uri="{FF2B5EF4-FFF2-40B4-BE49-F238E27FC236}">
                <a16:creationId xmlns:a16="http://schemas.microsoft.com/office/drawing/2014/main" id="{573DF550-038F-4F1F-BFAF-2554E9F834A8}"/>
              </a:ext>
            </a:extLst>
          </p:cNvPr>
          <p:cNvCxnSpPr>
            <a:cxnSpLocks/>
          </p:cNvCxnSpPr>
          <p:nvPr/>
        </p:nvCxnSpPr>
        <p:spPr>
          <a:xfrm>
            <a:off x="6786457" y="1337049"/>
            <a:ext cx="0" cy="4708922"/>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6" name="직선 화살표 연결선 95">
            <a:extLst>
              <a:ext uri="{FF2B5EF4-FFF2-40B4-BE49-F238E27FC236}">
                <a16:creationId xmlns:a16="http://schemas.microsoft.com/office/drawing/2014/main" id="{08F68D5A-BFEA-46F8-8CAC-B8B28927717F}"/>
              </a:ext>
            </a:extLst>
          </p:cNvPr>
          <p:cNvCxnSpPr/>
          <p:nvPr/>
        </p:nvCxnSpPr>
        <p:spPr>
          <a:xfrm>
            <a:off x="6681192" y="6073667"/>
            <a:ext cx="231115"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1660F2BC-AA93-42D2-BF3D-8446C86835D3}"/>
              </a:ext>
            </a:extLst>
          </p:cNvPr>
          <p:cNvSpPr txBox="1"/>
          <p:nvPr/>
        </p:nvSpPr>
        <p:spPr>
          <a:xfrm>
            <a:off x="6825208" y="3519152"/>
            <a:ext cx="601168" cy="215444"/>
          </a:xfrm>
          <a:prstGeom prst="rect">
            <a:avLst/>
          </a:prstGeom>
          <a:noFill/>
        </p:spPr>
        <p:txBody>
          <a:bodyPr wrap="square" rtlCol="0">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rPr>
              <a:t>Scroll</a:t>
            </a:r>
            <a:endParaRPr kumimoji="1" lang="ko-KR" altLang="en-US" sz="800" b="0" i="0" u="none" strike="noStrike" kern="1200" cap="none" spc="0" normalizeH="0" baseline="0" noProof="0" dirty="0">
              <a:ln>
                <a:noFill/>
              </a:ln>
              <a:solidFill>
                <a:prstClr val="black"/>
              </a:solidFill>
              <a:effectLst/>
              <a:uLnTx/>
              <a:uFillTx/>
              <a:latin typeface="맑은 고딕"/>
              <a:ea typeface="맑은 고딕"/>
              <a:cs typeface="+mn-cs"/>
            </a:endParaRPr>
          </a:p>
        </p:txBody>
      </p:sp>
      <p:cxnSp>
        <p:nvCxnSpPr>
          <p:cNvPr id="100" name="직선 화살표 연결선 99">
            <a:extLst>
              <a:ext uri="{FF2B5EF4-FFF2-40B4-BE49-F238E27FC236}">
                <a16:creationId xmlns:a16="http://schemas.microsoft.com/office/drawing/2014/main" id="{16571DEF-0FF9-4EE3-BA8A-8B93AD7F1852}"/>
              </a:ext>
            </a:extLst>
          </p:cNvPr>
          <p:cNvCxnSpPr>
            <a:cxnSpLocks/>
          </p:cNvCxnSpPr>
          <p:nvPr/>
        </p:nvCxnSpPr>
        <p:spPr>
          <a:xfrm>
            <a:off x="6076847" y="4940818"/>
            <a:ext cx="0" cy="1127279"/>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4CD5C5BE-48D8-48E3-A974-EFDDEBDAA537}"/>
              </a:ext>
            </a:extLst>
          </p:cNvPr>
          <p:cNvSpPr txBox="1"/>
          <p:nvPr/>
        </p:nvSpPr>
        <p:spPr>
          <a:xfrm>
            <a:off x="5788815" y="5410924"/>
            <a:ext cx="601168" cy="215444"/>
          </a:xfrm>
          <a:prstGeom prst="rect">
            <a:avLst/>
          </a:prstGeom>
          <a:solidFill>
            <a:schemeClr val="bg1"/>
          </a:solidFill>
        </p:spPr>
        <p:txBody>
          <a:bodyPr wrap="square" rtlCol="0">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rPr>
              <a:t>Margin</a:t>
            </a:r>
            <a:endParaRPr kumimoji="1" lang="ko-KR" altLang="en-US" sz="800" b="0" i="0" u="none" strike="noStrike" kern="1200" cap="none" spc="0" normalizeH="0" baseline="0" noProof="0" dirty="0">
              <a:ln>
                <a:noFill/>
              </a:ln>
              <a:solidFill>
                <a:prstClr val="black"/>
              </a:solidFill>
              <a:effectLst/>
              <a:uLnTx/>
              <a:uFillTx/>
              <a:latin typeface="맑은 고딕"/>
              <a:ea typeface="맑은 고딕"/>
              <a:cs typeface="+mn-cs"/>
            </a:endParaRPr>
          </a:p>
        </p:txBody>
      </p:sp>
      <p:cxnSp>
        <p:nvCxnSpPr>
          <p:cNvPr id="102" name="직선 화살표 연결선 101">
            <a:extLst>
              <a:ext uri="{FF2B5EF4-FFF2-40B4-BE49-F238E27FC236}">
                <a16:creationId xmlns:a16="http://schemas.microsoft.com/office/drawing/2014/main" id="{0536E5A8-B5D0-42DB-B000-6E87C0E4381B}"/>
              </a:ext>
            </a:extLst>
          </p:cNvPr>
          <p:cNvCxnSpPr>
            <a:cxnSpLocks/>
            <a:stCxn id="160" idx="0"/>
          </p:cNvCxnSpPr>
          <p:nvPr/>
        </p:nvCxnSpPr>
        <p:spPr>
          <a:xfrm rot="5400000" flipH="1" flipV="1">
            <a:off x="1713202" y="2908429"/>
            <a:ext cx="2311370" cy="3049014"/>
          </a:xfrm>
          <a:prstGeom prst="bentConnector2">
            <a:avLst/>
          </a:prstGeom>
          <a:ln w="127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82782F84-470B-41F6-9437-9E86881B7A91}"/>
              </a:ext>
            </a:extLst>
          </p:cNvPr>
          <p:cNvSpPr txBox="1"/>
          <p:nvPr/>
        </p:nvSpPr>
        <p:spPr>
          <a:xfrm>
            <a:off x="1400980" y="3176558"/>
            <a:ext cx="1886409" cy="215444"/>
          </a:xfrm>
          <a:prstGeom prst="rect">
            <a:avLst/>
          </a:prstGeom>
          <a:solidFill>
            <a:schemeClr val="bg1"/>
          </a:solidFill>
        </p:spPr>
        <p:txBody>
          <a:bodyPr wrap="square" rtlCol="0">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800" b="1" i="0" u="none" strike="noStrike" kern="1200" cap="none" spc="0" normalizeH="0" baseline="0" noProof="0" dirty="0">
                <a:ln>
                  <a:noFill/>
                </a:ln>
                <a:solidFill>
                  <a:prstClr val="black"/>
                </a:solidFill>
                <a:effectLst/>
                <a:uLnTx/>
                <a:uFillTx/>
                <a:latin typeface="맑은 고딕"/>
                <a:ea typeface="맑은 고딕"/>
                <a:cs typeface="+mn-cs"/>
              </a:rPr>
              <a:t>버튼</a:t>
            </a:r>
            <a:r>
              <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rPr>
              <a:t> </a:t>
            </a:r>
            <a:r>
              <a:rPr kumimoji="1" lang="ko-KR" altLang="en-US" sz="800" b="1" i="0" u="none" strike="noStrike" kern="1200" cap="none" spc="0" normalizeH="0" baseline="0" noProof="0" dirty="0">
                <a:ln>
                  <a:noFill/>
                </a:ln>
                <a:solidFill>
                  <a:prstClr val="black"/>
                </a:solidFill>
                <a:effectLst/>
                <a:uLnTx/>
                <a:uFillTx/>
                <a:latin typeface="맑은 고딕"/>
                <a:ea typeface="맑은 고딕"/>
                <a:cs typeface="+mn-cs"/>
              </a:rPr>
              <a:t>터치 시 알림</a:t>
            </a:r>
            <a:r>
              <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rPr>
              <a:t>(Default)</a:t>
            </a:r>
            <a:r>
              <a:rPr kumimoji="1" lang="ko-KR" altLang="en-US" sz="800" b="1" i="0" u="none" strike="noStrike" kern="1200" cap="none" spc="0" normalizeH="0" baseline="0" noProof="0" dirty="0">
                <a:ln>
                  <a:noFill/>
                </a:ln>
                <a:solidFill>
                  <a:prstClr val="black"/>
                </a:solidFill>
                <a:effectLst/>
                <a:uLnTx/>
                <a:uFillTx/>
                <a:latin typeface="맑은 고딕"/>
                <a:ea typeface="맑은 고딕"/>
                <a:cs typeface="+mn-cs"/>
              </a:rPr>
              <a:t>으로</a:t>
            </a:r>
            <a:r>
              <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rPr>
              <a:t> </a:t>
            </a:r>
            <a:r>
              <a:rPr kumimoji="1" lang="ko-KR" altLang="en-US" sz="800" b="1" i="0" u="none" strike="noStrike" kern="1200" cap="none" spc="0" normalizeH="0" baseline="0" noProof="0" dirty="0">
                <a:ln>
                  <a:noFill/>
                </a:ln>
                <a:solidFill>
                  <a:prstClr val="black"/>
                </a:solidFill>
                <a:effectLst/>
                <a:uLnTx/>
                <a:uFillTx/>
                <a:latin typeface="맑은 고딕"/>
                <a:ea typeface="맑은 고딕"/>
                <a:cs typeface="+mn-cs"/>
              </a:rPr>
              <a:t>연결 </a:t>
            </a:r>
            <a:endParaRPr kumimoji="1" lang="ko-KR" altLang="en-US" sz="800" b="0" i="0" u="none" strike="noStrike" kern="1200" cap="none" spc="0" normalizeH="0" baseline="0" noProof="0" dirty="0">
              <a:ln>
                <a:noFill/>
              </a:ln>
              <a:solidFill>
                <a:prstClr val="black"/>
              </a:solidFill>
              <a:effectLst/>
              <a:uLnTx/>
              <a:uFillTx/>
              <a:latin typeface="맑은 고딕"/>
              <a:ea typeface="맑은 고딕"/>
              <a:cs typeface="+mn-cs"/>
            </a:endParaRPr>
          </a:p>
        </p:txBody>
      </p:sp>
      <p:cxnSp>
        <p:nvCxnSpPr>
          <p:cNvPr id="107" name="직선 화살표 연결선 101">
            <a:extLst>
              <a:ext uri="{FF2B5EF4-FFF2-40B4-BE49-F238E27FC236}">
                <a16:creationId xmlns:a16="http://schemas.microsoft.com/office/drawing/2014/main" id="{404B10B5-DBC3-48CD-9F33-AF336840F327}"/>
              </a:ext>
            </a:extLst>
          </p:cNvPr>
          <p:cNvCxnSpPr>
            <a:cxnSpLocks/>
            <a:stCxn id="111" idx="0"/>
            <a:endCxn id="331" idx="2"/>
          </p:cNvCxnSpPr>
          <p:nvPr/>
        </p:nvCxnSpPr>
        <p:spPr>
          <a:xfrm rot="5400000" flipH="1" flipV="1">
            <a:off x="3385117" y="4156457"/>
            <a:ext cx="297670" cy="2566658"/>
          </a:xfrm>
          <a:prstGeom prst="bentConnector2">
            <a:avLst/>
          </a:prstGeom>
          <a:ln w="127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6B9CCDF2-6407-4659-971A-587FE3AD6215}"/>
              </a:ext>
            </a:extLst>
          </p:cNvPr>
          <p:cNvSpPr txBox="1"/>
          <p:nvPr/>
        </p:nvSpPr>
        <p:spPr>
          <a:xfrm>
            <a:off x="2418519" y="5170540"/>
            <a:ext cx="1886409" cy="215444"/>
          </a:xfrm>
          <a:prstGeom prst="rect">
            <a:avLst/>
          </a:prstGeom>
          <a:solidFill>
            <a:schemeClr val="bg1"/>
          </a:solidFill>
        </p:spPr>
        <p:txBody>
          <a:bodyPr wrap="square" rtlCol="0">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800" b="1" i="0" u="none" strike="noStrike" kern="1200" cap="none" spc="0" normalizeH="0" baseline="0" noProof="0" dirty="0">
                <a:ln>
                  <a:noFill/>
                </a:ln>
                <a:solidFill>
                  <a:prstClr val="black"/>
                </a:solidFill>
                <a:effectLst/>
                <a:uLnTx/>
                <a:uFillTx/>
                <a:latin typeface="맑은 고딕"/>
                <a:ea typeface="맑은 고딕"/>
                <a:cs typeface="+mn-cs"/>
              </a:rPr>
              <a:t>메시지 상태에 따라 연결화면 다름</a:t>
            </a:r>
            <a:endParaRPr kumimoji="1" lang="ko-KR" altLang="en-US" sz="800" b="0" i="0" u="none" strike="noStrike" kern="1200" cap="none" spc="0" normalizeH="0" baseline="0" noProof="0" dirty="0">
              <a:ln>
                <a:noFill/>
              </a:ln>
              <a:solidFill>
                <a:prstClr val="black"/>
              </a:solidFill>
              <a:effectLst/>
              <a:uLnTx/>
              <a:uFillTx/>
              <a:latin typeface="맑은 고딕"/>
              <a:ea typeface="맑은 고딕"/>
              <a:cs typeface="+mn-cs"/>
            </a:endParaRPr>
          </a:p>
        </p:txBody>
      </p:sp>
      <p:sp>
        <p:nvSpPr>
          <p:cNvPr id="114" name="타원 118">
            <a:extLst>
              <a:ext uri="{FF2B5EF4-FFF2-40B4-BE49-F238E27FC236}">
                <a16:creationId xmlns:a16="http://schemas.microsoft.com/office/drawing/2014/main" id="{914D8EC2-533A-48DB-819F-D7D502429D04}"/>
              </a:ext>
            </a:extLst>
          </p:cNvPr>
          <p:cNvSpPr/>
          <p:nvPr/>
        </p:nvSpPr>
        <p:spPr>
          <a:xfrm>
            <a:off x="992560" y="5517232"/>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115" name="타원 118">
            <a:extLst>
              <a:ext uri="{FF2B5EF4-FFF2-40B4-BE49-F238E27FC236}">
                <a16:creationId xmlns:a16="http://schemas.microsoft.com/office/drawing/2014/main" id="{84CF2DD0-50EE-4B12-9759-7EB68D06D43C}"/>
              </a:ext>
            </a:extLst>
          </p:cNvPr>
          <p:cNvSpPr/>
          <p:nvPr/>
        </p:nvSpPr>
        <p:spPr>
          <a:xfrm>
            <a:off x="1423515" y="537321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1-1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116" name="타원 118">
            <a:extLst>
              <a:ext uri="{FF2B5EF4-FFF2-40B4-BE49-F238E27FC236}">
                <a16:creationId xmlns:a16="http://schemas.microsoft.com/office/drawing/2014/main" id="{8E93F70D-F18A-4B8A-8527-DAAE0ACABD56}"/>
              </a:ext>
            </a:extLst>
          </p:cNvPr>
          <p:cNvSpPr/>
          <p:nvPr/>
        </p:nvSpPr>
        <p:spPr>
          <a:xfrm>
            <a:off x="3007691" y="5660433"/>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a:ln>
                  <a:noFill/>
                </a:ln>
                <a:solidFill>
                  <a:prstClr val="white"/>
                </a:solidFill>
                <a:effectLst/>
                <a:uLnTx/>
                <a:uFillTx/>
                <a:latin typeface="Segoe UI" panose="020B0502040204020203" pitchFamily="34" charset="0"/>
                <a:ea typeface="맑은 고딕"/>
                <a:cs typeface="Segoe UI" panose="020B0502040204020203" pitchFamily="34" charset="0"/>
              </a:rPr>
              <a:t>2</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117" name="타원 118">
            <a:extLst>
              <a:ext uri="{FF2B5EF4-FFF2-40B4-BE49-F238E27FC236}">
                <a16:creationId xmlns:a16="http://schemas.microsoft.com/office/drawing/2014/main" id="{34CEDAA1-8589-42EF-9F4F-0EB5B7FC7F47}"/>
              </a:ext>
            </a:extLst>
          </p:cNvPr>
          <p:cNvSpPr/>
          <p:nvPr/>
        </p:nvSpPr>
        <p:spPr>
          <a:xfrm>
            <a:off x="5023915" y="501317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118" name="타원 118">
            <a:extLst>
              <a:ext uri="{FF2B5EF4-FFF2-40B4-BE49-F238E27FC236}">
                <a16:creationId xmlns:a16="http://schemas.microsoft.com/office/drawing/2014/main" id="{86113195-FA6C-4BAD-9FB3-5162C4EB5BA6}"/>
              </a:ext>
            </a:extLst>
          </p:cNvPr>
          <p:cNvSpPr/>
          <p:nvPr/>
        </p:nvSpPr>
        <p:spPr>
          <a:xfrm>
            <a:off x="4160912" y="1484784"/>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1-2</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119" name="타원 118">
            <a:extLst>
              <a:ext uri="{FF2B5EF4-FFF2-40B4-BE49-F238E27FC236}">
                <a16:creationId xmlns:a16="http://schemas.microsoft.com/office/drawing/2014/main" id="{D88A94E0-8C0C-4EB7-8059-02038B0F85B5}"/>
              </a:ext>
            </a:extLst>
          </p:cNvPr>
          <p:cNvSpPr/>
          <p:nvPr/>
        </p:nvSpPr>
        <p:spPr>
          <a:xfrm>
            <a:off x="4447851" y="1081017"/>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3</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122" name="타원 121">
            <a:extLst>
              <a:ext uri="{FF2B5EF4-FFF2-40B4-BE49-F238E27FC236}">
                <a16:creationId xmlns:a16="http://schemas.microsoft.com/office/drawing/2014/main" id="{CBFAFEB6-299B-4D34-A286-DD580B7203DC}"/>
              </a:ext>
            </a:extLst>
          </p:cNvPr>
          <p:cNvSpPr/>
          <p:nvPr/>
        </p:nvSpPr>
        <p:spPr>
          <a:xfrm>
            <a:off x="7350652" y="5885207"/>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white"/>
              </a:solidFill>
              <a:effectLst/>
              <a:highlight>
                <a:srgbClr val="FF0000"/>
              </a:highlight>
              <a:uLnTx/>
              <a:uFillTx/>
              <a:latin typeface="맑은 고딕"/>
              <a:ea typeface="맑은 고딕"/>
              <a:cs typeface="+mn-cs"/>
            </a:endParaRPr>
          </a:p>
        </p:txBody>
      </p:sp>
      <p:sp>
        <p:nvSpPr>
          <p:cNvPr id="123" name="타원 118">
            <a:extLst>
              <a:ext uri="{FF2B5EF4-FFF2-40B4-BE49-F238E27FC236}">
                <a16:creationId xmlns:a16="http://schemas.microsoft.com/office/drawing/2014/main" id="{B9F05C33-AE73-4842-B7FB-DA1E16EDAFBF}"/>
              </a:ext>
            </a:extLst>
          </p:cNvPr>
          <p:cNvSpPr/>
          <p:nvPr/>
        </p:nvSpPr>
        <p:spPr>
          <a:xfrm>
            <a:off x="7472187" y="5804449"/>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dirty="0">
                <a:solidFill>
                  <a:prstClr val="white"/>
                </a:solidFill>
                <a:latin typeface="Segoe UI" panose="020B0502040204020203" pitchFamily="34" charset="0"/>
                <a:ea typeface="맑은 고딕"/>
                <a:cs typeface="Segoe UI" panose="020B0502040204020203" pitchFamily="34" charset="0"/>
              </a:rPr>
              <a:t>4</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124" name="타원 118">
            <a:extLst>
              <a:ext uri="{FF2B5EF4-FFF2-40B4-BE49-F238E27FC236}">
                <a16:creationId xmlns:a16="http://schemas.microsoft.com/office/drawing/2014/main" id="{F26F6A38-54C6-4E4A-8D01-2A08EA1DAB1A}"/>
              </a:ext>
            </a:extLst>
          </p:cNvPr>
          <p:cNvSpPr/>
          <p:nvPr/>
        </p:nvSpPr>
        <p:spPr>
          <a:xfrm>
            <a:off x="6653724" y="1081017"/>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3-1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125" name="타원 124">
            <a:extLst>
              <a:ext uri="{FF2B5EF4-FFF2-40B4-BE49-F238E27FC236}">
                <a16:creationId xmlns:a16="http://schemas.microsoft.com/office/drawing/2014/main" id="{92C67FD4-2EBC-48B1-B324-9B9044864911}"/>
              </a:ext>
            </a:extLst>
          </p:cNvPr>
          <p:cNvSpPr/>
          <p:nvPr/>
        </p:nvSpPr>
        <p:spPr>
          <a:xfrm>
            <a:off x="8193360" y="2665193"/>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white"/>
              </a:solidFill>
              <a:effectLst/>
              <a:highlight>
                <a:srgbClr val="FF0000"/>
              </a:highlight>
              <a:uLnTx/>
              <a:uFillTx/>
              <a:latin typeface="맑은 고딕"/>
              <a:ea typeface="맑은 고딕"/>
              <a:cs typeface="+mn-cs"/>
            </a:endParaRPr>
          </a:p>
        </p:txBody>
      </p:sp>
    </p:spTree>
    <p:extLst>
      <p:ext uri="{BB962C8B-B14F-4D97-AF65-F5344CB8AC3E}">
        <p14:creationId xmlns:p14="http://schemas.microsoft.com/office/powerpoint/2010/main" val="4013321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 name="표 103">
            <a:extLst>
              <a:ext uri="{FF2B5EF4-FFF2-40B4-BE49-F238E27FC236}">
                <a16:creationId xmlns:a16="http://schemas.microsoft.com/office/drawing/2014/main" id="{5ECBE90A-3E43-4B22-A23E-74563FDEF54B}"/>
              </a:ext>
            </a:extLst>
          </p:cNvPr>
          <p:cNvGraphicFramePr>
            <a:graphicFrameLocks noGrp="1"/>
          </p:cNvGraphicFramePr>
          <p:nvPr>
            <p:extLst>
              <p:ext uri="{D42A27DB-BD31-4B8C-83A1-F6EECF244321}">
                <p14:modId xmlns:p14="http://schemas.microsoft.com/office/powerpoint/2010/main" val="646870679"/>
              </p:ext>
            </p:extLst>
          </p:nvPr>
        </p:nvGraphicFramePr>
        <p:xfrm>
          <a:off x="7791532" y="91759"/>
          <a:ext cx="2046688" cy="4135280"/>
        </p:xfrm>
        <a:graphic>
          <a:graphicData uri="http://schemas.openxmlformats.org/drawingml/2006/table">
            <a:tbl>
              <a:tblPr/>
              <a:tblGrid>
                <a:gridCol w="216846">
                  <a:extLst>
                    <a:ext uri="{9D8B030D-6E8A-4147-A177-3AD203B41FA5}">
                      <a16:colId xmlns:a16="http://schemas.microsoft.com/office/drawing/2014/main" val="877983187"/>
                    </a:ext>
                  </a:extLst>
                </a:gridCol>
                <a:gridCol w="1829842">
                  <a:extLst>
                    <a:ext uri="{9D8B030D-6E8A-4147-A177-3AD203B41FA5}">
                      <a16:colId xmlns:a16="http://schemas.microsoft.com/office/drawing/2014/main" val="3543648088"/>
                    </a:ext>
                  </a:extLst>
                </a:gridCol>
              </a:tblGrid>
              <a:tr h="264331">
                <a:tc gridSpan="2">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mn-ea"/>
                          <a:ea typeface="+mn-ea"/>
                        </a:rPr>
                        <a:t>Description</a:t>
                      </a:r>
                      <a:endParaRPr kumimoji="1" lang="ko-KR" altLang="en-US" sz="700" b="1"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40511496"/>
                  </a:ext>
                </a:extLst>
              </a:tr>
              <a:tr h="252000">
                <a:tc gridSpan="2">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latinLnBrk="1"/>
                      <a:endParaRPr lang="ko-KR" altLang="en-US"/>
                    </a:p>
                  </a:txBody>
                  <a:tcPr/>
                </a:tc>
                <a:extLst>
                  <a:ext uri="{0D108BD9-81ED-4DB2-BD59-A6C34878D82A}">
                    <a16:rowId xmlns:a16="http://schemas.microsoft.com/office/drawing/2014/main" val="566744085"/>
                  </a:ext>
                </a:extLst>
              </a:tr>
              <a:tr h="252000">
                <a:tc>
                  <a:txBody>
                    <a:bodyPr/>
                    <a:lstStyle/>
                    <a:p>
                      <a:pPr algn="ctr"/>
                      <a:r>
                        <a:rPr lang="en-US" altLang="ko-KR" sz="700" dirty="0"/>
                        <a:t>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로그인에 상관없이 상품을 예약하기전 모두 노출</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54734413"/>
                  </a:ext>
                </a:extLst>
              </a:tr>
              <a:tr h="317241">
                <a:tc>
                  <a:txBody>
                    <a:bodyPr/>
                    <a:lstStyle/>
                    <a:p>
                      <a:pPr algn="ctr"/>
                      <a:r>
                        <a:rPr lang="en-US" altLang="ko-KR" sz="700" dirty="0"/>
                        <a:t>2</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로그인 된 상태에서 상품을 예약 할 경우 노출</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600405226"/>
                  </a:ext>
                </a:extLst>
              </a:tr>
              <a:tr h="252000">
                <a:tc>
                  <a:txBody>
                    <a:bodyPr/>
                    <a:lstStyle/>
                    <a:p>
                      <a:pPr algn="ctr"/>
                      <a:r>
                        <a:rPr lang="en-US" altLang="ko-KR" sz="700" dirty="0"/>
                        <a:t>3</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로그인 된 상태에서 상품예약을 하고 결제가 완료 된 경우 노출</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575881690"/>
                  </a:ext>
                </a:extLst>
              </a:tr>
              <a:tr h="252000">
                <a:tc>
                  <a:txBody>
                    <a:bodyPr/>
                    <a:lstStyle/>
                    <a:p>
                      <a:pPr algn="ctr"/>
                      <a:r>
                        <a:rPr lang="en-US" altLang="ko-KR" sz="700" dirty="0"/>
                        <a:t>4</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dirty="0">
                          <a:ln>
                            <a:noFill/>
                          </a:ln>
                          <a:solidFill>
                            <a:schemeClr val="tx1"/>
                          </a:solidFill>
                          <a:effectLst/>
                          <a:latin typeface="+mn-ea"/>
                          <a:ea typeface="+mn-ea"/>
                        </a:rPr>
                        <a:t>로그인 된 상태에서 예약한 상품의 도착일부터 </a:t>
                      </a:r>
                      <a:r>
                        <a:rPr kumimoji="1" lang="en-US" altLang="ko-KR" sz="700" b="0" i="0" u="none" strike="noStrike" cap="none" normalizeH="0" baseline="0" dirty="0">
                          <a:ln>
                            <a:noFill/>
                          </a:ln>
                          <a:solidFill>
                            <a:schemeClr val="tx1"/>
                          </a:solidFill>
                          <a:effectLst/>
                          <a:latin typeface="+mn-ea"/>
                          <a:ea typeface="+mn-ea"/>
                        </a:rPr>
                        <a:t>10</a:t>
                      </a:r>
                      <a:r>
                        <a:rPr kumimoji="1" lang="ko-KR" altLang="en-US" sz="700" b="0" i="0" u="none" strike="noStrike" cap="none" normalizeH="0" baseline="0" dirty="0">
                          <a:ln>
                            <a:noFill/>
                          </a:ln>
                          <a:solidFill>
                            <a:schemeClr val="tx1"/>
                          </a:solidFill>
                          <a:effectLst/>
                          <a:latin typeface="+mn-ea"/>
                          <a:ea typeface="+mn-ea"/>
                        </a:rPr>
                        <a:t>일이 경과하는 일자까지 노출</a:t>
                      </a:r>
                      <a:endParaRPr kumimoji="1" lang="en-US" altLang="ko-KR" sz="700" b="0" i="0" u="none" strike="noStrike" cap="none" normalizeH="0" baseline="0" dirty="0">
                        <a:ln>
                          <a:noFill/>
                        </a:ln>
                        <a:solidFill>
                          <a:schemeClr val="tx1"/>
                        </a:solidFill>
                        <a:effectLst/>
                        <a:latin typeface="+mn-ea"/>
                        <a:ea typeface="+mn-ea"/>
                      </a:endParaRPr>
                    </a:p>
                    <a:p>
                      <a:pPr marL="171450" marR="0" lvl="0" indent="-171450" algn="l" defTabSz="914400" rtl="0" eaLnBrk="1" fontAlgn="base" latinLnBrk="1" hangingPunct="1">
                        <a:lnSpc>
                          <a:spcPct val="100000"/>
                        </a:lnSpc>
                        <a:spcBef>
                          <a:spcPct val="20000"/>
                        </a:spcBef>
                        <a:spcAft>
                          <a:spcPct val="0"/>
                        </a:spcAft>
                        <a:buClrTx/>
                        <a:buSzTx/>
                        <a:buFont typeface="Wingdings" panose="05000000000000000000" pitchFamily="2" charset="2"/>
                        <a:buChar char="à"/>
                        <a:tabLst/>
                      </a:pPr>
                      <a:r>
                        <a:rPr kumimoji="1" lang="ko-KR" altLang="en-US" sz="700" b="0" i="0" u="none" strike="noStrike" cap="none" normalizeH="0" baseline="0" dirty="0">
                          <a:ln>
                            <a:noFill/>
                          </a:ln>
                          <a:solidFill>
                            <a:schemeClr val="tx1"/>
                          </a:solidFill>
                          <a:effectLst/>
                          <a:latin typeface="+mn-ea"/>
                          <a:ea typeface="+mn-ea"/>
                          <a:sym typeface="Wingdings" panose="05000000000000000000" pitchFamily="2" charset="2"/>
                        </a:rPr>
                        <a:t>시각 기준은 </a:t>
                      </a:r>
                      <a:r>
                        <a:rPr kumimoji="1" lang="en-US" altLang="ko-KR" sz="700" b="0" i="0" u="none" strike="noStrike" cap="none" normalizeH="0" baseline="0" dirty="0">
                          <a:ln>
                            <a:noFill/>
                          </a:ln>
                          <a:solidFill>
                            <a:schemeClr val="tx1"/>
                          </a:solidFill>
                          <a:effectLst/>
                          <a:latin typeface="+mn-ea"/>
                          <a:ea typeface="+mn-ea"/>
                          <a:sym typeface="Wingdings" panose="05000000000000000000" pitchFamily="2" charset="2"/>
                        </a:rPr>
                        <a:t>00</a:t>
                      </a:r>
                      <a:r>
                        <a:rPr kumimoji="1" lang="ko-KR" altLang="en-US" sz="700" b="0" i="0" u="none" strike="noStrike" cap="none" normalizeH="0" baseline="0" dirty="0">
                          <a:ln>
                            <a:noFill/>
                          </a:ln>
                          <a:solidFill>
                            <a:schemeClr val="tx1"/>
                          </a:solidFill>
                          <a:effectLst/>
                          <a:latin typeface="+mn-ea"/>
                          <a:ea typeface="+mn-ea"/>
                          <a:sym typeface="Wingdings" panose="05000000000000000000" pitchFamily="2" charset="2"/>
                        </a:rPr>
                        <a:t>시</a:t>
                      </a:r>
                      <a:r>
                        <a:rPr kumimoji="1" lang="en-US" altLang="ko-KR" sz="700" b="0" i="0" u="none" strike="noStrike" cap="none" normalizeH="0" baseline="0" dirty="0">
                          <a:ln>
                            <a:noFill/>
                          </a:ln>
                          <a:solidFill>
                            <a:schemeClr val="tx1"/>
                          </a:solidFill>
                          <a:effectLst/>
                          <a:latin typeface="+mn-ea"/>
                          <a:ea typeface="+mn-ea"/>
                          <a:sym typeface="Wingdings" panose="05000000000000000000" pitchFamily="2" charset="2"/>
                        </a:rPr>
                        <a:t>01</a:t>
                      </a:r>
                      <a:r>
                        <a:rPr kumimoji="1" lang="ko-KR" altLang="en-US" sz="700" b="0" i="0" u="none" strike="noStrike" cap="none" normalizeH="0" baseline="0" dirty="0">
                          <a:ln>
                            <a:noFill/>
                          </a:ln>
                          <a:solidFill>
                            <a:schemeClr val="tx1"/>
                          </a:solidFill>
                          <a:effectLst/>
                          <a:latin typeface="+mn-ea"/>
                          <a:ea typeface="+mn-ea"/>
                          <a:sym typeface="Wingdings" panose="05000000000000000000" pitchFamily="2" charset="2"/>
                        </a:rPr>
                        <a:t>분</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929205908"/>
                  </a:ext>
                </a:extLst>
              </a:tr>
              <a:tr h="252000">
                <a:tc>
                  <a:txBody>
                    <a:bodyPr/>
                    <a:lstStyle/>
                    <a:p>
                      <a:pPr algn="ctr"/>
                      <a:r>
                        <a:rPr lang="en-US" altLang="ko-KR" sz="700" dirty="0"/>
                        <a:t>5</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공통으로 대표전화로 </a:t>
                      </a:r>
                      <a:r>
                        <a:rPr kumimoji="1" lang="ko-KR" altLang="en-US" sz="700" b="0" i="0" u="none" strike="noStrike" cap="none" normalizeH="0" baseline="0" dirty="0" err="1">
                          <a:ln>
                            <a:noFill/>
                          </a:ln>
                          <a:solidFill>
                            <a:schemeClr val="tx1"/>
                          </a:solidFill>
                          <a:effectLst/>
                          <a:latin typeface="+mn-ea"/>
                          <a:ea typeface="+mn-ea"/>
                        </a:rPr>
                        <a:t>텔링크</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174393987"/>
                  </a:ext>
                </a:extLst>
              </a:tr>
              <a:tr h="252000">
                <a:tc>
                  <a:txBody>
                    <a:bodyPr/>
                    <a:lstStyle/>
                    <a:p>
                      <a:pPr algn="ctr"/>
                      <a:r>
                        <a:rPr lang="en-US" altLang="ko-KR" sz="700" dirty="0"/>
                        <a:t>6</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986106794"/>
                  </a:ext>
                </a:extLst>
              </a:tr>
              <a:tr h="252000">
                <a:tc>
                  <a:txBody>
                    <a:bodyPr/>
                    <a:lstStyle/>
                    <a:p>
                      <a:pPr algn="ctr"/>
                      <a:r>
                        <a:rPr lang="en-US" altLang="ko-KR" sz="700" dirty="0"/>
                        <a:t>7</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382451967"/>
                  </a:ext>
                </a:extLst>
              </a:tr>
              <a:tr h="252000">
                <a:tc>
                  <a:txBody>
                    <a:bodyPr/>
                    <a:lstStyle/>
                    <a:p>
                      <a:pPr algn="ctr"/>
                      <a:r>
                        <a:rPr lang="en-US" altLang="ko-KR" sz="700" dirty="0"/>
                        <a:t>8</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801369225"/>
                  </a:ext>
                </a:extLst>
              </a:tr>
              <a:tr h="252000">
                <a:tc>
                  <a:txBody>
                    <a:bodyPr/>
                    <a:lstStyle/>
                    <a:p>
                      <a:pPr algn="ctr"/>
                      <a:r>
                        <a:rPr lang="en-US" altLang="ko-KR" sz="700" dirty="0"/>
                        <a:t>9</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87350180"/>
                  </a:ext>
                </a:extLst>
              </a:tr>
              <a:tr h="252000">
                <a:tc>
                  <a:txBody>
                    <a:bodyPr/>
                    <a:lstStyle/>
                    <a:p>
                      <a:pPr algn="ctr"/>
                      <a:r>
                        <a:rPr lang="en-US" altLang="ko-KR" sz="700" dirty="0"/>
                        <a:t>10</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893561366"/>
                  </a:ext>
                </a:extLst>
              </a:tr>
              <a:tr h="252000">
                <a:tc>
                  <a:txBody>
                    <a:bodyPr/>
                    <a:lstStyle/>
                    <a:p>
                      <a:pPr algn="ctr"/>
                      <a:r>
                        <a:rPr lang="en-US" altLang="ko-KR" sz="700" dirty="0"/>
                        <a:t>11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120464130"/>
                  </a:ext>
                </a:extLst>
              </a:tr>
              <a:tr h="257465">
                <a:tc gridSpan="2">
                  <a:txBody>
                    <a:bodyPr/>
                    <a:lstStyle/>
                    <a:p>
                      <a:pPr algn="ctr"/>
                      <a:endParaRPr lang="ko-KR" altLang="en-US" sz="700" b="1"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827257165"/>
                  </a:ext>
                </a:extLst>
              </a:tr>
              <a:tr h="257465">
                <a:tc gridSpan="2">
                  <a:txBody>
                    <a:bodyPr/>
                    <a:lstStyle/>
                    <a:p>
                      <a:endParaRPr lang="en-US" altLang="ko-KR"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32757063"/>
                  </a:ext>
                </a:extLst>
              </a:tr>
            </a:tbl>
          </a:graphicData>
        </a:graphic>
      </p:graphicFrame>
      <p:sp>
        <p:nvSpPr>
          <p:cNvPr id="47" name="자유형 73">
            <a:extLst>
              <a:ext uri="{FF2B5EF4-FFF2-40B4-BE49-F238E27FC236}">
                <a16:creationId xmlns:a16="http://schemas.microsoft.com/office/drawing/2014/main" id="{50628E0D-B97A-4E2B-8E3D-F3DB0362B69F}"/>
              </a:ext>
            </a:extLst>
          </p:cNvPr>
          <p:cNvSpPr/>
          <p:nvPr/>
        </p:nvSpPr>
        <p:spPr>
          <a:xfrm>
            <a:off x="1586738" y="1844824"/>
            <a:ext cx="1094028" cy="1090118"/>
          </a:xfrm>
          <a:custGeom>
            <a:avLst/>
            <a:gdLst>
              <a:gd name="connsiteX0" fmla="*/ 123151 w 997872"/>
              <a:gd name="connsiteY0" fmla="*/ 0 h 994306"/>
              <a:gd name="connsiteX1" fmla="*/ 997872 w 997872"/>
              <a:gd name="connsiteY1" fmla="*/ 874721 h 994306"/>
              <a:gd name="connsiteX2" fmla="*/ 993356 w 997872"/>
              <a:gd name="connsiteY2" fmla="*/ 964156 h 994306"/>
              <a:gd name="connsiteX3" fmla="*/ 988755 w 997872"/>
              <a:gd name="connsiteY3" fmla="*/ 994306 h 994306"/>
              <a:gd name="connsiteX4" fmla="*/ 507101 w 997872"/>
              <a:gd name="connsiteY4" fmla="*/ 994306 h 994306"/>
              <a:gd name="connsiteX5" fmla="*/ 507088 w 997872"/>
              <a:gd name="connsiteY5" fmla="*/ 994306 h 994306"/>
              <a:gd name="connsiteX6" fmla="*/ 507075 w 997872"/>
              <a:gd name="connsiteY6" fmla="*/ 994306 h 994306"/>
              <a:gd name="connsiteX7" fmla="*/ 0 w 997872"/>
              <a:gd name="connsiteY7" fmla="*/ 994306 h 994306"/>
              <a:gd name="connsiteX8" fmla="*/ 0 w 997872"/>
              <a:gd name="connsiteY8" fmla="*/ 994305 h 994306"/>
              <a:gd name="connsiteX9" fmla="*/ 0 w 997872"/>
              <a:gd name="connsiteY9" fmla="*/ 509497 h 994306"/>
              <a:gd name="connsiteX10" fmla="*/ 0 w 997872"/>
              <a:gd name="connsiteY10" fmla="*/ 487221 h 994306"/>
              <a:gd name="connsiteX11" fmla="*/ 0 w 997872"/>
              <a:gd name="connsiteY11" fmla="*/ 9662 h 994306"/>
              <a:gd name="connsiteX12" fmla="*/ 33716 w 997872"/>
              <a:gd name="connsiteY12" fmla="*/ 4516 h 994306"/>
              <a:gd name="connsiteX13" fmla="*/ 123151 w 997872"/>
              <a:gd name="connsiteY13" fmla="*/ 0 h 994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7872" h="994306">
                <a:moveTo>
                  <a:pt x="123151" y="0"/>
                </a:moveTo>
                <a:cubicBezTo>
                  <a:pt x="606246" y="0"/>
                  <a:pt x="997872" y="391626"/>
                  <a:pt x="997872" y="874721"/>
                </a:cubicBezTo>
                <a:cubicBezTo>
                  <a:pt x="997872" y="904915"/>
                  <a:pt x="996342" y="934751"/>
                  <a:pt x="993356" y="964156"/>
                </a:cubicBezTo>
                <a:lnTo>
                  <a:pt x="988755" y="994306"/>
                </a:lnTo>
                <a:lnTo>
                  <a:pt x="507101" y="994306"/>
                </a:lnTo>
                <a:lnTo>
                  <a:pt x="507088" y="994306"/>
                </a:lnTo>
                <a:lnTo>
                  <a:pt x="507075" y="994306"/>
                </a:lnTo>
                <a:lnTo>
                  <a:pt x="0" y="994306"/>
                </a:lnTo>
                <a:lnTo>
                  <a:pt x="0" y="994305"/>
                </a:lnTo>
                <a:lnTo>
                  <a:pt x="0" y="509497"/>
                </a:lnTo>
                <a:lnTo>
                  <a:pt x="0" y="487221"/>
                </a:lnTo>
                <a:lnTo>
                  <a:pt x="0" y="9662"/>
                </a:lnTo>
                <a:lnTo>
                  <a:pt x="33716" y="4516"/>
                </a:lnTo>
                <a:cubicBezTo>
                  <a:pt x="63122" y="1530"/>
                  <a:pt x="92958" y="0"/>
                  <a:pt x="123151" y="0"/>
                </a:cubicBezTo>
                <a:close/>
              </a:path>
            </a:pathLst>
          </a:custGeom>
          <a:solidFill>
            <a:schemeClr val="bg1">
              <a:lumMod val="95000"/>
              <a:alpha val="87000"/>
            </a:schemeClr>
          </a:solidFill>
          <a:ln w="3175">
            <a:solidFill>
              <a:schemeClr val="bg1">
                <a:lumMod val="75000"/>
              </a:schemeClr>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err="1">
              <a:ln>
                <a:noFill/>
              </a:ln>
              <a:solidFill>
                <a:prstClr val="black"/>
              </a:solidFill>
              <a:effectLst/>
              <a:uLnTx/>
              <a:uFillTx/>
              <a:latin typeface="맑은 고딕"/>
              <a:ea typeface="맑은 고딕"/>
              <a:cs typeface="+mn-cs"/>
            </a:endParaRPr>
          </a:p>
        </p:txBody>
      </p:sp>
      <p:sp>
        <p:nvSpPr>
          <p:cNvPr id="48" name="타원 47">
            <a:extLst>
              <a:ext uri="{FF2B5EF4-FFF2-40B4-BE49-F238E27FC236}">
                <a16:creationId xmlns:a16="http://schemas.microsoft.com/office/drawing/2014/main" id="{F4330593-1DE0-4CB0-BEED-788670EBCCEB}"/>
              </a:ext>
            </a:extLst>
          </p:cNvPr>
          <p:cNvSpPr/>
          <p:nvPr/>
        </p:nvSpPr>
        <p:spPr>
          <a:xfrm>
            <a:off x="1741404" y="2455872"/>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white"/>
                </a:solidFill>
                <a:effectLst/>
                <a:uLnTx/>
                <a:uFillTx/>
                <a:latin typeface="맑은 고딕"/>
                <a:ea typeface="맑은 고딕"/>
                <a:cs typeface="+mn-cs"/>
              </a:rPr>
              <a:t>X</a:t>
            </a:r>
            <a:endParaRPr kumimoji="0" lang="ko-KR" altLang="en-US" sz="800" b="0" i="0" u="none" strike="noStrike" kern="1200" cap="none" spc="0" normalizeH="0" baseline="0" noProof="0" dirty="0" err="1">
              <a:ln>
                <a:noFill/>
              </a:ln>
              <a:solidFill>
                <a:prstClr val="white"/>
              </a:solidFill>
              <a:effectLst/>
              <a:uLnTx/>
              <a:uFillTx/>
              <a:latin typeface="맑은 고딕"/>
              <a:ea typeface="맑은 고딕"/>
              <a:cs typeface="+mn-cs"/>
            </a:endParaRPr>
          </a:p>
        </p:txBody>
      </p:sp>
      <p:sp>
        <p:nvSpPr>
          <p:cNvPr id="49" name="타원 48">
            <a:extLst>
              <a:ext uri="{FF2B5EF4-FFF2-40B4-BE49-F238E27FC236}">
                <a16:creationId xmlns:a16="http://schemas.microsoft.com/office/drawing/2014/main" id="{A9318060-CB82-4355-B887-889AB30D7FD2}"/>
              </a:ext>
            </a:extLst>
          </p:cNvPr>
          <p:cNvSpPr/>
          <p:nvPr/>
        </p:nvSpPr>
        <p:spPr>
          <a:xfrm>
            <a:off x="1633484" y="1940654"/>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dirty="0">
                <a:solidFill>
                  <a:prstClr val="white"/>
                </a:solidFill>
                <a:latin typeface="맑은 고딕"/>
                <a:ea typeface="맑은 고딕"/>
              </a:rPr>
              <a:t>알림</a:t>
            </a:r>
          </a:p>
        </p:txBody>
      </p:sp>
      <p:sp>
        <p:nvSpPr>
          <p:cNvPr id="50" name="타원 49">
            <a:extLst>
              <a:ext uri="{FF2B5EF4-FFF2-40B4-BE49-F238E27FC236}">
                <a16:creationId xmlns:a16="http://schemas.microsoft.com/office/drawing/2014/main" id="{72541F42-D14B-4EAE-B10F-4510915C308F}"/>
              </a:ext>
            </a:extLst>
          </p:cNvPr>
          <p:cNvSpPr/>
          <p:nvPr/>
        </p:nvSpPr>
        <p:spPr>
          <a:xfrm>
            <a:off x="2008216" y="2033870"/>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600" b="0" i="0" u="none" strike="noStrike" kern="1200" cap="none" spc="0" normalizeH="0" baseline="0" noProof="0" dirty="0">
                <a:ln>
                  <a:noFill/>
                </a:ln>
                <a:solidFill>
                  <a:prstClr val="white"/>
                </a:solidFill>
                <a:effectLst/>
                <a:uLnTx/>
                <a:uFillTx/>
                <a:latin typeface="맑은 고딕"/>
                <a:ea typeface="맑은 고딕"/>
                <a:cs typeface="+mn-cs"/>
              </a:rPr>
              <a:t>상품추천</a:t>
            </a:r>
          </a:p>
        </p:txBody>
      </p:sp>
      <p:sp>
        <p:nvSpPr>
          <p:cNvPr id="51" name="타원 50">
            <a:extLst>
              <a:ext uri="{FF2B5EF4-FFF2-40B4-BE49-F238E27FC236}">
                <a16:creationId xmlns:a16="http://schemas.microsoft.com/office/drawing/2014/main" id="{554F265A-7DBB-4AB6-8017-A8B857C42250}"/>
              </a:ext>
            </a:extLst>
          </p:cNvPr>
          <p:cNvSpPr/>
          <p:nvPr/>
        </p:nvSpPr>
        <p:spPr>
          <a:xfrm>
            <a:off x="2251614" y="2315552"/>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600" b="0" i="0" u="none" strike="noStrike" kern="1200" cap="none" spc="0" normalizeH="0" baseline="0" noProof="0">
                <a:ln>
                  <a:noFill/>
                </a:ln>
                <a:solidFill>
                  <a:prstClr val="white"/>
                </a:solidFill>
                <a:effectLst/>
                <a:uLnTx/>
                <a:uFillTx/>
                <a:latin typeface="맑은 고딕"/>
                <a:ea typeface="맑은 고딕"/>
                <a:cs typeface="+mn-cs"/>
              </a:rPr>
              <a:t>트렌드</a:t>
            </a:r>
            <a:endParaRPr kumimoji="0" lang="ko-KR" altLang="en-US" sz="600" b="0" i="0" u="none" strike="noStrike" kern="1200" cap="none" spc="0" normalizeH="0" baseline="0" noProof="0" dirty="0" err="1">
              <a:ln>
                <a:noFill/>
              </a:ln>
              <a:solidFill>
                <a:prstClr val="white"/>
              </a:solidFill>
              <a:effectLst/>
              <a:uLnTx/>
              <a:uFillTx/>
              <a:latin typeface="맑은 고딕"/>
              <a:ea typeface="맑은 고딕"/>
              <a:cs typeface="+mn-cs"/>
            </a:endParaRPr>
          </a:p>
        </p:txBody>
      </p:sp>
      <p:sp>
        <p:nvSpPr>
          <p:cNvPr id="52" name="타원 51">
            <a:extLst>
              <a:ext uri="{FF2B5EF4-FFF2-40B4-BE49-F238E27FC236}">
                <a16:creationId xmlns:a16="http://schemas.microsoft.com/office/drawing/2014/main" id="{CE147B73-33E2-4021-BAA9-CBA5CB3BCF8E}"/>
              </a:ext>
            </a:extLst>
          </p:cNvPr>
          <p:cNvSpPr/>
          <p:nvPr/>
        </p:nvSpPr>
        <p:spPr>
          <a:xfrm>
            <a:off x="2305491" y="2675592"/>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600" b="0" i="0" u="none" strike="noStrike" kern="1200" cap="none" spc="0" normalizeH="0" baseline="0" noProof="0">
                <a:ln>
                  <a:noFill/>
                </a:ln>
                <a:solidFill>
                  <a:prstClr val="white"/>
                </a:solidFill>
                <a:effectLst/>
                <a:uLnTx/>
                <a:uFillTx/>
                <a:latin typeface="맑은 고딕"/>
                <a:ea typeface="맑은 고딕"/>
                <a:cs typeface="+mn-cs"/>
              </a:rPr>
              <a:t>전화</a:t>
            </a:r>
            <a:endParaRPr kumimoji="0" lang="ko-KR" altLang="en-US" sz="600" b="0" i="0" u="none" strike="noStrike" kern="1200" cap="none" spc="0" normalizeH="0" baseline="0" noProof="0" dirty="0" err="1">
              <a:ln>
                <a:noFill/>
              </a:ln>
              <a:solidFill>
                <a:prstClr val="white"/>
              </a:solidFill>
              <a:effectLst/>
              <a:uLnTx/>
              <a:uFillTx/>
              <a:latin typeface="맑은 고딕"/>
              <a:ea typeface="맑은 고딕"/>
              <a:cs typeface="+mn-cs"/>
            </a:endParaRPr>
          </a:p>
        </p:txBody>
      </p:sp>
      <p:grpSp>
        <p:nvGrpSpPr>
          <p:cNvPr id="58" name="그룹 57">
            <a:extLst>
              <a:ext uri="{FF2B5EF4-FFF2-40B4-BE49-F238E27FC236}">
                <a16:creationId xmlns:a16="http://schemas.microsoft.com/office/drawing/2014/main" id="{C19D56A9-CD21-48AE-BABD-F9B7F14094E2}"/>
              </a:ext>
            </a:extLst>
          </p:cNvPr>
          <p:cNvGrpSpPr/>
          <p:nvPr/>
        </p:nvGrpSpPr>
        <p:grpSpPr>
          <a:xfrm>
            <a:off x="3800872" y="1844824"/>
            <a:ext cx="1094028" cy="1090118"/>
            <a:chOff x="2820157" y="4977573"/>
            <a:chExt cx="1094028" cy="1090118"/>
          </a:xfrm>
        </p:grpSpPr>
        <p:sp>
          <p:nvSpPr>
            <p:cNvPr id="59" name="자유형 73">
              <a:extLst>
                <a:ext uri="{FF2B5EF4-FFF2-40B4-BE49-F238E27FC236}">
                  <a16:creationId xmlns:a16="http://schemas.microsoft.com/office/drawing/2014/main" id="{E49CDA65-BE38-4C75-BE6E-BF8970FB85F0}"/>
                </a:ext>
              </a:extLst>
            </p:cNvPr>
            <p:cNvSpPr/>
            <p:nvPr/>
          </p:nvSpPr>
          <p:spPr>
            <a:xfrm>
              <a:off x="2820157" y="4977573"/>
              <a:ext cx="1094028" cy="1090118"/>
            </a:xfrm>
            <a:custGeom>
              <a:avLst/>
              <a:gdLst>
                <a:gd name="connsiteX0" fmla="*/ 123151 w 997872"/>
                <a:gd name="connsiteY0" fmla="*/ 0 h 994306"/>
                <a:gd name="connsiteX1" fmla="*/ 997872 w 997872"/>
                <a:gd name="connsiteY1" fmla="*/ 874721 h 994306"/>
                <a:gd name="connsiteX2" fmla="*/ 993356 w 997872"/>
                <a:gd name="connsiteY2" fmla="*/ 964156 h 994306"/>
                <a:gd name="connsiteX3" fmla="*/ 988755 w 997872"/>
                <a:gd name="connsiteY3" fmla="*/ 994306 h 994306"/>
                <a:gd name="connsiteX4" fmla="*/ 507101 w 997872"/>
                <a:gd name="connsiteY4" fmla="*/ 994306 h 994306"/>
                <a:gd name="connsiteX5" fmla="*/ 507088 w 997872"/>
                <a:gd name="connsiteY5" fmla="*/ 994306 h 994306"/>
                <a:gd name="connsiteX6" fmla="*/ 507075 w 997872"/>
                <a:gd name="connsiteY6" fmla="*/ 994306 h 994306"/>
                <a:gd name="connsiteX7" fmla="*/ 0 w 997872"/>
                <a:gd name="connsiteY7" fmla="*/ 994306 h 994306"/>
                <a:gd name="connsiteX8" fmla="*/ 0 w 997872"/>
                <a:gd name="connsiteY8" fmla="*/ 994305 h 994306"/>
                <a:gd name="connsiteX9" fmla="*/ 0 w 997872"/>
                <a:gd name="connsiteY9" fmla="*/ 509497 h 994306"/>
                <a:gd name="connsiteX10" fmla="*/ 0 w 997872"/>
                <a:gd name="connsiteY10" fmla="*/ 487221 h 994306"/>
                <a:gd name="connsiteX11" fmla="*/ 0 w 997872"/>
                <a:gd name="connsiteY11" fmla="*/ 9662 h 994306"/>
                <a:gd name="connsiteX12" fmla="*/ 33716 w 997872"/>
                <a:gd name="connsiteY12" fmla="*/ 4516 h 994306"/>
                <a:gd name="connsiteX13" fmla="*/ 123151 w 997872"/>
                <a:gd name="connsiteY13" fmla="*/ 0 h 994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7872" h="994306">
                  <a:moveTo>
                    <a:pt x="123151" y="0"/>
                  </a:moveTo>
                  <a:cubicBezTo>
                    <a:pt x="606246" y="0"/>
                    <a:pt x="997872" y="391626"/>
                    <a:pt x="997872" y="874721"/>
                  </a:cubicBezTo>
                  <a:cubicBezTo>
                    <a:pt x="997872" y="904915"/>
                    <a:pt x="996342" y="934751"/>
                    <a:pt x="993356" y="964156"/>
                  </a:cubicBezTo>
                  <a:lnTo>
                    <a:pt x="988755" y="994306"/>
                  </a:lnTo>
                  <a:lnTo>
                    <a:pt x="507101" y="994306"/>
                  </a:lnTo>
                  <a:lnTo>
                    <a:pt x="507088" y="994306"/>
                  </a:lnTo>
                  <a:lnTo>
                    <a:pt x="507075" y="994306"/>
                  </a:lnTo>
                  <a:lnTo>
                    <a:pt x="0" y="994306"/>
                  </a:lnTo>
                  <a:lnTo>
                    <a:pt x="0" y="994305"/>
                  </a:lnTo>
                  <a:lnTo>
                    <a:pt x="0" y="509497"/>
                  </a:lnTo>
                  <a:lnTo>
                    <a:pt x="0" y="487221"/>
                  </a:lnTo>
                  <a:lnTo>
                    <a:pt x="0" y="9662"/>
                  </a:lnTo>
                  <a:lnTo>
                    <a:pt x="33716" y="4516"/>
                  </a:lnTo>
                  <a:cubicBezTo>
                    <a:pt x="63122" y="1530"/>
                    <a:pt x="92958" y="0"/>
                    <a:pt x="123151" y="0"/>
                  </a:cubicBezTo>
                  <a:close/>
                </a:path>
              </a:pathLst>
            </a:custGeom>
            <a:solidFill>
              <a:schemeClr val="bg1">
                <a:lumMod val="95000"/>
                <a:alpha val="87000"/>
              </a:schemeClr>
            </a:solidFill>
            <a:ln w="3175">
              <a:solidFill>
                <a:schemeClr val="bg1">
                  <a:lumMod val="75000"/>
                </a:schemeClr>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err="1">
                <a:solidFill>
                  <a:schemeClr val="tx1"/>
                </a:solidFill>
              </a:endParaRPr>
            </a:p>
          </p:txBody>
        </p:sp>
        <p:sp>
          <p:nvSpPr>
            <p:cNvPr id="60" name="타원 59">
              <a:extLst>
                <a:ext uri="{FF2B5EF4-FFF2-40B4-BE49-F238E27FC236}">
                  <a16:creationId xmlns:a16="http://schemas.microsoft.com/office/drawing/2014/main" id="{1590E2FF-E17A-45FA-950E-939D3C028C4B}"/>
                </a:ext>
              </a:extLst>
            </p:cNvPr>
            <p:cNvSpPr/>
            <p:nvPr/>
          </p:nvSpPr>
          <p:spPr>
            <a:xfrm>
              <a:off x="29748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a:solidFill>
                    <a:prstClr val="white"/>
                  </a:solidFill>
                </a:rPr>
                <a:t>X</a:t>
              </a:r>
              <a:endParaRPr lang="ko-KR" altLang="en-US" sz="800" dirty="0" err="1">
                <a:solidFill>
                  <a:prstClr val="white"/>
                </a:solidFill>
              </a:endParaRPr>
            </a:p>
          </p:txBody>
        </p:sp>
        <p:sp>
          <p:nvSpPr>
            <p:cNvPr id="61" name="타원 60">
              <a:extLst>
                <a:ext uri="{FF2B5EF4-FFF2-40B4-BE49-F238E27FC236}">
                  <a16:creationId xmlns:a16="http://schemas.microsoft.com/office/drawing/2014/main" id="{B6C94D21-7ECD-4CC6-BEA7-93B13EB1DEBB}"/>
                </a:ext>
              </a:extLst>
            </p:cNvPr>
            <p:cNvSpPr/>
            <p:nvPr/>
          </p:nvSpPr>
          <p:spPr>
            <a:xfrm>
              <a:off x="2866903" y="5073403"/>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dirty="0">
                  <a:solidFill>
                    <a:prstClr val="white"/>
                  </a:solidFill>
                </a:rPr>
                <a:t>알림</a:t>
              </a:r>
            </a:p>
          </p:txBody>
        </p:sp>
        <p:sp>
          <p:nvSpPr>
            <p:cNvPr id="62" name="타원 61">
              <a:extLst>
                <a:ext uri="{FF2B5EF4-FFF2-40B4-BE49-F238E27FC236}">
                  <a16:creationId xmlns:a16="http://schemas.microsoft.com/office/drawing/2014/main" id="{86A0ECA0-31A8-404E-9F6D-67DB1C8980C8}"/>
                </a:ext>
              </a:extLst>
            </p:cNvPr>
            <p:cNvSpPr/>
            <p:nvPr/>
          </p:nvSpPr>
          <p:spPr>
            <a:xfrm>
              <a:off x="3241635" y="5166619"/>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dirty="0">
                  <a:solidFill>
                    <a:prstClr val="white"/>
                  </a:solidFill>
                </a:rPr>
                <a:t>예약관리</a:t>
              </a:r>
            </a:p>
          </p:txBody>
        </p:sp>
        <p:sp>
          <p:nvSpPr>
            <p:cNvPr id="63" name="타원 62">
              <a:extLst>
                <a:ext uri="{FF2B5EF4-FFF2-40B4-BE49-F238E27FC236}">
                  <a16:creationId xmlns:a16="http://schemas.microsoft.com/office/drawing/2014/main" id="{479290FC-4A42-410B-B52F-4711F9A60FB2}"/>
                </a:ext>
              </a:extLst>
            </p:cNvPr>
            <p:cNvSpPr/>
            <p:nvPr/>
          </p:nvSpPr>
          <p:spPr>
            <a:xfrm>
              <a:off x="3485033" y="544830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500" dirty="0">
                  <a:solidFill>
                    <a:prstClr val="white"/>
                  </a:solidFill>
                </a:rPr>
                <a:t>여권</a:t>
              </a:r>
              <a:r>
                <a:rPr lang="en-US" altLang="ko-KR" sz="500" dirty="0">
                  <a:solidFill>
                    <a:prstClr val="white"/>
                  </a:solidFill>
                </a:rPr>
                <a:t>/</a:t>
              </a:r>
              <a:r>
                <a:rPr lang="ko-KR" altLang="en-US" sz="500" dirty="0">
                  <a:solidFill>
                    <a:prstClr val="white"/>
                  </a:solidFill>
                </a:rPr>
                <a:t>계약서</a:t>
              </a:r>
            </a:p>
          </p:txBody>
        </p:sp>
        <p:sp>
          <p:nvSpPr>
            <p:cNvPr id="64" name="타원 63">
              <a:extLst>
                <a:ext uri="{FF2B5EF4-FFF2-40B4-BE49-F238E27FC236}">
                  <a16:creationId xmlns:a16="http://schemas.microsoft.com/office/drawing/2014/main" id="{5929A4D6-1B56-4FC4-BA33-BC3274F4B915}"/>
                </a:ext>
              </a:extLst>
            </p:cNvPr>
            <p:cNvSpPr/>
            <p:nvPr/>
          </p:nvSpPr>
          <p:spPr>
            <a:xfrm>
              <a:off x="3538910" y="580834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a:solidFill>
                    <a:prstClr val="white"/>
                  </a:solidFill>
                </a:rPr>
                <a:t>전화</a:t>
              </a:r>
              <a:endParaRPr lang="ko-KR" altLang="en-US" sz="600" dirty="0" err="1">
                <a:solidFill>
                  <a:prstClr val="white"/>
                </a:solidFill>
              </a:endParaRPr>
            </a:p>
          </p:txBody>
        </p:sp>
      </p:grpSp>
      <p:grpSp>
        <p:nvGrpSpPr>
          <p:cNvPr id="68" name="그룹 67">
            <a:extLst>
              <a:ext uri="{FF2B5EF4-FFF2-40B4-BE49-F238E27FC236}">
                <a16:creationId xmlns:a16="http://schemas.microsoft.com/office/drawing/2014/main" id="{A7EFD3F7-9EB5-4146-B0E0-F425779BD38A}"/>
              </a:ext>
            </a:extLst>
          </p:cNvPr>
          <p:cNvGrpSpPr/>
          <p:nvPr/>
        </p:nvGrpSpPr>
        <p:grpSpPr>
          <a:xfrm>
            <a:off x="1585533" y="4427114"/>
            <a:ext cx="1094028" cy="1090118"/>
            <a:chOff x="2820157" y="4977573"/>
            <a:chExt cx="1094028" cy="1090118"/>
          </a:xfrm>
        </p:grpSpPr>
        <p:sp>
          <p:nvSpPr>
            <p:cNvPr id="70" name="자유형 73">
              <a:extLst>
                <a:ext uri="{FF2B5EF4-FFF2-40B4-BE49-F238E27FC236}">
                  <a16:creationId xmlns:a16="http://schemas.microsoft.com/office/drawing/2014/main" id="{B27E3EB3-1FD2-45DF-8996-DD9892973AC7}"/>
                </a:ext>
              </a:extLst>
            </p:cNvPr>
            <p:cNvSpPr/>
            <p:nvPr/>
          </p:nvSpPr>
          <p:spPr>
            <a:xfrm>
              <a:off x="2820157" y="4977573"/>
              <a:ext cx="1094028" cy="1090118"/>
            </a:xfrm>
            <a:custGeom>
              <a:avLst/>
              <a:gdLst>
                <a:gd name="connsiteX0" fmla="*/ 123151 w 997872"/>
                <a:gd name="connsiteY0" fmla="*/ 0 h 994306"/>
                <a:gd name="connsiteX1" fmla="*/ 997872 w 997872"/>
                <a:gd name="connsiteY1" fmla="*/ 874721 h 994306"/>
                <a:gd name="connsiteX2" fmla="*/ 993356 w 997872"/>
                <a:gd name="connsiteY2" fmla="*/ 964156 h 994306"/>
                <a:gd name="connsiteX3" fmla="*/ 988755 w 997872"/>
                <a:gd name="connsiteY3" fmla="*/ 994306 h 994306"/>
                <a:gd name="connsiteX4" fmla="*/ 507101 w 997872"/>
                <a:gd name="connsiteY4" fmla="*/ 994306 h 994306"/>
                <a:gd name="connsiteX5" fmla="*/ 507088 w 997872"/>
                <a:gd name="connsiteY5" fmla="*/ 994306 h 994306"/>
                <a:gd name="connsiteX6" fmla="*/ 507075 w 997872"/>
                <a:gd name="connsiteY6" fmla="*/ 994306 h 994306"/>
                <a:gd name="connsiteX7" fmla="*/ 0 w 997872"/>
                <a:gd name="connsiteY7" fmla="*/ 994306 h 994306"/>
                <a:gd name="connsiteX8" fmla="*/ 0 w 997872"/>
                <a:gd name="connsiteY8" fmla="*/ 994305 h 994306"/>
                <a:gd name="connsiteX9" fmla="*/ 0 w 997872"/>
                <a:gd name="connsiteY9" fmla="*/ 509497 h 994306"/>
                <a:gd name="connsiteX10" fmla="*/ 0 w 997872"/>
                <a:gd name="connsiteY10" fmla="*/ 487221 h 994306"/>
                <a:gd name="connsiteX11" fmla="*/ 0 w 997872"/>
                <a:gd name="connsiteY11" fmla="*/ 9662 h 994306"/>
                <a:gd name="connsiteX12" fmla="*/ 33716 w 997872"/>
                <a:gd name="connsiteY12" fmla="*/ 4516 h 994306"/>
                <a:gd name="connsiteX13" fmla="*/ 123151 w 997872"/>
                <a:gd name="connsiteY13" fmla="*/ 0 h 994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7872" h="994306">
                  <a:moveTo>
                    <a:pt x="123151" y="0"/>
                  </a:moveTo>
                  <a:cubicBezTo>
                    <a:pt x="606246" y="0"/>
                    <a:pt x="997872" y="391626"/>
                    <a:pt x="997872" y="874721"/>
                  </a:cubicBezTo>
                  <a:cubicBezTo>
                    <a:pt x="997872" y="904915"/>
                    <a:pt x="996342" y="934751"/>
                    <a:pt x="993356" y="964156"/>
                  </a:cubicBezTo>
                  <a:lnTo>
                    <a:pt x="988755" y="994306"/>
                  </a:lnTo>
                  <a:lnTo>
                    <a:pt x="507101" y="994306"/>
                  </a:lnTo>
                  <a:lnTo>
                    <a:pt x="507088" y="994306"/>
                  </a:lnTo>
                  <a:lnTo>
                    <a:pt x="507075" y="994306"/>
                  </a:lnTo>
                  <a:lnTo>
                    <a:pt x="0" y="994306"/>
                  </a:lnTo>
                  <a:lnTo>
                    <a:pt x="0" y="994305"/>
                  </a:lnTo>
                  <a:lnTo>
                    <a:pt x="0" y="509497"/>
                  </a:lnTo>
                  <a:lnTo>
                    <a:pt x="0" y="487221"/>
                  </a:lnTo>
                  <a:lnTo>
                    <a:pt x="0" y="9662"/>
                  </a:lnTo>
                  <a:lnTo>
                    <a:pt x="33716" y="4516"/>
                  </a:lnTo>
                  <a:cubicBezTo>
                    <a:pt x="63122" y="1530"/>
                    <a:pt x="92958" y="0"/>
                    <a:pt x="123151" y="0"/>
                  </a:cubicBezTo>
                  <a:close/>
                </a:path>
              </a:pathLst>
            </a:custGeom>
            <a:solidFill>
              <a:schemeClr val="bg1">
                <a:lumMod val="95000"/>
                <a:alpha val="87000"/>
              </a:schemeClr>
            </a:solidFill>
            <a:ln w="3175">
              <a:solidFill>
                <a:schemeClr val="bg1">
                  <a:lumMod val="75000"/>
                </a:schemeClr>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err="1">
                <a:solidFill>
                  <a:schemeClr val="tx1"/>
                </a:solidFill>
              </a:endParaRPr>
            </a:p>
          </p:txBody>
        </p:sp>
        <p:sp>
          <p:nvSpPr>
            <p:cNvPr id="71" name="타원 70">
              <a:extLst>
                <a:ext uri="{FF2B5EF4-FFF2-40B4-BE49-F238E27FC236}">
                  <a16:creationId xmlns:a16="http://schemas.microsoft.com/office/drawing/2014/main" id="{48539A03-58A7-47C5-A9DC-41253C85B6E5}"/>
                </a:ext>
              </a:extLst>
            </p:cNvPr>
            <p:cNvSpPr/>
            <p:nvPr/>
          </p:nvSpPr>
          <p:spPr>
            <a:xfrm>
              <a:off x="29748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a:solidFill>
                    <a:prstClr val="white"/>
                  </a:solidFill>
                </a:rPr>
                <a:t>X</a:t>
              </a:r>
              <a:endParaRPr lang="ko-KR" altLang="en-US" sz="800" dirty="0" err="1">
                <a:solidFill>
                  <a:prstClr val="white"/>
                </a:solidFill>
              </a:endParaRPr>
            </a:p>
          </p:txBody>
        </p:sp>
        <p:sp>
          <p:nvSpPr>
            <p:cNvPr id="72" name="타원 71">
              <a:extLst>
                <a:ext uri="{FF2B5EF4-FFF2-40B4-BE49-F238E27FC236}">
                  <a16:creationId xmlns:a16="http://schemas.microsoft.com/office/drawing/2014/main" id="{D120E7D6-0711-4D21-9FE6-36341F3DA35C}"/>
                </a:ext>
              </a:extLst>
            </p:cNvPr>
            <p:cNvSpPr/>
            <p:nvPr/>
          </p:nvSpPr>
          <p:spPr>
            <a:xfrm>
              <a:off x="2866903" y="5073403"/>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dirty="0">
                  <a:solidFill>
                    <a:prstClr val="white"/>
                  </a:solidFill>
                </a:rPr>
                <a:t>알림</a:t>
              </a:r>
            </a:p>
          </p:txBody>
        </p:sp>
        <p:sp>
          <p:nvSpPr>
            <p:cNvPr id="73" name="타원 72">
              <a:extLst>
                <a:ext uri="{FF2B5EF4-FFF2-40B4-BE49-F238E27FC236}">
                  <a16:creationId xmlns:a16="http://schemas.microsoft.com/office/drawing/2014/main" id="{6B57C90B-CE89-4062-B464-8079D4DBABC1}"/>
                </a:ext>
              </a:extLst>
            </p:cNvPr>
            <p:cNvSpPr/>
            <p:nvPr/>
          </p:nvSpPr>
          <p:spPr>
            <a:xfrm>
              <a:off x="3241635" y="5166619"/>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dirty="0" err="1">
                  <a:solidFill>
                    <a:prstClr val="white"/>
                  </a:solidFill>
                </a:rPr>
                <a:t>마이트래블가이드</a:t>
              </a:r>
              <a:endParaRPr lang="ko-KR" altLang="en-US" sz="600" dirty="0">
                <a:solidFill>
                  <a:prstClr val="white"/>
                </a:solidFill>
              </a:endParaRPr>
            </a:p>
          </p:txBody>
        </p:sp>
        <p:sp>
          <p:nvSpPr>
            <p:cNvPr id="74" name="타원 73">
              <a:extLst>
                <a:ext uri="{FF2B5EF4-FFF2-40B4-BE49-F238E27FC236}">
                  <a16:creationId xmlns:a16="http://schemas.microsoft.com/office/drawing/2014/main" id="{58A51FBE-3986-48C3-82D2-151F970DC9A4}"/>
                </a:ext>
              </a:extLst>
            </p:cNvPr>
            <p:cNvSpPr/>
            <p:nvPr/>
          </p:nvSpPr>
          <p:spPr>
            <a:xfrm>
              <a:off x="3485033" y="544830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dirty="0">
                  <a:solidFill>
                    <a:prstClr val="white"/>
                  </a:solidFill>
                </a:rPr>
                <a:t>다운로드</a:t>
              </a:r>
            </a:p>
          </p:txBody>
        </p:sp>
        <p:sp>
          <p:nvSpPr>
            <p:cNvPr id="75" name="타원 74">
              <a:extLst>
                <a:ext uri="{FF2B5EF4-FFF2-40B4-BE49-F238E27FC236}">
                  <a16:creationId xmlns:a16="http://schemas.microsoft.com/office/drawing/2014/main" id="{CF6DC02A-09B7-49E3-9621-8F1A590CF6E7}"/>
                </a:ext>
              </a:extLst>
            </p:cNvPr>
            <p:cNvSpPr/>
            <p:nvPr/>
          </p:nvSpPr>
          <p:spPr>
            <a:xfrm>
              <a:off x="3538910" y="580834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dirty="0">
                  <a:solidFill>
                    <a:prstClr val="white"/>
                  </a:solidFill>
                </a:rPr>
                <a:t>전화</a:t>
              </a:r>
            </a:p>
          </p:txBody>
        </p:sp>
      </p:grpSp>
      <p:grpSp>
        <p:nvGrpSpPr>
          <p:cNvPr id="6" name="그룹 5">
            <a:extLst>
              <a:ext uri="{FF2B5EF4-FFF2-40B4-BE49-F238E27FC236}">
                <a16:creationId xmlns:a16="http://schemas.microsoft.com/office/drawing/2014/main" id="{622481EB-3756-45DA-873F-64C9788E49D4}"/>
              </a:ext>
            </a:extLst>
          </p:cNvPr>
          <p:cNvGrpSpPr/>
          <p:nvPr/>
        </p:nvGrpSpPr>
        <p:grpSpPr>
          <a:xfrm>
            <a:off x="3800872" y="4427114"/>
            <a:ext cx="1094028" cy="1090118"/>
            <a:chOff x="3800872" y="4139082"/>
            <a:chExt cx="1094028" cy="1090118"/>
          </a:xfrm>
        </p:grpSpPr>
        <p:sp>
          <p:nvSpPr>
            <p:cNvPr id="79" name="자유형 73">
              <a:extLst>
                <a:ext uri="{FF2B5EF4-FFF2-40B4-BE49-F238E27FC236}">
                  <a16:creationId xmlns:a16="http://schemas.microsoft.com/office/drawing/2014/main" id="{1BA897A9-9CB6-4343-91F9-CB872F48D442}"/>
                </a:ext>
              </a:extLst>
            </p:cNvPr>
            <p:cNvSpPr/>
            <p:nvPr/>
          </p:nvSpPr>
          <p:spPr>
            <a:xfrm>
              <a:off x="3800872" y="4139082"/>
              <a:ext cx="1094028" cy="1090118"/>
            </a:xfrm>
            <a:custGeom>
              <a:avLst/>
              <a:gdLst>
                <a:gd name="connsiteX0" fmla="*/ 123151 w 997872"/>
                <a:gd name="connsiteY0" fmla="*/ 0 h 994306"/>
                <a:gd name="connsiteX1" fmla="*/ 997872 w 997872"/>
                <a:gd name="connsiteY1" fmla="*/ 874721 h 994306"/>
                <a:gd name="connsiteX2" fmla="*/ 993356 w 997872"/>
                <a:gd name="connsiteY2" fmla="*/ 964156 h 994306"/>
                <a:gd name="connsiteX3" fmla="*/ 988755 w 997872"/>
                <a:gd name="connsiteY3" fmla="*/ 994306 h 994306"/>
                <a:gd name="connsiteX4" fmla="*/ 507101 w 997872"/>
                <a:gd name="connsiteY4" fmla="*/ 994306 h 994306"/>
                <a:gd name="connsiteX5" fmla="*/ 507088 w 997872"/>
                <a:gd name="connsiteY5" fmla="*/ 994306 h 994306"/>
                <a:gd name="connsiteX6" fmla="*/ 507075 w 997872"/>
                <a:gd name="connsiteY6" fmla="*/ 994306 h 994306"/>
                <a:gd name="connsiteX7" fmla="*/ 0 w 997872"/>
                <a:gd name="connsiteY7" fmla="*/ 994306 h 994306"/>
                <a:gd name="connsiteX8" fmla="*/ 0 w 997872"/>
                <a:gd name="connsiteY8" fmla="*/ 994305 h 994306"/>
                <a:gd name="connsiteX9" fmla="*/ 0 w 997872"/>
                <a:gd name="connsiteY9" fmla="*/ 509497 h 994306"/>
                <a:gd name="connsiteX10" fmla="*/ 0 w 997872"/>
                <a:gd name="connsiteY10" fmla="*/ 487221 h 994306"/>
                <a:gd name="connsiteX11" fmla="*/ 0 w 997872"/>
                <a:gd name="connsiteY11" fmla="*/ 9662 h 994306"/>
                <a:gd name="connsiteX12" fmla="*/ 33716 w 997872"/>
                <a:gd name="connsiteY12" fmla="*/ 4516 h 994306"/>
                <a:gd name="connsiteX13" fmla="*/ 123151 w 997872"/>
                <a:gd name="connsiteY13" fmla="*/ 0 h 994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7872" h="994306">
                  <a:moveTo>
                    <a:pt x="123151" y="0"/>
                  </a:moveTo>
                  <a:cubicBezTo>
                    <a:pt x="606246" y="0"/>
                    <a:pt x="997872" y="391626"/>
                    <a:pt x="997872" y="874721"/>
                  </a:cubicBezTo>
                  <a:cubicBezTo>
                    <a:pt x="997872" y="904915"/>
                    <a:pt x="996342" y="934751"/>
                    <a:pt x="993356" y="964156"/>
                  </a:cubicBezTo>
                  <a:lnTo>
                    <a:pt x="988755" y="994306"/>
                  </a:lnTo>
                  <a:lnTo>
                    <a:pt x="507101" y="994306"/>
                  </a:lnTo>
                  <a:lnTo>
                    <a:pt x="507088" y="994306"/>
                  </a:lnTo>
                  <a:lnTo>
                    <a:pt x="507075" y="994306"/>
                  </a:lnTo>
                  <a:lnTo>
                    <a:pt x="0" y="994306"/>
                  </a:lnTo>
                  <a:lnTo>
                    <a:pt x="0" y="994305"/>
                  </a:lnTo>
                  <a:lnTo>
                    <a:pt x="0" y="509497"/>
                  </a:lnTo>
                  <a:lnTo>
                    <a:pt x="0" y="487221"/>
                  </a:lnTo>
                  <a:lnTo>
                    <a:pt x="0" y="9662"/>
                  </a:lnTo>
                  <a:lnTo>
                    <a:pt x="33716" y="4516"/>
                  </a:lnTo>
                  <a:cubicBezTo>
                    <a:pt x="63122" y="1530"/>
                    <a:pt x="92958" y="0"/>
                    <a:pt x="123151" y="0"/>
                  </a:cubicBezTo>
                  <a:close/>
                </a:path>
              </a:pathLst>
            </a:custGeom>
            <a:solidFill>
              <a:schemeClr val="bg1">
                <a:lumMod val="95000"/>
                <a:alpha val="87000"/>
              </a:schemeClr>
            </a:solidFill>
            <a:ln w="3175">
              <a:solidFill>
                <a:schemeClr val="bg1">
                  <a:lumMod val="75000"/>
                </a:schemeClr>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err="1">
                <a:solidFill>
                  <a:schemeClr val="tx1"/>
                </a:solidFill>
              </a:endParaRPr>
            </a:p>
          </p:txBody>
        </p:sp>
        <p:sp>
          <p:nvSpPr>
            <p:cNvPr id="80" name="타원 79">
              <a:extLst>
                <a:ext uri="{FF2B5EF4-FFF2-40B4-BE49-F238E27FC236}">
                  <a16:creationId xmlns:a16="http://schemas.microsoft.com/office/drawing/2014/main" id="{FDCFEE34-C2AD-4FFC-9F1E-4099A1080DE9}"/>
                </a:ext>
              </a:extLst>
            </p:cNvPr>
            <p:cNvSpPr/>
            <p:nvPr/>
          </p:nvSpPr>
          <p:spPr>
            <a:xfrm>
              <a:off x="3955538" y="4750130"/>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a:solidFill>
                    <a:prstClr val="white"/>
                  </a:solidFill>
                </a:rPr>
                <a:t>X</a:t>
              </a:r>
              <a:endParaRPr lang="ko-KR" altLang="en-US" sz="800" dirty="0" err="1">
                <a:solidFill>
                  <a:prstClr val="white"/>
                </a:solidFill>
              </a:endParaRPr>
            </a:p>
          </p:txBody>
        </p:sp>
        <p:sp>
          <p:nvSpPr>
            <p:cNvPr id="81" name="타원 80">
              <a:extLst>
                <a:ext uri="{FF2B5EF4-FFF2-40B4-BE49-F238E27FC236}">
                  <a16:creationId xmlns:a16="http://schemas.microsoft.com/office/drawing/2014/main" id="{2B57D910-0917-449E-805D-0F80FBA386F1}"/>
                </a:ext>
              </a:extLst>
            </p:cNvPr>
            <p:cNvSpPr/>
            <p:nvPr/>
          </p:nvSpPr>
          <p:spPr>
            <a:xfrm>
              <a:off x="3847618" y="4234912"/>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dirty="0">
                  <a:solidFill>
                    <a:prstClr val="white"/>
                  </a:solidFill>
                </a:rPr>
                <a:t>알림</a:t>
              </a:r>
            </a:p>
          </p:txBody>
        </p:sp>
        <p:sp>
          <p:nvSpPr>
            <p:cNvPr id="82" name="타원 81">
              <a:extLst>
                <a:ext uri="{FF2B5EF4-FFF2-40B4-BE49-F238E27FC236}">
                  <a16:creationId xmlns:a16="http://schemas.microsoft.com/office/drawing/2014/main" id="{E9C884C6-7CC8-4EB0-9348-6D844FDE7D0B}"/>
                </a:ext>
              </a:extLst>
            </p:cNvPr>
            <p:cNvSpPr/>
            <p:nvPr/>
          </p:nvSpPr>
          <p:spPr>
            <a:xfrm>
              <a:off x="4222350" y="4328128"/>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dirty="0">
                  <a:solidFill>
                    <a:prstClr val="white"/>
                  </a:solidFill>
                </a:rPr>
                <a:t>여행후기</a:t>
              </a:r>
              <a:r>
                <a:rPr lang="en-US" altLang="ko-KR" sz="600" dirty="0">
                  <a:solidFill>
                    <a:prstClr val="white"/>
                  </a:solidFill>
                </a:rPr>
                <a:t>/</a:t>
              </a:r>
              <a:r>
                <a:rPr lang="ko-KR" altLang="en-US" sz="600" dirty="0">
                  <a:solidFill>
                    <a:prstClr val="white"/>
                  </a:solidFill>
                </a:rPr>
                <a:t>평가</a:t>
              </a:r>
            </a:p>
          </p:txBody>
        </p:sp>
        <p:sp>
          <p:nvSpPr>
            <p:cNvPr id="83" name="타원 82">
              <a:extLst>
                <a:ext uri="{FF2B5EF4-FFF2-40B4-BE49-F238E27FC236}">
                  <a16:creationId xmlns:a16="http://schemas.microsoft.com/office/drawing/2014/main" id="{A86EA2DF-9D8A-41D8-86DF-DB98D10D83F9}"/>
                </a:ext>
              </a:extLst>
            </p:cNvPr>
            <p:cNvSpPr/>
            <p:nvPr/>
          </p:nvSpPr>
          <p:spPr>
            <a:xfrm>
              <a:off x="4465748" y="4609810"/>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dirty="0">
                  <a:solidFill>
                    <a:prstClr val="white"/>
                  </a:solidFill>
                </a:rPr>
                <a:t>포인트안내</a:t>
              </a:r>
            </a:p>
          </p:txBody>
        </p:sp>
        <p:sp>
          <p:nvSpPr>
            <p:cNvPr id="84" name="타원 83">
              <a:extLst>
                <a:ext uri="{FF2B5EF4-FFF2-40B4-BE49-F238E27FC236}">
                  <a16:creationId xmlns:a16="http://schemas.microsoft.com/office/drawing/2014/main" id="{4A9E7DFB-82AD-4A3E-B585-E56B29BD958B}"/>
                </a:ext>
              </a:extLst>
            </p:cNvPr>
            <p:cNvSpPr/>
            <p:nvPr/>
          </p:nvSpPr>
          <p:spPr>
            <a:xfrm>
              <a:off x="4519625" y="4969850"/>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dirty="0">
                  <a:solidFill>
                    <a:prstClr val="white"/>
                  </a:solidFill>
                </a:rPr>
                <a:t>전화</a:t>
              </a:r>
            </a:p>
          </p:txBody>
        </p:sp>
      </p:grpSp>
      <p:sp>
        <p:nvSpPr>
          <p:cNvPr id="86" name="TextBox 85">
            <a:extLst>
              <a:ext uri="{FF2B5EF4-FFF2-40B4-BE49-F238E27FC236}">
                <a16:creationId xmlns:a16="http://schemas.microsoft.com/office/drawing/2014/main" id="{EF1EF654-C965-4F1C-BEE6-C2866A87ADAC}"/>
              </a:ext>
            </a:extLst>
          </p:cNvPr>
          <p:cNvSpPr txBox="1"/>
          <p:nvPr/>
        </p:nvSpPr>
        <p:spPr>
          <a:xfrm>
            <a:off x="1514730" y="1412776"/>
            <a:ext cx="1287584" cy="230832"/>
          </a:xfrm>
          <a:prstGeom prst="rect">
            <a:avLst/>
          </a:prstGeom>
          <a:noFill/>
        </p:spPr>
        <p:txBody>
          <a:bodyPr wrap="square" rtlCol="0">
            <a:spAutoFit/>
          </a:bodyPr>
          <a:lstStyle/>
          <a:p>
            <a:r>
              <a:rPr lang="ko-KR" altLang="en-US" sz="900" b="1" dirty="0" err="1">
                <a:latin typeface="나눔고딕" panose="020D0604000000000000" pitchFamily="50" charset="-127"/>
                <a:ea typeface="나눔고딕" panose="020D0604000000000000" pitchFamily="50" charset="-127"/>
              </a:rPr>
              <a:t>비예약</a:t>
            </a:r>
            <a:r>
              <a:rPr lang="ko-KR" altLang="en-US" sz="900" b="1" dirty="0">
                <a:latin typeface="나눔고딕" panose="020D0604000000000000" pitchFamily="50" charset="-127"/>
                <a:ea typeface="나눔고딕" panose="020D0604000000000000" pitchFamily="50" charset="-127"/>
              </a:rPr>
              <a:t> 및 검색</a:t>
            </a:r>
          </a:p>
        </p:txBody>
      </p:sp>
      <p:sp>
        <p:nvSpPr>
          <p:cNvPr id="87" name="TextBox 86">
            <a:extLst>
              <a:ext uri="{FF2B5EF4-FFF2-40B4-BE49-F238E27FC236}">
                <a16:creationId xmlns:a16="http://schemas.microsoft.com/office/drawing/2014/main" id="{BCB75BA6-9137-4186-9896-4F50070AF52F}"/>
              </a:ext>
            </a:extLst>
          </p:cNvPr>
          <p:cNvSpPr txBox="1"/>
          <p:nvPr/>
        </p:nvSpPr>
        <p:spPr>
          <a:xfrm>
            <a:off x="3746949" y="1412776"/>
            <a:ext cx="1287584" cy="230832"/>
          </a:xfrm>
          <a:prstGeom prst="rect">
            <a:avLst/>
          </a:prstGeom>
          <a:noFill/>
        </p:spPr>
        <p:txBody>
          <a:bodyPr wrap="square" rtlCol="0">
            <a:spAutoFit/>
          </a:bodyPr>
          <a:lstStyle/>
          <a:p>
            <a:r>
              <a:rPr lang="ko-KR" altLang="en-US" sz="900" b="1" dirty="0">
                <a:latin typeface="나눔고딕" panose="020D0604000000000000" pitchFamily="50" charset="-127"/>
                <a:ea typeface="나눔고딕" panose="020D0604000000000000" pitchFamily="50" charset="-127"/>
              </a:rPr>
              <a:t>예약 후 결제완료전</a:t>
            </a:r>
          </a:p>
        </p:txBody>
      </p:sp>
      <p:sp>
        <p:nvSpPr>
          <p:cNvPr id="88" name="TextBox 87">
            <a:extLst>
              <a:ext uri="{FF2B5EF4-FFF2-40B4-BE49-F238E27FC236}">
                <a16:creationId xmlns:a16="http://schemas.microsoft.com/office/drawing/2014/main" id="{9B22EB05-11E1-49D5-BB1B-634DB45D0EB6}"/>
              </a:ext>
            </a:extLst>
          </p:cNvPr>
          <p:cNvSpPr txBox="1"/>
          <p:nvPr/>
        </p:nvSpPr>
        <p:spPr>
          <a:xfrm>
            <a:off x="1514730" y="3794026"/>
            <a:ext cx="1287584" cy="230832"/>
          </a:xfrm>
          <a:prstGeom prst="rect">
            <a:avLst/>
          </a:prstGeom>
          <a:noFill/>
        </p:spPr>
        <p:txBody>
          <a:bodyPr wrap="square" rtlCol="0">
            <a:spAutoFit/>
          </a:bodyPr>
          <a:lstStyle/>
          <a:p>
            <a:r>
              <a:rPr lang="ko-KR" altLang="en-US" sz="900" b="1" dirty="0">
                <a:latin typeface="나눔고딕" panose="020D0604000000000000" pitchFamily="50" charset="-127"/>
                <a:ea typeface="나눔고딕" panose="020D0604000000000000" pitchFamily="50" charset="-127"/>
              </a:rPr>
              <a:t>결제 완료 후 </a:t>
            </a:r>
            <a:r>
              <a:rPr lang="ko-KR" altLang="en-US" sz="900" b="1" dirty="0" err="1">
                <a:latin typeface="나눔고딕" panose="020D0604000000000000" pitchFamily="50" charset="-127"/>
                <a:ea typeface="나눔고딕" panose="020D0604000000000000" pitchFamily="50" charset="-127"/>
              </a:rPr>
              <a:t>출발전</a:t>
            </a:r>
            <a:endParaRPr lang="ko-KR" altLang="en-US" sz="900" b="1" dirty="0">
              <a:latin typeface="나눔고딕" panose="020D0604000000000000" pitchFamily="50" charset="-127"/>
              <a:ea typeface="나눔고딕" panose="020D0604000000000000" pitchFamily="50" charset="-127"/>
            </a:endParaRPr>
          </a:p>
        </p:txBody>
      </p:sp>
      <p:sp>
        <p:nvSpPr>
          <p:cNvPr id="89" name="TextBox 88">
            <a:extLst>
              <a:ext uri="{FF2B5EF4-FFF2-40B4-BE49-F238E27FC236}">
                <a16:creationId xmlns:a16="http://schemas.microsoft.com/office/drawing/2014/main" id="{5FD866D1-31FB-4447-B06A-41B4EEF3E1EF}"/>
              </a:ext>
            </a:extLst>
          </p:cNvPr>
          <p:cNvSpPr txBox="1"/>
          <p:nvPr/>
        </p:nvSpPr>
        <p:spPr>
          <a:xfrm>
            <a:off x="3746948" y="3794026"/>
            <a:ext cx="2502195" cy="507831"/>
          </a:xfrm>
          <a:prstGeom prst="rect">
            <a:avLst/>
          </a:prstGeom>
          <a:noFill/>
        </p:spPr>
        <p:txBody>
          <a:bodyPr wrap="square" rtlCol="0">
            <a:spAutoFit/>
          </a:bodyPr>
          <a:lstStyle/>
          <a:p>
            <a:r>
              <a:rPr lang="ko-KR" altLang="en-US" sz="900" b="1" dirty="0">
                <a:latin typeface="나눔고딕" panose="020D0604000000000000" pitchFamily="50" charset="-127"/>
                <a:ea typeface="나눔고딕" panose="020D0604000000000000" pitchFamily="50" charset="-127"/>
              </a:rPr>
              <a:t>예약상품의 도착일 이후 </a:t>
            </a:r>
            <a:r>
              <a:rPr lang="en-US" altLang="ko-KR" sz="900" b="1" dirty="0">
                <a:latin typeface="나눔고딕" panose="020D0604000000000000" pitchFamily="50" charset="-127"/>
                <a:ea typeface="나눔고딕" panose="020D0604000000000000" pitchFamily="50" charset="-127"/>
              </a:rPr>
              <a:t>10</a:t>
            </a:r>
            <a:r>
              <a:rPr lang="ko-KR" altLang="en-US" sz="900" b="1" dirty="0">
                <a:latin typeface="나눔고딕" panose="020D0604000000000000" pitchFamily="50" charset="-127"/>
                <a:ea typeface="나눔고딕" panose="020D0604000000000000" pitchFamily="50" charset="-127"/>
              </a:rPr>
              <a:t>일까지</a:t>
            </a:r>
            <a:br>
              <a:rPr lang="en-US" altLang="ko-KR" sz="900" b="1" dirty="0">
                <a:latin typeface="나눔고딕" panose="020D0604000000000000" pitchFamily="50" charset="-127"/>
                <a:ea typeface="나눔고딕" panose="020D0604000000000000" pitchFamily="50" charset="-127"/>
              </a:rPr>
            </a:br>
            <a:r>
              <a:rPr lang="en-US" altLang="ko-KR" sz="900" b="1" dirty="0">
                <a:latin typeface="나눔고딕" panose="020D0604000000000000" pitchFamily="50" charset="-127"/>
                <a:ea typeface="나눔고딕" panose="020D0604000000000000" pitchFamily="50" charset="-127"/>
              </a:rPr>
              <a:t>- 10</a:t>
            </a:r>
            <a:r>
              <a:rPr lang="ko-KR" altLang="en-US" sz="900" b="1" dirty="0">
                <a:latin typeface="나눔고딕" panose="020D0604000000000000" pitchFamily="50" charset="-127"/>
                <a:ea typeface="나눔고딕" panose="020D0604000000000000" pitchFamily="50" charset="-127"/>
              </a:rPr>
              <a:t>일 이전에 다른 상품을 예약할 경우 </a:t>
            </a:r>
            <a:r>
              <a:rPr lang="en-US" altLang="ko-KR" sz="900" b="1" dirty="0">
                <a:latin typeface="나눔고딕" panose="020D0604000000000000" pitchFamily="50" charset="-127"/>
                <a:ea typeface="나눔고딕" panose="020D0604000000000000" pitchFamily="50" charset="-127"/>
              </a:rPr>
              <a:t>2</a:t>
            </a:r>
            <a:r>
              <a:rPr lang="ko-KR" altLang="en-US" sz="900" b="1" dirty="0">
                <a:latin typeface="나눔고딕" panose="020D0604000000000000" pitchFamily="50" charset="-127"/>
                <a:ea typeface="나눔고딕" panose="020D0604000000000000" pitchFamily="50" charset="-127"/>
              </a:rPr>
              <a:t>영역의 버튼을 노출</a:t>
            </a:r>
          </a:p>
        </p:txBody>
      </p:sp>
      <p:sp>
        <p:nvSpPr>
          <p:cNvPr id="90" name="타원 118">
            <a:extLst>
              <a:ext uri="{FF2B5EF4-FFF2-40B4-BE49-F238E27FC236}">
                <a16:creationId xmlns:a16="http://schemas.microsoft.com/office/drawing/2014/main" id="{215B1DE8-6FDF-43C1-999C-BDF5507D2D08}"/>
              </a:ext>
            </a:extLst>
          </p:cNvPr>
          <p:cNvSpPr/>
          <p:nvPr/>
        </p:nvSpPr>
        <p:spPr>
          <a:xfrm>
            <a:off x="1280592" y="184814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7" name="타원 118">
            <a:extLst>
              <a:ext uri="{FF2B5EF4-FFF2-40B4-BE49-F238E27FC236}">
                <a16:creationId xmlns:a16="http://schemas.microsoft.com/office/drawing/2014/main" id="{A5EF23D6-ED7E-4F21-9D51-E3C87B32C213}"/>
              </a:ext>
            </a:extLst>
          </p:cNvPr>
          <p:cNvSpPr/>
          <p:nvPr/>
        </p:nvSpPr>
        <p:spPr>
          <a:xfrm>
            <a:off x="3493610" y="184814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9" name="타원 118">
            <a:extLst>
              <a:ext uri="{FF2B5EF4-FFF2-40B4-BE49-F238E27FC236}">
                <a16:creationId xmlns:a16="http://schemas.microsoft.com/office/drawing/2014/main" id="{9F71FA1E-2E15-4C51-BA9D-AB1DD1E82297}"/>
              </a:ext>
            </a:extLst>
          </p:cNvPr>
          <p:cNvSpPr/>
          <p:nvPr/>
        </p:nvSpPr>
        <p:spPr>
          <a:xfrm>
            <a:off x="1280592" y="4354362"/>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3</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103" name="타원 118">
            <a:extLst>
              <a:ext uri="{FF2B5EF4-FFF2-40B4-BE49-F238E27FC236}">
                <a16:creationId xmlns:a16="http://schemas.microsoft.com/office/drawing/2014/main" id="{25055C85-7CF2-4BB6-9BA9-6E14A8800095}"/>
              </a:ext>
            </a:extLst>
          </p:cNvPr>
          <p:cNvSpPr/>
          <p:nvPr/>
        </p:nvSpPr>
        <p:spPr>
          <a:xfrm>
            <a:off x="3493610" y="4354362"/>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4</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105" name="타원 118">
            <a:extLst>
              <a:ext uri="{FF2B5EF4-FFF2-40B4-BE49-F238E27FC236}">
                <a16:creationId xmlns:a16="http://schemas.microsoft.com/office/drawing/2014/main" id="{14220DD6-DD49-4EA4-A621-1BBB5E5664F8}"/>
              </a:ext>
            </a:extLst>
          </p:cNvPr>
          <p:cNvSpPr/>
          <p:nvPr/>
        </p:nvSpPr>
        <p:spPr>
          <a:xfrm>
            <a:off x="2493485" y="281969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5</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108" name="타원 118">
            <a:extLst>
              <a:ext uri="{FF2B5EF4-FFF2-40B4-BE49-F238E27FC236}">
                <a16:creationId xmlns:a16="http://schemas.microsoft.com/office/drawing/2014/main" id="{60159137-D6EC-4E01-A8DD-D5A506A6EB29}"/>
              </a:ext>
            </a:extLst>
          </p:cNvPr>
          <p:cNvSpPr/>
          <p:nvPr/>
        </p:nvSpPr>
        <p:spPr>
          <a:xfrm>
            <a:off x="4684235" y="281969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5</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109" name="타원 118">
            <a:extLst>
              <a:ext uri="{FF2B5EF4-FFF2-40B4-BE49-F238E27FC236}">
                <a16:creationId xmlns:a16="http://schemas.microsoft.com/office/drawing/2014/main" id="{2A03B17C-82E2-44B9-9E8B-35E389B8B10D}"/>
              </a:ext>
            </a:extLst>
          </p:cNvPr>
          <p:cNvSpPr/>
          <p:nvPr/>
        </p:nvSpPr>
        <p:spPr>
          <a:xfrm>
            <a:off x="4684235" y="538192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5</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112" name="타원 118">
            <a:extLst>
              <a:ext uri="{FF2B5EF4-FFF2-40B4-BE49-F238E27FC236}">
                <a16:creationId xmlns:a16="http://schemas.microsoft.com/office/drawing/2014/main" id="{47ED82AF-C46F-48F7-B9E8-CA4820E66D48}"/>
              </a:ext>
            </a:extLst>
          </p:cNvPr>
          <p:cNvSpPr/>
          <p:nvPr/>
        </p:nvSpPr>
        <p:spPr>
          <a:xfrm>
            <a:off x="2493485" y="538192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5</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Tree>
    <p:extLst>
      <p:ext uri="{BB962C8B-B14F-4D97-AF65-F5344CB8AC3E}">
        <p14:creationId xmlns:p14="http://schemas.microsoft.com/office/powerpoint/2010/main" val="3292541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표 1">
            <a:extLst>
              <a:ext uri="{FF2B5EF4-FFF2-40B4-BE49-F238E27FC236}">
                <a16:creationId xmlns:a16="http://schemas.microsoft.com/office/drawing/2014/main" id="{CA5DAEB9-C530-4149-859A-750A8E4CF860}"/>
              </a:ext>
            </a:extLst>
          </p:cNvPr>
          <p:cNvGraphicFramePr>
            <a:graphicFrameLocks noGrp="1"/>
          </p:cNvGraphicFramePr>
          <p:nvPr>
            <p:extLst>
              <p:ext uri="{D42A27DB-BD31-4B8C-83A1-F6EECF244321}">
                <p14:modId xmlns:p14="http://schemas.microsoft.com/office/powerpoint/2010/main" val="1444268187"/>
              </p:ext>
            </p:extLst>
          </p:nvPr>
        </p:nvGraphicFramePr>
        <p:xfrm>
          <a:off x="344488" y="493133"/>
          <a:ext cx="9289031" cy="5960203"/>
        </p:xfrm>
        <a:graphic>
          <a:graphicData uri="http://schemas.openxmlformats.org/drawingml/2006/table">
            <a:tbl>
              <a:tblPr>
                <a:tableStyleId>{5C22544A-7EE6-4342-B048-85BDC9FD1C3A}</a:tableStyleId>
              </a:tblPr>
              <a:tblGrid>
                <a:gridCol w="657225">
                  <a:extLst>
                    <a:ext uri="{9D8B030D-6E8A-4147-A177-3AD203B41FA5}">
                      <a16:colId xmlns:a16="http://schemas.microsoft.com/office/drawing/2014/main" val="2554153155"/>
                    </a:ext>
                  </a:extLst>
                </a:gridCol>
                <a:gridCol w="535349">
                  <a:extLst>
                    <a:ext uri="{9D8B030D-6E8A-4147-A177-3AD203B41FA5}">
                      <a16:colId xmlns:a16="http://schemas.microsoft.com/office/drawing/2014/main" val="1365624631"/>
                    </a:ext>
                  </a:extLst>
                </a:gridCol>
                <a:gridCol w="693184">
                  <a:extLst>
                    <a:ext uri="{9D8B030D-6E8A-4147-A177-3AD203B41FA5}">
                      <a16:colId xmlns:a16="http://schemas.microsoft.com/office/drawing/2014/main" val="3651911817"/>
                    </a:ext>
                  </a:extLst>
                </a:gridCol>
                <a:gridCol w="559019">
                  <a:extLst>
                    <a:ext uri="{9D8B030D-6E8A-4147-A177-3AD203B41FA5}">
                      <a16:colId xmlns:a16="http://schemas.microsoft.com/office/drawing/2014/main" val="3743700260"/>
                    </a:ext>
                  </a:extLst>
                </a:gridCol>
                <a:gridCol w="1102214">
                  <a:extLst>
                    <a:ext uri="{9D8B030D-6E8A-4147-A177-3AD203B41FA5}">
                      <a16:colId xmlns:a16="http://schemas.microsoft.com/office/drawing/2014/main" val="3040377044"/>
                    </a:ext>
                  </a:extLst>
                </a:gridCol>
                <a:gridCol w="876300">
                  <a:extLst>
                    <a:ext uri="{9D8B030D-6E8A-4147-A177-3AD203B41FA5}">
                      <a16:colId xmlns:a16="http://schemas.microsoft.com/office/drawing/2014/main" val="2444426233"/>
                    </a:ext>
                  </a:extLst>
                </a:gridCol>
                <a:gridCol w="4865740">
                  <a:extLst>
                    <a:ext uri="{9D8B030D-6E8A-4147-A177-3AD203B41FA5}">
                      <a16:colId xmlns:a16="http://schemas.microsoft.com/office/drawing/2014/main" val="2567615245"/>
                    </a:ext>
                  </a:extLst>
                </a:gridCol>
              </a:tblGrid>
              <a:tr h="144911">
                <a:tc>
                  <a:txBody>
                    <a:bodyPr/>
                    <a:lstStyle/>
                    <a:p>
                      <a:pPr algn="ctr" fontAlgn="ctr"/>
                      <a:r>
                        <a:rPr lang="en-US" sz="900" u="none" strike="noStrike" dirty="0">
                          <a:effectLst/>
                        </a:rPr>
                        <a:t>Status</a:t>
                      </a:r>
                      <a:endParaRPr lang="en-US" sz="900" b="1" i="0" u="none" strike="noStrike" dirty="0">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900" u="none" strike="noStrike">
                          <a:effectLst/>
                        </a:rPr>
                        <a:t>Menu</a:t>
                      </a:r>
                      <a:endParaRPr lang="en-US" sz="900" b="1"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900" u="none" strike="noStrike">
                          <a:effectLst/>
                        </a:rPr>
                        <a:t>Title</a:t>
                      </a:r>
                      <a:endParaRPr lang="en-US" sz="900" b="1"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900" u="none" strike="noStrike">
                          <a:effectLst/>
                        </a:rPr>
                        <a:t>Location</a:t>
                      </a:r>
                      <a:endParaRPr lang="en-US" sz="900" b="1"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900" u="none" strike="noStrike">
                          <a:effectLst/>
                        </a:rPr>
                        <a:t>Recommend</a:t>
                      </a:r>
                      <a:endParaRPr lang="en-US" sz="900" b="1"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900" u="none" strike="noStrike">
                          <a:effectLst/>
                        </a:rPr>
                        <a:t>Action</a:t>
                      </a:r>
                      <a:endParaRPr lang="en-US" sz="900" b="1"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900" u="none" strike="noStrike" dirty="0">
                          <a:effectLst/>
                        </a:rPr>
                        <a:t>Comment</a:t>
                      </a:r>
                      <a:endParaRPr lang="en-US" sz="900" b="1" i="0" u="none" strike="noStrike" dirty="0">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648383286"/>
                  </a:ext>
                </a:extLst>
              </a:tr>
              <a:tr h="144911">
                <a:tc rowSpan="11">
                  <a:txBody>
                    <a:bodyPr/>
                    <a:lstStyle/>
                    <a:p>
                      <a:pPr algn="ctr" fontAlgn="ctr"/>
                      <a:r>
                        <a:rPr lang="ko-KR" altLang="en-US" sz="900" u="none" strike="noStrike" dirty="0" err="1">
                          <a:effectLst/>
                        </a:rPr>
                        <a:t>비예약</a:t>
                      </a:r>
                      <a:r>
                        <a:rPr lang="ko-KR" altLang="en-US" sz="900" u="none" strike="noStrike" dirty="0">
                          <a:effectLst/>
                        </a:rPr>
                        <a:t> 및 </a:t>
                      </a:r>
                      <a:br>
                        <a:rPr lang="ko-KR" altLang="en-US" sz="900" u="none" strike="noStrike" dirty="0">
                          <a:effectLst/>
                        </a:rPr>
                      </a:br>
                      <a:r>
                        <a:rPr lang="ko-KR" altLang="en-US" sz="900" u="none" strike="noStrike" dirty="0">
                          <a:effectLst/>
                        </a:rPr>
                        <a:t>검색</a:t>
                      </a:r>
                      <a:br>
                        <a:rPr lang="ko-KR" altLang="en-US" sz="900" u="none" strike="noStrike" dirty="0">
                          <a:effectLst/>
                        </a:rPr>
                      </a:br>
                      <a:br>
                        <a:rPr lang="ko-KR" altLang="en-US" sz="900" u="none" strike="noStrike" dirty="0">
                          <a:effectLst/>
                        </a:rPr>
                      </a:br>
                      <a:r>
                        <a:rPr lang="en-US" altLang="ko-KR" sz="900" u="none" strike="noStrike" dirty="0">
                          <a:effectLst/>
                        </a:rPr>
                        <a:t>(</a:t>
                      </a:r>
                      <a:r>
                        <a:rPr lang="ko-KR" altLang="en-US" sz="900" u="none" strike="noStrike" dirty="0">
                          <a:effectLst/>
                        </a:rPr>
                        <a:t>방문</a:t>
                      </a:r>
                      <a:r>
                        <a:rPr lang="en-US" altLang="ko-KR" sz="900" u="none" strike="noStrike" dirty="0">
                          <a:effectLst/>
                        </a:rPr>
                        <a:t>~</a:t>
                      </a:r>
                      <a:br>
                        <a:rPr lang="en-US" altLang="ko-KR" sz="900" u="none" strike="noStrike" dirty="0">
                          <a:effectLst/>
                        </a:rPr>
                      </a:br>
                      <a:r>
                        <a:rPr lang="ko-KR" altLang="en-US" sz="900" u="none" strike="noStrike" dirty="0" err="1">
                          <a:effectLst/>
                        </a:rPr>
                        <a:t>예약전</a:t>
                      </a:r>
                      <a:r>
                        <a:rPr lang="en-US" altLang="ko-KR" sz="900" u="none" strike="noStrike" dirty="0">
                          <a:effectLst/>
                        </a:rPr>
                        <a:t>)</a:t>
                      </a:r>
                      <a:endParaRPr lang="en-US" altLang="ko-KR" sz="900" b="0" i="0" u="none" strike="noStrike" dirty="0">
                        <a:solidFill>
                          <a:srgbClr val="000000"/>
                        </a:solidFill>
                        <a:effectLst/>
                        <a:latin typeface="나눔고딕" panose="020D0604000000000000" pitchFamily="50" charset="-127"/>
                        <a:ea typeface="나눔고딕" panose="020D0604000000000000" pitchFamily="50" charset="-127"/>
                      </a:endParaRPr>
                    </a:p>
                  </a:txBody>
                  <a:tcPr marL="100584" marR="100584"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7">
                  <a:txBody>
                    <a:bodyPr/>
                    <a:lstStyle/>
                    <a:p>
                      <a:pPr algn="l" fontAlgn="ctr"/>
                      <a:r>
                        <a:rPr lang="ko-KR" altLang="en-US" sz="900" u="none" strike="noStrike" dirty="0">
                          <a:effectLst/>
                        </a:rPr>
                        <a:t>알림</a:t>
                      </a:r>
                      <a:endParaRPr lang="ko-KR" altLang="en-US" sz="900" b="0" i="0" u="none" strike="noStrike" dirty="0">
                        <a:solidFill>
                          <a:srgbClr val="333F4F"/>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큐비소개</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메인</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접속 시</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최초 </a:t>
                      </a:r>
                      <a:r>
                        <a:rPr lang="en-US" altLang="ko-KR" sz="900" u="none" strike="noStrike">
                          <a:effectLst/>
                        </a:rPr>
                        <a:t>1</a:t>
                      </a:r>
                      <a:r>
                        <a:rPr lang="ko-KR" altLang="en-US" sz="900" u="none" strike="noStrike">
                          <a:effectLst/>
                        </a:rPr>
                        <a:t>회</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dirty="0">
                          <a:effectLst/>
                        </a:rPr>
                        <a:t>안녕하세요</a:t>
                      </a:r>
                      <a:r>
                        <a:rPr lang="en-US" altLang="ko-KR" sz="900" u="none" strike="noStrike" dirty="0">
                          <a:effectLst/>
                        </a:rPr>
                        <a:t>. OOO</a:t>
                      </a:r>
                      <a:r>
                        <a:rPr lang="ko-KR" altLang="en-US" sz="900" u="none" strike="noStrike" dirty="0">
                          <a:effectLst/>
                        </a:rPr>
                        <a:t>님</a:t>
                      </a:r>
                      <a:r>
                        <a:rPr lang="en-US" altLang="ko-KR" sz="900" u="none" strike="noStrike" dirty="0">
                          <a:effectLst/>
                        </a:rPr>
                        <a:t>! </a:t>
                      </a:r>
                      <a:r>
                        <a:rPr lang="ko-KR" altLang="en-US" sz="900" u="none" strike="noStrike" dirty="0" err="1">
                          <a:effectLst/>
                        </a:rPr>
                        <a:t>참좋은여행</a:t>
                      </a:r>
                      <a:r>
                        <a:rPr lang="ko-KR" altLang="en-US" sz="900" u="none" strike="noStrike" dirty="0">
                          <a:effectLst/>
                        </a:rPr>
                        <a:t> </a:t>
                      </a:r>
                      <a:r>
                        <a:rPr lang="en-US" altLang="ko-KR" sz="900" u="none" strike="noStrike" dirty="0">
                          <a:effectLst/>
                        </a:rPr>
                        <a:t>'Cube'</a:t>
                      </a:r>
                      <a:r>
                        <a:rPr lang="ko-KR" altLang="en-US" sz="900" u="none" strike="noStrike" dirty="0">
                          <a:effectLst/>
                        </a:rPr>
                        <a:t>를 아시나요</a:t>
                      </a:r>
                      <a:r>
                        <a:rPr lang="en-US" altLang="ko-KR" sz="900" u="none" strike="noStrike" dirty="0">
                          <a:effectLst/>
                        </a:rPr>
                        <a:t>?</a:t>
                      </a:r>
                      <a:endParaRPr lang="en-US" altLang="ko-KR" sz="900" b="0" i="0" u="none" strike="noStrike" dirty="0">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4422952"/>
                  </a:ext>
                </a:extLst>
              </a:tr>
              <a:tr h="144911">
                <a:tc vMerge="1">
                  <a:txBody>
                    <a:bodyPr/>
                    <a:lstStyle/>
                    <a:p>
                      <a:pPr latinLnBrk="1"/>
                      <a:endParaRPr lang="ko-KR" altLang="en-US"/>
                    </a:p>
                  </a:txBody>
                  <a:tcPr/>
                </a:tc>
                <a:tc vMerge="1">
                  <a:txBody>
                    <a:bodyPr/>
                    <a:lstStyle/>
                    <a:p>
                      <a:pPr algn="l" fontAlgn="ct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tc>
                <a:tc>
                  <a:txBody>
                    <a:bodyPr/>
                    <a:lstStyle/>
                    <a:p>
                      <a:pPr algn="l" fontAlgn="ctr"/>
                      <a:r>
                        <a:rPr lang="ko-KR" altLang="en-US" sz="900" u="none" strike="noStrike">
                          <a:effectLst/>
                        </a:rPr>
                        <a:t>이벤트안내</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메인</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접속 시</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ko-KR" sz="900" u="none" strike="noStrike">
                          <a:effectLst/>
                        </a:rPr>
                        <a:t>1</a:t>
                      </a:r>
                      <a:r>
                        <a:rPr lang="ko-KR" altLang="en-US" sz="900" u="none" strike="noStrike">
                          <a:effectLst/>
                        </a:rPr>
                        <a:t>일 </a:t>
                      </a:r>
                      <a:r>
                        <a:rPr lang="en-US" altLang="ko-KR" sz="900" u="none" strike="noStrike">
                          <a:effectLst/>
                        </a:rPr>
                        <a:t>1</a:t>
                      </a:r>
                      <a:r>
                        <a:rPr lang="ko-KR" altLang="en-US" sz="900" u="none" strike="noStrike">
                          <a:effectLst/>
                        </a:rPr>
                        <a:t>회</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ko-KR" sz="900" u="none" strike="noStrike">
                          <a:effectLst/>
                        </a:rPr>
                        <a:t>[Event] </a:t>
                      </a:r>
                      <a:r>
                        <a:rPr lang="ko-KR" altLang="en-US" sz="900" u="none" strike="noStrike">
                          <a:effectLst/>
                        </a:rPr>
                        <a:t>지금 </a:t>
                      </a:r>
                      <a:r>
                        <a:rPr lang="en-US" altLang="ko-KR" sz="900" u="none" strike="noStrike">
                          <a:effectLst/>
                        </a:rPr>
                        <a:t>OOOOOOO</a:t>
                      </a:r>
                      <a:r>
                        <a:rPr lang="ko-KR" altLang="en-US" sz="900" u="none" strike="noStrike">
                          <a:effectLst/>
                        </a:rPr>
                        <a:t>이벤트가 진행 중입니다</a:t>
                      </a:r>
                      <a:r>
                        <a:rPr lang="en-US" altLang="ko-KR" sz="900" u="none" strike="noStrike">
                          <a:effectLst/>
                        </a:rPr>
                        <a:t>. </a:t>
                      </a:r>
                      <a:endParaRPr lang="en-US" altLang="ko-KR"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35951066"/>
                  </a:ext>
                </a:extLst>
              </a:tr>
              <a:tr h="144911">
                <a:tc vMerge="1">
                  <a:txBody>
                    <a:bodyPr/>
                    <a:lstStyle/>
                    <a:p>
                      <a:pPr latinLnBrk="1"/>
                      <a:endParaRPr lang="ko-KR" altLang="en-US"/>
                    </a:p>
                  </a:txBody>
                  <a:tcPr/>
                </a:tc>
                <a:tc vMerge="1">
                  <a:txBody>
                    <a:bodyPr/>
                    <a:lstStyle/>
                    <a:p>
                      <a:pPr algn="l" fontAlgn="ct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tc>
                <a:tc>
                  <a:txBody>
                    <a:bodyPr/>
                    <a:lstStyle/>
                    <a:p>
                      <a:pPr algn="l" fontAlgn="ctr"/>
                      <a:r>
                        <a:rPr lang="ko-KR" altLang="en-US" sz="900" u="none" strike="noStrike">
                          <a:effectLst/>
                        </a:rPr>
                        <a:t>회원가입</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메인</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비로그인</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최초 </a:t>
                      </a:r>
                      <a:r>
                        <a:rPr lang="en-US" altLang="ko-KR" sz="900" u="none" strike="noStrike">
                          <a:effectLst/>
                        </a:rPr>
                        <a:t>1</a:t>
                      </a:r>
                      <a:r>
                        <a:rPr lang="ko-KR" altLang="en-US" sz="900" u="none" strike="noStrike">
                          <a:effectLst/>
                        </a:rPr>
                        <a:t>회</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회원가입 또는 로그인을 하시면 다양한 혜택을 받으실 수 있습니다</a:t>
                      </a:r>
                      <a:r>
                        <a:rPr lang="en-US" altLang="ko-KR" sz="900" u="none" strike="noStrike">
                          <a:effectLst/>
                        </a:rPr>
                        <a:t>. </a:t>
                      </a:r>
                      <a:endParaRPr lang="en-US" altLang="ko-KR"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6087428"/>
                  </a:ext>
                </a:extLst>
              </a:tr>
              <a:tr h="144911">
                <a:tc vMerge="1">
                  <a:txBody>
                    <a:bodyPr/>
                    <a:lstStyle/>
                    <a:p>
                      <a:pPr latinLnBrk="1"/>
                      <a:endParaRPr lang="ko-KR" altLang="en-US"/>
                    </a:p>
                  </a:txBody>
                  <a:tcPr/>
                </a:tc>
                <a:tc vMerge="1">
                  <a:txBody>
                    <a:bodyPr/>
                    <a:lstStyle/>
                    <a:p>
                      <a:pPr algn="l" fontAlgn="ct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tc>
                <a:tc>
                  <a:txBody>
                    <a:bodyPr/>
                    <a:lstStyle/>
                    <a:p>
                      <a:pPr algn="l" fontAlgn="ctr"/>
                      <a:r>
                        <a:rPr lang="ko-KR" altLang="en-US" sz="900" u="none" strike="noStrike">
                          <a:effectLst/>
                        </a:rPr>
                        <a:t>　</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전체</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비회원 예약시</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최초 </a:t>
                      </a:r>
                      <a:r>
                        <a:rPr lang="en-US" altLang="ko-KR" sz="900" u="none" strike="noStrike">
                          <a:effectLst/>
                        </a:rPr>
                        <a:t>1</a:t>
                      </a:r>
                      <a:r>
                        <a:rPr lang="ko-KR" altLang="en-US" sz="900" u="none" strike="noStrike">
                          <a:effectLst/>
                        </a:rPr>
                        <a:t>회</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ko-KR" sz="900" u="none" strike="noStrike">
                          <a:effectLst/>
                        </a:rPr>
                        <a:t>OOO</a:t>
                      </a:r>
                      <a:r>
                        <a:rPr lang="ko-KR" altLang="en-US" sz="900" u="none" strike="noStrike">
                          <a:effectLst/>
                        </a:rPr>
                        <a:t>님</a:t>
                      </a:r>
                      <a:r>
                        <a:rPr lang="en-US" altLang="ko-KR" sz="900" u="none" strike="noStrike">
                          <a:effectLst/>
                        </a:rPr>
                        <a:t>(or </a:t>
                      </a:r>
                      <a:r>
                        <a:rPr lang="ko-KR" altLang="en-US" sz="900" u="none" strike="noStrike">
                          <a:effectLst/>
                        </a:rPr>
                        <a:t>고객님</a:t>
                      </a:r>
                      <a:r>
                        <a:rPr lang="en-US" altLang="ko-KR" sz="900" u="none" strike="noStrike">
                          <a:effectLst/>
                        </a:rPr>
                        <a:t>) </a:t>
                      </a:r>
                      <a:r>
                        <a:rPr lang="ko-KR" altLang="en-US" sz="900" u="none" strike="noStrike">
                          <a:effectLst/>
                        </a:rPr>
                        <a:t>아직 회원 가입을 안하셨나요</a:t>
                      </a:r>
                      <a:r>
                        <a:rPr lang="en-US" altLang="ko-KR" sz="900" u="none" strike="noStrike">
                          <a:effectLst/>
                        </a:rPr>
                        <a:t>?</a:t>
                      </a:r>
                      <a:endParaRPr lang="en-US" altLang="ko-KR"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69662982"/>
                  </a:ext>
                </a:extLst>
              </a:tr>
              <a:tr h="144911">
                <a:tc vMerge="1">
                  <a:txBody>
                    <a:bodyPr/>
                    <a:lstStyle/>
                    <a:p>
                      <a:pPr latinLnBrk="1"/>
                      <a:endParaRPr lang="ko-KR" altLang="en-US"/>
                    </a:p>
                  </a:txBody>
                  <a:tcPr/>
                </a:tc>
                <a:tc vMerge="1">
                  <a:txBody>
                    <a:bodyPr/>
                    <a:lstStyle/>
                    <a:p>
                      <a:pPr algn="l" fontAlgn="ct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tc>
                <a:tc>
                  <a:txBody>
                    <a:bodyPr/>
                    <a:lstStyle/>
                    <a:p>
                      <a:pPr algn="l" fontAlgn="ctr"/>
                      <a:r>
                        <a:rPr lang="ko-KR" altLang="en-US" sz="900" u="none" strike="noStrike">
                          <a:effectLst/>
                        </a:rPr>
                        <a:t>상품비교</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리스트</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비교 버튼 클릭 시</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매번</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비교할 상품을 </a:t>
                      </a:r>
                      <a:r>
                        <a:rPr lang="en-US" altLang="ko-KR" sz="900" u="none" strike="noStrike">
                          <a:effectLst/>
                        </a:rPr>
                        <a:t>2~3</a:t>
                      </a:r>
                      <a:r>
                        <a:rPr lang="ko-KR" altLang="en-US" sz="900" u="none" strike="noStrike">
                          <a:effectLst/>
                        </a:rPr>
                        <a:t>개 이상 선택 해주세요</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88756250"/>
                  </a:ext>
                </a:extLst>
              </a:tr>
              <a:tr h="144911">
                <a:tc vMerge="1">
                  <a:txBody>
                    <a:bodyPr/>
                    <a:lstStyle/>
                    <a:p>
                      <a:pPr latinLnBrk="1"/>
                      <a:endParaRPr lang="ko-KR" altLang="en-US"/>
                    </a:p>
                  </a:txBody>
                  <a:tcPr/>
                </a:tc>
                <a:tc vMerge="1">
                  <a:txBody>
                    <a:bodyPr/>
                    <a:lstStyle/>
                    <a:p>
                      <a:pPr algn="l" fontAlgn="ct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tc>
                <a:tc>
                  <a:txBody>
                    <a:bodyPr/>
                    <a:lstStyle/>
                    <a:p>
                      <a:pPr algn="l" fontAlgn="ctr"/>
                      <a:r>
                        <a:rPr lang="ko-KR" altLang="en-US" sz="900" u="none" strike="noStrike">
                          <a:effectLst/>
                        </a:rPr>
                        <a:t>문의글</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전체</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답변이 있을 경우</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최초 </a:t>
                      </a:r>
                      <a:r>
                        <a:rPr lang="en-US" altLang="ko-KR" sz="900" u="none" strike="noStrike">
                          <a:effectLst/>
                        </a:rPr>
                        <a:t>1</a:t>
                      </a:r>
                      <a:r>
                        <a:rPr lang="ko-KR" altLang="en-US" sz="900" u="none" strike="noStrike">
                          <a:effectLst/>
                        </a:rPr>
                        <a:t>회</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고객님 문의하신 글에 대한 담당자 답변이 도착했습니다</a:t>
                      </a:r>
                      <a:r>
                        <a:rPr lang="en-US" altLang="ko-KR" sz="900" u="none" strike="noStrike">
                          <a:effectLst/>
                        </a:rPr>
                        <a:t>.</a:t>
                      </a:r>
                      <a:endParaRPr lang="en-US" altLang="ko-KR"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4454678"/>
                  </a:ext>
                </a:extLst>
              </a:tr>
              <a:tr h="289823">
                <a:tc vMerge="1">
                  <a:txBody>
                    <a:bodyPr/>
                    <a:lstStyle/>
                    <a:p>
                      <a:pPr latinLnBrk="1"/>
                      <a:endParaRPr lang="ko-KR" altLang="en-US"/>
                    </a:p>
                  </a:txBody>
                  <a:tcPr/>
                </a:tc>
                <a:tc vMerge="1">
                  <a:txBody>
                    <a:bodyPr/>
                    <a:lstStyle/>
                    <a:p>
                      <a:pPr algn="l" fontAlgn="ctr"/>
                      <a:endParaRPr lang="ko-KR" altLang="en-US" sz="900" b="0" i="0" u="none" strike="noStrike" dirty="0">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tc>
                <a:tc>
                  <a:txBody>
                    <a:bodyPr/>
                    <a:lstStyle/>
                    <a:p>
                      <a:pPr algn="l" fontAlgn="ctr"/>
                      <a:r>
                        <a:rPr lang="ko-KR" altLang="en-US" sz="900" u="none" strike="noStrike">
                          <a:effectLst/>
                        </a:rPr>
                        <a:t>검색 결과</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검색 결과 </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결과 후 </a:t>
                      </a:r>
                      <a:r>
                        <a:rPr lang="en-US" altLang="ko-KR" sz="900" u="none" strike="noStrike">
                          <a:effectLst/>
                        </a:rPr>
                        <a:t>1</a:t>
                      </a:r>
                      <a:r>
                        <a:rPr lang="ko-KR" altLang="en-US" sz="900" u="none" strike="noStrike">
                          <a:effectLst/>
                        </a:rPr>
                        <a:t>회</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매번</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검색 결과 원하시던 상품을 찾지 못하셨나요</a:t>
                      </a:r>
                      <a:r>
                        <a:rPr lang="en-US" altLang="ko-KR" sz="900" u="none" strike="noStrike">
                          <a:effectLst/>
                        </a:rPr>
                        <a:t>? </a:t>
                      </a:r>
                      <a:br>
                        <a:rPr lang="en-US" altLang="ko-KR" sz="900" u="none" strike="noStrike">
                          <a:effectLst/>
                        </a:rPr>
                      </a:br>
                      <a:r>
                        <a:rPr lang="en-US" altLang="ko-KR" sz="900" u="none" strike="noStrike">
                          <a:effectLst/>
                        </a:rPr>
                        <a:t>Cube</a:t>
                      </a:r>
                      <a:r>
                        <a:rPr lang="ko-KR" altLang="en-US" sz="900" u="none" strike="noStrike">
                          <a:effectLst/>
                        </a:rPr>
                        <a:t>를 통해 다른 상품을 추천받아보세요  </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1923108"/>
                  </a:ext>
                </a:extLst>
              </a:tr>
              <a:tr h="144911">
                <a:tc vMerge="1">
                  <a:txBody>
                    <a:bodyPr/>
                    <a:lstStyle/>
                    <a:p>
                      <a:pPr latinLnBrk="1"/>
                      <a:endParaRPr lang="ko-KR" altLang="en-US"/>
                    </a:p>
                  </a:txBody>
                  <a:tcPr/>
                </a:tc>
                <a:tc>
                  <a:txBody>
                    <a:bodyPr/>
                    <a:lstStyle/>
                    <a:p>
                      <a:pPr algn="l" fontAlgn="ctr"/>
                      <a:r>
                        <a:rPr lang="ko-KR" altLang="en-US" sz="900" u="none" strike="noStrike" dirty="0">
                          <a:effectLst/>
                        </a:rPr>
                        <a:t>상품추천</a:t>
                      </a:r>
                      <a:endParaRPr lang="ko-KR" altLang="en-US" sz="900" b="0" i="0" u="none" strike="noStrike" dirty="0">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추천</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리스트 </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ko-KR" sz="900" u="none" strike="noStrike">
                          <a:effectLst/>
                        </a:rPr>
                        <a:t>3</a:t>
                      </a:r>
                      <a:r>
                        <a:rPr lang="ko-KR" altLang="en-US" sz="900" u="none" strike="noStrike">
                          <a:effectLst/>
                        </a:rPr>
                        <a:t>개 이상의 클릭 시</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매번</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참좋은여행의 </a:t>
                      </a:r>
                      <a:r>
                        <a:rPr lang="en-US" altLang="ko-KR" sz="900" u="none" strike="noStrike">
                          <a:effectLst/>
                        </a:rPr>
                        <a:t>'</a:t>
                      </a:r>
                      <a:r>
                        <a:rPr lang="ko-KR" altLang="en-US" sz="900" u="none" strike="noStrike">
                          <a:effectLst/>
                        </a:rPr>
                        <a:t>상품추천시스템</a:t>
                      </a:r>
                      <a:r>
                        <a:rPr lang="en-US" altLang="ko-KR" sz="900" u="none" strike="noStrike">
                          <a:effectLst/>
                        </a:rPr>
                        <a:t>'</a:t>
                      </a:r>
                      <a:r>
                        <a:rPr lang="ko-KR" altLang="en-US" sz="900" u="none" strike="noStrike">
                          <a:effectLst/>
                        </a:rPr>
                        <a:t>에서 다음 상품을 추천 드립니다</a:t>
                      </a:r>
                      <a:r>
                        <a:rPr lang="en-US" altLang="ko-KR" sz="900" u="none" strike="noStrike">
                          <a:effectLst/>
                        </a:rPr>
                        <a:t>. </a:t>
                      </a:r>
                      <a:endParaRPr lang="en-US" altLang="ko-KR"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9327183"/>
                  </a:ext>
                </a:extLst>
              </a:tr>
              <a:tr h="144911">
                <a:tc vMerge="1">
                  <a:txBody>
                    <a:bodyPr/>
                    <a:lstStyle/>
                    <a:p>
                      <a:pPr latinLnBrk="1"/>
                      <a:endParaRPr lang="ko-KR" altLang="en-US"/>
                    </a:p>
                  </a:txBody>
                  <a:tcPr/>
                </a:tc>
                <a:tc rowSpan="2">
                  <a:txBody>
                    <a:bodyPr/>
                    <a:lstStyle/>
                    <a:p>
                      <a:pPr algn="l" fontAlgn="ctr"/>
                      <a:r>
                        <a:rPr lang="ko-KR" altLang="en-US" sz="900" u="none" strike="noStrike" dirty="0">
                          <a:effectLst/>
                        </a:rPr>
                        <a:t>트랜드</a:t>
                      </a:r>
                      <a:endParaRPr lang="ko-KR" altLang="en-US" sz="900" b="0" i="0" u="none" strike="noStrike" dirty="0">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여행 통계</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지역메인</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지역 메인 접속 시</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매번</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ko-KR" sz="900" u="none" strike="noStrike">
                          <a:effectLst/>
                        </a:rPr>
                        <a:t>OOOOO</a:t>
                      </a:r>
                      <a:r>
                        <a:rPr lang="ko-KR" altLang="en-US" sz="900" u="none" strike="noStrike">
                          <a:effectLst/>
                        </a:rPr>
                        <a:t>지역에서 가장 인기있는 상품은 </a:t>
                      </a:r>
                      <a:r>
                        <a:rPr lang="en-US" altLang="ko-KR" sz="900" u="none" strike="noStrike">
                          <a:effectLst/>
                        </a:rPr>
                        <a:t>OOOOOOOO</a:t>
                      </a:r>
                      <a:r>
                        <a:rPr lang="ko-KR" altLang="en-US" sz="900" u="none" strike="noStrike">
                          <a:effectLst/>
                        </a:rPr>
                        <a:t>입니다</a:t>
                      </a:r>
                      <a:r>
                        <a:rPr lang="en-US" altLang="ko-KR" sz="900" u="none" strike="noStrike">
                          <a:effectLst/>
                        </a:rPr>
                        <a:t>.</a:t>
                      </a:r>
                      <a:endParaRPr lang="en-US" altLang="ko-KR"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25329450"/>
                  </a:ext>
                </a:extLst>
              </a:tr>
              <a:tr h="144911">
                <a:tc vMerge="1">
                  <a:txBody>
                    <a:bodyPr/>
                    <a:lstStyle/>
                    <a:p>
                      <a:pPr latinLnBrk="1"/>
                      <a:endParaRPr lang="ko-KR" altLang="en-US"/>
                    </a:p>
                  </a:txBody>
                  <a:tcPr/>
                </a:tc>
                <a:tc vMerge="1">
                  <a:txBody>
                    <a:bodyPr/>
                    <a:lstStyle/>
                    <a:p>
                      <a:pPr algn="l" fontAlgn="ctr"/>
                      <a:endParaRPr lang="ko-KR" altLang="en-US" sz="900" b="0" i="0" u="none" strike="noStrike" dirty="0">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tc>
                <a:tc>
                  <a:txBody>
                    <a:bodyPr/>
                    <a:lstStyle/>
                    <a:p>
                      <a:pPr algn="l" fontAlgn="ctr"/>
                      <a:r>
                        <a:rPr lang="ko-KR" altLang="en-US" sz="900" u="none" strike="noStrike">
                          <a:effectLst/>
                        </a:rPr>
                        <a:t>　</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리스트</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리스트  접속시</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매번</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ko-KR" sz="900" u="none" strike="noStrike">
                          <a:effectLst/>
                        </a:rPr>
                        <a:t>OOOOOO</a:t>
                      </a:r>
                      <a:r>
                        <a:rPr lang="ko-KR" altLang="en-US" sz="900" u="none" strike="noStrike">
                          <a:effectLst/>
                        </a:rPr>
                        <a:t>에서 가장 인기있는 상품은 </a:t>
                      </a:r>
                      <a:r>
                        <a:rPr lang="en-US" altLang="ko-KR" sz="900" u="none" strike="noStrike">
                          <a:effectLst/>
                        </a:rPr>
                        <a:t>OOOOOOOO</a:t>
                      </a:r>
                      <a:r>
                        <a:rPr lang="ko-KR" altLang="en-US" sz="900" u="none" strike="noStrike">
                          <a:effectLst/>
                        </a:rPr>
                        <a:t>입니다</a:t>
                      </a:r>
                      <a:r>
                        <a:rPr lang="en-US" altLang="ko-KR" sz="900" u="none" strike="noStrike">
                          <a:effectLst/>
                        </a:rPr>
                        <a:t>.</a:t>
                      </a:r>
                      <a:endParaRPr lang="en-US" altLang="ko-KR"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5835370"/>
                  </a:ext>
                </a:extLst>
              </a:tr>
              <a:tr h="144911">
                <a:tc vMerge="1">
                  <a:txBody>
                    <a:bodyPr/>
                    <a:lstStyle/>
                    <a:p>
                      <a:pPr latinLnBrk="1"/>
                      <a:endParaRPr lang="ko-KR" altLang="en-US"/>
                    </a:p>
                  </a:txBody>
                  <a:tcPr/>
                </a:tc>
                <a:tc>
                  <a:txBody>
                    <a:bodyPr/>
                    <a:lstStyle/>
                    <a:p>
                      <a:pPr algn="l" fontAlgn="ctr"/>
                      <a:r>
                        <a:rPr lang="ko-KR" altLang="en-US" sz="900" u="none" strike="noStrike">
                          <a:effectLst/>
                        </a:rPr>
                        <a:t>문의</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최근 본 상품</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해당 페이지</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불필요</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불필요</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내용 불필요</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07199633"/>
                  </a:ext>
                </a:extLst>
              </a:tr>
              <a:tr h="144911">
                <a:tc rowSpan="9">
                  <a:txBody>
                    <a:bodyPr/>
                    <a:lstStyle/>
                    <a:p>
                      <a:pPr algn="ctr" fontAlgn="ctr"/>
                      <a:r>
                        <a:rPr lang="ko-KR" altLang="en-US" sz="900" u="none" strike="noStrike">
                          <a:effectLst/>
                        </a:rPr>
                        <a:t>예약 후</a:t>
                      </a:r>
                      <a:br>
                        <a:rPr lang="ko-KR" altLang="en-US" sz="900" u="none" strike="noStrike">
                          <a:effectLst/>
                        </a:rPr>
                      </a:br>
                      <a:br>
                        <a:rPr lang="ko-KR" altLang="en-US" sz="900" u="none" strike="noStrike">
                          <a:effectLst/>
                        </a:rPr>
                      </a:br>
                      <a:r>
                        <a:rPr lang="en-US" altLang="ko-KR" sz="900" u="none" strike="noStrike">
                          <a:effectLst/>
                        </a:rPr>
                        <a:t>(</a:t>
                      </a:r>
                      <a:r>
                        <a:rPr lang="ko-KR" altLang="en-US" sz="900" u="none" strike="noStrike">
                          <a:effectLst/>
                        </a:rPr>
                        <a:t>예약후</a:t>
                      </a:r>
                      <a:r>
                        <a:rPr lang="en-US" altLang="ko-KR" sz="900" u="none" strike="noStrike">
                          <a:effectLst/>
                        </a:rPr>
                        <a:t>~</a:t>
                      </a:r>
                      <a:br>
                        <a:rPr lang="en-US" altLang="ko-KR" sz="900" u="none" strike="noStrike">
                          <a:effectLst/>
                        </a:rPr>
                      </a:br>
                      <a:r>
                        <a:rPr lang="ko-KR" altLang="en-US" sz="900" u="none" strike="noStrike">
                          <a:effectLst/>
                        </a:rPr>
                        <a:t>결제전</a:t>
                      </a:r>
                      <a:r>
                        <a:rPr lang="en-US" altLang="ko-KR" sz="900" u="none" strike="noStrike">
                          <a:effectLst/>
                        </a:rPr>
                        <a:t>)</a:t>
                      </a:r>
                      <a:endParaRPr lang="en-US" altLang="ko-KR" sz="900" b="0" i="0" u="none" strike="noStrike">
                        <a:solidFill>
                          <a:srgbClr val="000000"/>
                        </a:solidFill>
                        <a:effectLst/>
                        <a:latin typeface="나눔고딕" panose="020D0604000000000000" pitchFamily="50" charset="-127"/>
                        <a:ea typeface="나눔고딕" panose="020D0604000000000000" pitchFamily="50" charset="-127"/>
                      </a:endParaRPr>
                    </a:p>
                  </a:txBody>
                  <a:tcPr marL="100584" marR="100584"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dirty="0">
                          <a:effectLst/>
                        </a:rPr>
                        <a:t>알림</a:t>
                      </a:r>
                      <a:endParaRPr lang="ko-KR" altLang="en-US" sz="900" b="0" i="0" u="none" strike="noStrike" dirty="0">
                        <a:solidFill>
                          <a:srgbClr val="333F4F"/>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직원 직접 알림</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전체</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문자발송 시</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최초 </a:t>
                      </a:r>
                      <a:r>
                        <a:rPr lang="en-US" altLang="ko-KR" sz="900" u="none" strike="noStrike">
                          <a:effectLst/>
                        </a:rPr>
                        <a:t>1</a:t>
                      </a:r>
                      <a:r>
                        <a:rPr lang="ko-KR" altLang="en-US" sz="900" u="none" strike="noStrike">
                          <a:effectLst/>
                        </a:rPr>
                        <a:t>회</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dirty="0">
                          <a:effectLst/>
                        </a:rPr>
                        <a:t>해당 문구 출력</a:t>
                      </a:r>
                      <a:endParaRPr lang="ko-KR" altLang="en-US" sz="900" b="0" i="0" u="none" strike="noStrike" dirty="0">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44619316"/>
                  </a:ext>
                </a:extLst>
              </a:tr>
              <a:tr h="144911">
                <a:tc vMerge="1">
                  <a:txBody>
                    <a:bodyPr/>
                    <a:lstStyle/>
                    <a:p>
                      <a:pPr latinLnBrk="1"/>
                      <a:endParaRPr lang="ko-KR" altLang="en-US"/>
                    </a:p>
                  </a:txBody>
                  <a:tcPr/>
                </a:tc>
                <a:tc rowSpan="5">
                  <a:txBody>
                    <a:bodyPr/>
                    <a:lstStyle/>
                    <a:p>
                      <a:pPr algn="l" fontAlgn="ctr"/>
                      <a:r>
                        <a:rPr lang="ko-KR" altLang="en-US" sz="900" u="none" strike="noStrike" dirty="0">
                          <a:effectLst/>
                        </a:rPr>
                        <a:t>예약관리</a:t>
                      </a:r>
                      <a:endParaRPr lang="ko-KR" altLang="en-US" sz="900" b="0" i="0" u="none" strike="noStrike" dirty="0">
                        <a:solidFill>
                          <a:srgbClr val="333F4F"/>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예약접수</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전체</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해당 상태 변경 시</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최초 </a:t>
                      </a:r>
                      <a:r>
                        <a:rPr lang="en-US" altLang="ko-KR" sz="900" u="none" strike="noStrike">
                          <a:effectLst/>
                        </a:rPr>
                        <a:t>1</a:t>
                      </a:r>
                      <a:r>
                        <a:rPr lang="ko-KR" altLang="en-US" sz="900" u="none" strike="noStrike">
                          <a:effectLst/>
                        </a:rPr>
                        <a:t>회  </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예약하신 상품을 담당자가 확인 후 연락 드리겠습니다</a:t>
                      </a:r>
                      <a:r>
                        <a:rPr lang="en-US" altLang="ko-KR" sz="900" u="none" strike="noStrike">
                          <a:effectLst/>
                        </a:rPr>
                        <a:t>.</a:t>
                      </a:r>
                      <a:endParaRPr lang="en-US" altLang="ko-KR"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44791064"/>
                  </a:ext>
                </a:extLst>
              </a:tr>
              <a:tr h="144911">
                <a:tc vMerge="1">
                  <a:txBody>
                    <a:bodyPr/>
                    <a:lstStyle/>
                    <a:p>
                      <a:pPr latinLnBrk="1"/>
                      <a:endParaRPr lang="ko-KR" altLang="en-US"/>
                    </a:p>
                  </a:txBody>
                  <a:tcPr/>
                </a:tc>
                <a:tc vMerge="1">
                  <a:txBody>
                    <a:bodyPr/>
                    <a:lstStyle/>
                    <a:p>
                      <a:pPr algn="l" fontAlgn="ct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tc>
                <a:tc>
                  <a:txBody>
                    <a:bodyPr/>
                    <a:lstStyle/>
                    <a:p>
                      <a:pPr algn="l" fontAlgn="ctr"/>
                      <a:r>
                        <a:rPr lang="ko-KR" altLang="en-US" sz="900" u="none" strike="noStrike">
                          <a:effectLst/>
                        </a:rPr>
                        <a:t>예약확정</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전체</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해당 상태 변경 시</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최초 </a:t>
                      </a:r>
                      <a:r>
                        <a:rPr lang="en-US" altLang="ko-KR" sz="900" u="none" strike="noStrike">
                          <a:effectLst/>
                        </a:rPr>
                        <a:t>1</a:t>
                      </a:r>
                      <a:r>
                        <a:rPr lang="ko-KR" altLang="en-US" sz="900" u="none" strike="noStrike">
                          <a:effectLst/>
                        </a:rPr>
                        <a:t>회  </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예약하신 상품이 </a:t>
                      </a:r>
                      <a:r>
                        <a:rPr lang="en-US" altLang="ko-KR" sz="900" u="none" strike="noStrike">
                          <a:effectLst/>
                        </a:rPr>
                        <a:t>'</a:t>
                      </a:r>
                      <a:r>
                        <a:rPr lang="ko-KR" altLang="en-US" sz="900" u="none" strike="noStrike">
                          <a:effectLst/>
                        </a:rPr>
                        <a:t>확정</a:t>
                      </a:r>
                      <a:r>
                        <a:rPr lang="en-US" altLang="ko-KR" sz="900" u="none" strike="noStrike">
                          <a:effectLst/>
                        </a:rPr>
                        <a:t>'</a:t>
                      </a:r>
                      <a:r>
                        <a:rPr lang="ko-KR" altLang="en-US" sz="900" u="none" strike="noStrike">
                          <a:effectLst/>
                        </a:rPr>
                        <a:t>되어 예약처리 중입니다</a:t>
                      </a:r>
                      <a:r>
                        <a:rPr lang="en-US" altLang="ko-KR" sz="900" u="none" strike="noStrike">
                          <a:effectLst/>
                        </a:rPr>
                        <a:t>.</a:t>
                      </a:r>
                      <a:endParaRPr lang="en-US" altLang="ko-KR"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2532661"/>
                  </a:ext>
                </a:extLst>
              </a:tr>
              <a:tr h="144911">
                <a:tc vMerge="1">
                  <a:txBody>
                    <a:bodyPr/>
                    <a:lstStyle/>
                    <a:p>
                      <a:pPr latinLnBrk="1"/>
                      <a:endParaRPr lang="ko-KR" altLang="en-US"/>
                    </a:p>
                  </a:txBody>
                  <a:tcPr/>
                </a:tc>
                <a:tc vMerge="1">
                  <a:txBody>
                    <a:bodyPr/>
                    <a:lstStyle/>
                    <a:p>
                      <a:pPr algn="l" fontAlgn="ct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tc>
                <a:tc>
                  <a:txBody>
                    <a:bodyPr/>
                    <a:lstStyle/>
                    <a:p>
                      <a:pPr algn="l" fontAlgn="ctr"/>
                      <a:r>
                        <a:rPr lang="ko-KR" altLang="en-US" sz="900" u="none" strike="noStrike">
                          <a:effectLst/>
                        </a:rPr>
                        <a:t>결제진행</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전체</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해당 상태 변경 시</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최초 </a:t>
                      </a:r>
                      <a:r>
                        <a:rPr lang="en-US" altLang="ko-KR" sz="900" u="none" strike="noStrike">
                          <a:effectLst/>
                        </a:rPr>
                        <a:t>1</a:t>
                      </a:r>
                      <a:r>
                        <a:rPr lang="ko-KR" altLang="en-US" sz="900" u="none" strike="noStrike">
                          <a:effectLst/>
                        </a:rPr>
                        <a:t>회  </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결제하실 금액은 </a:t>
                      </a:r>
                      <a:r>
                        <a:rPr lang="en-US" altLang="ko-KR" sz="900" u="none" strike="noStrike">
                          <a:effectLst/>
                        </a:rPr>
                        <a:t>000000</a:t>
                      </a:r>
                      <a:r>
                        <a:rPr lang="ko-KR" altLang="en-US" sz="900" u="none" strike="noStrike">
                          <a:effectLst/>
                        </a:rPr>
                        <a:t>원입니다</a:t>
                      </a:r>
                      <a:r>
                        <a:rPr lang="en-US" altLang="ko-KR" sz="900" u="none" strike="noStrike">
                          <a:effectLst/>
                        </a:rPr>
                        <a:t>. </a:t>
                      </a:r>
                      <a:r>
                        <a:rPr lang="ko-KR" altLang="en-US" sz="900" u="none" strike="noStrike">
                          <a:effectLst/>
                        </a:rPr>
                        <a:t>확인 후 입금 부탁 드립니다</a:t>
                      </a:r>
                      <a:r>
                        <a:rPr lang="en-US" altLang="ko-KR" sz="900" u="none" strike="noStrike">
                          <a:effectLst/>
                        </a:rPr>
                        <a:t>.</a:t>
                      </a:r>
                      <a:endParaRPr lang="en-US" altLang="ko-KR"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91797508"/>
                  </a:ext>
                </a:extLst>
              </a:tr>
              <a:tr h="144911">
                <a:tc vMerge="1">
                  <a:txBody>
                    <a:bodyPr/>
                    <a:lstStyle/>
                    <a:p>
                      <a:pPr latinLnBrk="1"/>
                      <a:endParaRPr lang="ko-KR" altLang="en-US"/>
                    </a:p>
                  </a:txBody>
                  <a:tcPr/>
                </a:tc>
                <a:tc vMerge="1">
                  <a:txBody>
                    <a:bodyPr/>
                    <a:lstStyle/>
                    <a:p>
                      <a:pPr algn="l" fontAlgn="ct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tc>
                <a:tc>
                  <a:txBody>
                    <a:bodyPr/>
                    <a:lstStyle/>
                    <a:p>
                      <a:pPr algn="l" fontAlgn="ctr"/>
                      <a:r>
                        <a:rPr lang="ko-KR" altLang="en-US" sz="900" u="none" strike="noStrike">
                          <a:effectLst/>
                        </a:rPr>
                        <a:t>결제완료</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전체</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해당 상태 변경 시</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최초 </a:t>
                      </a:r>
                      <a:r>
                        <a:rPr lang="en-US" altLang="ko-KR" sz="900" u="none" strike="noStrike">
                          <a:effectLst/>
                        </a:rPr>
                        <a:t>1</a:t>
                      </a:r>
                      <a:r>
                        <a:rPr lang="ko-KR" altLang="en-US" sz="900" u="none" strike="noStrike">
                          <a:effectLst/>
                        </a:rPr>
                        <a:t>회  </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dirty="0">
                          <a:effectLst/>
                        </a:rPr>
                        <a:t>총 </a:t>
                      </a:r>
                      <a:r>
                        <a:rPr lang="en-US" altLang="ko-KR" sz="900" u="none" strike="noStrike" dirty="0">
                          <a:effectLst/>
                        </a:rPr>
                        <a:t>0000</a:t>
                      </a:r>
                      <a:r>
                        <a:rPr lang="ko-KR" altLang="en-US" sz="900" u="none" strike="noStrike" dirty="0">
                          <a:effectLst/>
                        </a:rPr>
                        <a:t>원이 결제완료 되었으며</a:t>
                      </a:r>
                      <a:r>
                        <a:rPr lang="en-US" altLang="ko-KR" sz="900" u="none" strike="noStrike" dirty="0">
                          <a:effectLst/>
                        </a:rPr>
                        <a:t>, </a:t>
                      </a:r>
                      <a:r>
                        <a:rPr lang="ko-KR" altLang="en-US" sz="900" u="none" strike="noStrike" dirty="0">
                          <a:effectLst/>
                        </a:rPr>
                        <a:t>궁금한 사항이 있으시면 문의해 주세요</a:t>
                      </a:r>
                      <a:endParaRPr lang="ko-KR" altLang="en-US" sz="900" b="0" i="0" u="none" strike="noStrike" dirty="0">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44081082"/>
                  </a:ext>
                </a:extLst>
              </a:tr>
              <a:tr h="144911">
                <a:tc vMerge="1">
                  <a:txBody>
                    <a:bodyPr/>
                    <a:lstStyle/>
                    <a:p>
                      <a:pPr latinLnBrk="1"/>
                      <a:endParaRPr lang="ko-KR" altLang="en-US"/>
                    </a:p>
                  </a:txBody>
                  <a:tcPr/>
                </a:tc>
                <a:tc vMerge="1">
                  <a:txBody>
                    <a:bodyPr/>
                    <a:lstStyle/>
                    <a:p>
                      <a:pPr algn="l" fontAlgn="ctr"/>
                      <a:endParaRPr lang="ko-KR" altLang="en-US" sz="900" b="0" i="0" u="none" strike="noStrike" dirty="0">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tc>
                <a:tc>
                  <a:txBody>
                    <a:bodyPr/>
                    <a:lstStyle/>
                    <a:p>
                      <a:pPr algn="l" fontAlgn="ctr"/>
                      <a:r>
                        <a:rPr lang="ko-KR" altLang="en-US" sz="900" u="none" strike="noStrike">
                          <a:effectLst/>
                        </a:rPr>
                        <a:t>취소</a:t>
                      </a:r>
                      <a:r>
                        <a:rPr lang="en-US" altLang="ko-KR" sz="900" u="none" strike="noStrike">
                          <a:effectLst/>
                        </a:rPr>
                        <a:t>/</a:t>
                      </a:r>
                      <a:r>
                        <a:rPr lang="ko-KR" altLang="en-US" sz="900" u="none" strike="noStrike">
                          <a:effectLst/>
                        </a:rPr>
                        <a:t>환불</a:t>
                      </a:r>
                      <a:r>
                        <a:rPr lang="en-US" altLang="ko-KR" sz="900" u="none" strike="noStrike">
                          <a:effectLst/>
                        </a:rPr>
                        <a:t>/</a:t>
                      </a:r>
                      <a:r>
                        <a:rPr lang="ko-KR" altLang="en-US" sz="900" u="none" strike="noStrike">
                          <a:effectLst/>
                        </a:rPr>
                        <a:t>이동</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전체</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해당 상태 변경 시</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최초 </a:t>
                      </a:r>
                      <a:r>
                        <a:rPr lang="en-US" altLang="ko-KR" sz="900" u="none" strike="noStrike">
                          <a:effectLst/>
                        </a:rPr>
                        <a:t>1</a:t>
                      </a:r>
                      <a:r>
                        <a:rPr lang="ko-KR" altLang="en-US" sz="900" u="none" strike="noStrike">
                          <a:effectLst/>
                        </a:rPr>
                        <a:t>회  </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dirty="0">
                          <a:effectLst/>
                        </a:rPr>
                        <a:t>예약하신  상품이 </a:t>
                      </a:r>
                      <a:r>
                        <a:rPr lang="en-US" altLang="ko-KR" sz="900" u="none" strike="noStrike" dirty="0">
                          <a:effectLst/>
                        </a:rPr>
                        <a:t>'</a:t>
                      </a:r>
                      <a:r>
                        <a:rPr lang="en-US" altLang="ko-KR" sz="900" u="none" strike="noStrike" dirty="0" err="1">
                          <a:effectLst/>
                        </a:rPr>
                        <a:t>OO</a:t>
                      </a:r>
                      <a:r>
                        <a:rPr lang="en-US" altLang="ko-KR" sz="900" u="none" strike="noStrike" dirty="0">
                          <a:effectLst/>
                        </a:rPr>
                        <a:t>' </a:t>
                      </a:r>
                      <a:r>
                        <a:rPr lang="ko-KR" altLang="en-US" sz="900" u="none" strike="noStrike" dirty="0" err="1">
                          <a:effectLst/>
                        </a:rPr>
                        <a:t>상태롤</a:t>
                      </a:r>
                      <a:r>
                        <a:rPr lang="ko-KR" altLang="en-US" sz="900" u="none" strike="noStrike" dirty="0">
                          <a:effectLst/>
                        </a:rPr>
                        <a:t> 변경되었습니다</a:t>
                      </a:r>
                      <a:r>
                        <a:rPr lang="en-US" altLang="ko-KR" sz="900" u="none" strike="noStrike" dirty="0">
                          <a:effectLst/>
                        </a:rPr>
                        <a:t>.</a:t>
                      </a:r>
                      <a:endParaRPr lang="en-US" altLang="ko-KR" sz="900" b="0" i="0" u="none" strike="noStrike" dirty="0">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37377581"/>
                  </a:ext>
                </a:extLst>
              </a:tr>
              <a:tr h="144911">
                <a:tc vMerge="1">
                  <a:txBody>
                    <a:bodyPr/>
                    <a:lstStyle/>
                    <a:p>
                      <a:pPr latinLnBrk="1"/>
                      <a:endParaRPr lang="ko-KR" altLang="en-US"/>
                    </a:p>
                  </a:txBody>
                  <a:tcPr/>
                </a:tc>
                <a:tc>
                  <a:txBody>
                    <a:bodyPr/>
                    <a:lstStyle/>
                    <a:p>
                      <a:pPr algn="l" fontAlgn="ctr"/>
                      <a:r>
                        <a:rPr lang="ko-KR" altLang="en-US" sz="900" u="none" strike="noStrike" dirty="0">
                          <a:effectLst/>
                        </a:rPr>
                        <a:t>여권사본등록</a:t>
                      </a:r>
                      <a:endParaRPr lang="ko-KR" altLang="en-US" sz="900" b="0" i="0" u="none" strike="noStrike" dirty="0">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사본 등록 요청</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전체</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예약확정 시</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ko-KR" sz="900" u="none" strike="noStrike">
                          <a:effectLst/>
                        </a:rPr>
                        <a:t>1</a:t>
                      </a:r>
                      <a:r>
                        <a:rPr lang="ko-KR" altLang="en-US" sz="900" u="none" strike="noStrike">
                          <a:effectLst/>
                        </a:rPr>
                        <a:t>일 </a:t>
                      </a:r>
                      <a:r>
                        <a:rPr lang="en-US" altLang="ko-KR" sz="900" u="none" strike="noStrike">
                          <a:effectLst/>
                        </a:rPr>
                        <a:t>1</a:t>
                      </a:r>
                      <a:r>
                        <a:rPr lang="ko-KR" altLang="en-US" sz="900" u="none" strike="noStrike">
                          <a:effectLst/>
                        </a:rPr>
                        <a:t>회</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출발 </a:t>
                      </a:r>
                      <a:r>
                        <a:rPr lang="en-US" altLang="ko-KR" sz="900" u="none" strike="noStrike">
                          <a:effectLst/>
                        </a:rPr>
                        <a:t>3</a:t>
                      </a:r>
                      <a:r>
                        <a:rPr lang="ko-KR" altLang="en-US" sz="900" u="none" strike="noStrike">
                          <a:effectLst/>
                        </a:rPr>
                        <a:t>주전까지 여권사본을 등록해주세요</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1661421"/>
                  </a:ext>
                </a:extLst>
              </a:tr>
              <a:tr h="144911">
                <a:tc vMerge="1">
                  <a:txBody>
                    <a:bodyPr/>
                    <a:lstStyle/>
                    <a:p>
                      <a:pPr latinLnBrk="1"/>
                      <a:endParaRPr lang="ko-KR" altLang="en-US"/>
                    </a:p>
                  </a:txBody>
                  <a:tcPr/>
                </a:tc>
                <a:tc>
                  <a:txBody>
                    <a:bodyPr/>
                    <a:lstStyle/>
                    <a:p>
                      <a:pPr algn="l" fontAlgn="ctr"/>
                      <a:r>
                        <a:rPr lang="ko-KR" altLang="en-US" sz="900" u="none" strike="noStrike">
                          <a:effectLst/>
                        </a:rPr>
                        <a:t>여행자계약서</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계약서 싸인</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전체</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등록</a:t>
                      </a:r>
                      <a:r>
                        <a:rPr lang="en-US" altLang="ko-KR" sz="900" u="none" strike="noStrike">
                          <a:effectLst/>
                        </a:rPr>
                        <a:t>/</a:t>
                      </a:r>
                      <a:r>
                        <a:rPr lang="ko-KR" altLang="en-US" sz="900" u="none" strike="noStrike">
                          <a:effectLst/>
                        </a:rPr>
                        <a:t>변경 후</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ko-KR" sz="900" u="none" strike="noStrike">
                          <a:effectLst/>
                        </a:rPr>
                        <a:t>1</a:t>
                      </a:r>
                      <a:r>
                        <a:rPr lang="ko-KR" altLang="en-US" sz="900" u="none" strike="noStrike">
                          <a:effectLst/>
                        </a:rPr>
                        <a:t>일 </a:t>
                      </a:r>
                      <a:r>
                        <a:rPr lang="en-US" altLang="ko-KR" sz="900" u="none" strike="noStrike">
                          <a:effectLst/>
                        </a:rPr>
                        <a:t>1</a:t>
                      </a:r>
                      <a:r>
                        <a:rPr lang="ko-KR" altLang="en-US" sz="900" u="none" strike="noStrike">
                          <a:effectLst/>
                        </a:rPr>
                        <a:t>회</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dirty="0">
                          <a:effectLst/>
                        </a:rPr>
                        <a:t>여행자계약서 확인 후 반드시 </a:t>
                      </a:r>
                      <a:r>
                        <a:rPr lang="en-US" altLang="ko-KR" sz="900" u="none" strike="noStrike" dirty="0">
                          <a:effectLst/>
                        </a:rPr>
                        <a:t>'</a:t>
                      </a:r>
                      <a:r>
                        <a:rPr lang="ko-KR" altLang="en-US" sz="900" u="none" strike="noStrike" dirty="0">
                          <a:effectLst/>
                        </a:rPr>
                        <a:t>확인</a:t>
                      </a:r>
                      <a:r>
                        <a:rPr lang="en-US" altLang="ko-KR" sz="900" u="none" strike="noStrike" dirty="0">
                          <a:effectLst/>
                        </a:rPr>
                        <a:t>'</a:t>
                      </a:r>
                      <a:r>
                        <a:rPr lang="ko-KR" altLang="en-US" sz="900" u="none" strike="noStrike" dirty="0">
                          <a:effectLst/>
                        </a:rPr>
                        <a:t>버튼 통해 사인 해주세요 </a:t>
                      </a:r>
                      <a:endParaRPr lang="ko-KR" altLang="en-US" sz="900" b="0" i="0" u="none" strike="noStrike" dirty="0">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9868171"/>
                  </a:ext>
                </a:extLst>
              </a:tr>
              <a:tr h="144911">
                <a:tc vMerge="1">
                  <a:txBody>
                    <a:bodyPr/>
                    <a:lstStyle/>
                    <a:p>
                      <a:pPr latinLnBrk="1"/>
                      <a:endParaRPr lang="ko-KR" altLang="en-US"/>
                    </a:p>
                  </a:txBody>
                  <a:tcPr/>
                </a:tc>
                <a:tc>
                  <a:txBody>
                    <a:bodyPr/>
                    <a:lstStyle/>
                    <a:p>
                      <a:pPr algn="l" fontAlgn="ctr"/>
                      <a:r>
                        <a:rPr lang="ko-KR" altLang="en-US" sz="900" u="none" strike="noStrike">
                          <a:effectLst/>
                        </a:rPr>
                        <a:t>담당자 연락</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전화</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ko-KR" sz="900" u="none" strike="noStrike">
                          <a:effectLst/>
                        </a:rPr>
                        <a:t>-</a:t>
                      </a:r>
                      <a:endParaRPr lang="en-US" altLang="ko-KR"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ko-KR" sz="900" u="none" strike="noStrike">
                          <a:effectLst/>
                        </a:rPr>
                        <a:t>-</a:t>
                      </a:r>
                      <a:endParaRPr lang="en-US" altLang="ko-KR"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ko-KR" sz="900" u="none" strike="noStrike">
                          <a:effectLst/>
                        </a:rPr>
                        <a:t>-</a:t>
                      </a:r>
                      <a:endParaRPr lang="en-US" altLang="ko-KR"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dirty="0">
                          <a:effectLst/>
                        </a:rPr>
                        <a:t>내용 불필요</a:t>
                      </a:r>
                      <a:endParaRPr lang="ko-KR" altLang="en-US" sz="900" b="0" i="0" u="none" strike="noStrike" dirty="0">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28527029"/>
                  </a:ext>
                </a:extLst>
              </a:tr>
              <a:tr h="144911">
                <a:tc rowSpan="5">
                  <a:txBody>
                    <a:bodyPr/>
                    <a:lstStyle/>
                    <a:p>
                      <a:pPr algn="ctr" fontAlgn="ctr"/>
                      <a:r>
                        <a:rPr lang="ko-KR" altLang="en-US" sz="900" u="none" strike="noStrike">
                          <a:effectLst/>
                        </a:rPr>
                        <a:t>출발 전</a:t>
                      </a:r>
                      <a:br>
                        <a:rPr lang="ko-KR" altLang="en-US" sz="900" u="none" strike="noStrike">
                          <a:effectLst/>
                        </a:rPr>
                      </a:br>
                      <a:br>
                        <a:rPr lang="ko-KR" altLang="en-US" sz="900" u="none" strike="noStrike">
                          <a:effectLst/>
                        </a:rPr>
                      </a:br>
                      <a:r>
                        <a:rPr lang="en-US" altLang="ko-KR" sz="900" u="none" strike="noStrike">
                          <a:effectLst/>
                        </a:rPr>
                        <a:t>(</a:t>
                      </a:r>
                      <a:r>
                        <a:rPr lang="ko-KR" altLang="en-US" sz="900" u="none" strike="noStrike">
                          <a:effectLst/>
                        </a:rPr>
                        <a:t>결제완료</a:t>
                      </a:r>
                      <a:r>
                        <a:rPr lang="en-US" altLang="ko-KR" sz="900" u="none" strike="noStrike">
                          <a:effectLst/>
                        </a:rPr>
                        <a:t>~</a:t>
                      </a:r>
                      <a:br>
                        <a:rPr lang="en-US" altLang="ko-KR" sz="900" u="none" strike="noStrike">
                          <a:effectLst/>
                        </a:rPr>
                      </a:br>
                      <a:r>
                        <a:rPr lang="ko-KR" altLang="en-US" sz="900" u="none" strike="noStrike">
                          <a:effectLst/>
                        </a:rPr>
                        <a:t>탑승전</a:t>
                      </a:r>
                      <a:r>
                        <a:rPr lang="en-US" altLang="ko-KR" sz="900" u="none" strike="noStrike">
                          <a:effectLst/>
                        </a:rPr>
                        <a:t>)</a:t>
                      </a:r>
                      <a:endParaRPr lang="en-US" altLang="ko-KR" sz="900" b="0" i="0" u="none" strike="noStrike">
                        <a:solidFill>
                          <a:srgbClr val="000000"/>
                        </a:solidFill>
                        <a:effectLst/>
                        <a:latin typeface="나눔고딕" panose="020D0604000000000000" pitchFamily="50" charset="-127"/>
                        <a:ea typeface="나눔고딕" panose="020D0604000000000000" pitchFamily="50" charset="-127"/>
                      </a:endParaRPr>
                    </a:p>
                  </a:txBody>
                  <a:tcPr marL="100584" marR="100584"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a:txBody>
                    <a:bodyPr/>
                    <a:lstStyle/>
                    <a:p>
                      <a:pPr algn="l" fontAlgn="ctr"/>
                      <a:r>
                        <a:rPr lang="ko-KR" altLang="en-US" sz="900" u="none" strike="noStrike" dirty="0">
                          <a:effectLst/>
                        </a:rPr>
                        <a:t>알림</a:t>
                      </a:r>
                      <a:endParaRPr lang="ko-KR" altLang="en-US" sz="900" b="0" i="0" u="none" strike="noStrike" dirty="0">
                        <a:solidFill>
                          <a:srgbClr val="333F4F"/>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직원 직접 알림</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전체</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문자발송 시</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최초 </a:t>
                      </a:r>
                      <a:r>
                        <a:rPr lang="en-US" altLang="ko-KR" sz="900" u="none" strike="noStrike">
                          <a:effectLst/>
                        </a:rPr>
                        <a:t>1</a:t>
                      </a:r>
                      <a:r>
                        <a:rPr lang="ko-KR" altLang="en-US" sz="900" u="none" strike="noStrike">
                          <a:effectLst/>
                        </a:rPr>
                        <a:t>회</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해당 문구 출력</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30515501"/>
                  </a:ext>
                </a:extLst>
              </a:tr>
              <a:tr h="144911">
                <a:tc vMerge="1">
                  <a:txBody>
                    <a:bodyPr/>
                    <a:lstStyle/>
                    <a:p>
                      <a:pPr latinLnBrk="1"/>
                      <a:endParaRPr lang="ko-KR" altLang="en-US"/>
                    </a:p>
                  </a:txBody>
                  <a:tcPr/>
                </a:tc>
                <a:tc vMerge="1">
                  <a:txBody>
                    <a:bodyPr/>
                    <a:lstStyle/>
                    <a:p>
                      <a:pPr algn="l" fontAlgn="ctr"/>
                      <a:endParaRPr lang="ko-KR" altLang="en-US" sz="900" b="0" i="0" u="none" strike="noStrike" dirty="0">
                        <a:solidFill>
                          <a:srgbClr val="333F4F"/>
                        </a:solidFill>
                        <a:effectLst/>
                        <a:latin typeface="나눔고딕" panose="020D0604000000000000" pitchFamily="50" charset="-127"/>
                        <a:ea typeface="나눔고딕" panose="020D0604000000000000" pitchFamily="50" charset="-127"/>
                      </a:endParaRPr>
                    </a:p>
                  </a:txBody>
                  <a:tcPr marL="7317" marR="7317" marT="4997" marB="0" anchor="ctr"/>
                </a:tc>
                <a:tc>
                  <a:txBody>
                    <a:bodyPr/>
                    <a:lstStyle/>
                    <a:p>
                      <a:pPr algn="l" fontAlgn="ctr"/>
                      <a:r>
                        <a:rPr lang="ko-KR" altLang="en-US" sz="900" u="none" strike="noStrike">
                          <a:effectLst/>
                        </a:rPr>
                        <a:t>여행 및 </a:t>
                      </a:r>
                      <a:r>
                        <a:rPr lang="en-US" sz="900" u="none" strike="noStrike">
                          <a:effectLst/>
                        </a:rPr>
                        <a:t>APP</a:t>
                      </a:r>
                      <a:r>
                        <a:rPr lang="ko-KR" altLang="en-US" sz="900" u="none" strike="noStrike">
                          <a:effectLst/>
                        </a:rPr>
                        <a:t>안내</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전체</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출발일 </a:t>
                      </a:r>
                      <a:r>
                        <a:rPr lang="en-US" sz="900" u="none" strike="noStrike">
                          <a:effectLst/>
                        </a:rPr>
                        <a:t>am9</a:t>
                      </a:r>
                      <a:endParaRPr 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최초 </a:t>
                      </a:r>
                      <a:r>
                        <a:rPr lang="en-US" altLang="ko-KR" sz="900" u="none" strike="noStrike">
                          <a:effectLst/>
                        </a:rPr>
                        <a:t>1</a:t>
                      </a:r>
                      <a:r>
                        <a:rPr lang="ko-KR" altLang="en-US" sz="900" u="none" strike="noStrike">
                          <a:effectLst/>
                        </a:rPr>
                        <a:t>회</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ko-KR" sz="900" u="none" strike="noStrike" dirty="0">
                          <a:effectLst/>
                        </a:rPr>
                        <a:t>0000-00-00 </a:t>
                      </a:r>
                      <a:r>
                        <a:rPr lang="ko-KR" altLang="en-US" sz="900" u="none" strike="noStrike" dirty="0">
                          <a:effectLst/>
                        </a:rPr>
                        <a:t>출발</a:t>
                      </a:r>
                      <a:r>
                        <a:rPr lang="en-US" altLang="ko-KR" sz="900" u="none" strike="noStrike" dirty="0">
                          <a:effectLst/>
                        </a:rPr>
                        <a:t>, </a:t>
                      </a:r>
                      <a:r>
                        <a:rPr lang="ko-KR" altLang="en-US" sz="900" u="none" strike="noStrike" dirty="0">
                          <a:effectLst/>
                        </a:rPr>
                        <a:t>즐거운 여행이 되실 수 있도록 준비하겠습니다</a:t>
                      </a:r>
                      <a:r>
                        <a:rPr lang="en-US" altLang="ko-KR" sz="900" u="none" strike="noStrike" dirty="0">
                          <a:effectLst/>
                        </a:rPr>
                        <a:t>.</a:t>
                      </a:r>
                      <a:endParaRPr lang="en-US" altLang="ko-KR" sz="900" b="0" i="0" u="none" strike="noStrike" dirty="0">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1631179"/>
                  </a:ext>
                </a:extLst>
              </a:tr>
              <a:tr h="144911">
                <a:tc vMerge="1">
                  <a:txBody>
                    <a:bodyPr/>
                    <a:lstStyle/>
                    <a:p>
                      <a:pPr latinLnBrk="1"/>
                      <a:endParaRPr lang="ko-KR" altLang="en-US"/>
                    </a:p>
                  </a:txBody>
                  <a:tcPr/>
                </a:tc>
                <a:tc>
                  <a:txBody>
                    <a:bodyPr/>
                    <a:lstStyle/>
                    <a:p>
                      <a:pPr algn="l" fontAlgn="ctr"/>
                      <a:r>
                        <a:rPr lang="ko-KR" altLang="en-US" sz="900" u="none" strike="noStrike">
                          <a:effectLst/>
                        </a:rPr>
                        <a:t>예약관리</a:t>
                      </a:r>
                      <a:endParaRPr lang="ko-KR" altLang="en-US" sz="900" b="0" i="0" u="none" strike="noStrike">
                        <a:solidFill>
                          <a:srgbClr val="333F4F"/>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예약내용</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ko-KR" sz="900" u="none" strike="noStrike">
                          <a:effectLst/>
                        </a:rPr>
                        <a:t>-</a:t>
                      </a:r>
                      <a:endParaRPr lang="en-US" altLang="ko-KR"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ko-KR" sz="900" u="none" strike="noStrike">
                          <a:effectLst/>
                        </a:rPr>
                        <a:t>-</a:t>
                      </a:r>
                      <a:endParaRPr lang="en-US" altLang="ko-KR"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ko-KR" sz="900" u="none" strike="noStrike">
                          <a:effectLst/>
                        </a:rPr>
                        <a:t>-</a:t>
                      </a:r>
                      <a:endParaRPr lang="en-US" altLang="ko-KR"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dirty="0">
                          <a:effectLst/>
                        </a:rPr>
                        <a:t>내용 불필요</a:t>
                      </a:r>
                      <a:endParaRPr lang="ko-KR" altLang="en-US" sz="900" b="0" i="0" u="none" strike="noStrike" dirty="0">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20936136"/>
                  </a:ext>
                </a:extLst>
              </a:tr>
              <a:tr h="144911">
                <a:tc vMerge="1">
                  <a:txBody>
                    <a:bodyPr/>
                    <a:lstStyle/>
                    <a:p>
                      <a:pPr latinLnBrk="1"/>
                      <a:endParaRPr lang="ko-KR" altLang="en-US"/>
                    </a:p>
                  </a:txBody>
                  <a:tcPr/>
                </a:tc>
                <a:tc>
                  <a:txBody>
                    <a:bodyPr/>
                    <a:lstStyle/>
                    <a:p>
                      <a:pPr algn="l" fontAlgn="ctr"/>
                      <a:r>
                        <a:rPr lang="en-US" sz="900" u="none" strike="noStrike">
                          <a:effectLst/>
                        </a:rPr>
                        <a:t>App </a:t>
                      </a:r>
                      <a:r>
                        <a:rPr lang="ko-KR" altLang="en-US" sz="900" u="none" strike="noStrike">
                          <a:effectLst/>
                        </a:rPr>
                        <a:t>다운로드</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다운로드 안내</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전체</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예약확정 후 </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ko-KR" sz="900" u="none" strike="noStrike">
                          <a:effectLst/>
                        </a:rPr>
                        <a:t>1</a:t>
                      </a:r>
                      <a:r>
                        <a:rPr lang="ko-KR" altLang="en-US" sz="900" u="none" strike="noStrike">
                          <a:effectLst/>
                        </a:rPr>
                        <a:t>일 </a:t>
                      </a:r>
                      <a:r>
                        <a:rPr lang="en-US" altLang="ko-KR" sz="900" u="none" strike="noStrike">
                          <a:effectLst/>
                        </a:rPr>
                        <a:t>1</a:t>
                      </a:r>
                      <a:r>
                        <a:rPr lang="ko-KR" altLang="en-US" sz="900" u="none" strike="noStrike">
                          <a:effectLst/>
                        </a:rPr>
                        <a:t>회</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ko-KR" sz="900" u="none" strike="noStrike" dirty="0">
                          <a:effectLst/>
                        </a:rPr>
                        <a:t>App </a:t>
                      </a:r>
                      <a:r>
                        <a:rPr lang="ko-KR" altLang="en-US" sz="900" u="none" strike="noStrike" dirty="0">
                          <a:effectLst/>
                        </a:rPr>
                        <a:t>다운로드를 통해 보다 다양한 서비스를 받아보세요</a:t>
                      </a:r>
                      <a:endParaRPr lang="ko-KR" altLang="en-US" sz="900" b="0" i="0" u="none" strike="noStrike" dirty="0">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00689800"/>
                  </a:ext>
                </a:extLst>
              </a:tr>
              <a:tr h="148909">
                <a:tc vMerge="1">
                  <a:txBody>
                    <a:bodyPr/>
                    <a:lstStyle/>
                    <a:p>
                      <a:pPr latinLnBrk="1"/>
                      <a:endParaRPr lang="ko-KR" altLang="en-US"/>
                    </a:p>
                  </a:txBody>
                  <a:tcPr/>
                </a:tc>
                <a:tc>
                  <a:txBody>
                    <a:bodyPr/>
                    <a:lstStyle/>
                    <a:p>
                      <a:pPr algn="l" fontAlgn="ctr"/>
                      <a:r>
                        <a:rPr lang="ko-KR" altLang="en-US" sz="900" u="none" strike="noStrike">
                          <a:effectLst/>
                        </a:rPr>
                        <a:t>마이트래블가이드</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다운로드 안내</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전체</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예약확정 후 </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ko-KR" sz="900" u="none" strike="noStrike">
                          <a:effectLst/>
                        </a:rPr>
                        <a:t>1</a:t>
                      </a:r>
                      <a:r>
                        <a:rPr lang="ko-KR" altLang="en-US" sz="900" u="none" strike="noStrike">
                          <a:effectLst/>
                        </a:rPr>
                        <a:t>일 </a:t>
                      </a:r>
                      <a:r>
                        <a:rPr lang="en-US" altLang="ko-KR" sz="900" u="none" strike="noStrike">
                          <a:effectLst/>
                        </a:rPr>
                        <a:t>1</a:t>
                      </a:r>
                      <a:r>
                        <a:rPr lang="ko-KR" altLang="en-US" sz="900" u="none" strike="noStrike">
                          <a:effectLst/>
                        </a:rPr>
                        <a:t>회</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dirty="0" err="1">
                          <a:effectLst/>
                        </a:rPr>
                        <a:t>마이트래블가이드</a:t>
                      </a:r>
                      <a:r>
                        <a:rPr lang="en-US" altLang="ko-KR" sz="900" u="none" strike="noStrike" dirty="0">
                          <a:effectLst/>
                        </a:rPr>
                        <a:t>'</a:t>
                      </a:r>
                      <a:r>
                        <a:rPr lang="ko-KR" altLang="en-US" sz="900" u="none" strike="noStrike" dirty="0">
                          <a:effectLst/>
                        </a:rPr>
                        <a:t>는 </a:t>
                      </a:r>
                      <a:r>
                        <a:rPr lang="ko-KR" altLang="en-US" sz="900" u="none" strike="noStrike" dirty="0" err="1">
                          <a:effectLst/>
                        </a:rPr>
                        <a:t>고객님만의</a:t>
                      </a:r>
                      <a:r>
                        <a:rPr lang="ko-KR" altLang="en-US" sz="900" u="none" strike="noStrike" dirty="0">
                          <a:effectLst/>
                        </a:rPr>
                        <a:t> </a:t>
                      </a:r>
                      <a:r>
                        <a:rPr lang="ko-KR" altLang="en-US" sz="900" u="none" strike="noStrike" dirty="0" err="1">
                          <a:effectLst/>
                        </a:rPr>
                        <a:t>여행가이드북입니다</a:t>
                      </a:r>
                      <a:r>
                        <a:rPr lang="en-US" altLang="ko-KR" sz="900" u="none" strike="noStrike" dirty="0">
                          <a:effectLst/>
                        </a:rPr>
                        <a:t>. </a:t>
                      </a:r>
                      <a:r>
                        <a:rPr lang="ko-KR" altLang="en-US" sz="900" u="none" strike="noStrike" dirty="0">
                          <a:effectLst/>
                        </a:rPr>
                        <a:t>지금 다운로드 받아보세요</a:t>
                      </a:r>
                      <a:endParaRPr lang="ko-KR" altLang="en-US" sz="900" b="0" i="0" u="none" strike="noStrike" dirty="0">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82653830"/>
                  </a:ext>
                </a:extLst>
              </a:tr>
              <a:tr h="144911">
                <a:tc rowSpan="3">
                  <a:txBody>
                    <a:bodyPr/>
                    <a:lstStyle/>
                    <a:p>
                      <a:pPr algn="ctr" fontAlgn="ctr"/>
                      <a:r>
                        <a:rPr lang="ko-KR" altLang="en-US" sz="900" u="none" strike="noStrike">
                          <a:effectLst/>
                        </a:rPr>
                        <a:t>도착 후</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100584" marR="100584"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알림</a:t>
                      </a:r>
                      <a:endParaRPr lang="ko-KR" altLang="en-US" sz="900" b="0" i="0" u="none" strike="noStrike">
                        <a:solidFill>
                          <a:srgbClr val="333F4F"/>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포인트 안내</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전체</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도착일 </a:t>
                      </a:r>
                      <a:r>
                        <a:rPr lang="en-US" altLang="ko-KR" sz="900" u="none" strike="noStrike">
                          <a:effectLst/>
                        </a:rPr>
                        <a:t>+7</a:t>
                      </a:r>
                      <a:r>
                        <a:rPr lang="ko-KR" altLang="en-US" sz="900" u="none" strike="noStrike">
                          <a:effectLst/>
                        </a:rPr>
                        <a:t>일 후</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최초 </a:t>
                      </a:r>
                      <a:r>
                        <a:rPr lang="en-US" altLang="ko-KR" sz="900" u="none" strike="noStrike">
                          <a:effectLst/>
                        </a:rPr>
                        <a:t>1</a:t>
                      </a:r>
                      <a:r>
                        <a:rPr lang="ko-KR" altLang="en-US" sz="900" u="none" strike="noStrike">
                          <a:effectLst/>
                        </a:rPr>
                        <a:t>회</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지난 여행을 통해 </a:t>
                      </a:r>
                      <a:r>
                        <a:rPr lang="en-US" altLang="ko-KR" sz="900" u="none" strike="noStrike">
                          <a:effectLst/>
                        </a:rPr>
                        <a:t>000 </a:t>
                      </a:r>
                      <a:r>
                        <a:rPr lang="ko-KR" altLang="en-US" sz="900" u="none" strike="noStrike">
                          <a:effectLst/>
                        </a:rPr>
                        <a:t>포인트가 적립되었습니다</a:t>
                      </a:r>
                      <a:r>
                        <a:rPr lang="en-US" altLang="ko-KR" sz="900" u="none" strike="noStrike">
                          <a:effectLst/>
                        </a:rPr>
                        <a:t>. </a:t>
                      </a:r>
                      <a:r>
                        <a:rPr lang="ko-KR" altLang="en-US" sz="900" u="none" strike="noStrike">
                          <a:effectLst/>
                        </a:rPr>
                        <a:t>총 적립 포인트 </a:t>
                      </a:r>
                      <a:r>
                        <a:rPr lang="en-US" altLang="ko-KR" sz="900" u="none" strike="noStrike">
                          <a:effectLst/>
                        </a:rPr>
                        <a:t>00000</a:t>
                      </a:r>
                      <a:endParaRPr lang="en-US" altLang="ko-KR"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55279445"/>
                  </a:ext>
                </a:extLst>
              </a:tr>
              <a:tr h="144911">
                <a:tc vMerge="1">
                  <a:txBody>
                    <a:bodyPr/>
                    <a:lstStyle/>
                    <a:p>
                      <a:pPr latinLnBrk="1"/>
                      <a:endParaRPr lang="ko-KR" altLang="en-US"/>
                    </a:p>
                  </a:txBody>
                  <a:tcPr/>
                </a:tc>
                <a:tc>
                  <a:txBody>
                    <a:bodyPr/>
                    <a:lstStyle/>
                    <a:p>
                      <a:pPr algn="l" fontAlgn="ctr"/>
                      <a:r>
                        <a:rPr lang="ko-KR" altLang="en-US" sz="900" u="none" strike="noStrike">
                          <a:effectLst/>
                        </a:rPr>
                        <a:t>만족도 평가</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만족도 평가</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메인</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도착일 이후 미평가 시</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접속 시 </a:t>
                      </a:r>
                      <a:r>
                        <a:rPr lang="en-US" altLang="ko-KR" sz="900" u="none" strike="noStrike">
                          <a:effectLst/>
                        </a:rPr>
                        <a:t>1</a:t>
                      </a:r>
                      <a:r>
                        <a:rPr lang="ko-KR" altLang="en-US" sz="900" u="none" strike="noStrike">
                          <a:effectLst/>
                        </a:rPr>
                        <a:t>회</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이번 여행은 어떠셨나요</a:t>
                      </a:r>
                      <a:r>
                        <a:rPr lang="en-US" altLang="ko-KR" sz="900" u="none" strike="noStrike">
                          <a:effectLst/>
                        </a:rPr>
                        <a:t>? </a:t>
                      </a:r>
                      <a:r>
                        <a:rPr lang="ko-KR" altLang="en-US" sz="900" u="none" strike="noStrike">
                          <a:effectLst/>
                        </a:rPr>
                        <a:t>만족도 평가를 부탁 드립니다</a:t>
                      </a:r>
                      <a:r>
                        <a:rPr lang="en-US" altLang="ko-KR" sz="900" u="none" strike="noStrike">
                          <a:effectLst/>
                        </a:rPr>
                        <a:t>.</a:t>
                      </a:r>
                      <a:endParaRPr lang="en-US" altLang="ko-KR"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979274"/>
                  </a:ext>
                </a:extLst>
              </a:tr>
              <a:tr h="144911">
                <a:tc vMerge="1">
                  <a:txBody>
                    <a:bodyPr/>
                    <a:lstStyle/>
                    <a:p>
                      <a:pPr latinLnBrk="1"/>
                      <a:endParaRPr lang="ko-KR" altLang="en-US"/>
                    </a:p>
                  </a:txBody>
                  <a:tcPr/>
                </a:tc>
                <a:tc>
                  <a:txBody>
                    <a:bodyPr/>
                    <a:lstStyle/>
                    <a:p>
                      <a:pPr algn="l" fontAlgn="ctr"/>
                      <a:r>
                        <a:rPr lang="ko-KR" altLang="en-US" sz="900" u="none" strike="noStrike">
                          <a:effectLst/>
                        </a:rPr>
                        <a:t>여행후기</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후기 작성</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메인</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도착일 이후 미작성 시</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a:effectLst/>
                        </a:rPr>
                        <a:t>접속 시 </a:t>
                      </a:r>
                      <a:r>
                        <a:rPr lang="en-US" altLang="ko-KR" sz="900" u="none" strike="noStrike">
                          <a:effectLst/>
                        </a:rPr>
                        <a:t>1</a:t>
                      </a:r>
                      <a:r>
                        <a:rPr lang="ko-KR" altLang="en-US" sz="900" u="none" strike="noStrike">
                          <a:effectLst/>
                        </a:rPr>
                        <a:t>회</a:t>
                      </a:r>
                      <a:endParaRPr lang="ko-KR" altLang="en-US" sz="900" b="0" i="0" u="none" strike="noStrike">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ko-KR" altLang="en-US" sz="900" u="none" strike="noStrike" dirty="0">
                          <a:effectLst/>
                        </a:rPr>
                        <a:t>다녀오신 여행의 후기를 </a:t>
                      </a:r>
                      <a:r>
                        <a:rPr lang="ko-KR" altLang="en-US" sz="900" u="none" strike="noStrike" dirty="0" err="1">
                          <a:effectLst/>
                        </a:rPr>
                        <a:t>남겨주시면</a:t>
                      </a:r>
                      <a:r>
                        <a:rPr lang="ko-KR" altLang="en-US" sz="900" u="none" strike="noStrike" dirty="0">
                          <a:effectLst/>
                        </a:rPr>
                        <a:t> 추첨을 통해 다양한 혜택을 드립니다</a:t>
                      </a:r>
                      <a:r>
                        <a:rPr lang="en-US" altLang="ko-KR" sz="900" u="none" strike="noStrike" dirty="0">
                          <a:effectLst/>
                        </a:rPr>
                        <a:t>. </a:t>
                      </a:r>
                      <a:endParaRPr lang="en-US" altLang="ko-KR" sz="900" b="0" i="0" u="none" strike="noStrike" dirty="0">
                        <a:solidFill>
                          <a:srgbClr val="000000"/>
                        </a:solidFill>
                        <a:effectLst/>
                        <a:latin typeface="나눔고딕" panose="020D0604000000000000" pitchFamily="50" charset="-127"/>
                        <a:ea typeface="나눔고딕" panose="020D0604000000000000" pitchFamily="50" charset="-127"/>
                      </a:endParaRPr>
                    </a:p>
                  </a:txBody>
                  <a:tcPr marL="7317" marR="7317" marT="499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40897686"/>
                  </a:ext>
                </a:extLst>
              </a:tr>
            </a:tbl>
          </a:graphicData>
        </a:graphic>
      </p:graphicFrame>
      <p:sp>
        <p:nvSpPr>
          <p:cNvPr id="39" name="TextBox 38">
            <a:extLst>
              <a:ext uri="{FF2B5EF4-FFF2-40B4-BE49-F238E27FC236}">
                <a16:creationId xmlns:a16="http://schemas.microsoft.com/office/drawing/2014/main" id="{007BED4A-AA39-4D80-837C-44965063344E}"/>
              </a:ext>
            </a:extLst>
          </p:cNvPr>
          <p:cNvSpPr txBox="1"/>
          <p:nvPr/>
        </p:nvSpPr>
        <p:spPr>
          <a:xfrm>
            <a:off x="4016896" y="143054"/>
            <a:ext cx="1557976" cy="261610"/>
          </a:xfrm>
          <a:prstGeom prst="rect">
            <a:avLst/>
          </a:prstGeom>
          <a:noFill/>
        </p:spPr>
        <p:txBody>
          <a:bodyPr wrap="square" rtlCol="0">
            <a:spAutoFit/>
          </a:bodyPr>
          <a:lstStyle/>
          <a:p>
            <a:r>
              <a:rPr lang="en-US" altLang="ko-KR" sz="1100" b="1" dirty="0">
                <a:latin typeface="나눔고딕" panose="020D0604000000000000" pitchFamily="50" charset="-127"/>
                <a:ea typeface="나눔고딕" panose="020D0604000000000000" pitchFamily="50" charset="-127"/>
              </a:rPr>
              <a:t>Message</a:t>
            </a:r>
            <a:r>
              <a:rPr lang="ko-KR" altLang="en-US" sz="1100" b="1" dirty="0">
                <a:latin typeface="나눔고딕" panose="020D0604000000000000" pitchFamily="50" charset="-127"/>
                <a:ea typeface="나눔고딕" panose="020D0604000000000000" pitchFamily="50" charset="-127"/>
              </a:rPr>
              <a:t> 시나리오 </a:t>
            </a:r>
          </a:p>
        </p:txBody>
      </p:sp>
    </p:spTree>
    <p:extLst>
      <p:ext uri="{BB962C8B-B14F-4D97-AF65-F5344CB8AC3E}">
        <p14:creationId xmlns:p14="http://schemas.microsoft.com/office/powerpoint/2010/main" val="1827352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5EF60A3-2310-4153-9E83-F12BDCE7A965}"/>
              </a:ext>
            </a:extLst>
          </p:cNvPr>
          <p:cNvSpPr txBox="1"/>
          <p:nvPr/>
        </p:nvSpPr>
        <p:spPr>
          <a:xfrm>
            <a:off x="229380" y="2367352"/>
            <a:ext cx="8468036" cy="584775"/>
          </a:xfrm>
          <a:prstGeom prst="rect">
            <a:avLst/>
          </a:prstGeom>
          <a:noFill/>
        </p:spPr>
        <p:txBody>
          <a:bodyPr wrap="square" rtlCol="0">
            <a:spAutoFit/>
          </a:bodyPr>
          <a:lstStyle/>
          <a:p>
            <a:r>
              <a:rPr lang="en-US" altLang="ko-KR" sz="3200" b="1" dirty="0" err="1">
                <a:solidFill>
                  <a:schemeClr val="tx1">
                    <a:lumMod val="65000"/>
                    <a:lumOff val="35000"/>
                  </a:schemeClr>
                </a:solidFill>
                <a:latin typeface="+mn-ea"/>
                <a:ea typeface="+mn-ea"/>
              </a:rPr>
              <a:t>CUVE</a:t>
            </a:r>
            <a:r>
              <a:rPr lang="en-US" altLang="ko-KR" sz="3200" b="1" dirty="0">
                <a:solidFill>
                  <a:schemeClr val="tx1">
                    <a:lumMod val="65000"/>
                    <a:lumOff val="35000"/>
                  </a:schemeClr>
                </a:solidFill>
                <a:latin typeface="+mn-ea"/>
                <a:ea typeface="+mn-ea"/>
              </a:rPr>
              <a:t>_</a:t>
            </a:r>
            <a:r>
              <a:rPr lang="ko-KR" altLang="en-US" sz="3200" b="1" dirty="0">
                <a:solidFill>
                  <a:schemeClr val="tx1">
                    <a:lumMod val="65000"/>
                    <a:lumOff val="35000"/>
                  </a:schemeClr>
                </a:solidFill>
                <a:latin typeface="+mn-ea"/>
                <a:ea typeface="+mn-ea"/>
              </a:rPr>
              <a:t>상품예약전</a:t>
            </a:r>
            <a:r>
              <a:rPr lang="en-US" altLang="ko-KR" sz="3200" b="1" dirty="0">
                <a:solidFill>
                  <a:schemeClr val="tx1">
                    <a:lumMod val="65000"/>
                    <a:lumOff val="35000"/>
                  </a:schemeClr>
                </a:solidFill>
                <a:latin typeface="+mn-ea"/>
                <a:ea typeface="+mn-ea"/>
              </a:rPr>
              <a:t>(</a:t>
            </a:r>
            <a:r>
              <a:rPr lang="ko-KR" altLang="en-US" sz="3200" b="1" dirty="0">
                <a:solidFill>
                  <a:schemeClr val="tx1">
                    <a:lumMod val="65000"/>
                    <a:lumOff val="35000"/>
                  </a:schemeClr>
                </a:solidFill>
                <a:latin typeface="+mn-ea"/>
                <a:ea typeface="+mn-ea"/>
              </a:rPr>
              <a:t>평상시</a:t>
            </a:r>
            <a:r>
              <a:rPr lang="en-US" altLang="ko-KR" sz="3200" b="1" dirty="0">
                <a:solidFill>
                  <a:schemeClr val="tx1">
                    <a:lumMod val="65000"/>
                    <a:lumOff val="35000"/>
                  </a:schemeClr>
                </a:solidFill>
                <a:latin typeface="+mn-ea"/>
                <a:ea typeface="+mn-ea"/>
              </a:rPr>
              <a:t>)</a:t>
            </a:r>
            <a:endParaRPr lang="ko-KR" altLang="en-US" sz="1200" b="1" dirty="0">
              <a:solidFill>
                <a:schemeClr val="tx1">
                  <a:lumMod val="65000"/>
                  <a:lumOff val="35000"/>
                </a:schemeClr>
              </a:solidFill>
              <a:latin typeface="+mn-ea"/>
              <a:ea typeface="+mn-ea"/>
            </a:endParaRPr>
          </a:p>
        </p:txBody>
      </p:sp>
      <p:cxnSp>
        <p:nvCxnSpPr>
          <p:cNvPr id="5" name="직선 연결선[R] 7">
            <a:extLst>
              <a:ext uri="{FF2B5EF4-FFF2-40B4-BE49-F238E27FC236}">
                <a16:creationId xmlns:a16="http://schemas.microsoft.com/office/drawing/2014/main" id="{921E3EA9-5200-4ADD-883A-3CED9D4728D1}"/>
              </a:ext>
            </a:extLst>
          </p:cNvPr>
          <p:cNvCxnSpPr>
            <a:cxnSpLocks/>
          </p:cNvCxnSpPr>
          <p:nvPr/>
        </p:nvCxnSpPr>
        <p:spPr>
          <a:xfrm>
            <a:off x="272480" y="3068960"/>
            <a:ext cx="890830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9964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사각형: 둥근 모서리 369">
            <a:extLst>
              <a:ext uri="{FF2B5EF4-FFF2-40B4-BE49-F238E27FC236}">
                <a16:creationId xmlns:a16="http://schemas.microsoft.com/office/drawing/2014/main" id="{FF7DA023-B7E5-4B37-8FF3-6557F993948F}"/>
              </a:ext>
            </a:extLst>
          </p:cNvPr>
          <p:cNvSpPr/>
          <p:nvPr/>
        </p:nvSpPr>
        <p:spPr>
          <a:xfrm>
            <a:off x="499217" y="5588621"/>
            <a:ext cx="1995688" cy="364067"/>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0" bIns="0" rtlCol="0" anchor="ctr"/>
          <a:lstStyle/>
          <a:p>
            <a:pPr lvl="0" algn="ctr"/>
            <a:r>
              <a:rPr lang="ko-KR" altLang="en-US" sz="800" dirty="0">
                <a:solidFill>
                  <a:schemeClr val="tx1"/>
                </a:solidFill>
              </a:rPr>
              <a:t>살펴보지 않은 알림이 있어요</a:t>
            </a:r>
          </a:p>
        </p:txBody>
      </p:sp>
      <p:sp>
        <p:nvSpPr>
          <p:cNvPr id="301" name="TextBox 300">
            <a:extLst>
              <a:ext uri="{FF2B5EF4-FFF2-40B4-BE49-F238E27FC236}">
                <a16:creationId xmlns:a16="http://schemas.microsoft.com/office/drawing/2014/main" id="{174A55D3-72FA-4880-ACC3-156376968C6F}"/>
              </a:ext>
            </a:extLst>
          </p:cNvPr>
          <p:cNvSpPr txBox="1"/>
          <p:nvPr/>
        </p:nvSpPr>
        <p:spPr>
          <a:xfrm>
            <a:off x="2825957" y="1958340"/>
            <a:ext cx="2282936" cy="215444"/>
          </a:xfrm>
          <a:prstGeom prst="rect">
            <a:avLst/>
          </a:prstGeom>
          <a:noFill/>
        </p:spPr>
        <p:txBody>
          <a:bodyPr wrap="square" rtlCol="0">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800" b="1" i="0" u="none" strike="noStrike" kern="1200" cap="none" spc="0" normalizeH="0" baseline="0" noProof="0">
                <a:ln>
                  <a:noFill/>
                </a:ln>
                <a:solidFill>
                  <a:prstClr val="black"/>
                </a:solidFill>
                <a:effectLst/>
                <a:uLnTx/>
                <a:uFillTx/>
                <a:latin typeface="맑은 고딕"/>
                <a:ea typeface="맑은 고딕"/>
                <a:cs typeface="+mn-cs"/>
              </a:rPr>
              <a:t>2019.05.20(</a:t>
            </a:r>
            <a:r>
              <a:rPr kumimoji="1" lang="ko-KR" altLang="en-US" sz="800" b="1" i="0" u="none" strike="noStrike" kern="1200" cap="none" spc="0" normalizeH="0" baseline="0" noProof="0">
                <a:ln>
                  <a:noFill/>
                </a:ln>
                <a:solidFill>
                  <a:prstClr val="black"/>
                </a:solidFill>
                <a:effectLst/>
                <a:uLnTx/>
                <a:uFillTx/>
                <a:latin typeface="맑은 고딕"/>
                <a:ea typeface="맑은 고딕"/>
                <a:cs typeface="+mn-cs"/>
              </a:rPr>
              <a:t>월</a:t>
            </a:r>
            <a:r>
              <a:rPr kumimoji="1" lang="en-US" altLang="ko-KR" sz="800" b="1" i="0" u="none" strike="noStrike" kern="1200" cap="none" spc="0" normalizeH="0" baseline="0" noProof="0">
                <a:ln>
                  <a:noFill/>
                </a:ln>
                <a:solidFill>
                  <a:prstClr val="black"/>
                </a:solidFill>
                <a:effectLst/>
                <a:uLnTx/>
                <a:uFillTx/>
                <a:latin typeface="맑은 고딕"/>
                <a:ea typeface="맑은 고딕"/>
                <a:cs typeface="+mn-cs"/>
              </a:rPr>
              <a:t>) </a:t>
            </a:r>
            <a:endParaRPr kumimoji="1" lang="ko-KR" altLang="en-US" sz="800" b="0" i="0" u="none" strike="noStrike" kern="1200" cap="none" spc="0" normalizeH="0" baseline="0" noProof="0">
              <a:ln>
                <a:noFill/>
              </a:ln>
              <a:solidFill>
                <a:prstClr val="black"/>
              </a:solidFill>
              <a:effectLst/>
              <a:uLnTx/>
              <a:uFillTx/>
              <a:latin typeface="맑은 고딕"/>
              <a:ea typeface="맑은 고딕"/>
              <a:cs typeface="+mn-cs"/>
            </a:endParaRPr>
          </a:p>
        </p:txBody>
      </p:sp>
      <p:cxnSp>
        <p:nvCxnSpPr>
          <p:cNvPr id="302" name="직선 연결선 301">
            <a:extLst>
              <a:ext uri="{FF2B5EF4-FFF2-40B4-BE49-F238E27FC236}">
                <a16:creationId xmlns:a16="http://schemas.microsoft.com/office/drawing/2014/main" id="{7DB552D8-24F0-401E-8221-69EC7BE2E4A8}"/>
              </a:ext>
            </a:extLst>
          </p:cNvPr>
          <p:cNvCxnSpPr>
            <a:cxnSpLocks/>
          </p:cNvCxnSpPr>
          <p:nvPr/>
        </p:nvCxnSpPr>
        <p:spPr>
          <a:xfrm flipV="1">
            <a:off x="2931994" y="2189755"/>
            <a:ext cx="0" cy="3845285"/>
          </a:xfrm>
          <a:prstGeom prst="line">
            <a:avLst/>
          </a:prstGeom>
          <a:ln>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03" name="말풍선: 모서리가 둥근 사각형 302">
            <a:extLst>
              <a:ext uri="{FF2B5EF4-FFF2-40B4-BE49-F238E27FC236}">
                <a16:creationId xmlns:a16="http://schemas.microsoft.com/office/drawing/2014/main" id="{5E0F07DA-07CD-4B08-B594-C19505EFD0A1}"/>
              </a:ext>
            </a:extLst>
          </p:cNvPr>
          <p:cNvSpPr/>
          <p:nvPr/>
        </p:nvSpPr>
        <p:spPr>
          <a:xfrm>
            <a:off x="3088412" y="2241587"/>
            <a:ext cx="1964147" cy="392695"/>
          </a:xfrm>
          <a:prstGeom prst="wedgeRoundRectCallout">
            <a:avLst>
              <a:gd name="adj1" fmla="val -54779"/>
              <a:gd name="adj2" fmla="val -23053"/>
              <a:gd name="adj3" fmla="val 16667"/>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400" fontAlgn="base" latinLnBrk="1">
              <a:lnSpc>
                <a:spcPct val="150000"/>
              </a:lnSpc>
              <a:spcBef>
                <a:spcPct val="0"/>
              </a:spcBef>
              <a:spcAft>
                <a:spcPct val="0"/>
              </a:spcAft>
            </a:pPr>
            <a:r>
              <a:rPr kumimoji="1" lang="ko-KR" altLang="en-US" sz="800" err="1">
                <a:solidFill>
                  <a:prstClr val="black">
                    <a:lumMod val="75000"/>
                    <a:lumOff val="25000"/>
                  </a:prstClr>
                </a:solidFill>
                <a:latin typeface="맑은 고딕"/>
                <a:ea typeface="맑은 고딕"/>
              </a:rPr>
              <a:t>큐비의</a:t>
            </a:r>
            <a:r>
              <a:rPr kumimoji="1" lang="ko-KR" altLang="en-US" sz="800">
                <a:solidFill>
                  <a:prstClr val="black">
                    <a:lumMod val="75000"/>
                    <a:lumOff val="25000"/>
                  </a:prstClr>
                </a:solidFill>
                <a:latin typeface="맑은 고딕"/>
                <a:ea typeface="맑은 고딕"/>
              </a:rPr>
              <a:t> 내용이 노출되는 영역입니다</a:t>
            </a:r>
            <a:r>
              <a:rPr kumimoji="1" lang="en-US" altLang="ko-KR" sz="800">
                <a:solidFill>
                  <a:prstClr val="black">
                    <a:lumMod val="75000"/>
                    <a:lumOff val="25000"/>
                  </a:prstClr>
                </a:solidFill>
                <a:latin typeface="맑은 고딕"/>
                <a:ea typeface="맑은 고딕"/>
              </a:rPr>
              <a:t>.</a:t>
            </a:r>
          </a:p>
          <a:p>
            <a:pPr defTabSz="914400" fontAlgn="base" latinLnBrk="1">
              <a:lnSpc>
                <a:spcPct val="150000"/>
              </a:lnSpc>
              <a:spcBef>
                <a:spcPct val="0"/>
              </a:spcBef>
              <a:spcAft>
                <a:spcPct val="0"/>
              </a:spcAft>
            </a:pPr>
            <a:r>
              <a:rPr kumimoji="1" lang="en-US" altLang="ko-KR" sz="800">
                <a:solidFill>
                  <a:prstClr val="black">
                    <a:lumMod val="75000"/>
                    <a:lumOff val="25000"/>
                  </a:prstClr>
                </a:solidFill>
                <a:latin typeface="맑은 고딕"/>
                <a:ea typeface="맑은 고딕"/>
              </a:rPr>
              <a:t>13:20</a:t>
            </a:r>
            <a:endParaRPr kumimoji="1" lang="ko-KR" altLang="en-US" sz="800">
              <a:solidFill>
                <a:prstClr val="black">
                  <a:lumMod val="75000"/>
                  <a:lumOff val="25000"/>
                </a:prstClr>
              </a:solidFill>
              <a:latin typeface="맑은 고딕"/>
              <a:ea typeface="맑은 고딕"/>
            </a:endParaRPr>
          </a:p>
        </p:txBody>
      </p:sp>
      <p:grpSp>
        <p:nvGrpSpPr>
          <p:cNvPr id="304" name="Image">
            <a:extLst>
              <a:ext uri="{FF2B5EF4-FFF2-40B4-BE49-F238E27FC236}">
                <a16:creationId xmlns:a16="http://schemas.microsoft.com/office/drawing/2014/main" id="{11F80A98-1FD7-4B89-9D9A-8D37A6917BB7}"/>
              </a:ext>
            </a:extLst>
          </p:cNvPr>
          <p:cNvGrpSpPr>
            <a:grpSpLocks/>
          </p:cNvGrpSpPr>
          <p:nvPr/>
        </p:nvGrpSpPr>
        <p:grpSpPr bwMode="auto">
          <a:xfrm>
            <a:off x="2861617" y="2283858"/>
            <a:ext cx="140759" cy="141082"/>
            <a:chOff x="309897" y="673748"/>
            <a:chExt cx="1219816" cy="1623578"/>
          </a:xfrm>
        </p:grpSpPr>
        <p:sp>
          <p:nvSpPr>
            <p:cNvPr id="305" name="Border">
              <a:extLst>
                <a:ext uri="{FF2B5EF4-FFF2-40B4-BE49-F238E27FC236}">
                  <a16:creationId xmlns:a16="http://schemas.microsoft.com/office/drawing/2014/main" id="{51FD0B06-4105-4B9B-B336-09107F8A07D5}"/>
                </a:ext>
              </a:extLst>
            </p:cNvPr>
            <p:cNvSpPr>
              <a:spLocks/>
            </p:cNvSpPr>
            <p:nvPr/>
          </p:nvSpPr>
          <p:spPr bwMode="auto">
            <a:xfrm>
              <a:off x="309897" y="673748"/>
              <a:ext cx="1219816" cy="1623578"/>
            </a:xfrm>
            <a:prstGeom prst="ellipse">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algn="l" rtl="0" fontAlgn="base" latinLnBrk="1">
                <a:spcBef>
                  <a:spcPct val="0"/>
                </a:spcBef>
                <a:spcAft>
                  <a:spcPct val="0"/>
                </a:spcAft>
                <a:defRPr kumimoji="1" kern="1200">
                  <a:solidFill>
                    <a:schemeClr val="lt1"/>
                  </a:solidFill>
                  <a:latin typeface="+mn-lt"/>
                  <a:ea typeface="+mn-ea"/>
                  <a:cs typeface="+mn-cs"/>
                </a:defRPr>
              </a:lvl1pPr>
              <a:lvl2pPr marL="457200" algn="l" rtl="0" fontAlgn="base" latinLnBrk="1">
                <a:spcBef>
                  <a:spcPct val="0"/>
                </a:spcBef>
                <a:spcAft>
                  <a:spcPct val="0"/>
                </a:spcAft>
                <a:defRPr kumimoji="1" kern="1200">
                  <a:solidFill>
                    <a:schemeClr val="lt1"/>
                  </a:solidFill>
                  <a:latin typeface="+mn-lt"/>
                  <a:ea typeface="+mn-ea"/>
                  <a:cs typeface="+mn-cs"/>
                </a:defRPr>
              </a:lvl2pPr>
              <a:lvl3pPr marL="914400" algn="l" rtl="0" fontAlgn="base" latinLnBrk="1">
                <a:spcBef>
                  <a:spcPct val="0"/>
                </a:spcBef>
                <a:spcAft>
                  <a:spcPct val="0"/>
                </a:spcAft>
                <a:defRPr kumimoji="1" kern="1200">
                  <a:solidFill>
                    <a:schemeClr val="lt1"/>
                  </a:solidFill>
                  <a:latin typeface="+mn-lt"/>
                  <a:ea typeface="+mn-ea"/>
                  <a:cs typeface="+mn-cs"/>
                </a:defRPr>
              </a:lvl3pPr>
              <a:lvl4pPr marL="1371600" algn="l" rtl="0" fontAlgn="base" latinLnBrk="1">
                <a:spcBef>
                  <a:spcPct val="0"/>
                </a:spcBef>
                <a:spcAft>
                  <a:spcPct val="0"/>
                </a:spcAft>
                <a:defRPr kumimoji="1" kern="1200">
                  <a:solidFill>
                    <a:schemeClr val="lt1"/>
                  </a:solidFill>
                  <a:latin typeface="+mn-lt"/>
                  <a:ea typeface="+mn-ea"/>
                  <a:cs typeface="+mn-cs"/>
                </a:defRPr>
              </a:lvl4pPr>
              <a:lvl5pPr marL="1828800" algn="l" rtl="0" fontAlgn="base" latinLnBrk="1">
                <a:spcBef>
                  <a:spcPct val="0"/>
                </a:spcBef>
                <a:spcAft>
                  <a:spcPct val="0"/>
                </a:spcAft>
                <a:defRPr kumimoji="1" kern="1200">
                  <a:solidFill>
                    <a:schemeClr val="lt1"/>
                  </a:solidFill>
                  <a:latin typeface="+mn-lt"/>
                  <a:ea typeface="+mn-ea"/>
                  <a:cs typeface="+mn-cs"/>
                </a:defRPr>
              </a:lvl5pPr>
              <a:lvl6pPr marL="2286000" algn="l" defTabSz="914400" rtl="0" eaLnBrk="1" latinLnBrk="1" hangingPunct="1">
                <a:defRPr kumimoji="1" kern="1200">
                  <a:solidFill>
                    <a:schemeClr val="lt1"/>
                  </a:solidFill>
                  <a:latin typeface="+mn-lt"/>
                  <a:ea typeface="+mn-ea"/>
                  <a:cs typeface="+mn-cs"/>
                </a:defRPr>
              </a:lvl6pPr>
              <a:lvl7pPr marL="2743200" algn="l" defTabSz="914400" rtl="0" eaLnBrk="1" latinLnBrk="1" hangingPunct="1">
                <a:defRPr kumimoji="1" kern="1200">
                  <a:solidFill>
                    <a:schemeClr val="lt1"/>
                  </a:solidFill>
                  <a:latin typeface="+mn-lt"/>
                  <a:ea typeface="+mn-ea"/>
                  <a:cs typeface="+mn-cs"/>
                </a:defRPr>
              </a:lvl7pPr>
              <a:lvl8pPr marL="3200400" algn="l" defTabSz="914400" rtl="0" eaLnBrk="1" latinLnBrk="1" hangingPunct="1">
                <a:defRPr kumimoji="1" kern="1200">
                  <a:solidFill>
                    <a:schemeClr val="lt1"/>
                  </a:solidFill>
                  <a:latin typeface="+mn-lt"/>
                  <a:ea typeface="+mn-ea"/>
                  <a:cs typeface="+mn-cs"/>
                </a:defRPr>
              </a:lvl8pPr>
              <a:lvl9pPr marL="3657600" algn="l" defTabSz="914400" rtl="0" eaLnBrk="1" latinLnBrk="1" hangingPunct="1">
                <a:defRPr kumimoji="1"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맑은 고딕"/>
                <a:ea typeface="맑은 고딕"/>
                <a:cs typeface="Segoe UI" panose="020B0502040204020203" pitchFamily="34" charset="0"/>
              </a:endParaRPr>
            </a:p>
          </p:txBody>
        </p:sp>
        <p:sp>
          <p:nvSpPr>
            <p:cNvPr id="306" name="Line 2">
              <a:extLst>
                <a:ext uri="{FF2B5EF4-FFF2-40B4-BE49-F238E27FC236}">
                  <a16:creationId xmlns:a16="http://schemas.microsoft.com/office/drawing/2014/main" id="{81F23D0B-273F-46F4-B45D-D8005C24AF5C}"/>
                </a:ext>
              </a:extLst>
            </p:cNvPr>
            <p:cNvSpPr>
              <a:spLocks/>
            </p:cNvSpPr>
            <p:nvPr/>
          </p:nvSpPr>
          <p:spPr bwMode="auto">
            <a:xfrm>
              <a:off x="415746" y="981481"/>
              <a:ext cx="1008112" cy="1008112"/>
            </a:xfrm>
            <a:custGeom>
              <a:avLst/>
              <a:gdLst>
                <a:gd name="connsiteX0" fmla="*/ 0 w 1008112"/>
                <a:gd name="connsiteY0" fmla="*/ 1008112 h 1008112"/>
                <a:gd name="connsiteX1" fmla="*/ 1008112 w 1008112"/>
                <a:gd name="connsiteY1" fmla="*/ 0 h 1008112"/>
              </a:gdLst>
              <a:ahLst/>
              <a:cxnLst>
                <a:cxn ang="0">
                  <a:pos x="connsiteX0" y="connsiteY0"/>
                </a:cxn>
                <a:cxn ang="0">
                  <a:pos x="connsiteX1" y="connsiteY1"/>
                </a:cxn>
              </a:cxnLst>
              <a:rect l="l" t="t" r="r" b="b"/>
              <a:pathLst>
                <a:path w="1008112" h="1008112">
                  <a:moveTo>
                    <a:pt x="0" y="1008112"/>
                  </a:moveTo>
                  <a:lnTo>
                    <a:pt x="1008112" y="0"/>
                  </a:lnTo>
                </a:path>
              </a:pathLst>
            </a:custGeom>
            <a:solidFill>
              <a:schemeClr val="bg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algn="l" rtl="0" fontAlgn="base" latinLnBrk="1">
                <a:spcBef>
                  <a:spcPct val="0"/>
                </a:spcBef>
                <a:spcAft>
                  <a:spcPct val="0"/>
                </a:spcAft>
                <a:defRPr kumimoji="1" kern="1200">
                  <a:solidFill>
                    <a:schemeClr val="lt1"/>
                  </a:solidFill>
                  <a:latin typeface="+mn-lt"/>
                  <a:ea typeface="+mn-ea"/>
                  <a:cs typeface="+mn-cs"/>
                </a:defRPr>
              </a:lvl1pPr>
              <a:lvl2pPr marL="457200" algn="l" rtl="0" fontAlgn="base" latinLnBrk="1">
                <a:spcBef>
                  <a:spcPct val="0"/>
                </a:spcBef>
                <a:spcAft>
                  <a:spcPct val="0"/>
                </a:spcAft>
                <a:defRPr kumimoji="1" kern="1200">
                  <a:solidFill>
                    <a:schemeClr val="lt1"/>
                  </a:solidFill>
                  <a:latin typeface="+mn-lt"/>
                  <a:ea typeface="+mn-ea"/>
                  <a:cs typeface="+mn-cs"/>
                </a:defRPr>
              </a:lvl2pPr>
              <a:lvl3pPr marL="914400" algn="l" rtl="0" fontAlgn="base" latinLnBrk="1">
                <a:spcBef>
                  <a:spcPct val="0"/>
                </a:spcBef>
                <a:spcAft>
                  <a:spcPct val="0"/>
                </a:spcAft>
                <a:defRPr kumimoji="1" kern="1200">
                  <a:solidFill>
                    <a:schemeClr val="lt1"/>
                  </a:solidFill>
                  <a:latin typeface="+mn-lt"/>
                  <a:ea typeface="+mn-ea"/>
                  <a:cs typeface="+mn-cs"/>
                </a:defRPr>
              </a:lvl3pPr>
              <a:lvl4pPr marL="1371600" algn="l" rtl="0" fontAlgn="base" latinLnBrk="1">
                <a:spcBef>
                  <a:spcPct val="0"/>
                </a:spcBef>
                <a:spcAft>
                  <a:spcPct val="0"/>
                </a:spcAft>
                <a:defRPr kumimoji="1" kern="1200">
                  <a:solidFill>
                    <a:schemeClr val="lt1"/>
                  </a:solidFill>
                  <a:latin typeface="+mn-lt"/>
                  <a:ea typeface="+mn-ea"/>
                  <a:cs typeface="+mn-cs"/>
                </a:defRPr>
              </a:lvl4pPr>
              <a:lvl5pPr marL="1828800" algn="l" rtl="0" fontAlgn="base" latinLnBrk="1">
                <a:spcBef>
                  <a:spcPct val="0"/>
                </a:spcBef>
                <a:spcAft>
                  <a:spcPct val="0"/>
                </a:spcAft>
                <a:defRPr kumimoji="1" kern="1200">
                  <a:solidFill>
                    <a:schemeClr val="lt1"/>
                  </a:solidFill>
                  <a:latin typeface="+mn-lt"/>
                  <a:ea typeface="+mn-ea"/>
                  <a:cs typeface="+mn-cs"/>
                </a:defRPr>
              </a:lvl5pPr>
              <a:lvl6pPr marL="2286000" algn="l" defTabSz="914400" rtl="0" eaLnBrk="1" latinLnBrk="1" hangingPunct="1">
                <a:defRPr kumimoji="1" kern="1200">
                  <a:solidFill>
                    <a:schemeClr val="lt1"/>
                  </a:solidFill>
                  <a:latin typeface="+mn-lt"/>
                  <a:ea typeface="+mn-ea"/>
                  <a:cs typeface="+mn-cs"/>
                </a:defRPr>
              </a:lvl6pPr>
              <a:lvl7pPr marL="2743200" algn="l" defTabSz="914400" rtl="0" eaLnBrk="1" latinLnBrk="1" hangingPunct="1">
                <a:defRPr kumimoji="1" kern="1200">
                  <a:solidFill>
                    <a:schemeClr val="lt1"/>
                  </a:solidFill>
                  <a:latin typeface="+mn-lt"/>
                  <a:ea typeface="+mn-ea"/>
                  <a:cs typeface="+mn-cs"/>
                </a:defRPr>
              </a:lvl7pPr>
              <a:lvl8pPr marL="3200400" algn="l" defTabSz="914400" rtl="0" eaLnBrk="1" latinLnBrk="1" hangingPunct="1">
                <a:defRPr kumimoji="1" kern="1200">
                  <a:solidFill>
                    <a:schemeClr val="lt1"/>
                  </a:solidFill>
                  <a:latin typeface="+mn-lt"/>
                  <a:ea typeface="+mn-ea"/>
                  <a:cs typeface="+mn-cs"/>
                </a:defRPr>
              </a:lvl8pPr>
              <a:lvl9pPr marL="3657600" algn="l" defTabSz="914400" rtl="0" eaLnBrk="1" latinLnBrk="1" hangingPunct="1">
                <a:defRPr kumimoji="1"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맑은 고딕"/>
                <a:ea typeface="맑은 고딕"/>
                <a:cs typeface="Segoe UI" panose="020B0502040204020203" pitchFamily="34" charset="0"/>
              </a:endParaRPr>
            </a:p>
          </p:txBody>
        </p:sp>
        <p:sp>
          <p:nvSpPr>
            <p:cNvPr id="307" name="Line 1">
              <a:extLst>
                <a:ext uri="{FF2B5EF4-FFF2-40B4-BE49-F238E27FC236}">
                  <a16:creationId xmlns:a16="http://schemas.microsoft.com/office/drawing/2014/main" id="{F6DBCE28-2EA1-46BC-8F14-5C0A62240F5F}"/>
                </a:ext>
              </a:extLst>
            </p:cNvPr>
            <p:cNvSpPr>
              <a:spLocks/>
            </p:cNvSpPr>
            <p:nvPr/>
          </p:nvSpPr>
          <p:spPr bwMode="auto">
            <a:xfrm>
              <a:off x="415746" y="981481"/>
              <a:ext cx="1008112" cy="1008112"/>
            </a:xfrm>
            <a:custGeom>
              <a:avLst/>
              <a:gdLst>
                <a:gd name="connsiteX0" fmla="*/ 1008112 w 1008112"/>
                <a:gd name="connsiteY0" fmla="*/ 1008112 h 1008112"/>
                <a:gd name="connsiteX1" fmla="*/ 0 w 1008112"/>
                <a:gd name="connsiteY1" fmla="*/ 0 h 1008112"/>
              </a:gdLst>
              <a:ahLst/>
              <a:cxnLst>
                <a:cxn ang="0">
                  <a:pos x="connsiteX0" y="connsiteY0"/>
                </a:cxn>
                <a:cxn ang="0">
                  <a:pos x="connsiteX1" y="connsiteY1"/>
                </a:cxn>
              </a:cxnLst>
              <a:rect l="l" t="t" r="r" b="b"/>
              <a:pathLst>
                <a:path w="1008112" h="1008112">
                  <a:moveTo>
                    <a:pt x="1008112" y="1008112"/>
                  </a:moveTo>
                  <a:lnTo>
                    <a:pt x="0" y="0"/>
                  </a:lnTo>
                </a:path>
              </a:pathLst>
            </a:custGeom>
            <a:solidFill>
              <a:schemeClr val="bg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algn="l" rtl="0" fontAlgn="base" latinLnBrk="1">
                <a:spcBef>
                  <a:spcPct val="0"/>
                </a:spcBef>
                <a:spcAft>
                  <a:spcPct val="0"/>
                </a:spcAft>
                <a:defRPr kumimoji="1" kern="1200">
                  <a:solidFill>
                    <a:schemeClr val="lt1"/>
                  </a:solidFill>
                  <a:latin typeface="+mn-lt"/>
                  <a:ea typeface="+mn-ea"/>
                  <a:cs typeface="+mn-cs"/>
                </a:defRPr>
              </a:lvl1pPr>
              <a:lvl2pPr marL="457200" algn="l" rtl="0" fontAlgn="base" latinLnBrk="1">
                <a:spcBef>
                  <a:spcPct val="0"/>
                </a:spcBef>
                <a:spcAft>
                  <a:spcPct val="0"/>
                </a:spcAft>
                <a:defRPr kumimoji="1" kern="1200">
                  <a:solidFill>
                    <a:schemeClr val="lt1"/>
                  </a:solidFill>
                  <a:latin typeface="+mn-lt"/>
                  <a:ea typeface="+mn-ea"/>
                  <a:cs typeface="+mn-cs"/>
                </a:defRPr>
              </a:lvl2pPr>
              <a:lvl3pPr marL="914400" algn="l" rtl="0" fontAlgn="base" latinLnBrk="1">
                <a:spcBef>
                  <a:spcPct val="0"/>
                </a:spcBef>
                <a:spcAft>
                  <a:spcPct val="0"/>
                </a:spcAft>
                <a:defRPr kumimoji="1" kern="1200">
                  <a:solidFill>
                    <a:schemeClr val="lt1"/>
                  </a:solidFill>
                  <a:latin typeface="+mn-lt"/>
                  <a:ea typeface="+mn-ea"/>
                  <a:cs typeface="+mn-cs"/>
                </a:defRPr>
              </a:lvl3pPr>
              <a:lvl4pPr marL="1371600" algn="l" rtl="0" fontAlgn="base" latinLnBrk="1">
                <a:spcBef>
                  <a:spcPct val="0"/>
                </a:spcBef>
                <a:spcAft>
                  <a:spcPct val="0"/>
                </a:spcAft>
                <a:defRPr kumimoji="1" kern="1200">
                  <a:solidFill>
                    <a:schemeClr val="lt1"/>
                  </a:solidFill>
                  <a:latin typeface="+mn-lt"/>
                  <a:ea typeface="+mn-ea"/>
                  <a:cs typeface="+mn-cs"/>
                </a:defRPr>
              </a:lvl4pPr>
              <a:lvl5pPr marL="1828800" algn="l" rtl="0" fontAlgn="base" latinLnBrk="1">
                <a:spcBef>
                  <a:spcPct val="0"/>
                </a:spcBef>
                <a:spcAft>
                  <a:spcPct val="0"/>
                </a:spcAft>
                <a:defRPr kumimoji="1" kern="1200">
                  <a:solidFill>
                    <a:schemeClr val="lt1"/>
                  </a:solidFill>
                  <a:latin typeface="+mn-lt"/>
                  <a:ea typeface="+mn-ea"/>
                  <a:cs typeface="+mn-cs"/>
                </a:defRPr>
              </a:lvl5pPr>
              <a:lvl6pPr marL="2286000" algn="l" defTabSz="914400" rtl="0" eaLnBrk="1" latinLnBrk="1" hangingPunct="1">
                <a:defRPr kumimoji="1" kern="1200">
                  <a:solidFill>
                    <a:schemeClr val="lt1"/>
                  </a:solidFill>
                  <a:latin typeface="+mn-lt"/>
                  <a:ea typeface="+mn-ea"/>
                  <a:cs typeface="+mn-cs"/>
                </a:defRPr>
              </a:lvl6pPr>
              <a:lvl7pPr marL="2743200" algn="l" defTabSz="914400" rtl="0" eaLnBrk="1" latinLnBrk="1" hangingPunct="1">
                <a:defRPr kumimoji="1" kern="1200">
                  <a:solidFill>
                    <a:schemeClr val="lt1"/>
                  </a:solidFill>
                  <a:latin typeface="+mn-lt"/>
                  <a:ea typeface="+mn-ea"/>
                  <a:cs typeface="+mn-cs"/>
                </a:defRPr>
              </a:lvl7pPr>
              <a:lvl8pPr marL="3200400" algn="l" defTabSz="914400" rtl="0" eaLnBrk="1" latinLnBrk="1" hangingPunct="1">
                <a:defRPr kumimoji="1" kern="1200">
                  <a:solidFill>
                    <a:schemeClr val="lt1"/>
                  </a:solidFill>
                  <a:latin typeface="+mn-lt"/>
                  <a:ea typeface="+mn-ea"/>
                  <a:cs typeface="+mn-cs"/>
                </a:defRPr>
              </a:lvl8pPr>
              <a:lvl9pPr marL="3657600" algn="l" defTabSz="914400" rtl="0" eaLnBrk="1" latinLnBrk="1" hangingPunct="1">
                <a:defRPr kumimoji="1"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맑은 고딕"/>
                <a:ea typeface="맑은 고딕"/>
                <a:cs typeface="Segoe UI" panose="020B0502040204020203" pitchFamily="34" charset="0"/>
              </a:endParaRPr>
            </a:p>
          </p:txBody>
        </p:sp>
      </p:grpSp>
      <p:sp>
        <p:nvSpPr>
          <p:cNvPr id="308" name="사각형: 둥근 모서리 307">
            <a:extLst>
              <a:ext uri="{FF2B5EF4-FFF2-40B4-BE49-F238E27FC236}">
                <a16:creationId xmlns:a16="http://schemas.microsoft.com/office/drawing/2014/main" id="{5EE65B7A-AFE1-469C-91C6-545FE9E9995B}"/>
              </a:ext>
            </a:extLst>
          </p:cNvPr>
          <p:cNvSpPr/>
          <p:nvPr/>
        </p:nvSpPr>
        <p:spPr>
          <a:xfrm>
            <a:off x="3084810" y="2720340"/>
            <a:ext cx="1964147" cy="986030"/>
          </a:xfrm>
          <a:prstGeom prst="roundRect">
            <a:avLst>
              <a:gd name="adj" fmla="val 10227"/>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defTabSz="914400" fontAlgn="base" latinLnBrk="1">
              <a:spcBef>
                <a:spcPct val="0"/>
              </a:spcBef>
              <a:spcAft>
                <a:spcPct val="0"/>
              </a:spcAft>
            </a:pPr>
            <a:r>
              <a:rPr kumimoji="1" lang="ko-KR" altLang="en-US" sz="800">
                <a:solidFill>
                  <a:prstClr val="black">
                    <a:lumMod val="75000"/>
                    <a:lumOff val="25000"/>
                  </a:prstClr>
                </a:solidFill>
              </a:rPr>
              <a:t>홍길동 고객님</a:t>
            </a:r>
            <a:r>
              <a:rPr kumimoji="1" lang="en-US" altLang="ko-KR" sz="800">
                <a:solidFill>
                  <a:prstClr val="black">
                    <a:lumMod val="75000"/>
                    <a:lumOff val="25000"/>
                  </a:prstClr>
                </a:solidFill>
              </a:rPr>
              <a:t>, </a:t>
            </a:r>
            <a:r>
              <a:rPr kumimoji="1" lang="ko-KR" altLang="en-US" sz="800">
                <a:solidFill>
                  <a:prstClr val="black">
                    <a:lumMod val="75000"/>
                    <a:lumOff val="25000"/>
                  </a:prstClr>
                </a:solidFill>
              </a:rPr>
              <a:t>입금 마감일이 </a:t>
            </a:r>
            <a:r>
              <a:rPr kumimoji="1" lang="en-US" altLang="ko-KR" sz="800">
                <a:solidFill>
                  <a:prstClr val="black">
                    <a:lumMod val="75000"/>
                    <a:lumOff val="25000"/>
                  </a:prstClr>
                </a:solidFill>
              </a:rPr>
              <a:t>2</a:t>
            </a:r>
            <a:r>
              <a:rPr kumimoji="1" lang="ko-KR" altLang="en-US" sz="800">
                <a:solidFill>
                  <a:prstClr val="black">
                    <a:lumMod val="75000"/>
                    <a:lumOff val="25000"/>
                  </a:prstClr>
                </a:solidFill>
              </a:rPr>
              <a:t>일 남았습니다</a:t>
            </a:r>
            <a:r>
              <a:rPr kumimoji="1" lang="en-US" altLang="ko-KR" sz="800">
                <a:solidFill>
                  <a:prstClr val="black">
                    <a:lumMod val="75000"/>
                    <a:lumOff val="25000"/>
                  </a:prstClr>
                </a:solidFill>
              </a:rPr>
              <a:t>.</a:t>
            </a:r>
          </a:p>
          <a:p>
            <a:pPr defTabSz="914400" fontAlgn="base" latinLnBrk="1">
              <a:spcBef>
                <a:spcPct val="0"/>
              </a:spcBef>
              <a:spcAft>
                <a:spcPct val="0"/>
              </a:spcAft>
            </a:pPr>
            <a:r>
              <a:rPr kumimoji="1" lang="ko-KR" altLang="en-US" sz="800">
                <a:solidFill>
                  <a:prstClr val="black">
                    <a:lumMod val="75000"/>
                    <a:lumOff val="25000"/>
                  </a:prstClr>
                </a:solidFill>
              </a:rPr>
              <a:t>결제 정보 확인 후 결제를 진행해 주세요</a:t>
            </a:r>
            <a:r>
              <a:rPr kumimoji="1" lang="en-US" altLang="ko-KR" sz="800">
                <a:solidFill>
                  <a:prstClr val="black">
                    <a:lumMod val="75000"/>
                    <a:lumOff val="25000"/>
                  </a:prstClr>
                </a:solidFill>
              </a:rPr>
              <a:t>.</a:t>
            </a:r>
          </a:p>
          <a:p>
            <a:pPr defTabSz="914400" fontAlgn="base" latinLnBrk="1">
              <a:spcBef>
                <a:spcPct val="0"/>
              </a:spcBef>
              <a:spcAft>
                <a:spcPct val="0"/>
              </a:spcAft>
            </a:pPr>
            <a:endParaRPr kumimoji="1" lang="en-US" altLang="ko-KR" sz="1200">
              <a:solidFill>
                <a:prstClr val="black">
                  <a:lumMod val="75000"/>
                  <a:lumOff val="25000"/>
                </a:prstClr>
              </a:solidFill>
            </a:endParaRPr>
          </a:p>
          <a:p>
            <a:pPr defTabSz="914400" fontAlgn="base" latinLnBrk="1">
              <a:spcBef>
                <a:spcPct val="0"/>
              </a:spcBef>
              <a:spcAft>
                <a:spcPct val="0"/>
              </a:spcAft>
            </a:pPr>
            <a:r>
              <a:rPr kumimoji="1" lang="en-US" altLang="ko-KR" sz="800">
                <a:solidFill>
                  <a:prstClr val="black">
                    <a:lumMod val="75000"/>
                    <a:lumOff val="25000"/>
                  </a:prstClr>
                </a:solidFill>
              </a:rPr>
              <a:t>13:03</a:t>
            </a:r>
          </a:p>
        </p:txBody>
      </p:sp>
      <p:sp>
        <p:nvSpPr>
          <p:cNvPr id="309" name="AutoShape 89">
            <a:extLst>
              <a:ext uri="{FF2B5EF4-FFF2-40B4-BE49-F238E27FC236}">
                <a16:creationId xmlns:a16="http://schemas.microsoft.com/office/drawing/2014/main" id="{6D83E1E8-7573-405D-8A65-9DAB319CDB9C}"/>
              </a:ext>
            </a:extLst>
          </p:cNvPr>
          <p:cNvSpPr>
            <a:spLocks noChangeArrowheads="1"/>
          </p:cNvSpPr>
          <p:nvPr/>
        </p:nvSpPr>
        <p:spPr bwMode="auto">
          <a:xfrm>
            <a:off x="4163728" y="3427411"/>
            <a:ext cx="746037" cy="202759"/>
          </a:xfrm>
          <a:prstGeom prst="roundRect">
            <a:avLst/>
          </a:prstGeom>
          <a:solidFill>
            <a:schemeClr val="bg1">
              <a:lumMod val="8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algn="l" rtl="0" fontAlgn="base" latinLnBrk="1">
              <a:spcBef>
                <a:spcPct val="0"/>
              </a:spcBef>
              <a:spcAft>
                <a:spcPct val="0"/>
              </a:spcAft>
              <a:defRPr kumimoji="1" kern="1200">
                <a:solidFill>
                  <a:schemeClr val="dk1"/>
                </a:solidFill>
                <a:latin typeface="+mn-lt"/>
                <a:ea typeface="+mn-ea"/>
                <a:cs typeface="+mn-cs"/>
              </a:defRPr>
            </a:lvl1pPr>
            <a:lvl2pPr marL="457200" algn="l" rtl="0" fontAlgn="base" latinLnBrk="1">
              <a:spcBef>
                <a:spcPct val="0"/>
              </a:spcBef>
              <a:spcAft>
                <a:spcPct val="0"/>
              </a:spcAft>
              <a:defRPr kumimoji="1" kern="1200">
                <a:solidFill>
                  <a:schemeClr val="dk1"/>
                </a:solidFill>
                <a:latin typeface="+mn-lt"/>
                <a:ea typeface="+mn-ea"/>
                <a:cs typeface="+mn-cs"/>
              </a:defRPr>
            </a:lvl2pPr>
            <a:lvl3pPr marL="914400" algn="l" rtl="0" fontAlgn="base" latinLnBrk="1">
              <a:spcBef>
                <a:spcPct val="0"/>
              </a:spcBef>
              <a:spcAft>
                <a:spcPct val="0"/>
              </a:spcAft>
              <a:defRPr kumimoji="1" kern="1200">
                <a:solidFill>
                  <a:schemeClr val="dk1"/>
                </a:solidFill>
                <a:latin typeface="+mn-lt"/>
                <a:ea typeface="+mn-ea"/>
                <a:cs typeface="+mn-cs"/>
              </a:defRPr>
            </a:lvl3pPr>
            <a:lvl4pPr marL="1371600" algn="l" rtl="0" fontAlgn="base" latinLnBrk="1">
              <a:spcBef>
                <a:spcPct val="0"/>
              </a:spcBef>
              <a:spcAft>
                <a:spcPct val="0"/>
              </a:spcAft>
              <a:defRPr kumimoji="1" kern="1200">
                <a:solidFill>
                  <a:schemeClr val="dk1"/>
                </a:solidFill>
                <a:latin typeface="+mn-lt"/>
                <a:ea typeface="+mn-ea"/>
                <a:cs typeface="+mn-cs"/>
              </a:defRPr>
            </a:lvl4pPr>
            <a:lvl5pPr marL="1828800" algn="l" rtl="0" fontAlgn="base" latinLnBrk="1">
              <a:spcBef>
                <a:spcPct val="0"/>
              </a:spcBef>
              <a:spcAft>
                <a:spcPct val="0"/>
              </a:spcAft>
              <a:defRPr kumimoji="1" kern="1200">
                <a:solidFill>
                  <a:schemeClr val="dk1"/>
                </a:solidFill>
                <a:latin typeface="+mn-lt"/>
                <a:ea typeface="+mn-ea"/>
                <a:cs typeface="+mn-cs"/>
              </a:defRPr>
            </a:lvl5pPr>
            <a:lvl6pPr marL="2286000" algn="l" defTabSz="914400" rtl="0" eaLnBrk="1" latinLnBrk="1" hangingPunct="1">
              <a:defRPr kumimoji="1" kern="1200">
                <a:solidFill>
                  <a:schemeClr val="dk1"/>
                </a:solidFill>
                <a:latin typeface="+mn-lt"/>
                <a:ea typeface="+mn-ea"/>
                <a:cs typeface="+mn-cs"/>
              </a:defRPr>
            </a:lvl6pPr>
            <a:lvl7pPr marL="2743200" algn="l" defTabSz="914400" rtl="0" eaLnBrk="1" latinLnBrk="1" hangingPunct="1">
              <a:defRPr kumimoji="1" kern="1200">
                <a:solidFill>
                  <a:schemeClr val="dk1"/>
                </a:solidFill>
                <a:latin typeface="+mn-lt"/>
                <a:ea typeface="+mn-ea"/>
                <a:cs typeface="+mn-cs"/>
              </a:defRPr>
            </a:lvl7pPr>
            <a:lvl8pPr marL="3200400" algn="l" defTabSz="914400" rtl="0" eaLnBrk="1" latinLnBrk="1" hangingPunct="1">
              <a:defRPr kumimoji="1" kern="1200">
                <a:solidFill>
                  <a:schemeClr val="dk1"/>
                </a:solidFill>
                <a:latin typeface="+mn-lt"/>
                <a:ea typeface="+mn-ea"/>
                <a:cs typeface="+mn-cs"/>
              </a:defRPr>
            </a:lvl8pPr>
            <a:lvl9pPr marL="3657600" algn="l" defTabSz="914400" rtl="0" eaLnBrk="1" latinLnBrk="1" hangingPunct="1">
              <a:defRPr kumimoji="1" kern="1200">
                <a:solidFill>
                  <a:schemeClr val="dk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ko-KR" altLang="en-US" sz="700" b="1" i="0" u="none" strike="noStrike" kern="1200" cap="none" spc="0" normalizeH="0" baseline="0" noProof="0" err="1">
                <a:ln>
                  <a:noFill/>
                </a:ln>
                <a:solidFill>
                  <a:prstClr val="black"/>
                </a:solidFill>
                <a:effectLst/>
                <a:uLnTx/>
                <a:uFillTx/>
                <a:latin typeface="맑은 고딕"/>
                <a:ea typeface="맑은 고딕"/>
                <a:cs typeface="+mn-cs"/>
              </a:rPr>
              <a:t>바로가기</a:t>
            </a:r>
            <a:endParaRPr kumimoji="1" lang="en-US" altLang="ko-KR" sz="700" b="1" i="0" u="none" strike="noStrike" kern="1200" cap="none" spc="0" normalizeH="0" baseline="0" noProof="0">
              <a:ln>
                <a:noFill/>
              </a:ln>
              <a:solidFill>
                <a:prstClr val="black"/>
              </a:solidFill>
              <a:effectLst/>
              <a:uLnTx/>
              <a:uFillTx/>
              <a:latin typeface="맑은 고딕"/>
              <a:ea typeface="맑은 고딕"/>
              <a:cs typeface="+mn-cs"/>
            </a:endParaRPr>
          </a:p>
        </p:txBody>
      </p:sp>
      <p:sp>
        <p:nvSpPr>
          <p:cNvPr id="310" name="사각형: 둥근 모서리 309">
            <a:extLst>
              <a:ext uri="{FF2B5EF4-FFF2-40B4-BE49-F238E27FC236}">
                <a16:creationId xmlns:a16="http://schemas.microsoft.com/office/drawing/2014/main" id="{B0D07989-D51D-4A65-BB66-3CF4BB8BAAE9}"/>
              </a:ext>
            </a:extLst>
          </p:cNvPr>
          <p:cNvSpPr/>
          <p:nvPr/>
        </p:nvSpPr>
        <p:spPr>
          <a:xfrm>
            <a:off x="3088412" y="3803154"/>
            <a:ext cx="1964147" cy="1964136"/>
          </a:xfrm>
          <a:prstGeom prst="roundRect">
            <a:avLst>
              <a:gd name="adj" fmla="val 4867"/>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914400" fontAlgn="base" latinLnBrk="1">
              <a:spcBef>
                <a:spcPct val="0"/>
              </a:spcBef>
              <a:spcAft>
                <a:spcPct val="0"/>
              </a:spcAft>
              <a:defRPr/>
            </a:pPr>
            <a:r>
              <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rPr>
              <a:t>[</a:t>
            </a:r>
            <a:r>
              <a:rPr kumimoji="1" lang="ko-KR" altLang="en-US" sz="800" dirty="0" err="1">
                <a:solidFill>
                  <a:prstClr val="black">
                    <a:lumMod val="75000"/>
                    <a:lumOff val="25000"/>
                  </a:prstClr>
                </a:solidFill>
                <a:latin typeface="맑은 고딕" panose="020B0503020000020004" pitchFamily="50" charset="-127"/>
                <a:ea typeface="맑은 고딕" panose="020B0503020000020004" pitchFamily="50" charset="-127"/>
              </a:rPr>
              <a:t>참좋은여행</a:t>
            </a:r>
            <a:r>
              <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rPr>
              <a:t>]</a:t>
            </a:r>
          </a:p>
          <a:p>
            <a:pPr lvl="0" defTabSz="914400" fontAlgn="base" latinLnBrk="1">
              <a:spcBef>
                <a:spcPct val="0"/>
              </a:spcBef>
              <a:spcAft>
                <a:spcPct val="0"/>
              </a:spcAft>
              <a:defRPr/>
            </a:pPr>
            <a:r>
              <a:rPr kumimoji="1" lang="ko-KR" altLang="en-US" sz="800" dirty="0">
                <a:solidFill>
                  <a:prstClr val="black">
                    <a:lumMod val="75000"/>
                    <a:lumOff val="25000"/>
                  </a:prstClr>
                </a:solidFill>
                <a:latin typeface="맑은 고딕" panose="020B0503020000020004" pitchFamily="50" charset="-127"/>
                <a:ea typeface="맑은 고딕" panose="020B0503020000020004" pitchFamily="50" charset="-127"/>
              </a:rPr>
              <a:t>홍길동고객님 예약이 접수되었습니다</a:t>
            </a:r>
            <a:r>
              <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rPr>
              <a:t>.</a:t>
            </a:r>
          </a:p>
          <a:p>
            <a:pPr lvl="0" defTabSz="914400" fontAlgn="base" latinLnBrk="1">
              <a:spcBef>
                <a:spcPct val="0"/>
              </a:spcBef>
              <a:spcAft>
                <a:spcPct val="0"/>
              </a:spcAft>
              <a:defRPr/>
            </a:pPr>
            <a:r>
              <a:rPr kumimoji="1" lang="ko-KR" altLang="en-US" sz="800" dirty="0">
                <a:solidFill>
                  <a:prstClr val="black">
                    <a:lumMod val="75000"/>
                    <a:lumOff val="25000"/>
                  </a:prstClr>
                </a:solidFill>
                <a:latin typeface="맑은 고딕" panose="020B0503020000020004" pitchFamily="50" charset="-127"/>
                <a:ea typeface="맑은 고딕" panose="020B0503020000020004" pitchFamily="50" charset="-127"/>
              </a:rPr>
              <a:t>담당자 확인 후 연락 드리겠습니다</a:t>
            </a:r>
            <a:r>
              <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rPr>
              <a:t>.</a:t>
            </a:r>
          </a:p>
          <a:p>
            <a:pPr lvl="0" defTabSz="914400" fontAlgn="base" latinLnBrk="1">
              <a:spcBef>
                <a:spcPct val="0"/>
              </a:spcBef>
              <a:spcAft>
                <a:spcPct val="0"/>
              </a:spcAft>
              <a:defRPr/>
            </a:pPr>
            <a:r>
              <a:rPr kumimoji="1" lang="ko-KR" altLang="en-US" sz="800" dirty="0" err="1">
                <a:solidFill>
                  <a:prstClr val="black">
                    <a:lumMod val="75000"/>
                    <a:lumOff val="25000"/>
                  </a:prstClr>
                </a:solidFill>
                <a:latin typeface="맑은 고딕" panose="020B0503020000020004" pitchFamily="50" charset="-127"/>
                <a:ea typeface="맑은 고딕" panose="020B0503020000020004" pitchFamily="50" charset="-127"/>
              </a:rPr>
              <a:t>ㆍ</a:t>
            </a:r>
            <a:r>
              <a:rPr kumimoji="1" lang="ko-KR" altLang="en-US" sz="800" dirty="0">
                <a:solidFill>
                  <a:prstClr val="black">
                    <a:lumMod val="75000"/>
                    <a:lumOff val="25000"/>
                  </a:prstClr>
                </a:solidFill>
                <a:latin typeface="맑은 고딕" panose="020B0503020000020004" pitchFamily="50" charset="-127"/>
                <a:ea typeface="맑은 고딕" panose="020B0503020000020004" pitchFamily="50" charset="-127"/>
              </a:rPr>
              <a:t> 상품명 </a:t>
            </a:r>
            <a:r>
              <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rPr>
              <a:t>: [</a:t>
            </a:r>
            <a:r>
              <a:rPr kumimoji="1" lang="ko-KR" altLang="en-US" sz="800" dirty="0" err="1">
                <a:solidFill>
                  <a:prstClr val="black">
                    <a:lumMod val="75000"/>
                    <a:lumOff val="25000"/>
                  </a:prstClr>
                </a:solidFill>
                <a:latin typeface="맑은 고딕" panose="020B0503020000020004" pitchFamily="50" charset="-127"/>
                <a:ea typeface="맑은 고딕" panose="020B0503020000020004" pitchFamily="50" charset="-127"/>
              </a:rPr>
              <a:t>가고싶은</a:t>
            </a:r>
            <a:r>
              <a:rPr kumimoji="1" lang="ko-KR" altLang="en-US" sz="800" dirty="0">
                <a:solidFill>
                  <a:prstClr val="black">
                    <a:lumMod val="75000"/>
                    <a:lumOff val="25000"/>
                  </a:prstClr>
                </a:solidFill>
                <a:latin typeface="맑은 고딕" panose="020B0503020000020004" pitchFamily="50" charset="-127"/>
                <a:ea typeface="맑은 고딕" panose="020B0503020000020004" pitchFamily="50" charset="-127"/>
              </a:rPr>
              <a:t> 지역 다</a:t>
            </a:r>
            <a:r>
              <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rPr>
              <a:t>~</a:t>
            </a:r>
            <a:r>
              <a:rPr kumimoji="1" lang="ko-KR" altLang="en-US" sz="800" dirty="0">
                <a:solidFill>
                  <a:prstClr val="black">
                    <a:lumMod val="75000"/>
                    <a:lumOff val="25000"/>
                  </a:prstClr>
                </a:solidFill>
                <a:latin typeface="맑은 고딕" panose="020B0503020000020004" pitchFamily="50" charset="-127"/>
                <a:ea typeface="맑은 고딕" panose="020B0503020000020004" pitchFamily="50" charset="-127"/>
              </a:rPr>
              <a:t>모은</a:t>
            </a:r>
            <a:r>
              <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rPr>
              <a:t>] [</a:t>
            </a:r>
            <a:r>
              <a:rPr kumimoji="1" lang="ko-KR" altLang="en-US" sz="800" dirty="0" err="1">
                <a:solidFill>
                  <a:prstClr val="black">
                    <a:lumMod val="75000"/>
                    <a:lumOff val="25000"/>
                  </a:prstClr>
                </a:solidFill>
                <a:latin typeface="맑은 고딕" panose="020B0503020000020004" pitchFamily="50" charset="-127"/>
                <a:ea typeface="맑은 고딕" panose="020B0503020000020004" pitchFamily="50" charset="-127"/>
              </a:rPr>
              <a:t>베르사이유</a:t>
            </a:r>
            <a:r>
              <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rPr>
              <a:t>+</a:t>
            </a:r>
            <a:r>
              <a:rPr kumimoji="1" lang="ko-KR" altLang="en-US" sz="800" dirty="0" err="1">
                <a:solidFill>
                  <a:prstClr val="black">
                    <a:lumMod val="75000"/>
                    <a:lumOff val="25000"/>
                  </a:prstClr>
                </a:solidFill>
                <a:latin typeface="맑은 고딕" panose="020B0503020000020004" pitchFamily="50" charset="-127"/>
                <a:ea typeface="맑은 고딕" panose="020B0503020000020004" pitchFamily="50" charset="-127"/>
              </a:rPr>
              <a:t>융프라우</a:t>
            </a:r>
            <a:r>
              <a:rPr kumimoji="1" lang="ko-KR" altLang="en-US" sz="800" dirty="0">
                <a:solidFill>
                  <a:prstClr val="black">
                    <a:lumMod val="75000"/>
                    <a:lumOff val="25000"/>
                  </a:prstClr>
                </a:solidFill>
                <a:latin typeface="맑은 고딕" panose="020B0503020000020004" pitchFamily="50" charset="-127"/>
                <a:ea typeface="맑은 고딕" panose="020B0503020000020004" pitchFamily="50" charset="-127"/>
              </a:rPr>
              <a:t> 산악열차</a:t>
            </a:r>
            <a:r>
              <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rPr>
              <a:t>] </a:t>
            </a:r>
            <a:r>
              <a:rPr kumimoji="1" lang="ko-KR" altLang="en-US" sz="800" dirty="0" err="1">
                <a:solidFill>
                  <a:prstClr val="black">
                    <a:lumMod val="75000"/>
                    <a:lumOff val="25000"/>
                  </a:prstClr>
                </a:solidFill>
                <a:latin typeface="맑은 고딕" panose="020B0503020000020004" pitchFamily="50" charset="-127"/>
                <a:ea typeface="맑은 고딕" panose="020B0503020000020004" pitchFamily="50" charset="-127"/>
              </a:rPr>
              <a:t>폼페이</a:t>
            </a:r>
            <a:r>
              <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rPr>
              <a:t>+</a:t>
            </a:r>
            <a:r>
              <a:rPr kumimoji="1" lang="ko-KR" altLang="en-US" sz="800" dirty="0">
                <a:solidFill>
                  <a:prstClr val="black">
                    <a:lumMod val="75000"/>
                    <a:lumOff val="25000"/>
                  </a:prstClr>
                </a:solidFill>
                <a:latin typeface="맑은 고딕" panose="020B0503020000020004" pitchFamily="50" charset="-127"/>
                <a:ea typeface="맑은 고딕" panose="020B0503020000020004" pitchFamily="50" charset="-127"/>
              </a:rPr>
              <a:t>서유럽 </a:t>
            </a:r>
            <a:r>
              <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rPr>
              <a:t>6</a:t>
            </a:r>
            <a:r>
              <a:rPr kumimoji="1" lang="ko-KR" altLang="en-US" sz="800" dirty="0">
                <a:solidFill>
                  <a:prstClr val="black">
                    <a:lumMod val="75000"/>
                    <a:lumOff val="25000"/>
                  </a:prstClr>
                </a:solidFill>
                <a:latin typeface="맑은 고딕" panose="020B0503020000020004" pitchFamily="50" charset="-127"/>
                <a:ea typeface="맑은 고딕" panose="020B0503020000020004" pitchFamily="50" charset="-127"/>
              </a:rPr>
              <a:t>개국 </a:t>
            </a:r>
            <a:r>
              <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rPr>
              <a:t>12</a:t>
            </a:r>
            <a:r>
              <a:rPr kumimoji="1" lang="ko-KR" altLang="en-US" sz="800" dirty="0">
                <a:solidFill>
                  <a:prstClr val="black">
                    <a:lumMod val="75000"/>
                    <a:lumOff val="25000"/>
                  </a:prstClr>
                </a:solidFill>
                <a:latin typeface="맑은 고딕" panose="020B0503020000020004" pitchFamily="50" charset="-127"/>
                <a:ea typeface="맑은 고딕" panose="020B0503020000020004" pitchFamily="50" charset="-127"/>
              </a:rPr>
              <a:t>일</a:t>
            </a:r>
            <a:endPar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endParaRPr>
          </a:p>
          <a:p>
            <a:pPr lvl="0" defTabSz="914400" fontAlgn="base" latinLnBrk="1">
              <a:spcBef>
                <a:spcPct val="0"/>
              </a:spcBef>
              <a:spcAft>
                <a:spcPct val="0"/>
              </a:spcAft>
              <a:defRPr/>
            </a:pPr>
            <a:r>
              <a:rPr kumimoji="1" lang="ko-KR" altLang="en-US" sz="800" dirty="0" err="1">
                <a:solidFill>
                  <a:prstClr val="black">
                    <a:lumMod val="75000"/>
                    <a:lumOff val="25000"/>
                  </a:prstClr>
                </a:solidFill>
                <a:latin typeface="맑은 고딕" panose="020B0503020000020004" pitchFamily="50" charset="-127"/>
                <a:ea typeface="맑은 고딕" panose="020B0503020000020004" pitchFamily="50" charset="-127"/>
              </a:rPr>
              <a:t>ㆍ</a:t>
            </a:r>
            <a:r>
              <a:rPr kumimoji="1" lang="ko-KR" altLang="en-US" sz="800" dirty="0">
                <a:solidFill>
                  <a:prstClr val="black">
                    <a:lumMod val="75000"/>
                    <a:lumOff val="25000"/>
                  </a:prstClr>
                </a:solidFill>
                <a:latin typeface="맑은 고딕" panose="020B0503020000020004" pitchFamily="50" charset="-127"/>
                <a:ea typeface="맑은 고딕" panose="020B0503020000020004" pitchFamily="50" charset="-127"/>
              </a:rPr>
              <a:t> 예약번호 </a:t>
            </a:r>
            <a:r>
              <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rPr>
              <a:t>: </a:t>
            </a:r>
            <a:r>
              <a:rPr kumimoji="1" lang="en-US" altLang="ko-KR" sz="800" dirty="0" err="1">
                <a:solidFill>
                  <a:prstClr val="black">
                    <a:lumMod val="75000"/>
                    <a:lumOff val="25000"/>
                  </a:prstClr>
                </a:solidFill>
                <a:latin typeface="맑은 고딕" panose="020B0503020000020004" pitchFamily="50" charset="-127"/>
                <a:ea typeface="맑은 고딕" panose="020B0503020000020004" pitchFamily="50" charset="-127"/>
              </a:rPr>
              <a:t>RP1905203970</a:t>
            </a:r>
            <a:endPar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endParaRPr>
          </a:p>
          <a:p>
            <a:pPr lvl="0" defTabSz="914400" fontAlgn="base" latinLnBrk="1">
              <a:spcBef>
                <a:spcPct val="0"/>
              </a:spcBef>
              <a:spcAft>
                <a:spcPct val="0"/>
              </a:spcAft>
              <a:defRPr/>
            </a:pPr>
            <a:r>
              <a:rPr kumimoji="1" lang="ko-KR" altLang="en-US" sz="800" dirty="0" err="1">
                <a:solidFill>
                  <a:prstClr val="black">
                    <a:lumMod val="75000"/>
                    <a:lumOff val="25000"/>
                  </a:prstClr>
                </a:solidFill>
                <a:latin typeface="맑은 고딕" panose="020B0503020000020004" pitchFamily="50" charset="-127"/>
                <a:ea typeface="맑은 고딕" panose="020B0503020000020004" pitchFamily="50" charset="-127"/>
              </a:rPr>
              <a:t>ㆍ</a:t>
            </a:r>
            <a:r>
              <a:rPr kumimoji="1" lang="ko-KR" altLang="en-US" sz="800" dirty="0">
                <a:solidFill>
                  <a:prstClr val="black">
                    <a:lumMod val="75000"/>
                    <a:lumOff val="25000"/>
                  </a:prstClr>
                </a:solidFill>
                <a:latin typeface="맑은 고딕" panose="020B0503020000020004" pitchFamily="50" charset="-127"/>
                <a:ea typeface="맑은 고딕" panose="020B0503020000020004" pitchFamily="50" charset="-127"/>
              </a:rPr>
              <a:t> 일정표 </a:t>
            </a:r>
            <a:r>
              <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rPr>
              <a:t>: </a:t>
            </a:r>
            <a:r>
              <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hlinkClick r:id="rId2"/>
              </a:rPr>
              <a:t>http://</a:t>
            </a:r>
            <a:r>
              <a:rPr kumimoji="1" lang="en-US" altLang="ko-KR" sz="800" dirty="0" err="1">
                <a:solidFill>
                  <a:prstClr val="black">
                    <a:lumMod val="75000"/>
                    <a:lumOff val="25000"/>
                  </a:prstClr>
                </a:solidFill>
                <a:latin typeface="맑은 고딕" panose="020B0503020000020004" pitchFamily="50" charset="-127"/>
                <a:ea typeface="맑은 고딕" panose="020B0503020000020004" pitchFamily="50" charset="-127"/>
                <a:hlinkClick r:id="rId2"/>
              </a:rPr>
              <a:t>vgt.kr</a:t>
            </a:r>
            <a:r>
              <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hlinkClick r:id="rId2"/>
              </a:rPr>
              <a:t>/u/</a:t>
            </a:r>
            <a:r>
              <a:rPr kumimoji="1" lang="en-US" altLang="ko-KR" sz="800" dirty="0" err="1">
                <a:solidFill>
                  <a:prstClr val="black">
                    <a:lumMod val="75000"/>
                    <a:lumOff val="25000"/>
                  </a:prstClr>
                </a:solidFill>
                <a:latin typeface="맑은 고딕" panose="020B0503020000020004" pitchFamily="50" charset="-127"/>
                <a:ea typeface="맑은 고딕" panose="020B0503020000020004" pitchFamily="50" charset="-127"/>
                <a:hlinkClick r:id="rId2"/>
              </a:rPr>
              <a:t>Jufb</a:t>
            </a:r>
            <a:endPar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endParaRPr>
          </a:p>
          <a:p>
            <a:pPr lvl="0" defTabSz="914400" fontAlgn="base" latinLnBrk="1">
              <a:spcBef>
                <a:spcPct val="0"/>
              </a:spcBef>
              <a:spcAft>
                <a:spcPct val="0"/>
              </a:spcAft>
              <a:defRPr/>
            </a:pPr>
            <a:endPar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endParaRPr>
          </a:p>
          <a:p>
            <a:pPr lvl="0" defTabSz="914400" fontAlgn="base" latinLnBrk="1">
              <a:spcBef>
                <a:spcPct val="0"/>
              </a:spcBef>
              <a:spcAft>
                <a:spcPct val="0"/>
              </a:spcAft>
              <a:defRPr/>
            </a:pPr>
            <a:r>
              <a:rPr kumimoji="1" lang="ko-KR" altLang="en-US" sz="800" dirty="0">
                <a:solidFill>
                  <a:prstClr val="black">
                    <a:lumMod val="75000"/>
                    <a:lumOff val="25000"/>
                  </a:prstClr>
                </a:solidFill>
                <a:latin typeface="맑은 고딕" panose="020B0503020000020004" pitchFamily="50" charset="-127"/>
                <a:ea typeface="맑은 고딕" panose="020B0503020000020004" pitchFamily="50" charset="-127"/>
              </a:rPr>
              <a:t>감사합니다</a:t>
            </a:r>
            <a:r>
              <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rPr>
              <a:t>.</a:t>
            </a:r>
          </a:p>
          <a:p>
            <a:pPr lvl="0" defTabSz="914400" fontAlgn="base" latinLnBrk="1">
              <a:spcBef>
                <a:spcPct val="0"/>
              </a:spcBef>
              <a:spcAft>
                <a:spcPct val="0"/>
              </a:spcAft>
              <a:defRPr/>
            </a:pPr>
            <a:r>
              <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rPr>
              <a:t>※ </a:t>
            </a:r>
            <a:r>
              <a:rPr kumimoji="1" lang="ko-KR" altLang="en-US" sz="800" dirty="0">
                <a:solidFill>
                  <a:prstClr val="black">
                    <a:lumMod val="75000"/>
                    <a:lumOff val="25000"/>
                  </a:prstClr>
                </a:solidFill>
                <a:latin typeface="맑은 고딕" panose="020B0503020000020004" pitchFamily="50" charset="-127"/>
                <a:ea typeface="맑은 고딕" panose="020B0503020000020004" pitchFamily="50" charset="-127"/>
              </a:rPr>
              <a:t>포인트 적립 및 사용은 회원가입 후 사용이 가능합니다</a:t>
            </a:r>
            <a:r>
              <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rPr>
              <a:t>.</a:t>
            </a:r>
          </a:p>
          <a:p>
            <a:pPr lvl="0" defTabSz="914400" fontAlgn="base" latinLnBrk="1">
              <a:spcBef>
                <a:spcPct val="0"/>
              </a:spcBef>
              <a:spcAft>
                <a:spcPct val="0"/>
              </a:spcAft>
              <a:defRPr/>
            </a:pPr>
            <a:endPar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endParaRPr>
          </a:p>
          <a:p>
            <a:pPr lvl="0" defTabSz="914400" fontAlgn="base" latinLnBrk="1">
              <a:spcBef>
                <a:spcPct val="0"/>
              </a:spcBef>
              <a:spcAft>
                <a:spcPct val="0"/>
              </a:spcAft>
              <a:defRPr/>
            </a:pPr>
            <a:r>
              <a:rPr kumimoji="1" lang="en-US" altLang="ko-KR" sz="800" dirty="0">
                <a:solidFill>
                  <a:prstClr val="black">
                    <a:lumMod val="75000"/>
                    <a:lumOff val="25000"/>
                  </a:prstClr>
                </a:solidFill>
                <a:latin typeface="맑은 고딕" panose="020B0503020000020004" pitchFamily="50" charset="-127"/>
                <a:ea typeface="맑은 고딕" panose="020B0503020000020004" pitchFamily="50" charset="-127"/>
              </a:rPr>
              <a:t>13:01</a:t>
            </a:r>
            <a:endParaRPr kumimoji="1" lang="ko-KR" altLang="en-US" sz="800" dirty="0">
              <a:solidFill>
                <a:prstClr val="black">
                  <a:lumMod val="75000"/>
                  <a:lumOff val="25000"/>
                </a:prstClr>
              </a:solidFill>
              <a:latin typeface="맑은 고딕" panose="020B0503020000020004" pitchFamily="50" charset="-127"/>
              <a:ea typeface="맑은 고딕" panose="020B0503020000020004" pitchFamily="50" charset="-127"/>
            </a:endParaRPr>
          </a:p>
        </p:txBody>
      </p:sp>
      <p:grpSp>
        <p:nvGrpSpPr>
          <p:cNvPr id="311" name="그룹 310">
            <a:extLst>
              <a:ext uri="{FF2B5EF4-FFF2-40B4-BE49-F238E27FC236}">
                <a16:creationId xmlns:a16="http://schemas.microsoft.com/office/drawing/2014/main" id="{E40FD340-8382-4649-996C-56141F18A9FE}"/>
              </a:ext>
            </a:extLst>
          </p:cNvPr>
          <p:cNvGrpSpPr/>
          <p:nvPr/>
        </p:nvGrpSpPr>
        <p:grpSpPr>
          <a:xfrm>
            <a:off x="2861617" y="2815590"/>
            <a:ext cx="291856" cy="175629"/>
            <a:chOff x="2767692" y="2893111"/>
            <a:chExt cx="291856" cy="175629"/>
          </a:xfrm>
        </p:grpSpPr>
        <p:grpSp>
          <p:nvGrpSpPr>
            <p:cNvPr id="312" name="Image">
              <a:extLst>
                <a:ext uri="{FF2B5EF4-FFF2-40B4-BE49-F238E27FC236}">
                  <a16:creationId xmlns:a16="http://schemas.microsoft.com/office/drawing/2014/main" id="{112581FD-847B-4CDB-A45B-C664BE7EEB89}"/>
                </a:ext>
              </a:extLst>
            </p:cNvPr>
            <p:cNvGrpSpPr>
              <a:grpSpLocks/>
            </p:cNvGrpSpPr>
            <p:nvPr/>
          </p:nvGrpSpPr>
          <p:grpSpPr bwMode="auto">
            <a:xfrm>
              <a:off x="2767692" y="2893112"/>
              <a:ext cx="140759" cy="141082"/>
              <a:chOff x="309897" y="673748"/>
              <a:chExt cx="1219816" cy="1623578"/>
            </a:xfrm>
          </p:grpSpPr>
          <p:sp>
            <p:nvSpPr>
              <p:cNvPr id="314" name="Border">
                <a:extLst>
                  <a:ext uri="{FF2B5EF4-FFF2-40B4-BE49-F238E27FC236}">
                    <a16:creationId xmlns:a16="http://schemas.microsoft.com/office/drawing/2014/main" id="{24105A99-91D2-47EB-B805-432482187696}"/>
                  </a:ext>
                </a:extLst>
              </p:cNvPr>
              <p:cNvSpPr>
                <a:spLocks/>
              </p:cNvSpPr>
              <p:nvPr/>
            </p:nvSpPr>
            <p:spPr bwMode="auto">
              <a:xfrm>
                <a:off x="309897" y="673748"/>
                <a:ext cx="1219816" cy="1623578"/>
              </a:xfrm>
              <a:prstGeom prst="ellipse">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algn="l" rtl="0" fontAlgn="base" latinLnBrk="1">
                  <a:spcBef>
                    <a:spcPct val="0"/>
                  </a:spcBef>
                  <a:spcAft>
                    <a:spcPct val="0"/>
                  </a:spcAft>
                  <a:defRPr kumimoji="1" kern="1200">
                    <a:solidFill>
                      <a:schemeClr val="lt1"/>
                    </a:solidFill>
                    <a:latin typeface="+mn-lt"/>
                    <a:ea typeface="+mn-ea"/>
                    <a:cs typeface="+mn-cs"/>
                  </a:defRPr>
                </a:lvl1pPr>
                <a:lvl2pPr marL="457200" algn="l" rtl="0" fontAlgn="base" latinLnBrk="1">
                  <a:spcBef>
                    <a:spcPct val="0"/>
                  </a:spcBef>
                  <a:spcAft>
                    <a:spcPct val="0"/>
                  </a:spcAft>
                  <a:defRPr kumimoji="1" kern="1200">
                    <a:solidFill>
                      <a:schemeClr val="lt1"/>
                    </a:solidFill>
                    <a:latin typeface="+mn-lt"/>
                    <a:ea typeface="+mn-ea"/>
                    <a:cs typeface="+mn-cs"/>
                  </a:defRPr>
                </a:lvl2pPr>
                <a:lvl3pPr marL="914400" algn="l" rtl="0" fontAlgn="base" latinLnBrk="1">
                  <a:spcBef>
                    <a:spcPct val="0"/>
                  </a:spcBef>
                  <a:spcAft>
                    <a:spcPct val="0"/>
                  </a:spcAft>
                  <a:defRPr kumimoji="1" kern="1200">
                    <a:solidFill>
                      <a:schemeClr val="lt1"/>
                    </a:solidFill>
                    <a:latin typeface="+mn-lt"/>
                    <a:ea typeface="+mn-ea"/>
                    <a:cs typeface="+mn-cs"/>
                  </a:defRPr>
                </a:lvl3pPr>
                <a:lvl4pPr marL="1371600" algn="l" rtl="0" fontAlgn="base" latinLnBrk="1">
                  <a:spcBef>
                    <a:spcPct val="0"/>
                  </a:spcBef>
                  <a:spcAft>
                    <a:spcPct val="0"/>
                  </a:spcAft>
                  <a:defRPr kumimoji="1" kern="1200">
                    <a:solidFill>
                      <a:schemeClr val="lt1"/>
                    </a:solidFill>
                    <a:latin typeface="+mn-lt"/>
                    <a:ea typeface="+mn-ea"/>
                    <a:cs typeface="+mn-cs"/>
                  </a:defRPr>
                </a:lvl4pPr>
                <a:lvl5pPr marL="1828800" algn="l" rtl="0" fontAlgn="base" latinLnBrk="1">
                  <a:spcBef>
                    <a:spcPct val="0"/>
                  </a:spcBef>
                  <a:spcAft>
                    <a:spcPct val="0"/>
                  </a:spcAft>
                  <a:defRPr kumimoji="1" kern="1200">
                    <a:solidFill>
                      <a:schemeClr val="lt1"/>
                    </a:solidFill>
                    <a:latin typeface="+mn-lt"/>
                    <a:ea typeface="+mn-ea"/>
                    <a:cs typeface="+mn-cs"/>
                  </a:defRPr>
                </a:lvl5pPr>
                <a:lvl6pPr marL="2286000" algn="l" defTabSz="914400" rtl="0" eaLnBrk="1" latinLnBrk="1" hangingPunct="1">
                  <a:defRPr kumimoji="1" kern="1200">
                    <a:solidFill>
                      <a:schemeClr val="lt1"/>
                    </a:solidFill>
                    <a:latin typeface="+mn-lt"/>
                    <a:ea typeface="+mn-ea"/>
                    <a:cs typeface="+mn-cs"/>
                  </a:defRPr>
                </a:lvl6pPr>
                <a:lvl7pPr marL="2743200" algn="l" defTabSz="914400" rtl="0" eaLnBrk="1" latinLnBrk="1" hangingPunct="1">
                  <a:defRPr kumimoji="1" kern="1200">
                    <a:solidFill>
                      <a:schemeClr val="lt1"/>
                    </a:solidFill>
                    <a:latin typeface="+mn-lt"/>
                    <a:ea typeface="+mn-ea"/>
                    <a:cs typeface="+mn-cs"/>
                  </a:defRPr>
                </a:lvl7pPr>
                <a:lvl8pPr marL="3200400" algn="l" defTabSz="914400" rtl="0" eaLnBrk="1" latinLnBrk="1" hangingPunct="1">
                  <a:defRPr kumimoji="1" kern="1200">
                    <a:solidFill>
                      <a:schemeClr val="lt1"/>
                    </a:solidFill>
                    <a:latin typeface="+mn-lt"/>
                    <a:ea typeface="+mn-ea"/>
                    <a:cs typeface="+mn-cs"/>
                  </a:defRPr>
                </a:lvl8pPr>
                <a:lvl9pPr marL="3657600" algn="l" defTabSz="914400" rtl="0" eaLnBrk="1" latinLnBrk="1" hangingPunct="1">
                  <a:defRPr kumimoji="1"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맑은 고딕"/>
                  <a:ea typeface="맑은 고딕"/>
                  <a:cs typeface="Segoe UI" panose="020B0502040204020203" pitchFamily="34" charset="0"/>
                </a:endParaRPr>
              </a:p>
            </p:txBody>
          </p:sp>
          <p:sp>
            <p:nvSpPr>
              <p:cNvPr id="315" name="Line 2">
                <a:extLst>
                  <a:ext uri="{FF2B5EF4-FFF2-40B4-BE49-F238E27FC236}">
                    <a16:creationId xmlns:a16="http://schemas.microsoft.com/office/drawing/2014/main" id="{F93E2BE4-F285-48D2-BB2B-E5387500A907}"/>
                  </a:ext>
                </a:extLst>
              </p:cNvPr>
              <p:cNvSpPr>
                <a:spLocks/>
              </p:cNvSpPr>
              <p:nvPr/>
            </p:nvSpPr>
            <p:spPr bwMode="auto">
              <a:xfrm>
                <a:off x="415746" y="981481"/>
                <a:ext cx="1008112" cy="1008112"/>
              </a:xfrm>
              <a:custGeom>
                <a:avLst/>
                <a:gdLst>
                  <a:gd name="connsiteX0" fmla="*/ 0 w 1008112"/>
                  <a:gd name="connsiteY0" fmla="*/ 1008112 h 1008112"/>
                  <a:gd name="connsiteX1" fmla="*/ 1008112 w 1008112"/>
                  <a:gd name="connsiteY1" fmla="*/ 0 h 1008112"/>
                </a:gdLst>
                <a:ahLst/>
                <a:cxnLst>
                  <a:cxn ang="0">
                    <a:pos x="connsiteX0" y="connsiteY0"/>
                  </a:cxn>
                  <a:cxn ang="0">
                    <a:pos x="connsiteX1" y="connsiteY1"/>
                  </a:cxn>
                </a:cxnLst>
                <a:rect l="l" t="t" r="r" b="b"/>
                <a:pathLst>
                  <a:path w="1008112" h="1008112">
                    <a:moveTo>
                      <a:pt x="0" y="1008112"/>
                    </a:moveTo>
                    <a:lnTo>
                      <a:pt x="1008112" y="0"/>
                    </a:lnTo>
                  </a:path>
                </a:pathLst>
              </a:custGeom>
              <a:solidFill>
                <a:schemeClr val="bg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algn="l" rtl="0" fontAlgn="base" latinLnBrk="1">
                  <a:spcBef>
                    <a:spcPct val="0"/>
                  </a:spcBef>
                  <a:spcAft>
                    <a:spcPct val="0"/>
                  </a:spcAft>
                  <a:defRPr kumimoji="1" kern="1200">
                    <a:solidFill>
                      <a:schemeClr val="lt1"/>
                    </a:solidFill>
                    <a:latin typeface="+mn-lt"/>
                    <a:ea typeface="+mn-ea"/>
                    <a:cs typeface="+mn-cs"/>
                  </a:defRPr>
                </a:lvl1pPr>
                <a:lvl2pPr marL="457200" algn="l" rtl="0" fontAlgn="base" latinLnBrk="1">
                  <a:spcBef>
                    <a:spcPct val="0"/>
                  </a:spcBef>
                  <a:spcAft>
                    <a:spcPct val="0"/>
                  </a:spcAft>
                  <a:defRPr kumimoji="1" kern="1200">
                    <a:solidFill>
                      <a:schemeClr val="lt1"/>
                    </a:solidFill>
                    <a:latin typeface="+mn-lt"/>
                    <a:ea typeface="+mn-ea"/>
                    <a:cs typeface="+mn-cs"/>
                  </a:defRPr>
                </a:lvl2pPr>
                <a:lvl3pPr marL="914400" algn="l" rtl="0" fontAlgn="base" latinLnBrk="1">
                  <a:spcBef>
                    <a:spcPct val="0"/>
                  </a:spcBef>
                  <a:spcAft>
                    <a:spcPct val="0"/>
                  </a:spcAft>
                  <a:defRPr kumimoji="1" kern="1200">
                    <a:solidFill>
                      <a:schemeClr val="lt1"/>
                    </a:solidFill>
                    <a:latin typeface="+mn-lt"/>
                    <a:ea typeface="+mn-ea"/>
                    <a:cs typeface="+mn-cs"/>
                  </a:defRPr>
                </a:lvl3pPr>
                <a:lvl4pPr marL="1371600" algn="l" rtl="0" fontAlgn="base" latinLnBrk="1">
                  <a:spcBef>
                    <a:spcPct val="0"/>
                  </a:spcBef>
                  <a:spcAft>
                    <a:spcPct val="0"/>
                  </a:spcAft>
                  <a:defRPr kumimoji="1" kern="1200">
                    <a:solidFill>
                      <a:schemeClr val="lt1"/>
                    </a:solidFill>
                    <a:latin typeface="+mn-lt"/>
                    <a:ea typeface="+mn-ea"/>
                    <a:cs typeface="+mn-cs"/>
                  </a:defRPr>
                </a:lvl4pPr>
                <a:lvl5pPr marL="1828800" algn="l" rtl="0" fontAlgn="base" latinLnBrk="1">
                  <a:spcBef>
                    <a:spcPct val="0"/>
                  </a:spcBef>
                  <a:spcAft>
                    <a:spcPct val="0"/>
                  </a:spcAft>
                  <a:defRPr kumimoji="1" kern="1200">
                    <a:solidFill>
                      <a:schemeClr val="lt1"/>
                    </a:solidFill>
                    <a:latin typeface="+mn-lt"/>
                    <a:ea typeface="+mn-ea"/>
                    <a:cs typeface="+mn-cs"/>
                  </a:defRPr>
                </a:lvl5pPr>
                <a:lvl6pPr marL="2286000" algn="l" defTabSz="914400" rtl="0" eaLnBrk="1" latinLnBrk="1" hangingPunct="1">
                  <a:defRPr kumimoji="1" kern="1200">
                    <a:solidFill>
                      <a:schemeClr val="lt1"/>
                    </a:solidFill>
                    <a:latin typeface="+mn-lt"/>
                    <a:ea typeface="+mn-ea"/>
                    <a:cs typeface="+mn-cs"/>
                  </a:defRPr>
                </a:lvl6pPr>
                <a:lvl7pPr marL="2743200" algn="l" defTabSz="914400" rtl="0" eaLnBrk="1" latinLnBrk="1" hangingPunct="1">
                  <a:defRPr kumimoji="1" kern="1200">
                    <a:solidFill>
                      <a:schemeClr val="lt1"/>
                    </a:solidFill>
                    <a:latin typeface="+mn-lt"/>
                    <a:ea typeface="+mn-ea"/>
                    <a:cs typeface="+mn-cs"/>
                  </a:defRPr>
                </a:lvl7pPr>
                <a:lvl8pPr marL="3200400" algn="l" defTabSz="914400" rtl="0" eaLnBrk="1" latinLnBrk="1" hangingPunct="1">
                  <a:defRPr kumimoji="1" kern="1200">
                    <a:solidFill>
                      <a:schemeClr val="lt1"/>
                    </a:solidFill>
                    <a:latin typeface="+mn-lt"/>
                    <a:ea typeface="+mn-ea"/>
                    <a:cs typeface="+mn-cs"/>
                  </a:defRPr>
                </a:lvl8pPr>
                <a:lvl9pPr marL="3657600" algn="l" defTabSz="914400" rtl="0" eaLnBrk="1" latinLnBrk="1" hangingPunct="1">
                  <a:defRPr kumimoji="1"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맑은 고딕"/>
                  <a:ea typeface="맑은 고딕"/>
                  <a:cs typeface="Segoe UI" panose="020B0502040204020203" pitchFamily="34" charset="0"/>
                </a:endParaRPr>
              </a:p>
            </p:txBody>
          </p:sp>
          <p:sp>
            <p:nvSpPr>
              <p:cNvPr id="316" name="Line 1">
                <a:extLst>
                  <a:ext uri="{FF2B5EF4-FFF2-40B4-BE49-F238E27FC236}">
                    <a16:creationId xmlns:a16="http://schemas.microsoft.com/office/drawing/2014/main" id="{0BC900BE-4237-40DB-9DA3-3E2C90A9D7F0}"/>
                  </a:ext>
                </a:extLst>
              </p:cNvPr>
              <p:cNvSpPr>
                <a:spLocks/>
              </p:cNvSpPr>
              <p:nvPr/>
            </p:nvSpPr>
            <p:spPr bwMode="auto">
              <a:xfrm>
                <a:off x="415746" y="981481"/>
                <a:ext cx="1008112" cy="1008112"/>
              </a:xfrm>
              <a:custGeom>
                <a:avLst/>
                <a:gdLst>
                  <a:gd name="connsiteX0" fmla="*/ 1008112 w 1008112"/>
                  <a:gd name="connsiteY0" fmla="*/ 1008112 h 1008112"/>
                  <a:gd name="connsiteX1" fmla="*/ 0 w 1008112"/>
                  <a:gd name="connsiteY1" fmla="*/ 0 h 1008112"/>
                </a:gdLst>
                <a:ahLst/>
                <a:cxnLst>
                  <a:cxn ang="0">
                    <a:pos x="connsiteX0" y="connsiteY0"/>
                  </a:cxn>
                  <a:cxn ang="0">
                    <a:pos x="connsiteX1" y="connsiteY1"/>
                  </a:cxn>
                </a:cxnLst>
                <a:rect l="l" t="t" r="r" b="b"/>
                <a:pathLst>
                  <a:path w="1008112" h="1008112">
                    <a:moveTo>
                      <a:pt x="1008112" y="1008112"/>
                    </a:moveTo>
                    <a:lnTo>
                      <a:pt x="0" y="0"/>
                    </a:lnTo>
                  </a:path>
                </a:pathLst>
              </a:custGeom>
              <a:solidFill>
                <a:schemeClr val="bg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algn="l" rtl="0" fontAlgn="base" latinLnBrk="1">
                  <a:spcBef>
                    <a:spcPct val="0"/>
                  </a:spcBef>
                  <a:spcAft>
                    <a:spcPct val="0"/>
                  </a:spcAft>
                  <a:defRPr kumimoji="1" kern="1200">
                    <a:solidFill>
                      <a:schemeClr val="lt1"/>
                    </a:solidFill>
                    <a:latin typeface="+mn-lt"/>
                    <a:ea typeface="+mn-ea"/>
                    <a:cs typeface="+mn-cs"/>
                  </a:defRPr>
                </a:lvl1pPr>
                <a:lvl2pPr marL="457200" algn="l" rtl="0" fontAlgn="base" latinLnBrk="1">
                  <a:spcBef>
                    <a:spcPct val="0"/>
                  </a:spcBef>
                  <a:spcAft>
                    <a:spcPct val="0"/>
                  </a:spcAft>
                  <a:defRPr kumimoji="1" kern="1200">
                    <a:solidFill>
                      <a:schemeClr val="lt1"/>
                    </a:solidFill>
                    <a:latin typeface="+mn-lt"/>
                    <a:ea typeface="+mn-ea"/>
                    <a:cs typeface="+mn-cs"/>
                  </a:defRPr>
                </a:lvl2pPr>
                <a:lvl3pPr marL="914400" algn="l" rtl="0" fontAlgn="base" latinLnBrk="1">
                  <a:spcBef>
                    <a:spcPct val="0"/>
                  </a:spcBef>
                  <a:spcAft>
                    <a:spcPct val="0"/>
                  </a:spcAft>
                  <a:defRPr kumimoji="1" kern="1200">
                    <a:solidFill>
                      <a:schemeClr val="lt1"/>
                    </a:solidFill>
                    <a:latin typeface="+mn-lt"/>
                    <a:ea typeface="+mn-ea"/>
                    <a:cs typeface="+mn-cs"/>
                  </a:defRPr>
                </a:lvl3pPr>
                <a:lvl4pPr marL="1371600" algn="l" rtl="0" fontAlgn="base" latinLnBrk="1">
                  <a:spcBef>
                    <a:spcPct val="0"/>
                  </a:spcBef>
                  <a:spcAft>
                    <a:spcPct val="0"/>
                  </a:spcAft>
                  <a:defRPr kumimoji="1" kern="1200">
                    <a:solidFill>
                      <a:schemeClr val="lt1"/>
                    </a:solidFill>
                    <a:latin typeface="+mn-lt"/>
                    <a:ea typeface="+mn-ea"/>
                    <a:cs typeface="+mn-cs"/>
                  </a:defRPr>
                </a:lvl4pPr>
                <a:lvl5pPr marL="1828800" algn="l" rtl="0" fontAlgn="base" latinLnBrk="1">
                  <a:spcBef>
                    <a:spcPct val="0"/>
                  </a:spcBef>
                  <a:spcAft>
                    <a:spcPct val="0"/>
                  </a:spcAft>
                  <a:defRPr kumimoji="1" kern="1200">
                    <a:solidFill>
                      <a:schemeClr val="lt1"/>
                    </a:solidFill>
                    <a:latin typeface="+mn-lt"/>
                    <a:ea typeface="+mn-ea"/>
                    <a:cs typeface="+mn-cs"/>
                  </a:defRPr>
                </a:lvl5pPr>
                <a:lvl6pPr marL="2286000" algn="l" defTabSz="914400" rtl="0" eaLnBrk="1" latinLnBrk="1" hangingPunct="1">
                  <a:defRPr kumimoji="1" kern="1200">
                    <a:solidFill>
                      <a:schemeClr val="lt1"/>
                    </a:solidFill>
                    <a:latin typeface="+mn-lt"/>
                    <a:ea typeface="+mn-ea"/>
                    <a:cs typeface="+mn-cs"/>
                  </a:defRPr>
                </a:lvl6pPr>
                <a:lvl7pPr marL="2743200" algn="l" defTabSz="914400" rtl="0" eaLnBrk="1" latinLnBrk="1" hangingPunct="1">
                  <a:defRPr kumimoji="1" kern="1200">
                    <a:solidFill>
                      <a:schemeClr val="lt1"/>
                    </a:solidFill>
                    <a:latin typeface="+mn-lt"/>
                    <a:ea typeface="+mn-ea"/>
                    <a:cs typeface="+mn-cs"/>
                  </a:defRPr>
                </a:lvl7pPr>
                <a:lvl8pPr marL="3200400" algn="l" defTabSz="914400" rtl="0" eaLnBrk="1" latinLnBrk="1" hangingPunct="1">
                  <a:defRPr kumimoji="1" kern="1200">
                    <a:solidFill>
                      <a:schemeClr val="lt1"/>
                    </a:solidFill>
                    <a:latin typeface="+mn-lt"/>
                    <a:ea typeface="+mn-ea"/>
                    <a:cs typeface="+mn-cs"/>
                  </a:defRPr>
                </a:lvl8pPr>
                <a:lvl9pPr marL="3657600" algn="l" defTabSz="914400" rtl="0" eaLnBrk="1" latinLnBrk="1" hangingPunct="1">
                  <a:defRPr kumimoji="1"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맑은 고딕"/>
                  <a:ea typeface="맑은 고딕"/>
                  <a:cs typeface="Segoe UI" panose="020B0502040204020203" pitchFamily="34" charset="0"/>
                </a:endParaRPr>
              </a:p>
            </p:txBody>
          </p:sp>
        </p:grpSp>
        <p:sp>
          <p:nvSpPr>
            <p:cNvPr id="313" name="이등변 삼각형 312">
              <a:extLst>
                <a:ext uri="{FF2B5EF4-FFF2-40B4-BE49-F238E27FC236}">
                  <a16:creationId xmlns:a16="http://schemas.microsoft.com/office/drawing/2014/main" id="{52A8AC45-FBBC-411D-B1FA-2BCAFD2F9E74}"/>
                </a:ext>
              </a:extLst>
            </p:cNvPr>
            <p:cNvSpPr/>
            <p:nvPr/>
          </p:nvSpPr>
          <p:spPr>
            <a:xfrm rot="16200000">
              <a:off x="2896031" y="2905224"/>
              <a:ext cx="175629" cy="151404"/>
            </a:xfrm>
            <a:prstGeom prst="triangle">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400" fontAlgn="base" latinLnBrk="1">
                <a:spcBef>
                  <a:spcPct val="0"/>
                </a:spcBef>
                <a:spcAft>
                  <a:spcPct val="0"/>
                </a:spcAft>
              </a:pPr>
              <a:endParaRPr kumimoji="1" lang="ko-KR" altLang="en-US" sz="800">
                <a:solidFill>
                  <a:prstClr val="black">
                    <a:lumMod val="75000"/>
                    <a:lumOff val="25000"/>
                  </a:prstClr>
                </a:solidFill>
                <a:latin typeface="맑은 고딕" panose="020B0503020000020004" pitchFamily="50" charset="-127"/>
                <a:ea typeface="맑은 고딕" panose="020B0503020000020004" pitchFamily="50" charset="-127"/>
              </a:endParaRPr>
            </a:p>
          </p:txBody>
        </p:sp>
      </p:grpSp>
      <p:grpSp>
        <p:nvGrpSpPr>
          <p:cNvPr id="317" name="그룹 316">
            <a:extLst>
              <a:ext uri="{FF2B5EF4-FFF2-40B4-BE49-F238E27FC236}">
                <a16:creationId xmlns:a16="http://schemas.microsoft.com/office/drawing/2014/main" id="{5275F5C0-AD1B-48E8-AC69-0D6D7E84E1BF}"/>
              </a:ext>
            </a:extLst>
          </p:cNvPr>
          <p:cNvGrpSpPr/>
          <p:nvPr/>
        </p:nvGrpSpPr>
        <p:grpSpPr>
          <a:xfrm>
            <a:off x="2867967" y="3939540"/>
            <a:ext cx="291856" cy="175629"/>
            <a:chOff x="2767692" y="2893111"/>
            <a:chExt cx="291856" cy="175629"/>
          </a:xfrm>
        </p:grpSpPr>
        <p:grpSp>
          <p:nvGrpSpPr>
            <p:cNvPr id="318" name="Image">
              <a:extLst>
                <a:ext uri="{FF2B5EF4-FFF2-40B4-BE49-F238E27FC236}">
                  <a16:creationId xmlns:a16="http://schemas.microsoft.com/office/drawing/2014/main" id="{D9522D44-3C01-4C56-999C-F3F89380B6A1}"/>
                </a:ext>
              </a:extLst>
            </p:cNvPr>
            <p:cNvGrpSpPr>
              <a:grpSpLocks/>
            </p:cNvGrpSpPr>
            <p:nvPr/>
          </p:nvGrpSpPr>
          <p:grpSpPr bwMode="auto">
            <a:xfrm>
              <a:off x="2767692" y="2893112"/>
              <a:ext cx="140759" cy="141082"/>
              <a:chOff x="309897" y="673748"/>
              <a:chExt cx="1219816" cy="1623578"/>
            </a:xfrm>
          </p:grpSpPr>
          <p:sp>
            <p:nvSpPr>
              <p:cNvPr id="320" name="Border">
                <a:extLst>
                  <a:ext uri="{FF2B5EF4-FFF2-40B4-BE49-F238E27FC236}">
                    <a16:creationId xmlns:a16="http://schemas.microsoft.com/office/drawing/2014/main" id="{6D894587-A97C-42AC-BD36-C6FDF7D1E426}"/>
                  </a:ext>
                </a:extLst>
              </p:cNvPr>
              <p:cNvSpPr>
                <a:spLocks/>
              </p:cNvSpPr>
              <p:nvPr/>
            </p:nvSpPr>
            <p:spPr bwMode="auto">
              <a:xfrm>
                <a:off x="309897" y="673748"/>
                <a:ext cx="1219816" cy="1623578"/>
              </a:xfrm>
              <a:prstGeom prst="ellipse">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algn="l" rtl="0" fontAlgn="base" latinLnBrk="1">
                  <a:spcBef>
                    <a:spcPct val="0"/>
                  </a:spcBef>
                  <a:spcAft>
                    <a:spcPct val="0"/>
                  </a:spcAft>
                  <a:defRPr kumimoji="1" kern="1200">
                    <a:solidFill>
                      <a:schemeClr val="lt1"/>
                    </a:solidFill>
                    <a:latin typeface="+mn-lt"/>
                    <a:ea typeface="+mn-ea"/>
                    <a:cs typeface="+mn-cs"/>
                  </a:defRPr>
                </a:lvl1pPr>
                <a:lvl2pPr marL="457200" algn="l" rtl="0" fontAlgn="base" latinLnBrk="1">
                  <a:spcBef>
                    <a:spcPct val="0"/>
                  </a:spcBef>
                  <a:spcAft>
                    <a:spcPct val="0"/>
                  </a:spcAft>
                  <a:defRPr kumimoji="1" kern="1200">
                    <a:solidFill>
                      <a:schemeClr val="lt1"/>
                    </a:solidFill>
                    <a:latin typeface="+mn-lt"/>
                    <a:ea typeface="+mn-ea"/>
                    <a:cs typeface="+mn-cs"/>
                  </a:defRPr>
                </a:lvl2pPr>
                <a:lvl3pPr marL="914400" algn="l" rtl="0" fontAlgn="base" latinLnBrk="1">
                  <a:spcBef>
                    <a:spcPct val="0"/>
                  </a:spcBef>
                  <a:spcAft>
                    <a:spcPct val="0"/>
                  </a:spcAft>
                  <a:defRPr kumimoji="1" kern="1200">
                    <a:solidFill>
                      <a:schemeClr val="lt1"/>
                    </a:solidFill>
                    <a:latin typeface="+mn-lt"/>
                    <a:ea typeface="+mn-ea"/>
                    <a:cs typeface="+mn-cs"/>
                  </a:defRPr>
                </a:lvl3pPr>
                <a:lvl4pPr marL="1371600" algn="l" rtl="0" fontAlgn="base" latinLnBrk="1">
                  <a:spcBef>
                    <a:spcPct val="0"/>
                  </a:spcBef>
                  <a:spcAft>
                    <a:spcPct val="0"/>
                  </a:spcAft>
                  <a:defRPr kumimoji="1" kern="1200">
                    <a:solidFill>
                      <a:schemeClr val="lt1"/>
                    </a:solidFill>
                    <a:latin typeface="+mn-lt"/>
                    <a:ea typeface="+mn-ea"/>
                    <a:cs typeface="+mn-cs"/>
                  </a:defRPr>
                </a:lvl4pPr>
                <a:lvl5pPr marL="1828800" algn="l" rtl="0" fontAlgn="base" latinLnBrk="1">
                  <a:spcBef>
                    <a:spcPct val="0"/>
                  </a:spcBef>
                  <a:spcAft>
                    <a:spcPct val="0"/>
                  </a:spcAft>
                  <a:defRPr kumimoji="1" kern="1200">
                    <a:solidFill>
                      <a:schemeClr val="lt1"/>
                    </a:solidFill>
                    <a:latin typeface="+mn-lt"/>
                    <a:ea typeface="+mn-ea"/>
                    <a:cs typeface="+mn-cs"/>
                  </a:defRPr>
                </a:lvl5pPr>
                <a:lvl6pPr marL="2286000" algn="l" defTabSz="914400" rtl="0" eaLnBrk="1" latinLnBrk="1" hangingPunct="1">
                  <a:defRPr kumimoji="1" kern="1200">
                    <a:solidFill>
                      <a:schemeClr val="lt1"/>
                    </a:solidFill>
                    <a:latin typeface="+mn-lt"/>
                    <a:ea typeface="+mn-ea"/>
                    <a:cs typeface="+mn-cs"/>
                  </a:defRPr>
                </a:lvl6pPr>
                <a:lvl7pPr marL="2743200" algn="l" defTabSz="914400" rtl="0" eaLnBrk="1" latinLnBrk="1" hangingPunct="1">
                  <a:defRPr kumimoji="1" kern="1200">
                    <a:solidFill>
                      <a:schemeClr val="lt1"/>
                    </a:solidFill>
                    <a:latin typeface="+mn-lt"/>
                    <a:ea typeface="+mn-ea"/>
                    <a:cs typeface="+mn-cs"/>
                  </a:defRPr>
                </a:lvl7pPr>
                <a:lvl8pPr marL="3200400" algn="l" defTabSz="914400" rtl="0" eaLnBrk="1" latinLnBrk="1" hangingPunct="1">
                  <a:defRPr kumimoji="1" kern="1200">
                    <a:solidFill>
                      <a:schemeClr val="lt1"/>
                    </a:solidFill>
                    <a:latin typeface="+mn-lt"/>
                    <a:ea typeface="+mn-ea"/>
                    <a:cs typeface="+mn-cs"/>
                  </a:defRPr>
                </a:lvl8pPr>
                <a:lvl9pPr marL="3657600" algn="l" defTabSz="914400" rtl="0" eaLnBrk="1" latinLnBrk="1" hangingPunct="1">
                  <a:defRPr kumimoji="1"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맑은 고딕"/>
                  <a:ea typeface="맑은 고딕"/>
                  <a:cs typeface="Segoe UI" panose="020B0502040204020203" pitchFamily="34" charset="0"/>
                </a:endParaRPr>
              </a:p>
            </p:txBody>
          </p:sp>
          <p:sp>
            <p:nvSpPr>
              <p:cNvPr id="321" name="Line 2">
                <a:extLst>
                  <a:ext uri="{FF2B5EF4-FFF2-40B4-BE49-F238E27FC236}">
                    <a16:creationId xmlns:a16="http://schemas.microsoft.com/office/drawing/2014/main" id="{2403292C-4A10-44CF-BA7B-A3AAB47DAF5B}"/>
                  </a:ext>
                </a:extLst>
              </p:cNvPr>
              <p:cNvSpPr>
                <a:spLocks/>
              </p:cNvSpPr>
              <p:nvPr/>
            </p:nvSpPr>
            <p:spPr bwMode="auto">
              <a:xfrm>
                <a:off x="415746" y="981481"/>
                <a:ext cx="1008112" cy="1008112"/>
              </a:xfrm>
              <a:custGeom>
                <a:avLst/>
                <a:gdLst>
                  <a:gd name="connsiteX0" fmla="*/ 0 w 1008112"/>
                  <a:gd name="connsiteY0" fmla="*/ 1008112 h 1008112"/>
                  <a:gd name="connsiteX1" fmla="*/ 1008112 w 1008112"/>
                  <a:gd name="connsiteY1" fmla="*/ 0 h 1008112"/>
                </a:gdLst>
                <a:ahLst/>
                <a:cxnLst>
                  <a:cxn ang="0">
                    <a:pos x="connsiteX0" y="connsiteY0"/>
                  </a:cxn>
                  <a:cxn ang="0">
                    <a:pos x="connsiteX1" y="connsiteY1"/>
                  </a:cxn>
                </a:cxnLst>
                <a:rect l="l" t="t" r="r" b="b"/>
                <a:pathLst>
                  <a:path w="1008112" h="1008112">
                    <a:moveTo>
                      <a:pt x="0" y="1008112"/>
                    </a:moveTo>
                    <a:lnTo>
                      <a:pt x="1008112" y="0"/>
                    </a:lnTo>
                  </a:path>
                </a:pathLst>
              </a:custGeom>
              <a:solidFill>
                <a:schemeClr val="bg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algn="l" rtl="0" fontAlgn="base" latinLnBrk="1">
                  <a:spcBef>
                    <a:spcPct val="0"/>
                  </a:spcBef>
                  <a:spcAft>
                    <a:spcPct val="0"/>
                  </a:spcAft>
                  <a:defRPr kumimoji="1" kern="1200">
                    <a:solidFill>
                      <a:schemeClr val="lt1"/>
                    </a:solidFill>
                    <a:latin typeface="+mn-lt"/>
                    <a:ea typeface="+mn-ea"/>
                    <a:cs typeface="+mn-cs"/>
                  </a:defRPr>
                </a:lvl1pPr>
                <a:lvl2pPr marL="457200" algn="l" rtl="0" fontAlgn="base" latinLnBrk="1">
                  <a:spcBef>
                    <a:spcPct val="0"/>
                  </a:spcBef>
                  <a:spcAft>
                    <a:spcPct val="0"/>
                  </a:spcAft>
                  <a:defRPr kumimoji="1" kern="1200">
                    <a:solidFill>
                      <a:schemeClr val="lt1"/>
                    </a:solidFill>
                    <a:latin typeface="+mn-lt"/>
                    <a:ea typeface="+mn-ea"/>
                    <a:cs typeface="+mn-cs"/>
                  </a:defRPr>
                </a:lvl2pPr>
                <a:lvl3pPr marL="914400" algn="l" rtl="0" fontAlgn="base" latinLnBrk="1">
                  <a:spcBef>
                    <a:spcPct val="0"/>
                  </a:spcBef>
                  <a:spcAft>
                    <a:spcPct val="0"/>
                  </a:spcAft>
                  <a:defRPr kumimoji="1" kern="1200">
                    <a:solidFill>
                      <a:schemeClr val="lt1"/>
                    </a:solidFill>
                    <a:latin typeface="+mn-lt"/>
                    <a:ea typeface="+mn-ea"/>
                    <a:cs typeface="+mn-cs"/>
                  </a:defRPr>
                </a:lvl3pPr>
                <a:lvl4pPr marL="1371600" algn="l" rtl="0" fontAlgn="base" latinLnBrk="1">
                  <a:spcBef>
                    <a:spcPct val="0"/>
                  </a:spcBef>
                  <a:spcAft>
                    <a:spcPct val="0"/>
                  </a:spcAft>
                  <a:defRPr kumimoji="1" kern="1200">
                    <a:solidFill>
                      <a:schemeClr val="lt1"/>
                    </a:solidFill>
                    <a:latin typeface="+mn-lt"/>
                    <a:ea typeface="+mn-ea"/>
                    <a:cs typeface="+mn-cs"/>
                  </a:defRPr>
                </a:lvl4pPr>
                <a:lvl5pPr marL="1828800" algn="l" rtl="0" fontAlgn="base" latinLnBrk="1">
                  <a:spcBef>
                    <a:spcPct val="0"/>
                  </a:spcBef>
                  <a:spcAft>
                    <a:spcPct val="0"/>
                  </a:spcAft>
                  <a:defRPr kumimoji="1" kern="1200">
                    <a:solidFill>
                      <a:schemeClr val="lt1"/>
                    </a:solidFill>
                    <a:latin typeface="+mn-lt"/>
                    <a:ea typeface="+mn-ea"/>
                    <a:cs typeface="+mn-cs"/>
                  </a:defRPr>
                </a:lvl5pPr>
                <a:lvl6pPr marL="2286000" algn="l" defTabSz="914400" rtl="0" eaLnBrk="1" latinLnBrk="1" hangingPunct="1">
                  <a:defRPr kumimoji="1" kern="1200">
                    <a:solidFill>
                      <a:schemeClr val="lt1"/>
                    </a:solidFill>
                    <a:latin typeface="+mn-lt"/>
                    <a:ea typeface="+mn-ea"/>
                    <a:cs typeface="+mn-cs"/>
                  </a:defRPr>
                </a:lvl6pPr>
                <a:lvl7pPr marL="2743200" algn="l" defTabSz="914400" rtl="0" eaLnBrk="1" latinLnBrk="1" hangingPunct="1">
                  <a:defRPr kumimoji="1" kern="1200">
                    <a:solidFill>
                      <a:schemeClr val="lt1"/>
                    </a:solidFill>
                    <a:latin typeface="+mn-lt"/>
                    <a:ea typeface="+mn-ea"/>
                    <a:cs typeface="+mn-cs"/>
                  </a:defRPr>
                </a:lvl7pPr>
                <a:lvl8pPr marL="3200400" algn="l" defTabSz="914400" rtl="0" eaLnBrk="1" latinLnBrk="1" hangingPunct="1">
                  <a:defRPr kumimoji="1" kern="1200">
                    <a:solidFill>
                      <a:schemeClr val="lt1"/>
                    </a:solidFill>
                    <a:latin typeface="+mn-lt"/>
                    <a:ea typeface="+mn-ea"/>
                    <a:cs typeface="+mn-cs"/>
                  </a:defRPr>
                </a:lvl8pPr>
                <a:lvl9pPr marL="3657600" algn="l" defTabSz="914400" rtl="0" eaLnBrk="1" latinLnBrk="1" hangingPunct="1">
                  <a:defRPr kumimoji="1"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맑은 고딕"/>
                  <a:ea typeface="맑은 고딕"/>
                  <a:cs typeface="Segoe UI" panose="020B0502040204020203" pitchFamily="34" charset="0"/>
                </a:endParaRPr>
              </a:p>
            </p:txBody>
          </p:sp>
          <p:sp>
            <p:nvSpPr>
              <p:cNvPr id="322" name="Line 1">
                <a:extLst>
                  <a:ext uri="{FF2B5EF4-FFF2-40B4-BE49-F238E27FC236}">
                    <a16:creationId xmlns:a16="http://schemas.microsoft.com/office/drawing/2014/main" id="{770E3810-3042-4BB3-AFD3-5BE8199707EA}"/>
                  </a:ext>
                </a:extLst>
              </p:cNvPr>
              <p:cNvSpPr>
                <a:spLocks/>
              </p:cNvSpPr>
              <p:nvPr/>
            </p:nvSpPr>
            <p:spPr bwMode="auto">
              <a:xfrm>
                <a:off x="415746" y="981481"/>
                <a:ext cx="1008112" cy="1008112"/>
              </a:xfrm>
              <a:custGeom>
                <a:avLst/>
                <a:gdLst>
                  <a:gd name="connsiteX0" fmla="*/ 1008112 w 1008112"/>
                  <a:gd name="connsiteY0" fmla="*/ 1008112 h 1008112"/>
                  <a:gd name="connsiteX1" fmla="*/ 0 w 1008112"/>
                  <a:gd name="connsiteY1" fmla="*/ 0 h 1008112"/>
                </a:gdLst>
                <a:ahLst/>
                <a:cxnLst>
                  <a:cxn ang="0">
                    <a:pos x="connsiteX0" y="connsiteY0"/>
                  </a:cxn>
                  <a:cxn ang="0">
                    <a:pos x="connsiteX1" y="connsiteY1"/>
                  </a:cxn>
                </a:cxnLst>
                <a:rect l="l" t="t" r="r" b="b"/>
                <a:pathLst>
                  <a:path w="1008112" h="1008112">
                    <a:moveTo>
                      <a:pt x="1008112" y="1008112"/>
                    </a:moveTo>
                    <a:lnTo>
                      <a:pt x="0" y="0"/>
                    </a:lnTo>
                  </a:path>
                </a:pathLst>
              </a:custGeom>
              <a:solidFill>
                <a:schemeClr val="bg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algn="l" rtl="0" fontAlgn="base" latinLnBrk="1">
                  <a:spcBef>
                    <a:spcPct val="0"/>
                  </a:spcBef>
                  <a:spcAft>
                    <a:spcPct val="0"/>
                  </a:spcAft>
                  <a:defRPr kumimoji="1" kern="1200">
                    <a:solidFill>
                      <a:schemeClr val="lt1"/>
                    </a:solidFill>
                    <a:latin typeface="+mn-lt"/>
                    <a:ea typeface="+mn-ea"/>
                    <a:cs typeface="+mn-cs"/>
                  </a:defRPr>
                </a:lvl1pPr>
                <a:lvl2pPr marL="457200" algn="l" rtl="0" fontAlgn="base" latinLnBrk="1">
                  <a:spcBef>
                    <a:spcPct val="0"/>
                  </a:spcBef>
                  <a:spcAft>
                    <a:spcPct val="0"/>
                  </a:spcAft>
                  <a:defRPr kumimoji="1" kern="1200">
                    <a:solidFill>
                      <a:schemeClr val="lt1"/>
                    </a:solidFill>
                    <a:latin typeface="+mn-lt"/>
                    <a:ea typeface="+mn-ea"/>
                    <a:cs typeface="+mn-cs"/>
                  </a:defRPr>
                </a:lvl2pPr>
                <a:lvl3pPr marL="914400" algn="l" rtl="0" fontAlgn="base" latinLnBrk="1">
                  <a:spcBef>
                    <a:spcPct val="0"/>
                  </a:spcBef>
                  <a:spcAft>
                    <a:spcPct val="0"/>
                  </a:spcAft>
                  <a:defRPr kumimoji="1" kern="1200">
                    <a:solidFill>
                      <a:schemeClr val="lt1"/>
                    </a:solidFill>
                    <a:latin typeface="+mn-lt"/>
                    <a:ea typeface="+mn-ea"/>
                    <a:cs typeface="+mn-cs"/>
                  </a:defRPr>
                </a:lvl3pPr>
                <a:lvl4pPr marL="1371600" algn="l" rtl="0" fontAlgn="base" latinLnBrk="1">
                  <a:spcBef>
                    <a:spcPct val="0"/>
                  </a:spcBef>
                  <a:spcAft>
                    <a:spcPct val="0"/>
                  </a:spcAft>
                  <a:defRPr kumimoji="1" kern="1200">
                    <a:solidFill>
                      <a:schemeClr val="lt1"/>
                    </a:solidFill>
                    <a:latin typeface="+mn-lt"/>
                    <a:ea typeface="+mn-ea"/>
                    <a:cs typeface="+mn-cs"/>
                  </a:defRPr>
                </a:lvl4pPr>
                <a:lvl5pPr marL="1828800" algn="l" rtl="0" fontAlgn="base" latinLnBrk="1">
                  <a:spcBef>
                    <a:spcPct val="0"/>
                  </a:spcBef>
                  <a:spcAft>
                    <a:spcPct val="0"/>
                  </a:spcAft>
                  <a:defRPr kumimoji="1" kern="1200">
                    <a:solidFill>
                      <a:schemeClr val="lt1"/>
                    </a:solidFill>
                    <a:latin typeface="+mn-lt"/>
                    <a:ea typeface="+mn-ea"/>
                    <a:cs typeface="+mn-cs"/>
                  </a:defRPr>
                </a:lvl5pPr>
                <a:lvl6pPr marL="2286000" algn="l" defTabSz="914400" rtl="0" eaLnBrk="1" latinLnBrk="1" hangingPunct="1">
                  <a:defRPr kumimoji="1" kern="1200">
                    <a:solidFill>
                      <a:schemeClr val="lt1"/>
                    </a:solidFill>
                    <a:latin typeface="+mn-lt"/>
                    <a:ea typeface="+mn-ea"/>
                    <a:cs typeface="+mn-cs"/>
                  </a:defRPr>
                </a:lvl6pPr>
                <a:lvl7pPr marL="2743200" algn="l" defTabSz="914400" rtl="0" eaLnBrk="1" latinLnBrk="1" hangingPunct="1">
                  <a:defRPr kumimoji="1" kern="1200">
                    <a:solidFill>
                      <a:schemeClr val="lt1"/>
                    </a:solidFill>
                    <a:latin typeface="+mn-lt"/>
                    <a:ea typeface="+mn-ea"/>
                    <a:cs typeface="+mn-cs"/>
                  </a:defRPr>
                </a:lvl7pPr>
                <a:lvl8pPr marL="3200400" algn="l" defTabSz="914400" rtl="0" eaLnBrk="1" latinLnBrk="1" hangingPunct="1">
                  <a:defRPr kumimoji="1" kern="1200">
                    <a:solidFill>
                      <a:schemeClr val="lt1"/>
                    </a:solidFill>
                    <a:latin typeface="+mn-lt"/>
                    <a:ea typeface="+mn-ea"/>
                    <a:cs typeface="+mn-cs"/>
                  </a:defRPr>
                </a:lvl8pPr>
                <a:lvl9pPr marL="3657600" algn="l" defTabSz="914400" rtl="0" eaLnBrk="1" latinLnBrk="1" hangingPunct="1">
                  <a:defRPr kumimoji="1"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맑은 고딕"/>
                  <a:ea typeface="맑은 고딕"/>
                  <a:cs typeface="Segoe UI" panose="020B0502040204020203" pitchFamily="34" charset="0"/>
                </a:endParaRPr>
              </a:p>
            </p:txBody>
          </p:sp>
        </p:grpSp>
        <p:sp>
          <p:nvSpPr>
            <p:cNvPr id="319" name="이등변 삼각형 318">
              <a:extLst>
                <a:ext uri="{FF2B5EF4-FFF2-40B4-BE49-F238E27FC236}">
                  <a16:creationId xmlns:a16="http://schemas.microsoft.com/office/drawing/2014/main" id="{6CF6F553-E87B-4458-BF93-D620595435BF}"/>
                </a:ext>
              </a:extLst>
            </p:cNvPr>
            <p:cNvSpPr/>
            <p:nvPr/>
          </p:nvSpPr>
          <p:spPr>
            <a:xfrm rot="16200000">
              <a:off x="2896031" y="2905224"/>
              <a:ext cx="175629" cy="151404"/>
            </a:xfrm>
            <a:prstGeom prst="triangle">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400" fontAlgn="base" latinLnBrk="1">
                <a:spcBef>
                  <a:spcPct val="0"/>
                </a:spcBef>
                <a:spcAft>
                  <a:spcPct val="0"/>
                </a:spcAft>
              </a:pPr>
              <a:endParaRPr kumimoji="1" lang="ko-KR" altLang="en-US" sz="800">
                <a:solidFill>
                  <a:prstClr val="black">
                    <a:lumMod val="75000"/>
                    <a:lumOff val="25000"/>
                  </a:prstClr>
                </a:solidFill>
                <a:latin typeface="맑은 고딕" panose="020B0503020000020004" pitchFamily="50" charset="-127"/>
                <a:ea typeface="맑은 고딕" panose="020B0503020000020004" pitchFamily="50" charset="-127"/>
              </a:endParaRPr>
            </a:p>
          </p:txBody>
        </p:sp>
      </p:grpSp>
      <p:sp>
        <p:nvSpPr>
          <p:cNvPr id="273" name="직사각형 272">
            <a:extLst>
              <a:ext uri="{FF2B5EF4-FFF2-40B4-BE49-F238E27FC236}">
                <a16:creationId xmlns:a16="http://schemas.microsoft.com/office/drawing/2014/main" id="{E37124A1-AEAF-4445-9C04-466F3F505F27}"/>
              </a:ext>
            </a:extLst>
          </p:cNvPr>
          <p:cNvSpPr/>
          <p:nvPr/>
        </p:nvSpPr>
        <p:spPr bwMode="auto">
          <a:xfrm>
            <a:off x="2821765" y="1061362"/>
            <a:ext cx="2289600" cy="270623"/>
          </a:xfrm>
          <a:prstGeom prst="rect">
            <a:avLst/>
          </a:prstGeom>
          <a:solidFill>
            <a:schemeClr val="bg1"/>
          </a:solidFill>
          <a:ln w="635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graphicFrame>
        <p:nvGraphicFramePr>
          <p:cNvPr id="104" name="표 103">
            <a:extLst>
              <a:ext uri="{FF2B5EF4-FFF2-40B4-BE49-F238E27FC236}">
                <a16:creationId xmlns:a16="http://schemas.microsoft.com/office/drawing/2014/main" id="{5ECBE90A-3E43-4B22-A23E-74563FDEF54B}"/>
              </a:ext>
            </a:extLst>
          </p:cNvPr>
          <p:cNvGraphicFramePr>
            <a:graphicFrameLocks noGrp="1"/>
          </p:cNvGraphicFramePr>
          <p:nvPr>
            <p:extLst>
              <p:ext uri="{D42A27DB-BD31-4B8C-83A1-F6EECF244321}">
                <p14:modId xmlns:p14="http://schemas.microsoft.com/office/powerpoint/2010/main" val="2102158429"/>
              </p:ext>
            </p:extLst>
          </p:nvPr>
        </p:nvGraphicFramePr>
        <p:xfrm>
          <a:off x="7791532" y="556096"/>
          <a:ext cx="2046688" cy="4222973"/>
        </p:xfrm>
        <a:graphic>
          <a:graphicData uri="http://schemas.openxmlformats.org/drawingml/2006/table">
            <a:tbl>
              <a:tblPr/>
              <a:tblGrid>
                <a:gridCol w="216846">
                  <a:extLst>
                    <a:ext uri="{9D8B030D-6E8A-4147-A177-3AD203B41FA5}">
                      <a16:colId xmlns:a16="http://schemas.microsoft.com/office/drawing/2014/main" val="877983187"/>
                    </a:ext>
                  </a:extLst>
                </a:gridCol>
                <a:gridCol w="1829842">
                  <a:extLst>
                    <a:ext uri="{9D8B030D-6E8A-4147-A177-3AD203B41FA5}">
                      <a16:colId xmlns:a16="http://schemas.microsoft.com/office/drawing/2014/main" val="3543648088"/>
                    </a:ext>
                  </a:extLst>
                </a:gridCol>
              </a:tblGrid>
              <a:tr h="264331">
                <a:tc gridSpan="2">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mn-ea"/>
                          <a:ea typeface="+mn-ea"/>
                        </a:rPr>
                        <a:t>Description</a:t>
                      </a:r>
                      <a:endParaRPr kumimoji="1" lang="ko-KR" altLang="en-US" sz="700" b="1"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40511496"/>
                  </a:ext>
                </a:extLst>
              </a:tr>
              <a:tr h="252000">
                <a:tc gridSpan="2">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latinLnBrk="1"/>
                      <a:endParaRPr lang="ko-KR" altLang="en-US"/>
                    </a:p>
                  </a:txBody>
                  <a:tcPr/>
                </a:tc>
                <a:extLst>
                  <a:ext uri="{0D108BD9-81ED-4DB2-BD59-A6C34878D82A}">
                    <a16:rowId xmlns:a16="http://schemas.microsoft.com/office/drawing/2014/main" val="566744085"/>
                  </a:ext>
                </a:extLst>
              </a:tr>
              <a:tr h="252000">
                <a:tc>
                  <a:txBody>
                    <a:bodyPr/>
                    <a:lstStyle/>
                    <a:p>
                      <a:pPr algn="ctr"/>
                      <a:r>
                        <a:rPr lang="en-US" altLang="ko-KR" sz="700" dirty="0"/>
                        <a:t>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최초 진입 시 또는 타 화면에 있다가 </a:t>
                      </a:r>
                      <a:r>
                        <a:rPr kumimoji="1" lang="en-US" altLang="ko-KR" sz="700" b="0" i="0" u="none" strike="noStrike" cap="none" normalizeH="0" baseline="0" dirty="0">
                          <a:ln>
                            <a:noFill/>
                          </a:ln>
                          <a:solidFill>
                            <a:schemeClr val="tx1"/>
                          </a:solidFill>
                          <a:effectLst/>
                          <a:latin typeface="+mn-ea"/>
                          <a:ea typeface="+mn-ea"/>
                        </a:rPr>
                        <a:t>1-1</a:t>
                      </a:r>
                      <a:r>
                        <a:rPr kumimoji="1" lang="ko-KR" altLang="en-US" sz="700" b="0" i="0" u="none" strike="noStrike" cap="none" normalizeH="0" baseline="0" dirty="0">
                          <a:ln>
                            <a:noFill/>
                          </a:ln>
                          <a:solidFill>
                            <a:schemeClr val="tx1"/>
                          </a:solidFill>
                          <a:effectLst/>
                          <a:latin typeface="+mn-ea"/>
                          <a:ea typeface="+mn-ea"/>
                        </a:rPr>
                        <a:t>버튼을 터치 시 노출되는 화면</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54734413"/>
                  </a:ext>
                </a:extLst>
              </a:tr>
              <a:tr h="317241">
                <a:tc>
                  <a:txBody>
                    <a:bodyPr/>
                    <a:lstStyle/>
                    <a:p>
                      <a:pPr algn="ctr"/>
                      <a:r>
                        <a:rPr lang="en-US" altLang="ko-KR" sz="700" dirty="0"/>
                        <a:t>2</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err="1">
                          <a:ln>
                            <a:noFill/>
                          </a:ln>
                          <a:solidFill>
                            <a:schemeClr val="tx1"/>
                          </a:solidFill>
                          <a:effectLst/>
                          <a:latin typeface="+mn-ea"/>
                          <a:ea typeface="+mn-ea"/>
                        </a:rPr>
                        <a:t>쏘팅기능</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sym typeface="Wingdings" panose="05000000000000000000" pitchFamily="2" charset="2"/>
                        </a:rPr>
                        <a:t></a:t>
                      </a:r>
                      <a:r>
                        <a:rPr kumimoji="1" lang="ko-KR" altLang="en-US" sz="700" b="0" i="0" u="none" strike="noStrike" cap="none" normalizeH="0" baseline="0" dirty="0">
                          <a:ln>
                            <a:noFill/>
                          </a:ln>
                          <a:solidFill>
                            <a:schemeClr val="tx1"/>
                          </a:solidFill>
                          <a:effectLst/>
                          <a:latin typeface="+mn-ea"/>
                          <a:ea typeface="+mn-ea"/>
                          <a:sym typeface="Wingdings" panose="05000000000000000000" pitchFamily="2" charset="2"/>
                        </a:rPr>
                        <a:t> 각 조건을 선택 시 해당하는 항목을 목록에 노출</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600405226"/>
                  </a:ext>
                </a:extLst>
              </a:tr>
              <a:tr h="252000">
                <a:tc>
                  <a:txBody>
                    <a:bodyPr/>
                    <a:lstStyle/>
                    <a:p>
                      <a:pPr algn="ctr"/>
                      <a:r>
                        <a:rPr lang="en-US" altLang="ko-KR" sz="700" dirty="0"/>
                        <a:t>3</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다음일자</a:t>
                      </a:r>
                      <a:r>
                        <a:rPr kumimoji="1" lang="en-US" altLang="ko-KR" sz="700" b="0" i="0" u="none" strike="noStrike" cap="none" normalizeH="0" baseline="0" dirty="0">
                          <a:ln>
                            <a:noFill/>
                          </a:ln>
                          <a:solidFill>
                            <a:schemeClr val="tx1"/>
                          </a:solidFill>
                          <a:effectLst/>
                          <a:latin typeface="+mn-ea"/>
                          <a:ea typeface="+mn-ea"/>
                        </a:rPr>
                        <a:t>(3-1)</a:t>
                      </a:r>
                      <a:r>
                        <a:rPr kumimoji="1" lang="ko-KR" altLang="en-US" sz="700" b="0" i="0" u="none" strike="noStrike" cap="none" normalizeH="0" baseline="0" dirty="0">
                          <a:ln>
                            <a:noFill/>
                          </a:ln>
                          <a:solidFill>
                            <a:schemeClr val="tx1"/>
                          </a:solidFill>
                          <a:effectLst/>
                          <a:latin typeface="+mn-ea"/>
                          <a:ea typeface="+mn-ea"/>
                        </a:rPr>
                        <a:t>가 타이틀 영역 아래까지 도달하지 않는 시점까지 타이틀영역 하단에 </a:t>
                      </a:r>
                      <a:r>
                        <a:rPr kumimoji="1" lang="ko-KR" altLang="en-US" sz="700" b="0" i="0" u="none" strike="noStrike" cap="none" normalizeH="0" baseline="0" dirty="0" err="1">
                          <a:ln>
                            <a:noFill/>
                          </a:ln>
                          <a:solidFill>
                            <a:schemeClr val="tx1"/>
                          </a:solidFill>
                          <a:effectLst/>
                          <a:latin typeface="+mn-ea"/>
                          <a:ea typeface="+mn-ea"/>
                        </a:rPr>
                        <a:t>플로팅</a:t>
                      </a:r>
                      <a:r>
                        <a:rPr kumimoji="1" lang="en-US" altLang="ko-KR" sz="700" b="0" i="0" u="none" strike="noStrike" cap="none" normalizeH="0" baseline="0" dirty="0">
                          <a:ln>
                            <a:noFill/>
                          </a:ln>
                          <a:solidFill>
                            <a:schemeClr val="tx1"/>
                          </a:solidFill>
                          <a:effectLst/>
                          <a:latin typeface="+mn-ea"/>
                          <a:ea typeface="+mn-ea"/>
                        </a:rPr>
                        <a:t>(</a:t>
                      </a:r>
                      <a:r>
                        <a:rPr kumimoji="1" lang="ko-KR" altLang="en-US" sz="700" b="0" i="0" u="none" strike="noStrike" cap="none" normalizeH="0" baseline="0" dirty="0">
                          <a:ln>
                            <a:noFill/>
                          </a:ln>
                          <a:solidFill>
                            <a:schemeClr val="tx1"/>
                          </a:solidFill>
                          <a:effectLst/>
                          <a:latin typeface="+mn-ea"/>
                          <a:ea typeface="+mn-ea"/>
                        </a:rPr>
                        <a:t>고정</a:t>
                      </a:r>
                      <a:r>
                        <a:rPr kumimoji="1" lang="en-US" altLang="ko-KR" sz="700" b="0" i="0" u="none" strike="noStrike" cap="none" normalizeH="0" baseline="0" dirty="0">
                          <a:ln>
                            <a:noFill/>
                          </a:ln>
                          <a:solidFill>
                            <a:schemeClr val="tx1"/>
                          </a:solidFill>
                          <a:effectLst/>
                          <a:latin typeface="+mn-ea"/>
                          <a:ea typeface="+mn-ea"/>
                        </a:rPr>
                        <a:t>)</a:t>
                      </a: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575881690"/>
                  </a:ext>
                </a:extLst>
              </a:tr>
              <a:tr h="252000">
                <a:tc>
                  <a:txBody>
                    <a:bodyPr/>
                    <a:lstStyle/>
                    <a:p>
                      <a:pPr algn="ctr"/>
                      <a:r>
                        <a:rPr lang="en-US" altLang="ko-KR" sz="700" dirty="0"/>
                        <a:t>4</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dirty="0" err="1">
                          <a:ln>
                            <a:noFill/>
                          </a:ln>
                          <a:solidFill>
                            <a:schemeClr val="tx1"/>
                          </a:solidFill>
                          <a:effectLst/>
                          <a:latin typeface="+mn-ea"/>
                          <a:ea typeface="+mn-ea"/>
                        </a:rPr>
                        <a:t>푸시메세지</a:t>
                      </a:r>
                      <a:r>
                        <a:rPr kumimoji="1" lang="ko-KR" altLang="en-US" sz="700" b="0" i="0" u="none" strike="noStrike" cap="none" normalizeH="0" baseline="0" dirty="0">
                          <a:ln>
                            <a:noFill/>
                          </a:ln>
                          <a:solidFill>
                            <a:schemeClr val="tx1"/>
                          </a:solidFill>
                          <a:effectLst/>
                          <a:latin typeface="+mn-ea"/>
                          <a:ea typeface="+mn-ea"/>
                        </a:rPr>
                        <a:t> 전달 시 랜딩화면이 있을 경우 노출하고 터치 시 랜딩화면으로 이동</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929205908"/>
                  </a:ext>
                </a:extLst>
              </a:tr>
              <a:tr h="252000">
                <a:tc>
                  <a:txBody>
                    <a:bodyPr/>
                    <a:lstStyle/>
                    <a:p>
                      <a:pPr algn="ctr"/>
                      <a:r>
                        <a:rPr lang="en-US" altLang="ko-KR" sz="700" dirty="0"/>
                        <a:t>5</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174393987"/>
                  </a:ext>
                </a:extLst>
              </a:tr>
              <a:tr h="252000">
                <a:tc>
                  <a:txBody>
                    <a:bodyPr/>
                    <a:lstStyle/>
                    <a:p>
                      <a:pPr algn="ctr"/>
                      <a:r>
                        <a:rPr lang="en-US" altLang="ko-KR" sz="700" dirty="0"/>
                        <a:t>6</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986106794"/>
                  </a:ext>
                </a:extLst>
              </a:tr>
              <a:tr h="252000">
                <a:tc>
                  <a:txBody>
                    <a:bodyPr/>
                    <a:lstStyle/>
                    <a:p>
                      <a:pPr algn="ctr"/>
                      <a:r>
                        <a:rPr lang="en-US" altLang="ko-KR" sz="700" dirty="0"/>
                        <a:t>7</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382451967"/>
                  </a:ext>
                </a:extLst>
              </a:tr>
              <a:tr h="252000">
                <a:tc>
                  <a:txBody>
                    <a:bodyPr/>
                    <a:lstStyle/>
                    <a:p>
                      <a:pPr algn="ctr"/>
                      <a:r>
                        <a:rPr lang="en-US" altLang="ko-KR" sz="700" dirty="0"/>
                        <a:t>8</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801369225"/>
                  </a:ext>
                </a:extLst>
              </a:tr>
              <a:tr h="252000">
                <a:tc>
                  <a:txBody>
                    <a:bodyPr/>
                    <a:lstStyle/>
                    <a:p>
                      <a:pPr algn="ctr"/>
                      <a:r>
                        <a:rPr lang="en-US" altLang="ko-KR" sz="700" dirty="0"/>
                        <a:t>9</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87350180"/>
                  </a:ext>
                </a:extLst>
              </a:tr>
              <a:tr h="252000">
                <a:tc>
                  <a:txBody>
                    <a:bodyPr/>
                    <a:lstStyle/>
                    <a:p>
                      <a:pPr algn="ctr"/>
                      <a:r>
                        <a:rPr lang="en-US" altLang="ko-KR" sz="700" dirty="0"/>
                        <a:t>10</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893561366"/>
                  </a:ext>
                </a:extLst>
              </a:tr>
              <a:tr h="252000">
                <a:tc>
                  <a:txBody>
                    <a:bodyPr/>
                    <a:lstStyle/>
                    <a:p>
                      <a:pPr algn="ctr"/>
                      <a:r>
                        <a:rPr lang="en-US" altLang="ko-KR" sz="700" dirty="0"/>
                        <a:t>11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120464130"/>
                  </a:ext>
                </a:extLst>
              </a:tr>
              <a:tr h="257465">
                <a:tc gridSpan="2">
                  <a:txBody>
                    <a:bodyPr/>
                    <a:lstStyle/>
                    <a:p>
                      <a:pPr algn="ctr"/>
                      <a:endParaRPr lang="ko-KR" altLang="en-US" sz="700" b="1"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827257165"/>
                  </a:ext>
                </a:extLst>
              </a:tr>
              <a:tr h="257465">
                <a:tc gridSpan="2">
                  <a:txBody>
                    <a:bodyPr/>
                    <a:lstStyle/>
                    <a:p>
                      <a:endParaRPr lang="en-US" altLang="ko-KR"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32757063"/>
                  </a:ext>
                </a:extLst>
              </a:tr>
            </a:tbl>
          </a:graphicData>
        </a:graphic>
      </p:graphicFrame>
      <p:sp>
        <p:nvSpPr>
          <p:cNvPr id="2" name="텍스트 개체 틀 1">
            <a:extLst>
              <a:ext uri="{FF2B5EF4-FFF2-40B4-BE49-F238E27FC236}">
                <a16:creationId xmlns:a16="http://schemas.microsoft.com/office/drawing/2014/main" id="{6352FB64-C8C6-4D72-B120-BC94F211760C}"/>
              </a:ext>
            </a:extLst>
          </p:cNvPr>
          <p:cNvSpPr>
            <a:spLocks noGrp="1"/>
          </p:cNvSpPr>
          <p:nvPr>
            <p:ph type="body" sz="quarter" idx="10"/>
          </p:nvPr>
        </p:nvSpPr>
        <p:spPr/>
        <p:txBody>
          <a:bodyPr/>
          <a:lstStyle/>
          <a:p>
            <a:r>
              <a:rPr lang="en-US" altLang="ko-KR" dirty="0"/>
              <a:t>CUBE_</a:t>
            </a:r>
            <a:r>
              <a:rPr lang="ko-KR" altLang="en-US" dirty="0"/>
              <a:t>알림 </a:t>
            </a:r>
            <a:endParaRPr lang="en-US" altLang="ko-KR" dirty="0"/>
          </a:p>
        </p:txBody>
      </p:sp>
      <p:sp>
        <p:nvSpPr>
          <p:cNvPr id="7" name="텍스트 개체 틀 6">
            <a:extLst>
              <a:ext uri="{FF2B5EF4-FFF2-40B4-BE49-F238E27FC236}">
                <a16:creationId xmlns:a16="http://schemas.microsoft.com/office/drawing/2014/main" id="{144A212D-8A3F-4CB1-8C81-FD2FB266E275}"/>
              </a:ext>
            </a:extLst>
          </p:cNvPr>
          <p:cNvSpPr>
            <a:spLocks noGrp="1"/>
          </p:cNvSpPr>
          <p:nvPr>
            <p:ph type="body" sz="quarter" idx="11"/>
          </p:nvPr>
        </p:nvSpPr>
        <p:spPr>
          <a:xfrm>
            <a:off x="1079231" y="321787"/>
            <a:ext cx="4793719" cy="218267"/>
          </a:xfrm>
        </p:spPr>
        <p:txBody>
          <a:bodyPr/>
          <a:lstStyle/>
          <a:p>
            <a:r>
              <a:rPr lang="en-US" altLang="ko-KR" dirty="0" err="1"/>
              <a:t>DE_SL_CU_300</a:t>
            </a:r>
            <a:r>
              <a:rPr lang="en-US" altLang="ko-KR" dirty="0"/>
              <a:t> </a:t>
            </a:r>
            <a:endParaRPr lang="ko-KR" altLang="en-US" dirty="0"/>
          </a:p>
        </p:txBody>
      </p:sp>
      <p:sp>
        <p:nvSpPr>
          <p:cNvPr id="160" name="타원 159">
            <a:extLst>
              <a:ext uri="{FF2B5EF4-FFF2-40B4-BE49-F238E27FC236}">
                <a16:creationId xmlns:a16="http://schemas.microsoft.com/office/drawing/2014/main" id="{5D050895-681C-4C52-8EDE-B1D294A8F02F}"/>
              </a:ext>
            </a:extLst>
          </p:cNvPr>
          <p:cNvSpPr/>
          <p:nvPr/>
        </p:nvSpPr>
        <p:spPr>
          <a:xfrm>
            <a:off x="4602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err="1">
                <a:solidFill>
                  <a:prstClr val="white"/>
                </a:solidFill>
              </a:rPr>
              <a:t>CUVE</a:t>
            </a:r>
            <a:endParaRPr lang="ko-KR" altLang="en-US" sz="800" dirty="0" err="1">
              <a:solidFill>
                <a:prstClr val="white"/>
              </a:solidFill>
            </a:endParaRPr>
          </a:p>
        </p:txBody>
      </p:sp>
      <p:sp>
        <p:nvSpPr>
          <p:cNvPr id="213" name="모서리가 둥근 직사각형 20">
            <a:extLst>
              <a:ext uri="{FF2B5EF4-FFF2-40B4-BE49-F238E27FC236}">
                <a16:creationId xmlns:a16="http://schemas.microsoft.com/office/drawing/2014/main" id="{D41BE9A4-CA7C-4F5B-A6A6-174FE84EB86B}"/>
              </a:ext>
            </a:extLst>
          </p:cNvPr>
          <p:cNvSpPr/>
          <p:nvPr/>
        </p:nvSpPr>
        <p:spPr bwMode="auto">
          <a:xfrm>
            <a:off x="2931994" y="1428016"/>
            <a:ext cx="1000015" cy="202959"/>
          </a:xfrm>
          <a:prstGeom prst="roundRect">
            <a:avLst>
              <a:gd name="adj" fmla="val 22385"/>
            </a:avLst>
          </a:prstGeom>
          <a:solidFill>
            <a:schemeClr val="bg1"/>
          </a:solidFill>
          <a:ln w="6350" cap="flat" cmpd="sng" algn="ctr">
            <a:solidFill>
              <a:schemeClr val="bg1">
                <a:lumMod val="50000"/>
              </a:schemeClr>
            </a:solid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defTabSz="1069975" fontAlgn="base" latinLnBrk="1">
              <a:spcBef>
                <a:spcPct val="0"/>
              </a:spcBef>
              <a:spcAft>
                <a:spcPct val="0"/>
              </a:spcAft>
            </a:pPr>
            <a:r>
              <a:rPr kumimoji="1" lang="ko-KR" altLang="en-US" sz="700" dirty="0" err="1">
                <a:solidFill>
                  <a:prstClr val="black"/>
                </a:solidFill>
                <a:latin typeface="맑은 고딕"/>
                <a:ea typeface="맑은 고딕"/>
              </a:rPr>
              <a:t>큐비</a:t>
            </a:r>
            <a:r>
              <a:rPr kumimoji="1" lang="en-US" altLang="ko-KR" sz="700" dirty="0">
                <a:solidFill>
                  <a:prstClr val="black"/>
                </a:solidFill>
                <a:latin typeface="맑은 고딕"/>
                <a:ea typeface="맑은 고딕"/>
              </a:rPr>
              <a:t> </a:t>
            </a:r>
            <a:endParaRPr kumimoji="1" lang="ko-KR" altLang="en-US" sz="700" dirty="0">
              <a:solidFill>
                <a:prstClr val="black"/>
              </a:solidFill>
              <a:latin typeface="맑은 고딕"/>
              <a:ea typeface="맑은 고딕"/>
            </a:endParaRPr>
          </a:p>
        </p:txBody>
      </p:sp>
      <p:sp>
        <p:nvSpPr>
          <p:cNvPr id="214" name="모서리가 둥근 직사각형 20">
            <a:extLst>
              <a:ext uri="{FF2B5EF4-FFF2-40B4-BE49-F238E27FC236}">
                <a16:creationId xmlns:a16="http://schemas.microsoft.com/office/drawing/2014/main" id="{C80248B5-4331-4F19-85A4-6F4B22EE2F83}"/>
              </a:ext>
            </a:extLst>
          </p:cNvPr>
          <p:cNvSpPr/>
          <p:nvPr/>
        </p:nvSpPr>
        <p:spPr bwMode="auto">
          <a:xfrm>
            <a:off x="3997387" y="1428016"/>
            <a:ext cx="1000015" cy="202959"/>
          </a:xfrm>
          <a:prstGeom prst="roundRect">
            <a:avLst>
              <a:gd name="adj" fmla="val 22385"/>
            </a:avLst>
          </a:prstGeom>
          <a:solidFill>
            <a:schemeClr val="bg1"/>
          </a:solidFill>
          <a:ln w="6350" cap="flat" cmpd="sng" algn="ctr">
            <a:solidFill>
              <a:schemeClr val="bg1">
                <a:lumMod val="50000"/>
              </a:schemeClr>
            </a:solid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marL="0" marR="0" lvl="0" indent="0" algn="ctr" defTabSz="1069975" rtl="0" eaLnBrk="1" fontAlgn="base" latinLnBrk="1" hangingPunct="1">
              <a:lnSpc>
                <a:spcPct val="100000"/>
              </a:lnSpc>
              <a:spcBef>
                <a:spcPct val="0"/>
              </a:spcBef>
              <a:spcAft>
                <a:spcPct val="0"/>
              </a:spcAft>
              <a:buClrTx/>
              <a:buSzTx/>
              <a:buFontTx/>
              <a:buNone/>
              <a:tabLst/>
              <a:defRPr/>
            </a:pPr>
            <a:r>
              <a:rPr kumimoji="1" lang="ko-KR" altLang="en-US" sz="700" b="0" i="0" u="none" strike="noStrike" kern="1200" cap="none" spc="0" normalizeH="0" baseline="0" noProof="0">
                <a:ln>
                  <a:noFill/>
                </a:ln>
                <a:solidFill>
                  <a:prstClr val="black"/>
                </a:solidFill>
                <a:effectLst/>
                <a:uLnTx/>
                <a:uFillTx/>
                <a:latin typeface="맑은 고딕"/>
                <a:ea typeface="맑은 고딕"/>
                <a:cs typeface="+mn-cs"/>
              </a:rPr>
              <a:t>푸시</a:t>
            </a:r>
          </a:p>
        </p:txBody>
      </p:sp>
      <p:sp>
        <p:nvSpPr>
          <p:cNvPr id="215" name="모서리가 둥근 직사각형 20">
            <a:extLst>
              <a:ext uri="{FF2B5EF4-FFF2-40B4-BE49-F238E27FC236}">
                <a16:creationId xmlns:a16="http://schemas.microsoft.com/office/drawing/2014/main" id="{EEBD1B32-15D8-4191-9471-9F43D92BE88F}"/>
              </a:ext>
            </a:extLst>
          </p:cNvPr>
          <p:cNvSpPr/>
          <p:nvPr/>
        </p:nvSpPr>
        <p:spPr bwMode="auto">
          <a:xfrm>
            <a:off x="2931994" y="1708447"/>
            <a:ext cx="1000015" cy="202959"/>
          </a:xfrm>
          <a:prstGeom prst="roundRect">
            <a:avLst>
              <a:gd name="adj" fmla="val 16519"/>
            </a:avLst>
          </a:prstGeom>
          <a:solidFill>
            <a:schemeClr val="bg1"/>
          </a:solidFill>
          <a:ln w="6350" cap="flat" cmpd="sng" algn="ctr">
            <a:solidFill>
              <a:schemeClr val="bg1">
                <a:lumMod val="50000"/>
              </a:schemeClr>
            </a:solid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marL="0" marR="0" lvl="0" indent="0" algn="ctr" defTabSz="1069975" rtl="0" eaLnBrk="1" fontAlgn="base" latinLnBrk="1" hangingPunct="1">
              <a:lnSpc>
                <a:spcPct val="100000"/>
              </a:lnSpc>
              <a:spcBef>
                <a:spcPct val="0"/>
              </a:spcBef>
              <a:spcAft>
                <a:spcPct val="0"/>
              </a:spcAft>
              <a:buClrTx/>
              <a:buSzTx/>
              <a:buFontTx/>
              <a:buNone/>
              <a:tabLst/>
              <a:defRPr/>
            </a:pPr>
            <a:r>
              <a:rPr kumimoji="1" lang="ko-KR" altLang="en-US" sz="700" b="0" i="0" u="none" strike="noStrike" kern="1200" cap="none" spc="0" normalizeH="0" baseline="0" noProof="0">
                <a:ln>
                  <a:noFill/>
                </a:ln>
                <a:solidFill>
                  <a:prstClr val="black"/>
                </a:solidFill>
                <a:effectLst/>
                <a:uLnTx/>
                <a:uFillTx/>
                <a:latin typeface="맑은 고딕"/>
                <a:ea typeface="맑은 고딕"/>
                <a:cs typeface="+mn-cs"/>
              </a:rPr>
              <a:t>문자</a:t>
            </a:r>
            <a:r>
              <a:rPr kumimoji="1" lang="en-US" altLang="ko-KR" sz="700" b="0" i="0" u="none" strike="noStrike" kern="1200" cap="none" spc="0" normalizeH="0" baseline="0" noProof="0">
                <a:ln>
                  <a:noFill/>
                </a:ln>
                <a:solidFill>
                  <a:prstClr val="black"/>
                </a:solidFill>
                <a:effectLst/>
                <a:uLnTx/>
                <a:uFillTx/>
                <a:latin typeface="맑은 고딕"/>
                <a:ea typeface="맑은 고딕"/>
                <a:cs typeface="+mn-cs"/>
              </a:rPr>
              <a:t>/</a:t>
            </a:r>
            <a:r>
              <a:rPr kumimoji="1" lang="ko-KR" altLang="en-US" sz="700" b="0" i="0" u="none" strike="noStrike" kern="1200" cap="none" spc="0" normalizeH="0" baseline="0" noProof="0" err="1">
                <a:ln>
                  <a:noFill/>
                </a:ln>
                <a:solidFill>
                  <a:prstClr val="black"/>
                </a:solidFill>
                <a:effectLst/>
                <a:uLnTx/>
                <a:uFillTx/>
                <a:latin typeface="맑은 고딕"/>
                <a:ea typeface="맑은 고딕"/>
                <a:cs typeface="+mn-cs"/>
              </a:rPr>
              <a:t>알림톡</a:t>
            </a:r>
            <a:endParaRPr kumimoji="1" lang="ko-KR" altLang="en-US" sz="700" b="0" i="0" u="none" strike="noStrike" kern="1200" cap="none" spc="0" normalizeH="0" baseline="0" noProof="0">
              <a:ln>
                <a:noFill/>
              </a:ln>
              <a:solidFill>
                <a:prstClr val="black"/>
              </a:solidFill>
              <a:effectLst/>
              <a:uLnTx/>
              <a:uFillTx/>
              <a:latin typeface="맑은 고딕"/>
              <a:ea typeface="맑은 고딕"/>
              <a:cs typeface="+mn-cs"/>
            </a:endParaRPr>
          </a:p>
        </p:txBody>
      </p:sp>
      <p:grpSp>
        <p:nvGrpSpPr>
          <p:cNvPr id="260" name="그룹 259">
            <a:extLst>
              <a:ext uri="{FF2B5EF4-FFF2-40B4-BE49-F238E27FC236}">
                <a16:creationId xmlns:a16="http://schemas.microsoft.com/office/drawing/2014/main" id="{86F87B6B-2014-4CDF-AF7B-DC3087373189}"/>
              </a:ext>
            </a:extLst>
          </p:cNvPr>
          <p:cNvGrpSpPr/>
          <p:nvPr/>
        </p:nvGrpSpPr>
        <p:grpSpPr>
          <a:xfrm>
            <a:off x="3012349" y="1466910"/>
            <a:ext cx="143749" cy="146068"/>
            <a:chOff x="4016896" y="6422627"/>
            <a:chExt cx="191330" cy="194416"/>
          </a:xfrm>
        </p:grpSpPr>
        <p:sp>
          <p:nvSpPr>
            <p:cNvPr id="261" name="사각형: 둥근 모서리 260">
              <a:extLst>
                <a:ext uri="{FF2B5EF4-FFF2-40B4-BE49-F238E27FC236}">
                  <a16:creationId xmlns:a16="http://schemas.microsoft.com/office/drawing/2014/main" id="{3987033F-4820-4FCA-85DD-E96FF5E9C712}"/>
                </a:ext>
              </a:extLst>
            </p:cNvPr>
            <p:cNvSpPr/>
            <p:nvPr/>
          </p:nvSpPr>
          <p:spPr>
            <a:xfrm>
              <a:off x="4016896" y="6422627"/>
              <a:ext cx="191330" cy="194416"/>
            </a:xfrm>
            <a:prstGeom prst="roundRect">
              <a:avLst/>
            </a:prstGeom>
            <a:solidFill>
              <a:sysClr val="window" lastClr="FFFFFF"/>
            </a:solidFill>
            <a:ln w="12700" cap="flat" cmpd="sng" algn="ctr">
              <a:solidFill>
                <a:srgbClr val="9BBB59">
                  <a:lumMod val="60000"/>
                  <a:lumOff val="40000"/>
                </a:srgbClr>
              </a:solidFill>
              <a:prstDash val="solid"/>
              <a:headEnd/>
              <a:tailEnd/>
            </a:ln>
            <a:effectLst/>
          </p:spPr>
          <p:txBody>
            <a:bodyPr wrap="none" lIns="70513" tIns="18000" rIns="70513" bIns="18000" anchor="ctr">
              <a:noAutofit/>
            </a:bodyPr>
            <a:lstStyle/>
            <a:p>
              <a:pPr marL="0" marR="0" lvl="0" indent="0" defTabSz="715742" eaLnBrk="1" fontAlgn="auto" latinLnBrk="0" hangingPunct="1">
                <a:lnSpc>
                  <a:spcPct val="100000"/>
                </a:lnSpc>
                <a:spcBef>
                  <a:spcPts val="0"/>
                </a:spcBef>
                <a:spcAft>
                  <a:spcPts val="0"/>
                </a:spcAft>
                <a:buClrTx/>
                <a:buSzTx/>
                <a:buFontTx/>
                <a:buNone/>
                <a:tabLst/>
                <a:defRPr/>
              </a:pPr>
              <a:endParaRPr kumimoji="0" lang="ko-KR" altLang="en-US" sz="700" b="0" i="0" u="none" strike="noStrike" kern="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pic>
          <p:nvPicPr>
            <p:cNvPr id="262" name="Picture 4" descr="ì²´í¬ ìì´ì½ì ëí ì´ë¯¸ì§ ê²ìê²°ê³¼">
              <a:extLst>
                <a:ext uri="{FF2B5EF4-FFF2-40B4-BE49-F238E27FC236}">
                  <a16:creationId xmlns:a16="http://schemas.microsoft.com/office/drawing/2014/main" id="{FA6F96FC-8735-4F97-8B42-C5045AB255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45334" y="6456817"/>
              <a:ext cx="142162" cy="1421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3" name="그룹 262">
            <a:extLst>
              <a:ext uri="{FF2B5EF4-FFF2-40B4-BE49-F238E27FC236}">
                <a16:creationId xmlns:a16="http://schemas.microsoft.com/office/drawing/2014/main" id="{E53E79D9-9C0C-489F-8D08-1F93A2222C0D}"/>
              </a:ext>
            </a:extLst>
          </p:cNvPr>
          <p:cNvGrpSpPr/>
          <p:nvPr/>
        </p:nvGrpSpPr>
        <p:grpSpPr>
          <a:xfrm>
            <a:off x="3011799" y="1737570"/>
            <a:ext cx="143749" cy="146068"/>
            <a:chOff x="4016896" y="6422627"/>
            <a:chExt cx="191330" cy="194416"/>
          </a:xfrm>
        </p:grpSpPr>
        <p:sp>
          <p:nvSpPr>
            <p:cNvPr id="264" name="사각형: 둥근 모서리 263">
              <a:extLst>
                <a:ext uri="{FF2B5EF4-FFF2-40B4-BE49-F238E27FC236}">
                  <a16:creationId xmlns:a16="http://schemas.microsoft.com/office/drawing/2014/main" id="{420EA5AD-D16C-4CBF-8058-A9A9849A7644}"/>
                </a:ext>
              </a:extLst>
            </p:cNvPr>
            <p:cNvSpPr/>
            <p:nvPr/>
          </p:nvSpPr>
          <p:spPr>
            <a:xfrm>
              <a:off x="4016896" y="6422627"/>
              <a:ext cx="191330" cy="194416"/>
            </a:xfrm>
            <a:prstGeom prst="roundRect">
              <a:avLst/>
            </a:prstGeom>
            <a:solidFill>
              <a:sysClr val="window" lastClr="FFFFFF"/>
            </a:solidFill>
            <a:ln w="12700" cap="flat" cmpd="sng" algn="ctr">
              <a:solidFill>
                <a:srgbClr val="9BBB59">
                  <a:lumMod val="60000"/>
                  <a:lumOff val="40000"/>
                </a:srgbClr>
              </a:solidFill>
              <a:prstDash val="solid"/>
              <a:headEnd/>
              <a:tailEnd/>
            </a:ln>
            <a:effectLst/>
          </p:spPr>
          <p:txBody>
            <a:bodyPr wrap="none" lIns="70513" tIns="18000" rIns="70513" bIns="18000" anchor="ctr">
              <a:noAutofit/>
            </a:bodyPr>
            <a:lstStyle/>
            <a:p>
              <a:pPr marL="0" marR="0" lvl="0" indent="0" defTabSz="715742" eaLnBrk="1" fontAlgn="auto" latinLnBrk="0" hangingPunct="1">
                <a:lnSpc>
                  <a:spcPct val="100000"/>
                </a:lnSpc>
                <a:spcBef>
                  <a:spcPts val="0"/>
                </a:spcBef>
                <a:spcAft>
                  <a:spcPts val="0"/>
                </a:spcAft>
                <a:buClrTx/>
                <a:buSzTx/>
                <a:buFontTx/>
                <a:buNone/>
                <a:tabLst/>
                <a:defRPr/>
              </a:pPr>
              <a:endParaRPr kumimoji="0" lang="ko-KR" altLang="en-US" sz="700" b="0" i="0" u="none" strike="noStrike" kern="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pic>
          <p:nvPicPr>
            <p:cNvPr id="265" name="Picture 4" descr="ì²´í¬ ìì´ì½ì ëí ì´ë¯¸ì§ ê²ìê²°ê³¼">
              <a:extLst>
                <a:ext uri="{FF2B5EF4-FFF2-40B4-BE49-F238E27FC236}">
                  <a16:creationId xmlns:a16="http://schemas.microsoft.com/office/drawing/2014/main" id="{0EFE05C8-55F1-4E9B-8C3A-04BDCB655FC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45334" y="6456817"/>
              <a:ext cx="142162" cy="1421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6" name="그룹 265">
            <a:extLst>
              <a:ext uri="{FF2B5EF4-FFF2-40B4-BE49-F238E27FC236}">
                <a16:creationId xmlns:a16="http://schemas.microsoft.com/office/drawing/2014/main" id="{2354382D-2EBD-48BF-A739-897191B42BC7}"/>
              </a:ext>
            </a:extLst>
          </p:cNvPr>
          <p:cNvGrpSpPr/>
          <p:nvPr/>
        </p:nvGrpSpPr>
        <p:grpSpPr>
          <a:xfrm>
            <a:off x="4086769" y="1466910"/>
            <a:ext cx="143749" cy="146068"/>
            <a:chOff x="4016896" y="6422627"/>
            <a:chExt cx="191330" cy="194416"/>
          </a:xfrm>
        </p:grpSpPr>
        <p:sp>
          <p:nvSpPr>
            <p:cNvPr id="267" name="사각형: 둥근 모서리 266">
              <a:extLst>
                <a:ext uri="{FF2B5EF4-FFF2-40B4-BE49-F238E27FC236}">
                  <a16:creationId xmlns:a16="http://schemas.microsoft.com/office/drawing/2014/main" id="{3E0D39CE-DD4F-4F88-AE91-BE6462E457F3}"/>
                </a:ext>
              </a:extLst>
            </p:cNvPr>
            <p:cNvSpPr/>
            <p:nvPr/>
          </p:nvSpPr>
          <p:spPr>
            <a:xfrm>
              <a:off x="4016896" y="6422627"/>
              <a:ext cx="191330" cy="194416"/>
            </a:xfrm>
            <a:prstGeom prst="roundRect">
              <a:avLst/>
            </a:prstGeom>
            <a:solidFill>
              <a:sysClr val="window" lastClr="FFFFFF"/>
            </a:solidFill>
            <a:ln w="12700" cap="flat" cmpd="sng" algn="ctr">
              <a:solidFill>
                <a:srgbClr val="9BBB59">
                  <a:lumMod val="60000"/>
                  <a:lumOff val="40000"/>
                </a:srgbClr>
              </a:solidFill>
              <a:prstDash val="solid"/>
              <a:headEnd/>
              <a:tailEnd/>
            </a:ln>
            <a:effectLst/>
          </p:spPr>
          <p:txBody>
            <a:bodyPr wrap="none" lIns="70513" tIns="18000" rIns="70513" bIns="18000" anchor="ctr">
              <a:noAutofit/>
            </a:bodyPr>
            <a:lstStyle/>
            <a:p>
              <a:pPr marL="0" marR="0" lvl="0" indent="0" defTabSz="715742" eaLnBrk="1" fontAlgn="auto" latinLnBrk="0" hangingPunct="1">
                <a:lnSpc>
                  <a:spcPct val="100000"/>
                </a:lnSpc>
                <a:spcBef>
                  <a:spcPts val="0"/>
                </a:spcBef>
                <a:spcAft>
                  <a:spcPts val="0"/>
                </a:spcAft>
                <a:buClrTx/>
                <a:buSzTx/>
                <a:buFontTx/>
                <a:buNone/>
                <a:tabLst/>
                <a:defRPr/>
              </a:pPr>
              <a:endParaRPr kumimoji="0" lang="ko-KR" altLang="en-US" sz="700" b="0" i="0" u="none" strike="noStrike" kern="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pic>
          <p:nvPicPr>
            <p:cNvPr id="268" name="Picture 4" descr="ì²´í¬ ìì´ì½ì ëí ì´ë¯¸ì§ ê²ìê²°ê³¼">
              <a:extLst>
                <a:ext uri="{FF2B5EF4-FFF2-40B4-BE49-F238E27FC236}">
                  <a16:creationId xmlns:a16="http://schemas.microsoft.com/office/drawing/2014/main" id="{CE50B96C-CFDB-4A53-96CC-0DA1D44BB87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45334" y="6456817"/>
              <a:ext cx="142162" cy="142162"/>
            </a:xfrm>
            <a:prstGeom prst="rect">
              <a:avLst/>
            </a:prstGeom>
            <a:noFill/>
            <a:extLst>
              <a:ext uri="{909E8E84-426E-40DD-AFC4-6F175D3DCCD1}">
                <a14:hiddenFill xmlns:a14="http://schemas.microsoft.com/office/drawing/2010/main">
                  <a:solidFill>
                    <a:srgbClr val="FFFFFF"/>
                  </a:solidFill>
                </a14:hiddenFill>
              </a:ext>
            </a:extLst>
          </p:spPr>
        </p:pic>
      </p:grpSp>
      <p:sp>
        <p:nvSpPr>
          <p:cNvPr id="272" name="TextBox 271">
            <a:extLst>
              <a:ext uri="{FF2B5EF4-FFF2-40B4-BE49-F238E27FC236}">
                <a16:creationId xmlns:a16="http://schemas.microsoft.com/office/drawing/2014/main" id="{2128927F-E916-4BEF-A0B0-D8D93149D18D}"/>
              </a:ext>
            </a:extLst>
          </p:cNvPr>
          <p:cNvSpPr txBox="1"/>
          <p:nvPr/>
        </p:nvSpPr>
        <p:spPr>
          <a:xfrm>
            <a:off x="2825373" y="1067851"/>
            <a:ext cx="2289600" cy="253211"/>
          </a:xfrm>
          <a:prstGeom prst="rect">
            <a:avLst/>
          </a:prstGeom>
          <a:noFill/>
        </p:spPr>
        <p:txBody>
          <a:bodyPr wrap="square" rtlCol="0">
            <a:spAutoFit/>
          </a:bodyPr>
          <a:lstStyle/>
          <a:p>
            <a:pPr marL="0" marR="0" lvl="0" indent="0" algn="ctr" defTabSz="914400" rtl="0" eaLnBrk="1" fontAlgn="base" latinLnBrk="1" hangingPunct="1">
              <a:lnSpc>
                <a:spcPct val="150000"/>
              </a:lnSpc>
              <a:spcBef>
                <a:spcPct val="0"/>
              </a:spcBef>
              <a:spcAft>
                <a:spcPct val="0"/>
              </a:spcAft>
              <a:buClrTx/>
              <a:buSzTx/>
              <a:buFontTx/>
              <a:buNone/>
              <a:tabLst/>
              <a:defRPr/>
            </a:pPr>
            <a:r>
              <a:rPr kumimoji="1" lang="ko-KR" altLang="en-US" sz="800" b="1" i="0" u="none" strike="noStrike" kern="1200" cap="none" spc="0" normalizeH="0" baseline="0" noProof="0">
                <a:ln>
                  <a:noFill/>
                </a:ln>
                <a:solidFill>
                  <a:prstClr val="black"/>
                </a:solidFill>
                <a:effectLst/>
                <a:uLnTx/>
                <a:uFillTx/>
                <a:latin typeface="맑은 고딕"/>
                <a:ea typeface="맑은 고딕"/>
                <a:cs typeface="+mn-cs"/>
              </a:rPr>
              <a:t>알림</a:t>
            </a:r>
          </a:p>
        </p:txBody>
      </p:sp>
      <p:sp>
        <p:nvSpPr>
          <p:cNvPr id="327" name="타원 118">
            <a:extLst>
              <a:ext uri="{FF2B5EF4-FFF2-40B4-BE49-F238E27FC236}">
                <a16:creationId xmlns:a16="http://schemas.microsoft.com/office/drawing/2014/main" id="{14BFC563-467D-45D6-97A9-1E40FC072555}"/>
              </a:ext>
            </a:extLst>
          </p:cNvPr>
          <p:cNvSpPr/>
          <p:nvPr/>
        </p:nvSpPr>
        <p:spPr>
          <a:xfrm>
            <a:off x="3446562" y="5540157"/>
            <a:ext cx="179435" cy="179205"/>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a:ln>
                  <a:noFill/>
                </a:ln>
                <a:solidFill>
                  <a:prstClr val="white"/>
                </a:solidFill>
                <a:effectLst/>
                <a:uLnTx/>
                <a:uFillTx/>
                <a:latin typeface="Segoe UI" panose="020B0502040204020203" pitchFamily="34" charset="0"/>
                <a:ea typeface="맑은 고딕"/>
                <a:cs typeface="Segoe UI" panose="020B0502040204020203" pitchFamily="34" charset="0"/>
              </a:rPr>
              <a:t>6</a:t>
            </a:r>
            <a:endParaRPr kumimoji="1" lang="ko-KR" altLang="en-US" sz="700" b="0" i="0" u="none" strike="noStrike" kern="1200" cap="none" spc="0" normalizeH="0" baseline="0" noProof="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328" name="자유형 73">
            <a:extLst>
              <a:ext uri="{FF2B5EF4-FFF2-40B4-BE49-F238E27FC236}">
                <a16:creationId xmlns:a16="http://schemas.microsoft.com/office/drawing/2014/main" id="{87770D4D-B91A-47C7-BE44-2964C733B8FC}"/>
              </a:ext>
            </a:extLst>
          </p:cNvPr>
          <p:cNvSpPr/>
          <p:nvPr/>
        </p:nvSpPr>
        <p:spPr>
          <a:xfrm>
            <a:off x="2820157" y="4977573"/>
            <a:ext cx="1094028" cy="1090118"/>
          </a:xfrm>
          <a:custGeom>
            <a:avLst/>
            <a:gdLst>
              <a:gd name="connsiteX0" fmla="*/ 123151 w 997872"/>
              <a:gd name="connsiteY0" fmla="*/ 0 h 994306"/>
              <a:gd name="connsiteX1" fmla="*/ 997872 w 997872"/>
              <a:gd name="connsiteY1" fmla="*/ 874721 h 994306"/>
              <a:gd name="connsiteX2" fmla="*/ 993356 w 997872"/>
              <a:gd name="connsiteY2" fmla="*/ 964156 h 994306"/>
              <a:gd name="connsiteX3" fmla="*/ 988755 w 997872"/>
              <a:gd name="connsiteY3" fmla="*/ 994306 h 994306"/>
              <a:gd name="connsiteX4" fmla="*/ 507101 w 997872"/>
              <a:gd name="connsiteY4" fmla="*/ 994306 h 994306"/>
              <a:gd name="connsiteX5" fmla="*/ 507088 w 997872"/>
              <a:gd name="connsiteY5" fmla="*/ 994306 h 994306"/>
              <a:gd name="connsiteX6" fmla="*/ 507075 w 997872"/>
              <a:gd name="connsiteY6" fmla="*/ 994306 h 994306"/>
              <a:gd name="connsiteX7" fmla="*/ 0 w 997872"/>
              <a:gd name="connsiteY7" fmla="*/ 994306 h 994306"/>
              <a:gd name="connsiteX8" fmla="*/ 0 w 997872"/>
              <a:gd name="connsiteY8" fmla="*/ 994305 h 994306"/>
              <a:gd name="connsiteX9" fmla="*/ 0 w 997872"/>
              <a:gd name="connsiteY9" fmla="*/ 509497 h 994306"/>
              <a:gd name="connsiteX10" fmla="*/ 0 w 997872"/>
              <a:gd name="connsiteY10" fmla="*/ 487221 h 994306"/>
              <a:gd name="connsiteX11" fmla="*/ 0 w 997872"/>
              <a:gd name="connsiteY11" fmla="*/ 9662 h 994306"/>
              <a:gd name="connsiteX12" fmla="*/ 33716 w 997872"/>
              <a:gd name="connsiteY12" fmla="*/ 4516 h 994306"/>
              <a:gd name="connsiteX13" fmla="*/ 123151 w 997872"/>
              <a:gd name="connsiteY13" fmla="*/ 0 h 994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7872" h="994306">
                <a:moveTo>
                  <a:pt x="123151" y="0"/>
                </a:moveTo>
                <a:cubicBezTo>
                  <a:pt x="606246" y="0"/>
                  <a:pt x="997872" y="391626"/>
                  <a:pt x="997872" y="874721"/>
                </a:cubicBezTo>
                <a:cubicBezTo>
                  <a:pt x="997872" y="904915"/>
                  <a:pt x="996342" y="934751"/>
                  <a:pt x="993356" y="964156"/>
                </a:cubicBezTo>
                <a:lnTo>
                  <a:pt x="988755" y="994306"/>
                </a:lnTo>
                <a:lnTo>
                  <a:pt x="507101" y="994306"/>
                </a:lnTo>
                <a:lnTo>
                  <a:pt x="507088" y="994306"/>
                </a:lnTo>
                <a:lnTo>
                  <a:pt x="507075" y="994306"/>
                </a:lnTo>
                <a:lnTo>
                  <a:pt x="0" y="994306"/>
                </a:lnTo>
                <a:lnTo>
                  <a:pt x="0" y="994305"/>
                </a:lnTo>
                <a:lnTo>
                  <a:pt x="0" y="509497"/>
                </a:lnTo>
                <a:lnTo>
                  <a:pt x="0" y="487221"/>
                </a:lnTo>
                <a:lnTo>
                  <a:pt x="0" y="9662"/>
                </a:lnTo>
                <a:lnTo>
                  <a:pt x="33716" y="4516"/>
                </a:lnTo>
                <a:cubicBezTo>
                  <a:pt x="63122" y="1530"/>
                  <a:pt x="92958" y="0"/>
                  <a:pt x="123151" y="0"/>
                </a:cubicBezTo>
                <a:close/>
              </a:path>
            </a:pathLst>
          </a:custGeom>
          <a:solidFill>
            <a:schemeClr val="bg1">
              <a:lumMod val="95000"/>
              <a:alpha val="87000"/>
            </a:schemeClr>
          </a:solidFill>
          <a:ln w="3175">
            <a:solidFill>
              <a:schemeClr val="bg1">
                <a:lumMod val="75000"/>
              </a:schemeClr>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err="1">
              <a:solidFill>
                <a:schemeClr val="tx1"/>
              </a:solidFill>
            </a:endParaRPr>
          </a:p>
        </p:txBody>
      </p:sp>
      <p:sp>
        <p:nvSpPr>
          <p:cNvPr id="329" name="타원 328">
            <a:extLst>
              <a:ext uri="{FF2B5EF4-FFF2-40B4-BE49-F238E27FC236}">
                <a16:creationId xmlns:a16="http://schemas.microsoft.com/office/drawing/2014/main" id="{9A39F636-8E67-4F54-A0E9-072F1975D149}"/>
              </a:ext>
            </a:extLst>
          </p:cNvPr>
          <p:cNvSpPr/>
          <p:nvPr/>
        </p:nvSpPr>
        <p:spPr>
          <a:xfrm>
            <a:off x="29748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a:solidFill>
                  <a:prstClr val="white"/>
                </a:solidFill>
              </a:rPr>
              <a:t>X</a:t>
            </a:r>
            <a:endParaRPr lang="ko-KR" altLang="en-US" sz="800" dirty="0" err="1">
              <a:solidFill>
                <a:prstClr val="white"/>
              </a:solidFill>
            </a:endParaRPr>
          </a:p>
        </p:txBody>
      </p:sp>
      <p:sp>
        <p:nvSpPr>
          <p:cNvPr id="330" name="타원 329">
            <a:extLst>
              <a:ext uri="{FF2B5EF4-FFF2-40B4-BE49-F238E27FC236}">
                <a16:creationId xmlns:a16="http://schemas.microsoft.com/office/drawing/2014/main" id="{E1D8C9CE-CF5E-4556-9519-8FD809A17B64}"/>
              </a:ext>
            </a:extLst>
          </p:cNvPr>
          <p:cNvSpPr/>
          <p:nvPr/>
        </p:nvSpPr>
        <p:spPr>
          <a:xfrm>
            <a:off x="2866903" y="5073403"/>
            <a:ext cx="248663" cy="248663"/>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dirty="0">
                <a:solidFill>
                  <a:prstClr val="white"/>
                </a:solidFill>
              </a:rPr>
              <a:t>알림</a:t>
            </a:r>
          </a:p>
        </p:txBody>
      </p:sp>
      <p:sp>
        <p:nvSpPr>
          <p:cNvPr id="331" name="타원 330">
            <a:extLst>
              <a:ext uri="{FF2B5EF4-FFF2-40B4-BE49-F238E27FC236}">
                <a16:creationId xmlns:a16="http://schemas.microsoft.com/office/drawing/2014/main" id="{322324F9-4608-426A-AC01-E2C813C7894C}"/>
              </a:ext>
            </a:extLst>
          </p:cNvPr>
          <p:cNvSpPr/>
          <p:nvPr/>
        </p:nvSpPr>
        <p:spPr>
          <a:xfrm>
            <a:off x="3241635" y="5166619"/>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a:solidFill>
                  <a:prstClr val="white"/>
                </a:solidFill>
              </a:rPr>
              <a:t>상품추천</a:t>
            </a:r>
            <a:endParaRPr lang="ko-KR" altLang="en-US" sz="600" dirty="0" err="1">
              <a:solidFill>
                <a:prstClr val="white"/>
              </a:solidFill>
            </a:endParaRPr>
          </a:p>
        </p:txBody>
      </p:sp>
      <p:sp>
        <p:nvSpPr>
          <p:cNvPr id="332" name="타원 331">
            <a:extLst>
              <a:ext uri="{FF2B5EF4-FFF2-40B4-BE49-F238E27FC236}">
                <a16:creationId xmlns:a16="http://schemas.microsoft.com/office/drawing/2014/main" id="{44C1B3E3-29AB-47DA-9C79-FC8610B40D30}"/>
              </a:ext>
            </a:extLst>
          </p:cNvPr>
          <p:cNvSpPr/>
          <p:nvPr/>
        </p:nvSpPr>
        <p:spPr>
          <a:xfrm>
            <a:off x="3485033" y="544830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a:solidFill>
                  <a:prstClr val="white"/>
                </a:solidFill>
              </a:rPr>
              <a:t>트렌드</a:t>
            </a:r>
            <a:endParaRPr lang="ko-KR" altLang="en-US" sz="600" dirty="0" err="1">
              <a:solidFill>
                <a:prstClr val="white"/>
              </a:solidFill>
            </a:endParaRPr>
          </a:p>
        </p:txBody>
      </p:sp>
      <p:sp>
        <p:nvSpPr>
          <p:cNvPr id="333" name="타원 332">
            <a:extLst>
              <a:ext uri="{FF2B5EF4-FFF2-40B4-BE49-F238E27FC236}">
                <a16:creationId xmlns:a16="http://schemas.microsoft.com/office/drawing/2014/main" id="{E8459A62-E3FA-49C2-871A-FC8F440A782A}"/>
              </a:ext>
            </a:extLst>
          </p:cNvPr>
          <p:cNvSpPr/>
          <p:nvPr/>
        </p:nvSpPr>
        <p:spPr>
          <a:xfrm>
            <a:off x="3538910" y="580834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a:solidFill>
                  <a:prstClr val="white"/>
                </a:solidFill>
              </a:rPr>
              <a:t>전화</a:t>
            </a:r>
            <a:endParaRPr lang="ko-KR" altLang="en-US" sz="600" dirty="0" err="1">
              <a:solidFill>
                <a:prstClr val="white"/>
              </a:solidFill>
            </a:endParaRPr>
          </a:p>
        </p:txBody>
      </p:sp>
      <p:cxnSp>
        <p:nvCxnSpPr>
          <p:cNvPr id="334" name="직선 연결선 333">
            <a:extLst>
              <a:ext uri="{FF2B5EF4-FFF2-40B4-BE49-F238E27FC236}">
                <a16:creationId xmlns:a16="http://schemas.microsoft.com/office/drawing/2014/main" id="{A5EAB7D5-ACA4-4791-9624-E31037A5DBE1}"/>
              </a:ext>
            </a:extLst>
          </p:cNvPr>
          <p:cNvCxnSpPr>
            <a:cxnSpLocks/>
          </p:cNvCxnSpPr>
          <p:nvPr/>
        </p:nvCxnSpPr>
        <p:spPr>
          <a:xfrm flipV="1">
            <a:off x="5437231" y="1067852"/>
            <a:ext cx="0" cy="754932"/>
          </a:xfrm>
          <a:prstGeom prst="line">
            <a:avLst/>
          </a:prstGeom>
          <a:ln>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35" name="사각형: 둥근 모서리 334">
            <a:extLst>
              <a:ext uri="{FF2B5EF4-FFF2-40B4-BE49-F238E27FC236}">
                <a16:creationId xmlns:a16="http://schemas.microsoft.com/office/drawing/2014/main" id="{5C7D8516-9376-4EB7-94CA-CDDC51711683}"/>
              </a:ext>
            </a:extLst>
          </p:cNvPr>
          <p:cNvSpPr/>
          <p:nvPr/>
        </p:nvSpPr>
        <p:spPr>
          <a:xfrm>
            <a:off x="5604609" y="1155383"/>
            <a:ext cx="1964147" cy="634161"/>
          </a:xfrm>
          <a:prstGeom prst="roundRect">
            <a:avLst>
              <a:gd name="adj" fmla="val 4833"/>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400" fontAlgn="base" latinLnBrk="1">
              <a:lnSpc>
                <a:spcPct val="150000"/>
              </a:lnSpc>
              <a:spcBef>
                <a:spcPct val="0"/>
              </a:spcBef>
              <a:spcAft>
                <a:spcPct val="0"/>
              </a:spcAft>
            </a:pPr>
            <a:r>
              <a:rPr kumimoji="1" lang="en-US" altLang="ko-KR" sz="800">
                <a:solidFill>
                  <a:prstClr val="black">
                    <a:lumMod val="75000"/>
                    <a:lumOff val="25000"/>
                  </a:prstClr>
                </a:solidFill>
                <a:latin typeface="맑은 고딕" panose="020B0503020000020004" pitchFamily="50" charset="-127"/>
                <a:ea typeface="맑은 고딕" panose="020B0503020000020004" pitchFamily="50" charset="-127"/>
              </a:rPr>
              <a:t>[</a:t>
            </a:r>
            <a:r>
              <a:rPr kumimoji="1" lang="ko-KR" altLang="en-US" sz="800" err="1">
                <a:solidFill>
                  <a:prstClr val="black">
                    <a:lumMod val="75000"/>
                    <a:lumOff val="25000"/>
                  </a:prstClr>
                </a:solidFill>
                <a:latin typeface="맑은 고딕" panose="020B0503020000020004" pitchFamily="50" charset="-127"/>
                <a:ea typeface="맑은 고딕" panose="020B0503020000020004" pitchFamily="50" charset="-127"/>
              </a:rPr>
              <a:t>참좋은여행</a:t>
            </a:r>
            <a:r>
              <a:rPr kumimoji="1" lang="en-US" altLang="ko-KR" sz="800">
                <a:solidFill>
                  <a:prstClr val="black">
                    <a:lumMod val="75000"/>
                    <a:lumOff val="25000"/>
                  </a:prstClr>
                </a:solidFill>
                <a:latin typeface="맑은 고딕" panose="020B0503020000020004" pitchFamily="50" charset="-127"/>
                <a:ea typeface="맑은 고딕" panose="020B0503020000020004" pitchFamily="50" charset="-127"/>
              </a:rPr>
              <a:t>] </a:t>
            </a:r>
            <a:r>
              <a:rPr kumimoji="1" lang="ko-KR" altLang="en-US" sz="800">
                <a:solidFill>
                  <a:prstClr val="black">
                    <a:lumMod val="75000"/>
                    <a:lumOff val="25000"/>
                  </a:prstClr>
                </a:solidFill>
                <a:latin typeface="맑은 고딕" panose="020B0503020000020004" pitchFamily="50" charset="-127"/>
                <a:ea typeface="맑은 고딕" panose="020B0503020000020004" pitchFamily="50" charset="-127"/>
              </a:rPr>
              <a:t>홍길동고객님</a:t>
            </a:r>
            <a:r>
              <a:rPr kumimoji="1" lang="en-US" altLang="ko-KR" sz="800">
                <a:solidFill>
                  <a:prstClr val="black">
                    <a:lumMod val="75000"/>
                    <a:lumOff val="25000"/>
                  </a:prstClr>
                </a:solidFill>
                <a:latin typeface="맑은 고딕" panose="020B0503020000020004" pitchFamily="50" charset="-127"/>
                <a:ea typeface="맑은 고딕" panose="020B0503020000020004" pitchFamily="50" charset="-127"/>
              </a:rPr>
              <a:t> </a:t>
            </a:r>
            <a:r>
              <a:rPr kumimoji="1" lang="ko-KR" altLang="en-US" sz="800">
                <a:solidFill>
                  <a:prstClr val="black">
                    <a:lumMod val="75000"/>
                    <a:lumOff val="25000"/>
                  </a:prstClr>
                </a:solidFill>
                <a:latin typeface="맑은 고딕" panose="020B0503020000020004" pitchFamily="50" charset="-127"/>
                <a:ea typeface="맑은 고딕" panose="020B0503020000020004" pitchFamily="50" charset="-127"/>
              </a:rPr>
              <a:t>예약이 완료되었습니다</a:t>
            </a:r>
            <a:r>
              <a:rPr kumimoji="1" lang="en-US" altLang="ko-KR" sz="800">
                <a:solidFill>
                  <a:prstClr val="black">
                    <a:lumMod val="75000"/>
                    <a:lumOff val="25000"/>
                  </a:prstClr>
                </a:solidFill>
                <a:latin typeface="맑은 고딕" panose="020B0503020000020004" pitchFamily="50" charset="-127"/>
                <a:ea typeface="맑은 고딕" panose="020B0503020000020004" pitchFamily="50" charset="-127"/>
              </a:rPr>
              <a:t>.(</a:t>
            </a:r>
            <a:r>
              <a:rPr kumimoji="1" lang="ko-KR" altLang="en-US" sz="800">
                <a:solidFill>
                  <a:prstClr val="black">
                    <a:lumMod val="75000"/>
                    <a:lumOff val="25000"/>
                  </a:prstClr>
                </a:solidFill>
                <a:latin typeface="맑은 고딕" panose="020B0503020000020004" pitchFamily="50" charset="-127"/>
                <a:ea typeface="맑은 고딕" panose="020B0503020000020004" pitchFamily="50" charset="-127"/>
              </a:rPr>
              <a:t>예약번호</a:t>
            </a:r>
            <a:r>
              <a:rPr kumimoji="1" lang="en-US" altLang="ko-KR" sz="800" err="1">
                <a:solidFill>
                  <a:prstClr val="black">
                    <a:lumMod val="75000"/>
                    <a:lumOff val="25000"/>
                  </a:prstClr>
                </a:solidFill>
                <a:latin typeface="맑은 고딕" panose="020B0503020000020004" pitchFamily="50" charset="-127"/>
                <a:ea typeface="맑은 고딕" panose="020B0503020000020004" pitchFamily="50" charset="-127"/>
              </a:rPr>
              <a:t>RP1905204301</a:t>
            </a:r>
            <a:r>
              <a:rPr kumimoji="1" lang="en-US" altLang="ko-KR" sz="800">
                <a:solidFill>
                  <a:prstClr val="black">
                    <a:lumMod val="75000"/>
                    <a:lumOff val="25000"/>
                  </a:prstClr>
                </a:solidFill>
                <a:latin typeface="맑은 고딕" panose="020B0503020000020004" pitchFamily="50" charset="-127"/>
                <a:ea typeface="맑은 고딕" panose="020B0503020000020004" pitchFamily="50" charset="-127"/>
              </a:rPr>
              <a:t>)</a:t>
            </a:r>
            <a:endParaRPr kumimoji="1" lang="en-US" altLang="ko-KR" sz="800">
              <a:solidFill>
                <a:prstClr val="black">
                  <a:lumMod val="75000"/>
                  <a:lumOff val="25000"/>
                </a:prstClr>
              </a:solidFill>
              <a:latin typeface="맑은 고딕"/>
              <a:ea typeface="맑은 고딕"/>
            </a:endParaRPr>
          </a:p>
          <a:p>
            <a:pPr defTabSz="914400" fontAlgn="base" latinLnBrk="1">
              <a:lnSpc>
                <a:spcPct val="150000"/>
              </a:lnSpc>
              <a:spcBef>
                <a:spcPct val="0"/>
              </a:spcBef>
              <a:spcAft>
                <a:spcPct val="0"/>
              </a:spcAft>
            </a:pPr>
            <a:r>
              <a:rPr kumimoji="1" lang="en-US" altLang="ko-KR" sz="800">
                <a:solidFill>
                  <a:prstClr val="black">
                    <a:lumMod val="75000"/>
                    <a:lumOff val="25000"/>
                  </a:prstClr>
                </a:solidFill>
                <a:latin typeface="맑은 고딕"/>
                <a:ea typeface="맑은 고딕"/>
              </a:rPr>
              <a:t>13:00</a:t>
            </a:r>
            <a:endParaRPr kumimoji="1" lang="ko-KR" altLang="en-US" sz="800">
              <a:solidFill>
                <a:prstClr val="black">
                  <a:lumMod val="75000"/>
                  <a:lumOff val="25000"/>
                </a:prstClr>
              </a:solidFill>
              <a:latin typeface="맑은 고딕"/>
              <a:ea typeface="맑은 고딕"/>
            </a:endParaRPr>
          </a:p>
        </p:txBody>
      </p:sp>
      <p:grpSp>
        <p:nvGrpSpPr>
          <p:cNvPr id="336" name="그룹 335">
            <a:extLst>
              <a:ext uri="{FF2B5EF4-FFF2-40B4-BE49-F238E27FC236}">
                <a16:creationId xmlns:a16="http://schemas.microsoft.com/office/drawing/2014/main" id="{A2DA9433-EAEE-43BD-93A4-9092241BAAA4}"/>
              </a:ext>
            </a:extLst>
          </p:cNvPr>
          <p:cNvGrpSpPr/>
          <p:nvPr/>
        </p:nvGrpSpPr>
        <p:grpSpPr>
          <a:xfrm>
            <a:off x="5374925" y="1219197"/>
            <a:ext cx="291856" cy="175629"/>
            <a:chOff x="2767692" y="2893111"/>
            <a:chExt cx="291856" cy="175629"/>
          </a:xfrm>
        </p:grpSpPr>
        <p:grpSp>
          <p:nvGrpSpPr>
            <p:cNvPr id="337" name="Image">
              <a:extLst>
                <a:ext uri="{FF2B5EF4-FFF2-40B4-BE49-F238E27FC236}">
                  <a16:creationId xmlns:a16="http://schemas.microsoft.com/office/drawing/2014/main" id="{C5915B56-7284-414F-BDA1-65C9B1DE70B8}"/>
                </a:ext>
              </a:extLst>
            </p:cNvPr>
            <p:cNvGrpSpPr>
              <a:grpSpLocks/>
            </p:cNvGrpSpPr>
            <p:nvPr/>
          </p:nvGrpSpPr>
          <p:grpSpPr bwMode="auto">
            <a:xfrm>
              <a:off x="2767692" y="2893112"/>
              <a:ext cx="140759" cy="141082"/>
              <a:chOff x="309897" y="673748"/>
              <a:chExt cx="1219816" cy="1623578"/>
            </a:xfrm>
          </p:grpSpPr>
          <p:sp>
            <p:nvSpPr>
              <p:cNvPr id="339" name="Border">
                <a:extLst>
                  <a:ext uri="{FF2B5EF4-FFF2-40B4-BE49-F238E27FC236}">
                    <a16:creationId xmlns:a16="http://schemas.microsoft.com/office/drawing/2014/main" id="{49FF6723-4CBB-4099-AAB0-233149045F34}"/>
                  </a:ext>
                </a:extLst>
              </p:cNvPr>
              <p:cNvSpPr>
                <a:spLocks/>
              </p:cNvSpPr>
              <p:nvPr/>
            </p:nvSpPr>
            <p:spPr bwMode="auto">
              <a:xfrm>
                <a:off x="309897" y="673748"/>
                <a:ext cx="1219816" cy="1623578"/>
              </a:xfrm>
              <a:prstGeom prst="ellipse">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algn="l" rtl="0" fontAlgn="base" latinLnBrk="1">
                  <a:spcBef>
                    <a:spcPct val="0"/>
                  </a:spcBef>
                  <a:spcAft>
                    <a:spcPct val="0"/>
                  </a:spcAft>
                  <a:defRPr kumimoji="1" kern="1200">
                    <a:solidFill>
                      <a:schemeClr val="lt1"/>
                    </a:solidFill>
                    <a:latin typeface="+mn-lt"/>
                    <a:ea typeface="+mn-ea"/>
                    <a:cs typeface="+mn-cs"/>
                  </a:defRPr>
                </a:lvl1pPr>
                <a:lvl2pPr marL="457200" algn="l" rtl="0" fontAlgn="base" latinLnBrk="1">
                  <a:spcBef>
                    <a:spcPct val="0"/>
                  </a:spcBef>
                  <a:spcAft>
                    <a:spcPct val="0"/>
                  </a:spcAft>
                  <a:defRPr kumimoji="1" kern="1200">
                    <a:solidFill>
                      <a:schemeClr val="lt1"/>
                    </a:solidFill>
                    <a:latin typeface="+mn-lt"/>
                    <a:ea typeface="+mn-ea"/>
                    <a:cs typeface="+mn-cs"/>
                  </a:defRPr>
                </a:lvl2pPr>
                <a:lvl3pPr marL="914400" algn="l" rtl="0" fontAlgn="base" latinLnBrk="1">
                  <a:spcBef>
                    <a:spcPct val="0"/>
                  </a:spcBef>
                  <a:spcAft>
                    <a:spcPct val="0"/>
                  </a:spcAft>
                  <a:defRPr kumimoji="1" kern="1200">
                    <a:solidFill>
                      <a:schemeClr val="lt1"/>
                    </a:solidFill>
                    <a:latin typeface="+mn-lt"/>
                    <a:ea typeface="+mn-ea"/>
                    <a:cs typeface="+mn-cs"/>
                  </a:defRPr>
                </a:lvl3pPr>
                <a:lvl4pPr marL="1371600" algn="l" rtl="0" fontAlgn="base" latinLnBrk="1">
                  <a:spcBef>
                    <a:spcPct val="0"/>
                  </a:spcBef>
                  <a:spcAft>
                    <a:spcPct val="0"/>
                  </a:spcAft>
                  <a:defRPr kumimoji="1" kern="1200">
                    <a:solidFill>
                      <a:schemeClr val="lt1"/>
                    </a:solidFill>
                    <a:latin typeface="+mn-lt"/>
                    <a:ea typeface="+mn-ea"/>
                    <a:cs typeface="+mn-cs"/>
                  </a:defRPr>
                </a:lvl4pPr>
                <a:lvl5pPr marL="1828800" algn="l" rtl="0" fontAlgn="base" latinLnBrk="1">
                  <a:spcBef>
                    <a:spcPct val="0"/>
                  </a:spcBef>
                  <a:spcAft>
                    <a:spcPct val="0"/>
                  </a:spcAft>
                  <a:defRPr kumimoji="1" kern="1200">
                    <a:solidFill>
                      <a:schemeClr val="lt1"/>
                    </a:solidFill>
                    <a:latin typeface="+mn-lt"/>
                    <a:ea typeface="+mn-ea"/>
                    <a:cs typeface="+mn-cs"/>
                  </a:defRPr>
                </a:lvl5pPr>
                <a:lvl6pPr marL="2286000" algn="l" defTabSz="914400" rtl="0" eaLnBrk="1" latinLnBrk="1" hangingPunct="1">
                  <a:defRPr kumimoji="1" kern="1200">
                    <a:solidFill>
                      <a:schemeClr val="lt1"/>
                    </a:solidFill>
                    <a:latin typeface="+mn-lt"/>
                    <a:ea typeface="+mn-ea"/>
                    <a:cs typeface="+mn-cs"/>
                  </a:defRPr>
                </a:lvl6pPr>
                <a:lvl7pPr marL="2743200" algn="l" defTabSz="914400" rtl="0" eaLnBrk="1" latinLnBrk="1" hangingPunct="1">
                  <a:defRPr kumimoji="1" kern="1200">
                    <a:solidFill>
                      <a:schemeClr val="lt1"/>
                    </a:solidFill>
                    <a:latin typeface="+mn-lt"/>
                    <a:ea typeface="+mn-ea"/>
                    <a:cs typeface="+mn-cs"/>
                  </a:defRPr>
                </a:lvl7pPr>
                <a:lvl8pPr marL="3200400" algn="l" defTabSz="914400" rtl="0" eaLnBrk="1" latinLnBrk="1" hangingPunct="1">
                  <a:defRPr kumimoji="1" kern="1200">
                    <a:solidFill>
                      <a:schemeClr val="lt1"/>
                    </a:solidFill>
                    <a:latin typeface="+mn-lt"/>
                    <a:ea typeface="+mn-ea"/>
                    <a:cs typeface="+mn-cs"/>
                  </a:defRPr>
                </a:lvl8pPr>
                <a:lvl9pPr marL="3657600" algn="l" defTabSz="914400" rtl="0" eaLnBrk="1" latinLnBrk="1" hangingPunct="1">
                  <a:defRPr kumimoji="1"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맑은 고딕"/>
                  <a:ea typeface="맑은 고딕"/>
                  <a:cs typeface="Segoe UI" panose="020B0502040204020203" pitchFamily="34" charset="0"/>
                </a:endParaRPr>
              </a:p>
            </p:txBody>
          </p:sp>
          <p:sp>
            <p:nvSpPr>
              <p:cNvPr id="340" name="Line 2">
                <a:extLst>
                  <a:ext uri="{FF2B5EF4-FFF2-40B4-BE49-F238E27FC236}">
                    <a16:creationId xmlns:a16="http://schemas.microsoft.com/office/drawing/2014/main" id="{A97F4209-61DF-40EB-BAFE-695943F5F922}"/>
                  </a:ext>
                </a:extLst>
              </p:cNvPr>
              <p:cNvSpPr>
                <a:spLocks/>
              </p:cNvSpPr>
              <p:nvPr/>
            </p:nvSpPr>
            <p:spPr bwMode="auto">
              <a:xfrm>
                <a:off x="415746" y="981481"/>
                <a:ext cx="1008112" cy="1008112"/>
              </a:xfrm>
              <a:custGeom>
                <a:avLst/>
                <a:gdLst>
                  <a:gd name="connsiteX0" fmla="*/ 0 w 1008112"/>
                  <a:gd name="connsiteY0" fmla="*/ 1008112 h 1008112"/>
                  <a:gd name="connsiteX1" fmla="*/ 1008112 w 1008112"/>
                  <a:gd name="connsiteY1" fmla="*/ 0 h 1008112"/>
                </a:gdLst>
                <a:ahLst/>
                <a:cxnLst>
                  <a:cxn ang="0">
                    <a:pos x="connsiteX0" y="connsiteY0"/>
                  </a:cxn>
                  <a:cxn ang="0">
                    <a:pos x="connsiteX1" y="connsiteY1"/>
                  </a:cxn>
                </a:cxnLst>
                <a:rect l="l" t="t" r="r" b="b"/>
                <a:pathLst>
                  <a:path w="1008112" h="1008112">
                    <a:moveTo>
                      <a:pt x="0" y="1008112"/>
                    </a:moveTo>
                    <a:lnTo>
                      <a:pt x="1008112" y="0"/>
                    </a:lnTo>
                  </a:path>
                </a:pathLst>
              </a:custGeom>
              <a:solidFill>
                <a:schemeClr val="bg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algn="l" rtl="0" fontAlgn="base" latinLnBrk="1">
                  <a:spcBef>
                    <a:spcPct val="0"/>
                  </a:spcBef>
                  <a:spcAft>
                    <a:spcPct val="0"/>
                  </a:spcAft>
                  <a:defRPr kumimoji="1" kern="1200">
                    <a:solidFill>
                      <a:schemeClr val="lt1"/>
                    </a:solidFill>
                    <a:latin typeface="+mn-lt"/>
                    <a:ea typeface="+mn-ea"/>
                    <a:cs typeface="+mn-cs"/>
                  </a:defRPr>
                </a:lvl1pPr>
                <a:lvl2pPr marL="457200" algn="l" rtl="0" fontAlgn="base" latinLnBrk="1">
                  <a:spcBef>
                    <a:spcPct val="0"/>
                  </a:spcBef>
                  <a:spcAft>
                    <a:spcPct val="0"/>
                  </a:spcAft>
                  <a:defRPr kumimoji="1" kern="1200">
                    <a:solidFill>
                      <a:schemeClr val="lt1"/>
                    </a:solidFill>
                    <a:latin typeface="+mn-lt"/>
                    <a:ea typeface="+mn-ea"/>
                    <a:cs typeface="+mn-cs"/>
                  </a:defRPr>
                </a:lvl2pPr>
                <a:lvl3pPr marL="914400" algn="l" rtl="0" fontAlgn="base" latinLnBrk="1">
                  <a:spcBef>
                    <a:spcPct val="0"/>
                  </a:spcBef>
                  <a:spcAft>
                    <a:spcPct val="0"/>
                  </a:spcAft>
                  <a:defRPr kumimoji="1" kern="1200">
                    <a:solidFill>
                      <a:schemeClr val="lt1"/>
                    </a:solidFill>
                    <a:latin typeface="+mn-lt"/>
                    <a:ea typeface="+mn-ea"/>
                    <a:cs typeface="+mn-cs"/>
                  </a:defRPr>
                </a:lvl3pPr>
                <a:lvl4pPr marL="1371600" algn="l" rtl="0" fontAlgn="base" latinLnBrk="1">
                  <a:spcBef>
                    <a:spcPct val="0"/>
                  </a:spcBef>
                  <a:spcAft>
                    <a:spcPct val="0"/>
                  </a:spcAft>
                  <a:defRPr kumimoji="1" kern="1200">
                    <a:solidFill>
                      <a:schemeClr val="lt1"/>
                    </a:solidFill>
                    <a:latin typeface="+mn-lt"/>
                    <a:ea typeface="+mn-ea"/>
                    <a:cs typeface="+mn-cs"/>
                  </a:defRPr>
                </a:lvl4pPr>
                <a:lvl5pPr marL="1828800" algn="l" rtl="0" fontAlgn="base" latinLnBrk="1">
                  <a:spcBef>
                    <a:spcPct val="0"/>
                  </a:spcBef>
                  <a:spcAft>
                    <a:spcPct val="0"/>
                  </a:spcAft>
                  <a:defRPr kumimoji="1" kern="1200">
                    <a:solidFill>
                      <a:schemeClr val="lt1"/>
                    </a:solidFill>
                    <a:latin typeface="+mn-lt"/>
                    <a:ea typeface="+mn-ea"/>
                    <a:cs typeface="+mn-cs"/>
                  </a:defRPr>
                </a:lvl5pPr>
                <a:lvl6pPr marL="2286000" algn="l" defTabSz="914400" rtl="0" eaLnBrk="1" latinLnBrk="1" hangingPunct="1">
                  <a:defRPr kumimoji="1" kern="1200">
                    <a:solidFill>
                      <a:schemeClr val="lt1"/>
                    </a:solidFill>
                    <a:latin typeface="+mn-lt"/>
                    <a:ea typeface="+mn-ea"/>
                    <a:cs typeface="+mn-cs"/>
                  </a:defRPr>
                </a:lvl6pPr>
                <a:lvl7pPr marL="2743200" algn="l" defTabSz="914400" rtl="0" eaLnBrk="1" latinLnBrk="1" hangingPunct="1">
                  <a:defRPr kumimoji="1" kern="1200">
                    <a:solidFill>
                      <a:schemeClr val="lt1"/>
                    </a:solidFill>
                    <a:latin typeface="+mn-lt"/>
                    <a:ea typeface="+mn-ea"/>
                    <a:cs typeface="+mn-cs"/>
                  </a:defRPr>
                </a:lvl7pPr>
                <a:lvl8pPr marL="3200400" algn="l" defTabSz="914400" rtl="0" eaLnBrk="1" latinLnBrk="1" hangingPunct="1">
                  <a:defRPr kumimoji="1" kern="1200">
                    <a:solidFill>
                      <a:schemeClr val="lt1"/>
                    </a:solidFill>
                    <a:latin typeface="+mn-lt"/>
                    <a:ea typeface="+mn-ea"/>
                    <a:cs typeface="+mn-cs"/>
                  </a:defRPr>
                </a:lvl8pPr>
                <a:lvl9pPr marL="3657600" algn="l" defTabSz="914400" rtl="0" eaLnBrk="1" latinLnBrk="1" hangingPunct="1">
                  <a:defRPr kumimoji="1"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맑은 고딕"/>
                  <a:ea typeface="맑은 고딕"/>
                  <a:cs typeface="Segoe UI" panose="020B0502040204020203" pitchFamily="34" charset="0"/>
                </a:endParaRPr>
              </a:p>
            </p:txBody>
          </p:sp>
          <p:sp>
            <p:nvSpPr>
              <p:cNvPr id="341" name="Line 1">
                <a:extLst>
                  <a:ext uri="{FF2B5EF4-FFF2-40B4-BE49-F238E27FC236}">
                    <a16:creationId xmlns:a16="http://schemas.microsoft.com/office/drawing/2014/main" id="{E0ECB5B4-479F-45BA-B00E-4213DDF74649}"/>
                  </a:ext>
                </a:extLst>
              </p:cNvPr>
              <p:cNvSpPr>
                <a:spLocks/>
              </p:cNvSpPr>
              <p:nvPr/>
            </p:nvSpPr>
            <p:spPr bwMode="auto">
              <a:xfrm>
                <a:off x="415746" y="981481"/>
                <a:ext cx="1008112" cy="1008112"/>
              </a:xfrm>
              <a:custGeom>
                <a:avLst/>
                <a:gdLst>
                  <a:gd name="connsiteX0" fmla="*/ 1008112 w 1008112"/>
                  <a:gd name="connsiteY0" fmla="*/ 1008112 h 1008112"/>
                  <a:gd name="connsiteX1" fmla="*/ 0 w 1008112"/>
                  <a:gd name="connsiteY1" fmla="*/ 0 h 1008112"/>
                </a:gdLst>
                <a:ahLst/>
                <a:cxnLst>
                  <a:cxn ang="0">
                    <a:pos x="connsiteX0" y="connsiteY0"/>
                  </a:cxn>
                  <a:cxn ang="0">
                    <a:pos x="connsiteX1" y="connsiteY1"/>
                  </a:cxn>
                </a:cxnLst>
                <a:rect l="l" t="t" r="r" b="b"/>
                <a:pathLst>
                  <a:path w="1008112" h="1008112">
                    <a:moveTo>
                      <a:pt x="1008112" y="1008112"/>
                    </a:moveTo>
                    <a:lnTo>
                      <a:pt x="0" y="0"/>
                    </a:lnTo>
                  </a:path>
                </a:pathLst>
              </a:custGeom>
              <a:solidFill>
                <a:schemeClr val="bg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algn="l" rtl="0" fontAlgn="base" latinLnBrk="1">
                  <a:spcBef>
                    <a:spcPct val="0"/>
                  </a:spcBef>
                  <a:spcAft>
                    <a:spcPct val="0"/>
                  </a:spcAft>
                  <a:defRPr kumimoji="1" kern="1200">
                    <a:solidFill>
                      <a:schemeClr val="lt1"/>
                    </a:solidFill>
                    <a:latin typeface="+mn-lt"/>
                    <a:ea typeface="+mn-ea"/>
                    <a:cs typeface="+mn-cs"/>
                  </a:defRPr>
                </a:lvl1pPr>
                <a:lvl2pPr marL="457200" algn="l" rtl="0" fontAlgn="base" latinLnBrk="1">
                  <a:spcBef>
                    <a:spcPct val="0"/>
                  </a:spcBef>
                  <a:spcAft>
                    <a:spcPct val="0"/>
                  </a:spcAft>
                  <a:defRPr kumimoji="1" kern="1200">
                    <a:solidFill>
                      <a:schemeClr val="lt1"/>
                    </a:solidFill>
                    <a:latin typeface="+mn-lt"/>
                    <a:ea typeface="+mn-ea"/>
                    <a:cs typeface="+mn-cs"/>
                  </a:defRPr>
                </a:lvl2pPr>
                <a:lvl3pPr marL="914400" algn="l" rtl="0" fontAlgn="base" latinLnBrk="1">
                  <a:spcBef>
                    <a:spcPct val="0"/>
                  </a:spcBef>
                  <a:spcAft>
                    <a:spcPct val="0"/>
                  </a:spcAft>
                  <a:defRPr kumimoji="1" kern="1200">
                    <a:solidFill>
                      <a:schemeClr val="lt1"/>
                    </a:solidFill>
                    <a:latin typeface="+mn-lt"/>
                    <a:ea typeface="+mn-ea"/>
                    <a:cs typeface="+mn-cs"/>
                  </a:defRPr>
                </a:lvl3pPr>
                <a:lvl4pPr marL="1371600" algn="l" rtl="0" fontAlgn="base" latinLnBrk="1">
                  <a:spcBef>
                    <a:spcPct val="0"/>
                  </a:spcBef>
                  <a:spcAft>
                    <a:spcPct val="0"/>
                  </a:spcAft>
                  <a:defRPr kumimoji="1" kern="1200">
                    <a:solidFill>
                      <a:schemeClr val="lt1"/>
                    </a:solidFill>
                    <a:latin typeface="+mn-lt"/>
                    <a:ea typeface="+mn-ea"/>
                    <a:cs typeface="+mn-cs"/>
                  </a:defRPr>
                </a:lvl4pPr>
                <a:lvl5pPr marL="1828800" algn="l" rtl="0" fontAlgn="base" latinLnBrk="1">
                  <a:spcBef>
                    <a:spcPct val="0"/>
                  </a:spcBef>
                  <a:spcAft>
                    <a:spcPct val="0"/>
                  </a:spcAft>
                  <a:defRPr kumimoji="1" kern="1200">
                    <a:solidFill>
                      <a:schemeClr val="lt1"/>
                    </a:solidFill>
                    <a:latin typeface="+mn-lt"/>
                    <a:ea typeface="+mn-ea"/>
                    <a:cs typeface="+mn-cs"/>
                  </a:defRPr>
                </a:lvl5pPr>
                <a:lvl6pPr marL="2286000" algn="l" defTabSz="914400" rtl="0" eaLnBrk="1" latinLnBrk="1" hangingPunct="1">
                  <a:defRPr kumimoji="1" kern="1200">
                    <a:solidFill>
                      <a:schemeClr val="lt1"/>
                    </a:solidFill>
                    <a:latin typeface="+mn-lt"/>
                    <a:ea typeface="+mn-ea"/>
                    <a:cs typeface="+mn-cs"/>
                  </a:defRPr>
                </a:lvl6pPr>
                <a:lvl7pPr marL="2743200" algn="l" defTabSz="914400" rtl="0" eaLnBrk="1" latinLnBrk="1" hangingPunct="1">
                  <a:defRPr kumimoji="1" kern="1200">
                    <a:solidFill>
                      <a:schemeClr val="lt1"/>
                    </a:solidFill>
                    <a:latin typeface="+mn-lt"/>
                    <a:ea typeface="+mn-ea"/>
                    <a:cs typeface="+mn-cs"/>
                  </a:defRPr>
                </a:lvl7pPr>
                <a:lvl8pPr marL="3200400" algn="l" defTabSz="914400" rtl="0" eaLnBrk="1" latinLnBrk="1" hangingPunct="1">
                  <a:defRPr kumimoji="1" kern="1200">
                    <a:solidFill>
                      <a:schemeClr val="lt1"/>
                    </a:solidFill>
                    <a:latin typeface="+mn-lt"/>
                    <a:ea typeface="+mn-ea"/>
                    <a:cs typeface="+mn-cs"/>
                  </a:defRPr>
                </a:lvl8pPr>
                <a:lvl9pPr marL="3657600" algn="l" defTabSz="914400" rtl="0" eaLnBrk="1" latinLnBrk="1" hangingPunct="1">
                  <a:defRPr kumimoji="1"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맑은 고딕"/>
                  <a:ea typeface="맑은 고딕"/>
                  <a:cs typeface="Segoe UI" panose="020B0502040204020203" pitchFamily="34" charset="0"/>
                </a:endParaRPr>
              </a:p>
            </p:txBody>
          </p:sp>
        </p:grpSp>
        <p:sp>
          <p:nvSpPr>
            <p:cNvPr id="338" name="이등변 삼각형 337">
              <a:extLst>
                <a:ext uri="{FF2B5EF4-FFF2-40B4-BE49-F238E27FC236}">
                  <a16:creationId xmlns:a16="http://schemas.microsoft.com/office/drawing/2014/main" id="{DBB90370-F50E-42C5-9357-4CB51A04B9C3}"/>
                </a:ext>
              </a:extLst>
            </p:cNvPr>
            <p:cNvSpPr/>
            <p:nvPr/>
          </p:nvSpPr>
          <p:spPr>
            <a:xfrm rot="16200000">
              <a:off x="2896031" y="2905224"/>
              <a:ext cx="175629" cy="151404"/>
            </a:xfrm>
            <a:prstGeom prst="triangle">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400" fontAlgn="base" latinLnBrk="1">
                <a:spcBef>
                  <a:spcPct val="0"/>
                </a:spcBef>
                <a:spcAft>
                  <a:spcPct val="0"/>
                </a:spcAft>
              </a:pPr>
              <a:endParaRPr kumimoji="1" lang="ko-KR" altLang="en-US" sz="800">
                <a:solidFill>
                  <a:prstClr val="black">
                    <a:lumMod val="75000"/>
                    <a:lumOff val="25000"/>
                  </a:prstClr>
                </a:solidFill>
                <a:latin typeface="맑은 고딕" panose="020B0503020000020004" pitchFamily="50" charset="-127"/>
                <a:ea typeface="맑은 고딕" panose="020B0503020000020004" pitchFamily="50" charset="-127"/>
              </a:endParaRPr>
            </a:p>
          </p:txBody>
        </p:sp>
      </p:grpSp>
      <p:sp>
        <p:nvSpPr>
          <p:cNvPr id="342" name="TextBox 341">
            <a:extLst>
              <a:ext uri="{FF2B5EF4-FFF2-40B4-BE49-F238E27FC236}">
                <a16:creationId xmlns:a16="http://schemas.microsoft.com/office/drawing/2014/main" id="{40C19C2F-79F3-4821-96E5-70D60AC4AA82}"/>
              </a:ext>
            </a:extLst>
          </p:cNvPr>
          <p:cNvSpPr txBox="1"/>
          <p:nvPr/>
        </p:nvSpPr>
        <p:spPr>
          <a:xfrm>
            <a:off x="5335900" y="1905000"/>
            <a:ext cx="2282936" cy="215444"/>
          </a:xfrm>
          <a:prstGeom prst="rect">
            <a:avLst/>
          </a:prstGeom>
          <a:noFill/>
        </p:spPr>
        <p:txBody>
          <a:bodyPr wrap="square" rtlCol="0">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800" b="1" i="0" u="none" strike="noStrike" kern="1200" cap="none" spc="0" normalizeH="0" baseline="0" noProof="0">
                <a:ln>
                  <a:noFill/>
                </a:ln>
                <a:solidFill>
                  <a:prstClr val="black"/>
                </a:solidFill>
                <a:effectLst/>
                <a:uLnTx/>
                <a:uFillTx/>
                <a:latin typeface="맑은 고딕"/>
                <a:ea typeface="맑은 고딕"/>
                <a:cs typeface="+mn-cs"/>
              </a:rPr>
              <a:t>2019.05.19(</a:t>
            </a:r>
            <a:r>
              <a:rPr kumimoji="1" lang="ko-KR" altLang="en-US" sz="800" b="1" i="0" u="none" strike="noStrike" kern="1200" cap="none" spc="0" normalizeH="0" baseline="0" noProof="0">
                <a:ln>
                  <a:noFill/>
                </a:ln>
                <a:solidFill>
                  <a:prstClr val="black"/>
                </a:solidFill>
                <a:effectLst/>
                <a:uLnTx/>
                <a:uFillTx/>
                <a:latin typeface="맑은 고딕"/>
                <a:ea typeface="맑은 고딕"/>
                <a:cs typeface="+mn-cs"/>
              </a:rPr>
              <a:t>일</a:t>
            </a:r>
            <a:r>
              <a:rPr kumimoji="1" lang="en-US" altLang="ko-KR" sz="800" b="1" i="0" u="none" strike="noStrike" kern="1200" cap="none" spc="0" normalizeH="0" baseline="0" noProof="0">
                <a:ln>
                  <a:noFill/>
                </a:ln>
                <a:solidFill>
                  <a:prstClr val="black"/>
                </a:solidFill>
                <a:effectLst/>
                <a:uLnTx/>
                <a:uFillTx/>
                <a:latin typeface="맑은 고딕"/>
                <a:ea typeface="맑은 고딕"/>
                <a:cs typeface="+mn-cs"/>
              </a:rPr>
              <a:t>) </a:t>
            </a:r>
            <a:endParaRPr kumimoji="1" lang="ko-KR" altLang="en-US" sz="800" b="0" i="0" u="none" strike="noStrike" kern="1200" cap="none" spc="0" normalizeH="0" baseline="0" noProof="0">
              <a:ln>
                <a:noFill/>
              </a:ln>
              <a:solidFill>
                <a:prstClr val="black"/>
              </a:solidFill>
              <a:effectLst/>
              <a:uLnTx/>
              <a:uFillTx/>
              <a:latin typeface="맑은 고딕"/>
              <a:ea typeface="맑은 고딕"/>
              <a:cs typeface="+mn-cs"/>
            </a:endParaRPr>
          </a:p>
        </p:txBody>
      </p:sp>
      <p:cxnSp>
        <p:nvCxnSpPr>
          <p:cNvPr id="343" name="직선 연결선 342">
            <a:extLst>
              <a:ext uri="{FF2B5EF4-FFF2-40B4-BE49-F238E27FC236}">
                <a16:creationId xmlns:a16="http://schemas.microsoft.com/office/drawing/2014/main" id="{B8937392-EF38-43F9-828B-0865814C3359}"/>
              </a:ext>
            </a:extLst>
          </p:cNvPr>
          <p:cNvCxnSpPr>
            <a:cxnSpLocks/>
          </p:cNvCxnSpPr>
          <p:nvPr/>
        </p:nvCxnSpPr>
        <p:spPr>
          <a:xfrm flipV="1">
            <a:off x="5437231" y="2164670"/>
            <a:ext cx="0" cy="2178730"/>
          </a:xfrm>
          <a:prstGeom prst="line">
            <a:avLst/>
          </a:prstGeom>
          <a:ln>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44" name="사각형: 둥근 모서리 343">
            <a:extLst>
              <a:ext uri="{FF2B5EF4-FFF2-40B4-BE49-F238E27FC236}">
                <a16:creationId xmlns:a16="http://schemas.microsoft.com/office/drawing/2014/main" id="{A0E9CB5A-F327-4328-A766-C2D60B56477B}"/>
              </a:ext>
            </a:extLst>
          </p:cNvPr>
          <p:cNvSpPr/>
          <p:nvPr/>
        </p:nvSpPr>
        <p:spPr>
          <a:xfrm>
            <a:off x="5604609" y="2171383"/>
            <a:ext cx="1964147" cy="634161"/>
          </a:xfrm>
          <a:prstGeom prst="roundRect">
            <a:avLst>
              <a:gd name="adj" fmla="val 4833"/>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400" fontAlgn="base" latinLnBrk="1">
              <a:lnSpc>
                <a:spcPct val="150000"/>
              </a:lnSpc>
              <a:spcBef>
                <a:spcPct val="0"/>
              </a:spcBef>
              <a:spcAft>
                <a:spcPct val="0"/>
              </a:spcAft>
            </a:pPr>
            <a:r>
              <a:rPr kumimoji="1" lang="en-US" altLang="ko-KR" sz="800">
                <a:solidFill>
                  <a:prstClr val="black">
                    <a:lumMod val="75000"/>
                    <a:lumOff val="25000"/>
                  </a:prstClr>
                </a:solidFill>
                <a:latin typeface="맑은 고딕" panose="020B0503020000020004" pitchFamily="50" charset="-127"/>
                <a:ea typeface="맑은 고딕" panose="020B0503020000020004" pitchFamily="50" charset="-127"/>
              </a:rPr>
              <a:t>[</a:t>
            </a:r>
            <a:r>
              <a:rPr kumimoji="1" lang="ko-KR" altLang="en-US" sz="800" err="1">
                <a:solidFill>
                  <a:prstClr val="black">
                    <a:lumMod val="75000"/>
                    <a:lumOff val="25000"/>
                  </a:prstClr>
                </a:solidFill>
                <a:latin typeface="맑은 고딕" panose="020B0503020000020004" pitchFamily="50" charset="-127"/>
                <a:ea typeface="맑은 고딕" panose="020B0503020000020004" pitchFamily="50" charset="-127"/>
              </a:rPr>
              <a:t>참좋은여행</a:t>
            </a:r>
            <a:r>
              <a:rPr kumimoji="1" lang="en-US" altLang="ko-KR" sz="800">
                <a:solidFill>
                  <a:prstClr val="black">
                    <a:lumMod val="75000"/>
                    <a:lumOff val="25000"/>
                  </a:prstClr>
                </a:solidFill>
                <a:latin typeface="맑은 고딕" panose="020B0503020000020004" pitchFamily="50" charset="-127"/>
                <a:ea typeface="맑은 고딕" panose="020B0503020000020004" pitchFamily="50" charset="-127"/>
              </a:rPr>
              <a:t>] </a:t>
            </a:r>
            <a:r>
              <a:rPr kumimoji="1" lang="ko-KR" altLang="en-US" sz="800">
                <a:solidFill>
                  <a:prstClr val="black">
                    <a:lumMod val="75000"/>
                    <a:lumOff val="25000"/>
                  </a:prstClr>
                </a:solidFill>
                <a:latin typeface="맑은 고딕" panose="020B0503020000020004" pitchFamily="50" charset="-127"/>
                <a:ea typeface="맑은 고딕" panose="020B0503020000020004" pitchFamily="50" charset="-127"/>
              </a:rPr>
              <a:t>홍길동고객님</a:t>
            </a:r>
            <a:r>
              <a:rPr kumimoji="1" lang="en-US" altLang="ko-KR" sz="800">
                <a:solidFill>
                  <a:prstClr val="black">
                    <a:lumMod val="75000"/>
                    <a:lumOff val="25000"/>
                  </a:prstClr>
                </a:solidFill>
                <a:latin typeface="맑은 고딕" panose="020B0503020000020004" pitchFamily="50" charset="-127"/>
                <a:ea typeface="맑은 고딕" panose="020B0503020000020004" pitchFamily="50" charset="-127"/>
              </a:rPr>
              <a:t> </a:t>
            </a:r>
            <a:r>
              <a:rPr kumimoji="1" lang="ko-KR" altLang="en-US" sz="800">
                <a:solidFill>
                  <a:prstClr val="black">
                    <a:lumMod val="75000"/>
                    <a:lumOff val="25000"/>
                  </a:prstClr>
                </a:solidFill>
                <a:latin typeface="맑은 고딕" panose="020B0503020000020004" pitchFamily="50" charset="-127"/>
                <a:ea typeface="맑은 고딕" panose="020B0503020000020004" pitchFamily="50" charset="-127"/>
              </a:rPr>
              <a:t>예약이 완료되었습니다</a:t>
            </a:r>
            <a:r>
              <a:rPr kumimoji="1" lang="en-US" altLang="ko-KR" sz="800">
                <a:solidFill>
                  <a:prstClr val="black">
                    <a:lumMod val="75000"/>
                    <a:lumOff val="25000"/>
                  </a:prstClr>
                </a:solidFill>
                <a:latin typeface="맑은 고딕" panose="020B0503020000020004" pitchFamily="50" charset="-127"/>
                <a:ea typeface="맑은 고딕" panose="020B0503020000020004" pitchFamily="50" charset="-127"/>
              </a:rPr>
              <a:t>.(</a:t>
            </a:r>
            <a:r>
              <a:rPr kumimoji="1" lang="ko-KR" altLang="en-US" sz="800">
                <a:solidFill>
                  <a:prstClr val="black">
                    <a:lumMod val="75000"/>
                    <a:lumOff val="25000"/>
                  </a:prstClr>
                </a:solidFill>
                <a:latin typeface="맑은 고딕" panose="020B0503020000020004" pitchFamily="50" charset="-127"/>
                <a:ea typeface="맑은 고딕" panose="020B0503020000020004" pitchFamily="50" charset="-127"/>
              </a:rPr>
              <a:t>예약번호</a:t>
            </a:r>
            <a:r>
              <a:rPr kumimoji="1" lang="en-US" altLang="ko-KR" sz="800" err="1">
                <a:solidFill>
                  <a:prstClr val="black">
                    <a:lumMod val="75000"/>
                    <a:lumOff val="25000"/>
                  </a:prstClr>
                </a:solidFill>
                <a:latin typeface="맑은 고딕" panose="020B0503020000020004" pitchFamily="50" charset="-127"/>
                <a:ea typeface="맑은 고딕" panose="020B0503020000020004" pitchFamily="50" charset="-127"/>
              </a:rPr>
              <a:t>RP1905204301</a:t>
            </a:r>
            <a:r>
              <a:rPr kumimoji="1" lang="en-US" altLang="ko-KR" sz="800">
                <a:solidFill>
                  <a:prstClr val="black">
                    <a:lumMod val="75000"/>
                    <a:lumOff val="25000"/>
                  </a:prstClr>
                </a:solidFill>
                <a:latin typeface="맑은 고딕" panose="020B0503020000020004" pitchFamily="50" charset="-127"/>
                <a:ea typeface="맑은 고딕" panose="020B0503020000020004" pitchFamily="50" charset="-127"/>
              </a:rPr>
              <a:t>)</a:t>
            </a:r>
            <a:endParaRPr kumimoji="1" lang="en-US" altLang="ko-KR" sz="800">
              <a:solidFill>
                <a:prstClr val="black">
                  <a:lumMod val="75000"/>
                  <a:lumOff val="25000"/>
                </a:prstClr>
              </a:solidFill>
              <a:latin typeface="맑은 고딕"/>
              <a:ea typeface="맑은 고딕"/>
            </a:endParaRPr>
          </a:p>
          <a:p>
            <a:pPr defTabSz="914400" fontAlgn="base" latinLnBrk="1">
              <a:lnSpc>
                <a:spcPct val="150000"/>
              </a:lnSpc>
              <a:spcBef>
                <a:spcPct val="0"/>
              </a:spcBef>
              <a:spcAft>
                <a:spcPct val="0"/>
              </a:spcAft>
            </a:pPr>
            <a:r>
              <a:rPr kumimoji="1" lang="en-US" altLang="ko-KR" sz="800">
                <a:solidFill>
                  <a:prstClr val="black">
                    <a:lumMod val="75000"/>
                    <a:lumOff val="25000"/>
                  </a:prstClr>
                </a:solidFill>
                <a:latin typeface="맑은 고딕"/>
                <a:ea typeface="맑은 고딕"/>
              </a:rPr>
              <a:t>13:00</a:t>
            </a:r>
            <a:endParaRPr kumimoji="1" lang="ko-KR" altLang="en-US" sz="800">
              <a:solidFill>
                <a:prstClr val="black">
                  <a:lumMod val="75000"/>
                  <a:lumOff val="25000"/>
                </a:prstClr>
              </a:solidFill>
              <a:latin typeface="맑은 고딕"/>
              <a:ea typeface="맑은 고딕"/>
            </a:endParaRPr>
          </a:p>
        </p:txBody>
      </p:sp>
      <p:grpSp>
        <p:nvGrpSpPr>
          <p:cNvPr id="345" name="그룹 344">
            <a:extLst>
              <a:ext uri="{FF2B5EF4-FFF2-40B4-BE49-F238E27FC236}">
                <a16:creationId xmlns:a16="http://schemas.microsoft.com/office/drawing/2014/main" id="{786D0CC5-8638-4310-A256-85893C4B460A}"/>
              </a:ext>
            </a:extLst>
          </p:cNvPr>
          <p:cNvGrpSpPr/>
          <p:nvPr/>
        </p:nvGrpSpPr>
        <p:grpSpPr>
          <a:xfrm>
            <a:off x="5374925" y="2235197"/>
            <a:ext cx="291856" cy="175629"/>
            <a:chOff x="2767692" y="2893111"/>
            <a:chExt cx="291856" cy="175629"/>
          </a:xfrm>
        </p:grpSpPr>
        <p:grpSp>
          <p:nvGrpSpPr>
            <p:cNvPr id="346" name="Image">
              <a:extLst>
                <a:ext uri="{FF2B5EF4-FFF2-40B4-BE49-F238E27FC236}">
                  <a16:creationId xmlns:a16="http://schemas.microsoft.com/office/drawing/2014/main" id="{984F9088-9EB0-4F37-800F-423834928F6D}"/>
                </a:ext>
              </a:extLst>
            </p:cNvPr>
            <p:cNvGrpSpPr>
              <a:grpSpLocks/>
            </p:cNvGrpSpPr>
            <p:nvPr/>
          </p:nvGrpSpPr>
          <p:grpSpPr bwMode="auto">
            <a:xfrm>
              <a:off x="2767692" y="2893112"/>
              <a:ext cx="140759" cy="141082"/>
              <a:chOff x="309897" y="673748"/>
              <a:chExt cx="1219816" cy="1623578"/>
            </a:xfrm>
          </p:grpSpPr>
          <p:sp>
            <p:nvSpPr>
              <p:cNvPr id="348" name="Border">
                <a:extLst>
                  <a:ext uri="{FF2B5EF4-FFF2-40B4-BE49-F238E27FC236}">
                    <a16:creationId xmlns:a16="http://schemas.microsoft.com/office/drawing/2014/main" id="{018B5709-5D42-4BB3-9A75-8C5EAFDBC80D}"/>
                  </a:ext>
                </a:extLst>
              </p:cNvPr>
              <p:cNvSpPr>
                <a:spLocks/>
              </p:cNvSpPr>
              <p:nvPr/>
            </p:nvSpPr>
            <p:spPr bwMode="auto">
              <a:xfrm>
                <a:off x="309897" y="673748"/>
                <a:ext cx="1219816" cy="1623578"/>
              </a:xfrm>
              <a:prstGeom prst="ellipse">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algn="l" rtl="0" fontAlgn="base" latinLnBrk="1">
                  <a:spcBef>
                    <a:spcPct val="0"/>
                  </a:spcBef>
                  <a:spcAft>
                    <a:spcPct val="0"/>
                  </a:spcAft>
                  <a:defRPr kumimoji="1" kern="1200">
                    <a:solidFill>
                      <a:schemeClr val="lt1"/>
                    </a:solidFill>
                    <a:latin typeface="+mn-lt"/>
                    <a:ea typeface="+mn-ea"/>
                    <a:cs typeface="+mn-cs"/>
                  </a:defRPr>
                </a:lvl1pPr>
                <a:lvl2pPr marL="457200" algn="l" rtl="0" fontAlgn="base" latinLnBrk="1">
                  <a:spcBef>
                    <a:spcPct val="0"/>
                  </a:spcBef>
                  <a:spcAft>
                    <a:spcPct val="0"/>
                  </a:spcAft>
                  <a:defRPr kumimoji="1" kern="1200">
                    <a:solidFill>
                      <a:schemeClr val="lt1"/>
                    </a:solidFill>
                    <a:latin typeface="+mn-lt"/>
                    <a:ea typeface="+mn-ea"/>
                    <a:cs typeface="+mn-cs"/>
                  </a:defRPr>
                </a:lvl2pPr>
                <a:lvl3pPr marL="914400" algn="l" rtl="0" fontAlgn="base" latinLnBrk="1">
                  <a:spcBef>
                    <a:spcPct val="0"/>
                  </a:spcBef>
                  <a:spcAft>
                    <a:spcPct val="0"/>
                  </a:spcAft>
                  <a:defRPr kumimoji="1" kern="1200">
                    <a:solidFill>
                      <a:schemeClr val="lt1"/>
                    </a:solidFill>
                    <a:latin typeface="+mn-lt"/>
                    <a:ea typeface="+mn-ea"/>
                    <a:cs typeface="+mn-cs"/>
                  </a:defRPr>
                </a:lvl3pPr>
                <a:lvl4pPr marL="1371600" algn="l" rtl="0" fontAlgn="base" latinLnBrk="1">
                  <a:spcBef>
                    <a:spcPct val="0"/>
                  </a:spcBef>
                  <a:spcAft>
                    <a:spcPct val="0"/>
                  </a:spcAft>
                  <a:defRPr kumimoji="1" kern="1200">
                    <a:solidFill>
                      <a:schemeClr val="lt1"/>
                    </a:solidFill>
                    <a:latin typeface="+mn-lt"/>
                    <a:ea typeface="+mn-ea"/>
                    <a:cs typeface="+mn-cs"/>
                  </a:defRPr>
                </a:lvl4pPr>
                <a:lvl5pPr marL="1828800" algn="l" rtl="0" fontAlgn="base" latinLnBrk="1">
                  <a:spcBef>
                    <a:spcPct val="0"/>
                  </a:spcBef>
                  <a:spcAft>
                    <a:spcPct val="0"/>
                  </a:spcAft>
                  <a:defRPr kumimoji="1" kern="1200">
                    <a:solidFill>
                      <a:schemeClr val="lt1"/>
                    </a:solidFill>
                    <a:latin typeface="+mn-lt"/>
                    <a:ea typeface="+mn-ea"/>
                    <a:cs typeface="+mn-cs"/>
                  </a:defRPr>
                </a:lvl5pPr>
                <a:lvl6pPr marL="2286000" algn="l" defTabSz="914400" rtl="0" eaLnBrk="1" latinLnBrk="1" hangingPunct="1">
                  <a:defRPr kumimoji="1" kern="1200">
                    <a:solidFill>
                      <a:schemeClr val="lt1"/>
                    </a:solidFill>
                    <a:latin typeface="+mn-lt"/>
                    <a:ea typeface="+mn-ea"/>
                    <a:cs typeface="+mn-cs"/>
                  </a:defRPr>
                </a:lvl6pPr>
                <a:lvl7pPr marL="2743200" algn="l" defTabSz="914400" rtl="0" eaLnBrk="1" latinLnBrk="1" hangingPunct="1">
                  <a:defRPr kumimoji="1" kern="1200">
                    <a:solidFill>
                      <a:schemeClr val="lt1"/>
                    </a:solidFill>
                    <a:latin typeface="+mn-lt"/>
                    <a:ea typeface="+mn-ea"/>
                    <a:cs typeface="+mn-cs"/>
                  </a:defRPr>
                </a:lvl7pPr>
                <a:lvl8pPr marL="3200400" algn="l" defTabSz="914400" rtl="0" eaLnBrk="1" latinLnBrk="1" hangingPunct="1">
                  <a:defRPr kumimoji="1" kern="1200">
                    <a:solidFill>
                      <a:schemeClr val="lt1"/>
                    </a:solidFill>
                    <a:latin typeface="+mn-lt"/>
                    <a:ea typeface="+mn-ea"/>
                    <a:cs typeface="+mn-cs"/>
                  </a:defRPr>
                </a:lvl8pPr>
                <a:lvl9pPr marL="3657600" algn="l" defTabSz="914400" rtl="0" eaLnBrk="1" latinLnBrk="1" hangingPunct="1">
                  <a:defRPr kumimoji="1"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맑은 고딕"/>
                  <a:ea typeface="맑은 고딕"/>
                  <a:cs typeface="Segoe UI" panose="020B0502040204020203" pitchFamily="34" charset="0"/>
                </a:endParaRPr>
              </a:p>
            </p:txBody>
          </p:sp>
          <p:sp>
            <p:nvSpPr>
              <p:cNvPr id="349" name="Line 2">
                <a:extLst>
                  <a:ext uri="{FF2B5EF4-FFF2-40B4-BE49-F238E27FC236}">
                    <a16:creationId xmlns:a16="http://schemas.microsoft.com/office/drawing/2014/main" id="{45F54EC1-EEC3-40B8-8450-C4B0A9756F6D}"/>
                  </a:ext>
                </a:extLst>
              </p:cNvPr>
              <p:cNvSpPr>
                <a:spLocks/>
              </p:cNvSpPr>
              <p:nvPr/>
            </p:nvSpPr>
            <p:spPr bwMode="auto">
              <a:xfrm>
                <a:off x="415746" y="981481"/>
                <a:ext cx="1008112" cy="1008112"/>
              </a:xfrm>
              <a:custGeom>
                <a:avLst/>
                <a:gdLst>
                  <a:gd name="connsiteX0" fmla="*/ 0 w 1008112"/>
                  <a:gd name="connsiteY0" fmla="*/ 1008112 h 1008112"/>
                  <a:gd name="connsiteX1" fmla="*/ 1008112 w 1008112"/>
                  <a:gd name="connsiteY1" fmla="*/ 0 h 1008112"/>
                </a:gdLst>
                <a:ahLst/>
                <a:cxnLst>
                  <a:cxn ang="0">
                    <a:pos x="connsiteX0" y="connsiteY0"/>
                  </a:cxn>
                  <a:cxn ang="0">
                    <a:pos x="connsiteX1" y="connsiteY1"/>
                  </a:cxn>
                </a:cxnLst>
                <a:rect l="l" t="t" r="r" b="b"/>
                <a:pathLst>
                  <a:path w="1008112" h="1008112">
                    <a:moveTo>
                      <a:pt x="0" y="1008112"/>
                    </a:moveTo>
                    <a:lnTo>
                      <a:pt x="1008112" y="0"/>
                    </a:lnTo>
                  </a:path>
                </a:pathLst>
              </a:custGeom>
              <a:solidFill>
                <a:schemeClr val="bg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algn="l" rtl="0" fontAlgn="base" latinLnBrk="1">
                  <a:spcBef>
                    <a:spcPct val="0"/>
                  </a:spcBef>
                  <a:spcAft>
                    <a:spcPct val="0"/>
                  </a:spcAft>
                  <a:defRPr kumimoji="1" kern="1200">
                    <a:solidFill>
                      <a:schemeClr val="lt1"/>
                    </a:solidFill>
                    <a:latin typeface="+mn-lt"/>
                    <a:ea typeface="+mn-ea"/>
                    <a:cs typeface="+mn-cs"/>
                  </a:defRPr>
                </a:lvl1pPr>
                <a:lvl2pPr marL="457200" algn="l" rtl="0" fontAlgn="base" latinLnBrk="1">
                  <a:spcBef>
                    <a:spcPct val="0"/>
                  </a:spcBef>
                  <a:spcAft>
                    <a:spcPct val="0"/>
                  </a:spcAft>
                  <a:defRPr kumimoji="1" kern="1200">
                    <a:solidFill>
                      <a:schemeClr val="lt1"/>
                    </a:solidFill>
                    <a:latin typeface="+mn-lt"/>
                    <a:ea typeface="+mn-ea"/>
                    <a:cs typeface="+mn-cs"/>
                  </a:defRPr>
                </a:lvl2pPr>
                <a:lvl3pPr marL="914400" algn="l" rtl="0" fontAlgn="base" latinLnBrk="1">
                  <a:spcBef>
                    <a:spcPct val="0"/>
                  </a:spcBef>
                  <a:spcAft>
                    <a:spcPct val="0"/>
                  </a:spcAft>
                  <a:defRPr kumimoji="1" kern="1200">
                    <a:solidFill>
                      <a:schemeClr val="lt1"/>
                    </a:solidFill>
                    <a:latin typeface="+mn-lt"/>
                    <a:ea typeface="+mn-ea"/>
                    <a:cs typeface="+mn-cs"/>
                  </a:defRPr>
                </a:lvl3pPr>
                <a:lvl4pPr marL="1371600" algn="l" rtl="0" fontAlgn="base" latinLnBrk="1">
                  <a:spcBef>
                    <a:spcPct val="0"/>
                  </a:spcBef>
                  <a:spcAft>
                    <a:spcPct val="0"/>
                  </a:spcAft>
                  <a:defRPr kumimoji="1" kern="1200">
                    <a:solidFill>
                      <a:schemeClr val="lt1"/>
                    </a:solidFill>
                    <a:latin typeface="+mn-lt"/>
                    <a:ea typeface="+mn-ea"/>
                    <a:cs typeface="+mn-cs"/>
                  </a:defRPr>
                </a:lvl4pPr>
                <a:lvl5pPr marL="1828800" algn="l" rtl="0" fontAlgn="base" latinLnBrk="1">
                  <a:spcBef>
                    <a:spcPct val="0"/>
                  </a:spcBef>
                  <a:spcAft>
                    <a:spcPct val="0"/>
                  </a:spcAft>
                  <a:defRPr kumimoji="1" kern="1200">
                    <a:solidFill>
                      <a:schemeClr val="lt1"/>
                    </a:solidFill>
                    <a:latin typeface="+mn-lt"/>
                    <a:ea typeface="+mn-ea"/>
                    <a:cs typeface="+mn-cs"/>
                  </a:defRPr>
                </a:lvl5pPr>
                <a:lvl6pPr marL="2286000" algn="l" defTabSz="914400" rtl="0" eaLnBrk="1" latinLnBrk="1" hangingPunct="1">
                  <a:defRPr kumimoji="1" kern="1200">
                    <a:solidFill>
                      <a:schemeClr val="lt1"/>
                    </a:solidFill>
                    <a:latin typeface="+mn-lt"/>
                    <a:ea typeface="+mn-ea"/>
                    <a:cs typeface="+mn-cs"/>
                  </a:defRPr>
                </a:lvl6pPr>
                <a:lvl7pPr marL="2743200" algn="l" defTabSz="914400" rtl="0" eaLnBrk="1" latinLnBrk="1" hangingPunct="1">
                  <a:defRPr kumimoji="1" kern="1200">
                    <a:solidFill>
                      <a:schemeClr val="lt1"/>
                    </a:solidFill>
                    <a:latin typeface="+mn-lt"/>
                    <a:ea typeface="+mn-ea"/>
                    <a:cs typeface="+mn-cs"/>
                  </a:defRPr>
                </a:lvl7pPr>
                <a:lvl8pPr marL="3200400" algn="l" defTabSz="914400" rtl="0" eaLnBrk="1" latinLnBrk="1" hangingPunct="1">
                  <a:defRPr kumimoji="1" kern="1200">
                    <a:solidFill>
                      <a:schemeClr val="lt1"/>
                    </a:solidFill>
                    <a:latin typeface="+mn-lt"/>
                    <a:ea typeface="+mn-ea"/>
                    <a:cs typeface="+mn-cs"/>
                  </a:defRPr>
                </a:lvl8pPr>
                <a:lvl9pPr marL="3657600" algn="l" defTabSz="914400" rtl="0" eaLnBrk="1" latinLnBrk="1" hangingPunct="1">
                  <a:defRPr kumimoji="1"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맑은 고딕"/>
                  <a:ea typeface="맑은 고딕"/>
                  <a:cs typeface="Segoe UI" panose="020B0502040204020203" pitchFamily="34" charset="0"/>
                </a:endParaRPr>
              </a:p>
            </p:txBody>
          </p:sp>
          <p:sp>
            <p:nvSpPr>
              <p:cNvPr id="350" name="Line 1">
                <a:extLst>
                  <a:ext uri="{FF2B5EF4-FFF2-40B4-BE49-F238E27FC236}">
                    <a16:creationId xmlns:a16="http://schemas.microsoft.com/office/drawing/2014/main" id="{F364D2AE-DA0D-410C-A5EE-1506C1E0F0A4}"/>
                  </a:ext>
                </a:extLst>
              </p:cNvPr>
              <p:cNvSpPr>
                <a:spLocks/>
              </p:cNvSpPr>
              <p:nvPr/>
            </p:nvSpPr>
            <p:spPr bwMode="auto">
              <a:xfrm>
                <a:off x="415746" y="981481"/>
                <a:ext cx="1008112" cy="1008112"/>
              </a:xfrm>
              <a:custGeom>
                <a:avLst/>
                <a:gdLst>
                  <a:gd name="connsiteX0" fmla="*/ 1008112 w 1008112"/>
                  <a:gd name="connsiteY0" fmla="*/ 1008112 h 1008112"/>
                  <a:gd name="connsiteX1" fmla="*/ 0 w 1008112"/>
                  <a:gd name="connsiteY1" fmla="*/ 0 h 1008112"/>
                </a:gdLst>
                <a:ahLst/>
                <a:cxnLst>
                  <a:cxn ang="0">
                    <a:pos x="connsiteX0" y="connsiteY0"/>
                  </a:cxn>
                  <a:cxn ang="0">
                    <a:pos x="connsiteX1" y="connsiteY1"/>
                  </a:cxn>
                </a:cxnLst>
                <a:rect l="l" t="t" r="r" b="b"/>
                <a:pathLst>
                  <a:path w="1008112" h="1008112">
                    <a:moveTo>
                      <a:pt x="1008112" y="1008112"/>
                    </a:moveTo>
                    <a:lnTo>
                      <a:pt x="0" y="0"/>
                    </a:lnTo>
                  </a:path>
                </a:pathLst>
              </a:custGeom>
              <a:solidFill>
                <a:schemeClr val="bg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algn="l" rtl="0" fontAlgn="base" latinLnBrk="1">
                  <a:spcBef>
                    <a:spcPct val="0"/>
                  </a:spcBef>
                  <a:spcAft>
                    <a:spcPct val="0"/>
                  </a:spcAft>
                  <a:defRPr kumimoji="1" kern="1200">
                    <a:solidFill>
                      <a:schemeClr val="lt1"/>
                    </a:solidFill>
                    <a:latin typeface="+mn-lt"/>
                    <a:ea typeface="+mn-ea"/>
                    <a:cs typeface="+mn-cs"/>
                  </a:defRPr>
                </a:lvl1pPr>
                <a:lvl2pPr marL="457200" algn="l" rtl="0" fontAlgn="base" latinLnBrk="1">
                  <a:spcBef>
                    <a:spcPct val="0"/>
                  </a:spcBef>
                  <a:spcAft>
                    <a:spcPct val="0"/>
                  </a:spcAft>
                  <a:defRPr kumimoji="1" kern="1200">
                    <a:solidFill>
                      <a:schemeClr val="lt1"/>
                    </a:solidFill>
                    <a:latin typeface="+mn-lt"/>
                    <a:ea typeface="+mn-ea"/>
                    <a:cs typeface="+mn-cs"/>
                  </a:defRPr>
                </a:lvl2pPr>
                <a:lvl3pPr marL="914400" algn="l" rtl="0" fontAlgn="base" latinLnBrk="1">
                  <a:spcBef>
                    <a:spcPct val="0"/>
                  </a:spcBef>
                  <a:spcAft>
                    <a:spcPct val="0"/>
                  </a:spcAft>
                  <a:defRPr kumimoji="1" kern="1200">
                    <a:solidFill>
                      <a:schemeClr val="lt1"/>
                    </a:solidFill>
                    <a:latin typeface="+mn-lt"/>
                    <a:ea typeface="+mn-ea"/>
                    <a:cs typeface="+mn-cs"/>
                  </a:defRPr>
                </a:lvl3pPr>
                <a:lvl4pPr marL="1371600" algn="l" rtl="0" fontAlgn="base" latinLnBrk="1">
                  <a:spcBef>
                    <a:spcPct val="0"/>
                  </a:spcBef>
                  <a:spcAft>
                    <a:spcPct val="0"/>
                  </a:spcAft>
                  <a:defRPr kumimoji="1" kern="1200">
                    <a:solidFill>
                      <a:schemeClr val="lt1"/>
                    </a:solidFill>
                    <a:latin typeface="+mn-lt"/>
                    <a:ea typeface="+mn-ea"/>
                    <a:cs typeface="+mn-cs"/>
                  </a:defRPr>
                </a:lvl4pPr>
                <a:lvl5pPr marL="1828800" algn="l" rtl="0" fontAlgn="base" latinLnBrk="1">
                  <a:spcBef>
                    <a:spcPct val="0"/>
                  </a:spcBef>
                  <a:spcAft>
                    <a:spcPct val="0"/>
                  </a:spcAft>
                  <a:defRPr kumimoji="1" kern="1200">
                    <a:solidFill>
                      <a:schemeClr val="lt1"/>
                    </a:solidFill>
                    <a:latin typeface="+mn-lt"/>
                    <a:ea typeface="+mn-ea"/>
                    <a:cs typeface="+mn-cs"/>
                  </a:defRPr>
                </a:lvl5pPr>
                <a:lvl6pPr marL="2286000" algn="l" defTabSz="914400" rtl="0" eaLnBrk="1" latinLnBrk="1" hangingPunct="1">
                  <a:defRPr kumimoji="1" kern="1200">
                    <a:solidFill>
                      <a:schemeClr val="lt1"/>
                    </a:solidFill>
                    <a:latin typeface="+mn-lt"/>
                    <a:ea typeface="+mn-ea"/>
                    <a:cs typeface="+mn-cs"/>
                  </a:defRPr>
                </a:lvl6pPr>
                <a:lvl7pPr marL="2743200" algn="l" defTabSz="914400" rtl="0" eaLnBrk="1" latinLnBrk="1" hangingPunct="1">
                  <a:defRPr kumimoji="1" kern="1200">
                    <a:solidFill>
                      <a:schemeClr val="lt1"/>
                    </a:solidFill>
                    <a:latin typeface="+mn-lt"/>
                    <a:ea typeface="+mn-ea"/>
                    <a:cs typeface="+mn-cs"/>
                  </a:defRPr>
                </a:lvl7pPr>
                <a:lvl8pPr marL="3200400" algn="l" defTabSz="914400" rtl="0" eaLnBrk="1" latinLnBrk="1" hangingPunct="1">
                  <a:defRPr kumimoji="1" kern="1200">
                    <a:solidFill>
                      <a:schemeClr val="lt1"/>
                    </a:solidFill>
                    <a:latin typeface="+mn-lt"/>
                    <a:ea typeface="+mn-ea"/>
                    <a:cs typeface="+mn-cs"/>
                  </a:defRPr>
                </a:lvl8pPr>
                <a:lvl9pPr marL="3657600" algn="l" defTabSz="914400" rtl="0" eaLnBrk="1" latinLnBrk="1" hangingPunct="1">
                  <a:defRPr kumimoji="1"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맑은 고딕"/>
                  <a:ea typeface="맑은 고딕"/>
                  <a:cs typeface="Segoe UI" panose="020B0502040204020203" pitchFamily="34" charset="0"/>
                </a:endParaRPr>
              </a:p>
            </p:txBody>
          </p:sp>
        </p:grpSp>
        <p:sp>
          <p:nvSpPr>
            <p:cNvPr id="347" name="이등변 삼각형 346">
              <a:extLst>
                <a:ext uri="{FF2B5EF4-FFF2-40B4-BE49-F238E27FC236}">
                  <a16:creationId xmlns:a16="http://schemas.microsoft.com/office/drawing/2014/main" id="{EFD7C010-0617-4D35-99AC-AF2B873B01E5}"/>
                </a:ext>
              </a:extLst>
            </p:cNvPr>
            <p:cNvSpPr/>
            <p:nvPr/>
          </p:nvSpPr>
          <p:spPr>
            <a:xfrm rot="16200000">
              <a:off x="2896031" y="2905224"/>
              <a:ext cx="175629" cy="151404"/>
            </a:xfrm>
            <a:prstGeom prst="triangle">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400" fontAlgn="base" latinLnBrk="1">
                <a:spcBef>
                  <a:spcPct val="0"/>
                </a:spcBef>
                <a:spcAft>
                  <a:spcPct val="0"/>
                </a:spcAft>
              </a:pPr>
              <a:endParaRPr kumimoji="1" lang="ko-KR" altLang="en-US" sz="800">
                <a:solidFill>
                  <a:prstClr val="black">
                    <a:lumMod val="75000"/>
                    <a:lumOff val="25000"/>
                  </a:prstClr>
                </a:solidFill>
                <a:latin typeface="맑은 고딕" panose="020B0503020000020004" pitchFamily="50" charset="-127"/>
                <a:ea typeface="맑은 고딕" panose="020B0503020000020004" pitchFamily="50" charset="-127"/>
              </a:endParaRPr>
            </a:p>
          </p:txBody>
        </p:sp>
      </p:grpSp>
      <p:sp>
        <p:nvSpPr>
          <p:cNvPr id="351" name="사각형: 둥근 모서리 350">
            <a:extLst>
              <a:ext uri="{FF2B5EF4-FFF2-40B4-BE49-F238E27FC236}">
                <a16:creationId xmlns:a16="http://schemas.microsoft.com/office/drawing/2014/main" id="{E5208C82-1147-48EB-999E-6B63C464A47B}"/>
              </a:ext>
            </a:extLst>
          </p:cNvPr>
          <p:cNvSpPr/>
          <p:nvPr/>
        </p:nvSpPr>
        <p:spPr>
          <a:xfrm>
            <a:off x="5604609" y="2938001"/>
            <a:ext cx="1964147" cy="634161"/>
          </a:xfrm>
          <a:prstGeom prst="roundRect">
            <a:avLst>
              <a:gd name="adj" fmla="val 4833"/>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400" fontAlgn="base" latinLnBrk="1">
              <a:lnSpc>
                <a:spcPct val="150000"/>
              </a:lnSpc>
              <a:spcBef>
                <a:spcPct val="0"/>
              </a:spcBef>
              <a:spcAft>
                <a:spcPct val="0"/>
              </a:spcAft>
            </a:pPr>
            <a:r>
              <a:rPr kumimoji="1" lang="en-US" altLang="ko-KR" sz="800">
                <a:solidFill>
                  <a:prstClr val="black">
                    <a:lumMod val="75000"/>
                    <a:lumOff val="25000"/>
                  </a:prstClr>
                </a:solidFill>
                <a:latin typeface="맑은 고딕" panose="020B0503020000020004" pitchFamily="50" charset="-127"/>
                <a:ea typeface="맑은 고딕" panose="020B0503020000020004" pitchFamily="50" charset="-127"/>
              </a:rPr>
              <a:t>[</a:t>
            </a:r>
            <a:r>
              <a:rPr kumimoji="1" lang="ko-KR" altLang="en-US" sz="800" err="1">
                <a:solidFill>
                  <a:prstClr val="black">
                    <a:lumMod val="75000"/>
                    <a:lumOff val="25000"/>
                  </a:prstClr>
                </a:solidFill>
                <a:latin typeface="맑은 고딕" panose="020B0503020000020004" pitchFamily="50" charset="-127"/>
                <a:ea typeface="맑은 고딕" panose="020B0503020000020004" pitchFamily="50" charset="-127"/>
              </a:rPr>
              <a:t>참좋은여행</a:t>
            </a:r>
            <a:r>
              <a:rPr kumimoji="1" lang="en-US" altLang="ko-KR" sz="800">
                <a:solidFill>
                  <a:prstClr val="black">
                    <a:lumMod val="75000"/>
                    <a:lumOff val="25000"/>
                  </a:prstClr>
                </a:solidFill>
                <a:latin typeface="맑은 고딕" panose="020B0503020000020004" pitchFamily="50" charset="-127"/>
                <a:ea typeface="맑은 고딕" panose="020B0503020000020004" pitchFamily="50" charset="-127"/>
              </a:rPr>
              <a:t>] </a:t>
            </a:r>
            <a:r>
              <a:rPr kumimoji="1" lang="ko-KR" altLang="en-US" sz="800">
                <a:solidFill>
                  <a:prstClr val="black">
                    <a:lumMod val="75000"/>
                    <a:lumOff val="25000"/>
                  </a:prstClr>
                </a:solidFill>
                <a:latin typeface="맑은 고딕" panose="020B0503020000020004" pitchFamily="50" charset="-127"/>
                <a:ea typeface="맑은 고딕" panose="020B0503020000020004" pitchFamily="50" charset="-127"/>
              </a:rPr>
              <a:t>홍길동고객님</a:t>
            </a:r>
            <a:r>
              <a:rPr kumimoji="1" lang="en-US" altLang="ko-KR" sz="800">
                <a:solidFill>
                  <a:prstClr val="black">
                    <a:lumMod val="75000"/>
                    <a:lumOff val="25000"/>
                  </a:prstClr>
                </a:solidFill>
                <a:latin typeface="맑은 고딕" panose="020B0503020000020004" pitchFamily="50" charset="-127"/>
                <a:ea typeface="맑은 고딕" panose="020B0503020000020004" pitchFamily="50" charset="-127"/>
              </a:rPr>
              <a:t> </a:t>
            </a:r>
            <a:r>
              <a:rPr kumimoji="1" lang="ko-KR" altLang="en-US" sz="800">
                <a:solidFill>
                  <a:prstClr val="black">
                    <a:lumMod val="75000"/>
                    <a:lumOff val="25000"/>
                  </a:prstClr>
                </a:solidFill>
                <a:latin typeface="맑은 고딕" panose="020B0503020000020004" pitchFamily="50" charset="-127"/>
                <a:ea typeface="맑은 고딕" panose="020B0503020000020004" pitchFamily="50" charset="-127"/>
              </a:rPr>
              <a:t>예약이 완료되었습니다</a:t>
            </a:r>
            <a:r>
              <a:rPr kumimoji="1" lang="en-US" altLang="ko-KR" sz="800">
                <a:solidFill>
                  <a:prstClr val="black">
                    <a:lumMod val="75000"/>
                    <a:lumOff val="25000"/>
                  </a:prstClr>
                </a:solidFill>
                <a:latin typeface="맑은 고딕" panose="020B0503020000020004" pitchFamily="50" charset="-127"/>
                <a:ea typeface="맑은 고딕" panose="020B0503020000020004" pitchFamily="50" charset="-127"/>
              </a:rPr>
              <a:t>.(</a:t>
            </a:r>
            <a:r>
              <a:rPr kumimoji="1" lang="ko-KR" altLang="en-US" sz="800">
                <a:solidFill>
                  <a:prstClr val="black">
                    <a:lumMod val="75000"/>
                    <a:lumOff val="25000"/>
                  </a:prstClr>
                </a:solidFill>
                <a:latin typeface="맑은 고딕" panose="020B0503020000020004" pitchFamily="50" charset="-127"/>
                <a:ea typeface="맑은 고딕" panose="020B0503020000020004" pitchFamily="50" charset="-127"/>
              </a:rPr>
              <a:t>예약번호</a:t>
            </a:r>
            <a:r>
              <a:rPr kumimoji="1" lang="en-US" altLang="ko-KR" sz="800" err="1">
                <a:solidFill>
                  <a:prstClr val="black">
                    <a:lumMod val="75000"/>
                    <a:lumOff val="25000"/>
                  </a:prstClr>
                </a:solidFill>
                <a:latin typeface="맑은 고딕" panose="020B0503020000020004" pitchFamily="50" charset="-127"/>
                <a:ea typeface="맑은 고딕" panose="020B0503020000020004" pitchFamily="50" charset="-127"/>
              </a:rPr>
              <a:t>RP1905204301</a:t>
            </a:r>
            <a:r>
              <a:rPr kumimoji="1" lang="en-US" altLang="ko-KR" sz="800">
                <a:solidFill>
                  <a:prstClr val="black">
                    <a:lumMod val="75000"/>
                    <a:lumOff val="25000"/>
                  </a:prstClr>
                </a:solidFill>
                <a:latin typeface="맑은 고딕" panose="020B0503020000020004" pitchFamily="50" charset="-127"/>
                <a:ea typeface="맑은 고딕" panose="020B0503020000020004" pitchFamily="50" charset="-127"/>
              </a:rPr>
              <a:t>)</a:t>
            </a:r>
            <a:endParaRPr kumimoji="1" lang="en-US" altLang="ko-KR" sz="800">
              <a:solidFill>
                <a:prstClr val="black">
                  <a:lumMod val="75000"/>
                  <a:lumOff val="25000"/>
                </a:prstClr>
              </a:solidFill>
              <a:latin typeface="맑은 고딕"/>
              <a:ea typeface="맑은 고딕"/>
            </a:endParaRPr>
          </a:p>
          <a:p>
            <a:pPr defTabSz="914400" fontAlgn="base" latinLnBrk="1">
              <a:lnSpc>
                <a:spcPct val="150000"/>
              </a:lnSpc>
              <a:spcBef>
                <a:spcPct val="0"/>
              </a:spcBef>
              <a:spcAft>
                <a:spcPct val="0"/>
              </a:spcAft>
            </a:pPr>
            <a:r>
              <a:rPr kumimoji="1" lang="en-US" altLang="ko-KR" sz="800">
                <a:solidFill>
                  <a:prstClr val="black">
                    <a:lumMod val="75000"/>
                    <a:lumOff val="25000"/>
                  </a:prstClr>
                </a:solidFill>
                <a:latin typeface="맑은 고딕"/>
                <a:ea typeface="맑은 고딕"/>
              </a:rPr>
              <a:t>12:00</a:t>
            </a:r>
            <a:endParaRPr kumimoji="1" lang="ko-KR" altLang="en-US" sz="800">
              <a:solidFill>
                <a:prstClr val="black">
                  <a:lumMod val="75000"/>
                  <a:lumOff val="25000"/>
                </a:prstClr>
              </a:solidFill>
              <a:latin typeface="맑은 고딕"/>
              <a:ea typeface="맑은 고딕"/>
            </a:endParaRPr>
          </a:p>
        </p:txBody>
      </p:sp>
      <p:grpSp>
        <p:nvGrpSpPr>
          <p:cNvPr id="352" name="그룹 351">
            <a:extLst>
              <a:ext uri="{FF2B5EF4-FFF2-40B4-BE49-F238E27FC236}">
                <a16:creationId xmlns:a16="http://schemas.microsoft.com/office/drawing/2014/main" id="{3122973B-BCCD-4BEF-9E1E-C8327B45B4D9}"/>
              </a:ext>
            </a:extLst>
          </p:cNvPr>
          <p:cNvGrpSpPr/>
          <p:nvPr/>
        </p:nvGrpSpPr>
        <p:grpSpPr>
          <a:xfrm>
            <a:off x="5374925" y="3001815"/>
            <a:ext cx="291856" cy="175629"/>
            <a:chOff x="2767692" y="2893111"/>
            <a:chExt cx="291856" cy="175629"/>
          </a:xfrm>
        </p:grpSpPr>
        <p:grpSp>
          <p:nvGrpSpPr>
            <p:cNvPr id="353" name="Image">
              <a:extLst>
                <a:ext uri="{FF2B5EF4-FFF2-40B4-BE49-F238E27FC236}">
                  <a16:creationId xmlns:a16="http://schemas.microsoft.com/office/drawing/2014/main" id="{BAB07DEC-C0BE-429E-860D-9D367288C6D4}"/>
                </a:ext>
              </a:extLst>
            </p:cNvPr>
            <p:cNvGrpSpPr>
              <a:grpSpLocks/>
            </p:cNvGrpSpPr>
            <p:nvPr/>
          </p:nvGrpSpPr>
          <p:grpSpPr bwMode="auto">
            <a:xfrm>
              <a:off x="2767692" y="2893112"/>
              <a:ext cx="140759" cy="141082"/>
              <a:chOff x="309897" y="673748"/>
              <a:chExt cx="1219816" cy="1623578"/>
            </a:xfrm>
          </p:grpSpPr>
          <p:sp>
            <p:nvSpPr>
              <p:cNvPr id="355" name="Border">
                <a:extLst>
                  <a:ext uri="{FF2B5EF4-FFF2-40B4-BE49-F238E27FC236}">
                    <a16:creationId xmlns:a16="http://schemas.microsoft.com/office/drawing/2014/main" id="{7914D156-9DA0-4D1B-A20F-D583D49E7928}"/>
                  </a:ext>
                </a:extLst>
              </p:cNvPr>
              <p:cNvSpPr>
                <a:spLocks/>
              </p:cNvSpPr>
              <p:nvPr/>
            </p:nvSpPr>
            <p:spPr bwMode="auto">
              <a:xfrm>
                <a:off x="309897" y="673748"/>
                <a:ext cx="1219816" cy="1623578"/>
              </a:xfrm>
              <a:prstGeom prst="ellipse">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algn="l" rtl="0" fontAlgn="base" latinLnBrk="1">
                  <a:spcBef>
                    <a:spcPct val="0"/>
                  </a:spcBef>
                  <a:spcAft>
                    <a:spcPct val="0"/>
                  </a:spcAft>
                  <a:defRPr kumimoji="1" kern="1200">
                    <a:solidFill>
                      <a:schemeClr val="lt1"/>
                    </a:solidFill>
                    <a:latin typeface="+mn-lt"/>
                    <a:ea typeface="+mn-ea"/>
                    <a:cs typeface="+mn-cs"/>
                  </a:defRPr>
                </a:lvl1pPr>
                <a:lvl2pPr marL="457200" algn="l" rtl="0" fontAlgn="base" latinLnBrk="1">
                  <a:spcBef>
                    <a:spcPct val="0"/>
                  </a:spcBef>
                  <a:spcAft>
                    <a:spcPct val="0"/>
                  </a:spcAft>
                  <a:defRPr kumimoji="1" kern="1200">
                    <a:solidFill>
                      <a:schemeClr val="lt1"/>
                    </a:solidFill>
                    <a:latin typeface="+mn-lt"/>
                    <a:ea typeface="+mn-ea"/>
                    <a:cs typeface="+mn-cs"/>
                  </a:defRPr>
                </a:lvl2pPr>
                <a:lvl3pPr marL="914400" algn="l" rtl="0" fontAlgn="base" latinLnBrk="1">
                  <a:spcBef>
                    <a:spcPct val="0"/>
                  </a:spcBef>
                  <a:spcAft>
                    <a:spcPct val="0"/>
                  </a:spcAft>
                  <a:defRPr kumimoji="1" kern="1200">
                    <a:solidFill>
                      <a:schemeClr val="lt1"/>
                    </a:solidFill>
                    <a:latin typeface="+mn-lt"/>
                    <a:ea typeface="+mn-ea"/>
                    <a:cs typeface="+mn-cs"/>
                  </a:defRPr>
                </a:lvl3pPr>
                <a:lvl4pPr marL="1371600" algn="l" rtl="0" fontAlgn="base" latinLnBrk="1">
                  <a:spcBef>
                    <a:spcPct val="0"/>
                  </a:spcBef>
                  <a:spcAft>
                    <a:spcPct val="0"/>
                  </a:spcAft>
                  <a:defRPr kumimoji="1" kern="1200">
                    <a:solidFill>
                      <a:schemeClr val="lt1"/>
                    </a:solidFill>
                    <a:latin typeface="+mn-lt"/>
                    <a:ea typeface="+mn-ea"/>
                    <a:cs typeface="+mn-cs"/>
                  </a:defRPr>
                </a:lvl4pPr>
                <a:lvl5pPr marL="1828800" algn="l" rtl="0" fontAlgn="base" latinLnBrk="1">
                  <a:spcBef>
                    <a:spcPct val="0"/>
                  </a:spcBef>
                  <a:spcAft>
                    <a:spcPct val="0"/>
                  </a:spcAft>
                  <a:defRPr kumimoji="1" kern="1200">
                    <a:solidFill>
                      <a:schemeClr val="lt1"/>
                    </a:solidFill>
                    <a:latin typeface="+mn-lt"/>
                    <a:ea typeface="+mn-ea"/>
                    <a:cs typeface="+mn-cs"/>
                  </a:defRPr>
                </a:lvl5pPr>
                <a:lvl6pPr marL="2286000" algn="l" defTabSz="914400" rtl="0" eaLnBrk="1" latinLnBrk="1" hangingPunct="1">
                  <a:defRPr kumimoji="1" kern="1200">
                    <a:solidFill>
                      <a:schemeClr val="lt1"/>
                    </a:solidFill>
                    <a:latin typeface="+mn-lt"/>
                    <a:ea typeface="+mn-ea"/>
                    <a:cs typeface="+mn-cs"/>
                  </a:defRPr>
                </a:lvl6pPr>
                <a:lvl7pPr marL="2743200" algn="l" defTabSz="914400" rtl="0" eaLnBrk="1" latinLnBrk="1" hangingPunct="1">
                  <a:defRPr kumimoji="1" kern="1200">
                    <a:solidFill>
                      <a:schemeClr val="lt1"/>
                    </a:solidFill>
                    <a:latin typeface="+mn-lt"/>
                    <a:ea typeface="+mn-ea"/>
                    <a:cs typeface="+mn-cs"/>
                  </a:defRPr>
                </a:lvl7pPr>
                <a:lvl8pPr marL="3200400" algn="l" defTabSz="914400" rtl="0" eaLnBrk="1" latinLnBrk="1" hangingPunct="1">
                  <a:defRPr kumimoji="1" kern="1200">
                    <a:solidFill>
                      <a:schemeClr val="lt1"/>
                    </a:solidFill>
                    <a:latin typeface="+mn-lt"/>
                    <a:ea typeface="+mn-ea"/>
                    <a:cs typeface="+mn-cs"/>
                  </a:defRPr>
                </a:lvl8pPr>
                <a:lvl9pPr marL="3657600" algn="l" defTabSz="914400" rtl="0" eaLnBrk="1" latinLnBrk="1" hangingPunct="1">
                  <a:defRPr kumimoji="1"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맑은 고딕"/>
                  <a:ea typeface="맑은 고딕"/>
                  <a:cs typeface="Segoe UI" panose="020B0502040204020203" pitchFamily="34" charset="0"/>
                </a:endParaRPr>
              </a:p>
            </p:txBody>
          </p:sp>
          <p:sp>
            <p:nvSpPr>
              <p:cNvPr id="356" name="Line 2">
                <a:extLst>
                  <a:ext uri="{FF2B5EF4-FFF2-40B4-BE49-F238E27FC236}">
                    <a16:creationId xmlns:a16="http://schemas.microsoft.com/office/drawing/2014/main" id="{CAEEDEB2-BF09-41B2-B3AD-B6DB6756262E}"/>
                  </a:ext>
                </a:extLst>
              </p:cNvPr>
              <p:cNvSpPr>
                <a:spLocks/>
              </p:cNvSpPr>
              <p:nvPr/>
            </p:nvSpPr>
            <p:spPr bwMode="auto">
              <a:xfrm>
                <a:off x="415746" y="981481"/>
                <a:ext cx="1008112" cy="1008112"/>
              </a:xfrm>
              <a:custGeom>
                <a:avLst/>
                <a:gdLst>
                  <a:gd name="connsiteX0" fmla="*/ 0 w 1008112"/>
                  <a:gd name="connsiteY0" fmla="*/ 1008112 h 1008112"/>
                  <a:gd name="connsiteX1" fmla="*/ 1008112 w 1008112"/>
                  <a:gd name="connsiteY1" fmla="*/ 0 h 1008112"/>
                </a:gdLst>
                <a:ahLst/>
                <a:cxnLst>
                  <a:cxn ang="0">
                    <a:pos x="connsiteX0" y="connsiteY0"/>
                  </a:cxn>
                  <a:cxn ang="0">
                    <a:pos x="connsiteX1" y="connsiteY1"/>
                  </a:cxn>
                </a:cxnLst>
                <a:rect l="l" t="t" r="r" b="b"/>
                <a:pathLst>
                  <a:path w="1008112" h="1008112">
                    <a:moveTo>
                      <a:pt x="0" y="1008112"/>
                    </a:moveTo>
                    <a:lnTo>
                      <a:pt x="1008112" y="0"/>
                    </a:lnTo>
                  </a:path>
                </a:pathLst>
              </a:custGeom>
              <a:solidFill>
                <a:schemeClr val="bg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algn="l" rtl="0" fontAlgn="base" latinLnBrk="1">
                  <a:spcBef>
                    <a:spcPct val="0"/>
                  </a:spcBef>
                  <a:spcAft>
                    <a:spcPct val="0"/>
                  </a:spcAft>
                  <a:defRPr kumimoji="1" kern="1200">
                    <a:solidFill>
                      <a:schemeClr val="lt1"/>
                    </a:solidFill>
                    <a:latin typeface="+mn-lt"/>
                    <a:ea typeface="+mn-ea"/>
                    <a:cs typeface="+mn-cs"/>
                  </a:defRPr>
                </a:lvl1pPr>
                <a:lvl2pPr marL="457200" algn="l" rtl="0" fontAlgn="base" latinLnBrk="1">
                  <a:spcBef>
                    <a:spcPct val="0"/>
                  </a:spcBef>
                  <a:spcAft>
                    <a:spcPct val="0"/>
                  </a:spcAft>
                  <a:defRPr kumimoji="1" kern="1200">
                    <a:solidFill>
                      <a:schemeClr val="lt1"/>
                    </a:solidFill>
                    <a:latin typeface="+mn-lt"/>
                    <a:ea typeface="+mn-ea"/>
                    <a:cs typeface="+mn-cs"/>
                  </a:defRPr>
                </a:lvl2pPr>
                <a:lvl3pPr marL="914400" algn="l" rtl="0" fontAlgn="base" latinLnBrk="1">
                  <a:spcBef>
                    <a:spcPct val="0"/>
                  </a:spcBef>
                  <a:spcAft>
                    <a:spcPct val="0"/>
                  </a:spcAft>
                  <a:defRPr kumimoji="1" kern="1200">
                    <a:solidFill>
                      <a:schemeClr val="lt1"/>
                    </a:solidFill>
                    <a:latin typeface="+mn-lt"/>
                    <a:ea typeface="+mn-ea"/>
                    <a:cs typeface="+mn-cs"/>
                  </a:defRPr>
                </a:lvl3pPr>
                <a:lvl4pPr marL="1371600" algn="l" rtl="0" fontAlgn="base" latinLnBrk="1">
                  <a:spcBef>
                    <a:spcPct val="0"/>
                  </a:spcBef>
                  <a:spcAft>
                    <a:spcPct val="0"/>
                  </a:spcAft>
                  <a:defRPr kumimoji="1" kern="1200">
                    <a:solidFill>
                      <a:schemeClr val="lt1"/>
                    </a:solidFill>
                    <a:latin typeface="+mn-lt"/>
                    <a:ea typeface="+mn-ea"/>
                    <a:cs typeface="+mn-cs"/>
                  </a:defRPr>
                </a:lvl4pPr>
                <a:lvl5pPr marL="1828800" algn="l" rtl="0" fontAlgn="base" latinLnBrk="1">
                  <a:spcBef>
                    <a:spcPct val="0"/>
                  </a:spcBef>
                  <a:spcAft>
                    <a:spcPct val="0"/>
                  </a:spcAft>
                  <a:defRPr kumimoji="1" kern="1200">
                    <a:solidFill>
                      <a:schemeClr val="lt1"/>
                    </a:solidFill>
                    <a:latin typeface="+mn-lt"/>
                    <a:ea typeface="+mn-ea"/>
                    <a:cs typeface="+mn-cs"/>
                  </a:defRPr>
                </a:lvl5pPr>
                <a:lvl6pPr marL="2286000" algn="l" defTabSz="914400" rtl="0" eaLnBrk="1" latinLnBrk="1" hangingPunct="1">
                  <a:defRPr kumimoji="1" kern="1200">
                    <a:solidFill>
                      <a:schemeClr val="lt1"/>
                    </a:solidFill>
                    <a:latin typeface="+mn-lt"/>
                    <a:ea typeface="+mn-ea"/>
                    <a:cs typeface="+mn-cs"/>
                  </a:defRPr>
                </a:lvl6pPr>
                <a:lvl7pPr marL="2743200" algn="l" defTabSz="914400" rtl="0" eaLnBrk="1" latinLnBrk="1" hangingPunct="1">
                  <a:defRPr kumimoji="1" kern="1200">
                    <a:solidFill>
                      <a:schemeClr val="lt1"/>
                    </a:solidFill>
                    <a:latin typeface="+mn-lt"/>
                    <a:ea typeface="+mn-ea"/>
                    <a:cs typeface="+mn-cs"/>
                  </a:defRPr>
                </a:lvl7pPr>
                <a:lvl8pPr marL="3200400" algn="l" defTabSz="914400" rtl="0" eaLnBrk="1" latinLnBrk="1" hangingPunct="1">
                  <a:defRPr kumimoji="1" kern="1200">
                    <a:solidFill>
                      <a:schemeClr val="lt1"/>
                    </a:solidFill>
                    <a:latin typeface="+mn-lt"/>
                    <a:ea typeface="+mn-ea"/>
                    <a:cs typeface="+mn-cs"/>
                  </a:defRPr>
                </a:lvl8pPr>
                <a:lvl9pPr marL="3657600" algn="l" defTabSz="914400" rtl="0" eaLnBrk="1" latinLnBrk="1" hangingPunct="1">
                  <a:defRPr kumimoji="1"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맑은 고딕"/>
                  <a:ea typeface="맑은 고딕"/>
                  <a:cs typeface="Segoe UI" panose="020B0502040204020203" pitchFamily="34" charset="0"/>
                </a:endParaRPr>
              </a:p>
            </p:txBody>
          </p:sp>
          <p:sp>
            <p:nvSpPr>
              <p:cNvPr id="357" name="Line 1">
                <a:extLst>
                  <a:ext uri="{FF2B5EF4-FFF2-40B4-BE49-F238E27FC236}">
                    <a16:creationId xmlns:a16="http://schemas.microsoft.com/office/drawing/2014/main" id="{77F72AEF-35C0-4F14-AD13-8B5EF3DD9D0D}"/>
                  </a:ext>
                </a:extLst>
              </p:cNvPr>
              <p:cNvSpPr>
                <a:spLocks/>
              </p:cNvSpPr>
              <p:nvPr/>
            </p:nvSpPr>
            <p:spPr bwMode="auto">
              <a:xfrm>
                <a:off x="415746" y="981481"/>
                <a:ext cx="1008112" cy="1008112"/>
              </a:xfrm>
              <a:custGeom>
                <a:avLst/>
                <a:gdLst>
                  <a:gd name="connsiteX0" fmla="*/ 1008112 w 1008112"/>
                  <a:gd name="connsiteY0" fmla="*/ 1008112 h 1008112"/>
                  <a:gd name="connsiteX1" fmla="*/ 0 w 1008112"/>
                  <a:gd name="connsiteY1" fmla="*/ 0 h 1008112"/>
                </a:gdLst>
                <a:ahLst/>
                <a:cxnLst>
                  <a:cxn ang="0">
                    <a:pos x="connsiteX0" y="connsiteY0"/>
                  </a:cxn>
                  <a:cxn ang="0">
                    <a:pos x="connsiteX1" y="connsiteY1"/>
                  </a:cxn>
                </a:cxnLst>
                <a:rect l="l" t="t" r="r" b="b"/>
                <a:pathLst>
                  <a:path w="1008112" h="1008112">
                    <a:moveTo>
                      <a:pt x="1008112" y="1008112"/>
                    </a:moveTo>
                    <a:lnTo>
                      <a:pt x="0" y="0"/>
                    </a:lnTo>
                  </a:path>
                </a:pathLst>
              </a:custGeom>
              <a:solidFill>
                <a:schemeClr val="bg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algn="l" rtl="0" fontAlgn="base" latinLnBrk="1">
                  <a:spcBef>
                    <a:spcPct val="0"/>
                  </a:spcBef>
                  <a:spcAft>
                    <a:spcPct val="0"/>
                  </a:spcAft>
                  <a:defRPr kumimoji="1" kern="1200">
                    <a:solidFill>
                      <a:schemeClr val="lt1"/>
                    </a:solidFill>
                    <a:latin typeface="+mn-lt"/>
                    <a:ea typeface="+mn-ea"/>
                    <a:cs typeface="+mn-cs"/>
                  </a:defRPr>
                </a:lvl1pPr>
                <a:lvl2pPr marL="457200" algn="l" rtl="0" fontAlgn="base" latinLnBrk="1">
                  <a:spcBef>
                    <a:spcPct val="0"/>
                  </a:spcBef>
                  <a:spcAft>
                    <a:spcPct val="0"/>
                  </a:spcAft>
                  <a:defRPr kumimoji="1" kern="1200">
                    <a:solidFill>
                      <a:schemeClr val="lt1"/>
                    </a:solidFill>
                    <a:latin typeface="+mn-lt"/>
                    <a:ea typeface="+mn-ea"/>
                    <a:cs typeface="+mn-cs"/>
                  </a:defRPr>
                </a:lvl2pPr>
                <a:lvl3pPr marL="914400" algn="l" rtl="0" fontAlgn="base" latinLnBrk="1">
                  <a:spcBef>
                    <a:spcPct val="0"/>
                  </a:spcBef>
                  <a:spcAft>
                    <a:spcPct val="0"/>
                  </a:spcAft>
                  <a:defRPr kumimoji="1" kern="1200">
                    <a:solidFill>
                      <a:schemeClr val="lt1"/>
                    </a:solidFill>
                    <a:latin typeface="+mn-lt"/>
                    <a:ea typeface="+mn-ea"/>
                    <a:cs typeface="+mn-cs"/>
                  </a:defRPr>
                </a:lvl3pPr>
                <a:lvl4pPr marL="1371600" algn="l" rtl="0" fontAlgn="base" latinLnBrk="1">
                  <a:spcBef>
                    <a:spcPct val="0"/>
                  </a:spcBef>
                  <a:spcAft>
                    <a:spcPct val="0"/>
                  </a:spcAft>
                  <a:defRPr kumimoji="1" kern="1200">
                    <a:solidFill>
                      <a:schemeClr val="lt1"/>
                    </a:solidFill>
                    <a:latin typeface="+mn-lt"/>
                    <a:ea typeface="+mn-ea"/>
                    <a:cs typeface="+mn-cs"/>
                  </a:defRPr>
                </a:lvl4pPr>
                <a:lvl5pPr marL="1828800" algn="l" rtl="0" fontAlgn="base" latinLnBrk="1">
                  <a:spcBef>
                    <a:spcPct val="0"/>
                  </a:spcBef>
                  <a:spcAft>
                    <a:spcPct val="0"/>
                  </a:spcAft>
                  <a:defRPr kumimoji="1" kern="1200">
                    <a:solidFill>
                      <a:schemeClr val="lt1"/>
                    </a:solidFill>
                    <a:latin typeface="+mn-lt"/>
                    <a:ea typeface="+mn-ea"/>
                    <a:cs typeface="+mn-cs"/>
                  </a:defRPr>
                </a:lvl5pPr>
                <a:lvl6pPr marL="2286000" algn="l" defTabSz="914400" rtl="0" eaLnBrk="1" latinLnBrk="1" hangingPunct="1">
                  <a:defRPr kumimoji="1" kern="1200">
                    <a:solidFill>
                      <a:schemeClr val="lt1"/>
                    </a:solidFill>
                    <a:latin typeface="+mn-lt"/>
                    <a:ea typeface="+mn-ea"/>
                    <a:cs typeface="+mn-cs"/>
                  </a:defRPr>
                </a:lvl6pPr>
                <a:lvl7pPr marL="2743200" algn="l" defTabSz="914400" rtl="0" eaLnBrk="1" latinLnBrk="1" hangingPunct="1">
                  <a:defRPr kumimoji="1" kern="1200">
                    <a:solidFill>
                      <a:schemeClr val="lt1"/>
                    </a:solidFill>
                    <a:latin typeface="+mn-lt"/>
                    <a:ea typeface="+mn-ea"/>
                    <a:cs typeface="+mn-cs"/>
                  </a:defRPr>
                </a:lvl7pPr>
                <a:lvl8pPr marL="3200400" algn="l" defTabSz="914400" rtl="0" eaLnBrk="1" latinLnBrk="1" hangingPunct="1">
                  <a:defRPr kumimoji="1" kern="1200">
                    <a:solidFill>
                      <a:schemeClr val="lt1"/>
                    </a:solidFill>
                    <a:latin typeface="+mn-lt"/>
                    <a:ea typeface="+mn-ea"/>
                    <a:cs typeface="+mn-cs"/>
                  </a:defRPr>
                </a:lvl8pPr>
                <a:lvl9pPr marL="3657600" algn="l" defTabSz="914400" rtl="0" eaLnBrk="1" latinLnBrk="1" hangingPunct="1">
                  <a:defRPr kumimoji="1"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맑은 고딕"/>
                  <a:ea typeface="맑은 고딕"/>
                  <a:cs typeface="Segoe UI" panose="020B0502040204020203" pitchFamily="34" charset="0"/>
                </a:endParaRPr>
              </a:p>
            </p:txBody>
          </p:sp>
        </p:grpSp>
        <p:sp>
          <p:nvSpPr>
            <p:cNvPr id="354" name="이등변 삼각형 353">
              <a:extLst>
                <a:ext uri="{FF2B5EF4-FFF2-40B4-BE49-F238E27FC236}">
                  <a16:creationId xmlns:a16="http://schemas.microsoft.com/office/drawing/2014/main" id="{B9652D14-5A77-4D57-B5D8-83314D56899F}"/>
                </a:ext>
              </a:extLst>
            </p:cNvPr>
            <p:cNvSpPr/>
            <p:nvPr/>
          </p:nvSpPr>
          <p:spPr>
            <a:xfrm rot="16200000">
              <a:off x="2896031" y="2905224"/>
              <a:ext cx="175629" cy="151404"/>
            </a:xfrm>
            <a:prstGeom prst="triangle">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400" fontAlgn="base" latinLnBrk="1">
                <a:spcBef>
                  <a:spcPct val="0"/>
                </a:spcBef>
                <a:spcAft>
                  <a:spcPct val="0"/>
                </a:spcAft>
              </a:pPr>
              <a:endParaRPr kumimoji="1" lang="ko-KR" altLang="en-US" sz="800">
                <a:solidFill>
                  <a:prstClr val="black">
                    <a:lumMod val="75000"/>
                    <a:lumOff val="25000"/>
                  </a:prstClr>
                </a:solidFill>
                <a:latin typeface="맑은 고딕" panose="020B0503020000020004" pitchFamily="50" charset="-127"/>
                <a:ea typeface="맑은 고딕" panose="020B0503020000020004" pitchFamily="50" charset="-127"/>
              </a:endParaRPr>
            </a:p>
          </p:txBody>
        </p:sp>
      </p:grpSp>
      <p:sp>
        <p:nvSpPr>
          <p:cNvPr id="358" name="TextBox 357">
            <a:extLst>
              <a:ext uri="{FF2B5EF4-FFF2-40B4-BE49-F238E27FC236}">
                <a16:creationId xmlns:a16="http://schemas.microsoft.com/office/drawing/2014/main" id="{283A7C80-2CA6-4F14-A6E7-A155BACDFDC3}"/>
              </a:ext>
            </a:extLst>
          </p:cNvPr>
          <p:cNvSpPr txBox="1"/>
          <p:nvPr/>
        </p:nvSpPr>
        <p:spPr>
          <a:xfrm>
            <a:off x="5360544" y="4343400"/>
            <a:ext cx="2235809" cy="1525739"/>
          </a:xfrm>
          <a:prstGeom prst="rect">
            <a:avLst/>
          </a:prstGeom>
          <a:noFill/>
        </p:spPr>
        <p:txBody>
          <a:bodyPr wrap="square" rtlCol="0">
            <a:spAutoFit/>
          </a:bodyPr>
          <a:lstStyle>
            <a:defPPr>
              <a:defRPr lang="ko-KR"/>
            </a:defPPr>
            <a:lvl1pPr marL="87313" marR="0" lvl="0" indent="-87313" defTabSz="914400" eaLnBrk="1" hangingPunct="1">
              <a:lnSpc>
                <a:spcPct val="100000"/>
              </a:lnSpc>
              <a:buClrTx/>
              <a:buSzTx/>
              <a:buFont typeface="Arial" panose="020B0604020202020204" pitchFamily="34" charset="0"/>
              <a:buChar char="•"/>
              <a:tabLst/>
              <a:defRPr sz="700" b="0" i="0" u="none" strike="noStrike" cap="none" spc="0" normalizeH="0" baseline="0">
                <a:ln>
                  <a:noFill/>
                </a:ln>
                <a:solidFill>
                  <a:prstClr val="white">
                    <a:lumMod val="50000"/>
                  </a:prstClr>
                </a:solidFill>
                <a:effectLst/>
                <a:uLnTx/>
                <a:uFillTx/>
                <a:latin typeface="맑은 고딕"/>
                <a:ea typeface="맑은 고딕"/>
              </a:defRPr>
            </a:lvl1pPr>
          </a:lstStyle>
          <a:p>
            <a:pPr lvl="0" fontAlgn="base" latinLnBrk="1">
              <a:lnSpc>
                <a:spcPct val="150000"/>
              </a:lnSpc>
              <a:spcBef>
                <a:spcPct val="0"/>
              </a:spcBef>
              <a:spcAft>
                <a:spcPct val="0"/>
              </a:spcAft>
              <a:defRPr/>
            </a:pPr>
            <a:r>
              <a:rPr kumimoji="1" lang="ko-KR" altLang="en-US" dirty="0" err="1"/>
              <a:t>푸시메시지수신내역은시스템환경에따라정보가정확하지않을수있습니다</a:t>
            </a:r>
            <a:r>
              <a:rPr kumimoji="1" lang="en-US" altLang="ko-KR" dirty="0"/>
              <a:t>. </a:t>
            </a:r>
            <a:r>
              <a:rPr kumimoji="1" lang="ko-KR" altLang="en-US" dirty="0" err="1"/>
              <a:t>양해부탁드립니다</a:t>
            </a:r>
            <a:r>
              <a:rPr kumimoji="1" lang="en-US" altLang="ko-KR" dirty="0"/>
              <a:t>..</a:t>
            </a:r>
          </a:p>
          <a:p>
            <a:pPr lvl="0" fontAlgn="base" latinLnBrk="1">
              <a:lnSpc>
                <a:spcPct val="150000"/>
              </a:lnSpc>
              <a:spcBef>
                <a:spcPct val="0"/>
              </a:spcBef>
              <a:spcAft>
                <a:spcPct val="0"/>
              </a:spcAft>
              <a:defRPr/>
            </a:pPr>
            <a:r>
              <a:rPr kumimoji="1" lang="ko-KR" altLang="en-US" dirty="0"/>
              <a:t>문자 수신내역은 서비스 받은 업체 사정에 따라 정보가 정확하지 않을 수 있습니다</a:t>
            </a:r>
            <a:r>
              <a:rPr kumimoji="1" lang="en-US" altLang="ko-KR" dirty="0"/>
              <a:t>. </a:t>
            </a:r>
            <a:r>
              <a:rPr kumimoji="1" lang="ko-KR" altLang="en-US" dirty="0"/>
              <a:t>양해 부탁드립니다</a:t>
            </a:r>
            <a:r>
              <a:rPr kumimoji="1" lang="en-US" altLang="ko-KR" dirty="0"/>
              <a:t>.</a:t>
            </a:r>
          </a:p>
          <a:p>
            <a:pPr lvl="0" fontAlgn="base" latinLnBrk="1">
              <a:lnSpc>
                <a:spcPct val="150000"/>
              </a:lnSpc>
              <a:spcBef>
                <a:spcPct val="0"/>
              </a:spcBef>
              <a:spcAft>
                <a:spcPct val="0"/>
              </a:spcAft>
              <a:defRPr/>
            </a:pPr>
            <a:r>
              <a:rPr kumimoji="1" lang="ko-KR" altLang="en-US" dirty="0"/>
              <a:t>이메일 수신내역은 서비스 받은 업체 사정에 따라 정보가 정확하지 않을 수 있습니다</a:t>
            </a:r>
            <a:r>
              <a:rPr kumimoji="1" lang="en-US" altLang="ko-KR" dirty="0"/>
              <a:t>. </a:t>
            </a:r>
            <a:r>
              <a:rPr kumimoji="1" lang="ko-KR" altLang="en-US" dirty="0"/>
              <a:t>양해 부탁드립니다</a:t>
            </a:r>
            <a:r>
              <a:rPr kumimoji="1" lang="en-US" altLang="ko-KR" dirty="0"/>
              <a:t>.</a:t>
            </a:r>
          </a:p>
          <a:p>
            <a:pPr lvl="0" fontAlgn="base" latinLnBrk="1">
              <a:lnSpc>
                <a:spcPct val="150000"/>
              </a:lnSpc>
              <a:spcBef>
                <a:spcPct val="0"/>
              </a:spcBef>
              <a:spcAft>
                <a:spcPct val="0"/>
              </a:spcAft>
              <a:defRPr/>
            </a:pPr>
            <a:r>
              <a:rPr kumimoji="1" lang="ko-KR" altLang="en-US" dirty="0"/>
              <a:t>알림 내역은 최근 한달 기준 내용만 출력됩니다</a:t>
            </a:r>
            <a:r>
              <a:rPr kumimoji="1" lang="en-US" altLang="ko-KR" dirty="0"/>
              <a:t>.</a:t>
            </a:r>
          </a:p>
        </p:txBody>
      </p:sp>
      <p:sp>
        <p:nvSpPr>
          <p:cNvPr id="359" name="말풍선: 모서리가 둥근 사각형 358">
            <a:extLst>
              <a:ext uri="{FF2B5EF4-FFF2-40B4-BE49-F238E27FC236}">
                <a16:creationId xmlns:a16="http://schemas.microsoft.com/office/drawing/2014/main" id="{C11EE334-A070-45E3-8D1E-C606B582223D}"/>
              </a:ext>
            </a:extLst>
          </p:cNvPr>
          <p:cNvSpPr/>
          <p:nvPr/>
        </p:nvSpPr>
        <p:spPr>
          <a:xfrm>
            <a:off x="5604606" y="3696083"/>
            <a:ext cx="1964147" cy="392695"/>
          </a:xfrm>
          <a:prstGeom prst="wedgeRoundRectCallout">
            <a:avLst>
              <a:gd name="adj1" fmla="val -54779"/>
              <a:gd name="adj2" fmla="val -23053"/>
              <a:gd name="adj3" fmla="val 16667"/>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400" fontAlgn="base" latinLnBrk="1">
              <a:lnSpc>
                <a:spcPct val="150000"/>
              </a:lnSpc>
              <a:spcBef>
                <a:spcPct val="0"/>
              </a:spcBef>
              <a:spcAft>
                <a:spcPct val="0"/>
              </a:spcAft>
            </a:pPr>
            <a:r>
              <a:rPr kumimoji="1" lang="ko-KR" altLang="en-US" sz="800" err="1">
                <a:solidFill>
                  <a:prstClr val="black">
                    <a:lumMod val="75000"/>
                    <a:lumOff val="25000"/>
                  </a:prstClr>
                </a:solidFill>
                <a:latin typeface="맑은 고딕"/>
                <a:ea typeface="맑은 고딕"/>
              </a:rPr>
              <a:t>큐비의</a:t>
            </a:r>
            <a:r>
              <a:rPr kumimoji="1" lang="ko-KR" altLang="en-US" sz="800">
                <a:solidFill>
                  <a:prstClr val="black">
                    <a:lumMod val="75000"/>
                    <a:lumOff val="25000"/>
                  </a:prstClr>
                </a:solidFill>
                <a:latin typeface="맑은 고딕"/>
                <a:ea typeface="맑은 고딕"/>
              </a:rPr>
              <a:t> 내용이 노출되는 영역입니다</a:t>
            </a:r>
            <a:r>
              <a:rPr kumimoji="1" lang="en-US" altLang="ko-KR" sz="800">
                <a:solidFill>
                  <a:prstClr val="black">
                    <a:lumMod val="75000"/>
                    <a:lumOff val="25000"/>
                  </a:prstClr>
                </a:solidFill>
                <a:latin typeface="맑은 고딕"/>
                <a:ea typeface="맑은 고딕"/>
              </a:rPr>
              <a:t>.</a:t>
            </a:r>
          </a:p>
          <a:p>
            <a:pPr defTabSz="914400" fontAlgn="base" latinLnBrk="1">
              <a:lnSpc>
                <a:spcPct val="150000"/>
              </a:lnSpc>
              <a:spcBef>
                <a:spcPct val="0"/>
              </a:spcBef>
              <a:spcAft>
                <a:spcPct val="0"/>
              </a:spcAft>
            </a:pPr>
            <a:r>
              <a:rPr kumimoji="1" lang="en-US" altLang="ko-KR" sz="800">
                <a:solidFill>
                  <a:prstClr val="black">
                    <a:lumMod val="75000"/>
                    <a:lumOff val="25000"/>
                  </a:prstClr>
                </a:solidFill>
                <a:latin typeface="맑은 고딕"/>
                <a:ea typeface="맑은 고딕"/>
              </a:rPr>
              <a:t>13:20</a:t>
            </a:r>
            <a:endParaRPr kumimoji="1" lang="ko-KR" altLang="en-US" sz="800">
              <a:solidFill>
                <a:prstClr val="black">
                  <a:lumMod val="75000"/>
                  <a:lumOff val="25000"/>
                </a:prstClr>
              </a:solidFill>
              <a:latin typeface="맑은 고딕"/>
              <a:ea typeface="맑은 고딕"/>
            </a:endParaRPr>
          </a:p>
        </p:txBody>
      </p:sp>
      <p:grpSp>
        <p:nvGrpSpPr>
          <p:cNvPr id="360" name="Image">
            <a:extLst>
              <a:ext uri="{FF2B5EF4-FFF2-40B4-BE49-F238E27FC236}">
                <a16:creationId xmlns:a16="http://schemas.microsoft.com/office/drawing/2014/main" id="{E4597CC6-B1D4-41A0-9C4E-D3D20B43BED4}"/>
              </a:ext>
            </a:extLst>
          </p:cNvPr>
          <p:cNvGrpSpPr>
            <a:grpSpLocks/>
          </p:cNvGrpSpPr>
          <p:nvPr/>
        </p:nvGrpSpPr>
        <p:grpSpPr bwMode="auto">
          <a:xfrm>
            <a:off x="5377811" y="3738354"/>
            <a:ext cx="140759" cy="141082"/>
            <a:chOff x="309897" y="673748"/>
            <a:chExt cx="1219816" cy="1623578"/>
          </a:xfrm>
        </p:grpSpPr>
        <p:sp>
          <p:nvSpPr>
            <p:cNvPr id="361" name="Border">
              <a:extLst>
                <a:ext uri="{FF2B5EF4-FFF2-40B4-BE49-F238E27FC236}">
                  <a16:creationId xmlns:a16="http://schemas.microsoft.com/office/drawing/2014/main" id="{BB042FE8-7C3F-4BC8-A6B4-F1ED6AC36108}"/>
                </a:ext>
              </a:extLst>
            </p:cNvPr>
            <p:cNvSpPr>
              <a:spLocks/>
            </p:cNvSpPr>
            <p:nvPr/>
          </p:nvSpPr>
          <p:spPr bwMode="auto">
            <a:xfrm>
              <a:off x="309897" y="673748"/>
              <a:ext cx="1219816" cy="1623578"/>
            </a:xfrm>
            <a:prstGeom prst="ellipse">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algn="l" rtl="0" fontAlgn="base" latinLnBrk="1">
                <a:spcBef>
                  <a:spcPct val="0"/>
                </a:spcBef>
                <a:spcAft>
                  <a:spcPct val="0"/>
                </a:spcAft>
                <a:defRPr kumimoji="1" kern="1200">
                  <a:solidFill>
                    <a:schemeClr val="lt1"/>
                  </a:solidFill>
                  <a:latin typeface="+mn-lt"/>
                  <a:ea typeface="+mn-ea"/>
                  <a:cs typeface="+mn-cs"/>
                </a:defRPr>
              </a:lvl1pPr>
              <a:lvl2pPr marL="457200" algn="l" rtl="0" fontAlgn="base" latinLnBrk="1">
                <a:spcBef>
                  <a:spcPct val="0"/>
                </a:spcBef>
                <a:spcAft>
                  <a:spcPct val="0"/>
                </a:spcAft>
                <a:defRPr kumimoji="1" kern="1200">
                  <a:solidFill>
                    <a:schemeClr val="lt1"/>
                  </a:solidFill>
                  <a:latin typeface="+mn-lt"/>
                  <a:ea typeface="+mn-ea"/>
                  <a:cs typeface="+mn-cs"/>
                </a:defRPr>
              </a:lvl2pPr>
              <a:lvl3pPr marL="914400" algn="l" rtl="0" fontAlgn="base" latinLnBrk="1">
                <a:spcBef>
                  <a:spcPct val="0"/>
                </a:spcBef>
                <a:spcAft>
                  <a:spcPct val="0"/>
                </a:spcAft>
                <a:defRPr kumimoji="1" kern="1200">
                  <a:solidFill>
                    <a:schemeClr val="lt1"/>
                  </a:solidFill>
                  <a:latin typeface="+mn-lt"/>
                  <a:ea typeface="+mn-ea"/>
                  <a:cs typeface="+mn-cs"/>
                </a:defRPr>
              </a:lvl3pPr>
              <a:lvl4pPr marL="1371600" algn="l" rtl="0" fontAlgn="base" latinLnBrk="1">
                <a:spcBef>
                  <a:spcPct val="0"/>
                </a:spcBef>
                <a:spcAft>
                  <a:spcPct val="0"/>
                </a:spcAft>
                <a:defRPr kumimoji="1" kern="1200">
                  <a:solidFill>
                    <a:schemeClr val="lt1"/>
                  </a:solidFill>
                  <a:latin typeface="+mn-lt"/>
                  <a:ea typeface="+mn-ea"/>
                  <a:cs typeface="+mn-cs"/>
                </a:defRPr>
              </a:lvl4pPr>
              <a:lvl5pPr marL="1828800" algn="l" rtl="0" fontAlgn="base" latinLnBrk="1">
                <a:spcBef>
                  <a:spcPct val="0"/>
                </a:spcBef>
                <a:spcAft>
                  <a:spcPct val="0"/>
                </a:spcAft>
                <a:defRPr kumimoji="1" kern="1200">
                  <a:solidFill>
                    <a:schemeClr val="lt1"/>
                  </a:solidFill>
                  <a:latin typeface="+mn-lt"/>
                  <a:ea typeface="+mn-ea"/>
                  <a:cs typeface="+mn-cs"/>
                </a:defRPr>
              </a:lvl5pPr>
              <a:lvl6pPr marL="2286000" algn="l" defTabSz="914400" rtl="0" eaLnBrk="1" latinLnBrk="1" hangingPunct="1">
                <a:defRPr kumimoji="1" kern="1200">
                  <a:solidFill>
                    <a:schemeClr val="lt1"/>
                  </a:solidFill>
                  <a:latin typeface="+mn-lt"/>
                  <a:ea typeface="+mn-ea"/>
                  <a:cs typeface="+mn-cs"/>
                </a:defRPr>
              </a:lvl6pPr>
              <a:lvl7pPr marL="2743200" algn="l" defTabSz="914400" rtl="0" eaLnBrk="1" latinLnBrk="1" hangingPunct="1">
                <a:defRPr kumimoji="1" kern="1200">
                  <a:solidFill>
                    <a:schemeClr val="lt1"/>
                  </a:solidFill>
                  <a:latin typeface="+mn-lt"/>
                  <a:ea typeface="+mn-ea"/>
                  <a:cs typeface="+mn-cs"/>
                </a:defRPr>
              </a:lvl7pPr>
              <a:lvl8pPr marL="3200400" algn="l" defTabSz="914400" rtl="0" eaLnBrk="1" latinLnBrk="1" hangingPunct="1">
                <a:defRPr kumimoji="1" kern="1200">
                  <a:solidFill>
                    <a:schemeClr val="lt1"/>
                  </a:solidFill>
                  <a:latin typeface="+mn-lt"/>
                  <a:ea typeface="+mn-ea"/>
                  <a:cs typeface="+mn-cs"/>
                </a:defRPr>
              </a:lvl8pPr>
              <a:lvl9pPr marL="3657600" algn="l" defTabSz="914400" rtl="0" eaLnBrk="1" latinLnBrk="1" hangingPunct="1">
                <a:defRPr kumimoji="1"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맑은 고딕"/>
                <a:ea typeface="맑은 고딕"/>
                <a:cs typeface="Segoe UI" panose="020B0502040204020203" pitchFamily="34" charset="0"/>
              </a:endParaRPr>
            </a:p>
          </p:txBody>
        </p:sp>
        <p:sp>
          <p:nvSpPr>
            <p:cNvPr id="362" name="Line 2">
              <a:extLst>
                <a:ext uri="{FF2B5EF4-FFF2-40B4-BE49-F238E27FC236}">
                  <a16:creationId xmlns:a16="http://schemas.microsoft.com/office/drawing/2014/main" id="{CD7BAF5A-3540-47C1-BDE4-FE2411B0C0F6}"/>
                </a:ext>
              </a:extLst>
            </p:cNvPr>
            <p:cNvSpPr>
              <a:spLocks/>
            </p:cNvSpPr>
            <p:nvPr/>
          </p:nvSpPr>
          <p:spPr bwMode="auto">
            <a:xfrm>
              <a:off x="415746" y="981481"/>
              <a:ext cx="1008112" cy="1008112"/>
            </a:xfrm>
            <a:custGeom>
              <a:avLst/>
              <a:gdLst>
                <a:gd name="connsiteX0" fmla="*/ 0 w 1008112"/>
                <a:gd name="connsiteY0" fmla="*/ 1008112 h 1008112"/>
                <a:gd name="connsiteX1" fmla="*/ 1008112 w 1008112"/>
                <a:gd name="connsiteY1" fmla="*/ 0 h 1008112"/>
              </a:gdLst>
              <a:ahLst/>
              <a:cxnLst>
                <a:cxn ang="0">
                  <a:pos x="connsiteX0" y="connsiteY0"/>
                </a:cxn>
                <a:cxn ang="0">
                  <a:pos x="connsiteX1" y="connsiteY1"/>
                </a:cxn>
              </a:cxnLst>
              <a:rect l="l" t="t" r="r" b="b"/>
              <a:pathLst>
                <a:path w="1008112" h="1008112">
                  <a:moveTo>
                    <a:pt x="0" y="1008112"/>
                  </a:moveTo>
                  <a:lnTo>
                    <a:pt x="1008112" y="0"/>
                  </a:lnTo>
                </a:path>
              </a:pathLst>
            </a:custGeom>
            <a:solidFill>
              <a:schemeClr val="bg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algn="l" rtl="0" fontAlgn="base" latinLnBrk="1">
                <a:spcBef>
                  <a:spcPct val="0"/>
                </a:spcBef>
                <a:spcAft>
                  <a:spcPct val="0"/>
                </a:spcAft>
                <a:defRPr kumimoji="1" kern="1200">
                  <a:solidFill>
                    <a:schemeClr val="lt1"/>
                  </a:solidFill>
                  <a:latin typeface="+mn-lt"/>
                  <a:ea typeface="+mn-ea"/>
                  <a:cs typeface="+mn-cs"/>
                </a:defRPr>
              </a:lvl1pPr>
              <a:lvl2pPr marL="457200" algn="l" rtl="0" fontAlgn="base" latinLnBrk="1">
                <a:spcBef>
                  <a:spcPct val="0"/>
                </a:spcBef>
                <a:spcAft>
                  <a:spcPct val="0"/>
                </a:spcAft>
                <a:defRPr kumimoji="1" kern="1200">
                  <a:solidFill>
                    <a:schemeClr val="lt1"/>
                  </a:solidFill>
                  <a:latin typeface="+mn-lt"/>
                  <a:ea typeface="+mn-ea"/>
                  <a:cs typeface="+mn-cs"/>
                </a:defRPr>
              </a:lvl2pPr>
              <a:lvl3pPr marL="914400" algn="l" rtl="0" fontAlgn="base" latinLnBrk="1">
                <a:spcBef>
                  <a:spcPct val="0"/>
                </a:spcBef>
                <a:spcAft>
                  <a:spcPct val="0"/>
                </a:spcAft>
                <a:defRPr kumimoji="1" kern="1200">
                  <a:solidFill>
                    <a:schemeClr val="lt1"/>
                  </a:solidFill>
                  <a:latin typeface="+mn-lt"/>
                  <a:ea typeface="+mn-ea"/>
                  <a:cs typeface="+mn-cs"/>
                </a:defRPr>
              </a:lvl3pPr>
              <a:lvl4pPr marL="1371600" algn="l" rtl="0" fontAlgn="base" latinLnBrk="1">
                <a:spcBef>
                  <a:spcPct val="0"/>
                </a:spcBef>
                <a:spcAft>
                  <a:spcPct val="0"/>
                </a:spcAft>
                <a:defRPr kumimoji="1" kern="1200">
                  <a:solidFill>
                    <a:schemeClr val="lt1"/>
                  </a:solidFill>
                  <a:latin typeface="+mn-lt"/>
                  <a:ea typeface="+mn-ea"/>
                  <a:cs typeface="+mn-cs"/>
                </a:defRPr>
              </a:lvl4pPr>
              <a:lvl5pPr marL="1828800" algn="l" rtl="0" fontAlgn="base" latinLnBrk="1">
                <a:spcBef>
                  <a:spcPct val="0"/>
                </a:spcBef>
                <a:spcAft>
                  <a:spcPct val="0"/>
                </a:spcAft>
                <a:defRPr kumimoji="1" kern="1200">
                  <a:solidFill>
                    <a:schemeClr val="lt1"/>
                  </a:solidFill>
                  <a:latin typeface="+mn-lt"/>
                  <a:ea typeface="+mn-ea"/>
                  <a:cs typeface="+mn-cs"/>
                </a:defRPr>
              </a:lvl5pPr>
              <a:lvl6pPr marL="2286000" algn="l" defTabSz="914400" rtl="0" eaLnBrk="1" latinLnBrk="1" hangingPunct="1">
                <a:defRPr kumimoji="1" kern="1200">
                  <a:solidFill>
                    <a:schemeClr val="lt1"/>
                  </a:solidFill>
                  <a:latin typeface="+mn-lt"/>
                  <a:ea typeface="+mn-ea"/>
                  <a:cs typeface="+mn-cs"/>
                </a:defRPr>
              </a:lvl6pPr>
              <a:lvl7pPr marL="2743200" algn="l" defTabSz="914400" rtl="0" eaLnBrk="1" latinLnBrk="1" hangingPunct="1">
                <a:defRPr kumimoji="1" kern="1200">
                  <a:solidFill>
                    <a:schemeClr val="lt1"/>
                  </a:solidFill>
                  <a:latin typeface="+mn-lt"/>
                  <a:ea typeface="+mn-ea"/>
                  <a:cs typeface="+mn-cs"/>
                </a:defRPr>
              </a:lvl7pPr>
              <a:lvl8pPr marL="3200400" algn="l" defTabSz="914400" rtl="0" eaLnBrk="1" latinLnBrk="1" hangingPunct="1">
                <a:defRPr kumimoji="1" kern="1200">
                  <a:solidFill>
                    <a:schemeClr val="lt1"/>
                  </a:solidFill>
                  <a:latin typeface="+mn-lt"/>
                  <a:ea typeface="+mn-ea"/>
                  <a:cs typeface="+mn-cs"/>
                </a:defRPr>
              </a:lvl8pPr>
              <a:lvl9pPr marL="3657600" algn="l" defTabSz="914400" rtl="0" eaLnBrk="1" latinLnBrk="1" hangingPunct="1">
                <a:defRPr kumimoji="1"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맑은 고딕"/>
                <a:ea typeface="맑은 고딕"/>
                <a:cs typeface="Segoe UI" panose="020B0502040204020203" pitchFamily="34" charset="0"/>
              </a:endParaRPr>
            </a:p>
          </p:txBody>
        </p:sp>
        <p:sp>
          <p:nvSpPr>
            <p:cNvPr id="363" name="Line 1">
              <a:extLst>
                <a:ext uri="{FF2B5EF4-FFF2-40B4-BE49-F238E27FC236}">
                  <a16:creationId xmlns:a16="http://schemas.microsoft.com/office/drawing/2014/main" id="{BB95BEF6-5094-4F3B-B1B8-6EECF15798EB}"/>
                </a:ext>
              </a:extLst>
            </p:cNvPr>
            <p:cNvSpPr>
              <a:spLocks/>
            </p:cNvSpPr>
            <p:nvPr/>
          </p:nvSpPr>
          <p:spPr bwMode="auto">
            <a:xfrm>
              <a:off x="415746" y="981481"/>
              <a:ext cx="1008112" cy="1008112"/>
            </a:xfrm>
            <a:custGeom>
              <a:avLst/>
              <a:gdLst>
                <a:gd name="connsiteX0" fmla="*/ 1008112 w 1008112"/>
                <a:gd name="connsiteY0" fmla="*/ 1008112 h 1008112"/>
                <a:gd name="connsiteX1" fmla="*/ 0 w 1008112"/>
                <a:gd name="connsiteY1" fmla="*/ 0 h 1008112"/>
              </a:gdLst>
              <a:ahLst/>
              <a:cxnLst>
                <a:cxn ang="0">
                  <a:pos x="connsiteX0" y="connsiteY0"/>
                </a:cxn>
                <a:cxn ang="0">
                  <a:pos x="connsiteX1" y="connsiteY1"/>
                </a:cxn>
              </a:cxnLst>
              <a:rect l="l" t="t" r="r" b="b"/>
              <a:pathLst>
                <a:path w="1008112" h="1008112">
                  <a:moveTo>
                    <a:pt x="1008112" y="1008112"/>
                  </a:moveTo>
                  <a:lnTo>
                    <a:pt x="0" y="0"/>
                  </a:lnTo>
                </a:path>
              </a:pathLst>
            </a:custGeom>
            <a:solidFill>
              <a:schemeClr val="bg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algn="l" rtl="0" fontAlgn="base" latinLnBrk="1">
                <a:spcBef>
                  <a:spcPct val="0"/>
                </a:spcBef>
                <a:spcAft>
                  <a:spcPct val="0"/>
                </a:spcAft>
                <a:defRPr kumimoji="1" kern="1200">
                  <a:solidFill>
                    <a:schemeClr val="lt1"/>
                  </a:solidFill>
                  <a:latin typeface="+mn-lt"/>
                  <a:ea typeface="+mn-ea"/>
                  <a:cs typeface="+mn-cs"/>
                </a:defRPr>
              </a:lvl1pPr>
              <a:lvl2pPr marL="457200" algn="l" rtl="0" fontAlgn="base" latinLnBrk="1">
                <a:spcBef>
                  <a:spcPct val="0"/>
                </a:spcBef>
                <a:spcAft>
                  <a:spcPct val="0"/>
                </a:spcAft>
                <a:defRPr kumimoji="1" kern="1200">
                  <a:solidFill>
                    <a:schemeClr val="lt1"/>
                  </a:solidFill>
                  <a:latin typeface="+mn-lt"/>
                  <a:ea typeface="+mn-ea"/>
                  <a:cs typeface="+mn-cs"/>
                </a:defRPr>
              </a:lvl2pPr>
              <a:lvl3pPr marL="914400" algn="l" rtl="0" fontAlgn="base" latinLnBrk="1">
                <a:spcBef>
                  <a:spcPct val="0"/>
                </a:spcBef>
                <a:spcAft>
                  <a:spcPct val="0"/>
                </a:spcAft>
                <a:defRPr kumimoji="1" kern="1200">
                  <a:solidFill>
                    <a:schemeClr val="lt1"/>
                  </a:solidFill>
                  <a:latin typeface="+mn-lt"/>
                  <a:ea typeface="+mn-ea"/>
                  <a:cs typeface="+mn-cs"/>
                </a:defRPr>
              </a:lvl3pPr>
              <a:lvl4pPr marL="1371600" algn="l" rtl="0" fontAlgn="base" latinLnBrk="1">
                <a:spcBef>
                  <a:spcPct val="0"/>
                </a:spcBef>
                <a:spcAft>
                  <a:spcPct val="0"/>
                </a:spcAft>
                <a:defRPr kumimoji="1" kern="1200">
                  <a:solidFill>
                    <a:schemeClr val="lt1"/>
                  </a:solidFill>
                  <a:latin typeface="+mn-lt"/>
                  <a:ea typeface="+mn-ea"/>
                  <a:cs typeface="+mn-cs"/>
                </a:defRPr>
              </a:lvl4pPr>
              <a:lvl5pPr marL="1828800" algn="l" rtl="0" fontAlgn="base" latinLnBrk="1">
                <a:spcBef>
                  <a:spcPct val="0"/>
                </a:spcBef>
                <a:spcAft>
                  <a:spcPct val="0"/>
                </a:spcAft>
                <a:defRPr kumimoji="1" kern="1200">
                  <a:solidFill>
                    <a:schemeClr val="lt1"/>
                  </a:solidFill>
                  <a:latin typeface="+mn-lt"/>
                  <a:ea typeface="+mn-ea"/>
                  <a:cs typeface="+mn-cs"/>
                </a:defRPr>
              </a:lvl5pPr>
              <a:lvl6pPr marL="2286000" algn="l" defTabSz="914400" rtl="0" eaLnBrk="1" latinLnBrk="1" hangingPunct="1">
                <a:defRPr kumimoji="1" kern="1200">
                  <a:solidFill>
                    <a:schemeClr val="lt1"/>
                  </a:solidFill>
                  <a:latin typeface="+mn-lt"/>
                  <a:ea typeface="+mn-ea"/>
                  <a:cs typeface="+mn-cs"/>
                </a:defRPr>
              </a:lvl6pPr>
              <a:lvl7pPr marL="2743200" algn="l" defTabSz="914400" rtl="0" eaLnBrk="1" latinLnBrk="1" hangingPunct="1">
                <a:defRPr kumimoji="1" kern="1200">
                  <a:solidFill>
                    <a:schemeClr val="lt1"/>
                  </a:solidFill>
                  <a:latin typeface="+mn-lt"/>
                  <a:ea typeface="+mn-ea"/>
                  <a:cs typeface="+mn-cs"/>
                </a:defRPr>
              </a:lvl7pPr>
              <a:lvl8pPr marL="3200400" algn="l" defTabSz="914400" rtl="0" eaLnBrk="1" latinLnBrk="1" hangingPunct="1">
                <a:defRPr kumimoji="1" kern="1200">
                  <a:solidFill>
                    <a:schemeClr val="lt1"/>
                  </a:solidFill>
                  <a:latin typeface="+mn-lt"/>
                  <a:ea typeface="+mn-ea"/>
                  <a:cs typeface="+mn-cs"/>
                </a:defRPr>
              </a:lvl8pPr>
              <a:lvl9pPr marL="3657600" algn="l" defTabSz="914400" rtl="0" eaLnBrk="1" latinLnBrk="1" hangingPunct="1">
                <a:defRPr kumimoji="1"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맑은 고딕"/>
                <a:ea typeface="맑은 고딕"/>
                <a:cs typeface="Segoe UI" panose="020B0502040204020203" pitchFamily="34" charset="0"/>
              </a:endParaRPr>
            </a:p>
          </p:txBody>
        </p:sp>
      </p:grpSp>
      <p:sp>
        <p:nvSpPr>
          <p:cNvPr id="365" name="타원 364">
            <a:extLst>
              <a:ext uri="{FF2B5EF4-FFF2-40B4-BE49-F238E27FC236}">
                <a16:creationId xmlns:a16="http://schemas.microsoft.com/office/drawing/2014/main" id="{D9F47403-139A-4A9B-BC8A-87EBF34C2D83}"/>
              </a:ext>
            </a:extLst>
          </p:cNvPr>
          <p:cNvSpPr/>
          <p:nvPr/>
        </p:nvSpPr>
        <p:spPr>
          <a:xfrm>
            <a:off x="3048281" y="5073664"/>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sp>
        <p:nvSpPr>
          <p:cNvPr id="366" name="타원 365">
            <a:extLst>
              <a:ext uri="{FF2B5EF4-FFF2-40B4-BE49-F238E27FC236}">
                <a16:creationId xmlns:a16="http://schemas.microsoft.com/office/drawing/2014/main" id="{6BDA2535-2181-4479-9EA0-F9AF8DB3D9FF}"/>
              </a:ext>
            </a:extLst>
          </p:cNvPr>
          <p:cNvSpPr/>
          <p:nvPr/>
        </p:nvSpPr>
        <p:spPr>
          <a:xfrm>
            <a:off x="3440832" y="5195292"/>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sp>
        <p:nvSpPr>
          <p:cNvPr id="367" name="타원 366">
            <a:extLst>
              <a:ext uri="{FF2B5EF4-FFF2-40B4-BE49-F238E27FC236}">
                <a16:creationId xmlns:a16="http://schemas.microsoft.com/office/drawing/2014/main" id="{11BAE974-B02B-4595-8F22-88F09AF29FEE}"/>
              </a:ext>
            </a:extLst>
          </p:cNvPr>
          <p:cNvSpPr/>
          <p:nvPr/>
        </p:nvSpPr>
        <p:spPr>
          <a:xfrm>
            <a:off x="3682256" y="5451574"/>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sp>
        <p:nvSpPr>
          <p:cNvPr id="368" name="타원 367">
            <a:extLst>
              <a:ext uri="{FF2B5EF4-FFF2-40B4-BE49-F238E27FC236}">
                <a16:creationId xmlns:a16="http://schemas.microsoft.com/office/drawing/2014/main" id="{F5298DAE-A173-4D6A-865D-EFE3E116F98F}"/>
              </a:ext>
            </a:extLst>
          </p:cNvPr>
          <p:cNvSpPr/>
          <p:nvPr/>
        </p:nvSpPr>
        <p:spPr>
          <a:xfrm>
            <a:off x="742628" y="5608290"/>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sp>
        <p:nvSpPr>
          <p:cNvPr id="90" name="타원 118">
            <a:extLst>
              <a:ext uri="{FF2B5EF4-FFF2-40B4-BE49-F238E27FC236}">
                <a16:creationId xmlns:a16="http://schemas.microsoft.com/office/drawing/2014/main" id="{91AD9514-3064-4ED3-92CB-248FCC6ED4F8}"/>
              </a:ext>
            </a:extLst>
          </p:cNvPr>
          <p:cNvSpPr/>
          <p:nvPr/>
        </p:nvSpPr>
        <p:spPr>
          <a:xfrm>
            <a:off x="2719659" y="105273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1" name="타원 118">
            <a:extLst>
              <a:ext uri="{FF2B5EF4-FFF2-40B4-BE49-F238E27FC236}">
                <a16:creationId xmlns:a16="http://schemas.microsoft.com/office/drawing/2014/main" id="{55742BD0-107C-4D37-8CB7-ABF77D837BF3}"/>
              </a:ext>
            </a:extLst>
          </p:cNvPr>
          <p:cNvSpPr/>
          <p:nvPr/>
        </p:nvSpPr>
        <p:spPr>
          <a:xfrm>
            <a:off x="2719659" y="514848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1-1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2" name="타원 118">
            <a:extLst>
              <a:ext uri="{FF2B5EF4-FFF2-40B4-BE49-F238E27FC236}">
                <a16:creationId xmlns:a16="http://schemas.microsoft.com/office/drawing/2014/main" id="{798C3CF7-DAF0-4913-BE6F-DBC8690A6AB5}"/>
              </a:ext>
            </a:extLst>
          </p:cNvPr>
          <p:cNvSpPr/>
          <p:nvPr/>
        </p:nvSpPr>
        <p:spPr>
          <a:xfrm>
            <a:off x="2720752" y="141196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3" name="타원 118">
            <a:extLst>
              <a:ext uri="{FF2B5EF4-FFF2-40B4-BE49-F238E27FC236}">
                <a16:creationId xmlns:a16="http://schemas.microsoft.com/office/drawing/2014/main" id="{FF5EB255-E571-454F-B804-4EE5BCDAB8B6}"/>
              </a:ext>
            </a:extLst>
          </p:cNvPr>
          <p:cNvSpPr/>
          <p:nvPr/>
        </p:nvSpPr>
        <p:spPr>
          <a:xfrm>
            <a:off x="2720752" y="194536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3</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4" name="타원 118">
            <a:extLst>
              <a:ext uri="{FF2B5EF4-FFF2-40B4-BE49-F238E27FC236}">
                <a16:creationId xmlns:a16="http://schemas.microsoft.com/office/drawing/2014/main" id="{796205A7-9CBD-43B3-B570-CB04489B112B}"/>
              </a:ext>
            </a:extLst>
          </p:cNvPr>
          <p:cNvSpPr/>
          <p:nvPr/>
        </p:nvSpPr>
        <p:spPr>
          <a:xfrm>
            <a:off x="5187727" y="194536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3-1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5" name="타원 118">
            <a:extLst>
              <a:ext uri="{FF2B5EF4-FFF2-40B4-BE49-F238E27FC236}">
                <a16:creationId xmlns:a16="http://schemas.microsoft.com/office/drawing/2014/main" id="{5D2E8FC5-95BA-43EF-A2AE-88EE5B22AA1D}"/>
              </a:ext>
            </a:extLst>
          </p:cNvPr>
          <p:cNvSpPr/>
          <p:nvPr/>
        </p:nvSpPr>
        <p:spPr>
          <a:xfrm>
            <a:off x="4863877" y="338363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4</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Tree>
    <p:extLst>
      <p:ext uri="{BB962C8B-B14F-4D97-AF65-F5344CB8AC3E}">
        <p14:creationId xmlns:p14="http://schemas.microsoft.com/office/powerpoint/2010/main" val="874075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사각형: 둥근 모서리 152">
            <a:extLst>
              <a:ext uri="{FF2B5EF4-FFF2-40B4-BE49-F238E27FC236}">
                <a16:creationId xmlns:a16="http://schemas.microsoft.com/office/drawing/2014/main" id="{A22646AF-6E2E-4450-B781-AD1E88118AEF}"/>
              </a:ext>
            </a:extLst>
          </p:cNvPr>
          <p:cNvSpPr/>
          <p:nvPr/>
        </p:nvSpPr>
        <p:spPr>
          <a:xfrm>
            <a:off x="499217" y="5588621"/>
            <a:ext cx="1995688" cy="364067"/>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0" bIns="0" rtlCol="0" anchor="ctr"/>
          <a:lstStyle/>
          <a:p>
            <a:pPr lvl="0" algn="ctr"/>
            <a:r>
              <a:rPr lang="ko-KR" altLang="en-US" sz="800" dirty="0">
                <a:solidFill>
                  <a:schemeClr val="tx1"/>
                </a:solidFill>
              </a:rPr>
              <a:t>홍길동님께서 관심이 있을 </a:t>
            </a:r>
            <a:br>
              <a:rPr lang="en-US" altLang="ko-KR" sz="800" dirty="0">
                <a:solidFill>
                  <a:schemeClr val="tx1"/>
                </a:solidFill>
              </a:rPr>
            </a:br>
            <a:r>
              <a:rPr lang="ko-KR" altLang="en-US" sz="800" dirty="0">
                <a:solidFill>
                  <a:schemeClr val="tx1"/>
                </a:solidFill>
              </a:rPr>
              <a:t>추천상품이 있어요</a:t>
            </a:r>
            <a:r>
              <a:rPr lang="en-US" altLang="ko-KR" sz="800" dirty="0">
                <a:solidFill>
                  <a:schemeClr val="tx1"/>
                </a:solidFill>
              </a:rPr>
              <a:t>.</a:t>
            </a:r>
            <a:endParaRPr lang="ko-KR" altLang="en-US" sz="800" dirty="0">
              <a:solidFill>
                <a:schemeClr val="tx1"/>
              </a:solidFill>
            </a:endParaRPr>
          </a:p>
        </p:txBody>
      </p:sp>
      <p:sp>
        <p:nvSpPr>
          <p:cNvPr id="140" name="TextBox 139">
            <a:extLst>
              <a:ext uri="{FF2B5EF4-FFF2-40B4-BE49-F238E27FC236}">
                <a16:creationId xmlns:a16="http://schemas.microsoft.com/office/drawing/2014/main" id="{E1B80E0C-CDF2-4B21-BA90-3D0A49E7CE8B}"/>
              </a:ext>
            </a:extLst>
          </p:cNvPr>
          <p:cNvSpPr txBox="1"/>
          <p:nvPr/>
        </p:nvSpPr>
        <p:spPr>
          <a:xfrm>
            <a:off x="5349246" y="2404995"/>
            <a:ext cx="2289600" cy="745211"/>
          </a:xfrm>
          <a:prstGeom prst="rect">
            <a:avLst/>
          </a:prstGeom>
          <a:noFill/>
          <a:ln>
            <a:solidFill>
              <a:schemeClr val="bg1">
                <a:lumMod val="75000"/>
              </a:schemeClr>
            </a:solidFill>
          </a:ln>
        </p:spPr>
        <p:txBody>
          <a:bodyPr wrap="square" rtlCol="0">
            <a:spAutoFit/>
          </a:bodyPr>
          <a:lstStyle/>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p:txBody>
      </p:sp>
      <p:sp>
        <p:nvSpPr>
          <p:cNvPr id="141" name="TextBox 140">
            <a:extLst>
              <a:ext uri="{FF2B5EF4-FFF2-40B4-BE49-F238E27FC236}">
                <a16:creationId xmlns:a16="http://schemas.microsoft.com/office/drawing/2014/main" id="{8DDEBA18-52A9-4CF1-97B9-751299F0E72F}"/>
              </a:ext>
            </a:extLst>
          </p:cNvPr>
          <p:cNvSpPr txBox="1"/>
          <p:nvPr/>
        </p:nvSpPr>
        <p:spPr>
          <a:xfrm>
            <a:off x="2816843" y="2167947"/>
            <a:ext cx="2289600" cy="991875"/>
          </a:xfrm>
          <a:prstGeom prst="rect">
            <a:avLst/>
          </a:prstGeom>
          <a:noFill/>
          <a:ln>
            <a:solidFill>
              <a:schemeClr val="bg1">
                <a:lumMod val="75000"/>
              </a:schemeClr>
            </a:solidFill>
          </a:ln>
        </p:spPr>
        <p:txBody>
          <a:bodyPr wrap="square" rtlCol="0">
            <a:spAutoFit/>
          </a:bodyPr>
          <a:lstStyle/>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p:txBody>
      </p:sp>
      <p:sp>
        <p:nvSpPr>
          <p:cNvPr id="129" name="TextBox 128">
            <a:extLst>
              <a:ext uri="{FF2B5EF4-FFF2-40B4-BE49-F238E27FC236}">
                <a16:creationId xmlns:a16="http://schemas.microsoft.com/office/drawing/2014/main" id="{FE3EC807-F322-402E-A124-73FB73E8E9E9}"/>
              </a:ext>
            </a:extLst>
          </p:cNvPr>
          <p:cNvSpPr txBox="1"/>
          <p:nvPr/>
        </p:nvSpPr>
        <p:spPr>
          <a:xfrm>
            <a:off x="5349246" y="3400120"/>
            <a:ext cx="2289600" cy="1497327"/>
          </a:xfrm>
          <a:prstGeom prst="rect">
            <a:avLst/>
          </a:prstGeom>
          <a:noFill/>
          <a:ln>
            <a:solidFill>
              <a:schemeClr val="bg1">
                <a:lumMod val="75000"/>
              </a:schemeClr>
            </a:solidFill>
          </a:ln>
        </p:spPr>
        <p:txBody>
          <a:bodyPr wrap="square" rtlCol="0">
            <a:spAutoFit/>
          </a:bodyPr>
          <a:lstStyle/>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ko-KR" altLang="en-US" sz="800" b="1" i="0" u="none" strike="noStrike" kern="1200" cap="none" spc="0" normalizeH="0" baseline="0" noProof="0" dirty="0">
              <a:ln>
                <a:noFill/>
              </a:ln>
              <a:solidFill>
                <a:prstClr val="black"/>
              </a:solidFill>
              <a:effectLst/>
              <a:uLnTx/>
              <a:uFillTx/>
              <a:latin typeface="맑은 고딕"/>
              <a:ea typeface="맑은 고딕"/>
              <a:cs typeface="+mn-cs"/>
            </a:endParaRPr>
          </a:p>
        </p:txBody>
      </p:sp>
      <p:sp>
        <p:nvSpPr>
          <p:cNvPr id="273" name="직사각형 272">
            <a:extLst>
              <a:ext uri="{FF2B5EF4-FFF2-40B4-BE49-F238E27FC236}">
                <a16:creationId xmlns:a16="http://schemas.microsoft.com/office/drawing/2014/main" id="{E37124A1-AEAF-4445-9C04-466F3F505F27}"/>
              </a:ext>
            </a:extLst>
          </p:cNvPr>
          <p:cNvSpPr/>
          <p:nvPr/>
        </p:nvSpPr>
        <p:spPr bwMode="auto">
          <a:xfrm>
            <a:off x="2821765" y="1061362"/>
            <a:ext cx="2289600" cy="270623"/>
          </a:xfrm>
          <a:prstGeom prst="rect">
            <a:avLst/>
          </a:prstGeom>
          <a:solidFill>
            <a:schemeClr val="bg1"/>
          </a:solidFill>
          <a:ln w="635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graphicFrame>
        <p:nvGraphicFramePr>
          <p:cNvPr id="104" name="표 103">
            <a:extLst>
              <a:ext uri="{FF2B5EF4-FFF2-40B4-BE49-F238E27FC236}">
                <a16:creationId xmlns:a16="http://schemas.microsoft.com/office/drawing/2014/main" id="{5ECBE90A-3E43-4B22-A23E-74563FDEF54B}"/>
              </a:ext>
            </a:extLst>
          </p:cNvPr>
          <p:cNvGraphicFramePr>
            <a:graphicFrameLocks noGrp="1"/>
          </p:cNvGraphicFramePr>
          <p:nvPr>
            <p:extLst>
              <p:ext uri="{D42A27DB-BD31-4B8C-83A1-F6EECF244321}">
                <p14:modId xmlns:p14="http://schemas.microsoft.com/office/powerpoint/2010/main" val="1207669928"/>
              </p:ext>
            </p:extLst>
          </p:nvPr>
        </p:nvGraphicFramePr>
        <p:xfrm>
          <a:off x="7791532" y="556096"/>
          <a:ext cx="2046688" cy="4948397"/>
        </p:xfrm>
        <a:graphic>
          <a:graphicData uri="http://schemas.openxmlformats.org/drawingml/2006/table">
            <a:tbl>
              <a:tblPr/>
              <a:tblGrid>
                <a:gridCol w="216846">
                  <a:extLst>
                    <a:ext uri="{9D8B030D-6E8A-4147-A177-3AD203B41FA5}">
                      <a16:colId xmlns:a16="http://schemas.microsoft.com/office/drawing/2014/main" val="877983187"/>
                    </a:ext>
                  </a:extLst>
                </a:gridCol>
                <a:gridCol w="1829842">
                  <a:extLst>
                    <a:ext uri="{9D8B030D-6E8A-4147-A177-3AD203B41FA5}">
                      <a16:colId xmlns:a16="http://schemas.microsoft.com/office/drawing/2014/main" val="3543648088"/>
                    </a:ext>
                  </a:extLst>
                </a:gridCol>
              </a:tblGrid>
              <a:tr h="264331">
                <a:tc gridSpan="2">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mn-ea"/>
                          <a:ea typeface="+mn-ea"/>
                        </a:rPr>
                        <a:t>Description</a:t>
                      </a:r>
                      <a:endParaRPr kumimoji="1" lang="ko-KR" altLang="en-US" sz="700" b="1"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40511496"/>
                  </a:ext>
                </a:extLst>
              </a:tr>
              <a:tr h="252000">
                <a:tc gridSpan="2">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dirty="0">
                          <a:ln>
                            <a:noFill/>
                          </a:ln>
                          <a:solidFill>
                            <a:schemeClr val="tx1"/>
                          </a:solidFill>
                          <a:effectLst/>
                          <a:latin typeface="+mn-ea"/>
                          <a:ea typeface="+mn-ea"/>
                        </a:rPr>
                        <a:t>상품추천 화면</a:t>
                      </a: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latinLnBrk="1"/>
                      <a:endParaRPr lang="ko-KR" altLang="en-US"/>
                    </a:p>
                  </a:txBody>
                  <a:tcPr/>
                </a:tc>
                <a:extLst>
                  <a:ext uri="{0D108BD9-81ED-4DB2-BD59-A6C34878D82A}">
                    <a16:rowId xmlns:a16="http://schemas.microsoft.com/office/drawing/2014/main" val="566744085"/>
                  </a:ext>
                </a:extLst>
              </a:tr>
              <a:tr h="252000">
                <a:tc>
                  <a:txBody>
                    <a:bodyPr/>
                    <a:lstStyle/>
                    <a:p>
                      <a:pPr algn="ctr"/>
                      <a:r>
                        <a:rPr lang="en-US" altLang="ko-KR" sz="700" dirty="0"/>
                        <a:t>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접근 한 사용자가 최근 본상품이 </a:t>
                      </a:r>
                      <a:r>
                        <a:rPr kumimoji="1" lang="en-US" altLang="ko-KR" sz="700" b="0" i="0" u="none" strike="noStrike" cap="none" normalizeH="0" baseline="0" dirty="0">
                          <a:ln>
                            <a:noFill/>
                          </a:ln>
                          <a:solidFill>
                            <a:schemeClr val="tx1"/>
                          </a:solidFill>
                          <a:effectLst/>
                          <a:latin typeface="+mn-ea"/>
                          <a:ea typeface="+mn-ea"/>
                        </a:rPr>
                        <a:t>3</a:t>
                      </a:r>
                      <a:r>
                        <a:rPr kumimoji="1" lang="ko-KR" altLang="en-US" sz="700" b="0" i="0" u="none" strike="noStrike" cap="none" normalizeH="0" baseline="0" dirty="0">
                          <a:ln>
                            <a:noFill/>
                          </a:ln>
                          <a:solidFill>
                            <a:schemeClr val="tx1"/>
                          </a:solidFill>
                          <a:effectLst/>
                          <a:latin typeface="+mn-ea"/>
                          <a:ea typeface="+mn-ea"/>
                        </a:rPr>
                        <a:t>개 미만일 경우 노출되는 화면</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sym typeface="Wingdings" panose="05000000000000000000" pitchFamily="2" charset="2"/>
                        </a:rPr>
                        <a:t> </a:t>
                      </a:r>
                      <a:r>
                        <a:rPr kumimoji="1" lang="ko-KR" altLang="en-US" sz="700" b="0" i="0" u="none" strike="noStrike" cap="none" normalizeH="0" baseline="0" dirty="0">
                          <a:ln>
                            <a:noFill/>
                          </a:ln>
                          <a:solidFill>
                            <a:schemeClr val="tx1"/>
                          </a:solidFill>
                          <a:effectLst/>
                          <a:latin typeface="+mn-ea"/>
                          <a:ea typeface="+mn-ea"/>
                          <a:sym typeface="Wingdings" panose="05000000000000000000" pitchFamily="2" charset="2"/>
                        </a:rPr>
                        <a:t>최초 접근 시 상품추천 메뉴에 닷</a:t>
                      </a:r>
                      <a:r>
                        <a:rPr kumimoji="1" lang="en-US" altLang="ko-KR" sz="700" b="0" i="0" u="none" strike="noStrike" cap="none" normalizeH="0" baseline="0" dirty="0">
                          <a:ln>
                            <a:noFill/>
                          </a:ln>
                          <a:solidFill>
                            <a:schemeClr val="tx1"/>
                          </a:solidFill>
                          <a:effectLst/>
                          <a:latin typeface="+mn-ea"/>
                          <a:ea typeface="+mn-ea"/>
                          <a:sym typeface="Wingdings" panose="05000000000000000000" pitchFamily="2" charset="2"/>
                        </a:rPr>
                        <a:t>(4)</a:t>
                      </a:r>
                      <a:r>
                        <a:rPr kumimoji="1" lang="ko-KR" altLang="en-US" sz="700" b="0" i="0" u="none" strike="noStrike" cap="none" normalizeH="0" baseline="0" dirty="0">
                          <a:ln>
                            <a:noFill/>
                          </a:ln>
                          <a:solidFill>
                            <a:schemeClr val="tx1"/>
                          </a:solidFill>
                          <a:effectLst/>
                          <a:latin typeface="+mn-ea"/>
                          <a:ea typeface="+mn-ea"/>
                          <a:sym typeface="Wingdings" panose="05000000000000000000" pitchFamily="2" charset="2"/>
                        </a:rPr>
                        <a:t>이 표시되고 접근 시 </a:t>
                      </a:r>
                      <a:r>
                        <a:rPr kumimoji="1" lang="ko-KR" altLang="en-US" sz="700" b="0" i="0" u="none" strike="noStrike" cap="none" normalizeH="0" baseline="0" dirty="0" err="1">
                          <a:ln>
                            <a:noFill/>
                          </a:ln>
                          <a:solidFill>
                            <a:schemeClr val="tx1"/>
                          </a:solidFill>
                          <a:effectLst/>
                          <a:latin typeface="+mn-ea"/>
                          <a:ea typeface="+mn-ea"/>
                          <a:sym typeface="Wingdings" panose="05000000000000000000" pitchFamily="2" charset="2"/>
                        </a:rPr>
                        <a:t>숨김처리</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54734413"/>
                  </a:ext>
                </a:extLst>
              </a:tr>
              <a:tr h="317241">
                <a:tc>
                  <a:txBody>
                    <a:bodyPr/>
                    <a:lstStyle/>
                    <a:p>
                      <a:pPr algn="ctr"/>
                      <a:r>
                        <a:rPr lang="en-US" altLang="ko-KR" sz="700" dirty="0"/>
                        <a:t>2</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접근 한 사용자가 최근 본상품이 </a:t>
                      </a:r>
                      <a:r>
                        <a:rPr kumimoji="1" lang="en-US" altLang="ko-KR" sz="700" b="0" i="0" u="none" strike="noStrike" cap="none" normalizeH="0" baseline="0" dirty="0">
                          <a:ln>
                            <a:noFill/>
                          </a:ln>
                          <a:solidFill>
                            <a:schemeClr val="tx1"/>
                          </a:solidFill>
                          <a:effectLst/>
                          <a:latin typeface="+mn-ea"/>
                          <a:ea typeface="+mn-ea"/>
                        </a:rPr>
                        <a:t>3</a:t>
                      </a:r>
                      <a:r>
                        <a:rPr kumimoji="1" lang="ko-KR" altLang="en-US" sz="700" b="0" i="0" u="none" strike="noStrike" cap="none" normalizeH="0" baseline="0" dirty="0">
                          <a:ln>
                            <a:noFill/>
                          </a:ln>
                          <a:solidFill>
                            <a:schemeClr val="tx1"/>
                          </a:solidFill>
                          <a:effectLst/>
                          <a:latin typeface="+mn-ea"/>
                          <a:ea typeface="+mn-ea"/>
                        </a:rPr>
                        <a:t>개 이상일 경우 노출되는 화면</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최근 본 상품은 </a:t>
                      </a:r>
                      <a:r>
                        <a:rPr kumimoji="1" lang="en-US" altLang="ko-KR" sz="700" b="0" i="0" u="none" strike="noStrike" cap="none" normalizeH="0" baseline="0" dirty="0">
                          <a:ln>
                            <a:noFill/>
                          </a:ln>
                          <a:solidFill>
                            <a:schemeClr val="tx1"/>
                          </a:solidFill>
                          <a:effectLst/>
                          <a:latin typeface="+mn-ea"/>
                          <a:ea typeface="+mn-ea"/>
                        </a:rPr>
                        <a:t>2-1</a:t>
                      </a:r>
                      <a:r>
                        <a:rPr kumimoji="1" lang="ko-KR" altLang="en-US" sz="700" b="0" i="0" u="none" strike="noStrike" cap="none" normalizeH="0" baseline="0" dirty="0">
                          <a:ln>
                            <a:noFill/>
                          </a:ln>
                          <a:solidFill>
                            <a:schemeClr val="tx1"/>
                          </a:solidFill>
                          <a:effectLst/>
                          <a:latin typeface="+mn-ea"/>
                          <a:ea typeface="+mn-ea"/>
                        </a:rPr>
                        <a:t>영역에 노출</a:t>
                      </a:r>
                      <a:endParaRPr kumimoji="1" lang="en-US" altLang="ko-KR" sz="700" b="0" i="0" u="none" strike="noStrike" cap="none" normalizeH="0" baseline="0" dirty="0">
                        <a:ln>
                          <a:noFill/>
                        </a:ln>
                        <a:solidFill>
                          <a:schemeClr val="tx1"/>
                        </a:solidFill>
                        <a:effectLst/>
                        <a:latin typeface="+mn-ea"/>
                        <a:ea typeface="+mn-ea"/>
                      </a:endParaRPr>
                    </a:p>
                    <a:p>
                      <a:pPr marL="85725" marR="0" lvl="0" indent="-85725" algn="l" defTabSz="914400" rtl="0" eaLnBrk="1" fontAlgn="base" latinLnBrk="1" hangingPunct="1">
                        <a:lnSpc>
                          <a:spcPct val="100000"/>
                        </a:lnSpc>
                        <a:spcBef>
                          <a:spcPct val="20000"/>
                        </a:spcBef>
                        <a:spcAft>
                          <a:spcPct val="0"/>
                        </a:spcAft>
                        <a:buClrTx/>
                        <a:buSzTx/>
                        <a:buFontTx/>
                        <a:buChar char="-"/>
                        <a:tabLst/>
                      </a:pPr>
                      <a:r>
                        <a:rPr kumimoji="1" lang="en-US" altLang="ko-KR" sz="700" b="0" i="0" u="none" strike="noStrike" cap="none" normalizeH="0" baseline="0" dirty="0">
                          <a:ln>
                            <a:noFill/>
                          </a:ln>
                          <a:solidFill>
                            <a:schemeClr val="tx1"/>
                          </a:solidFill>
                          <a:effectLst/>
                          <a:latin typeface="+mn-ea"/>
                          <a:ea typeface="+mn-ea"/>
                        </a:rPr>
                        <a:t>2-1 </a:t>
                      </a:r>
                      <a:r>
                        <a:rPr kumimoji="1" lang="ko-KR" altLang="en-US" sz="700" b="0" i="0" u="none" strike="noStrike" cap="none" normalizeH="0" baseline="0" dirty="0">
                          <a:ln>
                            <a:noFill/>
                          </a:ln>
                          <a:solidFill>
                            <a:schemeClr val="tx1"/>
                          </a:solidFill>
                          <a:effectLst/>
                          <a:latin typeface="+mn-ea"/>
                          <a:ea typeface="+mn-ea"/>
                        </a:rPr>
                        <a:t>영역의 목록을 터치 시 해당 상품의 최근일자</a:t>
                      </a:r>
                      <a:r>
                        <a:rPr kumimoji="1" lang="en-US" altLang="ko-KR" sz="700" b="0" i="0" u="none" strike="noStrike" cap="none" normalizeH="0" baseline="0" dirty="0">
                          <a:ln>
                            <a:noFill/>
                          </a:ln>
                          <a:solidFill>
                            <a:schemeClr val="tx1"/>
                          </a:solidFill>
                          <a:effectLst/>
                          <a:latin typeface="+mn-ea"/>
                          <a:ea typeface="+mn-ea"/>
                        </a:rPr>
                        <a:t>(</a:t>
                      </a:r>
                      <a:r>
                        <a:rPr kumimoji="1" lang="ko-KR" altLang="en-US" sz="700" b="0" i="0" u="none" strike="noStrike" cap="none" normalizeH="0" baseline="0" dirty="0">
                          <a:ln>
                            <a:noFill/>
                          </a:ln>
                          <a:solidFill>
                            <a:schemeClr val="tx1"/>
                          </a:solidFill>
                          <a:effectLst/>
                          <a:latin typeface="+mn-ea"/>
                          <a:ea typeface="+mn-ea"/>
                        </a:rPr>
                        <a:t>상품상세보기</a:t>
                      </a:r>
                      <a:r>
                        <a:rPr kumimoji="1" lang="en-US" altLang="ko-KR" sz="700" b="0" i="0" u="none" strike="noStrike" cap="none" normalizeH="0" baseline="0" dirty="0">
                          <a:ln>
                            <a:noFill/>
                          </a:ln>
                          <a:solidFill>
                            <a:schemeClr val="tx1"/>
                          </a:solidFill>
                          <a:effectLst/>
                          <a:latin typeface="+mn-ea"/>
                          <a:ea typeface="+mn-ea"/>
                        </a:rPr>
                        <a:t>(</a:t>
                      </a:r>
                      <a:r>
                        <a:rPr kumimoji="1" lang="ko-KR" altLang="en-US" sz="700" b="0" i="0" u="none" strike="noStrike" cap="none" normalizeH="0" baseline="0" dirty="0">
                          <a:ln>
                            <a:noFill/>
                          </a:ln>
                          <a:solidFill>
                            <a:schemeClr val="tx1"/>
                          </a:solidFill>
                          <a:effectLst/>
                          <a:latin typeface="+mn-ea"/>
                          <a:ea typeface="+mn-ea"/>
                        </a:rPr>
                        <a:t>행사코드</a:t>
                      </a:r>
                      <a:r>
                        <a:rPr kumimoji="1" lang="en-US" altLang="ko-KR" sz="700" b="0" i="0" u="none" strike="noStrike" cap="none" normalizeH="0" baseline="0" dirty="0">
                          <a:ln>
                            <a:noFill/>
                          </a:ln>
                          <a:solidFill>
                            <a:schemeClr val="tx1"/>
                          </a:solidFill>
                          <a:effectLst/>
                          <a:latin typeface="+mn-ea"/>
                          <a:ea typeface="+mn-ea"/>
                        </a:rPr>
                        <a:t>))</a:t>
                      </a:r>
                      <a:r>
                        <a:rPr kumimoji="1" lang="ko-KR" altLang="en-US" sz="700" b="0" i="0" u="none" strike="noStrike" cap="none" normalizeH="0" baseline="0" dirty="0">
                          <a:ln>
                            <a:noFill/>
                          </a:ln>
                          <a:solidFill>
                            <a:schemeClr val="tx1"/>
                          </a:solidFill>
                          <a:effectLst/>
                          <a:latin typeface="+mn-ea"/>
                          <a:ea typeface="+mn-ea"/>
                        </a:rPr>
                        <a:t>로 연결</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600405226"/>
                  </a:ext>
                </a:extLst>
              </a:tr>
              <a:tr h="252000">
                <a:tc>
                  <a:txBody>
                    <a:bodyPr/>
                    <a:lstStyle/>
                    <a:p>
                      <a:pPr algn="ctr"/>
                      <a:r>
                        <a:rPr lang="en-US" altLang="ko-KR" sz="700" dirty="0"/>
                        <a:t>3</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상태</a:t>
                      </a:r>
                      <a:r>
                        <a:rPr kumimoji="1" lang="en-US" altLang="ko-KR" sz="700" b="0" i="0" u="none" strike="noStrike" cap="none" normalizeH="0" baseline="0" dirty="0">
                          <a:ln>
                            <a:noFill/>
                          </a:ln>
                          <a:solidFill>
                            <a:schemeClr val="tx1"/>
                          </a:solidFill>
                          <a:effectLst/>
                          <a:latin typeface="+mn-ea"/>
                          <a:ea typeface="+mn-ea"/>
                        </a:rPr>
                        <a:t>(</a:t>
                      </a:r>
                      <a:r>
                        <a:rPr kumimoji="1" lang="ko-KR" altLang="en-US" sz="700" b="0" i="0" u="none" strike="noStrike" cap="none" normalizeH="0" baseline="0" dirty="0">
                          <a:ln>
                            <a:noFill/>
                          </a:ln>
                          <a:solidFill>
                            <a:schemeClr val="tx1"/>
                          </a:solidFill>
                          <a:effectLst/>
                          <a:latin typeface="+mn-ea"/>
                          <a:ea typeface="+mn-ea"/>
                        </a:rPr>
                        <a:t>최근본상품의 개수</a:t>
                      </a:r>
                      <a:r>
                        <a:rPr kumimoji="1" lang="en-US" altLang="ko-KR" sz="700" b="0" i="0" u="none" strike="noStrike" cap="none" normalizeH="0" baseline="0" dirty="0">
                          <a:ln>
                            <a:noFill/>
                          </a:ln>
                          <a:solidFill>
                            <a:schemeClr val="tx1"/>
                          </a:solidFill>
                          <a:effectLst/>
                          <a:latin typeface="+mn-ea"/>
                          <a:ea typeface="+mn-ea"/>
                        </a:rPr>
                        <a:t>)</a:t>
                      </a:r>
                      <a:r>
                        <a:rPr kumimoji="1" lang="ko-KR" altLang="en-US" sz="700" b="0" i="0" u="none" strike="noStrike" cap="none" normalizeH="0" baseline="0" dirty="0">
                          <a:ln>
                            <a:noFill/>
                          </a:ln>
                          <a:solidFill>
                            <a:schemeClr val="tx1"/>
                          </a:solidFill>
                          <a:effectLst/>
                          <a:latin typeface="+mn-ea"/>
                          <a:ea typeface="+mn-ea"/>
                        </a:rPr>
                        <a:t>에 따라 지정 된 상품 노출</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상품 을 터치 시 해당 상품의 최근일자</a:t>
                      </a:r>
                      <a:r>
                        <a:rPr kumimoji="1" lang="en-US" altLang="ko-KR" sz="700" b="0" i="0" u="none" strike="noStrike" cap="none" normalizeH="0" baseline="0" dirty="0">
                          <a:ln>
                            <a:noFill/>
                          </a:ln>
                          <a:solidFill>
                            <a:schemeClr val="tx1"/>
                          </a:solidFill>
                          <a:effectLst/>
                          <a:latin typeface="+mn-ea"/>
                          <a:ea typeface="+mn-ea"/>
                        </a:rPr>
                        <a:t>(</a:t>
                      </a:r>
                      <a:r>
                        <a:rPr kumimoji="1" lang="ko-KR" altLang="en-US" sz="700" b="0" i="0" u="none" strike="noStrike" cap="none" normalizeH="0" baseline="0" dirty="0">
                          <a:ln>
                            <a:noFill/>
                          </a:ln>
                          <a:solidFill>
                            <a:schemeClr val="tx1"/>
                          </a:solidFill>
                          <a:effectLst/>
                          <a:latin typeface="+mn-ea"/>
                          <a:ea typeface="+mn-ea"/>
                        </a:rPr>
                        <a:t>상품상세보기</a:t>
                      </a:r>
                      <a:r>
                        <a:rPr kumimoji="1" lang="en-US" altLang="ko-KR" sz="700" b="0" i="0" u="none" strike="noStrike" cap="none" normalizeH="0" baseline="0" dirty="0">
                          <a:ln>
                            <a:noFill/>
                          </a:ln>
                          <a:solidFill>
                            <a:schemeClr val="tx1"/>
                          </a:solidFill>
                          <a:effectLst/>
                          <a:latin typeface="+mn-ea"/>
                          <a:ea typeface="+mn-ea"/>
                        </a:rPr>
                        <a:t>(</a:t>
                      </a:r>
                      <a:r>
                        <a:rPr kumimoji="1" lang="ko-KR" altLang="en-US" sz="700" b="0" i="0" u="none" strike="noStrike" cap="none" normalizeH="0" baseline="0" dirty="0">
                          <a:ln>
                            <a:noFill/>
                          </a:ln>
                          <a:solidFill>
                            <a:schemeClr val="tx1"/>
                          </a:solidFill>
                          <a:effectLst/>
                          <a:latin typeface="+mn-ea"/>
                          <a:ea typeface="+mn-ea"/>
                        </a:rPr>
                        <a:t>행사코드</a:t>
                      </a: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화면으로 이동</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575881690"/>
                  </a:ext>
                </a:extLst>
              </a:tr>
              <a:tr h="252000">
                <a:tc>
                  <a:txBody>
                    <a:bodyPr/>
                    <a:lstStyle/>
                    <a:p>
                      <a:pPr algn="ctr"/>
                      <a:r>
                        <a:rPr lang="en-US" altLang="ko-KR" sz="700" dirty="0"/>
                        <a:t>4</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dirty="0">
                          <a:ln>
                            <a:noFill/>
                          </a:ln>
                          <a:solidFill>
                            <a:schemeClr val="tx1"/>
                          </a:solidFill>
                          <a:effectLst/>
                          <a:latin typeface="+mn-ea"/>
                          <a:ea typeface="+mn-ea"/>
                        </a:rPr>
                        <a:t>신규로 추천 되는 상품</a:t>
                      </a:r>
                      <a:r>
                        <a:rPr kumimoji="1" lang="en-US" altLang="ko-KR" sz="700" b="0" i="0" u="none" strike="noStrike" cap="none" normalizeH="0" baseline="0" dirty="0">
                          <a:ln>
                            <a:noFill/>
                          </a:ln>
                          <a:solidFill>
                            <a:schemeClr val="tx1"/>
                          </a:solidFill>
                          <a:effectLst/>
                          <a:latin typeface="+mn-ea"/>
                          <a:ea typeface="+mn-ea"/>
                        </a:rPr>
                        <a:t>(3)</a:t>
                      </a:r>
                      <a:r>
                        <a:rPr kumimoji="1" lang="ko-KR" altLang="en-US" sz="700" b="0" i="0" u="none" strike="noStrike" cap="none" normalizeH="0" baseline="0" dirty="0">
                          <a:ln>
                            <a:noFill/>
                          </a:ln>
                          <a:solidFill>
                            <a:schemeClr val="tx1"/>
                          </a:solidFill>
                          <a:effectLst/>
                          <a:latin typeface="+mn-ea"/>
                          <a:ea typeface="+mn-ea"/>
                        </a:rPr>
                        <a:t>이 있을 경우 노출</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Tx/>
                        <a:buNone/>
                        <a:tabLst/>
                      </a:pP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접근 후 노출하지 않음</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929205908"/>
                  </a:ext>
                </a:extLst>
              </a:tr>
              <a:tr h="252000">
                <a:tc>
                  <a:txBody>
                    <a:bodyPr/>
                    <a:lstStyle/>
                    <a:p>
                      <a:pPr algn="ctr"/>
                      <a:r>
                        <a:rPr lang="en-US" altLang="ko-KR" sz="700" dirty="0"/>
                        <a:t>5</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갱신 된 일자 노출</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174393987"/>
                  </a:ext>
                </a:extLst>
              </a:tr>
              <a:tr h="252000">
                <a:tc>
                  <a:txBody>
                    <a:bodyPr/>
                    <a:lstStyle/>
                    <a:p>
                      <a:pPr algn="ctr"/>
                      <a:r>
                        <a:rPr lang="en-US" altLang="ko-KR" sz="700" dirty="0"/>
                        <a:t>6</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터치 시 상품추천으로 </a:t>
                      </a:r>
                      <a:r>
                        <a:rPr kumimoji="1" lang="ko-KR" altLang="en-US" sz="700" b="0" i="0" u="none" strike="noStrike" cap="none" normalizeH="0" baseline="0" dirty="0" err="1">
                          <a:ln>
                            <a:noFill/>
                          </a:ln>
                          <a:solidFill>
                            <a:schemeClr val="tx1"/>
                          </a:solidFill>
                          <a:effectLst/>
                          <a:latin typeface="+mn-ea"/>
                          <a:ea typeface="+mn-ea"/>
                        </a:rPr>
                        <a:t>바로연결</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986106794"/>
                  </a:ext>
                </a:extLst>
              </a:tr>
              <a:tr h="252000">
                <a:tc>
                  <a:txBody>
                    <a:bodyPr/>
                    <a:lstStyle/>
                    <a:p>
                      <a:pPr algn="ctr"/>
                      <a:r>
                        <a:rPr lang="en-US" altLang="ko-KR" sz="700" dirty="0"/>
                        <a:t>7</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382451967"/>
                  </a:ext>
                </a:extLst>
              </a:tr>
              <a:tr h="252000">
                <a:tc>
                  <a:txBody>
                    <a:bodyPr/>
                    <a:lstStyle/>
                    <a:p>
                      <a:pPr algn="ctr"/>
                      <a:r>
                        <a:rPr lang="en-US" altLang="ko-KR" sz="700" dirty="0"/>
                        <a:t>8</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801369225"/>
                  </a:ext>
                </a:extLst>
              </a:tr>
              <a:tr h="252000">
                <a:tc>
                  <a:txBody>
                    <a:bodyPr/>
                    <a:lstStyle/>
                    <a:p>
                      <a:pPr algn="ctr"/>
                      <a:r>
                        <a:rPr lang="en-US" altLang="ko-KR" sz="700" dirty="0"/>
                        <a:t>9</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87350180"/>
                  </a:ext>
                </a:extLst>
              </a:tr>
              <a:tr h="252000">
                <a:tc>
                  <a:txBody>
                    <a:bodyPr/>
                    <a:lstStyle/>
                    <a:p>
                      <a:pPr algn="ctr"/>
                      <a:r>
                        <a:rPr lang="en-US" altLang="ko-KR" sz="700" dirty="0"/>
                        <a:t>10</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893561366"/>
                  </a:ext>
                </a:extLst>
              </a:tr>
              <a:tr h="252000">
                <a:tc>
                  <a:txBody>
                    <a:bodyPr/>
                    <a:lstStyle/>
                    <a:p>
                      <a:pPr algn="ctr"/>
                      <a:r>
                        <a:rPr lang="en-US" altLang="ko-KR" sz="700" dirty="0"/>
                        <a:t>11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120464130"/>
                  </a:ext>
                </a:extLst>
              </a:tr>
              <a:tr h="257465">
                <a:tc gridSpan="2">
                  <a:txBody>
                    <a:bodyPr/>
                    <a:lstStyle/>
                    <a:p>
                      <a:pPr algn="ctr"/>
                      <a:endParaRPr lang="ko-KR" altLang="en-US" sz="700" b="1"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827257165"/>
                  </a:ext>
                </a:extLst>
              </a:tr>
              <a:tr h="257465">
                <a:tc gridSpan="2">
                  <a:txBody>
                    <a:bodyPr/>
                    <a:lstStyle/>
                    <a:p>
                      <a:endParaRPr lang="en-US" altLang="ko-KR"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32757063"/>
                  </a:ext>
                </a:extLst>
              </a:tr>
            </a:tbl>
          </a:graphicData>
        </a:graphic>
      </p:graphicFrame>
      <p:sp>
        <p:nvSpPr>
          <p:cNvPr id="2" name="텍스트 개체 틀 1">
            <a:extLst>
              <a:ext uri="{FF2B5EF4-FFF2-40B4-BE49-F238E27FC236}">
                <a16:creationId xmlns:a16="http://schemas.microsoft.com/office/drawing/2014/main" id="{6352FB64-C8C6-4D72-B120-BC94F211760C}"/>
              </a:ext>
            </a:extLst>
          </p:cNvPr>
          <p:cNvSpPr>
            <a:spLocks noGrp="1"/>
          </p:cNvSpPr>
          <p:nvPr>
            <p:ph type="body" sz="quarter" idx="10"/>
          </p:nvPr>
        </p:nvSpPr>
        <p:spPr/>
        <p:txBody>
          <a:bodyPr/>
          <a:lstStyle/>
          <a:p>
            <a:r>
              <a:rPr lang="en-US" altLang="ko-KR" dirty="0"/>
              <a:t>CUBE_</a:t>
            </a:r>
            <a:r>
              <a:rPr lang="ko-KR" altLang="en-US" dirty="0"/>
              <a:t>상품추천 </a:t>
            </a:r>
            <a:endParaRPr lang="en-US" altLang="ko-KR" dirty="0"/>
          </a:p>
        </p:txBody>
      </p:sp>
      <p:sp>
        <p:nvSpPr>
          <p:cNvPr id="7" name="텍스트 개체 틀 6">
            <a:extLst>
              <a:ext uri="{FF2B5EF4-FFF2-40B4-BE49-F238E27FC236}">
                <a16:creationId xmlns:a16="http://schemas.microsoft.com/office/drawing/2014/main" id="{144A212D-8A3F-4CB1-8C81-FD2FB266E275}"/>
              </a:ext>
            </a:extLst>
          </p:cNvPr>
          <p:cNvSpPr>
            <a:spLocks noGrp="1"/>
          </p:cNvSpPr>
          <p:nvPr>
            <p:ph type="body" sz="quarter" idx="11"/>
          </p:nvPr>
        </p:nvSpPr>
        <p:spPr/>
        <p:txBody>
          <a:bodyPr/>
          <a:lstStyle/>
          <a:p>
            <a:r>
              <a:rPr lang="en-US" altLang="ko-KR" dirty="0" err="1"/>
              <a:t>DE_SL_CU_301</a:t>
            </a:r>
            <a:r>
              <a:rPr lang="en-US" altLang="ko-KR" dirty="0"/>
              <a:t> </a:t>
            </a:r>
            <a:endParaRPr lang="ko-KR" altLang="en-US" dirty="0"/>
          </a:p>
        </p:txBody>
      </p:sp>
      <p:sp>
        <p:nvSpPr>
          <p:cNvPr id="160" name="타원 159">
            <a:extLst>
              <a:ext uri="{FF2B5EF4-FFF2-40B4-BE49-F238E27FC236}">
                <a16:creationId xmlns:a16="http://schemas.microsoft.com/office/drawing/2014/main" id="{5D050895-681C-4C52-8EDE-B1D294A8F02F}"/>
              </a:ext>
            </a:extLst>
          </p:cNvPr>
          <p:cNvSpPr/>
          <p:nvPr/>
        </p:nvSpPr>
        <p:spPr>
          <a:xfrm>
            <a:off x="4602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err="1">
                <a:solidFill>
                  <a:prstClr val="white"/>
                </a:solidFill>
              </a:rPr>
              <a:t>CUVE</a:t>
            </a:r>
            <a:endParaRPr lang="ko-KR" altLang="en-US" sz="800" dirty="0" err="1">
              <a:solidFill>
                <a:prstClr val="white"/>
              </a:solidFill>
            </a:endParaRPr>
          </a:p>
        </p:txBody>
      </p:sp>
      <p:sp>
        <p:nvSpPr>
          <p:cNvPr id="272" name="TextBox 271">
            <a:extLst>
              <a:ext uri="{FF2B5EF4-FFF2-40B4-BE49-F238E27FC236}">
                <a16:creationId xmlns:a16="http://schemas.microsoft.com/office/drawing/2014/main" id="{2128927F-E916-4BEF-A0B0-D8D93149D18D}"/>
              </a:ext>
            </a:extLst>
          </p:cNvPr>
          <p:cNvSpPr txBox="1"/>
          <p:nvPr/>
        </p:nvSpPr>
        <p:spPr>
          <a:xfrm>
            <a:off x="2825373" y="1067851"/>
            <a:ext cx="2289600" cy="253211"/>
          </a:xfrm>
          <a:prstGeom prst="rect">
            <a:avLst/>
          </a:prstGeom>
          <a:noFill/>
        </p:spPr>
        <p:txBody>
          <a:bodyPr wrap="square" rtlCol="0">
            <a:spAutoFit/>
          </a:bodyPr>
          <a:lstStyle/>
          <a:p>
            <a:pPr marL="0" marR="0" lvl="0" indent="0" algn="ctr" defTabSz="914400" rtl="0" eaLnBrk="1" fontAlgn="base" latinLnBrk="1" hangingPunct="1">
              <a:lnSpc>
                <a:spcPct val="150000"/>
              </a:lnSpc>
              <a:spcBef>
                <a:spcPct val="0"/>
              </a:spcBef>
              <a:spcAft>
                <a:spcPct val="0"/>
              </a:spcAft>
              <a:buClrTx/>
              <a:buSzTx/>
              <a:buFontTx/>
              <a:buNone/>
              <a:tabLst/>
              <a:defRPr/>
            </a:pPr>
            <a:r>
              <a:rPr kumimoji="1" lang="ko-KR" altLang="en-US" sz="800" b="1" i="0" u="none" strike="noStrike" kern="1200" cap="none" spc="0" normalizeH="0" baseline="0" noProof="0" dirty="0">
                <a:ln>
                  <a:noFill/>
                </a:ln>
                <a:solidFill>
                  <a:prstClr val="black"/>
                </a:solidFill>
                <a:effectLst/>
                <a:uLnTx/>
                <a:uFillTx/>
                <a:latin typeface="맑은 고딕"/>
                <a:ea typeface="맑은 고딕"/>
                <a:cs typeface="+mn-cs"/>
              </a:rPr>
              <a:t>상품추천</a:t>
            </a:r>
          </a:p>
        </p:txBody>
      </p:sp>
      <p:grpSp>
        <p:nvGrpSpPr>
          <p:cNvPr id="4" name="그룹 3">
            <a:extLst>
              <a:ext uri="{FF2B5EF4-FFF2-40B4-BE49-F238E27FC236}">
                <a16:creationId xmlns:a16="http://schemas.microsoft.com/office/drawing/2014/main" id="{89A03565-4DA5-4AAF-B18C-B7F704E581AC}"/>
              </a:ext>
            </a:extLst>
          </p:cNvPr>
          <p:cNvGrpSpPr/>
          <p:nvPr/>
        </p:nvGrpSpPr>
        <p:grpSpPr>
          <a:xfrm>
            <a:off x="2820157" y="4977573"/>
            <a:ext cx="1094028" cy="1090118"/>
            <a:chOff x="2820157" y="4977573"/>
            <a:chExt cx="1094028" cy="1090118"/>
          </a:xfrm>
        </p:grpSpPr>
        <p:sp>
          <p:nvSpPr>
            <p:cNvPr id="328" name="자유형 73">
              <a:extLst>
                <a:ext uri="{FF2B5EF4-FFF2-40B4-BE49-F238E27FC236}">
                  <a16:creationId xmlns:a16="http://schemas.microsoft.com/office/drawing/2014/main" id="{87770D4D-B91A-47C7-BE44-2964C733B8FC}"/>
                </a:ext>
              </a:extLst>
            </p:cNvPr>
            <p:cNvSpPr/>
            <p:nvPr/>
          </p:nvSpPr>
          <p:spPr>
            <a:xfrm>
              <a:off x="2820157" y="4977573"/>
              <a:ext cx="1094028" cy="1090118"/>
            </a:xfrm>
            <a:custGeom>
              <a:avLst/>
              <a:gdLst>
                <a:gd name="connsiteX0" fmla="*/ 123151 w 997872"/>
                <a:gd name="connsiteY0" fmla="*/ 0 h 994306"/>
                <a:gd name="connsiteX1" fmla="*/ 997872 w 997872"/>
                <a:gd name="connsiteY1" fmla="*/ 874721 h 994306"/>
                <a:gd name="connsiteX2" fmla="*/ 993356 w 997872"/>
                <a:gd name="connsiteY2" fmla="*/ 964156 h 994306"/>
                <a:gd name="connsiteX3" fmla="*/ 988755 w 997872"/>
                <a:gd name="connsiteY3" fmla="*/ 994306 h 994306"/>
                <a:gd name="connsiteX4" fmla="*/ 507101 w 997872"/>
                <a:gd name="connsiteY4" fmla="*/ 994306 h 994306"/>
                <a:gd name="connsiteX5" fmla="*/ 507088 w 997872"/>
                <a:gd name="connsiteY5" fmla="*/ 994306 h 994306"/>
                <a:gd name="connsiteX6" fmla="*/ 507075 w 997872"/>
                <a:gd name="connsiteY6" fmla="*/ 994306 h 994306"/>
                <a:gd name="connsiteX7" fmla="*/ 0 w 997872"/>
                <a:gd name="connsiteY7" fmla="*/ 994306 h 994306"/>
                <a:gd name="connsiteX8" fmla="*/ 0 w 997872"/>
                <a:gd name="connsiteY8" fmla="*/ 994305 h 994306"/>
                <a:gd name="connsiteX9" fmla="*/ 0 w 997872"/>
                <a:gd name="connsiteY9" fmla="*/ 509497 h 994306"/>
                <a:gd name="connsiteX10" fmla="*/ 0 w 997872"/>
                <a:gd name="connsiteY10" fmla="*/ 487221 h 994306"/>
                <a:gd name="connsiteX11" fmla="*/ 0 w 997872"/>
                <a:gd name="connsiteY11" fmla="*/ 9662 h 994306"/>
                <a:gd name="connsiteX12" fmla="*/ 33716 w 997872"/>
                <a:gd name="connsiteY12" fmla="*/ 4516 h 994306"/>
                <a:gd name="connsiteX13" fmla="*/ 123151 w 997872"/>
                <a:gd name="connsiteY13" fmla="*/ 0 h 994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7872" h="994306">
                  <a:moveTo>
                    <a:pt x="123151" y="0"/>
                  </a:moveTo>
                  <a:cubicBezTo>
                    <a:pt x="606246" y="0"/>
                    <a:pt x="997872" y="391626"/>
                    <a:pt x="997872" y="874721"/>
                  </a:cubicBezTo>
                  <a:cubicBezTo>
                    <a:pt x="997872" y="904915"/>
                    <a:pt x="996342" y="934751"/>
                    <a:pt x="993356" y="964156"/>
                  </a:cubicBezTo>
                  <a:lnTo>
                    <a:pt x="988755" y="994306"/>
                  </a:lnTo>
                  <a:lnTo>
                    <a:pt x="507101" y="994306"/>
                  </a:lnTo>
                  <a:lnTo>
                    <a:pt x="507088" y="994306"/>
                  </a:lnTo>
                  <a:lnTo>
                    <a:pt x="507075" y="994306"/>
                  </a:lnTo>
                  <a:lnTo>
                    <a:pt x="0" y="994306"/>
                  </a:lnTo>
                  <a:lnTo>
                    <a:pt x="0" y="994305"/>
                  </a:lnTo>
                  <a:lnTo>
                    <a:pt x="0" y="509497"/>
                  </a:lnTo>
                  <a:lnTo>
                    <a:pt x="0" y="487221"/>
                  </a:lnTo>
                  <a:lnTo>
                    <a:pt x="0" y="9662"/>
                  </a:lnTo>
                  <a:lnTo>
                    <a:pt x="33716" y="4516"/>
                  </a:lnTo>
                  <a:cubicBezTo>
                    <a:pt x="63122" y="1530"/>
                    <a:pt x="92958" y="0"/>
                    <a:pt x="123151" y="0"/>
                  </a:cubicBezTo>
                  <a:close/>
                </a:path>
              </a:pathLst>
            </a:custGeom>
            <a:solidFill>
              <a:schemeClr val="bg1">
                <a:lumMod val="95000"/>
                <a:alpha val="87000"/>
              </a:schemeClr>
            </a:solidFill>
            <a:ln w="3175">
              <a:solidFill>
                <a:schemeClr val="bg1">
                  <a:lumMod val="75000"/>
                </a:schemeClr>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err="1">
                <a:solidFill>
                  <a:schemeClr val="tx1"/>
                </a:solidFill>
              </a:endParaRPr>
            </a:p>
          </p:txBody>
        </p:sp>
        <p:sp>
          <p:nvSpPr>
            <p:cNvPr id="329" name="타원 328">
              <a:extLst>
                <a:ext uri="{FF2B5EF4-FFF2-40B4-BE49-F238E27FC236}">
                  <a16:creationId xmlns:a16="http://schemas.microsoft.com/office/drawing/2014/main" id="{9A39F636-8E67-4F54-A0E9-072F1975D149}"/>
                </a:ext>
              </a:extLst>
            </p:cNvPr>
            <p:cNvSpPr/>
            <p:nvPr/>
          </p:nvSpPr>
          <p:spPr>
            <a:xfrm>
              <a:off x="29748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a:solidFill>
                    <a:prstClr val="white"/>
                  </a:solidFill>
                </a:rPr>
                <a:t>X</a:t>
              </a:r>
              <a:endParaRPr lang="ko-KR" altLang="en-US" sz="800" dirty="0" err="1">
                <a:solidFill>
                  <a:prstClr val="white"/>
                </a:solidFill>
              </a:endParaRPr>
            </a:p>
          </p:txBody>
        </p:sp>
        <p:sp>
          <p:nvSpPr>
            <p:cNvPr id="330" name="타원 329">
              <a:extLst>
                <a:ext uri="{FF2B5EF4-FFF2-40B4-BE49-F238E27FC236}">
                  <a16:creationId xmlns:a16="http://schemas.microsoft.com/office/drawing/2014/main" id="{E1D8C9CE-CF5E-4556-9519-8FD809A17B64}"/>
                </a:ext>
              </a:extLst>
            </p:cNvPr>
            <p:cNvSpPr/>
            <p:nvPr/>
          </p:nvSpPr>
          <p:spPr>
            <a:xfrm>
              <a:off x="2866903" y="5073403"/>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dirty="0">
                  <a:solidFill>
                    <a:prstClr val="white"/>
                  </a:solidFill>
                </a:rPr>
                <a:t>알림</a:t>
              </a:r>
            </a:p>
          </p:txBody>
        </p:sp>
        <p:sp>
          <p:nvSpPr>
            <p:cNvPr id="331" name="타원 330">
              <a:extLst>
                <a:ext uri="{FF2B5EF4-FFF2-40B4-BE49-F238E27FC236}">
                  <a16:creationId xmlns:a16="http://schemas.microsoft.com/office/drawing/2014/main" id="{322324F9-4608-426A-AC01-E2C813C7894C}"/>
                </a:ext>
              </a:extLst>
            </p:cNvPr>
            <p:cNvSpPr/>
            <p:nvPr/>
          </p:nvSpPr>
          <p:spPr>
            <a:xfrm>
              <a:off x="3241635" y="5166619"/>
              <a:ext cx="248663" cy="248663"/>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dirty="0">
                  <a:solidFill>
                    <a:prstClr val="white"/>
                  </a:solidFill>
                </a:rPr>
                <a:t>상품추천</a:t>
              </a:r>
            </a:p>
          </p:txBody>
        </p:sp>
        <p:sp>
          <p:nvSpPr>
            <p:cNvPr id="332" name="타원 331">
              <a:extLst>
                <a:ext uri="{FF2B5EF4-FFF2-40B4-BE49-F238E27FC236}">
                  <a16:creationId xmlns:a16="http://schemas.microsoft.com/office/drawing/2014/main" id="{44C1B3E3-29AB-47DA-9C79-FC8610B40D30}"/>
                </a:ext>
              </a:extLst>
            </p:cNvPr>
            <p:cNvSpPr/>
            <p:nvPr/>
          </p:nvSpPr>
          <p:spPr>
            <a:xfrm>
              <a:off x="3485033" y="544830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a:solidFill>
                    <a:prstClr val="white"/>
                  </a:solidFill>
                </a:rPr>
                <a:t>트렌드</a:t>
              </a:r>
              <a:endParaRPr lang="ko-KR" altLang="en-US" sz="600" dirty="0" err="1">
                <a:solidFill>
                  <a:prstClr val="white"/>
                </a:solidFill>
              </a:endParaRPr>
            </a:p>
          </p:txBody>
        </p:sp>
        <p:sp>
          <p:nvSpPr>
            <p:cNvPr id="333" name="타원 332">
              <a:extLst>
                <a:ext uri="{FF2B5EF4-FFF2-40B4-BE49-F238E27FC236}">
                  <a16:creationId xmlns:a16="http://schemas.microsoft.com/office/drawing/2014/main" id="{E8459A62-E3FA-49C2-871A-FC8F440A782A}"/>
                </a:ext>
              </a:extLst>
            </p:cNvPr>
            <p:cNvSpPr/>
            <p:nvPr/>
          </p:nvSpPr>
          <p:spPr>
            <a:xfrm>
              <a:off x="3538910" y="580834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a:solidFill>
                    <a:prstClr val="white"/>
                  </a:solidFill>
                </a:rPr>
                <a:t>전화</a:t>
              </a:r>
              <a:endParaRPr lang="ko-KR" altLang="en-US" sz="600" dirty="0" err="1">
                <a:solidFill>
                  <a:prstClr val="white"/>
                </a:solidFill>
              </a:endParaRPr>
            </a:p>
          </p:txBody>
        </p:sp>
        <p:sp>
          <p:nvSpPr>
            <p:cNvPr id="366" name="타원 365">
              <a:extLst>
                <a:ext uri="{FF2B5EF4-FFF2-40B4-BE49-F238E27FC236}">
                  <a16:creationId xmlns:a16="http://schemas.microsoft.com/office/drawing/2014/main" id="{6BDA2535-2181-4479-9EA0-F9AF8DB3D9FF}"/>
                </a:ext>
              </a:extLst>
            </p:cNvPr>
            <p:cNvSpPr/>
            <p:nvPr/>
          </p:nvSpPr>
          <p:spPr>
            <a:xfrm>
              <a:off x="3440832" y="5195292"/>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grpSp>
      <p:sp>
        <p:nvSpPr>
          <p:cNvPr id="368" name="타원 367">
            <a:extLst>
              <a:ext uri="{FF2B5EF4-FFF2-40B4-BE49-F238E27FC236}">
                <a16:creationId xmlns:a16="http://schemas.microsoft.com/office/drawing/2014/main" id="{F5298DAE-A173-4D6A-865D-EFE3E116F98F}"/>
              </a:ext>
            </a:extLst>
          </p:cNvPr>
          <p:cNvSpPr/>
          <p:nvPr/>
        </p:nvSpPr>
        <p:spPr>
          <a:xfrm>
            <a:off x="742628" y="5608290"/>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sp>
        <p:nvSpPr>
          <p:cNvPr id="89" name="TextBox 88">
            <a:extLst>
              <a:ext uri="{FF2B5EF4-FFF2-40B4-BE49-F238E27FC236}">
                <a16:creationId xmlns:a16="http://schemas.microsoft.com/office/drawing/2014/main" id="{DAF5FB68-1D96-458C-A042-B437FE31628E}"/>
              </a:ext>
            </a:extLst>
          </p:cNvPr>
          <p:cNvSpPr txBox="1"/>
          <p:nvPr/>
        </p:nvSpPr>
        <p:spPr>
          <a:xfrm>
            <a:off x="2855061" y="1406242"/>
            <a:ext cx="1557976" cy="230832"/>
          </a:xfrm>
          <a:prstGeom prst="rect">
            <a:avLst/>
          </a:prstGeom>
          <a:noFill/>
        </p:spPr>
        <p:txBody>
          <a:bodyPr wrap="square" rtlCol="0">
            <a:spAutoFit/>
          </a:bodyPr>
          <a:lstStyle/>
          <a:p>
            <a:r>
              <a:rPr lang="ko-KR" altLang="en-US" sz="900" b="1" dirty="0">
                <a:latin typeface="나눔고딕" panose="020D0604000000000000" pitchFamily="50" charset="-127"/>
                <a:ea typeface="나눔고딕" panose="020D0604000000000000" pitchFamily="50" charset="-127"/>
              </a:rPr>
              <a:t>오늘 나의 여행취향은</a:t>
            </a:r>
          </a:p>
        </p:txBody>
      </p:sp>
      <p:sp>
        <p:nvSpPr>
          <p:cNvPr id="90" name="TextBox 89">
            <a:extLst>
              <a:ext uri="{FF2B5EF4-FFF2-40B4-BE49-F238E27FC236}">
                <a16:creationId xmlns:a16="http://schemas.microsoft.com/office/drawing/2014/main" id="{175E65BC-6C0A-404C-9BAC-1F0A74EEEE18}"/>
              </a:ext>
            </a:extLst>
          </p:cNvPr>
          <p:cNvSpPr txBox="1"/>
          <p:nvPr/>
        </p:nvSpPr>
        <p:spPr>
          <a:xfrm>
            <a:off x="2848438" y="1612348"/>
            <a:ext cx="2271369" cy="523220"/>
          </a:xfrm>
          <a:prstGeom prst="rect">
            <a:avLst/>
          </a:prstGeom>
          <a:noFill/>
        </p:spPr>
        <p:txBody>
          <a:bodyPr wrap="square" rtlCol="0">
            <a:spAutoFit/>
          </a:bodyPr>
          <a:lstStyle/>
          <a:p>
            <a:r>
              <a:rPr lang="ko-KR" altLang="en-US" sz="700" dirty="0">
                <a:latin typeface="나눔고딕" panose="020D0604000000000000" pitchFamily="50" charset="-127"/>
                <a:ea typeface="나눔고딕" panose="020D0604000000000000" pitchFamily="50" charset="-127"/>
              </a:rPr>
              <a:t>고객님께서 살펴보신 상품과 지난 </a:t>
            </a:r>
            <a:r>
              <a:rPr lang="en-US" altLang="ko-KR" sz="700" dirty="0">
                <a:latin typeface="나눔고딕" panose="020D0604000000000000" pitchFamily="50" charset="-127"/>
                <a:ea typeface="나눔고딕" panose="020D0604000000000000" pitchFamily="50" charset="-127"/>
              </a:rPr>
              <a:t>1</a:t>
            </a:r>
            <a:r>
              <a:rPr lang="ko-KR" altLang="en-US" sz="700" dirty="0">
                <a:latin typeface="나눔고딕" panose="020D0604000000000000" pitchFamily="50" charset="-127"/>
                <a:ea typeface="나눔고딕" panose="020D0604000000000000" pitchFamily="50" charset="-127"/>
              </a:rPr>
              <a:t>년 동안 쌓인 </a:t>
            </a:r>
            <a:r>
              <a:rPr lang="en-US" altLang="ko-KR" sz="700" dirty="0">
                <a:latin typeface="나눔고딕" panose="020D0604000000000000" pitchFamily="50" charset="-127"/>
                <a:ea typeface="나눔고딕" panose="020D0604000000000000" pitchFamily="50" charset="-127"/>
              </a:rPr>
              <a:t>1,500</a:t>
            </a:r>
            <a:r>
              <a:rPr lang="ko-KR" altLang="en-US" sz="700" dirty="0">
                <a:latin typeface="나눔고딕" panose="020D0604000000000000" pitchFamily="50" charset="-127"/>
                <a:ea typeface="나눔고딕" panose="020D0604000000000000" pitchFamily="50" charset="-127"/>
              </a:rPr>
              <a:t>천 건의 예약데이터를 기반으로 개인 맞춤형 상품을 추천해드릴게요</a:t>
            </a:r>
            <a:r>
              <a:rPr lang="en-US" altLang="ko-KR" sz="700" dirty="0">
                <a:latin typeface="나눔고딕" panose="020D0604000000000000" pitchFamily="50" charset="-127"/>
                <a:ea typeface="나눔고딕" panose="020D0604000000000000" pitchFamily="50" charset="-127"/>
              </a:rPr>
              <a:t>. </a:t>
            </a:r>
            <a:r>
              <a:rPr lang="ko-KR" altLang="en-US" sz="700" dirty="0">
                <a:latin typeface="나눔고딕" panose="020D0604000000000000" pitchFamily="50" charset="-127"/>
                <a:ea typeface="나눔고딕" panose="020D0604000000000000" pitchFamily="50" charset="-127"/>
              </a:rPr>
              <a:t>고객님의 취향저격 여행상품을 지금 확인해보세요</a:t>
            </a:r>
            <a:r>
              <a:rPr lang="en-US" altLang="ko-KR" sz="700" dirty="0">
                <a:latin typeface="나눔고딕" panose="020D0604000000000000" pitchFamily="50" charset="-127"/>
                <a:ea typeface="나눔고딕" panose="020D0604000000000000" pitchFamily="50" charset="-127"/>
              </a:rPr>
              <a:t>.</a:t>
            </a:r>
          </a:p>
        </p:txBody>
      </p:sp>
      <p:sp>
        <p:nvSpPr>
          <p:cNvPr id="91" name="TextBox 90">
            <a:extLst>
              <a:ext uri="{FF2B5EF4-FFF2-40B4-BE49-F238E27FC236}">
                <a16:creationId xmlns:a16="http://schemas.microsoft.com/office/drawing/2014/main" id="{7AF07BE4-7BE3-4B5F-BDB6-B64F0ECB5AB4}"/>
              </a:ext>
            </a:extLst>
          </p:cNvPr>
          <p:cNvSpPr txBox="1"/>
          <p:nvPr/>
        </p:nvSpPr>
        <p:spPr>
          <a:xfrm>
            <a:off x="2864768" y="2273677"/>
            <a:ext cx="2158252" cy="800219"/>
          </a:xfrm>
          <a:prstGeom prst="rect">
            <a:avLst/>
          </a:prstGeom>
          <a:noFill/>
        </p:spPr>
        <p:txBody>
          <a:bodyPr wrap="square" rtlCol="0">
            <a:spAutoFit/>
          </a:bodyPr>
          <a:lstStyle/>
          <a:p>
            <a:r>
              <a:rPr lang="en-US" altLang="ko-KR" sz="1000" b="1" dirty="0">
                <a:latin typeface="나눔고딕" panose="020D0604000000000000" pitchFamily="50" charset="-127"/>
                <a:ea typeface="나눔고딕" panose="020D0604000000000000" pitchFamily="50" charset="-127"/>
              </a:rPr>
              <a:t>2019</a:t>
            </a:r>
            <a:r>
              <a:rPr lang="ko-KR" altLang="en-US" sz="800" dirty="0">
                <a:latin typeface="나눔고딕" panose="020D0604000000000000" pitchFamily="50" charset="-127"/>
                <a:ea typeface="나눔고딕" panose="020D0604000000000000" pitchFamily="50" charset="-127"/>
              </a:rPr>
              <a:t>년 </a:t>
            </a:r>
            <a:r>
              <a:rPr lang="ko-KR" altLang="en-US" sz="800" dirty="0" err="1">
                <a:latin typeface="나눔고딕" panose="020D0604000000000000" pitchFamily="50" charset="-127"/>
                <a:ea typeface="나눔고딕" panose="020D0604000000000000" pitchFamily="50" charset="-127"/>
              </a:rPr>
              <a:t>참좋은여행을</a:t>
            </a:r>
            <a:r>
              <a:rPr lang="ko-KR" altLang="en-US" sz="800" dirty="0">
                <a:latin typeface="나눔고딕" panose="020D0604000000000000" pitchFamily="50" charset="-127"/>
                <a:ea typeface="나눔고딕" panose="020D0604000000000000" pitchFamily="50" charset="-127"/>
              </a:rPr>
              <a:t> 방문하신 고객님들이</a:t>
            </a:r>
            <a:r>
              <a:rPr lang="en-US" altLang="ko-KR" sz="800" dirty="0">
                <a:latin typeface="나눔고딕" panose="020D0604000000000000" pitchFamily="50" charset="-127"/>
                <a:ea typeface="나눔고딕" panose="020D0604000000000000" pitchFamily="50" charset="-127"/>
              </a:rPr>
              <a:t> </a:t>
            </a:r>
            <a:r>
              <a:rPr lang="ko-KR" altLang="en-US" sz="800" dirty="0">
                <a:latin typeface="나눔고딕" panose="020D0604000000000000" pitchFamily="50" charset="-127"/>
                <a:ea typeface="나눔고딕" panose="020D0604000000000000" pitchFamily="50" charset="-127"/>
              </a:rPr>
              <a:t>추천 받은 </a:t>
            </a:r>
            <a:r>
              <a:rPr lang="en-US" altLang="ko-KR" sz="1000" b="1" dirty="0">
                <a:latin typeface="나눔고딕" panose="020D0604000000000000" pitchFamily="50" charset="-127"/>
                <a:ea typeface="나눔고딕" panose="020D0604000000000000" pitchFamily="50" charset="-127"/>
              </a:rPr>
              <a:t>19,000</a:t>
            </a:r>
            <a:r>
              <a:rPr lang="ko-KR" altLang="en-US" sz="800" dirty="0">
                <a:latin typeface="나눔고딕" panose="020D0604000000000000" pitchFamily="50" charset="-127"/>
                <a:ea typeface="나눔고딕" panose="020D0604000000000000" pitchFamily="50" charset="-127"/>
              </a:rPr>
              <a:t>건 중 가장 인기 있었던 상품을 만나보세요</a:t>
            </a:r>
            <a:r>
              <a:rPr lang="en-US" altLang="ko-KR" sz="800" dirty="0">
                <a:latin typeface="나눔고딕" panose="020D0604000000000000" pitchFamily="50" charset="-127"/>
                <a:ea typeface="나눔고딕" panose="020D0604000000000000" pitchFamily="50" charset="-127"/>
              </a:rPr>
              <a:t>. </a:t>
            </a:r>
            <a:br>
              <a:rPr lang="en-US" altLang="ko-KR" sz="800" dirty="0">
                <a:latin typeface="나눔고딕" panose="020D0604000000000000" pitchFamily="50" charset="-127"/>
                <a:ea typeface="나눔고딕" panose="020D0604000000000000" pitchFamily="50" charset="-127"/>
              </a:rPr>
            </a:br>
            <a:r>
              <a:rPr lang="ko-KR" altLang="en-US" sz="1000" b="1" dirty="0" err="1">
                <a:latin typeface="나눔고딕" panose="020D0604000000000000" pitchFamily="50" charset="-127"/>
                <a:ea typeface="나눔고딕" panose="020D0604000000000000" pitchFamily="50" charset="-127"/>
              </a:rPr>
              <a:t>홍길동님</a:t>
            </a:r>
            <a:r>
              <a:rPr lang="ko-KR" altLang="en-US" sz="800" dirty="0" err="1">
                <a:latin typeface="나눔고딕" panose="020D0604000000000000" pitchFamily="50" charset="-127"/>
                <a:ea typeface="나눔고딕" panose="020D0604000000000000" pitchFamily="50" charset="-127"/>
              </a:rPr>
              <a:t>만의</a:t>
            </a:r>
            <a:r>
              <a:rPr lang="ko-KR" altLang="en-US" sz="800" dirty="0">
                <a:latin typeface="나눔고딕" panose="020D0604000000000000" pitchFamily="50" charset="-127"/>
                <a:ea typeface="나눔고딕" panose="020D0604000000000000" pitchFamily="50" charset="-127"/>
              </a:rPr>
              <a:t> 맞춤형 추천 상품은 </a:t>
            </a:r>
            <a:r>
              <a:rPr lang="en-US" altLang="ko-KR" sz="800" dirty="0">
                <a:latin typeface="나눔고딕" panose="020D0604000000000000" pitchFamily="50" charset="-127"/>
                <a:ea typeface="나눔고딕" panose="020D0604000000000000" pitchFamily="50" charset="-127"/>
              </a:rPr>
              <a:t>3</a:t>
            </a:r>
            <a:r>
              <a:rPr lang="ko-KR" altLang="en-US" sz="800" dirty="0">
                <a:latin typeface="나눔고딕" panose="020D0604000000000000" pitchFamily="50" charset="-127"/>
                <a:ea typeface="나눔고딕" panose="020D0604000000000000" pitchFamily="50" charset="-127"/>
              </a:rPr>
              <a:t>개 이상 상품 조회 시</a:t>
            </a:r>
            <a:r>
              <a:rPr lang="en-US" altLang="ko-KR" sz="800" dirty="0">
                <a:latin typeface="나눔고딕" panose="020D0604000000000000" pitchFamily="50" charset="-127"/>
                <a:ea typeface="나눔고딕" panose="020D0604000000000000" pitchFamily="50" charset="-127"/>
              </a:rPr>
              <a:t>, </a:t>
            </a:r>
            <a:r>
              <a:rPr lang="ko-KR" altLang="en-US" sz="800" dirty="0">
                <a:latin typeface="나눔고딕" panose="020D0604000000000000" pitchFamily="50" charset="-127"/>
                <a:ea typeface="나눔고딕" panose="020D0604000000000000" pitchFamily="50" charset="-127"/>
              </a:rPr>
              <a:t>받아보실 수 있어요</a:t>
            </a:r>
            <a:r>
              <a:rPr lang="en-US" altLang="ko-KR" sz="800" dirty="0">
                <a:latin typeface="나눔고딕" panose="020D0604000000000000" pitchFamily="50" charset="-127"/>
                <a:ea typeface="나눔고딕" panose="020D0604000000000000" pitchFamily="50" charset="-127"/>
              </a:rPr>
              <a:t>. </a:t>
            </a:r>
          </a:p>
        </p:txBody>
      </p:sp>
      <p:grpSp>
        <p:nvGrpSpPr>
          <p:cNvPr id="92" name="그룹 91">
            <a:extLst>
              <a:ext uri="{FF2B5EF4-FFF2-40B4-BE49-F238E27FC236}">
                <a16:creationId xmlns:a16="http://schemas.microsoft.com/office/drawing/2014/main" id="{26FCE974-DE3E-460A-A225-977B91C06978}"/>
              </a:ext>
            </a:extLst>
          </p:cNvPr>
          <p:cNvGrpSpPr/>
          <p:nvPr/>
        </p:nvGrpSpPr>
        <p:grpSpPr>
          <a:xfrm>
            <a:off x="2855759" y="3548396"/>
            <a:ext cx="1712328" cy="1208564"/>
            <a:chOff x="1935237" y="4653136"/>
            <a:chExt cx="1712328" cy="1208564"/>
          </a:xfrm>
        </p:grpSpPr>
        <p:grpSp>
          <p:nvGrpSpPr>
            <p:cNvPr id="93" name="그룹 92">
              <a:extLst>
                <a:ext uri="{FF2B5EF4-FFF2-40B4-BE49-F238E27FC236}">
                  <a16:creationId xmlns:a16="http://schemas.microsoft.com/office/drawing/2014/main" id="{3ACA0CAA-6CEA-46AD-874E-77164B4FBC22}"/>
                </a:ext>
              </a:extLst>
            </p:cNvPr>
            <p:cNvGrpSpPr/>
            <p:nvPr/>
          </p:nvGrpSpPr>
          <p:grpSpPr>
            <a:xfrm>
              <a:off x="2017832" y="4653136"/>
              <a:ext cx="1495008" cy="758813"/>
              <a:chOff x="9417496" y="3115089"/>
              <a:chExt cx="2288639" cy="1110977"/>
            </a:xfrm>
          </p:grpSpPr>
          <p:sp>
            <p:nvSpPr>
              <p:cNvPr id="97" name="사각형: 둥근 모서리 96">
                <a:extLst>
                  <a:ext uri="{FF2B5EF4-FFF2-40B4-BE49-F238E27FC236}">
                    <a16:creationId xmlns:a16="http://schemas.microsoft.com/office/drawing/2014/main" id="{598F43BA-1DCC-44D1-BB69-D0609F7AC594}"/>
                  </a:ext>
                </a:extLst>
              </p:cNvPr>
              <p:cNvSpPr/>
              <p:nvPr/>
            </p:nvSpPr>
            <p:spPr>
              <a:xfrm>
                <a:off x="9417496" y="3115089"/>
                <a:ext cx="2288639" cy="1110977"/>
              </a:xfrm>
              <a:prstGeom prst="roundRect">
                <a:avLst>
                  <a:gd name="adj" fmla="val 0"/>
                </a:avLst>
              </a:prstGeom>
              <a:solidFill>
                <a:schemeClr val="bg1"/>
              </a:solidFill>
              <a:ln w="3175" algn="ctr">
                <a:solidFill>
                  <a:schemeClr val="bg1">
                    <a:lumMod val="50000"/>
                  </a:schemeClr>
                </a:solidFill>
                <a:round/>
                <a:headEnd/>
                <a:tailEnd/>
              </a:ln>
            </p:spPr>
            <p:txBody>
              <a:bodyPr wrap="none" lIns="80788" tIns="40395" rIns="80788" bIns="40395" rtlCol="0" anchor="ctr"/>
              <a:lstStyle/>
              <a:p>
                <a:pPr marL="0" marR="0" lvl="0" indent="0" algn="ctr" defTabSz="822974" rtl="0" eaLnBrk="1" fontAlgn="base" latinLnBrk="0" hangingPunct="1">
                  <a:lnSpc>
                    <a:spcPct val="100000"/>
                  </a:lnSpc>
                  <a:spcBef>
                    <a:spcPct val="0"/>
                  </a:spcBef>
                  <a:spcAft>
                    <a:spcPct val="0"/>
                  </a:spcAft>
                  <a:buClrTx/>
                  <a:buSzTx/>
                  <a:buFontTx/>
                  <a:buNone/>
                  <a:tabLst/>
                  <a:defRPr/>
                </a:pPr>
                <a:endParaRPr kumimoji="1" lang="ko-KR" altLang="en-US" sz="900" b="0" i="0" u="none" strike="noStrike" kern="0" cap="none" spc="0" normalizeH="0" baseline="0" noProof="0">
                  <a:ln>
                    <a:noFill/>
                  </a:ln>
                  <a:solidFill>
                    <a:prstClr val="black"/>
                  </a:solidFill>
                  <a:effectLst/>
                  <a:uLnTx/>
                  <a:uFillTx/>
                  <a:latin typeface="맑은 고딕"/>
                  <a:ea typeface="굴림" pitchFamily="50" charset="-127"/>
                  <a:cs typeface="+mn-cs"/>
                </a:endParaRPr>
              </a:p>
            </p:txBody>
          </p:sp>
          <p:cxnSp>
            <p:nvCxnSpPr>
              <p:cNvPr id="98" name="직선 연결선 97">
                <a:extLst>
                  <a:ext uri="{FF2B5EF4-FFF2-40B4-BE49-F238E27FC236}">
                    <a16:creationId xmlns:a16="http://schemas.microsoft.com/office/drawing/2014/main" id="{192DA9A2-777F-4933-AD8D-CEF9C161F55A}"/>
                  </a:ext>
                </a:extLst>
              </p:cNvPr>
              <p:cNvCxnSpPr>
                <a:cxnSpLocks/>
              </p:cNvCxnSpPr>
              <p:nvPr/>
            </p:nvCxnSpPr>
            <p:spPr>
              <a:xfrm>
                <a:off x="9422008" y="3122401"/>
                <a:ext cx="2277553" cy="1095012"/>
              </a:xfrm>
              <a:prstGeom prst="line">
                <a:avLst/>
              </a:prstGeom>
              <a:ln w="3175">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99" name="직선 연결선 98">
                <a:extLst>
                  <a:ext uri="{FF2B5EF4-FFF2-40B4-BE49-F238E27FC236}">
                    <a16:creationId xmlns:a16="http://schemas.microsoft.com/office/drawing/2014/main" id="{9775EE8A-FB19-4292-B6E1-A706ECE3934A}"/>
                  </a:ext>
                </a:extLst>
              </p:cNvPr>
              <p:cNvCxnSpPr>
                <a:cxnSpLocks/>
              </p:cNvCxnSpPr>
              <p:nvPr/>
            </p:nvCxnSpPr>
            <p:spPr>
              <a:xfrm flipV="1">
                <a:off x="9444446" y="3143315"/>
                <a:ext cx="2232676" cy="1067537"/>
              </a:xfrm>
              <a:prstGeom prst="line">
                <a:avLst/>
              </a:prstGeom>
              <a:ln w="3175">
                <a:solidFill>
                  <a:schemeClr val="bg1">
                    <a:lumMod val="50000"/>
                  </a:schemeClr>
                </a:solidFill>
              </a:ln>
            </p:spPr>
            <p:style>
              <a:lnRef idx="1">
                <a:schemeClr val="dk1"/>
              </a:lnRef>
              <a:fillRef idx="0">
                <a:schemeClr val="dk1"/>
              </a:fillRef>
              <a:effectRef idx="0">
                <a:schemeClr val="dk1"/>
              </a:effectRef>
              <a:fontRef idx="minor">
                <a:schemeClr val="tx1"/>
              </a:fontRef>
            </p:style>
          </p:cxnSp>
        </p:grpSp>
        <p:sp>
          <p:nvSpPr>
            <p:cNvPr id="95" name="직사각형 94">
              <a:extLst>
                <a:ext uri="{FF2B5EF4-FFF2-40B4-BE49-F238E27FC236}">
                  <a16:creationId xmlns:a16="http://schemas.microsoft.com/office/drawing/2014/main" id="{5AC7DB3A-A65A-4093-BFC6-08315E993650}"/>
                </a:ext>
              </a:extLst>
            </p:cNvPr>
            <p:cNvSpPr/>
            <p:nvPr/>
          </p:nvSpPr>
          <p:spPr>
            <a:xfrm>
              <a:off x="1935237" y="5411033"/>
              <a:ext cx="1712328" cy="338554"/>
            </a:xfrm>
            <a:prstGeom prst="rect">
              <a:avLst/>
            </a:prstGeom>
          </p:spPr>
          <p:txBody>
            <a:bodyPr wrap="none">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ko-KR" altLang="en-US" sz="800" b="0" i="0" u="none" strike="noStrike" kern="1200" cap="none" spc="0" normalizeH="0" baseline="0" noProof="0">
                  <a:ln>
                    <a:noFill/>
                  </a:ln>
                  <a:solidFill>
                    <a:prstClr val="black"/>
                  </a:solidFill>
                  <a:effectLst/>
                  <a:uLnTx/>
                  <a:uFillTx/>
                  <a:latin typeface="맑은 고딕"/>
                  <a:ea typeface="맑은 고딕"/>
                  <a:cs typeface="+mn-cs"/>
                </a:rPr>
                <a:t>서유럽 </a:t>
              </a:r>
              <a:r>
                <a:rPr kumimoji="0" lang="en-US" altLang="ko-KR" sz="800" b="0" i="0" u="none" strike="noStrike" kern="1200" cap="none" spc="0" normalizeH="0" baseline="0" noProof="0">
                  <a:ln>
                    <a:noFill/>
                  </a:ln>
                  <a:solidFill>
                    <a:prstClr val="black"/>
                  </a:solidFill>
                  <a:effectLst/>
                  <a:uLnTx/>
                  <a:uFillTx/>
                  <a:latin typeface="맑은 고딕"/>
                  <a:ea typeface="맑은 고딕"/>
                  <a:cs typeface="+mn-cs"/>
                </a:rPr>
                <a:t>4</a:t>
              </a:r>
              <a:r>
                <a:rPr kumimoji="0" lang="ko-KR" altLang="en-US" sz="800" b="0" i="0" u="none" strike="noStrike" kern="1200" cap="none" spc="0" normalizeH="0" baseline="0" noProof="0">
                  <a:ln>
                    <a:noFill/>
                  </a:ln>
                  <a:solidFill>
                    <a:prstClr val="black"/>
                  </a:solidFill>
                  <a:effectLst/>
                  <a:uLnTx/>
                  <a:uFillTx/>
                  <a:latin typeface="맑은 고딕"/>
                  <a:ea typeface="맑은 고딕"/>
                  <a:cs typeface="+mn-cs"/>
                </a:rPr>
                <a:t>개국 여행 그 </a:t>
              </a:r>
              <a:r>
                <a:rPr kumimoji="0" lang="ko-KR" altLang="en-US" sz="800" b="0" i="0" u="none" strike="noStrike" kern="1200" cap="none" spc="0" normalizeH="0" baseline="0" noProof="0" err="1">
                  <a:ln>
                    <a:noFill/>
                  </a:ln>
                  <a:solidFill>
                    <a:prstClr val="black"/>
                  </a:solidFill>
                  <a:effectLst/>
                  <a:uLnTx/>
                  <a:uFillTx/>
                  <a:latin typeface="맑은 고딕"/>
                  <a:ea typeface="맑은 고딕"/>
                  <a:cs typeface="+mn-cs"/>
                </a:rPr>
                <a:t>설레임의</a:t>
              </a:r>
              <a:r>
                <a:rPr kumimoji="0" lang="ko-KR" altLang="en-US" sz="800" b="0" i="0" u="none" strike="noStrike" kern="1200" cap="none" spc="0" normalizeH="0" baseline="0" noProof="0">
                  <a:ln>
                    <a:noFill/>
                  </a:ln>
                  <a:solidFill>
                    <a:prstClr val="black"/>
                  </a:solidFill>
                  <a:effectLst/>
                  <a:uLnTx/>
                  <a:uFillTx/>
                  <a:latin typeface="맑은 고딕"/>
                  <a:ea typeface="맑은 고딕"/>
                  <a:cs typeface="+mn-cs"/>
                </a:rPr>
                <a:t> </a:t>
              </a:r>
              <a:br>
                <a:rPr kumimoji="0" lang="en-US" altLang="ko-KR" sz="800" b="0" i="0" u="none" strike="noStrike" kern="1200" cap="none" spc="0" normalizeH="0" baseline="0" noProof="0">
                  <a:ln>
                    <a:noFill/>
                  </a:ln>
                  <a:solidFill>
                    <a:prstClr val="black"/>
                  </a:solidFill>
                  <a:effectLst/>
                  <a:uLnTx/>
                  <a:uFillTx/>
                  <a:latin typeface="맑은 고딕"/>
                  <a:ea typeface="맑은 고딕"/>
                  <a:cs typeface="+mn-cs"/>
                </a:rPr>
              </a:br>
              <a:r>
                <a:rPr kumimoji="0" lang="ko-KR" altLang="en-US" sz="800" b="0" i="0" u="none" strike="noStrike" kern="1200" cap="none" spc="0" normalizeH="0" baseline="0" noProof="0">
                  <a:ln>
                    <a:noFill/>
                  </a:ln>
                  <a:solidFill>
                    <a:prstClr val="black"/>
                  </a:solidFill>
                  <a:effectLst/>
                  <a:uLnTx/>
                  <a:uFillTx/>
                  <a:latin typeface="맑은 고딕"/>
                  <a:ea typeface="맑은 고딕"/>
                  <a:cs typeface="+mn-cs"/>
                </a:rPr>
                <a:t>시작을 누릴 수 있는 </a:t>
              </a:r>
              <a:r>
                <a:rPr kumimoji="0" lang="en-US" altLang="ko-KR" sz="800" b="0" i="0" u="none" strike="noStrike" kern="1200" cap="none" spc="0" normalizeH="0" baseline="0" noProof="0">
                  <a:ln>
                    <a:noFill/>
                  </a:ln>
                  <a:solidFill>
                    <a:prstClr val="black"/>
                  </a:solidFill>
                  <a:effectLst/>
                  <a:uLnTx/>
                  <a:uFillTx/>
                  <a:latin typeface="맑은 고딕"/>
                  <a:ea typeface="맑은 고딕"/>
                  <a:cs typeface="+mn-cs"/>
                </a:rPr>
                <a:t>15</a:t>
              </a:r>
              <a:r>
                <a:rPr kumimoji="0" lang="ko-KR" altLang="en-US" sz="800" b="0" i="0" u="none" strike="noStrike" kern="1200" cap="none" spc="0" normalizeH="0" baseline="0" noProof="0">
                  <a:ln>
                    <a:noFill/>
                  </a:ln>
                  <a:solidFill>
                    <a:prstClr val="black"/>
                  </a:solidFill>
                  <a:effectLst/>
                  <a:uLnTx/>
                  <a:uFillTx/>
                  <a:latin typeface="맑은 고딕"/>
                  <a:ea typeface="맑은 고딕"/>
                  <a:cs typeface="+mn-cs"/>
                </a:rPr>
                <a:t>일의 여행</a:t>
              </a:r>
              <a:endParaRPr kumimoji="0" lang="en-US" altLang="ko-KR" sz="800" b="0" i="0" u="none" strike="noStrike" kern="1200" cap="none" spc="0" normalizeH="0" baseline="0" noProof="0">
                <a:ln>
                  <a:noFill/>
                </a:ln>
                <a:solidFill>
                  <a:prstClr val="black"/>
                </a:solidFill>
                <a:effectLst/>
                <a:uLnTx/>
                <a:uFillTx/>
                <a:latin typeface="맑은 고딕"/>
                <a:ea typeface="맑은 고딕"/>
                <a:cs typeface="+mn-cs"/>
              </a:endParaRPr>
            </a:p>
          </p:txBody>
        </p:sp>
        <p:sp>
          <p:nvSpPr>
            <p:cNvPr id="96" name="직사각형 95">
              <a:extLst>
                <a:ext uri="{FF2B5EF4-FFF2-40B4-BE49-F238E27FC236}">
                  <a16:creationId xmlns:a16="http://schemas.microsoft.com/office/drawing/2014/main" id="{D71A965B-BF6A-44AF-8747-D2A9D7B7B521}"/>
                </a:ext>
              </a:extLst>
            </p:cNvPr>
            <p:cNvSpPr/>
            <p:nvPr/>
          </p:nvSpPr>
          <p:spPr>
            <a:xfrm>
              <a:off x="1935237" y="5677034"/>
              <a:ext cx="705642" cy="184666"/>
            </a:xfrm>
            <a:prstGeom prst="rect">
              <a:avLst/>
            </a:prstGeom>
          </p:spPr>
          <p:txBody>
            <a:bodyPr wrap="none">
              <a:spAutoFit/>
            </a:bodyPr>
            <a:lstStyle/>
            <a:p>
              <a:pPr lvl="0" defTabSz="914400" fontAlgn="base" latinLnBrk="1">
                <a:spcBef>
                  <a:spcPct val="0"/>
                </a:spcBef>
                <a:spcAft>
                  <a:spcPct val="0"/>
                </a:spcAft>
                <a:defRPr/>
              </a:pPr>
              <a:r>
                <a:rPr lang="ko-KR" altLang="en-US" sz="600">
                  <a:solidFill>
                    <a:prstClr val="black"/>
                  </a:solidFill>
                </a:rPr>
                <a:t>패키지 </a:t>
              </a:r>
              <a:r>
                <a:rPr lang="en-US" altLang="ko-KR" sz="600">
                  <a:solidFill>
                    <a:prstClr val="black"/>
                  </a:solidFill>
                </a:rPr>
                <a:t>&gt; </a:t>
              </a:r>
              <a:r>
                <a:rPr lang="ko-KR" altLang="en-US" sz="600">
                  <a:solidFill>
                    <a:prstClr val="black"/>
                  </a:solidFill>
                </a:rPr>
                <a:t>유럽 </a:t>
              </a:r>
              <a:endParaRPr kumimoji="1" lang="ko-KR" altLang="en-US" sz="1400">
                <a:solidFill>
                  <a:prstClr val="black"/>
                </a:solidFill>
                <a:latin typeface="굴림" pitchFamily="50" charset="-127"/>
                <a:ea typeface="굴림" pitchFamily="50" charset="-127"/>
              </a:endParaRPr>
            </a:p>
          </p:txBody>
        </p:sp>
      </p:grpSp>
      <p:pic>
        <p:nvPicPr>
          <p:cNvPr id="3" name="그림 2">
            <a:extLst>
              <a:ext uri="{FF2B5EF4-FFF2-40B4-BE49-F238E27FC236}">
                <a16:creationId xmlns:a16="http://schemas.microsoft.com/office/drawing/2014/main" id="{1EEE674C-407B-41D9-BEE5-85F23BE501F8}"/>
              </a:ext>
            </a:extLst>
          </p:cNvPr>
          <p:cNvPicPr>
            <a:picLocks noChangeAspect="1"/>
          </p:cNvPicPr>
          <p:nvPr/>
        </p:nvPicPr>
        <p:blipFill rotWithShape="1">
          <a:blip r:embed="rId2"/>
          <a:srcRect r="68650"/>
          <a:stretch/>
        </p:blipFill>
        <p:spPr>
          <a:xfrm>
            <a:off x="4573318" y="3548396"/>
            <a:ext cx="537062" cy="1213209"/>
          </a:xfrm>
          <a:prstGeom prst="rect">
            <a:avLst/>
          </a:prstGeom>
        </p:spPr>
      </p:pic>
      <p:sp>
        <p:nvSpPr>
          <p:cNvPr id="115" name="TextBox 114">
            <a:extLst>
              <a:ext uri="{FF2B5EF4-FFF2-40B4-BE49-F238E27FC236}">
                <a16:creationId xmlns:a16="http://schemas.microsoft.com/office/drawing/2014/main" id="{4C552B2E-887D-434E-BF4D-AC15057715EF}"/>
              </a:ext>
            </a:extLst>
          </p:cNvPr>
          <p:cNvSpPr txBox="1"/>
          <p:nvPr/>
        </p:nvSpPr>
        <p:spPr>
          <a:xfrm>
            <a:off x="2822862" y="3400120"/>
            <a:ext cx="2289600" cy="1497327"/>
          </a:xfrm>
          <a:prstGeom prst="rect">
            <a:avLst/>
          </a:prstGeom>
          <a:noFill/>
          <a:ln>
            <a:solidFill>
              <a:schemeClr val="bg1">
                <a:lumMod val="75000"/>
              </a:schemeClr>
            </a:solidFill>
          </a:ln>
        </p:spPr>
        <p:txBody>
          <a:bodyPr wrap="square" rtlCol="0">
            <a:spAutoFit/>
          </a:bodyPr>
          <a:lstStyle/>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ko-KR" altLang="en-US" sz="800" b="1" i="0" u="none" strike="noStrike" kern="1200" cap="none" spc="0" normalizeH="0" baseline="0" noProof="0" dirty="0">
              <a:ln>
                <a:noFill/>
              </a:ln>
              <a:solidFill>
                <a:prstClr val="black"/>
              </a:solidFill>
              <a:effectLst/>
              <a:uLnTx/>
              <a:uFillTx/>
              <a:latin typeface="맑은 고딕"/>
              <a:ea typeface="맑은 고딕"/>
              <a:cs typeface="+mn-cs"/>
            </a:endParaRPr>
          </a:p>
        </p:txBody>
      </p:sp>
      <p:sp>
        <p:nvSpPr>
          <p:cNvPr id="116" name="TextBox 115">
            <a:extLst>
              <a:ext uri="{FF2B5EF4-FFF2-40B4-BE49-F238E27FC236}">
                <a16:creationId xmlns:a16="http://schemas.microsoft.com/office/drawing/2014/main" id="{FE939C95-207F-42D1-BF36-178AC7697D33}"/>
              </a:ext>
            </a:extLst>
          </p:cNvPr>
          <p:cNvSpPr txBox="1"/>
          <p:nvPr/>
        </p:nvSpPr>
        <p:spPr>
          <a:xfrm>
            <a:off x="2955630" y="4900518"/>
            <a:ext cx="2158252" cy="184666"/>
          </a:xfrm>
          <a:prstGeom prst="rect">
            <a:avLst/>
          </a:prstGeom>
          <a:noFill/>
        </p:spPr>
        <p:txBody>
          <a:bodyPr wrap="square" rtlCol="0">
            <a:spAutoFit/>
          </a:bodyPr>
          <a:lstStyle/>
          <a:p>
            <a:pPr algn="r"/>
            <a:r>
              <a:rPr lang="en-US" altLang="ko-KR" sz="600" b="1" dirty="0">
                <a:latin typeface="나눔고딕" panose="020D0604000000000000" pitchFamily="50" charset="-127"/>
                <a:ea typeface="나눔고딕" panose="020D0604000000000000" pitchFamily="50" charset="-127"/>
              </a:rPr>
              <a:t>2019.09.12 </a:t>
            </a:r>
            <a:r>
              <a:rPr lang="ko-KR" altLang="en-US" sz="600" b="1" dirty="0">
                <a:latin typeface="나눔고딕" panose="020D0604000000000000" pitchFamily="50" charset="-127"/>
                <a:ea typeface="나눔고딕" panose="020D0604000000000000" pitchFamily="50" charset="-127"/>
              </a:rPr>
              <a:t>오전 </a:t>
            </a:r>
            <a:r>
              <a:rPr lang="en-US" altLang="ko-KR" sz="600" b="1" dirty="0">
                <a:latin typeface="나눔고딕" panose="020D0604000000000000" pitchFamily="50" charset="-127"/>
                <a:ea typeface="나눔고딕" panose="020D0604000000000000" pitchFamily="50" charset="-127"/>
              </a:rPr>
              <a:t>00:00 </a:t>
            </a:r>
            <a:r>
              <a:rPr lang="ko-KR" altLang="en-US" sz="600" b="1" dirty="0">
                <a:latin typeface="나눔고딕" panose="020D0604000000000000" pitchFamily="50" charset="-127"/>
                <a:ea typeface="나눔고딕" panose="020D0604000000000000" pitchFamily="50" charset="-127"/>
              </a:rPr>
              <a:t>기준</a:t>
            </a:r>
            <a:endParaRPr lang="en-US" altLang="ko-KR" sz="400" dirty="0">
              <a:solidFill>
                <a:srgbClr val="C00000"/>
              </a:solidFill>
              <a:latin typeface="나눔고딕" panose="020D0604000000000000" pitchFamily="50" charset="-127"/>
              <a:ea typeface="나눔고딕" panose="020D0604000000000000" pitchFamily="50" charset="-127"/>
            </a:endParaRPr>
          </a:p>
        </p:txBody>
      </p:sp>
      <p:sp>
        <p:nvSpPr>
          <p:cNvPr id="117" name="TextBox 116">
            <a:extLst>
              <a:ext uri="{FF2B5EF4-FFF2-40B4-BE49-F238E27FC236}">
                <a16:creationId xmlns:a16="http://schemas.microsoft.com/office/drawing/2014/main" id="{957E662A-139A-4C78-AA14-BB47A6ACDBF9}"/>
              </a:ext>
            </a:extLst>
          </p:cNvPr>
          <p:cNvSpPr txBox="1"/>
          <p:nvPr/>
        </p:nvSpPr>
        <p:spPr>
          <a:xfrm>
            <a:off x="2845914" y="3178676"/>
            <a:ext cx="2158252" cy="215444"/>
          </a:xfrm>
          <a:prstGeom prst="rect">
            <a:avLst/>
          </a:prstGeom>
          <a:noFill/>
        </p:spPr>
        <p:txBody>
          <a:bodyPr wrap="square" rtlCol="0">
            <a:spAutoFit/>
          </a:bodyPr>
          <a:lstStyle/>
          <a:p>
            <a:r>
              <a:rPr lang="ko-KR" altLang="en-US" sz="800" b="1" dirty="0">
                <a:latin typeface="나눔고딕" panose="020D0604000000000000" pitchFamily="50" charset="-127"/>
                <a:ea typeface="나눔고딕" panose="020D0604000000000000" pitchFamily="50" charset="-127"/>
              </a:rPr>
              <a:t>다른 고객이 어떤 상품을 좋아할까</a:t>
            </a:r>
            <a:r>
              <a:rPr lang="en-US" altLang="ko-KR" sz="800" b="1" dirty="0">
                <a:latin typeface="나눔고딕" panose="020D0604000000000000" pitchFamily="50" charset="-127"/>
                <a:ea typeface="나눔고딕" panose="020D0604000000000000" pitchFamily="50" charset="-127"/>
              </a:rPr>
              <a:t>?</a:t>
            </a:r>
            <a:endParaRPr lang="en-US" altLang="ko-KR" sz="600" dirty="0">
              <a:solidFill>
                <a:srgbClr val="C00000"/>
              </a:solidFill>
              <a:latin typeface="나눔고딕" panose="020D0604000000000000" pitchFamily="50" charset="-127"/>
              <a:ea typeface="나눔고딕" panose="020D0604000000000000" pitchFamily="50" charset="-127"/>
            </a:endParaRPr>
          </a:p>
        </p:txBody>
      </p:sp>
      <p:sp>
        <p:nvSpPr>
          <p:cNvPr id="118" name="TextBox 117">
            <a:extLst>
              <a:ext uri="{FF2B5EF4-FFF2-40B4-BE49-F238E27FC236}">
                <a16:creationId xmlns:a16="http://schemas.microsoft.com/office/drawing/2014/main" id="{2C426241-A4AC-4E32-9879-2870491CFD3F}"/>
              </a:ext>
            </a:extLst>
          </p:cNvPr>
          <p:cNvSpPr txBox="1"/>
          <p:nvPr/>
        </p:nvSpPr>
        <p:spPr>
          <a:xfrm>
            <a:off x="5381445" y="1406242"/>
            <a:ext cx="1557976" cy="230832"/>
          </a:xfrm>
          <a:prstGeom prst="rect">
            <a:avLst/>
          </a:prstGeom>
          <a:noFill/>
        </p:spPr>
        <p:txBody>
          <a:bodyPr wrap="square" rtlCol="0">
            <a:spAutoFit/>
          </a:bodyPr>
          <a:lstStyle/>
          <a:p>
            <a:r>
              <a:rPr lang="ko-KR" altLang="en-US" sz="900" b="1" dirty="0">
                <a:latin typeface="나눔고딕" panose="020D0604000000000000" pitchFamily="50" charset="-127"/>
                <a:ea typeface="나눔고딕" panose="020D0604000000000000" pitchFamily="50" charset="-127"/>
              </a:rPr>
              <a:t>오늘 나의 여행취향은</a:t>
            </a:r>
          </a:p>
        </p:txBody>
      </p:sp>
      <p:grpSp>
        <p:nvGrpSpPr>
          <p:cNvPr id="121" name="그룹 120">
            <a:extLst>
              <a:ext uri="{FF2B5EF4-FFF2-40B4-BE49-F238E27FC236}">
                <a16:creationId xmlns:a16="http://schemas.microsoft.com/office/drawing/2014/main" id="{6C91501F-473E-4F04-9C3A-20888649C217}"/>
              </a:ext>
            </a:extLst>
          </p:cNvPr>
          <p:cNvGrpSpPr/>
          <p:nvPr/>
        </p:nvGrpSpPr>
        <p:grpSpPr>
          <a:xfrm>
            <a:off x="5382143" y="3548396"/>
            <a:ext cx="1712328" cy="1208564"/>
            <a:chOff x="1935237" y="4653136"/>
            <a:chExt cx="1712328" cy="1208564"/>
          </a:xfrm>
        </p:grpSpPr>
        <p:grpSp>
          <p:nvGrpSpPr>
            <p:cNvPr id="122" name="그룹 121">
              <a:extLst>
                <a:ext uri="{FF2B5EF4-FFF2-40B4-BE49-F238E27FC236}">
                  <a16:creationId xmlns:a16="http://schemas.microsoft.com/office/drawing/2014/main" id="{8A5486A9-BCD3-48A1-8CC9-8D6153FB4C95}"/>
                </a:ext>
              </a:extLst>
            </p:cNvPr>
            <p:cNvGrpSpPr/>
            <p:nvPr/>
          </p:nvGrpSpPr>
          <p:grpSpPr>
            <a:xfrm>
              <a:off x="2017832" y="4653136"/>
              <a:ext cx="1495008" cy="758813"/>
              <a:chOff x="9417496" y="3115089"/>
              <a:chExt cx="2288639" cy="1110977"/>
            </a:xfrm>
          </p:grpSpPr>
          <p:sp>
            <p:nvSpPr>
              <p:cNvPr id="125" name="사각형: 둥근 모서리 124">
                <a:extLst>
                  <a:ext uri="{FF2B5EF4-FFF2-40B4-BE49-F238E27FC236}">
                    <a16:creationId xmlns:a16="http://schemas.microsoft.com/office/drawing/2014/main" id="{B2E77F22-C21F-4474-AEDA-7E3161F91251}"/>
                  </a:ext>
                </a:extLst>
              </p:cNvPr>
              <p:cNvSpPr/>
              <p:nvPr/>
            </p:nvSpPr>
            <p:spPr>
              <a:xfrm>
                <a:off x="9417496" y="3115089"/>
                <a:ext cx="2288639" cy="1110977"/>
              </a:xfrm>
              <a:prstGeom prst="roundRect">
                <a:avLst>
                  <a:gd name="adj" fmla="val 0"/>
                </a:avLst>
              </a:prstGeom>
              <a:solidFill>
                <a:schemeClr val="bg1"/>
              </a:solidFill>
              <a:ln w="3175" algn="ctr">
                <a:solidFill>
                  <a:schemeClr val="bg1">
                    <a:lumMod val="50000"/>
                  </a:schemeClr>
                </a:solidFill>
                <a:round/>
                <a:headEnd/>
                <a:tailEnd/>
              </a:ln>
            </p:spPr>
            <p:txBody>
              <a:bodyPr wrap="none" lIns="80788" tIns="40395" rIns="80788" bIns="40395" rtlCol="0" anchor="ctr"/>
              <a:lstStyle/>
              <a:p>
                <a:pPr marL="0" marR="0" lvl="0" indent="0" algn="ctr" defTabSz="822974" rtl="0" eaLnBrk="1" fontAlgn="base" latinLnBrk="0" hangingPunct="1">
                  <a:lnSpc>
                    <a:spcPct val="100000"/>
                  </a:lnSpc>
                  <a:spcBef>
                    <a:spcPct val="0"/>
                  </a:spcBef>
                  <a:spcAft>
                    <a:spcPct val="0"/>
                  </a:spcAft>
                  <a:buClrTx/>
                  <a:buSzTx/>
                  <a:buFontTx/>
                  <a:buNone/>
                  <a:tabLst/>
                  <a:defRPr/>
                </a:pPr>
                <a:endParaRPr kumimoji="1" lang="ko-KR" altLang="en-US" sz="900" b="0" i="0" u="none" strike="noStrike" kern="0" cap="none" spc="0" normalizeH="0" baseline="0" noProof="0">
                  <a:ln>
                    <a:noFill/>
                  </a:ln>
                  <a:solidFill>
                    <a:prstClr val="black"/>
                  </a:solidFill>
                  <a:effectLst/>
                  <a:uLnTx/>
                  <a:uFillTx/>
                  <a:latin typeface="맑은 고딕"/>
                  <a:ea typeface="굴림" pitchFamily="50" charset="-127"/>
                  <a:cs typeface="+mn-cs"/>
                </a:endParaRPr>
              </a:p>
            </p:txBody>
          </p:sp>
          <p:cxnSp>
            <p:nvCxnSpPr>
              <p:cNvPr id="126" name="직선 연결선 125">
                <a:extLst>
                  <a:ext uri="{FF2B5EF4-FFF2-40B4-BE49-F238E27FC236}">
                    <a16:creationId xmlns:a16="http://schemas.microsoft.com/office/drawing/2014/main" id="{0B9A8355-0D21-416D-A2B7-0C20F158D24E}"/>
                  </a:ext>
                </a:extLst>
              </p:cNvPr>
              <p:cNvCxnSpPr>
                <a:cxnSpLocks/>
              </p:cNvCxnSpPr>
              <p:nvPr/>
            </p:nvCxnSpPr>
            <p:spPr>
              <a:xfrm>
                <a:off x="9422008" y="3122401"/>
                <a:ext cx="2277553" cy="1095012"/>
              </a:xfrm>
              <a:prstGeom prst="line">
                <a:avLst/>
              </a:prstGeom>
              <a:ln w="3175">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127" name="직선 연결선 126">
                <a:extLst>
                  <a:ext uri="{FF2B5EF4-FFF2-40B4-BE49-F238E27FC236}">
                    <a16:creationId xmlns:a16="http://schemas.microsoft.com/office/drawing/2014/main" id="{BE5E5CCB-EC1A-4730-85CA-AF1712994A97}"/>
                  </a:ext>
                </a:extLst>
              </p:cNvPr>
              <p:cNvCxnSpPr>
                <a:cxnSpLocks/>
              </p:cNvCxnSpPr>
              <p:nvPr/>
            </p:nvCxnSpPr>
            <p:spPr>
              <a:xfrm flipV="1">
                <a:off x="9444446" y="3143315"/>
                <a:ext cx="2232676" cy="1067537"/>
              </a:xfrm>
              <a:prstGeom prst="line">
                <a:avLst/>
              </a:prstGeom>
              <a:ln w="3175">
                <a:solidFill>
                  <a:schemeClr val="bg1">
                    <a:lumMod val="50000"/>
                  </a:schemeClr>
                </a:solidFill>
              </a:ln>
            </p:spPr>
            <p:style>
              <a:lnRef idx="1">
                <a:schemeClr val="dk1"/>
              </a:lnRef>
              <a:fillRef idx="0">
                <a:schemeClr val="dk1"/>
              </a:fillRef>
              <a:effectRef idx="0">
                <a:schemeClr val="dk1"/>
              </a:effectRef>
              <a:fontRef idx="minor">
                <a:schemeClr val="tx1"/>
              </a:fontRef>
            </p:style>
          </p:cxnSp>
        </p:grpSp>
        <p:sp>
          <p:nvSpPr>
            <p:cNvPr id="123" name="직사각형 122">
              <a:extLst>
                <a:ext uri="{FF2B5EF4-FFF2-40B4-BE49-F238E27FC236}">
                  <a16:creationId xmlns:a16="http://schemas.microsoft.com/office/drawing/2014/main" id="{7F5864E9-240C-4D35-926D-9A77457C49A9}"/>
                </a:ext>
              </a:extLst>
            </p:cNvPr>
            <p:cNvSpPr/>
            <p:nvPr/>
          </p:nvSpPr>
          <p:spPr>
            <a:xfrm>
              <a:off x="1935237" y="5411033"/>
              <a:ext cx="1712328" cy="338554"/>
            </a:xfrm>
            <a:prstGeom prst="rect">
              <a:avLst/>
            </a:prstGeom>
          </p:spPr>
          <p:txBody>
            <a:bodyPr wrap="none">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맑은 고딕"/>
                  <a:ea typeface="맑은 고딕"/>
                  <a:cs typeface="+mn-cs"/>
                </a:rPr>
                <a:t>서유럽 </a:t>
              </a:r>
              <a:r>
                <a:rPr kumimoji="0" lang="en-US" altLang="ko-KR" sz="800" b="0" i="0" u="none" strike="noStrike" kern="1200" cap="none" spc="0" normalizeH="0" baseline="0" noProof="0" dirty="0">
                  <a:ln>
                    <a:noFill/>
                  </a:ln>
                  <a:solidFill>
                    <a:prstClr val="black"/>
                  </a:solidFill>
                  <a:effectLst/>
                  <a:uLnTx/>
                  <a:uFillTx/>
                  <a:latin typeface="맑은 고딕"/>
                  <a:ea typeface="맑은 고딕"/>
                  <a:cs typeface="+mn-cs"/>
                </a:rPr>
                <a:t>4</a:t>
              </a:r>
              <a:r>
                <a:rPr kumimoji="0" lang="ko-KR" altLang="en-US" sz="800" b="0" i="0" u="none" strike="noStrike" kern="1200" cap="none" spc="0" normalizeH="0" baseline="0" noProof="0" dirty="0">
                  <a:ln>
                    <a:noFill/>
                  </a:ln>
                  <a:solidFill>
                    <a:prstClr val="black"/>
                  </a:solidFill>
                  <a:effectLst/>
                  <a:uLnTx/>
                  <a:uFillTx/>
                  <a:latin typeface="맑은 고딕"/>
                  <a:ea typeface="맑은 고딕"/>
                  <a:cs typeface="+mn-cs"/>
                </a:rPr>
                <a:t>개국 여행 그 </a:t>
              </a:r>
              <a:r>
                <a:rPr kumimoji="0" lang="ko-KR" altLang="en-US" sz="800" b="0" i="0" u="none" strike="noStrike" kern="1200" cap="none" spc="0" normalizeH="0" baseline="0" noProof="0" dirty="0" err="1">
                  <a:ln>
                    <a:noFill/>
                  </a:ln>
                  <a:solidFill>
                    <a:prstClr val="black"/>
                  </a:solidFill>
                  <a:effectLst/>
                  <a:uLnTx/>
                  <a:uFillTx/>
                  <a:latin typeface="맑은 고딕"/>
                  <a:ea typeface="맑은 고딕"/>
                  <a:cs typeface="+mn-cs"/>
                </a:rPr>
                <a:t>설레임의</a:t>
              </a:r>
              <a:r>
                <a:rPr kumimoji="0" lang="ko-KR" altLang="en-US" sz="800" b="0" i="0" u="none" strike="noStrike" kern="1200" cap="none" spc="0" normalizeH="0" baseline="0" noProof="0" dirty="0">
                  <a:ln>
                    <a:noFill/>
                  </a:ln>
                  <a:solidFill>
                    <a:prstClr val="black"/>
                  </a:solidFill>
                  <a:effectLst/>
                  <a:uLnTx/>
                  <a:uFillTx/>
                  <a:latin typeface="맑은 고딕"/>
                  <a:ea typeface="맑은 고딕"/>
                  <a:cs typeface="+mn-cs"/>
                </a:rPr>
                <a:t> </a:t>
              </a:r>
              <a:br>
                <a:rPr kumimoji="0" lang="en-US" altLang="ko-KR" sz="800" b="0" i="0" u="none" strike="noStrike" kern="1200" cap="none" spc="0" normalizeH="0" baseline="0" noProof="0" dirty="0">
                  <a:ln>
                    <a:noFill/>
                  </a:ln>
                  <a:solidFill>
                    <a:prstClr val="black"/>
                  </a:solidFill>
                  <a:effectLst/>
                  <a:uLnTx/>
                  <a:uFillTx/>
                  <a:latin typeface="맑은 고딕"/>
                  <a:ea typeface="맑은 고딕"/>
                  <a:cs typeface="+mn-cs"/>
                </a:rPr>
              </a:br>
              <a:r>
                <a:rPr kumimoji="0" lang="ko-KR" altLang="en-US" sz="800" b="0" i="0" u="none" strike="noStrike" kern="1200" cap="none" spc="0" normalizeH="0" baseline="0" noProof="0" dirty="0">
                  <a:ln>
                    <a:noFill/>
                  </a:ln>
                  <a:solidFill>
                    <a:prstClr val="black"/>
                  </a:solidFill>
                  <a:effectLst/>
                  <a:uLnTx/>
                  <a:uFillTx/>
                  <a:latin typeface="맑은 고딕"/>
                  <a:ea typeface="맑은 고딕"/>
                  <a:cs typeface="+mn-cs"/>
                </a:rPr>
                <a:t>시작을 누릴 수 있는 </a:t>
              </a:r>
              <a:r>
                <a:rPr kumimoji="0" lang="en-US" altLang="ko-KR" sz="800" b="0" i="0" u="none" strike="noStrike" kern="1200" cap="none" spc="0" normalizeH="0" baseline="0" noProof="0" dirty="0">
                  <a:ln>
                    <a:noFill/>
                  </a:ln>
                  <a:solidFill>
                    <a:prstClr val="black"/>
                  </a:solidFill>
                  <a:effectLst/>
                  <a:uLnTx/>
                  <a:uFillTx/>
                  <a:latin typeface="맑은 고딕"/>
                  <a:ea typeface="맑은 고딕"/>
                  <a:cs typeface="+mn-cs"/>
                </a:rPr>
                <a:t>15</a:t>
              </a:r>
              <a:r>
                <a:rPr kumimoji="0" lang="ko-KR" altLang="en-US" sz="800" b="0" i="0" u="none" strike="noStrike" kern="1200" cap="none" spc="0" normalizeH="0" baseline="0" noProof="0" dirty="0">
                  <a:ln>
                    <a:noFill/>
                  </a:ln>
                  <a:solidFill>
                    <a:prstClr val="black"/>
                  </a:solidFill>
                  <a:effectLst/>
                  <a:uLnTx/>
                  <a:uFillTx/>
                  <a:latin typeface="맑은 고딕"/>
                  <a:ea typeface="맑은 고딕"/>
                  <a:cs typeface="+mn-cs"/>
                </a:rPr>
                <a:t>일의 여행</a:t>
              </a:r>
              <a:endParaRPr kumimoji="0" lang="en-US" altLang="ko-KR" sz="800" b="0" i="0" u="none" strike="noStrike" kern="1200" cap="none" spc="0" normalizeH="0" baseline="0" noProof="0" dirty="0">
                <a:ln>
                  <a:noFill/>
                </a:ln>
                <a:solidFill>
                  <a:prstClr val="black"/>
                </a:solidFill>
                <a:effectLst/>
                <a:uLnTx/>
                <a:uFillTx/>
                <a:latin typeface="맑은 고딕"/>
                <a:ea typeface="맑은 고딕"/>
                <a:cs typeface="+mn-cs"/>
              </a:endParaRPr>
            </a:p>
          </p:txBody>
        </p:sp>
        <p:sp>
          <p:nvSpPr>
            <p:cNvPr id="124" name="직사각형 123">
              <a:extLst>
                <a:ext uri="{FF2B5EF4-FFF2-40B4-BE49-F238E27FC236}">
                  <a16:creationId xmlns:a16="http://schemas.microsoft.com/office/drawing/2014/main" id="{7BAD64F1-390C-4A8E-B898-2E616CAE8393}"/>
                </a:ext>
              </a:extLst>
            </p:cNvPr>
            <p:cNvSpPr/>
            <p:nvPr/>
          </p:nvSpPr>
          <p:spPr>
            <a:xfrm>
              <a:off x="1935237" y="5677034"/>
              <a:ext cx="705642" cy="184666"/>
            </a:xfrm>
            <a:prstGeom prst="rect">
              <a:avLst/>
            </a:prstGeom>
          </p:spPr>
          <p:txBody>
            <a:bodyPr wrap="none">
              <a:spAutoFit/>
            </a:bodyPr>
            <a:lstStyle/>
            <a:p>
              <a:pPr lvl="0" defTabSz="914400" fontAlgn="base" latinLnBrk="1">
                <a:spcBef>
                  <a:spcPct val="0"/>
                </a:spcBef>
                <a:spcAft>
                  <a:spcPct val="0"/>
                </a:spcAft>
                <a:defRPr/>
              </a:pPr>
              <a:r>
                <a:rPr lang="ko-KR" altLang="en-US" sz="600">
                  <a:solidFill>
                    <a:prstClr val="black"/>
                  </a:solidFill>
                </a:rPr>
                <a:t>패키지 </a:t>
              </a:r>
              <a:r>
                <a:rPr lang="en-US" altLang="ko-KR" sz="600">
                  <a:solidFill>
                    <a:prstClr val="black"/>
                  </a:solidFill>
                </a:rPr>
                <a:t>&gt; </a:t>
              </a:r>
              <a:r>
                <a:rPr lang="ko-KR" altLang="en-US" sz="600">
                  <a:solidFill>
                    <a:prstClr val="black"/>
                  </a:solidFill>
                </a:rPr>
                <a:t>유럽 </a:t>
              </a:r>
              <a:endParaRPr kumimoji="1" lang="ko-KR" altLang="en-US" sz="1400">
                <a:solidFill>
                  <a:prstClr val="black"/>
                </a:solidFill>
                <a:latin typeface="굴림" pitchFamily="50" charset="-127"/>
                <a:ea typeface="굴림" pitchFamily="50" charset="-127"/>
              </a:endParaRPr>
            </a:p>
          </p:txBody>
        </p:sp>
      </p:grpSp>
      <p:pic>
        <p:nvPicPr>
          <p:cNvPr id="128" name="그림 127">
            <a:extLst>
              <a:ext uri="{FF2B5EF4-FFF2-40B4-BE49-F238E27FC236}">
                <a16:creationId xmlns:a16="http://schemas.microsoft.com/office/drawing/2014/main" id="{6853215A-FFAA-4060-BAE8-0E949BEEED63}"/>
              </a:ext>
            </a:extLst>
          </p:cNvPr>
          <p:cNvPicPr>
            <a:picLocks noChangeAspect="1"/>
          </p:cNvPicPr>
          <p:nvPr/>
        </p:nvPicPr>
        <p:blipFill rotWithShape="1">
          <a:blip r:embed="rId2"/>
          <a:srcRect r="68650"/>
          <a:stretch/>
        </p:blipFill>
        <p:spPr>
          <a:xfrm>
            <a:off x="7099702" y="3548396"/>
            <a:ext cx="537062" cy="1213209"/>
          </a:xfrm>
          <a:prstGeom prst="rect">
            <a:avLst/>
          </a:prstGeom>
        </p:spPr>
      </p:pic>
      <p:sp>
        <p:nvSpPr>
          <p:cNvPr id="130" name="TextBox 129">
            <a:extLst>
              <a:ext uri="{FF2B5EF4-FFF2-40B4-BE49-F238E27FC236}">
                <a16:creationId xmlns:a16="http://schemas.microsoft.com/office/drawing/2014/main" id="{39AF91F9-CB07-4B2F-923E-B30518433F86}"/>
              </a:ext>
            </a:extLst>
          </p:cNvPr>
          <p:cNvSpPr txBox="1"/>
          <p:nvPr/>
        </p:nvSpPr>
        <p:spPr>
          <a:xfrm>
            <a:off x="5482014" y="4900518"/>
            <a:ext cx="2158252" cy="184666"/>
          </a:xfrm>
          <a:prstGeom prst="rect">
            <a:avLst/>
          </a:prstGeom>
          <a:noFill/>
        </p:spPr>
        <p:txBody>
          <a:bodyPr wrap="square" rtlCol="0">
            <a:spAutoFit/>
          </a:bodyPr>
          <a:lstStyle/>
          <a:p>
            <a:pPr algn="r"/>
            <a:r>
              <a:rPr lang="en-US" altLang="ko-KR" sz="600" b="1" dirty="0">
                <a:latin typeface="나눔고딕" panose="020D0604000000000000" pitchFamily="50" charset="-127"/>
                <a:ea typeface="나눔고딕" panose="020D0604000000000000" pitchFamily="50" charset="-127"/>
              </a:rPr>
              <a:t>2019.09.12 </a:t>
            </a:r>
            <a:r>
              <a:rPr lang="ko-KR" altLang="en-US" sz="600" b="1" dirty="0">
                <a:latin typeface="나눔고딕" panose="020D0604000000000000" pitchFamily="50" charset="-127"/>
                <a:ea typeface="나눔고딕" panose="020D0604000000000000" pitchFamily="50" charset="-127"/>
              </a:rPr>
              <a:t>오전 </a:t>
            </a:r>
            <a:r>
              <a:rPr lang="en-US" altLang="ko-KR" sz="600" b="1" dirty="0">
                <a:latin typeface="나눔고딕" panose="020D0604000000000000" pitchFamily="50" charset="-127"/>
                <a:ea typeface="나눔고딕" panose="020D0604000000000000" pitchFamily="50" charset="-127"/>
              </a:rPr>
              <a:t>00:00 </a:t>
            </a:r>
            <a:r>
              <a:rPr lang="ko-KR" altLang="en-US" sz="600" b="1" dirty="0">
                <a:latin typeface="나눔고딕" panose="020D0604000000000000" pitchFamily="50" charset="-127"/>
                <a:ea typeface="나눔고딕" panose="020D0604000000000000" pitchFamily="50" charset="-127"/>
              </a:rPr>
              <a:t>기준</a:t>
            </a:r>
            <a:endParaRPr lang="en-US" altLang="ko-KR" sz="400" dirty="0">
              <a:solidFill>
                <a:srgbClr val="C00000"/>
              </a:solidFill>
              <a:latin typeface="나눔고딕" panose="020D0604000000000000" pitchFamily="50" charset="-127"/>
              <a:ea typeface="나눔고딕" panose="020D0604000000000000" pitchFamily="50" charset="-127"/>
            </a:endParaRPr>
          </a:p>
        </p:txBody>
      </p:sp>
      <p:sp>
        <p:nvSpPr>
          <p:cNvPr id="131" name="TextBox 130">
            <a:extLst>
              <a:ext uri="{FF2B5EF4-FFF2-40B4-BE49-F238E27FC236}">
                <a16:creationId xmlns:a16="http://schemas.microsoft.com/office/drawing/2014/main" id="{390D700A-7B38-43EB-AFD1-95CDBBE0107E}"/>
              </a:ext>
            </a:extLst>
          </p:cNvPr>
          <p:cNvSpPr txBox="1"/>
          <p:nvPr/>
        </p:nvSpPr>
        <p:spPr>
          <a:xfrm>
            <a:off x="5372298" y="3178676"/>
            <a:ext cx="2158252" cy="215444"/>
          </a:xfrm>
          <a:prstGeom prst="rect">
            <a:avLst/>
          </a:prstGeom>
          <a:noFill/>
        </p:spPr>
        <p:txBody>
          <a:bodyPr wrap="square" rtlCol="0">
            <a:spAutoFit/>
          </a:bodyPr>
          <a:lstStyle/>
          <a:p>
            <a:r>
              <a:rPr lang="ko-KR" altLang="en-US" sz="800" b="1" dirty="0">
                <a:latin typeface="나눔고딕" panose="020D0604000000000000" pitchFamily="50" charset="-127"/>
                <a:ea typeface="나눔고딕" panose="020D0604000000000000" pitchFamily="50" charset="-127"/>
              </a:rPr>
              <a:t>나는 어떤 상품을 좋아할까</a:t>
            </a:r>
            <a:r>
              <a:rPr lang="en-US" altLang="ko-KR" sz="800" b="1" dirty="0">
                <a:latin typeface="나눔고딕" panose="020D0604000000000000" pitchFamily="50" charset="-127"/>
                <a:ea typeface="나눔고딕" panose="020D0604000000000000" pitchFamily="50" charset="-127"/>
              </a:rPr>
              <a:t>?</a:t>
            </a:r>
          </a:p>
        </p:txBody>
      </p:sp>
      <p:sp>
        <p:nvSpPr>
          <p:cNvPr id="132" name="직사각형 131">
            <a:extLst>
              <a:ext uri="{FF2B5EF4-FFF2-40B4-BE49-F238E27FC236}">
                <a16:creationId xmlns:a16="http://schemas.microsoft.com/office/drawing/2014/main" id="{94A16631-C380-49C6-84F3-1611035BBEE4}"/>
              </a:ext>
            </a:extLst>
          </p:cNvPr>
          <p:cNvSpPr/>
          <p:nvPr/>
        </p:nvSpPr>
        <p:spPr bwMode="auto">
          <a:xfrm>
            <a:off x="5348148" y="1061362"/>
            <a:ext cx="2289600" cy="270623"/>
          </a:xfrm>
          <a:prstGeom prst="rect">
            <a:avLst/>
          </a:prstGeom>
          <a:solidFill>
            <a:schemeClr val="bg1"/>
          </a:solidFill>
          <a:ln w="635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133" name="TextBox 132">
            <a:extLst>
              <a:ext uri="{FF2B5EF4-FFF2-40B4-BE49-F238E27FC236}">
                <a16:creationId xmlns:a16="http://schemas.microsoft.com/office/drawing/2014/main" id="{556823EA-C990-4664-AB78-E24AF0AC2F99}"/>
              </a:ext>
            </a:extLst>
          </p:cNvPr>
          <p:cNvSpPr txBox="1"/>
          <p:nvPr/>
        </p:nvSpPr>
        <p:spPr>
          <a:xfrm>
            <a:off x="5351756" y="1067851"/>
            <a:ext cx="2289600" cy="253211"/>
          </a:xfrm>
          <a:prstGeom prst="rect">
            <a:avLst/>
          </a:prstGeom>
          <a:noFill/>
        </p:spPr>
        <p:txBody>
          <a:bodyPr wrap="square" rtlCol="0">
            <a:spAutoFit/>
          </a:bodyPr>
          <a:lstStyle/>
          <a:p>
            <a:pPr marL="0" marR="0" lvl="0" indent="0" algn="ctr" defTabSz="914400" rtl="0" eaLnBrk="1" fontAlgn="base" latinLnBrk="1" hangingPunct="1">
              <a:lnSpc>
                <a:spcPct val="150000"/>
              </a:lnSpc>
              <a:spcBef>
                <a:spcPct val="0"/>
              </a:spcBef>
              <a:spcAft>
                <a:spcPct val="0"/>
              </a:spcAft>
              <a:buClrTx/>
              <a:buSzTx/>
              <a:buFontTx/>
              <a:buNone/>
              <a:tabLst/>
              <a:defRPr/>
            </a:pPr>
            <a:r>
              <a:rPr kumimoji="1" lang="ko-KR" altLang="en-US" sz="800" b="1" i="0" u="none" strike="noStrike" kern="1200" cap="none" spc="0" normalizeH="0" baseline="0" noProof="0" dirty="0">
                <a:ln>
                  <a:noFill/>
                </a:ln>
                <a:solidFill>
                  <a:prstClr val="black"/>
                </a:solidFill>
                <a:effectLst/>
                <a:uLnTx/>
                <a:uFillTx/>
                <a:latin typeface="맑은 고딕"/>
                <a:ea typeface="맑은 고딕"/>
                <a:cs typeface="+mn-cs"/>
              </a:rPr>
              <a:t>상품추천</a:t>
            </a:r>
          </a:p>
        </p:txBody>
      </p:sp>
      <p:sp>
        <p:nvSpPr>
          <p:cNvPr id="135" name="TextBox 134">
            <a:extLst>
              <a:ext uri="{FF2B5EF4-FFF2-40B4-BE49-F238E27FC236}">
                <a16:creationId xmlns:a16="http://schemas.microsoft.com/office/drawing/2014/main" id="{55372686-3F87-454D-8B93-18DD2F19A462}"/>
              </a:ext>
            </a:extLst>
          </p:cNvPr>
          <p:cNvSpPr txBox="1"/>
          <p:nvPr/>
        </p:nvSpPr>
        <p:spPr>
          <a:xfrm>
            <a:off x="5389654" y="1612348"/>
            <a:ext cx="2271369" cy="523220"/>
          </a:xfrm>
          <a:prstGeom prst="rect">
            <a:avLst/>
          </a:prstGeom>
          <a:noFill/>
        </p:spPr>
        <p:txBody>
          <a:bodyPr wrap="square" rtlCol="0">
            <a:spAutoFit/>
          </a:bodyPr>
          <a:lstStyle/>
          <a:p>
            <a:r>
              <a:rPr lang="ko-KR" altLang="en-US" sz="700" dirty="0">
                <a:latin typeface="나눔고딕" panose="020D0604000000000000" pitchFamily="50" charset="-127"/>
                <a:ea typeface="나눔고딕" panose="020D0604000000000000" pitchFamily="50" charset="-127"/>
              </a:rPr>
              <a:t>고객님께서 살펴보신 상품과 지난 </a:t>
            </a:r>
            <a:r>
              <a:rPr lang="en-US" altLang="ko-KR" sz="700" dirty="0">
                <a:latin typeface="나눔고딕" panose="020D0604000000000000" pitchFamily="50" charset="-127"/>
                <a:ea typeface="나눔고딕" panose="020D0604000000000000" pitchFamily="50" charset="-127"/>
              </a:rPr>
              <a:t>1</a:t>
            </a:r>
            <a:r>
              <a:rPr lang="ko-KR" altLang="en-US" sz="700" dirty="0">
                <a:latin typeface="나눔고딕" panose="020D0604000000000000" pitchFamily="50" charset="-127"/>
                <a:ea typeface="나눔고딕" panose="020D0604000000000000" pitchFamily="50" charset="-127"/>
              </a:rPr>
              <a:t>년 동안 쌓인 </a:t>
            </a:r>
            <a:r>
              <a:rPr lang="en-US" altLang="ko-KR" sz="700" dirty="0">
                <a:latin typeface="나눔고딕" panose="020D0604000000000000" pitchFamily="50" charset="-127"/>
                <a:ea typeface="나눔고딕" panose="020D0604000000000000" pitchFamily="50" charset="-127"/>
              </a:rPr>
              <a:t>1,500</a:t>
            </a:r>
            <a:r>
              <a:rPr lang="ko-KR" altLang="en-US" sz="700" dirty="0">
                <a:latin typeface="나눔고딕" panose="020D0604000000000000" pitchFamily="50" charset="-127"/>
                <a:ea typeface="나눔고딕" panose="020D0604000000000000" pitchFamily="50" charset="-127"/>
              </a:rPr>
              <a:t>천 건의 예약데이터를 기반으로 개인 맞춤형 상품을 추천해드릴게요</a:t>
            </a:r>
            <a:r>
              <a:rPr lang="en-US" altLang="ko-KR" sz="700" dirty="0">
                <a:latin typeface="나눔고딕" panose="020D0604000000000000" pitchFamily="50" charset="-127"/>
                <a:ea typeface="나눔고딕" panose="020D0604000000000000" pitchFamily="50" charset="-127"/>
              </a:rPr>
              <a:t>. </a:t>
            </a:r>
            <a:r>
              <a:rPr lang="ko-KR" altLang="en-US" sz="700" dirty="0">
                <a:latin typeface="나눔고딕" panose="020D0604000000000000" pitchFamily="50" charset="-127"/>
                <a:ea typeface="나눔고딕" panose="020D0604000000000000" pitchFamily="50" charset="-127"/>
              </a:rPr>
              <a:t>고객님의 취향저격 여행상품을 지금 확인해보세요</a:t>
            </a:r>
            <a:r>
              <a:rPr lang="en-US" altLang="ko-KR" sz="700" dirty="0">
                <a:latin typeface="나눔고딕" panose="020D0604000000000000" pitchFamily="50" charset="-127"/>
                <a:ea typeface="나눔고딕" panose="020D0604000000000000" pitchFamily="50" charset="-127"/>
              </a:rPr>
              <a:t>.</a:t>
            </a:r>
          </a:p>
        </p:txBody>
      </p:sp>
      <p:sp>
        <p:nvSpPr>
          <p:cNvPr id="136" name="TextBox 135">
            <a:extLst>
              <a:ext uri="{FF2B5EF4-FFF2-40B4-BE49-F238E27FC236}">
                <a16:creationId xmlns:a16="http://schemas.microsoft.com/office/drawing/2014/main" id="{CD6192FC-02CC-4AB3-8E15-48E222348C44}"/>
              </a:ext>
            </a:extLst>
          </p:cNvPr>
          <p:cNvSpPr txBox="1"/>
          <p:nvPr/>
        </p:nvSpPr>
        <p:spPr>
          <a:xfrm>
            <a:off x="5385048" y="2161137"/>
            <a:ext cx="2158252" cy="215444"/>
          </a:xfrm>
          <a:prstGeom prst="rect">
            <a:avLst/>
          </a:prstGeom>
          <a:noFill/>
        </p:spPr>
        <p:txBody>
          <a:bodyPr wrap="square" rtlCol="0">
            <a:spAutoFit/>
          </a:bodyPr>
          <a:lstStyle/>
          <a:p>
            <a:r>
              <a:rPr lang="ko-KR" altLang="en-US" sz="800" b="1" dirty="0">
                <a:latin typeface="나눔고딕" panose="020D0604000000000000" pitchFamily="50" charset="-127"/>
                <a:ea typeface="나눔고딕" panose="020D0604000000000000" pitchFamily="50" charset="-127"/>
              </a:rPr>
              <a:t>최근 본 상품</a:t>
            </a:r>
            <a:endParaRPr lang="en-US" altLang="ko-KR" sz="800" b="1" dirty="0">
              <a:latin typeface="나눔고딕" panose="020D0604000000000000" pitchFamily="50" charset="-127"/>
              <a:ea typeface="나눔고딕" panose="020D0604000000000000" pitchFamily="50" charset="-127"/>
            </a:endParaRPr>
          </a:p>
        </p:txBody>
      </p:sp>
      <p:sp>
        <p:nvSpPr>
          <p:cNvPr id="137" name="직사각형 136">
            <a:extLst>
              <a:ext uri="{FF2B5EF4-FFF2-40B4-BE49-F238E27FC236}">
                <a16:creationId xmlns:a16="http://schemas.microsoft.com/office/drawing/2014/main" id="{484437A5-0D0D-4C51-A2E5-1C2106D96A51}"/>
              </a:ext>
            </a:extLst>
          </p:cNvPr>
          <p:cNvSpPr/>
          <p:nvPr/>
        </p:nvSpPr>
        <p:spPr>
          <a:xfrm>
            <a:off x="5400912" y="2420888"/>
            <a:ext cx="2250937" cy="215444"/>
          </a:xfrm>
          <a:prstGeom prst="rect">
            <a:avLst/>
          </a:prstGeom>
        </p:spPr>
        <p:txBody>
          <a:bodyPr wrap="none">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맑은 고딕"/>
                <a:ea typeface="맑은 고딕"/>
                <a:cs typeface="+mn-cs"/>
              </a:rPr>
              <a:t>서유럽 </a:t>
            </a:r>
            <a:r>
              <a:rPr kumimoji="0" lang="en-US" altLang="ko-KR" sz="800" b="0" i="0" u="none" strike="noStrike" kern="1200" cap="none" spc="0" normalizeH="0" baseline="0" noProof="0" dirty="0">
                <a:ln>
                  <a:noFill/>
                </a:ln>
                <a:solidFill>
                  <a:prstClr val="black"/>
                </a:solidFill>
                <a:effectLst/>
                <a:uLnTx/>
                <a:uFillTx/>
                <a:latin typeface="맑은 고딕"/>
                <a:ea typeface="맑은 고딕"/>
                <a:cs typeface="+mn-cs"/>
              </a:rPr>
              <a:t>4</a:t>
            </a:r>
            <a:r>
              <a:rPr kumimoji="0" lang="ko-KR" altLang="en-US" sz="800" b="0" i="0" u="none" strike="noStrike" kern="1200" cap="none" spc="0" normalizeH="0" baseline="0" noProof="0" dirty="0">
                <a:ln>
                  <a:noFill/>
                </a:ln>
                <a:solidFill>
                  <a:prstClr val="black"/>
                </a:solidFill>
                <a:effectLst/>
                <a:uLnTx/>
                <a:uFillTx/>
                <a:latin typeface="맑은 고딕"/>
                <a:ea typeface="맑은 고딕"/>
                <a:cs typeface="+mn-cs"/>
              </a:rPr>
              <a:t>개국 여행 그 </a:t>
            </a:r>
            <a:r>
              <a:rPr kumimoji="0" lang="ko-KR" altLang="en-US" sz="800" b="0" i="0" u="none" strike="noStrike" kern="1200" cap="none" spc="0" normalizeH="0" baseline="0" noProof="0" dirty="0" err="1">
                <a:ln>
                  <a:noFill/>
                </a:ln>
                <a:solidFill>
                  <a:prstClr val="black"/>
                </a:solidFill>
                <a:effectLst/>
                <a:uLnTx/>
                <a:uFillTx/>
                <a:latin typeface="맑은 고딕"/>
                <a:ea typeface="맑은 고딕"/>
                <a:cs typeface="+mn-cs"/>
              </a:rPr>
              <a:t>설레임의</a:t>
            </a:r>
            <a:r>
              <a:rPr kumimoji="0" lang="ko-KR" altLang="en-US" sz="800" b="0" i="0" u="none" strike="noStrike" kern="1200" cap="none" spc="0" normalizeH="0" baseline="0" noProof="0" dirty="0">
                <a:ln>
                  <a:noFill/>
                </a:ln>
                <a:solidFill>
                  <a:prstClr val="black"/>
                </a:solidFill>
                <a:effectLst/>
                <a:uLnTx/>
                <a:uFillTx/>
                <a:latin typeface="맑은 고딕"/>
                <a:ea typeface="맑은 고딕"/>
                <a:cs typeface="+mn-cs"/>
              </a:rPr>
              <a:t> 시작을 누릴</a:t>
            </a:r>
            <a:r>
              <a:rPr kumimoji="0" lang="en-US" altLang="ko-KR" sz="800" b="0" i="0" u="none" strike="noStrike" kern="1200" cap="none" spc="0" normalizeH="0" baseline="0" noProof="0" dirty="0">
                <a:ln>
                  <a:noFill/>
                </a:ln>
                <a:solidFill>
                  <a:prstClr val="black"/>
                </a:solidFill>
                <a:effectLst/>
                <a:uLnTx/>
                <a:uFillTx/>
                <a:latin typeface="맑은 고딕"/>
                <a:ea typeface="맑은 고딕"/>
                <a:cs typeface="+mn-cs"/>
              </a:rPr>
              <a:t>..</a:t>
            </a:r>
          </a:p>
        </p:txBody>
      </p:sp>
      <p:sp>
        <p:nvSpPr>
          <p:cNvPr id="138" name="직사각형 137">
            <a:extLst>
              <a:ext uri="{FF2B5EF4-FFF2-40B4-BE49-F238E27FC236}">
                <a16:creationId xmlns:a16="http://schemas.microsoft.com/office/drawing/2014/main" id="{059C24FA-DD2E-4E6F-8AF4-3E0327FF4006}"/>
              </a:ext>
            </a:extLst>
          </p:cNvPr>
          <p:cNvSpPr/>
          <p:nvPr/>
        </p:nvSpPr>
        <p:spPr>
          <a:xfrm>
            <a:off x="5410086" y="2669181"/>
            <a:ext cx="2250937" cy="215444"/>
          </a:xfrm>
          <a:prstGeom prst="rect">
            <a:avLst/>
          </a:prstGeom>
        </p:spPr>
        <p:txBody>
          <a:bodyPr wrap="none">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맑은 고딕"/>
                <a:ea typeface="맑은 고딕"/>
                <a:cs typeface="+mn-cs"/>
              </a:rPr>
              <a:t>서유럽 </a:t>
            </a:r>
            <a:r>
              <a:rPr kumimoji="0" lang="en-US" altLang="ko-KR" sz="800" b="0" i="0" u="none" strike="noStrike" kern="1200" cap="none" spc="0" normalizeH="0" baseline="0" noProof="0" dirty="0">
                <a:ln>
                  <a:noFill/>
                </a:ln>
                <a:solidFill>
                  <a:prstClr val="black"/>
                </a:solidFill>
                <a:effectLst/>
                <a:uLnTx/>
                <a:uFillTx/>
                <a:latin typeface="맑은 고딕"/>
                <a:ea typeface="맑은 고딕"/>
                <a:cs typeface="+mn-cs"/>
              </a:rPr>
              <a:t>4</a:t>
            </a:r>
            <a:r>
              <a:rPr kumimoji="0" lang="ko-KR" altLang="en-US" sz="800" b="0" i="0" u="none" strike="noStrike" kern="1200" cap="none" spc="0" normalizeH="0" baseline="0" noProof="0" dirty="0">
                <a:ln>
                  <a:noFill/>
                </a:ln>
                <a:solidFill>
                  <a:prstClr val="black"/>
                </a:solidFill>
                <a:effectLst/>
                <a:uLnTx/>
                <a:uFillTx/>
                <a:latin typeface="맑은 고딕"/>
                <a:ea typeface="맑은 고딕"/>
                <a:cs typeface="+mn-cs"/>
              </a:rPr>
              <a:t>개국 여행 그 </a:t>
            </a:r>
            <a:r>
              <a:rPr kumimoji="0" lang="ko-KR" altLang="en-US" sz="800" b="0" i="0" u="none" strike="noStrike" kern="1200" cap="none" spc="0" normalizeH="0" baseline="0" noProof="0" dirty="0" err="1">
                <a:ln>
                  <a:noFill/>
                </a:ln>
                <a:solidFill>
                  <a:prstClr val="black"/>
                </a:solidFill>
                <a:effectLst/>
                <a:uLnTx/>
                <a:uFillTx/>
                <a:latin typeface="맑은 고딕"/>
                <a:ea typeface="맑은 고딕"/>
                <a:cs typeface="+mn-cs"/>
              </a:rPr>
              <a:t>설레임의</a:t>
            </a:r>
            <a:r>
              <a:rPr kumimoji="0" lang="ko-KR" altLang="en-US" sz="800" b="0" i="0" u="none" strike="noStrike" kern="1200" cap="none" spc="0" normalizeH="0" baseline="0" noProof="0" dirty="0">
                <a:ln>
                  <a:noFill/>
                </a:ln>
                <a:solidFill>
                  <a:prstClr val="black"/>
                </a:solidFill>
                <a:effectLst/>
                <a:uLnTx/>
                <a:uFillTx/>
                <a:latin typeface="맑은 고딕"/>
                <a:ea typeface="맑은 고딕"/>
                <a:cs typeface="+mn-cs"/>
              </a:rPr>
              <a:t> 시작을 누릴</a:t>
            </a:r>
            <a:r>
              <a:rPr kumimoji="0" lang="en-US" altLang="ko-KR" sz="800" b="0" i="0" u="none" strike="noStrike" kern="1200" cap="none" spc="0" normalizeH="0" baseline="0" noProof="0" dirty="0">
                <a:ln>
                  <a:noFill/>
                </a:ln>
                <a:solidFill>
                  <a:prstClr val="black"/>
                </a:solidFill>
                <a:effectLst/>
                <a:uLnTx/>
                <a:uFillTx/>
                <a:latin typeface="맑은 고딕"/>
                <a:ea typeface="맑은 고딕"/>
                <a:cs typeface="+mn-cs"/>
              </a:rPr>
              <a:t>..</a:t>
            </a:r>
          </a:p>
        </p:txBody>
      </p:sp>
      <p:sp>
        <p:nvSpPr>
          <p:cNvPr id="139" name="직사각형 138">
            <a:extLst>
              <a:ext uri="{FF2B5EF4-FFF2-40B4-BE49-F238E27FC236}">
                <a16:creationId xmlns:a16="http://schemas.microsoft.com/office/drawing/2014/main" id="{3FD981B5-0CC1-452C-9D1E-D06C09BBC24A}"/>
              </a:ext>
            </a:extLst>
          </p:cNvPr>
          <p:cNvSpPr/>
          <p:nvPr/>
        </p:nvSpPr>
        <p:spPr>
          <a:xfrm>
            <a:off x="5409833" y="2917474"/>
            <a:ext cx="2250937" cy="215444"/>
          </a:xfrm>
          <a:prstGeom prst="rect">
            <a:avLst/>
          </a:prstGeom>
        </p:spPr>
        <p:txBody>
          <a:bodyPr wrap="none">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맑은 고딕"/>
                <a:ea typeface="맑은 고딕"/>
                <a:cs typeface="+mn-cs"/>
              </a:rPr>
              <a:t>서유럽 </a:t>
            </a:r>
            <a:r>
              <a:rPr kumimoji="0" lang="en-US" altLang="ko-KR" sz="800" b="0" i="0" u="none" strike="noStrike" kern="1200" cap="none" spc="0" normalizeH="0" baseline="0" noProof="0" dirty="0">
                <a:ln>
                  <a:noFill/>
                </a:ln>
                <a:solidFill>
                  <a:prstClr val="black"/>
                </a:solidFill>
                <a:effectLst/>
                <a:uLnTx/>
                <a:uFillTx/>
                <a:latin typeface="맑은 고딕"/>
                <a:ea typeface="맑은 고딕"/>
                <a:cs typeface="+mn-cs"/>
              </a:rPr>
              <a:t>4</a:t>
            </a:r>
            <a:r>
              <a:rPr kumimoji="0" lang="ko-KR" altLang="en-US" sz="800" b="0" i="0" u="none" strike="noStrike" kern="1200" cap="none" spc="0" normalizeH="0" baseline="0" noProof="0" dirty="0">
                <a:ln>
                  <a:noFill/>
                </a:ln>
                <a:solidFill>
                  <a:prstClr val="black"/>
                </a:solidFill>
                <a:effectLst/>
                <a:uLnTx/>
                <a:uFillTx/>
                <a:latin typeface="맑은 고딕"/>
                <a:ea typeface="맑은 고딕"/>
                <a:cs typeface="+mn-cs"/>
              </a:rPr>
              <a:t>개국 여행 그 </a:t>
            </a:r>
            <a:r>
              <a:rPr kumimoji="0" lang="ko-KR" altLang="en-US" sz="800" b="0" i="0" u="none" strike="noStrike" kern="1200" cap="none" spc="0" normalizeH="0" baseline="0" noProof="0" dirty="0" err="1">
                <a:ln>
                  <a:noFill/>
                </a:ln>
                <a:solidFill>
                  <a:prstClr val="black"/>
                </a:solidFill>
                <a:effectLst/>
                <a:uLnTx/>
                <a:uFillTx/>
                <a:latin typeface="맑은 고딕"/>
                <a:ea typeface="맑은 고딕"/>
                <a:cs typeface="+mn-cs"/>
              </a:rPr>
              <a:t>설레임의</a:t>
            </a:r>
            <a:r>
              <a:rPr kumimoji="0" lang="ko-KR" altLang="en-US" sz="800" b="0" i="0" u="none" strike="noStrike" kern="1200" cap="none" spc="0" normalizeH="0" baseline="0" noProof="0" dirty="0">
                <a:ln>
                  <a:noFill/>
                </a:ln>
                <a:solidFill>
                  <a:prstClr val="black"/>
                </a:solidFill>
                <a:effectLst/>
                <a:uLnTx/>
                <a:uFillTx/>
                <a:latin typeface="맑은 고딕"/>
                <a:ea typeface="맑은 고딕"/>
                <a:cs typeface="+mn-cs"/>
              </a:rPr>
              <a:t> 시작을 누릴</a:t>
            </a:r>
            <a:r>
              <a:rPr kumimoji="0" lang="en-US" altLang="ko-KR" sz="800" b="0" i="0" u="none" strike="noStrike" kern="1200" cap="none" spc="0" normalizeH="0" baseline="0" noProof="0" dirty="0">
                <a:ln>
                  <a:noFill/>
                </a:ln>
                <a:solidFill>
                  <a:prstClr val="black"/>
                </a:solidFill>
                <a:effectLst/>
                <a:uLnTx/>
                <a:uFillTx/>
                <a:latin typeface="맑은 고딕"/>
                <a:ea typeface="맑은 고딕"/>
                <a:cs typeface="+mn-cs"/>
              </a:rPr>
              <a:t>..</a:t>
            </a:r>
          </a:p>
        </p:txBody>
      </p:sp>
      <p:grpSp>
        <p:nvGrpSpPr>
          <p:cNvPr id="143" name="그룹 142">
            <a:extLst>
              <a:ext uri="{FF2B5EF4-FFF2-40B4-BE49-F238E27FC236}">
                <a16:creationId xmlns:a16="http://schemas.microsoft.com/office/drawing/2014/main" id="{E57E096B-BCFB-46A4-ABBB-0CDE8266CF6D}"/>
              </a:ext>
            </a:extLst>
          </p:cNvPr>
          <p:cNvGrpSpPr/>
          <p:nvPr/>
        </p:nvGrpSpPr>
        <p:grpSpPr>
          <a:xfrm>
            <a:off x="5346540" y="4977573"/>
            <a:ext cx="1094028" cy="1090118"/>
            <a:chOff x="2820157" y="4977573"/>
            <a:chExt cx="1094028" cy="1090118"/>
          </a:xfrm>
        </p:grpSpPr>
        <p:sp>
          <p:nvSpPr>
            <p:cNvPr id="144" name="자유형 73">
              <a:extLst>
                <a:ext uri="{FF2B5EF4-FFF2-40B4-BE49-F238E27FC236}">
                  <a16:creationId xmlns:a16="http://schemas.microsoft.com/office/drawing/2014/main" id="{CE525A50-9393-4FC5-9F92-BBD7F656D9B7}"/>
                </a:ext>
              </a:extLst>
            </p:cNvPr>
            <p:cNvSpPr/>
            <p:nvPr/>
          </p:nvSpPr>
          <p:spPr>
            <a:xfrm>
              <a:off x="2820157" y="4977573"/>
              <a:ext cx="1094028" cy="1090118"/>
            </a:xfrm>
            <a:custGeom>
              <a:avLst/>
              <a:gdLst>
                <a:gd name="connsiteX0" fmla="*/ 123151 w 997872"/>
                <a:gd name="connsiteY0" fmla="*/ 0 h 994306"/>
                <a:gd name="connsiteX1" fmla="*/ 997872 w 997872"/>
                <a:gd name="connsiteY1" fmla="*/ 874721 h 994306"/>
                <a:gd name="connsiteX2" fmla="*/ 993356 w 997872"/>
                <a:gd name="connsiteY2" fmla="*/ 964156 h 994306"/>
                <a:gd name="connsiteX3" fmla="*/ 988755 w 997872"/>
                <a:gd name="connsiteY3" fmla="*/ 994306 h 994306"/>
                <a:gd name="connsiteX4" fmla="*/ 507101 w 997872"/>
                <a:gd name="connsiteY4" fmla="*/ 994306 h 994306"/>
                <a:gd name="connsiteX5" fmla="*/ 507088 w 997872"/>
                <a:gd name="connsiteY5" fmla="*/ 994306 h 994306"/>
                <a:gd name="connsiteX6" fmla="*/ 507075 w 997872"/>
                <a:gd name="connsiteY6" fmla="*/ 994306 h 994306"/>
                <a:gd name="connsiteX7" fmla="*/ 0 w 997872"/>
                <a:gd name="connsiteY7" fmla="*/ 994306 h 994306"/>
                <a:gd name="connsiteX8" fmla="*/ 0 w 997872"/>
                <a:gd name="connsiteY8" fmla="*/ 994305 h 994306"/>
                <a:gd name="connsiteX9" fmla="*/ 0 w 997872"/>
                <a:gd name="connsiteY9" fmla="*/ 509497 h 994306"/>
                <a:gd name="connsiteX10" fmla="*/ 0 w 997872"/>
                <a:gd name="connsiteY10" fmla="*/ 487221 h 994306"/>
                <a:gd name="connsiteX11" fmla="*/ 0 w 997872"/>
                <a:gd name="connsiteY11" fmla="*/ 9662 h 994306"/>
                <a:gd name="connsiteX12" fmla="*/ 33716 w 997872"/>
                <a:gd name="connsiteY12" fmla="*/ 4516 h 994306"/>
                <a:gd name="connsiteX13" fmla="*/ 123151 w 997872"/>
                <a:gd name="connsiteY13" fmla="*/ 0 h 994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7872" h="994306">
                  <a:moveTo>
                    <a:pt x="123151" y="0"/>
                  </a:moveTo>
                  <a:cubicBezTo>
                    <a:pt x="606246" y="0"/>
                    <a:pt x="997872" y="391626"/>
                    <a:pt x="997872" y="874721"/>
                  </a:cubicBezTo>
                  <a:cubicBezTo>
                    <a:pt x="997872" y="904915"/>
                    <a:pt x="996342" y="934751"/>
                    <a:pt x="993356" y="964156"/>
                  </a:cubicBezTo>
                  <a:lnTo>
                    <a:pt x="988755" y="994306"/>
                  </a:lnTo>
                  <a:lnTo>
                    <a:pt x="507101" y="994306"/>
                  </a:lnTo>
                  <a:lnTo>
                    <a:pt x="507088" y="994306"/>
                  </a:lnTo>
                  <a:lnTo>
                    <a:pt x="507075" y="994306"/>
                  </a:lnTo>
                  <a:lnTo>
                    <a:pt x="0" y="994306"/>
                  </a:lnTo>
                  <a:lnTo>
                    <a:pt x="0" y="994305"/>
                  </a:lnTo>
                  <a:lnTo>
                    <a:pt x="0" y="509497"/>
                  </a:lnTo>
                  <a:lnTo>
                    <a:pt x="0" y="487221"/>
                  </a:lnTo>
                  <a:lnTo>
                    <a:pt x="0" y="9662"/>
                  </a:lnTo>
                  <a:lnTo>
                    <a:pt x="33716" y="4516"/>
                  </a:lnTo>
                  <a:cubicBezTo>
                    <a:pt x="63122" y="1530"/>
                    <a:pt x="92958" y="0"/>
                    <a:pt x="123151" y="0"/>
                  </a:cubicBezTo>
                  <a:close/>
                </a:path>
              </a:pathLst>
            </a:custGeom>
            <a:solidFill>
              <a:schemeClr val="bg1">
                <a:lumMod val="95000"/>
                <a:alpha val="87000"/>
              </a:schemeClr>
            </a:solidFill>
            <a:ln w="3175">
              <a:solidFill>
                <a:schemeClr val="bg1">
                  <a:lumMod val="75000"/>
                </a:schemeClr>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err="1">
                <a:solidFill>
                  <a:schemeClr val="tx1"/>
                </a:solidFill>
              </a:endParaRPr>
            </a:p>
          </p:txBody>
        </p:sp>
        <p:sp>
          <p:nvSpPr>
            <p:cNvPr id="145" name="타원 144">
              <a:extLst>
                <a:ext uri="{FF2B5EF4-FFF2-40B4-BE49-F238E27FC236}">
                  <a16:creationId xmlns:a16="http://schemas.microsoft.com/office/drawing/2014/main" id="{2B11233D-7EEF-4043-80AD-C05154D06B8B}"/>
                </a:ext>
              </a:extLst>
            </p:cNvPr>
            <p:cNvSpPr/>
            <p:nvPr/>
          </p:nvSpPr>
          <p:spPr>
            <a:xfrm>
              <a:off x="29748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a:solidFill>
                    <a:prstClr val="white"/>
                  </a:solidFill>
                </a:rPr>
                <a:t>X</a:t>
              </a:r>
              <a:endParaRPr lang="ko-KR" altLang="en-US" sz="800" dirty="0" err="1">
                <a:solidFill>
                  <a:prstClr val="white"/>
                </a:solidFill>
              </a:endParaRPr>
            </a:p>
          </p:txBody>
        </p:sp>
        <p:sp>
          <p:nvSpPr>
            <p:cNvPr id="146" name="타원 145">
              <a:extLst>
                <a:ext uri="{FF2B5EF4-FFF2-40B4-BE49-F238E27FC236}">
                  <a16:creationId xmlns:a16="http://schemas.microsoft.com/office/drawing/2014/main" id="{AA0BB5D2-1C36-4242-B7E4-96394B9B451D}"/>
                </a:ext>
              </a:extLst>
            </p:cNvPr>
            <p:cNvSpPr/>
            <p:nvPr/>
          </p:nvSpPr>
          <p:spPr>
            <a:xfrm>
              <a:off x="2866903" y="5073403"/>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dirty="0">
                  <a:solidFill>
                    <a:prstClr val="white"/>
                  </a:solidFill>
                </a:rPr>
                <a:t>알림</a:t>
              </a:r>
            </a:p>
          </p:txBody>
        </p:sp>
        <p:sp>
          <p:nvSpPr>
            <p:cNvPr id="147" name="타원 146">
              <a:extLst>
                <a:ext uri="{FF2B5EF4-FFF2-40B4-BE49-F238E27FC236}">
                  <a16:creationId xmlns:a16="http://schemas.microsoft.com/office/drawing/2014/main" id="{882D97BA-B5EA-4D2B-9C08-1F8D0015034D}"/>
                </a:ext>
              </a:extLst>
            </p:cNvPr>
            <p:cNvSpPr/>
            <p:nvPr/>
          </p:nvSpPr>
          <p:spPr>
            <a:xfrm>
              <a:off x="3241635" y="5166619"/>
              <a:ext cx="248663" cy="248663"/>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dirty="0">
                  <a:solidFill>
                    <a:prstClr val="white"/>
                  </a:solidFill>
                </a:rPr>
                <a:t>상품추천</a:t>
              </a:r>
            </a:p>
          </p:txBody>
        </p:sp>
        <p:sp>
          <p:nvSpPr>
            <p:cNvPr id="148" name="타원 147">
              <a:extLst>
                <a:ext uri="{FF2B5EF4-FFF2-40B4-BE49-F238E27FC236}">
                  <a16:creationId xmlns:a16="http://schemas.microsoft.com/office/drawing/2014/main" id="{51CA14B6-70FB-4432-BEF2-5525606809F4}"/>
                </a:ext>
              </a:extLst>
            </p:cNvPr>
            <p:cNvSpPr/>
            <p:nvPr/>
          </p:nvSpPr>
          <p:spPr>
            <a:xfrm>
              <a:off x="3485033" y="544830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a:solidFill>
                    <a:prstClr val="white"/>
                  </a:solidFill>
                </a:rPr>
                <a:t>트렌드</a:t>
              </a:r>
              <a:endParaRPr lang="ko-KR" altLang="en-US" sz="600" dirty="0" err="1">
                <a:solidFill>
                  <a:prstClr val="white"/>
                </a:solidFill>
              </a:endParaRPr>
            </a:p>
          </p:txBody>
        </p:sp>
        <p:sp>
          <p:nvSpPr>
            <p:cNvPr id="149" name="타원 148">
              <a:extLst>
                <a:ext uri="{FF2B5EF4-FFF2-40B4-BE49-F238E27FC236}">
                  <a16:creationId xmlns:a16="http://schemas.microsoft.com/office/drawing/2014/main" id="{184015BE-CA8B-4FD1-9738-974716D8366A}"/>
                </a:ext>
              </a:extLst>
            </p:cNvPr>
            <p:cNvSpPr/>
            <p:nvPr/>
          </p:nvSpPr>
          <p:spPr>
            <a:xfrm>
              <a:off x="3538910" y="580834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a:solidFill>
                    <a:prstClr val="white"/>
                  </a:solidFill>
                </a:rPr>
                <a:t>전화</a:t>
              </a:r>
              <a:endParaRPr lang="ko-KR" altLang="en-US" sz="600" dirty="0" err="1">
                <a:solidFill>
                  <a:prstClr val="white"/>
                </a:solidFill>
              </a:endParaRPr>
            </a:p>
          </p:txBody>
        </p:sp>
        <p:sp>
          <p:nvSpPr>
            <p:cNvPr id="150" name="타원 149">
              <a:extLst>
                <a:ext uri="{FF2B5EF4-FFF2-40B4-BE49-F238E27FC236}">
                  <a16:creationId xmlns:a16="http://schemas.microsoft.com/office/drawing/2014/main" id="{019018FB-1CFE-4897-9148-A1BBA5C2EC63}"/>
                </a:ext>
              </a:extLst>
            </p:cNvPr>
            <p:cNvSpPr/>
            <p:nvPr/>
          </p:nvSpPr>
          <p:spPr>
            <a:xfrm>
              <a:off x="3048281" y="5073664"/>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sp>
          <p:nvSpPr>
            <p:cNvPr id="151" name="타원 150">
              <a:extLst>
                <a:ext uri="{FF2B5EF4-FFF2-40B4-BE49-F238E27FC236}">
                  <a16:creationId xmlns:a16="http://schemas.microsoft.com/office/drawing/2014/main" id="{055B5765-82B4-4364-83F9-BD9234007CCF}"/>
                </a:ext>
              </a:extLst>
            </p:cNvPr>
            <p:cNvSpPr/>
            <p:nvPr/>
          </p:nvSpPr>
          <p:spPr>
            <a:xfrm>
              <a:off x="3440832" y="5195292"/>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sp>
          <p:nvSpPr>
            <p:cNvPr id="152" name="타원 151">
              <a:extLst>
                <a:ext uri="{FF2B5EF4-FFF2-40B4-BE49-F238E27FC236}">
                  <a16:creationId xmlns:a16="http://schemas.microsoft.com/office/drawing/2014/main" id="{231A33FF-399F-4B43-84DE-B85F53272A32}"/>
                </a:ext>
              </a:extLst>
            </p:cNvPr>
            <p:cNvSpPr/>
            <p:nvPr/>
          </p:nvSpPr>
          <p:spPr>
            <a:xfrm>
              <a:off x="3682256" y="5451574"/>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grpSp>
      <p:sp>
        <p:nvSpPr>
          <p:cNvPr id="65" name="TextBox 64">
            <a:extLst>
              <a:ext uri="{FF2B5EF4-FFF2-40B4-BE49-F238E27FC236}">
                <a16:creationId xmlns:a16="http://schemas.microsoft.com/office/drawing/2014/main" id="{817E7643-3C20-440B-94D4-A8717EC5B9B4}"/>
              </a:ext>
            </a:extLst>
          </p:cNvPr>
          <p:cNvSpPr txBox="1"/>
          <p:nvPr/>
        </p:nvSpPr>
        <p:spPr>
          <a:xfrm>
            <a:off x="3449392" y="692696"/>
            <a:ext cx="1287584" cy="369332"/>
          </a:xfrm>
          <a:prstGeom prst="rect">
            <a:avLst/>
          </a:prstGeom>
          <a:noFill/>
        </p:spPr>
        <p:txBody>
          <a:bodyPr wrap="square" rtlCol="0">
            <a:spAutoFit/>
          </a:bodyPr>
          <a:lstStyle/>
          <a:p>
            <a:r>
              <a:rPr lang="ko-KR" altLang="en-US" sz="900" b="1" dirty="0">
                <a:latin typeface="나눔고딕" panose="020D0604000000000000" pitchFamily="50" charset="-127"/>
                <a:ea typeface="나눔고딕" panose="020D0604000000000000" pitchFamily="50" charset="-127"/>
              </a:rPr>
              <a:t>최근 본상품이 </a:t>
            </a:r>
            <a:r>
              <a:rPr lang="en-US" altLang="ko-KR" sz="900" b="1" dirty="0">
                <a:latin typeface="나눔고딕" panose="020D0604000000000000" pitchFamily="50" charset="-127"/>
                <a:ea typeface="나눔고딕" panose="020D0604000000000000" pitchFamily="50" charset="-127"/>
              </a:rPr>
              <a:t>3</a:t>
            </a:r>
            <a:r>
              <a:rPr lang="ko-KR" altLang="en-US" sz="900" b="1" dirty="0">
                <a:latin typeface="나눔고딕" panose="020D0604000000000000" pitchFamily="50" charset="-127"/>
                <a:ea typeface="나눔고딕" panose="020D0604000000000000" pitchFamily="50" charset="-127"/>
              </a:rPr>
              <a:t>개 미만일 경우 </a:t>
            </a:r>
          </a:p>
        </p:txBody>
      </p:sp>
      <p:sp>
        <p:nvSpPr>
          <p:cNvPr id="66" name="TextBox 65">
            <a:extLst>
              <a:ext uri="{FF2B5EF4-FFF2-40B4-BE49-F238E27FC236}">
                <a16:creationId xmlns:a16="http://schemas.microsoft.com/office/drawing/2014/main" id="{BAA08309-1DC2-408B-A8D0-C0B4FEB4B3DC}"/>
              </a:ext>
            </a:extLst>
          </p:cNvPr>
          <p:cNvSpPr txBox="1"/>
          <p:nvPr/>
        </p:nvSpPr>
        <p:spPr>
          <a:xfrm>
            <a:off x="5961112" y="692696"/>
            <a:ext cx="1287584" cy="369332"/>
          </a:xfrm>
          <a:prstGeom prst="rect">
            <a:avLst/>
          </a:prstGeom>
          <a:noFill/>
        </p:spPr>
        <p:txBody>
          <a:bodyPr wrap="square" rtlCol="0">
            <a:spAutoFit/>
          </a:bodyPr>
          <a:lstStyle/>
          <a:p>
            <a:r>
              <a:rPr lang="ko-KR" altLang="en-US" sz="900" b="1" dirty="0">
                <a:latin typeface="나눔고딕" panose="020D0604000000000000" pitchFamily="50" charset="-127"/>
                <a:ea typeface="나눔고딕" panose="020D0604000000000000" pitchFamily="50" charset="-127"/>
              </a:rPr>
              <a:t>최근 본상품이 </a:t>
            </a:r>
            <a:r>
              <a:rPr lang="en-US" altLang="ko-KR" sz="900" b="1" dirty="0">
                <a:latin typeface="나눔고딕" panose="020D0604000000000000" pitchFamily="50" charset="-127"/>
                <a:ea typeface="나눔고딕" panose="020D0604000000000000" pitchFamily="50" charset="-127"/>
              </a:rPr>
              <a:t>3</a:t>
            </a:r>
            <a:r>
              <a:rPr lang="ko-KR" altLang="en-US" sz="900" b="1" dirty="0">
                <a:latin typeface="나눔고딕" panose="020D0604000000000000" pitchFamily="50" charset="-127"/>
                <a:ea typeface="나눔고딕" panose="020D0604000000000000" pitchFamily="50" charset="-127"/>
              </a:rPr>
              <a:t>개 이상일 경우  </a:t>
            </a:r>
          </a:p>
        </p:txBody>
      </p:sp>
      <p:sp>
        <p:nvSpPr>
          <p:cNvPr id="67" name="타원 118">
            <a:extLst>
              <a:ext uri="{FF2B5EF4-FFF2-40B4-BE49-F238E27FC236}">
                <a16:creationId xmlns:a16="http://schemas.microsoft.com/office/drawing/2014/main" id="{92C35007-E8AF-4FD0-8795-E1F1DBAF944D}"/>
              </a:ext>
            </a:extLst>
          </p:cNvPr>
          <p:cNvSpPr/>
          <p:nvPr/>
        </p:nvSpPr>
        <p:spPr>
          <a:xfrm>
            <a:off x="2719659" y="105273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68" name="타원 118">
            <a:extLst>
              <a:ext uri="{FF2B5EF4-FFF2-40B4-BE49-F238E27FC236}">
                <a16:creationId xmlns:a16="http://schemas.microsoft.com/office/drawing/2014/main" id="{EC04470F-B464-46E5-B1D9-E66E95CE55B8}"/>
              </a:ext>
            </a:extLst>
          </p:cNvPr>
          <p:cNvSpPr/>
          <p:nvPr/>
        </p:nvSpPr>
        <p:spPr>
          <a:xfrm>
            <a:off x="5284465" y="105273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69" name="타원 118">
            <a:extLst>
              <a:ext uri="{FF2B5EF4-FFF2-40B4-BE49-F238E27FC236}">
                <a16:creationId xmlns:a16="http://schemas.microsoft.com/office/drawing/2014/main" id="{BCE10B53-04F0-4673-85D0-1911F4007956}"/>
              </a:ext>
            </a:extLst>
          </p:cNvPr>
          <p:cNvSpPr/>
          <p:nvPr/>
        </p:nvSpPr>
        <p:spPr>
          <a:xfrm>
            <a:off x="3481659" y="506276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dirty="0">
                <a:solidFill>
                  <a:prstClr val="white"/>
                </a:solidFill>
                <a:latin typeface="Segoe UI" panose="020B0502040204020203" pitchFamily="34" charset="0"/>
                <a:ea typeface="맑은 고딕"/>
                <a:cs typeface="Segoe UI" panose="020B0502040204020203" pitchFamily="34" charset="0"/>
              </a:rPr>
              <a:t>4</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70" name="타원 118">
            <a:extLst>
              <a:ext uri="{FF2B5EF4-FFF2-40B4-BE49-F238E27FC236}">
                <a16:creationId xmlns:a16="http://schemas.microsoft.com/office/drawing/2014/main" id="{454E4513-715B-4D65-B9CA-1CC9B7CF569F}"/>
              </a:ext>
            </a:extLst>
          </p:cNvPr>
          <p:cNvSpPr/>
          <p:nvPr/>
        </p:nvSpPr>
        <p:spPr>
          <a:xfrm>
            <a:off x="2719659" y="350066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3</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71" name="타원 118">
            <a:extLst>
              <a:ext uri="{FF2B5EF4-FFF2-40B4-BE49-F238E27FC236}">
                <a16:creationId xmlns:a16="http://schemas.microsoft.com/office/drawing/2014/main" id="{A32C0EAD-70CD-416F-9818-7D15BD3607ED}"/>
              </a:ext>
            </a:extLst>
          </p:cNvPr>
          <p:cNvSpPr/>
          <p:nvPr/>
        </p:nvSpPr>
        <p:spPr>
          <a:xfrm>
            <a:off x="5272359" y="350066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3-1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72" name="타원 118">
            <a:extLst>
              <a:ext uri="{FF2B5EF4-FFF2-40B4-BE49-F238E27FC236}">
                <a16:creationId xmlns:a16="http://schemas.microsoft.com/office/drawing/2014/main" id="{6AC91CBE-9A99-494F-9EDD-28DB0C8D7FB8}"/>
              </a:ext>
            </a:extLst>
          </p:cNvPr>
          <p:cNvSpPr/>
          <p:nvPr/>
        </p:nvSpPr>
        <p:spPr>
          <a:xfrm>
            <a:off x="4853259" y="504371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5</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74" name="타원 118">
            <a:extLst>
              <a:ext uri="{FF2B5EF4-FFF2-40B4-BE49-F238E27FC236}">
                <a16:creationId xmlns:a16="http://schemas.microsoft.com/office/drawing/2014/main" id="{AB05E8AF-E2C2-4A9C-A678-8DC125248134}"/>
              </a:ext>
            </a:extLst>
          </p:cNvPr>
          <p:cNvSpPr/>
          <p:nvPr/>
        </p:nvSpPr>
        <p:spPr>
          <a:xfrm>
            <a:off x="5189215" y="237671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75" name="타원 118">
            <a:extLst>
              <a:ext uri="{FF2B5EF4-FFF2-40B4-BE49-F238E27FC236}">
                <a16:creationId xmlns:a16="http://schemas.microsoft.com/office/drawing/2014/main" id="{1917C519-F331-4BB8-991C-D214415129AC}"/>
              </a:ext>
            </a:extLst>
          </p:cNvPr>
          <p:cNvSpPr/>
          <p:nvPr/>
        </p:nvSpPr>
        <p:spPr>
          <a:xfrm>
            <a:off x="7401272" y="5055794"/>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5 </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76" name="타원 118">
            <a:extLst>
              <a:ext uri="{FF2B5EF4-FFF2-40B4-BE49-F238E27FC236}">
                <a16:creationId xmlns:a16="http://schemas.microsoft.com/office/drawing/2014/main" id="{89E68D83-BAFE-4D02-B77B-7D6A852623C0}"/>
              </a:ext>
            </a:extLst>
          </p:cNvPr>
          <p:cNvSpPr/>
          <p:nvPr/>
        </p:nvSpPr>
        <p:spPr>
          <a:xfrm>
            <a:off x="2262459" y="551043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6</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Tree>
    <p:extLst>
      <p:ext uri="{BB962C8B-B14F-4D97-AF65-F5344CB8AC3E}">
        <p14:creationId xmlns:p14="http://schemas.microsoft.com/office/powerpoint/2010/main" val="2534296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사각형: 둥근 모서리 180">
            <a:extLst>
              <a:ext uri="{FF2B5EF4-FFF2-40B4-BE49-F238E27FC236}">
                <a16:creationId xmlns:a16="http://schemas.microsoft.com/office/drawing/2014/main" id="{1C20C3C8-B422-4356-BDD6-2FD3F31056E8}"/>
              </a:ext>
            </a:extLst>
          </p:cNvPr>
          <p:cNvSpPr/>
          <p:nvPr/>
        </p:nvSpPr>
        <p:spPr>
          <a:xfrm>
            <a:off x="499217" y="5588621"/>
            <a:ext cx="1995688" cy="364067"/>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0" bIns="0" rtlCol="0" anchor="ctr"/>
          <a:lstStyle/>
          <a:p>
            <a:pPr lvl="0" algn="ctr"/>
            <a:r>
              <a:rPr lang="ko-KR" altLang="en-US" sz="800" dirty="0">
                <a:solidFill>
                  <a:schemeClr val="tx1"/>
                </a:solidFill>
              </a:rPr>
              <a:t>홍길동님 새로운 </a:t>
            </a:r>
            <a:endParaRPr lang="en-US" altLang="ko-KR" sz="800" dirty="0">
              <a:solidFill>
                <a:schemeClr val="tx1"/>
              </a:solidFill>
            </a:endParaRPr>
          </a:p>
          <a:p>
            <a:pPr lvl="0" algn="ctr"/>
            <a:r>
              <a:rPr lang="ko-KR" altLang="en-US" sz="800" dirty="0" err="1">
                <a:solidFill>
                  <a:schemeClr val="tx1"/>
                </a:solidFill>
              </a:rPr>
              <a:t>여행트렌드를</a:t>
            </a:r>
            <a:r>
              <a:rPr lang="ko-KR" altLang="en-US" sz="800" dirty="0">
                <a:solidFill>
                  <a:schemeClr val="tx1"/>
                </a:solidFill>
              </a:rPr>
              <a:t> 살펴보세요</a:t>
            </a:r>
          </a:p>
        </p:txBody>
      </p:sp>
      <p:sp>
        <p:nvSpPr>
          <p:cNvPr id="115" name="TextBox 114">
            <a:extLst>
              <a:ext uri="{FF2B5EF4-FFF2-40B4-BE49-F238E27FC236}">
                <a16:creationId xmlns:a16="http://schemas.microsoft.com/office/drawing/2014/main" id="{4C552B2E-887D-434E-BF4D-AC15057715EF}"/>
              </a:ext>
            </a:extLst>
          </p:cNvPr>
          <p:cNvSpPr txBox="1"/>
          <p:nvPr/>
        </p:nvSpPr>
        <p:spPr>
          <a:xfrm>
            <a:off x="2822862" y="3400120"/>
            <a:ext cx="2289600" cy="1730538"/>
          </a:xfrm>
          <a:prstGeom prst="rect">
            <a:avLst/>
          </a:prstGeom>
          <a:noFill/>
          <a:ln>
            <a:solidFill>
              <a:schemeClr val="bg1">
                <a:lumMod val="75000"/>
              </a:schemeClr>
            </a:solidFill>
          </a:ln>
        </p:spPr>
        <p:txBody>
          <a:bodyPr wrap="square" rtlCol="0">
            <a:spAutoFit/>
          </a:bodyPr>
          <a:lstStyle/>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r>
              <a:rPr kumimoji="1" lang="ko-KR" altLang="en-US" sz="800" b="1" i="0" u="none" strike="noStrike" kern="1200" cap="none" spc="0" normalizeH="0" baseline="0" noProof="0" dirty="0">
                <a:ln>
                  <a:noFill/>
                </a:ln>
                <a:solidFill>
                  <a:prstClr val="black"/>
                </a:solidFill>
                <a:effectLst/>
                <a:uLnTx/>
                <a:uFillTx/>
                <a:latin typeface="맑은 고딕"/>
                <a:ea typeface="맑은 고딕"/>
                <a:cs typeface="+mn-cs"/>
              </a:rPr>
              <a:t> </a:t>
            </a: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p:txBody>
      </p:sp>
      <p:sp>
        <p:nvSpPr>
          <p:cNvPr id="140" name="TextBox 139">
            <a:extLst>
              <a:ext uri="{FF2B5EF4-FFF2-40B4-BE49-F238E27FC236}">
                <a16:creationId xmlns:a16="http://schemas.microsoft.com/office/drawing/2014/main" id="{E1B80E0C-CDF2-4B21-BA90-3D0A49E7CE8B}"/>
              </a:ext>
            </a:extLst>
          </p:cNvPr>
          <p:cNvSpPr txBox="1"/>
          <p:nvPr/>
        </p:nvSpPr>
        <p:spPr>
          <a:xfrm>
            <a:off x="5349246" y="1062163"/>
            <a:ext cx="2289600" cy="4315861"/>
          </a:xfrm>
          <a:prstGeom prst="rect">
            <a:avLst/>
          </a:prstGeom>
          <a:noFill/>
          <a:ln>
            <a:solidFill>
              <a:schemeClr val="bg1">
                <a:lumMod val="75000"/>
              </a:schemeClr>
            </a:solidFill>
          </a:ln>
        </p:spPr>
        <p:txBody>
          <a:bodyPr wrap="square" rtlCol="0">
            <a:spAutoFit/>
          </a:bodyPr>
          <a:lstStyle/>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r>
              <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rPr>
              <a:t> </a:t>
            </a:r>
          </a:p>
          <a:p>
            <a:pPr marL="0" marR="0" lvl="0" indent="0" algn="ctr" defTabSz="914400" rtl="0" eaLnBrk="1" fontAlgn="base" latinLnBrk="1" hangingPunct="1">
              <a:lnSpc>
                <a:spcPct val="150000"/>
              </a:lnSpc>
              <a:spcBef>
                <a:spcPct val="0"/>
              </a:spcBef>
              <a:spcAft>
                <a:spcPct val="0"/>
              </a:spcAft>
              <a:buClrTx/>
              <a:buSzTx/>
              <a:buFontTx/>
              <a:buNone/>
              <a:tabLst/>
              <a:defRPr/>
            </a:pPr>
            <a:r>
              <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rPr>
              <a:t> </a:t>
            </a: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r>
              <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rPr>
              <a:t> </a:t>
            </a: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r>
              <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rPr>
              <a:t> </a:t>
            </a:r>
          </a:p>
          <a:p>
            <a:pPr marL="0" marR="0" lvl="0" indent="0" algn="ctr" defTabSz="914400" rtl="0" eaLnBrk="1" fontAlgn="base" latinLnBrk="1" hangingPunct="1">
              <a:lnSpc>
                <a:spcPct val="150000"/>
              </a:lnSpc>
              <a:spcBef>
                <a:spcPct val="0"/>
              </a:spcBef>
              <a:spcAft>
                <a:spcPct val="0"/>
              </a:spcAft>
              <a:buClrTx/>
              <a:buSzTx/>
              <a:buFontTx/>
              <a:buNone/>
              <a:tabLst/>
              <a:defRPr/>
            </a:pPr>
            <a:r>
              <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rPr>
              <a:t> </a:t>
            </a: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p:txBody>
      </p:sp>
      <p:sp>
        <p:nvSpPr>
          <p:cNvPr id="141" name="TextBox 140">
            <a:extLst>
              <a:ext uri="{FF2B5EF4-FFF2-40B4-BE49-F238E27FC236}">
                <a16:creationId xmlns:a16="http://schemas.microsoft.com/office/drawing/2014/main" id="{8DDEBA18-52A9-4CF1-97B9-751299F0E72F}"/>
              </a:ext>
            </a:extLst>
          </p:cNvPr>
          <p:cNvSpPr txBox="1"/>
          <p:nvPr/>
        </p:nvSpPr>
        <p:spPr>
          <a:xfrm>
            <a:off x="2816843" y="2420888"/>
            <a:ext cx="2289600" cy="745211"/>
          </a:xfrm>
          <a:prstGeom prst="rect">
            <a:avLst/>
          </a:prstGeom>
          <a:noFill/>
          <a:ln>
            <a:solidFill>
              <a:schemeClr val="bg1">
                <a:lumMod val="75000"/>
              </a:schemeClr>
            </a:solidFill>
          </a:ln>
        </p:spPr>
        <p:txBody>
          <a:bodyPr wrap="square" rtlCol="0">
            <a:spAutoFit/>
          </a:bodyPr>
          <a:lstStyle/>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p:txBody>
      </p:sp>
      <p:sp>
        <p:nvSpPr>
          <p:cNvPr id="273" name="직사각형 272">
            <a:extLst>
              <a:ext uri="{FF2B5EF4-FFF2-40B4-BE49-F238E27FC236}">
                <a16:creationId xmlns:a16="http://schemas.microsoft.com/office/drawing/2014/main" id="{E37124A1-AEAF-4445-9C04-466F3F505F27}"/>
              </a:ext>
            </a:extLst>
          </p:cNvPr>
          <p:cNvSpPr/>
          <p:nvPr/>
        </p:nvSpPr>
        <p:spPr bwMode="auto">
          <a:xfrm>
            <a:off x="2821765" y="1061362"/>
            <a:ext cx="2289600" cy="270623"/>
          </a:xfrm>
          <a:prstGeom prst="rect">
            <a:avLst/>
          </a:prstGeom>
          <a:solidFill>
            <a:schemeClr val="bg1"/>
          </a:solidFill>
          <a:ln w="635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graphicFrame>
        <p:nvGraphicFramePr>
          <p:cNvPr id="104" name="표 103">
            <a:extLst>
              <a:ext uri="{FF2B5EF4-FFF2-40B4-BE49-F238E27FC236}">
                <a16:creationId xmlns:a16="http://schemas.microsoft.com/office/drawing/2014/main" id="{5ECBE90A-3E43-4B22-A23E-74563FDEF54B}"/>
              </a:ext>
            </a:extLst>
          </p:cNvPr>
          <p:cNvGraphicFramePr>
            <a:graphicFrameLocks noGrp="1"/>
          </p:cNvGraphicFramePr>
          <p:nvPr>
            <p:extLst>
              <p:ext uri="{D42A27DB-BD31-4B8C-83A1-F6EECF244321}">
                <p14:modId xmlns:p14="http://schemas.microsoft.com/office/powerpoint/2010/main" val="268029421"/>
              </p:ext>
            </p:extLst>
          </p:nvPr>
        </p:nvGraphicFramePr>
        <p:xfrm>
          <a:off x="7791532" y="556096"/>
          <a:ext cx="2046688" cy="4711352"/>
        </p:xfrm>
        <a:graphic>
          <a:graphicData uri="http://schemas.openxmlformats.org/drawingml/2006/table">
            <a:tbl>
              <a:tblPr/>
              <a:tblGrid>
                <a:gridCol w="216846">
                  <a:extLst>
                    <a:ext uri="{9D8B030D-6E8A-4147-A177-3AD203B41FA5}">
                      <a16:colId xmlns:a16="http://schemas.microsoft.com/office/drawing/2014/main" val="877983187"/>
                    </a:ext>
                  </a:extLst>
                </a:gridCol>
                <a:gridCol w="1829842">
                  <a:extLst>
                    <a:ext uri="{9D8B030D-6E8A-4147-A177-3AD203B41FA5}">
                      <a16:colId xmlns:a16="http://schemas.microsoft.com/office/drawing/2014/main" val="3543648088"/>
                    </a:ext>
                  </a:extLst>
                </a:gridCol>
              </a:tblGrid>
              <a:tr h="264331">
                <a:tc gridSpan="2">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mn-ea"/>
                          <a:ea typeface="+mn-ea"/>
                        </a:rPr>
                        <a:t>Description</a:t>
                      </a:r>
                      <a:endParaRPr kumimoji="1" lang="ko-KR" altLang="en-US" sz="700" b="1"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40511496"/>
                  </a:ext>
                </a:extLst>
              </a:tr>
              <a:tr h="252000">
                <a:tc gridSpan="2">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latinLnBrk="1"/>
                      <a:endParaRPr lang="ko-KR" altLang="en-US"/>
                    </a:p>
                  </a:txBody>
                  <a:tcPr/>
                </a:tc>
                <a:extLst>
                  <a:ext uri="{0D108BD9-81ED-4DB2-BD59-A6C34878D82A}">
                    <a16:rowId xmlns:a16="http://schemas.microsoft.com/office/drawing/2014/main" val="566744085"/>
                  </a:ext>
                </a:extLst>
              </a:tr>
              <a:tr h="252000">
                <a:tc>
                  <a:txBody>
                    <a:bodyPr/>
                    <a:lstStyle/>
                    <a:p>
                      <a:pPr algn="ctr"/>
                      <a:r>
                        <a:rPr lang="en-US" altLang="ko-KR" sz="700" dirty="0"/>
                        <a:t>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rPr>
                        <a:t>1</a:t>
                      </a:r>
                      <a:r>
                        <a:rPr kumimoji="1" lang="ko-KR" altLang="en-US" sz="700" b="0" i="0" u="none" strike="noStrike" cap="none" normalizeH="0" baseline="0" dirty="0">
                          <a:ln>
                            <a:noFill/>
                          </a:ln>
                          <a:solidFill>
                            <a:schemeClr val="tx1"/>
                          </a:solidFill>
                          <a:effectLst/>
                          <a:latin typeface="+mn-ea"/>
                          <a:ea typeface="+mn-ea"/>
                        </a:rPr>
                        <a:t>터치 시 </a:t>
                      </a:r>
                      <a:r>
                        <a:rPr kumimoji="1" lang="ko-KR" altLang="en-US" sz="700" b="0" i="0" u="none" strike="noStrike" cap="none" normalizeH="0" baseline="0" dirty="0" err="1">
                          <a:ln>
                            <a:noFill/>
                          </a:ln>
                          <a:solidFill>
                            <a:schemeClr val="tx1"/>
                          </a:solidFill>
                          <a:effectLst/>
                          <a:latin typeface="+mn-ea"/>
                          <a:ea typeface="+mn-ea"/>
                        </a:rPr>
                        <a:t>트렌드화면</a:t>
                      </a:r>
                      <a:r>
                        <a:rPr kumimoji="1" lang="ko-KR" altLang="en-US" sz="700" b="0" i="0" u="none" strike="noStrike" cap="none" normalizeH="0" baseline="0" dirty="0">
                          <a:ln>
                            <a:noFill/>
                          </a:ln>
                          <a:solidFill>
                            <a:schemeClr val="tx1"/>
                          </a:solidFill>
                          <a:effectLst/>
                          <a:latin typeface="+mn-ea"/>
                          <a:ea typeface="+mn-ea"/>
                        </a:rPr>
                        <a:t> 연결</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54734413"/>
                  </a:ext>
                </a:extLst>
              </a:tr>
              <a:tr h="317241">
                <a:tc>
                  <a:txBody>
                    <a:bodyPr/>
                    <a:lstStyle/>
                    <a:p>
                      <a:pPr algn="ctr"/>
                      <a:r>
                        <a:rPr lang="en-US" altLang="ko-KR" sz="700" dirty="0"/>
                        <a:t>2</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rPr>
                        <a:t>Data(</a:t>
                      </a:r>
                      <a:r>
                        <a:rPr kumimoji="1" lang="ko-KR" altLang="en-US" sz="700" b="0" i="0" u="none" strike="noStrike" cap="none" normalizeH="0" baseline="0" dirty="0">
                          <a:ln>
                            <a:noFill/>
                          </a:ln>
                          <a:solidFill>
                            <a:schemeClr val="tx1"/>
                          </a:solidFill>
                          <a:effectLst/>
                          <a:latin typeface="+mn-ea"/>
                          <a:ea typeface="+mn-ea"/>
                        </a:rPr>
                        <a:t>사용자명</a:t>
                      </a: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접근한 월</a:t>
                      </a:r>
                      <a:r>
                        <a:rPr kumimoji="1" lang="en-US" altLang="ko-KR" sz="700" b="0" i="0" u="none" strike="noStrike" cap="none" normalizeH="0" baseline="0" dirty="0">
                          <a:ln>
                            <a:noFill/>
                          </a:ln>
                          <a:solidFill>
                            <a:schemeClr val="tx1"/>
                          </a:solidFill>
                          <a:effectLst/>
                          <a:latin typeface="+mn-ea"/>
                          <a:ea typeface="+mn-ea"/>
                        </a:rPr>
                        <a:t>)</a:t>
                      </a:r>
                      <a:r>
                        <a:rPr kumimoji="1" lang="ko-KR" altLang="en-US" sz="700" b="0" i="0" u="none" strike="noStrike" cap="none" normalizeH="0" baseline="0" dirty="0">
                          <a:ln>
                            <a:noFill/>
                          </a:ln>
                          <a:solidFill>
                            <a:schemeClr val="tx1"/>
                          </a:solidFill>
                          <a:effectLst/>
                          <a:latin typeface="+mn-ea"/>
                          <a:ea typeface="+mn-ea"/>
                        </a:rPr>
                        <a:t>을 제외하고 </a:t>
                      </a:r>
                      <a:r>
                        <a:rPr kumimoji="1" lang="en-US" altLang="ko-KR" sz="700" b="0" i="0" u="none" strike="noStrike" cap="none" normalizeH="0" baseline="0" dirty="0">
                          <a:ln>
                            <a:noFill/>
                          </a:ln>
                          <a:solidFill>
                            <a:schemeClr val="tx1"/>
                          </a:solidFill>
                          <a:effectLst/>
                          <a:latin typeface="+mn-ea"/>
                          <a:ea typeface="+mn-ea"/>
                        </a:rPr>
                        <a:t>Static</a:t>
                      </a:r>
                      <a:r>
                        <a:rPr kumimoji="1" lang="ko-KR" altLang="en-US" sz="700" b="0" i="0" u="none" strike="noStrike" cap="none" normalizeH="0" baseline="0" dirty="0">
                          <a:ln>
                            <a:noFill/>
                          </a:ln>
                          <a:solidFill>
                            <a:schemeClr val="tx1"/>
                          </a:solidFill>
                          <a:effectLst/>
                          <a:latin typeface="+mn-ea"/>
                          <a:ea typeface="+mn-ea"/>
                        </a:rPr>
                        <a:t>한 </a:t>
                      </a:r>
                      <a:r>
                        <a:rPr kumimoji="1" lang="en-US" altLang="ko-KR" sz="700" b="0" i="0" u="none" strike="noStrike" cap="none" normalizeH="0" baseline="0" dirty="0">
                          <a:ln>
                            <a:noFill/>
                          </a:ln>
                          <a:solidFill>
                            <a:schemeClr val="tx1"/>
                          </a:solidFill>
                          <a:effectLst/>
                          <a:latin typeface="+mn-ea"/>
                          <a:ea typeface="+mn-ea"/>
                        </a:rPr>
                        <a:t>Text</a:t>
                      </a: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600405226"/>
                  </a:ext>
                </a:extLst>
              </a:tr>
              <a:tr h="252000">
                <a:tc>
                  <a:txBody>
                    <a:bodyPr/>
                    <a:lstStyle/>
                    <a:p>
                      <a:pPr algn="ctr"/>
                      <a:r>
                        <a:rPr lang="en-US" altLang="ko-KR" sz="700" dirty="0"/>
                        <a:t>3</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관리자에서</a:t>
                      </a: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지정한 </a:t>
                      </a:r>
                      <a:r>
                        <a:rPr kumimoji="1" lang="ko-KR" altLang="en-US" sz="700" b="0" i="0" u="none" strike="noStrike" cap="none" normalizeH="0" baseline="0" dirty="0" err="1">
                          <a:ln>
                            <a:noFill/>
                          </a:ln>
                          <a:solidFill>
                            <a:schemeClr val="tx1"/>
                          </a:solidFill>
                          <a:effectLst/>
                          <a:latin typeface="+mn-ea"/>
                          <a:ea typeface="+mn-ea"/>
                        </a:rPr>
                        <a:t>인기키워드</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sym typeface="Wingdings" panose="05000000000000000000" pitchFamily="2" charset="2"/>
                        </a:rPr>
                        <a:t> </a:t>
                      </a:r>
                      <a:r>
                        <a:rPr kumimoji="1" lang="ko-KR" altLang="en-US" sz="700" b="0" i="0" u="none" strike="noStrike" cap="none" normalizeH="0" baseline="0" dirty="0">
                          <a:ln>
                            <a:noFill/>
                          </a:ln>
                          <a:solidFill>
                            <a:schemeClr val="tx1"/>
                          </a:solidFill>
                          <a:effectLst/>
                          <a:latin typeface="+mn-ea"/>
                          <a:ea typeface="+mn-ea"/>
                          <a:sym typeface="Wingdings" panose="05000000000000000000" pitchFamily="2" charset="2"/>
                        </a:rPr>
                        <a:t>터치 시 누른 키워드 검색결과 화면으로 이동</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575881690"/>
                  </a:ext>
                </a:extLst>
              </a:tr>
              <a:tr h="252000">
                <a:tc>
                  <a:txBody>
                    <a:bodyPr/>
                    <a:lstStyle/>
                    <a:p>
                      <a:pPr algn="ctr"/>
                      <a:r>
                        <a:rPr lang="en-US" altLang="ko-KR" sz="700" dirty="0"/>
                        <a:t>4</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dirty="0">
                          <a:ln>
                            <a:noFill/>
                          </a:ln>
                          <a:solidFill>
                            <a:schemeClr val="tx1"/>
                          </a:solidFill>
                          <a:effectLst/>
                          <a:latin typeface="+mn-ea"/>
                          <a:ea typeface="+mn-ea"/>
                        </a:rPr>
                        <a:t>지역별 방문한 </a:t>
                      </a:r>
                      <a:r>
                        <a:rPr kumimoji="1" lang="ko-KR" altLang="en-US" sz="700" b="0" i="0" u="none" strike="noStrike" cap="none" normalizeH="0" baseline="0" dirty="0" err="1">
                          <a:ln>
                            <a:noFill/>
                          </a:ln>
                          <a:solidFill>
                            <a:schemeClr val="tx1"/>
                          </a:solidFill>
                          <a:effectLst/>
                          <a:latin typeface="+mn-ea"/>
                          <a:ea typeface="+mn-ea"/>
                        </a:rPr>
                        <a:t>트래킹정보를</a:t>
                      </a:r>
                      <a:r>
                        <a:rPr kumimoji="1" lang="ko-KR" altLang="en-US" sz="700" b="0" i="0" u="none" strike="noStrike" cap="none" normalizeH="0" baseline="0" dirty="0">
                          <a:ln>
                            <a:noFill/>
                          </a:ln>
                          <a:solidFill>
                            <a:schemeClr val="tx1"/>
                          </a:solidFill>
                          <a:effectLst/>
                          <a:latin typeface="+mn-ea"/>
                          <a:ea typeface="+mn-ea"/>
                        </a:rPr>
                        <a:t> 토대로 노출</a:t>
                      </a:r>
                      <a:br>
                        <a:rPr kumimoji="1" lang="en-US" altLang="ko-KR" sz="700" b="0" i="0" u="none" strike="noStrike" cap="none" normalizeH="0" baseline="0" dirty="0">
                          <a:ln>
                            <a:noFill/>
                          </a:ln>
                          <a:solidFill>
                            <a:schemeClr val="tx1"/>
                          </a:solidFill>
                          <a:effectLst/>
                          <a:latin typeface="+mn-ea"/>
                          <a:ea typeface="+mn-ea"/>
                        </a:rPr>
                      </a:br>
                      <a:r>
                        <a:rPr kumimoji="1" lang="ko-KR" altLang="en-US" sz="700" b="0" i="0" u="none" strike="noStrike" cap="none" normalizeH="0" baseline="0" dirty="0">
                          <a:ln>
                            <a:noFill/>
                          </a:ln>
                          <a:solidFill>
                            <a:schemeClr val="tx1"/>
                          </a:solidFill>
                          <a:effectLst/>
                          <a:latin typeface="+mn-ea"/>
                          <a:ea typeface="+mn-ea"/>
                        </a:rPr>
                        <a:t>지역별</a:t>
                      </a:r>
                      <a:r>
                        <a:rPr kumimoji="1" lang="en-US" altLang="ko-KR" sz="700" b="0" i="0" u="none" strike="noStrike" cap="none" normalizeH="0" baseline="0" dirty="0">
                          <a:ln>
                            <a:noFill/>
                          </a:ln>
                          <a:solidFill>
                            <a:schemeClr val="tx1"/>
                          </a:solidFill>
                          <a:effectLst/>
                          <a:latin typeface="+mn-ea"/>
                          <a:ea typeface="+mn-ea"/>
                        </a:rPr>
                        <a:t>(</a:t>
                      </a:r>
                      <a:r>
                        <a:rPr kumimoji="1" lang="ko-KR" altLang="en-US" sz="700" b="0" i="0" u="none" strike="noStrike" cap="none" normalizeH="0" baseline="0" dirty="0">
                          <a:ln>
                            <a:noFill/>
                          </a:ln>
                          <a:solidFill>
                            <a:schemeClr val="tx1"/>
                          </a:solidFill>
                          <a:effectLst/>
                          <a:latin typeface="+mn-ea"/>
                          <a:ea typeface="+mn-ea"/>
                        </a:rPr>
                        <a:t>유럽</a:t>
                      </a: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동남아</a:t>
                      </a: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중국</a:t>
                      </a: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미주</a:t>
                      </a: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일본</a:t>
                      </a:r>
                      <a:r>
                        <a:rPr kumimoji="1" lang="en-US" altLang="ko-KR" sz="700" b="0" i="0" u="none" strike="noStrike" cap="none" normalizeH="0" baseline="0" dirty="0">
                          <a:ln>
                            <a:noFill/>
                          </a:ln>
                          <a:solidFill>
                            <a:schemeClr val="tx1"/>
                          </a:solidFill>
                          <a:effectLst/>
                          <a:latin typeface="+mn-ea"/>
                          <a:ea typeface="+mn-ea"/>
                        </a:rPr>
                        <a:t>)</a:t>
                      </a:r>
                      <a:r>
                        <a:rPr kumimoji="1" lang="ko-KR" altLang="en-US" sz="700" b="0" i="0" u="none" strike="noStrike" cap="none" normalizeH="0" baseline="0" dirty="0">
                          <a:ln>
                            <a:noFill/>
                          </a:ln>
                          <a:solidFill>
                            <a:schemeClr val="tx1"/>
                          </a:solidFill>
                          <a:effectLst/>
                          <a:latin typeface="+mn-ea"/>
                          <a:ea typeface="+mn-ea"/>
                        </a:rPr>
                        <a:t>을 터치 시 해당 지역의 그래프를 노출</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Tx/>
                        <a:buNone/>
                        <a:tabLst/>
                      </a:pPr>
                      <a:r>
                        <a:rPr kumimoji="1" lang="en-US" altLang="ko-KR" sz="700" b="0" i="0" u="none" strike="noStrike" cap="none" normalizeH="0" baseline="0" dirty="0">
                          <a:ln>
                            <a:noFill/>
                          </a:ln>
                          <a:solidFill>
                            <a:schemeClr val="tx1"/>
                          </a:solidFill>
                          <a:effectLst/>
                          <a:latin typeface="+mn-ea"/>
                          <a:ea typeface="+mn-ea"/>
                        </a:rPr>
                        <a:t>-</a:t>
                      </a:r>
                      <a:r>
                        <a:rPr kumimoji="1" lang="ko-KR" altLang="en-US" sz="700" b="0" i="0" u="none" strike="noStrike" cap="none" normalizeH="0" baseline="0" dirty="0">
                          <a:ln>
                            <a:noFill/>
                          </a:ln>
                          <a:solidFill>
                            <a:schemeClr val="tx1"/>
                          </a:solidFill>
                          <a:effectLst/>
                          <a:latin typeface="+mn-ea"/>
                          <a:ea typeface="+mn-ea"/>
                        </a:rPr>
                        <a:t> 한지역의 모든 값</a:t>
                      </a:r>
                      <a:r>
                        <a:rPr kumimoji="1" lang="en-US" altLang="ko-KR" sz="700" b="0" i="0" u="none" strike="noStrike" cap="none" normalizeH="0" baseline="0" dirty="0">
                          <a:ln>
                            <a:noFill/>
                          </a:ln>
                          <a:solidFill>
                            <a:schemeClr val="tx1"/>
                          </a:solidFill>
                          <a:effectLst/>
                          <a:latin typeface="+mn-ea"/>
                          <a:ea typeface="+mn-ea"/>
                        </a:rPr>
                        <a:t>(</a:t>
                      </a:r>
                      <a:r>
                        <a:rPr kumimoji="1" lang="ko-KR" altLang="en-US" sz="700" b="0" i="0" u="none" strike="noStrike" cap="none" normalizeH="0" baseline="0" dirty="0">
                          <a:ln>
                            <a:noFill/>
                          </a:ln>
                          <a:solidFill>
                            <a:schemeClr val="tx1"/>
                          </a:solidFill>
                          <a:effectLst/>
                          <a:latin typeface="+mn-ea"/>
                          <a:ea typeface="+mn-ea"/>
                        </a:rPr>
                        <a:t>퍼센트</a:t>
                      </a:r>
                      <a:r>
                        <a:rPr kumimoji="1" lang="en-US" altLang="ko-KR" sz="700" b="0" i="0" u="none" strike="noStrike" cap="none" normalizeH="0" baseline="0" dirty="0">
                          <a:ln>
                            <a:noFill/>
                          </a:ln>
                          <a:solidFill>
                            <a:schemeClr val="tx1"/>
                          </a:solidFill>
                          <a:effectLst/>
                          <a:latin typeface="+mn-ea"/>
                          <a:ea typeface="+mn-ea"/>
                        </a:rPr>
                        <a:t>)</a:t>
                      </a:r>
                      <a:r>
                        <a:rPr kumimoji="1" lang="ko-KR" altLang="en-US" sz="700" b="0" i="0" u="none" strike="noStrike" cap="none" normalizeH="0" baseline="0" dirty="0">
                          <a:ln>
                            <a:noFill/>
                          </a:ln>
                          <a:solidFill>
                            <a:schemeClr val="tx1"/>
                          </a:solidFill>
                          <a:effectLst/>
                          <a:latin typeface="+mn-ea"/>
                          <a:ea typeface="+mn-ea"/>
                        </a:rPr>
                        <a:t>을 </a:t>
                      </a:r>
                      <a:r>
                        <a:rPr kumimoji="1" lang="en-US" altLang="ko-KR" sz="700" b="0" i="0" u="none" strike="noStrike" cap="none" normalizeH="0" baseline="0" dirty="0">
                          <a:ln>
                            <a:noFill/>
                          </a:ln>
                          <a:solidFill>
                            <a:schemeClr val="tx1"/>
                          </a:solidFill>
                          <a:effectLst/>
                          <a:latin typeface="+mn-ea"/>
                          <a:ea typeface="+mn-ea"/>
                        </a:rPr>
                        <a:t>Sum </a:t>
                      </a:r>
                      <a:r>
                        <a:rPr kumimoji="1" lang="ko-KR" altLang="en-US" sz="700" b="0" i="0" u="none" strike="noStrike" cap="none" normalizeH="0" baseline="0" dirty="0">
                          <a:ln>
                            <a:noFill/>
                          </a:ln>
                          <a:solidFill>
                            <a:schemeClr val="tx1"/>
                          </a:solidFill>
                          <a:effectLst/>
                          <a:latin typeface="+mn-ea"/>
                          <a:ea typeface="+mn-ea"/>
                        </a:rPr>
                        <a:t>시 </a:t>
                      </a:r>
                      <a:r>
                        <a:rPr kumimoji="1" lang="en-US" altLang="ko-KR" sz="700" b="0" i="0" u="none" strike="noStrike" cap="none" normalizeH="0" baseline="0" dirty="0">
                          <a:ln>
                            <a:noFill/>
                          </a:ln>
                          <a:solidFill>
                            <a:schemeClr val="tx1"/>
                          </a:solidFill>
                          <a:effectLst/>
                          <a:latin typeface="+mn-ea"/>
                          <a:ea typeface="+mn-ea"/>
                        </a:rPr>
                        <a:t>100</a:t>
                      </a:r>
                      <a:r>
                        <a:rPr kumimoji="1" lang="ko-KR" altLang="en-US" sz="700" b="0" i="0" u="none" strike="noStrike" cap="none" normalizeH="0" baseline="0" dirty="0">
                          <a:ln>
                            <a:noFill/>
                          </a:ln>
                          <a:solidFill>
                            <a:schemeClr val="tx1"/>
                          </a:solidFill>
                          <a:effectLst/>
                          <a:latin typeface="+mn-ea"/>
                          <a:ea typeface="+mn-ea"/>
                        </a:rPr>
                        <a:t>이 최대값</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929205908"/>
                  </a:ext>
                </a:extLst>
              </a:tr>
              <a:tr h="252000">
                <a:tc>
                  <a:txBody>
                    <a:bodyPr/>
                    <a:lstStyle/>
                    <a:p>
                      <a:pPr algn="ctr"/>
                      <a:r>
                        <a:rPr lang="en-US" altLang="ko-KR" sz="700" dirty="0"/>
                        <a:t>5</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관리자에서 매월 관리하는 컨텐츠 </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rPr>
                        <a:t>5-1 : </a:t>
                      </a:r>
                      <a:r>
                        <a:rPr kumimoji="1" lang="ko-KR" altLang="en-US" sz="700" b="0" i="0" u="none" strike="noStrike" cap="none" normalizeH="0" baseline="0" dirty="0">
                          <a:ln>
                            <a:noFill/>
                          </a:ln>
                          <a:solidFill>
                            <a:schemeClr val="tx1"/>
                          </a:solidFill>
                          <a:effectLst/>
                          <a:latin typeface="+mn-ea"/>
                          <a:ea typeface="+mn-ea"/>
                        </a:rPr>
                        <a:t>컨텐츠 관리 시 연결상품을 지정하여 노출</a:t>
                      </a:r>
                      <a:r>
                        <a:rPr kumimoji="1" lang="en-US" altLang="ko-KR" sz="700" b="0" i="0" u="none" strike="noStrike" cap="none" normalizeH="0" baseline="0" dirty="0">
                          <a:ln>
                            <a:noFill/>
                          </a:ln>
                          <a:solidFill>
                            <a:schemeClr val="tx1"/>
                          </a:solidFill>
                          <a:effectLst/>
                          <a:latin typeface="+mn-ea"/>
                          <a:ea typeface="+mn-ea"/>
                        </a:rPr>
                        <a:t> </a:t>
                      </a:r>
                      <a:r>
                        <a:rPr kumimoji="1" lang="en-US" altLang="ko-KR" sz="700" b="0" i="0" u="none" strike="noStrike" cap="none" normalizeH="0" baseline="0" dirty="0">
                          <a:ln>
                            <a:noFill/>
                          </a:ln>
                          <a:solidFill>
                            <a:schemeClr val="tx1"/>
                          </a:solidFill>
                          <a:effectLst/>
                          <a:latin typeface="+mn-ea"/>
                          <a:ea typeface="+mn-ea"/>
                          <a:sym typeface="Wingdings" panose="05000000000000000000" pitchFamily="2" charset="2"/>
                        </a:rPr>
                        <a:t> </a:t>
                      </a:r>
                      <a:r>
                        <a:rPr kumimoji="1" lang="ko-KR" altLang="en-US" sz="700" b="0" i="0" u="none" strike="noStrike" cap="none" normalizeH="0" baseline="0" dirty="0">
                          <a:ln>
                            <a:noFill/>
                          </a:ln>
                          <a:solidFill>
                            <a:schemeClr val="tx1"/>
                          </a:solidFill>
                          <a:effectLst/>
                          <a:latin typeface="+mn-ea"/>
                          <a:ea typeface="+mn-ea"/>
                          <a:sym typeface="Wingdings" panose="05000000000000000000" pitchFamily="2" charset="2"/>
                        </a:rPr>
                        <a:t>터치 시 해당상품</a:t>
                      </a:r>
                      <a:r>
                        <a:rPr kumimoji="1" lang="en-US" altLang="ko-KR" sz="700" b="0" i="0" u="none" strike="noStrike" cap="none" normalizeH="0" baseline="0" dirty="0">
                          <a:ln>
                            <a:noFill/>
                          </a:ln>
                          <a:solidFill>
                            <a:schemeClr val="tx1"/>
                          </a:solidFill>
                          <a:effectLst/>
                          <a:latin typeface="+mn-ea"/>
                          <a:ea typeface="+mn-ea"/>
                          <a:sym typeface="Wingdings" panose="05000000000000000000" pitchFamily="2" charset="2"/>
                        </a:rPr>
                        <a:t>(</a:t>
                      </a:r>
                      <a:r>
                        <a:rPr kumimoji="1" lang="ko-KR" altLang="en-US" sz="700" b="0" i="0" u="none" strike="noStrike" cap="none" normalizeH="0" baseline="0" dirty="0">
                          <a:ln>
                            <a:noFill/>
                          </a:ln>
                          <a:solidFill>
                            <a:schemeClr val="tx1"/>
                          </a:solidFill>
                          <a:effectLst/>
                          <a:latin typeface="+mn-ea"/>
                          <a:ea typeface="+mn-ea"/>
                          <a:sym typeface="Wingdings" panose="05000000000000000000" pitchFamily="2" charset="2"/>
                        </a:rPr>
                        <a:t>행사코드</a:t>
                      </a:r>
                      <a:r>
                        <a:rPr kumimoji="1" lang="en-US" altLang="ko-KR" sz="700" b="0" i="0" u="none" strike="noStrike" cap="none" normalizeH="0" baseline="0" dirty="0">
                          <a:ln>
                            <a:noFill/>
                          </a:ln>
                          <a:solidFill>
                            <a:schemeClr val="tx1"/>
                          </a:solidFill>
                          <a:effectLst/>
                          <a:latin typeface="+mn-ea"/>
                          <a:ea typeface="+mn-ea"/>
                          <a:sym typeface="Wingdings" panose="05000000000000000000" pitchFamily="2" charset="2"/>
                        </a:rPr>
                        <a:t>)</a:t>
                      </a:r>
                      <a:r>
                        <a:rPr kumimoji="1" lang="ko-KR" altLang="en-US" sz="700" b="0" i="0" u="none" strike="noStrike" cap="none" normalizeH="0" baseline="0" dirty="0">
                          <a:ln>
                            <a:noFill/>
                          </a:ln>
                          <a:solidFill>
                            <a:schemeClr val="tx1"/>
                          </a:solidFill>
                          <a:effectLst/>
                          <a:latin typeface="+mn-ea"/>
                          <a:ea typeface="+mn-ea"/>
                          <a:sym typeface="Wingdings" panose="05000000000000000000" pitchFamily="2" charset="2"/>
                        </a:rPr>
                        <a:t>의 상세보기 화면으로 이동</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174393987"/>
                  </a:ext>
                </a:extLst>
              </a:tr>
              <a:tr h="252000">
                <a:tc>
                  <a:txBody>
                    <a:bodyPr/>
                    <a:lstStyle/>
                    <a:p>
                      <a:pPr algn="ctr"/>
                      <a:r>
                        <a:rPr lang="en-US" altLang="ko-KR" sz="700" dirty="0"/>
                        <a:t>6</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986106794"/>
                  </a:ext>
                </a:extLst>
              </a:tr>
              <a:tr h="252000">
                <a:tc>
                  <a:txBody>
                    <a:bodyPr/>
                    <a:lstStyle/>
                    <a:p>
                      <a:pPr algn="ctr"/>
                      <a:r>
                        <a:rPr lang="en-US" altLang="ko-KR" sz="700" dirty="0"/>
                        <a:t>7</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382451967"/>
                  </a:ext>
                </a:extLst>
              </a:tr>
              <a:tr h="252000">
                <a:tc>
                  <a:txBody>
                    <a:bodyPr/>
                    <a:lstStyle/>
                    <a:p>
                      <a:pPr algn="ctr"/>
                      <a:r>
                        <a:rPr lang="en-US" altLang="ko-KR" sz="700" dirty="0"/>
                        <a:t>8</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801369225"/>
                  </a:ext>
                </a:extLst>
              </a:tr>
              <a:tr h="252000">
                <a:tc>
                  <a:txBody>
                    <a:bodyPr/>
                    <a:lstStyle/>
                    <a:p>
                      <a:pPr algn="ctr"/>
                      <a:r>
                        <a:rPr lang="en-US" altLang="ko-KR" sz="700" dirty="0"/>
                        <a:t>9</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87350180"/>
                  </a:ext>
                </a:extLst>
              </a:tr>
              <a:tr h="252000">
                <a:tc>
                  <a:txBody>
                    <a:bodyPr/>
                    <a:lstStyle/>
                    <a:p>
                      <a:pPr algn="ctr"/>
                      <a:r>
                        <a:rPr lang="en-US" altLang="ko-KR" sz="700" dirty="0"/>
                        <a:t>10</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893561366"/>
                  </a:ext>
                </a:extLst>
              </a:tr>
              <a:tr h="252000">
                <a:tc>
                  <a:txBody>
                    <a:bodyPr/>
                    <a:lstStyle/>
                    <a:p>
                      <a:pPr algn="ctr"/>
                      <a:r>
                        <a:rPr lang="en-US" altLang="ko-KR" sz="700" dirty="0"/>
                        <a:t>11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120464130"/>
                  </a:ext>
                </a:extLst>
              </a:tr>
              <a:tr h="257465">
                <a:tc gridSpan="2">
                  <a:txBody>
                    <a:bodyPr/>
                    <a:lstStyle/>
                    <a:p>
                      <a:pPr algn="ctr"/>
                      <a:endParaRPr lang="ko-KR" altLang="en-US" sz="700" b="1"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827257165"/>
                  </a:ext>
                </a:extLst>
              </a:tr>
              <a:tr h="257465">
                <a:tc gridSpan="2">
                  <a:txBody>
                    <a:bodyPr/>
                    <a:lstStyle/>
                    <a:p>
                      <a:endParaRPr lang="en-US" altLang="ko-KR"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32757063"/>
                  </a:ext>
                </a:extLst>
              </a:tr>
            </a:tbl>
          </a:graphicData>
        </a:graphic>
      </p:graphicFrame>
      <p:sp>
        <p:nvSpPr>
          <p:cNvPr id="2" name="텍스트 개체 틀 1">
            <a:extLst>
              <a:ext uri="{FF2B5EF4-FFF2-40B4-BE49-F238E27FC236}">
                <a16:creationId xmlns:a16="http://schemas.microsoft.com/office/drawing/2014/main" id="{6352FB64-C8C6-4D72-B120-BC94F211760C}"/>
              </a:ext>
            </a:extLst>
          </p:cNvPr>
          <p:cNvSpPr>
            <a:spLocks noGrp="1"/>
          </p:cNvSpPr>
          <p:nvPr>
            <p:ph type="body" sz="quarter" idx="10"/>
          </p:nvPr>
        </p:nvSpPr>
        <p:spPr/>
        <p:txBody>
          <a:bodyPr/>
          <a:lstStyle/>
          <a:p>
            <a:r>
              <a:rPr lang="en-US" altLang="ko-KR" dirty="0"/>
              <a:t>CUBE_</a:t>
            </a:r>
            <a:r>
              <a:rPr lang="ko-KR" altLang="en-US" dirty="0"/>
              <a:t>트랜드 </a:t>
            </a:r>
            <a:endParaRPr lang="en-US" altLang="ko-KR" dirty="0"/>
          </a:p>
        </p:txBody>
      </p:sp>
      <p:sp>
        <p:nvSpPr>
          <p:cNvPr id="7" name="텍스트 개체 틀 6">
            <a:extLst>
              <a:ext uri="{FF2B5EF4-FFF2-40B4-BE49-F238E27FC236}">
                <a16:creationId xmlns:a16="http://schemas.microsoft.com/office/drawing/2014/main" id="{144A212D-8A3F-4CB1-8C81-FD2FB266E275}"/>
              </a:ext>
            </a:extLst>
          </p:cNvPr>
          <p:cNvSpPr>
            <a:spLocks noGrp="1"/>
          </p:cNvSpPr>
          <p:nvPr>
            <p:ph type="body" sz="quarter" idx="11"/>
          </p:nvPr>
        </p:nvSpPr>
        <p:spPr/>
        <p:txBody>
          <a:bodyPr/>
          <a:lstStyle/>
          <a:p>
            <a:r>
              <a:rPr lang="en-US" altLang="ko-KR" dirty="0" err="1"/>
              <a:t>DE_SL_CU_302</a:t>
            </a:r>
            <a:r>
              <a:rPr lang="en-US" altLang="ko-KR" dirty="0"/>
              <a:t> </a:t>
            </a:r>
            <a:endParaRPr lang="ko-KR" altLang="en-US" dirty="0"/>
          </a:p>
        </p:txBody>
      </p:sp>
      <p:sp>
        <p:nvSpPr>
          <p:cNvPr id="160" name="타원 159">
            <a:extLst>
              <a:ext uri="{FF2B5EF4-FFF2-40B4-BE49-F238E27FC236}">
                <a16:creationId xmlns:a16="http://schemas.microsoft.com/office/drawing/2014/main" id="{5D050895-681C-4C52-8EDE-B1D294A8F02F}"/>
              </a:ext>
            </a:extLst>
          </p:cNvPr>
          <p:cNvSpPr/>
          <p:nvPr/>
        </p:nvSpPr>
        <p:spPr>
          <a:xfrm>
            <a:off x="4602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err="1">
                <a:solidFill>
                  <a:prstClr val="white"/>
                </a:solidFill>
              </a:rPr>
              <a:t>CUVE</a:t>
            </a:r>
            <a:endParaRPr lang="ko-KR" altLang="en-US" sz="800" dirty="0" err="1">
              <a:solidFill>
                <a:prstClr val="white"/>
              </a:solidFill>
            </a:endParaRPr>
          </a:p>
        </p:txBody>
      </p:sp>
      <p:sp>
        <p:nvSpPr>
          <p:cNvPr id="272" name="TextBox 271">
            <a:extLst>
              <a:ext uri="{FF2B5EF4-FFF2-40B4-BE49-F238E27FC236}">
                <a16:creationId xmlns:a16="http://schemas.microsoft.com/office/drawing/2014/main" id="{2128927F-E916-4BEF-A0B0-D8D93149D18D}"/>
              </a:ext>
            </a:extLst>
          </p:cNvPr>
          <p:cNvSpPr txBox="1"/>
          <p:nvPr/>
        </p:nvSpPr>
        <p:spPr>
          <a:xfrm>
            <a:off x="2825373" y="1067851"/>
            <a:ext cx="2289600" cy="253211"/>
          </a:xfrm>
          <a:prstGeom prst="rect">
            <a:avLst/>
          </a:prstGeom>
          <a:noFill/>
        </p:spPr>
        <p:txBody>
          <a:bodyPr wrap="square" rtlCol="0">
            <a:spAutoFit/>
          </a:bodyPr>
          <a:lstStyle/>
          <a:p>
            <a:pPr marL="0" marR="0" lvl="0" indent="0" algn="ctr" defTabSz="914400" rtl="0" eaLnBrk="1" fontAlgn="base" latinLnBrk="1" hangingPunct="1">
              <a:lnSpc>
                <a:spcPct val="150000"/>
              </a:lnSpc>
              <a:spcBef>
                <a:spcPct val="0"/>
              </a:spcBef>
              <a:spcAft>
                <a:spcPct val="0"/>
              </a:spcAft>
              <a:buClrTx/>
              <a:buSzTx/>
              <a:buFontTx/>
              <a:buNone/>
              <a:tabLst/>
              <a:defRPr/>
            </a:pPr>
            <a:r>
              <a:rPr kumimoji="1" lang="ko-KR" altLang="en-US" sz="800" b="1" i="0" u="none" strike="noStrike" kern="1200" cap="none" spc="0" normalizeH="0" baseline="0" noProof="0" dirty="0">
                <a:ln>
                  <a:noFill/>
                </a:ln>
                <a:solidFill>
                  <a:prstClr val="black"/>
                </a:solidFill>
                <a:effectLst/>
                <a:uLnTx/>
                <a:uFillTx/>
                <a:latin typeface="맑은 고딕"/>
                <a:ea typeface="맑은 고딕"/>
                <a:cs typeface="+mn-cs"/>
              </a:rPr>
              <a:t>트렌드</a:t>
            </a:r>
          </a:p>
        </p:txBody>
      </p:sp>
      <p:sp>
        <p:nvSpPr>
          <p:cNvPr id="274" name="모서리가 둥근 직사각형 20">
            <a:extLst>
              <a:ext uri="{FF2B5EF4-FFF2-40B4-BE49-F238E27FC236}">
                <a16:creationId xmlns:a16="http://schemas.microsoft.com/office/drawing/2014/main" id="{D9C9E5AA-2436-4AE6-A7FD-D98CBC6BF7C6}"/>
              </a:ext>
            </a:extLst>
          </p:cNvPr>
          <p:cNvSpPr/>
          <p:nvPr/>
        </p:nvSpPr>
        <p:spPr bwMode="auto">
          <a:xfrm>
            <a:off x="4928016" y="1113683"/>
            <a:ext cx="163510" cy="167735"/>
          </a:xfrm>
          <a:prstGeom prst="roundRect">
            <a:avLst>
              <a:gd name="adj" fmla="val 22385"/>
            </a:avLst>
          </a:prstGeom>
          <a:solidFill>
            <a:schemeClr val="bg1"/>
          </a:solidFill>
          <a:ln w="6350"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defTabSz="1069975" fontAlgn="base" latinLnBrk="1">
              <a:spcBef>
                <a:spcPct val="0"/>
              </a:spcBef>
              <a:spcAft>
                <a:spcPct val="0"/>
              </a:spcAft>
            </a:pPr>
            <a:r>
              <a:rPr kumimoji="1" lang="en-US" altLang="ko-KR" sz="700" dirty="0">
                <a:solidFill>
                  <a:prstClr val="black"/>
                </a:solidFill>
                <a:latin typeface="맑은 고딕"/>
                <a:ea typeface="맑은 고딕"/>
              </a:rPr>
              <a:t>X</a:t>
            </a:r>
            <a:endParaRPr kumimoji="1" lang="ko-KR" altLang="en-US" sz="700" dirty="0">
              <a:solidFill>
                <a:prstClr val="black"/>
              </a:solidFill>
              <a:latin typeface="맑은 고딕"/>
              <a:ea typeface="맑은 고딕"/>
            </a:endParaRPr>
          </a:p>
        </p:txBody>
      </p:sp>
      <p:grpSp>
        <p:nvGrpSpPr>
          <p:cNvPr id="4" name="그룹 3">
            <a:extLst>
              <a:ext uri="{FF2B5EF4-FFF2-40B4-BE49-F238E27FC236}">
                <a16:creationId xmlns:a16="http://schemas.microsoft.com/office/drawing/2014/main" id="{89A03565-4DA5-4AAF-B18C-B7F704E581AC}"/>
              </a:ext>
            </a:extLst>
          </p:cNvPr>
          <p:cNvGrpSpPr/>
          <p:nvPr/>
        </p:nvGrpSpPr>
        <p:grpSpPr>
          <a:xfrm>
            <a:off x="2820157" y="4977573"/>
            <a:ext cx="1094028" cy="1090118"/>
            <a:chOff x="2820157" y="4977573"/>
            <a:chExt cx="1094028" cy="1090118"/>
          </a:xfrm>
        </p:grpSpPr>
        <p:sp>
          <p:nvSpPr>
            <p:cNvPr id="328" name="자유형 73">
              <a:extLst>
                <a:ext uri="{FF2B5EF4-FFF2-40B4-BE49-F238E27FC236}">
                  <a16:creationId xmlns:a16="http://schemas.microsoft.com/office/drawing/2014/main" id="{87770D4D-B91A-47C7-BE44-2964C733B8FC}"/>
                </a:ext>
              </a:extLst>
            </p:cNvPr>
            <p:cNvSpPr/>
            <p:nvPr/>
          </p:nvSpPr>
          <p:spPr>
            <a:xfrm>
              <a:off x="2820157" y="4977573"/>
              <a:ext cx="1094028" cy="1090118"/>
            </a:xfrm>
            <a:custGeom>
              <a:avLst/>
              <a:gdLst>
                <a:gd name="connsiteX0" fmla="*/ 123151 w 997872"/>
                <a:gd name="connsiteY0" fmla="*/ 0 h 994306"/>
                <a:gd name="connsiteX1" fmla="*/ 997872 w 997872"/>
                <a:gd name="connsiteY1" fmla="*/ 874721 h 994306"/>
                <a:gd name="connsiteX2" fmla="*/ 993356 w 997872"/>
                <a:gd name="connsiteY2" fmla="*/ 964156 h 994306"/>
                <a:gd name="connsiteX3" fmla="*/ 988755 w 997872"/>
                <a:gd name="connsiteY3" fmla="*/ 994306 h 994306"/>
                <a:gd name="connsiteX4" fmla="*/ 507101 w 997872"/>
                <a:gd name="connsiteY4" fmla="*/ 994306 h 994306"/>
                <a:gd name="connsiteX5" fmla="*/ 507088 w 997872"/>
                <a:gd name="connsiteY5" fmla="*/ 994306 h 994306"/>
                <a:gd name="connsiteX6" fmla="*/ 507075 w 997872"/>
                <a:gd name="connsiteY6" fmla="*/ 994306 h 994306"/>
                <a:gd name="connsiteX7" fmla="*/ 0 w 997872"/>
                <a:gd name="connsiteY7" fmla="*/ 994306 h 994306"/>
                <a:gd name="connsiteX8" fmla="*/ 0 w 997872"/>
                <a:gd name="connsiteY8" fmla="*/ 994305 h 994306"/>
                <a:gd name="connsiteX9" fmla="*/ 0 w 997872"/>
                <a:gd name="connsiteY9" fmla="*/ 509497 h 994306"/>
                <a:gd name="connsiteX10" fmla="*/ 0 w 997872"/>
                <a:gd name="connsiteY10" fmla="*/ 487221 h 994306"/>
                <a:gd name="connsiteX11" fmla="*/ 0 w 997872"/>
                <a:gd name="connsiteY11" fmla="*/ 9662 h 994306"/>
                <a:gd name="connsiteX12" fmla="*/ 33716 w 997872"/>
                <a:gd name="connsiteY12" fmla="*/ 4516 h 994306"/>
                <a:gd name="connsiteX13" fmla="*/ 123151 w 997872"/>
                <a:gd name="connsiteY13" fmla="*/ 0 h 994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7872" h="994306">
                  <a:moveTo>
                    <a:pt x="123151" y="0"/>
                  </a:moveTo>
                  <a:cubicBezTo>
                    <a:pt x="606246" y="0"/>
                    <a:pt x="997872" y="391626"/>
                    <a:pt x="997872" y="874721"/>
                  </a:cubicBezTo>
                  <a:cubicBezTo>
                    <a:pt x="997872" y="904915"/>
                    <a:pt x="996342" y="934751"/>
                    <a:pt x="993356" y="964156"/>
                  </a:cubicBezTo>
                  <a:lnTo>
                    <a:pt x="988755" y="994306"/>
                  </a:lnTo>
                  <a:lnTo>
                    <a:pt x="507101" y="994306"/>
                  </a:lnTo>
                  <a:lnTo>
                    <a:pt x="507088" y="994306"/>
                  </a:lnTo>
                  <a:lnTo>
                    <a:pt x="507075" y="994306"/>
                  </a:lnTo>
                  <a:lnTo>
                    <a:pt x="0" y="994306"/>
                  </a:lnTo>
                  <a:lnTo>
                    <a:pt x="0" y="994305"/>
                  </a:lnTo>
                  <a:lnTo>
                    <a:pt x="0" y="509497"/>
                  </a:lnTo>
                  <a:lnTo>
                    <a:pt x="0" y="487221"/>
                  </a:lnTo>
                  <a:lnTo>
                    <a:pt x="0" y="9662"/>
                  </a:lnTo>
                  <a:lnTo>
                    <a:pt x="33716" y="4516"/>
                  </a:lnTo>
                  <a:cubicBezTo>
                    <a:pt x="63122" y="1530"/>
                    <a:pt x="92958" y="0"/>
                    <a:pt x="123151" y="0"/>
                  </a:cubicBezTo>
                  <a:close/>
                </a:path>
              </a:pathLst>
            </a:custGeom>
            <a:solidFill>
              <a:schemeClr val="bg1">
                <a:lumMod val="95000"/>
                <a:alpha val="87000"/>
              </a:schemeClr>
            </a:solidFill>
            <a:ln w="3175">
              <a:solidFill>
                <a:schemeClr val="bg1">
                  <a:lumMod val="75000"/>
                </a:schemeClr>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err="1">
                <a:solidFill>
                  <a:schemeClr val="tx1"/>
                </a:solidFill>
              </a:endParaRPr>
            </a:p>
          </p:txBody>
        </p:sp>
        <p:sp>
          <p:nvSpPr>
            <p:cNvPr id="329" name="타원 328">
              <a:extLst>
                <a:ext uri="{FF2B5EF4-FFF2-40B4-BE49-F238E27FC236}">
                  <a16:creationId xmlns:a16="http://schemas.microsoft.com/office/drawing/2014/main" id="{9A39F636-8E67-4F54-A0E9-072F1975D149}"/>
                </a:ext>
              </a:extLst>
            </p:cNvPr>
            <p:cNvSpPr/>
            <p:nvPr/>
          </p:nvSpPr>
          <p:spPr>
            <a:xfrm>
              <a:off x="29748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a:solidFill>
                    <a:prstClr val="white"/>
                  </a:solidFill>
                </a:rPr>
                <a:t>X</a:t>
              </a:r>
              <a:endParaRPr lang="ko-KR" altLang="en-US" sz="800" dirty="0" err="1">
                <a:solidFill>
                  <a:prstClr val="white"/>
                </a:solidFill>
              </a:endParaRPr>
            </a:p>
          </p:txBody>
        </p:sp>
        <p:sp>
          <p:nvSpPr>
            <p:cNvPr id="330" name="타원 329">
              <a:extLst>
                <a:ext uri="{FF2B5EF4-FFF2-40B4-BE49-F238E27FC236}">
                  <a16:creationId xmlns:a16="http://schemas.microsoft.com/office/drawing/2014/main" id="{E1D8C9CE-CF5E-4556-9519-8FD809A17B64}"/>
                </a:ext>
              </a:extLst>
            </p:cNvPr>
            <p:cNvSpPr/>
            <p:nvPr/>
          </p:nvSpPr>
          <p:spPr>
            <a:xfrm>
              <a:off x="2866903" y="5073403"/>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dirty="0">
                  <a:solidFill>
                    <a:prstClr val="white"/>
                  </a:solidFill>
                </a:rPr>
                <a:t>알림</a:t>
              </a:r>
            </a:p>
          </p:txBody>
        </p:sp>
        <p:sp>
          <p:nvSpPr>
            <p:cNvPr id="331" name="타원 330">
              <a:extLst>
                <a:ext uri="{FF2B5EF4-FFF2-40B4-BE49-F238E27FC236}">
                  <a16:creationId xmlns:a16="http://schemas.microsoft.com/office/drawing/2014/main" id="{322324F9-4608-426A-AC01-E2C813C7894C}"/>
                </a:ext>
              </a:extLst>
            </p:cNvPr>
            <p:cNvSpPr/>
            <p:nvPr/>
          </p:nvSpPr>
          <p:spPr>
            <a:xfrm>
              <a:off x="3241635" y="5166619"/>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dirty="0">
                  <a:solidFill>
                    <a:prstClr val="white"/>
                  </a:solidFill>
                </a:rPr>
                <a:t>상품추천</a:t>
              </a:r>
            </a:p>
          </p:txBody>
        </p:sp>
        <p:sp>
          <p:nvSpPr>
            <p:cNvPr id="332" name="타원 331">
              <a:extLst>
                <a:ext uri="{FF2B5EF4-FFF2-40B4-BE49-F238E27FC236}">
                  <a16:creationId xmlns:a16="http://schemas.microsoft.com/office/drawing/2014/main" id="{44C1B3E3-29AB-47DA-9C79-FC8610B40D30}"/>
                </a:ext>
              </a:extLst>
            </p:cNvPr>
            <p:cNvSpPr/>
            <p:nvPr/>
          </p:nvSpPr>
          <p:spPr>
            <a:xfrm>
              <a:off x="3485033" y="5448301"/>
              <a:ext cx="248663" cy="248663"/>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dirty="0">
                  <a:solidFill>
                    <a:prstClr val="white"/>
                  </a:solidFill>
                </a:rPr>
                <a:t>트렌드</a:t>
              </a:r>
            </a:p>
          </p:txBody>
        </p:sp>
        <p:sp>
          <p:nvSpPr>
            <p:cNvPr id="333" name="타원 332">
              <a:extLst>
                <a:ext uri="{FF2B5EF4-FFF2-40B4-BE49-F238E27FC236}">
                  <a16:creationId xmlns:a16="http://schemas.microsoft.com/office/drawing/2014/main" id="{E8459A62-E3FA-49C2-871A-FC8F440A782A}"/>
                </a:ext>
              </a:extLst>
            </p:cNvPr>
            <p:cNvSpPr/>
            <p:nvPr/>
          </p:nvSpPr>
          <p:spPr>
            <a:xfrm>
              <a:off x="3538910" y="580834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a:solidFill>
                    <a:prstClr val="white"/>
                  </a:solidFill>
                </a:rPr>
                <a:t>전화</a:t>
              </a:r>
              <a:endParaRPr lang="ko-KR" altLang="en-US" sz="600" dirty="0" err="1">
                <a:solidFill>
                  <a:prstClr val="white"/>
                </a:solidFill>
              </a:endParaRPr>
            </a:p>
          </p:txBody>
        </p:sp>
      </p:grpSp>
      <p:sp>
        <p:nvSpPr>
          <p:cNvPr id="368" name="타원 367">
            <a:extLst>
              <a:ext uri="{FF2B5EF4-FFF2-40B4-BE49-F238E27FC236}">
                <a16:creationId xmlns:a16="http://schemas.microsoft.com/office/drawing/2014/main" id="{F5298DAE-A173-4D6A-865D-EFE3E116F98F}"/>
              </a:ext>
            </a:extLst>
          </p:cNvPr>
          <p:cNvSpPr/>
          <p:nvPr/>
        </p:nvSpPr>
        <p:spPr>
          <a:xfrm>
            <a:off x="742628" y="5608290"/>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sp>
        <p:nvSpPr>
          <p:cNvPr id="89" name="TextBox 88">
            <a:extLst>
              <a:ext uri="{FF2B5EF4-FFF2-40B4-BE49-F238E27FC236}">
                <a16:creationId xmlns:a16="http://schemas.microsoft.com/office/drawing/2014/main" id="{DAF5FB68-1D96-458C-A042-B437FE31628E}"/>
              </a:ext>
            </a:extLst>
          </p:cNvPr>
          <p:cNvSpPr txBox="1"/>
          <p:nvPr/>
        </p:nvSpPr>
        <p:spPr>
          <a:xfrm>
            <a:off x="2855061" y="1406242"/>
            <a:ext cx="1557976" cy="230832"/>
          </a:xfrm>
          <a:prstGeom prst="rect">
            <a:avLst/>
          </a:prstGeom>
          <a:noFill/>
        </p:spPr>
        <p:txBody>
          <a:bodyPr wrap="square" rtlCol="0">
            <a:spAutoFit/>
          </a:bodyPr>
          <a:lstStyle/>
          <a:p>
            <a:r>
              <a:rPr lang="ko-KR" altLang="en-US" sz="900" b="1" dirty="0">
                <a:latin typeface="나눔고딕" panose="020D0604000000000000" pitchFamily="50" charset="-127"/>
                <a:ea typeface="나눔고딕" panose="020D0604000000000000" pitchFamily="50" charset="-127"/>
              </a:rPr>
              <a:t>이번 달 우리의 여행 트렌드</a:t>
            </a:r>
          </a:p>
        </p:txBody>
      </p:sp>
      <p:sp>
        <p:nvSpPr>
          <p:cNvPr id="90" name="TextBox 89">
            <a:extLst>
              <a:ext uri="{FF2B5EF4-FFF2-40B4-BE49-F238E27FC236}">
                <a16:creationId xmlns:a16="http://schemas.microsoft.com/office/drawing/2014/main" id="{175E65BC-6C0A-404C-9BAC-1F0A74EEEE18}"/>
              </a:ext>
            </a:extLst>
          </p:cNvPr>
          <p:cNvSpPr txBox="1"/>
          <p:nvPr/>
        </p:nvSpPr>
        <p:spPr>
          <a:xfrm>
            <a:off x="2848438" y="1612348"/>
            <a:ext cx="2271369" cy="523220"/>
          </a:xfrm>
          <a:prstGeom prst="rect">
            <a:avLst/>
          </a:prstGeom>
          <a:noFill/>
        </p:spPr>
        <p:txBody>
          <a:bodyPr wrap="square" rtlCol="0">
            <a:spAutoFit/>
          </a:bodyPr>
          <a:lstStyle/>
          <a:p>
            <a:r>
              <a:rPr lang="en-US" altLang="ko-KR" sz="700" b="1" dirty="0">
                <a:latin typeface="나눔고딕" panose="020D0604000000000000" pitchFamily="50" charset="-127"/>
                <a:ea typeface="나눔고딕" panose="020D0604000000000000" pitchFamily="50" charset="-127"/>
              </a:rPr>
              <a:t>%_</a:t>
            </a:r>
            <a:r>
              <a:rPr lang="ko-KR" altLang="en-US" sz="700" b="1" dirty="0">
                <a:latin typeface="나눔고딕" panose="020D0604000000000000" pitchFamily="50" charset="-127"/>
                <a:ea typeface="나눔고딕" panose="020D0604000000000000" pitchFamily="50" charset="-127"/>
              </a:rPr>
              <a:t>홍길동</a:t>
            </a:r>
            <a:r>
              <a:rPr lang="en-US" altLang="ko-KR" sz="700" b="1" dirty="0">
                <a:latin typeface="나눔고딕" panose="020D0604000000000000" pitchFamily="50" charset="-127"/>
                <a:ea typeface="나눔고딕" panose="020D0604000000000000" pitchFamily="50" charset="-127"/>
              </a:rPr>
              <a:t>_%</a:t>
            </a:r>
            <a:r>
              <a:rPr lang="ko-KR" altLang="en-US" sz="700" dirty="0">
                <a:latin typeface="나눔고딕" panose="020D0604000000000000" pitchFamily="50" charset="-127"/>
                <a:ea typeface="나눔고딕" panose="020D0604000000000000" pitchFamily="50" charset="-127"/>
              </a:rPr>
              <a:t>님</a:t>
            </a:r>
            <a:r>
              <a:rPr lang="en-US" altLang="ko-KR" sz="700" dirty="0">
                <a:latin typeface="나눔고딕" panose="020D0604000000000000" pitchFamily="50" charset="-127"/>
                <a:ea typeface="나눔고딕" panose="020D0604000000000000" pitchFamily="50" charset="-127"/>
              </a:rPr>
              <a:t>, </a:t>
            </a:r>
            <a:r>
              <a:rPr lang="ko-KR" altLang="en-US" sz="700" dirty="0">
                <a:latin typeface="나눔고딕" panose="020D0604000000000000" pitchFamily="50" charset="-127"/>
                <a:ea typeface="나눔고딕" panose="020D0604000000000000" pitchFamily="50" charset="-127"/>
              </a:rPr>
              <a:t>아직 어디로 떠날지 고민 </a:t>
            </a:r>
            <a:r>
              <a:rPr lang="ko-KR" altLang="en-US" sz="700" dirty="0" err="1">
                <a:latin typeface="나눔고딕" panose="020D0604000000000000" pitchFamily="50" charset="-127"/>
                <a:ea typeface="나눔고딕" panose="020D0604000000000000" pitchFamily="50" charset="-127"/>
              </a:rPr>
              <a:t>중이신가요</a:t>
            </a:r>
            <a:r>
              <a:rPr lang="en-US" altLang="ko-KR" sz="700" dirty="0">
                <a:latin typeface="나눔고딕" panose="020D0604000000000000" pitchFamily="50" charset="-127"/>
                <a:ea typeface="나눔고딕" panose="020D0604000000000000" pitchFamily="50" charset="-127"/>
              </a:rPr>
              <a:t>?</a:t>
            </a:r>
          </a:p>
          <a:p>
            <a:r>
              <a:rPr lang="en-US" altLang="ko-KR" sz="700" b="1" dirty="0">
                <a:latin typeface="나눔고딕" panose="020D0604000000000000" pitchFamily="50" charset="-127"/>
                <a:ea typeface="나눔고딕" panose="020D0604000000000000" pitchFamily="50" charset="-127"/>
              </a:rPr>
              <a:t>%_00_%</a:t>
            </a:r>
            <a:r>
              <a:rPr lang="ko-KR" altLang="en-US" sz="700" dirty="0">
                <a:latin typeface="나눔고딕" panose="020D0604000000000000" pitchFamily="50" charset="-127"/>
                <a:ea typeface="나눔고딕" panose="020D0604000000000000" pitchFamily="50" charset="-127"/>
              </a:rPr>
              <a:t>월</a:t>
            </a:r>
            <a:r>
              <a:rPr lang="en-US" altLang="ko-KR" sz="700" dirty="0">
                <a:latin typeface="나눔고딕" panose="020D0604000000000000" pitchFamily="50" charset="-127"/>
                <a:ea typeface="나눔고딕" panose="020D0604000000000000" pitchFamily="50" charset="-127"/>
              </a:rPr>
              <a:t>, </a:t>
            </a:r>
            <a:r>
              <a:rPr lang="ko-KR" altLang="en-US" sz="700" dirty="0" err="1">
                <a:latin typeface="나눔고딕" panose="020D0604000000000000" pitchFamily="50" charset="-127"/>
                <a:ea typeface="나눔고딕" panose="020D0604000000000000" pitchFamily="50" charset="-127"/>
              </a:rPr>
              <a:t>참좋은여행</a:t>
            </a:r>
            <a:r>
              <a:rPr lang="ko-KR" altLang="en-US" sz="700" dirty="0">
                <a:latin typeface="나눔고딕" panose="020D0604000000000000" pitchFamily="50" charset="-127"/>
                <a:ea typeface="나눔고딕" panose="020D0604000000000000" pitchFamily="50" charset="-127"/>
              </a:rPr>
              <a:t> </a:t>
            </a:r>
            <a:r>
              <a:rPr lang="ko-KR" altLang="en-US" sz="700" dirty="0" err="1">
                <a:latin typeface="나눔고딕" panose="020D0604000000000000" pitchFamily="50" charset="-127"/>
                <a:ea typeface="나눔고딕" panose="020D0604000000000000" pitchFamily="50" charset="-127"/>
              </a:rPr>
              <a:t>고객님들의</a:t>
            </a:r>
            <a:r>
              <a:rPr lang="ko-KR" altLang="en-US" sz="700" dirty="0">
                <a:latin typeface="나눔고딕" panose="020D0604000000000000" pitchFamily="50" charset="-127"/>
                <a:ea typeface="나눔고딕" panose="020D0604000000000000" pitchFamily="50" charset="-127"/>
              </a:rPr>
              <a:t> 여행 트렌드를 확인해보세요</a:t>
            </a:r>
            <a:r>
              <a:rPr lang="en-US" altLang="ko-KR" sz="700" dirty="0">
                <a:latin typeface="나눔고딕" panose="020D0604000000000000" pitchFamily="50" charset="-127"/>
                <a:ea typeface="나눔고딕" panose="020D0604000000000000" pitchFamily="50" charset="-127"/>
              </a:rPr>
              <a:t>.</a:t>
            </a:r>
            <a:r>
              <a:rPr lang="ko-KR" altLang="en-US" sz="700" dirty="0">
                <a:latin typeface="나눔고딕" panose="020D0604000000000000" pitchFamily="50" charset="-127"/>
                <a:ea typeface="나눔고딕" panose="020D0604000000000000" pitchFamily="50" charset="-127"/>
              </a:rPr>
              <a:t> </a:t>
            </a:r>
            <a:endParaRPr lang="en-US" altLang="ko-KR" sz="700" dirty="0">
              <a:latin typeface="나눔고딕" panose="020D0604000000000000" pitchFamily="50" charset="-127"/>
              <a:ea typeface="나눔고딕" panose="020D0604000000000000" pitchFamily="50" charset="-127"/>
            </a:endParaRPr>
          </a:p>
          <a:p>
            <a:r>
              <a:rPr lang="ko-KR" altLang="en-US" sz="700" dirty="0">
                <a:latin typeface="나눔고딕" panose="020D0604000000000000" pitchFamily="50" charset="-127"/>
                <a:ea typeface="나눔고딕" panose="020D0604000000000000" pitchFamily="50" charset="-127"/>
              </a:rPr>
              <a:t>만족스러운 상품을 쉽고 빠르게 찾을 수 있어요</a:t>
            </a:r>
            <a:r>
              <a:rPr lang="en-US" altLang="ko-KR" sz="700" dirty="0">
                <a:latin typeface="나눔고딕" panose="020D0604000000000000" pitchFamily="50" charset="-127"/>
                <a:ea typeface="나눔고딕" panose="020D0604000000000000" pitchFamily="50" charset="-127"/>
              </a:rPr>
              <a:t>.</a:t>
            </a:r>
          </a:p>
        </p:txBody>
      </p:sp>
      <p:sp>
        <p:nvSpPr>
          <p:cNvPr id="117" name="TextBox 116">
            <a:extLst>
              <a:ext uri="{FF2B5EF4-FFF2-40B4-BE49-F238E27FC236}">
                <a16:creationId xmlns:a16="http://schemas.microsoft.com/office/drawing/2014/main" id="{957E662A-139A-4C78-AA14-BB47A6ACDBF9}"/>
              </a:ext>
            </a:extLst>
          </p:cNvPr>
          <p:cNvSpPr txBox="1"/>
          <p:nvPr/>
        </p:nvSpPr>
        <p:spPr>
          <a:xfrm>
            <a:off x="2845914" y="3178676"/>
            <a:ext cx="2158252" cy="215444"/>
          </a:xfrm>
          <a:prstGeom prst="rect">
            <a:avLst/>
          </a:prstGeom>
          <a:noFill/>
        </p:spPr>
        <p:txBody>
          <a:bodyPr wrap="square" rtlCol="0">
            <a:spAutoFit/>
          </a:bodyPr>
          <a:lstStyle/>
          <a:p>
            <a:r>
              <a:rPr lang="ko-KR" altLang="en-US" sz="800" b="1" dirty="0">
                <a:latin typeface="나눔고딕" panose="020D0604000000000000" pitchFamily="50" charset="-127"/>
                <a:ea typeface="나눔고딕" panose="020D0604000000000000" pitchFamily="50" charset="-127"/>
              </a:rPr>
              <a:t>지역별 </a:t>
            </a:r>
            <a:r>
              <a:rPr lang="en-US" altLang="ko-KR" sz="800" b="1" dirty="0">
                <a:latin typeface="나눔고딕" panose="020D0604000000000000" pitchFamily="50" charset="-127"/>
                <a:ea typeface="나눔고딕" panose="020D0604000000000000" pitchFamily="50" charset="-127"/>
              </a:rPr>
              <a:t>Hot </a:t>
            </a:r>
            <a:r>
              <a:rPr lang="ko-KR" altLang="en-US" sz="800" b="1" dirty="0">
                <a:latin typeface="나눔고딕" panose="020D0604000000000000" pitchFamily="50" charset="-127"/>
                <a:ea typeface="나눔고딕" panose="020D0604000000000000" pitchFamily="50" charset="-127"/>
              </a:rPr>
              <a:t>여행지</a:t>
            </a:r>
            <a:endParaRPr lang="en-US" altLang="ko-KR" sz="600" dirty="0">
              <a:solidFill>
                <a:srgbClr val="C00000"/>
              </a:solidFill>
              <a:latin typeface="나눔고딕" panose="020D0604000000000000" pitchFamily="50" charset="-127"/>
              <a:ea typeface="나눔고딕" panose="020D0604000000000000" pitchFamily="50" charset="-127"/>
            </a:endParaRPr>
          </a:p>
        </p:txBody>
      </p:sp>
      <p:sp>
        <p:nvSpPr>
          <p:cNvPr id="136" name="TextBox 135">
            <a:extLst>
              <a:ext uri="{FF2B5EF4-FFF2-40B4-BE49-F238E27FC236}">
                <a16:creationId xmlns:a16="http://schemas.microsoft.com/office/drawing/2014/main" id="{CD6192FC-02CC-4AB3-8E15-48E222348C44}"/>
              </a:ext>
            </a:extLst>
          </p:cNvPr>
          <p:cNvSpPr txBox="1"/>
          <p:nvPr/>
        </p:nvSpPr>
        <p:spPr>
          <a:xfrm>
            <a:off x="5400288" y="1128478"/>
            <a:ext cx="2158252" cy="230832"/>
          </a:xfrm>
          <a:prstGeom prst="rect">
            <a:avLst/>
          </a:prstGeom>
          <a:noFill/>
        </p:spPr>
        <p:txBody>
          <a:bodyPr wrap="square" rtlCol="0">
            <a:spAutoFit/>
          </a:bodyPr>
          <a:lstStyle/>
          <a:p>
            <a:r>
              <a:rPr lang="en-US" altLang="ko-KR" sz="900" b="1" dirty="0">
                <a:latin typeface="나눔고딕" panose="020D0604000000000000" pitchFamily="50" charset="-127"/>
                <a:ea typeface="나눔고딕" panose="020D0604000000000000" pitchFamily="50" charset="-127"/>
              </a:rPr>
              <a:t>8</a:t>
            </a:r>
            <a:r>
              <a:rPr lang="ko-KR" altLang="en-US" sz="900" b="1" dirty="0">
                <a:latin typeface="나눔고딕" panose="020D0604000000000000" pitchFamily="50" charset="-127"/>
                <a:ea typeface="나눔고딕" panose="020D0604000000000000" pitchFamily="50" charset="-127"/>
              </a:rPr>
              <a:t>월의 </a:t>
            </a:r>
            <a:r>
              <a:rPr lang="ko-KR" altLang="en-US" sz="900" b="1" dirty="0" err="1">
                <a:latin typeface="나눔고딕" panose="020D0604000000000000" pitchFamily="50" charset="-127"/>
                <a:ea typeface="나눔고딕" panose="020D0604000000000000" pitchFamily="50" charset="-127"/>
              </a:rPr>
              <a:t>여행트렌드</a:t>
            </a:r>
            <a:r>
              <a:rPr lang="ko-KR" altLang="en-US" sz="900" b="1" dirty="0">
                <a:latin typeface="나눔고딕" panose="020D0604000000000000" pitchFamily="50" charset="-127"/>
                <a:ea typeface="나눔고딕" panose="020D0604000000000000" pitchFamily="50" charset="-127"/>
              </a:rPr>
              <a:t> </a:t>
            </a:r>
            <a:r>
              <a:rPr lang="en-US" altLang="ko-KR" sz="900" b="1" dirty="0">
                <a:latin typeface="나눔고딕" panose="020D0604000000000000" pitchFamily="50" charset="-127"/>
                <a:ea typeface="나눔고딕" panose="020D0604000000000000" pitchFamily="50" charset="-127"/>
              </a:rPr>
              <a:t>“</a:t>
            </a:r>
            <a:r>
              <a:rPr lang="ko-KR" altLang="en-US" sz="900" b="1" dirty="0" err="1">
                <a:latin typeface="나눔고딕" panose="020D0604000000000000" pitchFamily="50" charset="-127"/>
                <a:ea typeface="나눔고딕" panose="020D0604000000000000" pitchFamily="50" charset="-127"/>
              </a:rPr>
              <a:t>호캉스</a:t>
            </a:r>
            <a:r>
              <a:rPr lang="en-US" altLang="ko-KR" sz="900" b="1" dirty="0">
                <a:latin typeface="나눔고딕" panose="020D0604000000000000" pitchFamily="50" charset="-127"/>
                <a:ea typeface="나눔고딕" panose="020D0604000000000000" pitchFamily="50" charset="-127"/>
              </a:rPr>
              <a:t>”</a:t>
            </a:r>
          </a:p>
        </p:txBody>
      </p:sp>
      <p:sp>
        <p:nvSpPr>
          <p:cNvPr id="65" name="TextBox 64">
            <a:extLst>
              <a:ext uri="{FF2B5EF4-FFF2-40B4-BE49-F238E27FC236}">
                <a16:creationId xmlns:a16="http://schemas.microsoft.com/office/drawing/2014/main" id="{F68591D6-6B4A-480D-A5B1-603CBB1C546B}"/>
              </a:ext>
            </a:extLst>
          </p:cNvPr>
          <p:cNvSpPr txBox="1"/>
          <p:nvPr/>
        </p:nvSpPr>
        <p:spPr>
          <a:xfrm>
            <a:off x="2845914" y="2204864"/>
            <a:ext cx="2158252" cy="215444"/>
          </a:xfrm>
          <a:prstGeom prst="rect">
            <a:avLst/>
          </a:prstGeom>
          <a:noFill/>
        </p:spPr>
        <p:txBody>
          <a:bodyPr wrap="square" rtlCol="0">
            <a:spAutoFit/>
          </a:bodyPr>
          <a:lstStyle/>
          <a:p>
            <a:r>
              <a:rPr lang="en-US" altLang="ko-KR" sz="800" b="1" dirty="0">
                <a:latin typeface="나눔고딕" panose="020D0604000000000000" pitchFamily="50" charset="-127"/>
                <a:ea typeface="나눔고딕" panose="020D0604000000000000" pitchFamily="50" charset="-127"/>
              </a:rPr>
              <a:t>Hot</a:t>
            </a:r>
            <a:r>
              <a:rPr lang="ko-KR" altLang="en-US" sz="800" b="1" dirty="0">
                <a:latin typeface="나눔고딕" panose="020D0604000000000000" pitchFamily="50" charset="-127"/>
                <a:ea typeface="나눔고딕" panose="020D0604000000000000" pitchFamily="50" charset="-127"/>
              </a:rPr>
              <a:t> 키워드</a:t>
            </a:r>
            <a:endParaRPr lang="en-US" altLang="ko-KR" sz="600" dirty="0">
              <a:solidFill>
                <a:srgbClr val="C00000"/>
              </a:solidFill>
              <a:latin typeface="나눔고딕" panose="020D0604000000000000" pitchFamily="50" charset="-127"/>
              <a:ea typeface="나눔고딕" panose="020D0604000000000000" pitchFamily="50" charset="-127"/>
            </a:endParaRPr>
          </a:p>
        </p:txBody>
      </p:sp>
      <p:sp>
        <p:nvSpPr>
          <p:cNvPr id="71" name="모서리가 둥근 직사각형 182">
            <a:extLst>
              <a:ext uri="{FF2B5EF4-FFF2-40B4-BE49-F238E27FC236}">
                <a16:creationId xmlns:a16="http://schemas.microsoft.com/office/drawing/2014/main" id="{D5017A33-5BE9-4E62-951F-86F5ECC9CE74}"/>
              </a:ext>
            </a:extLst>
          </p:cNvPr>
          <p:cNvSpPr/>
          <p:nvPr/>
        </p:nvSpPr>
        <p:spPr>
          <a:xfrm>
            <a:off x="2926432" y="2559329"/>
            <a:ext cx="418945" cy="185437"/>
          </a:xfrm>
          <a:prstGeom prst="roundRect">
            <a:avLst>
              <a:gd name="adj" fmla="val 50000"/>
            </a:avLst>
          </a:prstGeom>
          <a:no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700" dirty="0">
                <a:solidFill>
                  <a:schemeClr val="tx1"/>
                </a:solidFill>
              </a:rPr>
              <a:t>키워드</a:t>
            </a:r>
          </a:p>
        </p:txBody>
      </p:sp>
      <p:sp>
        <p:nvSpPr>
          <p:cNvPr id="77" name="모서리가 둥근 직사각형 182">
            <a:extLst>
              <a:ext uri="{FF2B5EF4-FFF2-40B4-BE49-F238E27FC236}">
                <a16:creationId xmlns:a16="http://schemas.microsoft.com/office/drawing/2014/main" id="{C9520A2C-E749-4666-ACAB-41BFD25C6191}"/>
              </a:ext>
            </a:extLst>
          </p:cNvPr>
          <p:cNvSpPr/>
          <p:nvPr/>
        </p:nvSpPr>
        <p:spPr>
          <a:xfrm>
            <a:off x="3425264" y="2559043"/>
            <a:ext cx="506924" cy="185437"/>
          </a:xfrm>
          <a:prstGeom prst="roundRect">
            <a:avLst>
              <a:gd name="adj" fmla="val 50000"/>
            </a:avLst>
          </a:prstGeom>
          <a:no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700" dirty="0">
                <a:solidFill>
                  <a:schemeClr val="tx1"/>
                </a:solidFill>
              </a:rPr>
              <a:t>키워드</a:t>
            </a:r>
            <a:r>
              <a:rPr lang="en-US" altLang="ko-KR" sz="700" dirty="0">
                <a:solidFill>
                  <a:schemeClr val="tx1"/>
                </a:solidFill>
              </a:rPr>
              <a:t>#1</a:t>
            </a:r>
            <a:endParaRPr lang="ko-KR" altLang="en-US" sz="700" dirty="0">
              <a:solidFill>
                <a:schemeClr val="tx1"/>
              </a:solidFill>
            </a:endParaRPr>
          </a:p>
        </p:txBody>
      </p:sp>
      <p:sp>
        <p:nvSpPr>
          <p:cNvPr id="78" name="모서리가 둥근 직사각형 182">
            <a:extLst>
              <a:ext uri="{FF2B5EF4-FFF2-40B4-BE49-F238E27FC236}">
                <a16:creationId xmlns:a16="http://schemas.microsoft.com/office/drawing/2014/main" id="{B5DCCA40-FAAC-4FF0-A991-8CAA450F879C}"/>
              </a:ext>
            </a:extLst>
          </p:cNvPr>
          <p:cNvSpPr/>
          <p:nvPr/>
        </p:nvSpPr>
        <p:spPr>
          <a:xfrm>
            <a:off x="4010546" y="2559043"/>
            <a:ext cx="380859" cy="185437"/>
          </a:xfrm>
          <a:prstGeom prst="roundRect">
            <a:avLst>
              <a:gd name="adj" fmla="val 50000"/>
            </a:avLst>
          </a:prstGeom>
          <a:no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700">
                <a:solidFill>
                  <a:schemeClr val="tx1"/>
                </a:solidFill>
              </a:rPr>
              <a:t>도쿄</a:t>
            </a:r>
            <a:endParaRPr lang="ko-KR" altLang="en-US" sz="700" dirty="0">
              <a:solidFill>
                <a:schemeClr val="tx1"/>
              </a:solidFill>
            </a:endParaRPr>
          </a:p>
        </p:txBody>
      </p:sp>
      <p:sp>
        <p:nvSpPr>
          <p:cNvPr id="79" name="모서리가 둥근 직사각형 182">
            <a:extLst>
              <a:ext uri="{FF2B5EF4-FFF2-40B4-BE49-F238E27FC236}">
                <a16:creationId xmlns:a16="http://schemas.microsoft.com/office/drawing/2014/main" id="{A8C9BE1B-6DD0-4311-B515-70EA4165A647}"/>
              </a:ext>
            </a:extLst>
          </p:cNvPr>
          <p:cNvSpPr/>
          <p:nvPr/>
        </p:nvSpPr>
        <p:spPr>
          <a:xfrm>
            <a:off x="4464819" y="2559043"/>
            <a:ext cx="380859" cy="185437"/>
          </a:xfrm>
          <a:prstGeom prst="roundRect">
            <a:avLst>
              <a:gd name="adj" fmla="val 50000"/>
            </a:avLst>
          </a:prstGeom>
          <a:no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700">
                <a:solidFill>
                  <a:schemeClr val="tx1"/>
                </a:solidFill>
              </a:rPr>
              <a:t>중국</a:t>
            </a:r>
            <a:endParaRPr lang="ko-KR" altLang="en-US" sz="700" dirty="0">
              <a:solidFill>
                <a:schemeClr val="tx1"/>
              </a:solidFill>
            </a:endParaRPr>
          </a:p>
        </p:txBody>
      </p:sp>
      <p:sp>
        <p:nvSpPr>
          <p:cNvPr id="80" name="모서리가 둥근 직사각형 182">
            <a:extLst>
              <a:ext uri="{FF2B5EF4-FFF2-40B4-BE49-F238E27FC236}">
                <a16:creationId xmlns:a16="http://schemas.microsoft.com/office/drawing/2014/main" id="{007616A7-4FC4-4A49-A57C-505B85584986}"/>
              </a:ext>
            </a:extLst>
          </p:cNvPr>
          <p:cNvSpPr/>
          <p:nvPr/>
        </p:nvSpPr>
        <p:spPr>
          <a:xfrm>
            <a:off x="2923938" y="2834375"/>
            <a:ext cx="607305" cy="185437"/>
          </a:xfrm>
          <a:prstGeom prst="roundRect">
            <a:avLst>
              <a:gd name="adj" fmla="val 50000"/>
            </a:avLst>
          </a:prstGeom>
          <a:no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700" dirty="0" err="1">
                <a:solidFill>
                  <a:schemeClr val="tx1"/>
                </a:solidFill>
              </a:rPr>
              <a:t>바로셀로나</a:t>
            </a:r>
            <a:endParaRPr lang="ko-KR" altLang="en-US" sz="700" dirty="0">
              <a:solidFill>
                <a:schemeClr val="tx1"/>
              </a:solidFill>
            </a:endParaRPr>
          </a:p>
        </p:txBody>
      </p:sp>
      <p:cxnSp>
        <p:nvCxnSpPr>
          <p:cNvPr id="6" name="직선 연결선 5">
            <a:extLst>
              <a:ext uri="{FF2B5EF4-FFF2-40B4-BE49-F238E27FC236}">
                <a16:creationId xmlns:a16="http://schemas.microsoft.com/office/drawing/2014/main" id="{AEA37423-7572-4967-9D17-27DF241E0D23}"/>
              </a:ext>
            </a:extLst>
          </p:cNvPr>
          <p:cNvCxnSpPr/>
          <p:nvPr/>
        </p:nvCxnSpPr>
        <p:spPr>
          <a:xfrm>
            <a:off x="2825373" y="3717032"/>
            <a:ext cx="2289600" cy="0"/>
          </a:xfrm>
          <a:prstGeom prst="line">
            <a:avLst/>
          </a:prstGeom>
          <a:noFill/>
          <a:ln>
            <a:solidFill>
              <a:schemeClr val="bg1">
                <a:lumMod val="75000"/>
              </a:schemeClr>
            </a:solidFill>
          </a:ln>
        </p:spPr>
      </p:cxnSp>
      <p:sp>
        <p:nvSpPr>
          <p:cNvPr id="84" name="TextBox 83">
            <a:extLst>
              <a:ext uri="{FF2B5EF4-FFF2-40B4-BE49-F238E27FC236}">
                <a16:creationId xmlns:a16="http://schemas.microsoft.com/office/drawing/2014/main" id="{5A047790-1F60-4E29-81CC-AE5B53C74E71}"/>
              </a:ext>
            </a:extLst>
          </p:cNvPr>
          <p:cNvSpPr txBox="1"/>
          <p:nvPr/>
        </p:nvSpPr>
        <p:spPr>
          <a:xfrm>
            <a:off x="3015134" y="3486348"/>
            <a:ext cx="1962047" cy="215444"/>
          </a:xfrm>
          <a:prstGeom prst="rect">
            <a:avLst/>
          </a:prstGeom>
          <a:noFill/>
        </p:spPr>
        <p:txBody>
          <a:bodyPr wrap="square" rtlCol="0">
            <a:spAutoFit/>
          </a:bodyPr>
          <a:lstStyle/>
          <a:p>
            <a:r>
              <a:rPr lang="ko-KR" altLang="en-US" sz="800" b="1" dirty="0">
                <a:latin typeface="나눔고딕" panose="020D0604000000000000" pitchFamily="50" charset="-127"/>
                <a:ea typeface="나눔고딕" panose="020D0604000000000000" pitchFamily="50" charset="-127"/>
              </a:rPr>
              <a:t>유럽      </a:t>
            </a:r>
            <a:r>
              <a:rPr lang="ko-KR" altLang="en-US" sz="800" dirty="0">
                <a:latin typeface="나눔고딕" panose="020D0604000000000000" pitchFamily="50" charset="-127"/>
                <a:ea typeface="나눔고딕" panose="020D0604000000000000" pitchFamily="50" charset="-127"/>
              </a:rPr>
              <a:t>동남아     중국     미주     일본</a:t>
            </a:r>
            <a:endParaRPr lang="en-US" altLang="ko-KR" sz="600" dirty="0">
              <a:solidFill>
                <a:srgbClr val="C00000"/>
              </a:solidFill>
              <a:latin typeface="나눔고딕" panose="020D0604000000000000" pitchFamily="50" charset="-127"/>
              <a:ea typeface="나눔고딕" panose="020D0604000000000000" pitchFamily="50" charset="-127"/>
            </a:endParaRPr>
          </a:p>
        </p:txBody>
      </p:sp>
      <p:cxnSp>
        <p:nvCxnSpPr>
          <p:cNvPr id="85" name="직선 연결선 84">
            <a:extLst>
              <a:ext uri="{FF2B5EF4-FFF2-40B4-BE49-F238E27FC236}">
                <a16:creationId xmlns:a16="http://schemas.microsoft.com/office/drawing/2014/main" id="{FF4D5455-60B1-4083-8C64-29304A73614B}"/>
              </a:ext>
            </a:extLst>
          </p:cNvPr>
          <p:cNvCxnSpPr/>
          <p:nvPr/>
        </p:nvCxnSpPr>
        <p:spPr>
          <a:xfrm>
            <a:off x="3015134" y="3717032"/>
            <a:ext cx="374368" cy="0"/>
          </a:xfrm>
          <a:prstGeom prst="line">
            <a:avLst/>
          </a:prstGeom>
          <a:ln/>
          <a:effectLst/>
        </p:spPr>
        <p:style>
          <a:lnRef idx="2">
            <a:schemeClr val="accent1"/>
          </a:lnRef>
          <a:fillRef idx="0">
            <a:schemeClr val="accent1"/>
          </a:fillRef>
          <a:effectRef idx="1">
            <a:schemeClr val="accent1"/>
          </a:effectRef>
          <a:fontRef idx="minor">
            <a:schemeClr val="tx1"/>
          </a:fontRef>
        </p:style>
      </p:cxnSp>
      <p:sp>
        <p:nvSpPr>
          <p:cNvPr id="86" name="사각형: 둥근 모서리 85">
            <a:extLst>
              <a:ext uri="{FF2B5EF4-FFF2-40B4-BE49-F238E27FC236}">
                <a16:creationId xmlns:a16="http://schemas.microsoft.com/office/drawing/2014/main" id="{30F7360F-8117-423A-8702-A165AAEA20D0}"/>
              </a:ext>
            </a:extLst>
          </p:cNvPr>
          <p:cNvSpPr/>
          <p:nvPr/>
        </p:nvSpPr>
        <p:spPr>
          <a:xfrm>
            <a:off x="3008784" y="3815328"/>
            <a:ext cx="1495008" cy="165140"/>
          </a:xfrm>
          <a:prstGeom prst="roundRect">
            <a:avLst>
              <a:gd name="adj" fmla="val 0"/>
            </a:avLst>
          </a:prstGeom>
          <a:solidFill>
            <a:schemeClr val="tx1">
              <a:lumMod val="50000"/>
              <a:lumOff val="50000"/>
            </a:schemeClr>
          </a:solidFill>
          <a:ln w="3175" algn="ctr">
            <a:solidFill>
              <a:schemeClr val="bg1">
                <a:lumMod val="50000"/>
              </a:schemeClr>
            </a:solidFill>
            <a:round/>
            <a:headEnd/>
            <a:tailEnd/>
          </a:ln>
        </p:spPr>
        <p:txBody>
          <a:bodyPr wrap="none" lIns="80788" tIns="40395" rIns="80788" bIns="40395" rtlCol="0" anchor="ctr"/>
          <a:lstStyle/>
          <a:p>
            <a:pPr marL="0" marR="0" lvl="0" indent="0" defTabSz="822974" rtl="0" eaLnBrk="1" fontAlgn="base" latinLnBrk="0" hangingPunct="1">
              <a:lnSpc>
                <a:spcPct val="100000"/>
              </a:lnSpc>
              <a:spcBef>
                <a:spcPct val="0"/>
              </a:spcBef>
              <a:spcAft>
                <a:spcPct val="0"/>
              </a:spcAft>
              <a:buClrTx/>
              <a:buSzTx/>
              <a:buFontTx/>
              <a:buNone/>
              <a:tabLst/>
              <a:defRPr/>
            </a:pPr>
            <a:r>
              <a:rPr kumimoji="1" lang="en-US" altLang="ko-KR" sz="700" b="0" i="0" u="none" strike="noStrike" kern="0" cap="none" spc="0" normalizeH="0" baseline="0" noProof="0" dirty="0">
                <a:ln>
                  <a:noFill/>
                </a:ln>
                <a:solidFill>
                  <a:schemeClr val="bg1"/>
                </a:solidFill>
                <a:effectLst/>
                <a:uLnTx/>
                <a:uFillTx/>
                <a:latin typeface="+mn-ea"/>
                <a:cs typeface="+mn-cs"/>
              </a:rPr>
              <a:t>1. </a:t>
            </a:r>
            <a:r>
              <a:rPr kumimoji="1" lang="ko-KR" altLang="en-US" sz="700" b="0" i="0" u="none" strike="noStrike" kern="0" cap="none" spc="0" normalizeH="0" baseline="0" noProof="0" dirty="0">
                <a:ln>
                  <a:noFill/>
                </a:ln>
                <a:solidFill>
                  <a:schemeClr val="bg1"/>
                </a:solidFill>
                <a:effectLst/>
                <a:uLnTx/>
                <a:uFillTx/>
                <a:latin typeface="+mn-ea"/>
                <a:cs typeface="+mn-cs"/>
              </a:rPr>
              <a:t>서유럽 </a:t>
            </a:r>
          </a:p>
        </p:txBody>
      </p:sp>
      <p:sp>
        <p:nvSpPr>
          <p:cNvPr id="87" name="사각형: 둥근 모서리 86">
            <a:extLst>
              <a:ext uri="{FF2B5EF4-FFF2-40B4-BE49-F238E27FC236}">
                <a16:creationId xmlns:a16="http://schemas.microsoft.com/office/drawing/2014/main" id="{8894DD2C-C727-45FD-8FDC-61C3C7B107DF}"/>
              </a:ext>
            </a:extLst>
          </p:cNvPr>
          <p:cNvSpPr/>
          <p:nvPr/>
        </p:nvSpPr>
        <p:spPr>
          <a:xfrm>
            <a:off x="3008784" y="4053598"/>
            <a:ext cx="1021111" cy="165140"/>
          </a:xfrm>
          <a:prstGeom prst="roundRect">
            <a:avLst>
              <a:gd name="adj" fmla="val 0"/>
            </a:avLst>
          </a:prstGeom>
          <a:solidFill>
            <a:schemeClr val="tx1">
              <a:lumMod val="50000"/>
              <a:lumOff val="50000"/>
            </a:schemeClr>
          </a:solidFill>
          <a:ln w="3175" algn="ctr">
            <a:solidFill>
              <a:schemeClr val="bg1">
                <a:lumMod val="50000"/>
              </a:schemeClr>
            </a:solidFill>
            <a:round/>
            <a:headEnd/>
            <a:tailEnd/>
          </a:ln>
        </p:spPr>
        <p:txBody>
          <a:bodyPr wrap="none" lIns="80788" tIns="40395" rIns="80788" bIns="40395" rtlCol="0" anchor="ctr"/>
          <a:lstStyle/>
          <a:p>
            <a:pPr marL="0" marR="0" lvl="0" indent="0" defTabSz="822974" rtl="0" eaLnBrk="1" fontAlgn="base" latinLnBrk="0" hangingPunct="1">
              <a:lnSpc>
                <a:spcPct val="100000"/>
              </a:lnSpc>
              <a:spcBef>
                <a:spcPct val="0"/>
              </a:spcBef>
              <a:spcAft>
                <a:spcPct val="0"/>
              </a:spcAft>
              <a:buClrTx/>
              <a:buSzTx/>
              <a:buFontTx/>
              <a:buNone/>
              <a:tabLst/>
              <a:defRPr/>
            </a:pPr>
            <a:r>
              <a:rPr kumimoji="1" lang="en-US" altLang="ko-KR" sz="700" b="0" i="0" u="none" strike="noStrike" kern="0" cap="none" spc="0" normalizeH="0" baseline="0" noProof="0" dirty="0">
                <a:ln>
                  <a:noFill/>
                </a:ln>
                <a:solidFill>
                  <a:schemeClr val="bg1"/>
                </a:solidFill>
                <a:effectLst/>
                <a:uLnTx/>
                <a:uFillTx/>
                <a:latin typeface="+mn-ea"/>
                <a:cs typeface="+mn-cs"/>
              </a:rPr>
              <a:t>2</a:t>
            </a:r>
            <a:r>
              <a:rPr kumimoji="1" lang="en-US" altLang="ko-KR" sz="700" b="0" i="0" u="none" strike="noStrike" kern="0" cap="none" spc="0" normalizeH="0" baseline="0" noProof="0">
                <a:ln>
                  <a:noFill/>
                </a:ln>
                <a:solidFill>
                  <a:schemeClr val="bg1"/>
                </a:solidFill>
                <a:effectLst/>
                <a:uLnTx/>
                <a:uFillTx/>
                <a:latin typeface="+mn-ea"/>
                <a:cs typeface="+mn-cs"/>
              </a:rPr>
              <a:t>. </a:t>
            </a:r>
            <a:r>
              <a:rPr kumimoji="1" lang="ko-KR" altLang="en-US" sz="700" b="0" i="0" u="none" strike="noStrike" kern="0" cap="none" spc="0" normalizeH="0" baseline="0" noProof="0" dirty="0">
                <a:ln>
                  <a:noFill/>
                </a:ln>
                <a:solidFill>
                  <a:schemeClr val="bg1"/>
                </a:solidFill>
                <a:effectLst/>
                <a:uLnTx/>
                <a:uFillTx/>
                <a:latin typeface="+mn-ea"/>
                <a:cs typeface="+mn-cs"/>
              </a:rPr>
              <a:t>북유럽</a:t>
            </a:r>
          </a:p>
        </p:txBody>
      </p:sp>
      <p:sp>
        <p:nvSpPr>
          <p:cNvPr id="88" name="사각형: 둥근 모서리 87">
            <a:extLst>
              <a:ext uri="{FF2B5EF4-FFF2-40B4-BE49-F238E27FC236}">
                <a16:creationId xmlns:a16="http://schemas.microsoft.com/office/drawing/2014/main" id="{21F5FA9B-9E19-4BE3-8AF1-A650CA7179F9}"/>
              </a:ext>
            </a:extLst>
          </p:cNvPr>
          <p:cNvSpPr/>
          <p:nvPr/>
        </p:nvSpPr>
        <p:spPr>
          <a:xfrm>
            <a:off x="3008784" y="4291868"/>
            <a:ext cx="767176" cy="165140"/>
          </a:xfrm>
          <a:prstGeom prst="roundRect">
            <a:avLst>
              <a:gd name="adj" fmla="val 0"/>
            </a:avLst>
          </a:prstGeom>
          <a:solidFill>
            <a:schemeClr val="tx1">
              <a:lumMod val="50000"/>
              <a:lumOff val="50000"/>
            </a:schemeClr>
          </a:solidFill>
          <a:ln w="3175" algn="ctr">
            <a:solidFill>
              <a:schemeClr val="bg1">
                <a:lumMod val="50000"/>
              </a:schemeClr>
            </a:solidFill>
            <a:round/>
            <a:headEnd/>
            <a:tailEnd/>
          </a:ln>
        </p:spPr>
        <p:txBody>
          <a:bodyPr wrap="none" lIns="80788" tIns="40395" rIns="80788" bIns="40395" rtlCol="0" anchor="ctr"/>
          <a:lstStyle/>
          <a:p>
            <a:pPr marL="0" marR="0" lvl="0" indent="0" defTabSz="822974" rtl="0" eaLnBrk="1" fontAlgn="base" latinLnBrk="0" hangingPunct="1">
              <a:lnSpc>
                <a:spcPct val="100000"/>
              </a:lnSpc>
              <a:spcBef>
                <a:spcPct val="0"/>
              </a:spcBef>
              <a:spcAft>
                <a:spcPct val="0"/>
              </a:spcAft>
              <a:buClrTx/>
              <a:buSzTx/>
              <a:buFontTx/>
              <a:buNone/>
              <a:tabLst/>
              <a:defRPr/>
            </a:pPr>
            <a:r>
              <a:rPr kumimoji="1" lang="en-US" altLang="ko-KR" sz="700" b="0" i="0" u="none" strike="noStrike" kern="0" cap="none" spc="0" normalizeH="0" baseline="0" noProof="0" dirty="0">
                <a:ln>
                  <a:noFill/>
                </a:ln>
                <a:solidFill>
                  <a:schemeClr val="bg1"/>
                </a:solidFill>
                <a:effectLst/>
                <a:uLnTx/>
                <a:uFillTx/>
                <a:latin typeface="+mn-ea"/>
                <a:cs typeface="+mn-cs"/>
              </a:rPr>
              <a:t>3</a:t>
            </a:r>
            <a:r>
              <a:rPr kumimoji="1" lang="en-US" altLang="ko-KR" sz="700" b="0" i="0" u="none" strike="noStrike" kern="0" cap="none" spc="0" normalizeH="0" baseline="0" noProof="0">
                <a:ln>
                  <a:noFill/>
                </a:ln>
                <a:solidFill>
                  <a:schemeClr val="bg1"/>
                </a:solidFill>
                <a:effectLst/>
                <a:uLnTx/>
                <a:uFillTx/>
                <a:latin typeface="+mn-ea"/>
                <a:cs typeface="+mn-cs"/>
              </a:rPr>
              <a:t>. </a:t>
            </a:r>
            <a:r>
              <a:rPr kumimoji="1" lang="ko-KR" altLang="en-US" sz="700" b="0" i="0" u="none" strike="noStrike" kern="0" cap="none" spc="0" normalizeH="0" baseline="0" noProof="0" dirty="0">
                <a:ln>
                  <a:noFill/>
                </a:ln>
                <a:solidFill>
                  <a:schemeClr val="bg1"/>
                </a:solidFill>
                <a:effectLst/>
                <a:uLnTx/>
                <a:uFillTx/>
                <a:latin typeface="+mn-ea"/>
                <a:cs typeface="+mn-cs"/>
              </a:rPr>
              <a:t>스페인</a:t>
            </a:r>
          </a:p>
        </p:txBody>
      </p:sp>
      <p:sp>
        <p:nvSpPr>
          <p:cNvPr id="94" name="사각형: 둥근 모서리 93">
            <a:extLst>
              <a:ext uri="{FF2B5EF4-FFF2-40B4-BE49-F238E27FC236}">
                <a16:creationId xmlns:a16="http://schemas.microsoft.com/office/drawing/2014/main" id="{1F788703-F0DA-4B08-9DAA-BAEB8E1317CA}"/>
              </a:ext>
            </a:extLst>
          </p:cNvPr>
          <p:cNvSpPr/>
          <p:nvPr/>
        </p:nvSpPr>
        <p:spPr>
          <a:xfrm>
            <a:off x="3008784" y="4530138"/>
            <a:ext cx="697433" cy="165140"/>
          </a:xfrm>
          <a:prstGeom prst="roundRect">
            <a:avLst>
              <a:gd name="adj" fmla="val 0"/>
            </a:avLst>
          </a:prstGeom>
          <a:solidFill>
            <a:schemeClr val="tx1">
              <a:lumMod val="50000"/>
              <a:lumOff val="50000"/>
            </a:schemeClr>
          </a:solidFill>
          <a:ln w="3175" algn="ctr">
            <a:solidFill>
              <a:schemeClr val="bg1">
                <a:lumMod val="50000"/>
              </a:schemeClr>
            </a:solidFill>
            <a:round/>
            <a:headEnd/>
            <a:tailEnd/>
          </a:ln>
        </p:spPr>
        <p:txBody>
          <a:bodyPr wrap="none" lIns="80788" tIns="40395" rIns="80788" bIns="40395" rtlCol="0" anchor="ctr"/>
          <a:lstStyle/>
          <a:p>
            <a:pPr marL="0" marR="0" lvl="0" indent="0" defTabSz="822974" rtl="0" eaLnBrk="1" fontAlgn="base" latinLnBrk="0" hangingPunct="1">
              <a:lnSpc>
                <a:spcPct val="100000"/>
              </a:lnSpc>
              <a:spcBef>
                <a:spcPct val="0"/>
              </a:spcBef>
              <a:spcAft>
                <a:spcPct val="0"/>
              </a:spcAft>
              <a:buClrTx/>
              <a:buSzTx/>
              <a:buFontTx/>
              <a:buNone/>
              <a:tabLst/>
              <a:defRPr/>
            </a:pPr>
            <a:r>
              <a:rPr kumimoji="1" lang="en-US" altLang="ko-KR" sz="700" b="0" i="0" u="none" strike="noStrike" kern="0" cap="none" spc="0" normalizeH="0" baseline="0" noProof="0" dirty="0">
                <a:ln>
                  <a:noFill/>
                </a:ln>
                <a:solidFill>
                  <a:schemeClr val="bg1"/>
                </a:solidFill>
                <a:effectLst/>
                <a:uLnTx/>
                <a:uFillTx/>
                <a:latin typeface="+mn-ea"/>
                <a:cs typeface="+mn-cs"/>
              </a:rPr>
              <a:t>4. </a:t>
            </a:r>
            <a:r>
              <a:rPr kumimoji="1" lang="ko-KR" altLang="en-US" sz="700" b="0" i="0" u="none" strike="noStrike" kern="0" cap="none" spc="0" normalizeH="0" baseline="0" noProof="0" dirty="0">
                <a:ln>
                  <a:noFill/>
                </a:ln>
                <a:solidFill>
                  <a:schemeClr val="bg1"/>
                </a:solidFill>
                <a:effectLst/>
                <a:uLnTx/>
                <a:uFillTx/>
                <a:latin typeface="+mn-ea"/>
                <a:cs typeface="+mn-cs"/>
              </a:rPr>
              <a:t>독일 </a:t>
            </a:r>
          </a:p>
        </p:txBody>
      </p:sp>
      <p:sp>
        <p:nvSpPr>
          <p:cNvPr id="100" name="TextBox 99">
            <a:extLst>
              <a:ext uri="{FF2B5EF4-FFF2-40B4-BE49-F238E27FC236}">
                <a16:creationId xmlns:a16="http://schemas.microsoft.com/office/drawing/2014/main" id="{0C860F9F-0599-4991-90AF-9C0E306F8CC5}"/>
              </a:ext>
            </a:extLst>
          </p:cNvPr>
          <p:cNvSpPr txBox="1"/>
          <p:nvPr/>
        </p:nvSpPr>
        <p:spPr>
          <a:xfrm>
            <a:off x="4492812" y="3789620"/>
            <a:ext cx="388180" cy="184666"/>
          </a:xfrm>
          <a:prstGeom prst="rect">
            <a:avLst/>
          </a:prstGeom>
          <a:noFill/>
        </p:spPr>
        <p:txBody>
          <a:bodyPr wrap="square" rtlCol="0">
            <a:spAutoFit/>
          </a:bodyPr>
          <a:lstStyle/>
          <a:p>
            <a:r>
              <a:rPr lang="en-US" altLang="ko-KR" sz="600" b="1" dirty="0">
                <a:latin typeface="나눔고딕" panose="020D0604000000000000" pitchFamily="50" charset="-127"/>
                <a:ea typeface="나눔고딕" panose="020D0604000000000000" pitchFamily="50" charset="-127"/>
              </a:rPr>
              <a:t>50% </a:t>
            </a:r>
            <a:endParaRPr lang="en-US" altLang="ko-KR" sz="400" dirty="0">
              <a:solidFill>
                <a:srgbClr val="C00000"/>
              </a:solidFill>
              <a:latin typeface="나눔고딕" panose="020D0604000000000000" pitchFamily="50" charset="-127"/>
              <a:ea typeface="나눔고딕" panose="020D0604000000000000" pitchFamily="50" charset="-127"/>
            </a:endParaRPr>
          </a:p>
        </p:txBody>
      </p:sp>
      <p:sp>
        <p:nvSpPr>
          <p:cNvPr id="101" name="TextBox 100">
            <a:extLst>
              <a:ext uri="{FF2B5EF4-FFF2-40B4-BE49-F238E27FC236}">
                <a16:creationId xmlns:a16="http://schemas.microsoft.com/office/drawing/2014/main" id="{66EE377C-6A89-47BB-B50C-3B20ECE1A315}"/>
              </a:ext>
            </a:extLst>
          </p:cNvPr>
          <p:cNvSpPr txBox="1"/>
          <p:nvPr/>
        </p:nvSpPr>
        <p:spPr>
          <a:xfrm>
            <a:off x="4035564" y="4044042"/>
            <a:ext cx="388180" cy="184666"/>
          </a:xfrm>
          <a:prstGeom prst="rect">
            <a:avLst/>
          </a:prstGeom>
          <a:noFill/>
        </p:spPr>
        <p:txBody>
          <a:bodyPr wrap="square" rtlCol="0">
            <a:spAutoFit/>
          </a:bodyPr>
          <a:lstStyle/>
          <a:p>
            <a:r>
              <a:rPr lang="en-US" altLang="ko-KR" sz="600" b="1" dirty="0">
                <a:latin typeface="나눔고딕" panose="020D0604000000000000" pitchFamily="50" charset="-127"/>
                <a:ea typeface="나눔고딕" panose="020D0604000000000000" pitchFamily="50" charset="-127"/>
              </a:rPr>
              <a:t>25%  </a:t>
            </a:r>
            <a:endParaRPr lang="en-US" altLang="ko-KR" sz="400" dirty="0">
              <a:solidFill>
                <a:srgbClr val="C00000"/>
              </a:solidFill>
              <a:latin typeface="나눔고딕" panose="020D0604000000000000" pitchFamily="50" charset="-127"/>
              <a:ea typeface="나눔고딕" panose="020D0604000000000000" pitchFamily="50" charset="-127"/>
            </a:endParaRPr>
          </a:p>
        </p:txBody>
      </p:sp>
      <p:sp>
        <p:nvSpPr>
          <p:cNvPr id="102" name="TextBox 101">
            <a:extLst>
              <a:ext uri="{FF2B5EF4-FFF2-40B4-BE49-F238E27FC236}">
                <a16:creationId xmlns:a16="http://schemas.microsoft.com/office/drawing/2014/main" id="{5B064D3A-EBD7-410D-9667-1F1ED12905ED}"/>
              </a:ext>
            </a:extLst>
          </p:cNvPr>
          <p:cNvSpPr txBox="1"/>
          <p:nvPr/>
        </p:nvSpPr>
        <p:spPr>
          <a:xfrm>
            <a:off x="3770392" y="4290844"/>
            <a:ext cx="388180" cy="184666"/>
          </a:xfrm>
          <a:prstGeom prst="rect">
            <a:avLst/>
          </a:prstGeom>
          <a:noFill/>
        </p:spPr>
        <p:txBody>
          <a:bodyPr wrap="square" rtlCol="0">
            <a:spAutoFit/>
          </a:bodyPr>
          <a:lstStyle/>
          <a:p>
            <a:r>
              <a:rPr lang="en-US" altLang="ko-KR" sz="600" b="1" dirty="0">
                <a:latin typeface="나눔고딕" panose="020D0604000000000000" pitchFamily="50" charset="-127"/>
                <a:ea typeface="나눔고딕" panose="020D0604000000000000" pitchFamily="50" charset="-127"/>
              </a:rPr>
              <a:t>15%  </a:t>
            </a:r>
            <a:endParaRPr lang="en-US" altLang="ko-KR" sz="400" dirty="0">
              <a:solidFill>
                <a:srgbClr val="C00000"/>
              </a:solidFill>
              <a:latin typeface="나눔고딕" panose="020D0604000000000000" pitchFamily="50" charset="-127"/>
              <a:ea typeface="나눔고딕" panose="020D0604000000000000" pitchFamily="50" charset="-127"/>
            </a:endParaRPr>
          </a:p>
        </p:txBody>
      </p:sp>
      <p:sp>
        <p:nvSpPr>
          <p:cNvPr id="103" name="사각형: 둥근 모서리 102">
            <a:extLst>
              <a:ext uri="{FF2B5EF4-FFF2-40B4-BE49-F238E27FC236}">
                <a16:creationId xmlns:a16="http://schemas.microsoft.com/office/drawing/2014/main" id="{996EA673-F470-4F0B-80B6-DE48A15764D0}"/>
              </a:ext>
            </a:extLst>
          </p:cNvPr>
          <p:cNvSpPr/>
          <p:nvPr/>
        </p:nvSpPr>
        <p:spPr>
          <a:xfrm>
            <a:off x="3008784" y="4768408"/>
            <a:ext cx="576391" cy="165140"/>
          </a:xfrm>
          <a:prstGeom prst="roundRect">
            <a:avLst>
              <a:gd name="adj" fmla="val 0"/>
            </a:avLst>
          </a:prstGeom>
          <a:solidFill>
            <a:schemeClr val="tx1">
              <a:lumMod val="50000"/>
              <a:lumOff val="50000"/>
            </a:schemeClr>
          </a:solidFill>
          <a:ln w="3175" algn="ctr">
            <a:solidFill>
              <a:schemeClr val="bg1">
                <a:lumMod val="50000"/>
              </a:schemeClr>
            </a:solidFill>
            <a:round/>
            <a:headEnd/>
            <a:tailEnd/>
          </a:ln>
        </p:spPr>
        <p:txBody>
          <a:bodyPr wrap="none" lIns="80788" tIns="40395" rIns="80788" bIns="40395" rtlCol="0" anchor="ctr"/>
          <a:lstStyle/>
          <a:p>
            <a:pPr marL="0" marR="0" lvl="0" indent="0" defTabSz="822974" rtl="0" eaLnBrk="1" fontAlgn="base" latinLnBrk="0" hangingPunct="1">
              <a:lnSpc>
                <a:spcPct val="100000"/>
              </a:lnSpc>
              <a:spcBef>
                <a:spcPct val="0"/>
              </a:spcBef>
              <a:spcAft>
                <a:spcPct val="0"/>
              </a:spcAft>
              <a:buClrTx/>
              <a:buSzTx/>
              <a:buFontTx/>
              <a:buNone/>
              <a:tabLst/>
              <a:defRPr/>
            </a:pPr>
            <a:r>
              <a:rPr kumimoji="1" lang="en-US" altLang="ko-KR" sz="700" b="0" i="0" u="none" strike="noStrike" kern="0" cap="none" spc="0" normalizeH="0" baseline="0" noProof="0" dirty="0">
                <a:ln>
                  <a:noFill/>
                </a:ln>
                <a:solidFill>
                  <a:schemeClr val="bg1"/>
                </a:solidFill>
                <a:effectLst/>
                <a:uLnTx/>
                <a:uFillTx/>
                <a:latin typeface="+mn-ea"/>
                <a:cs typeface="+mn-cs"/>
              </a:rPr>
              <a:t>5</a:t>
            </a:r>
            <a:r>
              <a:rPr kumimoji="1" lang="en-US" altLang="ko-KR" sz="700" b="0" i="0" u="none" strike="noStrike" kern="0" cap="none" spc="0" normalizeH="0" baseline="0" noProof="0">
                <a:ln>
                  <a:noFill/>
                </a:ln>
                <a:solidFill>
                  <a:schemeClr val="bg1"/>
                </a:solidFill>
                <a:effectLst/>
                <a:uLnTx/>
                <a:uFillTx/>
                <a:latin typeface="+mn-ea"/>
                <a:cs typeface="+mn-cs"/>
              </a:rPr>
              <a:t>. </a:t>
            </a:r>
            <a:r>
              <a:rPr kumimoji="1" lang="ko-KR" altLang="en-US" sz="700" b="0" i="0" u="none" strike="noStrike" kern="0" cap="none" spc="0" normalizeH="0" baseline="0" noProof="0" dirty="0">
                <a:ln>
                  <a:noFill/>
                </a:ln>
                <a:solidFill>
                  <a:schemeClr val="bg1"/>
                </a:solidFill>
                <a:effectLst/>
                <a:uLnTx/>
                <a:uFillTx/>
                <a:latin typeface="+mn-ea"/>
                <a:cs typeface="+mn-cs"/>
              </a:rPr>
              <a:t>동유럽</a:t>
            </a:r>
          </a:p>
        </p:txBody>
      </p:sp>
      <p:sp>
        <p:nvSpPr>
          <p:cNvPr id="105" name="TextBox 104">
            <a:extLst>
              <a:ext uri="{FF2B5EF4-FFF2-40B4-BE49-F238E27FC236}">
                <a16:creationId xmlns:a16="http://schemas.microsoft.com/office/drawing/2014/main" id="{6EA7D704-96B0-48B0-B88C-8A4F340F24A1}"/>
              </a:ext>
            </a:extLst>
          </p:cNvPr>
          <p:cNvSpPr txBox="1"/>
          <p:nvPr/>
        </p:nvSpPr>
        <p:spPr>
          <a:xfrm>
            <a:off x="3706004" y="4532858"/>
            <a:ext cx="388180" cy="184666"/>
          </a:xfrm>
          <a:prstGeom prst="rect">
            <a:avLst/>
          </a:prstGeom>
          <a:noFill/>
        </p:spPr>
        <p:txBody>
          <a:bodyPr wrap="square" rtlCol="0">
            <a:spAutoFit/>
          </a:bodyPr>
          <a:lstStyle/>
          <a:p>
            <a:r>
              <a:rPr lang="en-US" altLang="ko-KR" sz="600" b="1" dirty="0">
                <a:latin typeface="나눔고딕" panose="020D0604000000000000" pitchFamily="50" charset="-127"/>
                <a:ea typeface="나눔고딕" panose="020D0604000000000000" pitchFamily="50" charset="-127"/>
              </a:rPr>
              <a:t>13%   </a:t>
            </a:r>
            <a:endParaRPr lang="en-US" altLang="ko-KR" sz="400" dirty="0">
              <a:solidFill>
                <a:srgbClr val="C00000"/>
              </a:solidFill>
              <a:latin typeface="나눔고딕" panose="020D0604000000000000" pitchFamily="50" charset="-127"/>
              <a:ea typeface="나눔고딕" panose="020D0604000000000000" pitchFamily="50" charset="-127"/>
            </a:endParaRPr>
          </a:p>
        </p:txBody>
      </p:sp>
      <p:sp>
        <p:nvSpPr>
          <p:cNvPr id="106" name="TextBox 105">
            <a:extLst>
              <a:ext uri="{FF2B5EF4-FFF2-40B4-BE49-F238E27FC236}">
                <a16:creationId xmlns:a16="http://schemas.microsoft.com/office/drawing/2014/main" id="{AAD9E2A2-2B11-48F1-B4D4-6A463BF5C425}"/>
              </a:ext>
            </a:extLst>
          </p:cNvPr>
          <p:cNvSpPr txBox="1"/>
          <p:nvPr/>
        </p:nvSpPr>
        <p:spPr>
          <a:xfrm>
            <a:off x="3561988" y="4764122"/>
            <a:ext cx="388180" cy="184666"/>
          </a:xfrm>
          <a:prstGeom prst="rect">
            <a:avLst/>
          </a:prstGeom>
          <a:noFill/>
        </p:spPr>
        <p:txBody>
          <a:bodyPr wrap="square" rtlCol="0">
            <a:spAutoFit/>
          </a:bodyPr>
          <a:lstStyle/>
          <a:p>
            <a:r>
              <a:rPr lang="en-US" altLang="ko-KR" sz="600" b="1" dirty="0">
                <a:latin typeface="나눔고딕" panose="020D0604000000000000" pitchFamily="50" charset="-127"/>
                <a:ea typeface="나눔고딕" panose="020D0604000000000000" pitchFamily="50" charset="-127"/>
              </a:rPr>
              <a:t>7%   </a:t>
            </a:r>
            <a:endParaRPr lang="en-US" altLang="ko-KR" sz="400" dirty="0">
              <a:solidFill>
                <a:srgbClr val="C00000"/>
              </a:solidFill>
              <a:latin typeface="나눔고딕" panose="020D0604000000000000" pitchFamily="50" charset="-127"/>
              <a:ea typeface="나눔고딕" panose="020D0604000000000000" pitchFamily="50" charset="-127"/>
            </a:endParaRPr>
          </a:p>
        </p:txBody>
      </p:sp>
      <p:sp>
        <p:nvSpPr>
          <p:cNvPr id="107" name="직사각형 106">
            <a:extLst>
              <a:ext uri="{FF2B5EF4-FFF2-40B4-BE49-F238E27FC236}">
                <a16:creationId xmlns:a16="http://schemas.microsoft.com/office/drawing/2014/main" id="{0E9919E4-3B3A-4DFE-B0A7-83F09393204B}"/>
              </a:ext>
            </a:extLst>
          </p:cNvPr>
          <p:cNvSpPr/>
          <p:nvPr/>
        </p:nvSpPr>
        <p:spPr>
          <a:xfrm>
            <a:off x="5400912" y="1311286"/>
            <a:ext cx="2123836" cy="830997"/>
          </a:xfrm>
          <a:prstGeom prst="rect">
            <a:avLst/>
          </a:prstGeom>
        </p:spPr>
        <p:txBody>
          <a:bodyPr wrap="square">
            <a:spAutoFit/>
          </a:bodyPr>
          <a:lstStyle/>
          <a:p>
            <a:r>
              <a:rPr lang="ko-KR" altLang="en-US" sz="800" dirty="0">
                <a:latin typeface="나눔고딕" panose="020D0604000000000000" pitchFamily="50" charset="-127"/>
                <a:ea typeface="나눔고딕" panose="020D0604000000000000" pitchFamily="50" charset="-127"/>
              </a:rPr>
              <a:t>바쁜 일상과 지속되는 무더위에 지치셨나요</a:t>
            </a:r>
            <a:r>
              <a:rPr lang="en-US" altLang="ko-KR" sz="800" dirty="0">
                <a:latin typeface="나눔고딕" panose="020D0604000000000000" pitchFamily="50" charset="-127"/>
                <a:ea typeface="나눔고딕" panose="020D0604000000000000" pitchFamily="50" charset="-127"/>
              </a:rPr>
              <a:t>?</a:t>
            </a:r>
            <a:r>
              <a:rPr lang="ko-KR" altLang="en-US" sz="800" dirty="0">
                <a:latin typeface="나눔고딕" panose="020D0604000000000000" pitchFamily="50" charset="-127"/>
                <a:ea typeface="나눔고딕" panose="020D0604000000000000" pitchFamily="50" charset="-127"/>
              </a:rPr>
              <a:t> </a:t>
            </a:r>
            <a:br>
              <a:rPr lang="en-US" altLang="ko-KR" sz="800" dirty="0">
                <a:latin typeface="나눔고딕" panose="020D0604000000000000" pitchFamily="50" charset="-127"/>
                <a:ea typeface="나눔고딕" panose="020D0604000000000000" pitchFamily="50" charset="-127"/>
              </a:rPr>
            </a:br>
            <a:r>
              <a:rPr lang="ko-KR" altLang="en-US" sz="800" dirty="0">
                <a:latin typeface="나눔고딕" panose="020D0604000000000000" pitchFamily="50" charset="-127"/>
                <a:ea typeface="나눔고딕" panose="020D0604000000000000" pitchFamily="50" charset="-127"/>
              </a:rPr>
              <a:t>그렇다면 호텔</a:t>
            </a:r>
            <a:r>
              <a:rPr lang="en-US" altLang="ko-KR" sz="800" dirty="0">
                <a:latin typeface="나눔고딕" panose="020D0604000000000000" pitchFamily="50" charset="-127"/>
                <a:ea typeface="나눔고딕" panose="020D0604000000000000" pitchFamily="50" charset="-127"/>
              </a:rPr>
              <a:t>+</a:t>
            </a:r>
            <a:r>
              <a:rPr lang="ko-KR" altLang="en-US" sz="800" dirty="0">
                <a:latin typeface="나눔고딕" panose="020D0604000000000000" pitchFamily="50" charset="-127"/>
                <a:ea typeface="나눔고딕" panose="020D0604000000000000" pitchFamily="50" charset="-127"/>
              </a:rPr>
              <a:t>휴가를 합친</a:t>
            </a:r>
            <a:r>
              <a:rPr lang="en-US" altLang="ko-KR" sz="800" dirty="0">
                <a:latin typeface="나눔고딕" panose="020D0604000000000000" pitchFamily="50" charset="-127"/>
                <a:ea typeface="나눔고딕" panose="020D0604000000000000" pitchFamily="50" charset="-127"/>
              </a:rPr>
              <a:t> </a:t>
            </a:r>
            <a:r>
              <a:rPr lang="ko-KR" altLang="en-US" sz="800" u="sng" dirty="0" err="1">
                <a:latin typeface="나눔고딕" panose="020D0604000000000000" pitchFamily="50" charset="-127"/>
                <a:ea typeface="나눔고딕" panose="020D0604000000000000" pitchFamily="50" charset="-127"/>
              </a:rPr>
              <a:t>호캉스</a:t>
            </a:r>
            <a:r>
              <a:rPr lang="ko-KR" altLang="en-US" sz="800" dirty="0" err="1">
                <a:latin typeface="나눔고딕" panose="020D0604000000000000" pitchFamily="50" charset="-127"/>
                <a:ea typeface="나눔고딕" panose="020D0604000000000000" pitchFamily="50" charset="-127"/>
              </a:rPr>
              <a:t>를</a:t>
            </a:r>
            <a:r>
              <a:rPr lang="ko-KR" altLang="en-US" sz="800" dirty="0">
                <a:latin typeface="나눔고딕" panose="020D0604000000000000" pitchFamily="50" charset="-127"/>
                <a:ea typeface="나눔고딕" panose="020D0604000000000000" pitchFamily="50" charset="-127"/>
              </a:rPr>
              <a:t> 떠나보세요</a:t>
            </a:r>
            <a:r>
              <a:rPr lang="en-US" altLang="ko-KR" sz="800" dirty="0">
                <a:latin typeface="나눔고딕" panose="020D0604000000000000" pitchFamily="50" charset="-127"/>
                <a:ea typeface="나눔고딕" panose="020D0604000000000000" pitchFamily="50" charset="-127"/>
              </a:rPr>
              <a:t>.</a:t>
            </a:r>
          </a:p>
          <a:p>
            <a:r>
              <a:rPr lang="ko-KR" altLang="en-US" sz="800" dirty="0">
                <a:latin typeface="나눔고딕" panose="020D0604000000000000" pitchFamily="50" charset="-127"/>
                <a:ea typeface="나눔고딕" panose="020D0604000000000000" pitchFamily="50" charset="-127"/>
              </a:rPr>
              <a:t>지난 </a:t>
            </a:r>
            <a:r>
              <a:rPr lang="en-US" altLang="ko-KR" sz="800" dirty="0">
                <a:latin typeface="나눔고딕" panose="020D0604000000000000" pitchFamily="50" charset="-127"/>
                <a:ea typeface="나눔고딕" panose="020D0604000000000000" pitchFamily="50" charset="-127"/>
              </a:rPr>
              <a:t>3</a:t>
            </a:r>
            <a:r>
              <a:rPr lang="ko-KR" altLang="en-US" sz="800" dirty="0">
                <a:latin typeface="나눔고딕" panose="020D0604000000000000" pitchFamily="50" charset="-127"/>
                <a:ea typeface="나눔고딕" panose="020D0604000000000000" pitchFamily="50" charset="-127"/>
              </a:rPr>
              <a:t>개년 여름 예약데이터를 분석하였을 때</a:t>
            </a:r>
            <a:r>
              <a:rPr lang="en-US" altLang="ko-KR" sz="800" dirty="0">
                <a:latin typeface="나눔고딕" panose="020D0604000000000000" pitchFamily="50" charset="-127"/>
                <a:ea typeface="나눔고딕" panose="020D0604000000000000" pitchFamily="50" charset="-127"/>
              </a:rPr>
              <a:t>, </a:t>
            </a:r>
            <a:br>
              <a:rPr lang="en-US" altLang="ko-KR" sz="800" dirty="0">
                <a:latin typeface="나눔고딕" panose="020D0604000000000000" pitchFamily="50" charset="-127"/>
                <a:ea typeface="나눔고딕" panose="020D0604000000000000" pitchFamily="50" charset="-127"/>
              </a:rPr>
            </a:br>
            <a:r>
              <a:rPr lang="en-US" altLang="ko-KR" sz="800" u="sng" dirty="0">
                <a:latin typeface="나눔고딕" panose="020D0604000000000000" pitchFamily="50" charset="-127"/>
                <a:ea typeface="나눔고딕" panose="020D0604000000000000" pitchFamily="50" charset="-127"/>
              </a:rPr>
              <a:t>4</a:t>
            </a:r>
            <a:r>
              <a:rPr lang="ko-KR" altLang="en-US" sz="800" u="sng" dirty="0">
                <a:latin typeface="나눔고딕" panose="020D0604000000000000" pitchFamily="50" charset="-127"/>
                <a:ea typeface="나눔고딕" panose="020D0604000000000000" pitchFamily="50" charset="-127"/>
              </a:rPr>
              <a:t>성급 이상 고급 호텔</a:t>
            </a:r>
            <a:r>
              <a:rPr lang="ko-KR" altLang="en-US" sz="800" dirty="0">
                <a:latin typeface="나눔고딕" panose="020D0604000000000000" pitchFamily="50" charset="-127"/>
                <a:ea typeface="나눔고딕" panose="020D0604000000000000" pitchFamily="50" charset="-127"/>
              </a:rPr>
              <a:t> 상품을 선택한 비율이 매년 증가 추세를 보이고 있어요</a:t>
            </a:r>
            <a:r>
              <a:rPr lang="en-US" altLang="ko-KR" sz="800" dirty="0">
                <a:latin typeface="나눔고딕" panose="020D0604000000000000" pitchFamily="50" charset="-127"/>
                <a:ea typeface="나눔고딕" panose="020D0604000000000000" pitchFamily="50" charset="-127"/>
              </a:rPr>
              <a:t>.</a:t>
            </a:r>
          </a:p>
        </p:txBody>
      </p:sp>
      <p:grpSp>
        <p:nvGrpSpPr>
          <p:cNvPr id="108" name="그룹 107">
            <a:extLst>
              <a:ext uri="{FF2B5EF4-FFF2-40B4-BE49-F238E27FC236}">
                <a16:creationId xmlns:a16="http://schemas.microsoft.com/office/drawing/2014/main" id="{56882A93-1B7D-4F23-8EA1-4FACE488E8C7}"/>
              </a:ext>
            </a:extLst>
          </p:cNvPr>
          <p:cNvGrpSpPr/>
          <p:nvPr/>
        </p:nvGrpSpPr>
        <p:grpSpPr>
          <a:xfrm>
            <a:off x="5452654" y="2214291"/>
            <a:ext cx="2102311" cy="1196816"/>
            <a:chOff x="1763292" y="3159670"/>
            <a:chExt cx="2528070" cy="1933151"/>
          </a:xfrm>
        </p:grpSpPr>
        <p:sp>
          <p:nvSpPr>
            <p:cNvPr id="109" name="직사각형 108">
              <a:extLst>
                <a:ext uri="{FF2B5EF4-FFF2-40B4-BE49-F238E27FC236}">
                  <a16:creationId xmlns:a16="http://schemas.microsoft.com/office/drawing/2014/main" id="{1A5526D0-7E7E-45F9-A9A1-6E587FDD714F}"/>
                </a:ext>
              </a:extLst>
            </p:cNvPr>
            <p:cNvSpPr/>
            <p:nvPr/>
          </p:nvSpPr>
          <p:spPr>
            <a:xfrm>
              <a:off x="1763292" y="3159670"/>
              <a:ext cx="2528070" cy="1803994"/>
            </a:xfrm>
            <a:prstGeom prst="rect">
              <a:avLst/>
            </a:prstGeom>
            <a:pattFill prst="pct5">
              <a:fgClr>
                <a:schemeClr val="accent3"/>
              </a:fgClr>
              <a:bgClr>
                <a:schemeClr val="bg1"/>
              </a:bgClr>
            </a:patt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110" name="모서리가 둥근 직사각형 94">
              <a:extLst>
                <a:ext uri="{FF2B5EF4-FFF2-40B4-BE49-F238E27FC236}">
                  <a16:creationId xmlns:a16="http://schemas.microsoft.com/office/drawing/2014/main" id="{FE72D4C2-937E-4B86-B97F-AB9955ABAC12}"/>
                </a:ext>
              </a:extLst>
            </p:cNvPr>
            <p:cNvSpPr/>
            <p:nvPr/>
          </p:nvSpPr>
          <p:spPr>
            <a:xfrm rot="16200000">
              <a:off x="1907491" y="4211344"/>
              <a:ext cx="871047" cy="183663"/>
            </a:xfrm>
            <a:prstGeom prst="roundRect">
              <a:avLst/>
            </a:prstGeom>
            <a:solidFill>
              <a:schemeClr val="bg1">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111" name="모서리가 둥근 직사각형 95">
              <a:extLst>
                <a:ext uri="{FF2B5EF4-FFF2-40B4-BE49-F238E27FC236}">
                  <a16:creationId xmlns:a16="http://schemas.microsoft.com/office/drawing/2014/main" id="{9FDA55E2-D7DB-425D-86A3-CB3D424666AE}"/>
                </a:ext>
              </a:extLst>
            </p:cNvPr>
            <p:cNvSpPr/>
            <p:nvPr/>
          </p:nvSpPr>
          <p:spPr>
            <a:xfrm rot="16200000">
              <a:off x="2412896" y="4246074"/>
              <a:ext cx="801649" cy="183600"/>
            </a:xfrm>
            <a:prstGeom prst="roundRect">
              <a:avLst/>
            </a:prstGeom>
            <a:solidFill>
              <a:schemeClr val="bg1">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112" name="모서리가 둥근 직사각형 96">
              <a:extLst>
                <a:ext uri="{FF2B5EF4-FFF2-40B4-BE49-F238E27FC236}">
                  <a16:creationId xmlns:a16="http://schemas.microsoft.com/office/drawing/2014/main" id="{1D0E6F1E-C324-48D3-AAE9-B03BCBD7695A}"/>
                </a:ext>
              </a:extLst>
            </p:cNvPr>
            <p:cNvSpPr/>
            <p:nvPr/>
          </p:nvSpPr>
          <p:spPr>
            <a:xfrm rot="16200000">
              <a:off x="2814550" y="4177053"/>
              <a:ext cx="939692" cy="183600"/>
            </a:xfrm>
            <a:prstGeom prst="roundRect">
              <a:avLst/>
            </a:prstGeom>
            <a:solidFill>
              <a:schemeClr val="bg1">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113" name="모서리가 둥근 직사각형 97">
              <a:extLst>
                <a:ext uri="{FF2B5EF4-FFF2-40B4-BE49-F238E27FC236}">
                  <a16:creationId xmlns:a16="http://schemas.microsoft.com/office/drawing/2014/main" id="{72FD4752-C8C8-490F-B523-240B3F2DFB9B}"/>
                </a:ext>
              </a:extLst>
            </p:cNvPr>
            <p:cNvSpPr/>
            <p:nvPr/>
          </p:nvSpPr>
          <p:spPr>
            <a:xfrm rot="16200000">
              <a:off x="3264461" y="4156290"/>
              <a:ext cx="981218" cy="183600"/>
            </a:xfrm>
            <a:prstGeom prst="roundRect">
              <a:avLst/>
            </a:prstGeom>
            <a:solidFill>
              <a:schemeClr val="bg1">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114" name="TextBox 113">
              <a:extLst>
                <a:ext uri="{FF2B5EF4-FFF2-40B4-BE49-F238E27FC236}">
                  <a16:creationId xmlns:a16="http://schemas.microsoft.com/office/drawing/2014/main" id="{C19E84E5-A894-47EB-BF6F-DD4288525D40}"/>
                </a:ext>
              </a:extLst>
            </p:cNvPr>
            <p:cNvSpPr txBox="1"/>
            <p:nvPr/>
          </p:nvSpPr>
          <p:spPr>
            <a:xfrm>
              <a:off x="2056527" y="4743174"/>
              <a:ext cx="572971" cy="347995"/>
            </a:xfrm>
            <a:prstGeom prst="rect">
              <a:avLst/>
            </a:prstGeom>
            <a:noFill/>
          </p:spPr>
          <p:txBody>
            <a:bodyPr wrap="square" rtlCol="0">
              <a:spAutoFit/>
            </a:bodyPr>
            <a:lstStyle/>
            <a:p>
              <a:pPr algn="ctr"/>
              <a:r>
                <a:rPr lang="en-US" altLang="ko-KR" sz="400" dirty="0">
                  <a:latin typeface="나눔고딕" panose="020D0604000000000000" pitchFamily="50" charset="-127"/>
                  <a:ea typeface="나눔고딕" panose="020D0604000000000000" pitchFamily="50" charset="-127"/>
                </a:rPr>
                <a:t>16</a:t>
              </a:r>
              <a:r>
                <a:rPr lang="ko-KR" altLang="en-US" sz="400" dirty="0">
                  <a:latin typeface="나눔고딕" panose="020D0604000000000000" pitchFamily="50" charset="-127"/>
                  <a:ea typeface="나눔고딕" panose="020D0604000000000000" pitchFamily="50" charset="-127"/>
                </a:rPr>
                <a:t>년 </a:t>
              </a:r>
              <a:r>
                <a:rPr lang="en-US" altLang="ko-KR" sz="400" dirty="0">
                  <a:latin typeface="나눔고딕" panose="020D0604000000000000" pitchFamily="50" charset="-127"/>
                  <a:ea typeface="나눔고딕" panose="020D0604000000000000" pitchFamily="50" charset="-127"/>
                </a:rPr>
                <a:t>7</a:t>
              </a:r>
              <a:r>
                <a:rPr lang="ko-KR" altLang="en-US" sz="400" dirty="0">
                  <a:latin typeface="나눔고딕" panose="020D0604000000000000" pitchFamily="50" charset="-127"/>
                  <a:ea typeface="나눔고딕" panose="020D0604000000000000" pitchFamily="50" charset="-127"/>
                </a:rPr>
                <a:t>월</a:t>
              </a:r>
            </a:p>
          </p:txBody>
        </p:sp>
        <p:sp>
          <p:nvSpPr>
            <p:cNvPr id="119" name="TextBox 118">
              <a:extLst>
                <a:ext uri="{FF2B5EF4-FFF2-40B4-BE49-F238E27FC236}">
                  <a16:creationId xmlns:a16="http://schemas.microsoft.com/office/drawing/2014/main" id="{6B54012F-A69C-498C-8A2F-78BCEF73ADD9}"/>
                </a:ext>
              </a:extLst>
            </p:cNvPr>
            <p:cNvSpPr txBox="1"/>
            <p:nvPr/>
          </p:nvSpPr>
          <p:spPr>
            <a:xfrm>
              <a:off x="2511757" y="4743174"/>
              <a:ext cx="572971" cy="347995"/>
            </a:xfrm>
            <a:prstGeom prst="rect">
              <a:avLst/>
            </a:prstGeom>
            <a:noFill/>
          </p:spPr>
          <p:txBody>
            <a:bodyPr wrap="square" rtlCol="0">
              <a:spAutoFit/>
            </a:bodyPr>
            <a:lstStyle/>
            <a:p>
              <a:pPr algn="ctr"/>
              <a:r>
                <a:rPr lang="en-US" altLang="ko-KR" sz="400" dirty="0">
                  <a:latin typeface="나눔고딕" panose="020D0604000000000000" pitchFamily="50" charset="-127"/>
                  <a:ea typeface="나눔고딕" panose="020D0604000000000000" pitchFamily="50" charset="-127"/>
                </a:rPr>
                <a:t>17</a:t>
              </a:r>
              <a:r>
                <a:rPr lang="ko-KR" altLang="en-US" sz="400" dirty="0">
                  <a:latin typeface="나눔고딕" panose="020D0604000000000000" pitchFamily="50" charset="-127"/>
                  <a:ea typeface="나눔고딕" panose="020D0604000000000000" pitchFamily="50" charset="-127"/>
                </a:rPr>
                <a:t>년 </a:t>
              </a:r>
              <a:r>
                <a:rPr lang="en-US" altLang="ko-KR" sz="400" dirty="0">
                  <a:latin typeface="나눔고딕" panose="020D0604000000000000" pitchFamily="50" charset="-127"/>
                  <a:ea typeface="나눔고딕" panose="020D0604000000000000" pitchFamily="50" charset="-127"/>
                </a:rPr>
                <a:t>7</a:t>
              </a:r>
              <a:r>
                <a:rPr lang="ko-KR" altLang="en-US" sz="400" dirty="0">
                  <a:latin typeface="나눔고딕" panose="020D0604000000000000" pitchFamily="50" charset="-127"/>
                  <a:ea typeface="나눔고딕" panose="020D0604000000000000" pitchFamily="50" charset="-127"/>
                </a:rPr>
                <a:t>월</a:t>
              </a:r>
            </a:p>
          </p:txBody>
        </p:sp>
        <p:sp>
          <p:nvSpPr>
            <p:cNvPr id="120" name="TextBox 119">
              <a:extLst>
                <a:ext uri="{FF2B5EF4-FFF2-40B4-BE49-F238E27FC236}">
                  <a16:creationId xmlns:a16="http://schemas.microsoft.com/office/drawing/2014/main" id="{26F4ABF2-4E57-4E12-AC58-7E302A60577F}"/>
                </a:ext>
              </a:extLst>
            </p:cNvPr>
            <p:cNvSpPr txBox="1"/>
            <p:nvPr/>
          </p:nvSpPr>
          <p:spPr>
            <a:xfrm>
              <a:off x="2992445" y="4743174"/>
              <a:ext cx="572971" cy="347995"/>
            </a:xfrm>
            <a:prstGeom prst="rect">
              <a:avLst/>
            </a:prstGeom>
            <a:noFill/>
          </p:spPr>
          <p:txBody>
            <a:bodyPr wrap="square" rtlCol="0">
              <a:spAutoFit/>
            </a:bodyPr>
            <a:lstStyle/>
            <a:p>
              <a:pPr algn="ctr"/>
              <a:r>
                <a:rPr lang="en-US" altLang="ko-KR" sz="400" dirty="0">
                  <a:latin typeface="나눔고딕" panose="020D0604000000000000" pitchFamily="50" charset="-127"/>
                  <a:ea typeface="나눔고딕" panose="020D0604000000000000" pitchFamily="50" charset="-127"/>
                </a:rPr>
                <a:t>18</a:t>
              </a:r>
              <a:r>
                <a:rPr lang="ko-KR" altLang="en-US" sz="400" dirty="0">
                  <a:latin typeface="나눔고딕" panose="020D0604000000000000" pitchFamily="50" charset="-127"/>
                  <a:ea typeface="나눔고딕" panose="020D0604000000000000" pitchFamily="50" charset="-127"/>
                </a:rPr>
                <a:t>년 </a:t>
              </a:r>
              <a:r>
                <a:rPr lang="en-US" altLang="ko-KR" sz="400" dirty="0">
                  <a:latin typeface="나눔고딕" panose="020D0604000000000000" pitchFamily="50" charset="-127"/>
                  <a:ea typeface="나눔고딕" panose="020D0604000000000000" pitchFamily="50" charset="-127"/>
                </a:rPr>
                <a:t>7</a:t>
              </a:r>
              <a:r>
                <a:rPr lang="ko-KR" altLang="en-US" sz="400" dirty="0">
                  <a:latin typeface="나눔고딕" panose="020D0604000000000000" pitchFamily="50" charset="-127"/>
                  <a:ea typeface="나눔고딕" panose="020D0604000000000000" pitchFamily="50" charset="-127"/>
                </a:rPr>
                <a:t>월</a:t>
              </a:r>
            </a:p>
          </p:txBody>
        </p:sp>
        <p:cxnSp>
          <p:nvCxnSpPr>
            <p:cNvPr id="142" name="직선 연결선 141">
              <a:extLst>
                <a:ext uri="{FF2B5EF4-FFF2-40B4-BE49-F238E27FC236}">
                  <a16:creationId xmlns:a16="http://schemas.microsoft.com/office/drawing/2014/main" id="{C16A7010-5FB8-4994-8CA5-EF7F164D7BA4}"/>
                </a:ext>
              </a:extLst>
            </p:cNvPr>
            <p:cNvCxnSpPr>
              <a:endCxn id="157" idx="2"/>
            </p:cNvCxnSpPr>
            <p:nvPr/>
          </p:nvCxnSpPr>
          <p:spPr>
            <a:xfrm flipV="1">
              <a:off x="2087459" y="4096605"/>
              <a:ext cx="234018" cy="1149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4" name="직선 연결선 153">
              <a:extLst>
                <a:ext uri="{FF2B5EF4-FFF2-40B4-BE49-F238E27FC236}">
                  <a16:creationId xmlns:a16="http://schemas.microsoft.com/office/drawing/2014/main" id="{6A17B068-537C-457B-9F46-E712D0194893}"/>
                </a:ext>
              </a:extLst>
            </p:cNvPr>
            <p:cNvCxnSpPr>
              <a:stCxn id="157" idx="6"/>
              <a:endCxn id="158" idx="1"/>
            </p:cNvCxnSpPr>
            <p:nvPr/>
          </p:nvCxnSpPr>
          <p:spPr>
            <a:xfrm>
              <a:off x="2367196" y="4096605"/>
              <a:ext cx="433416" cy="67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5" name="직선 연결선 154">
              <a:extLst>
                <a:ext uri="{FF2B5EF4-FFF2-40B4-BE49-F238E27FC236}">
                  <a16:creationId xmlns:a16="http://schemas.microsoft.com/office/drawing/2014/main" id="{F6EA515D-F71C-457B-B588-2274B2C4281B}"/>
                </a:ext>
              </a:extLst>
            </p:cNvPr>
            <p:cNvCxnSpPr>
              <a:stCxn id="158" idx="7"/>
              <a:endCxn id="159" idx="3"/>
            </p:cNvCxnSpPr>
            <p:nvPr/>
          </p:nvCxnSpPr>
          <p:spPr>
            <a:xfrm flipV="1">
              <a:off x="2832941" y="4036569"/>
              <a:ext cx="440111" cy="1276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6" name="직선 연결선 155">
              <a:extLst>
                <a:ext uri="{FF2B5EF4-FFF2-40B4-BE49-F238E27FC236}">
                  <a16:creationId xmlns:a16="http://schemas.microsoft.com/office/drawing/2014/main" id="{0D970CE3-ADE0-4F4C-834C-B87C8FC456BD}"/>
                </a:ext>
              </a:extLst>
            </p:cNvPr>
            <p:cNvCxnSpPr>
              <a:stCxn id="159" idx="6"/>
              <a:endCxn id="161" idx="2"/>
            </p:cNvCxnSpPr>
            <p:nvPr/>
          </p:nvCxnSpPr>
          <p:spPr>
            <a:xfrm flipV="1">
              <a:off x="3312076" y="3928965"/>
              <a:ext cx="419101" cy="91440"/>
            </a:xfrm>
            <a:prstGeom prst="line">
              <a:avLst/>
            </a:prstGeom>
          </p:spPr>
          <p:style>
            <a:lnRef idx="1">
              <a:schemeClr val="accent1"/>
            </a:lnRef>
            <a:fillRef idx="0">
              <a:schemeClr val="accent1"/>
            </a:fillRef>
            <a:effectRef idx="0">
              <a:schemeClr val="accent1"/>
            </a:effectRef>
            <a:fontRef idx="minor">
              <a:schemeClr val="tx1"/>
            </a:fontRef>
          </p:style>
        </p:cxnSp>
        <p:sp>
          <p:nvSpPr>
            <p:cNvPr id="157" name="타원 156">
              <a:extLst>
                <a:ext uri="{FF2B5EF4-FFF2-40B4-BE49-F238E27FC236}">
                  <a16:creationId xmlns:a16="http://schemas.microsoft.com/office/drawing/2014/main" id="{9A16A985-7408-4495-8D98-00788BD91F8D}"/>
                </a:ext>
              </a:extLst>
            </p:cNvPr>
            <p:cNvSpPr/>
            <p:nvPr/>
          </p:nvSpPr>
          <p:spPr>
            <a:xfrm>
              <a:off x="2321477" y="4073745"/>
              <a:ext cx="45719" cy="4571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158" name="타원 157">
              <a:extLst>
                <a:ext uri="{FF2B5EF4-FFF2-40B4-BE49-F238E27FC236}">
                  <a16:creationId xmlns:a16="http://schemas.microsoft.com/office/drawing/2014/main" id="{DE2CFE72-14C6-46B8-AC6F-8034F2A86638}"/>
                </a:ext>
              </a:extLst>
            </p:cNvPr>
            <p:cNvSpPr/>
            <p:nvPr/>
          </p:nvSpPr>
          <p:spPr>
            <a:xfrm>
              <a:off x="2793917" y="4157565"/>
              <a:ext cx="45719" cy="4571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159" name="타원 158">
              <a:extLst>
                <a:ext uri="{FF2B5EF4-FFF2-40B4-BE49-F238E27FC236}">
                  <a16:creationId xmlns:a16="http://schemas.microsoft.com/office/drawing/2014/main" id="{5900E589-03D5-4714-8544-5C832D9A80C5}"/>
                </a:ext>
              </a:extLst>
            </p:cNvPr>
            <p:cNvSpPr/>
            <p:nvPr/>
          </p:nvSpPr>
          <p:spPr>
            <a:xfrm>
              <a:off x="3266357" y="3997545"/>
              <a:ext cx="45719" cy="4571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161" name="타원 160">
              <a:extLst>
                <a:ext uri="{FF2B5EF4-FFF2-40B4-BE49-F238E27FC236}">
                  <a16:creationId xmlns:a16="http://schemas.microsoft.com/office/drawing/2014/main" id="{AC040925-2F42-4766-A98D-729F0F2D7E8E}"/>
                </a:ext>
              </a:extLst>
            </p:cNvPr>
            <p:cNvSpPr/>
            <p:nvPr/>
          </p:nvSpPr>
          <p:spPr>
            <a:xfrm>
              <a:off x="3731177" y="3906105"/>
              <a:ext cx="45719" cy="4571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162" name="TextBox 161">
              <a:extLst>
                <a:ext uri="{FF2B5EF4-FFF2-40B4-BE49-F238E27FC236}">
                  <a16:creationId xmlns:a16="http://schemas.microsoft.com/office/drawing/2014/main" id="{A6A74551-06CA-4070-84B1-EEA84A75B960}"/>
                </a:ext>
              </a:extLst>
            </p:cNvPr>
            <p:cNvSpPr txBox="1"/>
            <p:nvPr/>
          </p:nvSpPr>
          <p:spPr>
            <a:xfrm>
              <a:off x="3473132" y="4744826"/>
              <a:ext cx="572971" cy="347995"/>
            </a:xfrm>
            <a:prstGeom prst="rect">
              <a:avLst/>
            </a:prstGeom>
            <a:noFill/>
          </p:spPr>
          <p:txBody>
            <a:bodyPr wrap="square" rtlCol="0">
              <a:spAutoFit/>
            </a:bodyPr>
            <a:lstStyle/>
            <a:p>
              <a:pPr algn="ctr"/>
              <a:r>
                <a:rPr lang="en-US" altLang="ko-KR" sz="400" dirty="0">
                  <a:latin typeface="나눔고딕" panose="020D0604000000000000" pitchFamily="50" charset="-127"/>
                  <a:ea typeface="나눔고딕" panose="020D0604000000000000" pitchFamily="50" charset="-127"/>
                </a:rPr>
                <a:t>19</a:t>
              </a:r>
              <a:r>
                <a:rPr lang="ko-KR" altLang="en-US" sz="400" dirty="0">
                  <a:latin typeface="나눔고딕" panose="020D0604000000000000" pitchFamily="50" charset="-127"/>
                  <a:ea typeface="나눔고딕" panose="020D0604000000000000" pitchFamily="50" charset="-127"/>
                </a:rPr>
                <a:t>년 </a:t>
              </a:r>
              <a:r>
                <a:rPr lang="en-US" altLang="ko-KR" sz="400" dirty="0">
                  <a:latin typeface="나눔고딕" panose="020D0604000000000000" pitchFamily="50" charset="-127"/>
                  <a:ea typeface="나눔고딕" panose="020D0604000000000000" pitchFamily="50" charset="-127"/>
                </a:rPr>
                <a:t>7</a:t>
              </a:r>
              <a:r>
                <a:rPr lang="ko-KR" altLang="en-US" sz="400" dirty="0">
                  <a:latin typeface="나눔고딕" panose="020D0604000000000000" pitchFamily="50" charset="-127"/>
                  <a:ea typeface="나눔고딕" panose="020D0604000000000000" pitchFamily="50" charset="-127"/>
                </a:rPr>
                <a:t>월</a:t>
              </a:r>
            </a:p>
          </p:txBody>
        </p:sp>
        <p:sp>
          <p:nvSpPr>
            <p:cNvPr id="163" name="TextBox 162">
              <a:extLst>
                <a:ext uri="{FF2B5EF4-FFF2-40B4-BE49-F238E27FC236}">
                  <a16:creationId xmlns:a16="http://schemas.microsoft.com/office/drawing/2014/main" id="{6795F3F0-40CA-4AD1-8013-915DC00983DE}"/>
                </a:ext>
              </a:extLst>
            </p:cNvPr>
            <p:cNvSpPr txBox="1"/>
            <p:nvPr/>
          </p:nvSpPr>
          <p:spPr>
            <a:xfrm>
              <a:off x="2133164" y="4151542"/>
              <a:ext cx="400229" cy="521991"/>
            </a:xfrm>
            <a:prstGeom prst="rect">
              <a:avLst/>
            </a:prstGeom>
            <a:noFill/>
          </p:spPr>
          <p:txBody>
            <a:bodyPr wrap="square" rtlCol="0">
              <a:spAutoFit/>
            </a:bodyPr>
            <a:lstStyle/>
            <a:p>
              <a:pPr algn="ctr"/>
              <a:r>
                <a:rPr lang="en-US" altLang="ko-KR" sz="500" dirty="0">
                  <a:latin typeface="나눔고딕" panose="020D0604000000000000" pitchFamily="50" charset="-127"/>
                  <a:ea typeface="나눔고딕" panose="020D0604000000000000" pitchFamily="50" charset="-127"/>
                </a:rPr>
                <a:t>36℃</a:t>
              </a:r>
              <a:endParaRPr lang="ko-KR" altLang="en-US" sz="500" dirty="0">
                <a:latin typeface="나눔고딕" panose="020D0604000000000000" pitchFamily="50" charset="-127"/>
                <a:ea typeface="나눔고딕" panose="020D0604000000000000" pitchFamily="50" charset="-127"/>
              </a:endParaRPr>
            </a:p>
          </p:txBody>
        </p:sp>
        <p:sp>
          <p:nvSpPr>
            <p:cNvPr id="164" name="TextBox 163">
              <a:extLst>
                <a:ext uri="{FF2B5EF4-FFF2-40B4-BE49-F238E27FC236}">
                  <a16:creationId xmlns:a16="http://schemas.microsoft.com/office/drawing/2014/main" id="{3FF9221C-4B0C-4607-AF20-97D6A04B82A4}"/>
                </a:ext>
              </a:extLst>
            </p:cNvPr>
            <p:cNvSpPr txBox="1"/>
            <p:nvPr/>
          </p:nvSpPr>
          <p:spPr>
            <a:xfrm>
              <a:off x="2616105" y="4206379"/>
              <a:ext cx="400229" cy="521991"/>
            </a:xfrm>
            <a:prstGeom prst="rect">
              <a:avLst/>
            </a:prstGeom>
            <a:noFill/>
          </p:spPr>
          <p:txBody>
            <a:bodyPr wrap="square" rtlCol="0">
              <a:spAutoFit/>
            </a:bodyPr>
            <a:lstStyle/>
            <a:p>
              <a:pPr algn="ctr"/>
              <a:r>
                <a:rPr lang="en-US" altLang="ko-KR" sz="500" dirty="0">
                  <a:latin typeface="나눔고딕" panose="020D0604000000000000" pitchFamily="50" charset="-127"/>
                  <a:ea typeface="나눔고딕" panose="020D0604000000000000" pitchFamily="50" charset="-127"/>
                </a:rPr>
                <a:t>35℃</a:t>
              </a:r>
              <a:endParaRPr lang="ko-KR" altLang="en-US" sz="500" dirty="0">
                <a:latin typeface="나눔고딕" panose="020D0604000000000000" pitchFamily="50" charset="-127"/>
                <a:ea typeface="나눔고딕" panose="020D0604000000000000" pitchFamily="50" charset="-127"/>
              </a:endParaRPr>
            </a:p>
          </p:txBody>
        </p:sp>
        <p:sp>
          <p:nvSpPr>
            <p:cNvPr id="165" name="TextBox 164">
              <a:extLst>
                <a:ext uri="{FF2B5EF4-FFF2-40B4-BE49-F238E27FC236}">
                  <a16:creationId xmlns:a16="http://schemas.microsoft.com/office/drawing/2014/main" id="{ACC3231F-278F-4960-9B9C-87EE7E8B33E9}"/>
                </a:ext>
              </a:extLst>
            </p:cNvPr>
            <p:cNvSpPr txBox="1"/>
            <p:nvPr/>
          </p:nvSpPr>
          <p:spPr>
            <a:xfrm>
              <a:off x="3089483" y="4039423"/>
              <a:ext cx="400229" cy="521991"/>
            </a:xfrm>
            <a:prstGeom prst="rect">
              <a:avLst/>
            </a:prstGeom>
            <a:noFill/>
          </p:spPr>
          <p:txBody>
            <a:bodyPr wrap="square" rtlCol="0">
              <a:spAutoFit/>
            </a:bodyPr>
            <a:lstStyle/>
            <a:p>
              <a:pPr algn="ctr"/>
              <a:r>
                <a:rPr lang="en-US" altLang="ko-KR" sz="500" dirty="0">
                  <a:latin typeface="나눔고딕" panose="020D0604000000000000" pitchFamily="50" charset="-127"/>
                  <a:ea typeface="나눔고딕" panose="020D0604000000000000" pitchFamily="50" charset="-127"/>
                </a:rPr>
                <a:t>38℃</a:t>
              </a:r>
              <a:endParaRPr lang="ko-KR" altLang="en-US" sz="500" dirty="0">
                <a:latin typeface="나눔고딕" panose="020D0604000000000000" pitchFamily="50" charset="-127"/>
                <a:ea typeface="나눔고딕" panose="020D0604000000000000" pitchFamily="50" charset="-127"/>
              </a:endParaRPr>
            </a:p>
          </p:txBody>
        </p:sp>
        <p:sp>
          <p:nvSpPr>
            <p:cNvPr id="166" name="TextBox 165">
              <a:extLst>
                <a:ext uri="{FF2B5EF4-FFF2-40B4-BE49-F238E27FC236}">
                  <a16:creationId xmlns:a16="http://schemas.microsoft.com/office/drawing/2014/main" id="{E2174EEF-784B-4BF0-B61D-2A3165758210}"/>
                </a:ext>
              </a:extLst>
            </p:cNvPr>
            <p:cNvSpPr txBox="1"/>
            <p:nvPr/>
          </p:nvSpPr>
          <p:spPr>
            <a:xfrm>
              <a:off x="3562087" y="3923931"/>
              <a:ext cx="400229" cy="521991"/>
            </a:xfrm>
            <a:prstGeom prst="rect">
              <a:avLst/>
            </a:prstGeom>
            <a:noFill/>
          </p:spPr>
          <p:txBody>
            <a:bodyPr wrap="square" rtlCol="0">
              <a:spAutoFit/>
            </a:bodyPr>
            <a:lstStyle/>
            <a:p>
              <a:pPr algn="ctr"/>
              <a:r>
                <a:rPr lang="en-US" altLang="ko-KR" sz="500" dirty="0">
                  <a:latin typeface="나눔고딕" panose="020D0604000000000000" pitchFamily="50" charset="-127"/>
                  <a:ea typeface="나눔고딕" panose="020D0604000000000000" pitchFamily="50" charset="-127"/>
                </a:rPr>
                <a:t>39℃</a:t>
              </a:r>
              <a:endParaRPr lang="ko-KR" altLang="en-US" sz="500" dirty="0">
                <a:latin typeface="나눔고딕" panose="020D0604000000000000" pitchFamily="50" charset="-127"/>
                <a:ea typeface="나눔고딕" panose="020D0604000000000000" pitchFamily="50" charset="-127"/>
              </a:endParaRPr>
            </a:p>
          </p:txBody>
        </p:sp>
        <p:sp>
          <p:nvSpPr>
            <p:cNvPr id="167" name="TextBox 166">
              <a:extLst>
                <a:ext uri="{FF2B5EF4-FFF2-40B4-BE49-F238E27FC236}">
                  <a16:creationId xmlns:a16="http://schemas.microsoft.com/office/drawing/2014/main" id="{BED56110-EA10-42F5-8B6D-EEC241DEBF2E}"/>
                </a:ext>
              </a:extLst>
            </p:cNvPr>
            <p:cNvSpPr txBox="1"/>
            <p:nvPr/>
          </p:nvSpPr>
          <p:spPr>
            <a:xfrm>
              <a:off x="2114695" y="3649207"/>
              <a:ext cx="445934" cy="397707"/>
            </a:xfrm>
            <a:prstGeom prst="rect">
              <a:avLst/>
            </a:prstGeom>
            <a:noFill/>
          </p:spPr>
          <p:txBody>
            <a:bodyPr wrap="square" rtlCol="0">
              <a:spAutoFit/>
            </a:bodyPr>
            <a:lstStyle/>
            <a:p>
              <a:pPr algn="ctr"/>
              <a:r>
                <a:rPr lang="en-US" altLang="ko-KR" sz="500" dirty="0">
                  <a:latin typeface="나눔고딕" panose="020D0604000000000000" pitchFamily="50" charset="-127"/>
                  <a:ea typeface="나눔고딕" panose="020D0604000000000000" pitchFamily="50" charset="-127"/>
                </a:rPr>
                <a:t>2</a:t>
              </a:r>
              <a:r>
                <a:rPr lang="ko-KR" altLang="en-US" sz="500" dirty="0">
                  <a:latin typeface="나눔고딕" panose="020D0604000000000000" pitchFamily="50" charset="-127"/>
                  <a:ea typeface="나눔고딕" panose="020D0604000000000000" pitchFamily="50" charset="-127"/>
                </a:rPr>
                <a:t>천</a:t>
              </a:r>
            </a:p>
          </p:txBody>
        </p:sp>
        <p:sp>
          <p:nvSpPr>
            <p:cNvPr id="168" name="TextBox 167">
              <a:extLst>
                <a:ext uri="{FF2B5EF4-FFF2-40B4-BE49-F238E27FC236}">
                  <a16:creationId xmlns:a16="http://schemas.microsoft.com/office/drawing/2014/main" id="{0D6EA8CE-4015-4601-92C0-42390DA5B352}"/>
                </a:ext>
              </a:extLst>
            </p:cNvPr>
            <p:cNvSpPr txBox="1"/>
            <p:nvPr/>
          </p:nvSpPr>
          <p:spPr>
            <a:xfrm>
              <a:off x="2525945" y="3728424"/>
              <a:ext cx="558783" cy="397707"/>
            </a:xfrm>
            <a:prstGeom prst="rect">
              <a:avLst/>
            </a:prstGeom>
            <a:noFill/>
          </p:spPr>
          <p:txBody>
            <a:bodyPr wrap="square" rtlCol="0">
              <a:spAutoFit/>
            </a:bodyPr>
            <a:lstStyle/>
            <a:p>
              <a:pPr algn="ctr"/>
              <a:r>
                <a:rPr lang="en-US" altLang="ko-KR" sz="500" dirty="0">
                  <a:latin typeface="나눔고딕" panose="020D0604000000000000" pitchFamily="50" charset="-127"/>
                  <a:ea typeface="나눔고딕" panose="020D0604000000000000" pitchFamily="50" charset="-127"/>
                </a:rPr>
                <a:t>1</a:t>
              </a:r>
              <a:r>
                <a:rPr lang="ko-KR" altLang="en-US" sz="500" dirty="0">
                  <a:latin typeface="나눔고딕" panose="020D0604000000000000" pitchFamily="50" charset="-127"/>
                  <a:ea typeface="나눔고딕" panose="020D0604000000000000" pitchFamily="50" charset="-127"/>
                </a:rPr>
                <a:t>천</a:t>
              </a:r>
              <a:r>
                <a:rPr lang="en-US" altLang="ko-KR" sz="500" dirty="0">
                  <a:latin typeface="나눔고딕" panose="020D0604000000000000" pitchFamily="50" charset="-127"/>
                  <a:ea typeface="나눔고딕" panose="020D0604000000000000" pitchFamily="50" charset="-127"/>
                </a:rPr>
                <a:t>5</a:t>
              </a:r>
              <a:r>
                <a:rPr lang="ko-KR" altLang="en-US" sz="500" dirty="0">
                  <a:latin typeface="나눔고딕" panose="020D0604000000000000" pitchFamily="50" charset="-127"/>
                  <a:ea typeface="나눔고딕" panose="020D0604000000000000" pitchFamily="50" charset="-127"/>
                </a:rPr>
                <a:t>백</a:t>
              </a:r>
            </a:p>
          </p:txBody>
        </p:sp>
        <p:sp>
          <p:nvSpPr>
            <p:cNvPr id="169" name="TextBox 168">
              <a:extLst>
                <a:ext uri="{FF2B5EF4-FFF2-40B4-BE49-F238E27FC236}">
                  <a16:creationId xmlns:a16="http://schemas.microsoft.com/office/drawing/2014/main" id="{4B4A0739-16A5-4FEC-9D11-5DF87B0EB92D}"/>
                </a:ext>
              </a:extLst>
            </p:cNvPr>
            <p:cNvSpPr txBox="1"/>
            <p:nvPr/>
          </p:nvSpPr>
          <p:spPr>
            <a:xfrm>
              <a:off x="3008829" y="3578955"/>
              <a:ext cx="558783" cy="273424"/>
            </a:xfrm>
            <a:prstGeom prst="rect">
              <a:avLst/>
            </a:prstGeom>
            <a:noFill/>
          </p:spPr>
          <p:txBody>
            <a:bodyPr wrap="square" rtlCol="0">
              <a:spAutoFit/>
            </a:bodyPr>
            <a:lstStyle/>
            <a:p>
              <a:pPr algn="ctr"/>
              <a:r>
                <a:rPr lang="en-US" altLang="ko-KR" sz="500" dirty="0">
                  <a:latin typeface="나눔고딕" panose="020D0604000000000000" pitchFamily="50" charset="-127"/>
                  <a:ea typeface="나눔고딕" panose="020D0604000000000000" pitchFamily="50" charset="-127"/>
                </a:rPr>
                <a:t>3</a:t>
              </a:r>
              <a:r>
                <a:rPr lang="ko-KR" altLang="en-US" sz="500" dirty="0">
                  <a:latin typeface="나눔고딕" panose="020D0604000000000000" pitchFamily="50" charset="-127"/>
                  <a:ea typeface="나눔고딕" panose="020D0604000000000000" pitchFamily="50" charset="-127"/>
                </a:rPr>
                <a:t>천</a:t>
              </a:r>
            </a:p>
          </p:txBody>
        </p:sp>
        <p:sp>
          <p:nvSpPr>
            <p:cNvPr id="170" name="TextBox 169">
              <a:extLst>
                <a:ext uri="{FF2B5EF4-FFF2-40B4-BE49-F238E27FC236}">
                  <a16:creationId xmlns:a16="http://schemas.microsoft.com/office/drawing/2014/main" id="{414AD046-D9EA-4F44-AD56-0BBF4DB87FB7}"/>
                </a:ext>
              </a:extLst>
            </p:cNvPr>
            <p:cNvSpPr txBox="1"/>
            <p:nvPr/>
          </p:nvSpPr>
          <p:spPr>
            <a:xfrm>
              <a:off x="3407101" y="3543467"/>
              <a:ext cx="790178" cy="397707"/>
            </a:xfrm>
            <a:prstGeom prst="rect">
              <a:avLst/>
            </a:prstGeom>
            <a:noFill/>
          </p:spPr>
          <p:txBody>
            <a:bodyPr wrap="square" rtlCol="0">
              <a:spAutoFit/>
            </a:bodyPr>
            <a:lstStyle/>
            <a:p>
              <a:pPr algn="ctr"/>
              <a:r>
                <a:rPr lang="en-US" altLang="ko-KR" sz="500" dirty="0">
                  <a:solidFill>
                    <a:srgbClr val="C00000"/>
                  </a:solidFill>
                  <a:latin typeface="나눔고딕" panose="020D0604000000000000" pitchFamily="50" charset="-127"/>
                  <a:ea typeface="나눔고딕" panose="020D0604000000000000" pitchFamily="50" charset="-127"/>
                </a:rPr>
                <a:t>3</a:t>
              </a:r>
              <a:r>
                <a:rPr lang="ko-KR" altLang="en-US" sz="500" dirty="0">
                  <a:solidFill>
                    <a:srgbClr val="C00000"/>
                  </a:solidFill>
                  <a:latin typeface="나눔고딕" panose="020D0604000000000000" pitchFamily="50" charset="-127"/>
                  <a:ea typeface="나눔고딕" panose="020D0604000000000000" pitchFamily="50" charset="-127"/>
                </a:rPr>
                <a:t>천</a:t>
              </a:r>
              <a:r>
                <a:rPr lang="en-US" altLang="ko-KR" sz="500" dirty="0">
                  <a:solidFill>
                    <a:srgbClr val="C00000"/>
                  </a:solidFill>
                  <a:latin typeface="나눔고딕" panose="020D0604000000000000" pitchFamily="50" charset="-127"/>
                  <a:ea typeface="나눔고딕" panose="020D0604000000000000" pitchFamily="50" charset="-127"/>
                </a:rPr>
                <a:t>5</a:t>
              </a:r>
              <a:r>
                <a:rPr lang="ko-KR" altLang="en-US" sz="500" dirty="0">
                  <a:solidFill>
                    <a:srgbClr val="C00000"/>
                  </a:solidFill>
                  <a:latin typeface="나눔고딕" panose="020D0604000000000000" pitchFamily="50" charset="-127"/>
                  <a:ea typeface="나눔고딕" panose="020D0604000000000000" pitchFamily="50" charset="-127"/>
                </a:rPr>
                <a:t>백 예상</a:t>
              </a:r>
            </a:p>
          </p:txBody>
        </p:sp>
        <p:sp>
          <p:nvSpPr>
            <p:cNvPr id="171" name="TextBox 170">
              <a:extLst>
                <a:ext uri="{FF2B5EF4-FFF2-40B4-BE49-F238E27FC236}">
                  <a16:creationId xmlns:a16="http://schemas.microsoft.com/office/drawing/2014/main" id="{ECBFE70D-1F40-4E62-A7B1-CBD68B33EDD1}"/>
                </a:ext>
              </a:extLst>
            </p:cNvPr>
            <p:cNvSpPr txBox="1"/>
            <p:nvPr/>
          </p:nvSpPr>
          <p:spPr>
            <a:xfrm>
              <a:off x="1999228" y="3232416"/>
              <a:ext cx="2107534" cy="447421"/>
            </a:xfrm>
            <a:prstGeom prst="rect">
              <a:avLst/>
            </a:prstGeom>
            <a:noFill/>
          </p:spPr>
          <p:txBody>
            <a:bodyPr wrap="square" rtlCol="0">
              <a:spAutoFit/>
            </a:bodyPr>
            <a:lstStyle/>
            <a:p>
              <a:pPr algn="ctr"/>
              <a:r>
                <a:rPr lang="ko-KR" altLang="en-US" sz="600" b="1" dirty="0">
                  <a:latin typeface="나눔고딕" panose="020D0604000000000000" pitchFamily="50" charset="-127"/>
                  <a:ea typeface="나눔고딕" panose="020D0604000000000000" pitchFamily="50" charset="-127"/>
                </a:rPr>
                <a:t>지난 </a:t>
              </a:r>
              <a:r>
                <a:rPr lang="en-US" altLang="ko-KR" sz="600" b="1" dirty="0">
                  <a:latin typeface="나눔고딕" panose="020D0604000000000000" pitchFamily="50" charset="-127"/>
                  <a:ea typeface="나눔고딕" panose="020D0604000000000000" pitchFamily="50" charset="-127"/>
                </a:rPr>
                <a:t>3</a:t>
              </a:r>
              <a:r>
                <a:rPr lang="ko-KR" altLang="en-US" sz="600" b="1" dirty="0">
                  <a:latin typeface="나눔고딕" panose="020D0604000000000000" pitchFamily="50" charset="-127"/>
                  <a:ea typeface="나눔고딕" panose="020D0604000000000000" pitchFamily="50" charset="-127"/>
                </a:rPr>
                <a:t>년 간 </a:t>
              </a:r>
              <a:r>
                <a:rPr lang="en-US" altLang="ko-KR" sz="600" b="1" dirty="0">
                  <a:latin typeface="나눔고딕" panose="020D0604000000000000" pitchFamily="50" charset="-127"/>
                  <a:ea typeface="나눔고딕" panose="020D0604000000000000" pitchFamily="50" charset="-127"/>
                </a:rPr>
                <a:t>4</a:t>
              </a:r>
              <a:r>
                <a:rPr lang="ko-KR" altLang="en-US" sz="600" b="1" dirty="0">
                  <a:latin typeface="나눔고딕" panose="020D0604000000000000" pitchFamily="50" charset="-127"/>
                  <a:ea typeface="나눔고딕" panose="020D0604000000000000" pitchFamily="50" charset="-127"/>
                </a:rPr>
                <a:t>성급 이상 호텔 예약자 수</a:t>
              </a:r>
            </a:p>
          </p:txBody>
        </p:sp>
      </p:grpSp>
      <p:sp>
        <p:nvSpPr>
          <p:cNvPr id="173" name="TextBox 172">
            <a:extLst>
              <a:ext uri="{FF2B5EF4-FFF2-40B4-BE49-F238E27FC236}">
                <a16:creationId xmlns:a16="http://schemas.microsoft.com/office/drawing/2014/main" id="{B28C4A3F-16D5-4E5E-9D5B-A2F4E895E198}"/>
              </a:ext>
            </a:extLst>
          </p:cNvPr>
          <p:cNvSpPr txBox="1"/>
          <p:nvPr/>
        </p:nvSpPr>
        <p:spPr>
          <a:xfrm>
            <a:off x="5362188" y="3438427"/>
            <a:ext cx="2277534" cy="477054"/>
          </a:xfrm>
          <a:prstGeom prst="rect">
            <a:avLst/>
          </a:prstGeom>
          <a:noFill/>
        </p:spPr>
        <p:txBody>
          <a:bodyPr wrap="square" rtlCol="0">
            <a:spAutoFit/>
          </a:bodyPr>
          <a:lstStyle/>
          <a:p>
            <a:r>
              <a:rPr lang="ko-KR" altLang="en-US" sz="900" b="1" dirty="0">
                <a:latin typeface="나눔고딕" panose="020D0604000000000000" pitchFamily="50" charset="-127"/>
                <a:ea typeface="나눔고딕" panose="020D0604000000000000" pitchFamily="50" charset="-127"/>
              </a:rPr>
              <a:t>무더위를 이겨낼 추천 여행지 </a:t>
            </a:r>
            <a:r>
              <a:rPr lang="en-US" altLang="ko-KR" sz="900" b="1" dirty="0">
                <a:latin typeface="나눔고딕" panose="020D0604000000000000" pitchFamily="50" charset="-127"/>
                <a:ea typeface="나눔고딕" panose="020D0604000000000000" pitchFamily="50" charset="-127"/>
              </a:rPr>
              <a:t>‘</a:t>
            </a:r>
            <a:r>
              <a:rPr lang="ko-KR" altLang="en-US" sz="900" b="1" dirty="0">
                <a:latin typeface="나눔고딕" panose="020D0604000000000000" pitchFamily="50" charset="-127"/>
                <a:ea typeface="나눔고딕" panose="020D0604000000000000" pitchFamily="50" charset="-127"/>
              </a:rPr>
              <a:t>세부</a:t>
            </a:r>
            <a:r>
              <a:rPr lang="en-US" altLang="ko-KR" sz="900" b="1" dirty="0">
                <a:latin typeface="나눔고딕" panose="020D0604000000000000" pitchFamily="50" charset="-127"/>
                <a:ea typeface="나눔고딕" panose="020D0604000000000000" pitchFamily="50" charset="-127"/>
              </a:rPr>
              <a:t>’</a:t>
            </a:r>
          </a:p>
          <a:p>
            <a:r>
              <a:rPr lang="ko-KR" altLang="en-US" sz="800" dirty="0">
                <a:latin typeface="나눔고딕" panose="020D0604000000000000" pitchFamily="50" charset="-127"/>
                <a:ea typeface="나눔고딕" panose="020D0604000000000000" pitchFamily="50" charset="-127"/>
              </a:rPr>
              <a:t>짧은 비행시간과 저렴한 물가 그리고 </a:t>
            </a:r>
            <a:r>
              <a:rPr lang="en-US" altLang="ko-KR" sz="800" b="1" dirty="0">
                <a:latin typeface="나눔고딕" panose="020D0604000000000000" pitchFamily="50" charset="-127"/>
                <a:ea typeface="나눔고딕" panose="020D0604000000000000" pitchFamily="50" charset="-127"/>
              </a:rPr>
              <a:t>5</a:t>
            </a:r>
            <a:r>
              <a:rPr lang="ko-KR" altLang="en-US" sz="800" b="1" dirty="0">
                <a:latin typeface="나눔고딕" panose="020D0604000000000000" pitchFamily="50" charset="-127"/>
                <a:ea typeface="나눔고딕" panose="020D0604000000000000" pitchFamily="50" charset="-127"/>
              </a:rPr>
              <a:t>성급 호텔</a:t>
            </a:r>
            <a:r>
              <a:rPr lang="ko-KR" altLang="en-US" sz="800" dirty="0">
                <a:latin typeface="나눔고딕" panose="020D0604000000000000" pitchFamily="50" charset="-127"/>
                <a:ea typeface="나눔고딕" panose="020D0604000000000000" pitchFamily="50" charset="-127"/>
              </a:rPr>
              <a:t>이 기다리는</a:t>
            </a:r>
            <a:r>
              <a:rPr lang="en-US" altLang="ko-KR" sz="800" dirty="0">
                <a:latin typeface="나눔고딕" panose="020D0604000000000000" pitchFamily="50" charset="-127"/>
                <a:ea typeface="나눔고딕" panose="020D0604000000000000" pitchFamily="50" charset="-127"/>
              </a:rPr>
              <a:t> </a:t>
            </a:r>
            <a:r>
              <a:rPr lang="ko-KR" altLang="en-US" sz="800" dirty="0">
                <a:latin typeface="나눔고딕" panose="020D0604000000000000" pitchFamily="50" charset="-127"/>
                <a:ea typeface="나눔고딕" panose="020D0604000000000000" pitchFamily="50" charset="-127"/>
              </a:rPr>
              <a:t>세부로 홍길동님을 합니다</a:t>
            </a:r>
            <a:r>
              <a:rPr lang="en-US" altLang="ko-KR" sz="800" dirty="0">
                <a:latin typeface="나눔고딕" panose="020D0604000000000000" pitchFamily="50" charset="-127"/>
                <a:ea typeface="나눔고딕" panose="020D0604000000000000" pitchFamily="50" charset="-127"/>
              </a:rPr>
              <a:t>.</a:t>
            </a:r>
          </a:p>
        </p:txBody>
      </p:sp>
      <p:grpSp>
        <p:nvGrpSpPr>
          <p:cNvPr id="174" name="그룹 173">
            <a:extLst>
              <a:ext uri="{FF2B5EF4-FFF2-40B4-BE49-F238E27FC236}">
                <a16:creationId xmlns:a16="http://schemas.microsoft.com/office/drawing/2014/main" id="{DBDA5E2F-270C-480B-ABDD-49114B496A80}"/>
              </a:ext>
            </a:extLst>
          </p:cNvPr>
          <p:cNvGrpSpPr/>
          <p:nvPr/>
        </p:nvGrpSpPr>
        <p:grpSpPr>
          <a:xfrm>
            <a:off x="5650844" y="4086499"/>
            <a:ext cx="1712328" cy="1096451"/>
            <a:chOff x="1935237" y="4653136"/>
            <a:chExt cx="1712328" cy="1096451"/>
          </a:xfrm>
        </p:grpSpPr>
        <p:grpSp>
          <p:nvGrpSpPr>
            <p:cNvPr id="175" name="그룹 174">
              <a:extLst>
                <a:ext uri="{FF2B5EF4-FFF2-40B4-BE49-F238E27FC236}">
                  <a16:creationId xmlns:a16="http://schemas.microsoft.com/office/drawing/2014/main" id="{42882998-3483-41E4-8201-B7C54BAFCC4E}"/>
                </a:ext>
              </a:extLst>
            </p:cNvPr>
            <p:cNvGrpSpPr/>
            <p:nvPr/>
          </p:nvGrpSpPr>
          <p:grpSpPr>
            <a:xfrm>
              <a:off x="2017832" y="4653136"/>
              <a:ext cx="1495008" cy="758813"/>
              <a:chOff x="9417496" y="3115089"/>
              <a:chExt cx="2288639" cy="1110977"/>
            </a:xfrm>
          </p:grpSpPr>
          <p:sp>
            <p:nvSpPr>
              <p:cNvPr id="178" name="사각형: 둥근 모서리 177">
                <a:extLst>
                  <a:ext uri="{FF2B5EF4-FFF2-40B4-BE49-F238E27FC236}">
                    <a16:creationId xmlns:a16="http://schemas.microsoft.com/office/drawing/2014/main" id="{238678FC-A8F1-4793-96F5-1035FFD72B46}"/>
                  </a:ext>
                </a:extLst>
              </p:cNvPr>
              <p:cNvSpPr/>
              <p:nvPr/>
            </p:nvSpPr>
            <p:spPr>
              <a:xfrm>
                <a:off x="9417496" y="3115089"/>
                <a:ext cx="2288639" cy="1110977"/>
              </a:xfrm>
              <a:prstGeom prst="roundRect">
                <a:avLst>
                  <a:gd name="adj" fmla="val 0"/>
                </a:avLst>
              </a:prstGeom>
              <a:solidFill>
                <a:schemeClr val="bg1"/>
              </a:solidFill>
              <a:ln w="3175" algn="ctr">
                <a:solidFill>
                  <a:schemeClr val="bg1">
                    <a:lumMod val="50000"/>
                  </a:schemeClr>
                </a:solidFill>
                <a:round/>
                <a:headEnd/>
                <a:tailEnd/>
              </a:ln>
            </p:spPr>
            <p:txBody>
              <a:bodyPr wrap="none" lIns="80788" tIns="40395" rIns="80788" bIns="40395" rtlCol="0" anchor="ctr"/>
              <a:lstStyle/>
              <a:p>
                <a:pPr marL="0" marR="0" lvl="0" indent="0" algn="ctr" defTabSz="822974" rtl="0" eaLnBrk="1" fontAlgn="base" latinLnBrk="0" hangingPunct="1">
                  <a:lnSpc>
                    <a:spcPct val="100000"/>
                  </a:lnSpc>
                  <a:spcBef>
                    <a:spcPct val="0"/>
                  </a:spcBef>
                  <a:spcAft>
                    <a:spcPct val="0"/>
                  </a:spcAft>
                  <a:buClrTx/>
                  <a:buSzTx/>
                  <a:buFontTx/>
                  <a:buNone/>
                  <a:tabLst/>
                  <a:defRPr/>
                </a:pPr>
                <a:endParaRPr kumimoji="1" lang="ko-KR" altLang="en-US" sz="900" b="0" i="0" u="none" strike="noStrike" kern="0" cap="none" spc="0" normalizeH="0" baseline="0" noProof="0">
                  <a:ln>
                    <a:noFill/>
                  </a:ln>
                  <a:solidFill>
                    <a:prstClr val="black"/>
                  </a:solidFill>
                  <a:effectLst/>
                  <a:uLnTx/>
                  <a:uFillTx/>
                  <a:latin typeface="맑은 고딕"/>
                  <a:ea typeface="굴림" pitchFamily="50" charset="-127"/>
                  <a:cs typeface="+mn-cs"/>
                </a:endParaRPr>
              </a:p>
            </p:txBody>
          </p:sp>
          <p:cxnSp>
            <p:nvCxnSpPr>
              <p:cNvPr id="179" name="직선 연결선 178">
                <a:extLst>
                  <a:ext uri="{FF2B5EF4-FFF2-40B4-BE49-F238E27FC236}">
                    <a16:creationId xmlns:a16="http://schemas.microsoft.com/office/drawing/2014/main" id="{204376F8-D2AB-4129-97C4-851CF9194288}"/>
                  </a:ext>
                </a:extLst>
              </p:cNvPr>
              <p:cNvCxnSpPr>
                <a:cxnSpLocks/>
              </p:cNvCxnSpPr>
              <p:nvPr/>
            </p:nvCxnSpPr>
            <p:spPr>
              <a:xfrm>
                <a:off x="9422008" y="3122401"/>
                <a:ext cx="2277553" cy="1095012"/>
              </a:xfrm>
              <a:prstGeom prst="line">
                <a:avLst/>
              </a:prstGeom>
              <a:ln w="3175">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180" name="직선 연결선 179">
                <a:extLst>
                  <a:ext uri="{FF2B5EF4-FFF2-40B4-BE49-F238E27FC236}">
                    <a16:creationId xmlns:a16="http://schemas.microsoft.com/office/drawing/2014/main" id="{4CD18C5A-CA5E-4E2A-BCB9-2726886B2A11}"/>
                  </a:ext>
                </a:extLst>
              </p:cNvPr>
              <p:cNvCxnSpPr>
                <a:cxnSpLocks/>
              </p:cNvCxnSpPr>
              <p:nvPr/>
            </p:nvCxnSpPr>
            <p:spPr>
              <a:xfrm flipV="1">
                <a:off x="9444446" y="3143315"/>
                <a:ext cx="2232676" cy="1067537"/>
              </a:xfrm>
              <a:prstGeom prst="line">
                <a:avLst/>
              </a:prstGeom>
              <a:ln w="3175">
                <a:solidFill>
                  <a:schemeClr val="bg1">
                    <a:lumMod val="50000"/>
                  </a:schemeClr>
                </a:solidFill>
              </a:ln>
            </p:spPr>
            <p:style>
              <a:lnRef idx="1">
                <a:schemeClr val="dk1"/>
              </a:lnRef>
              <a:fillRef idx="0">
                <a:schemeClr val="dk1"/>
              </a:fillRef>
              <a:effectRef idx="0">
                <a:schemeClr val="dk1"/>
              </a:effectRef>
              <a:fontRef idx="minor">
                <a:schemeClr val="tx1"/>
              </a:fontRef>
            </p:style>
          </p:cxnSp>
        </p:grpSp>
        <p:sp>
          <p:nvSpPr>
            <p:cNvPr id="176" name="직사각형 175">
              <a:extLst>
                <a:ext uri="{FF2B5EF4-FFF2-40B4-BE49-F238E27FC236}">
                  <a16:creationId xmlns:a16="http://schemas.microsoft.com/office/drawing/2014/main" id="{9CC854CC-FE09-4760-BC3C-0B52D820D4B4}"/>
                </a:ext>
              </a:extLst>
            </p:cNvPr>
            <p:cNvSpPr/>
            <p:nvPr/>
          </p:nvSpPr>
          <p:spPr>
            <a:xfrm>
              <a:off x="1935237" y="5411033"/>
              <a:ext cx="1712328" cy="338554"/>
            </a:xfrm>
            <a:prstGeom prst="rect">
              <a:avLst/>
            </a:prstGeom>
          </p:spPr>
          <p:txBody>
            <a:bodyPr wrap="none">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ko-KR" altLang="en-US" sz="800" b="0" i="0" u="none" strike="noStrike" kern="1200" cap="none" spc="0" normalizeH="0" baseline="0" noProof="0">
                  <a:ln>
                    <a:noFill/>
                  </a:ln>
                  <a:solidFill>
                    <a:prstClr val="black"/>
                  </a:solidFill>
                  <a:effectLst/>
                  <a:uLnTx/>
                  <a:uFillTx/>
                  <a:latin typeface="맑은 고딕"/>
                  <a:ea typeface="맑은 고딕"/>
                  <a:cs typeface="+mn-cs"/>
                </a:rPr>
                <a:t>서유럽 </a:t>
              </a:r>
              <a:r>
                <a:rPr kumimoji="0" lang="en-US" altLang="ko-KR" sz="800" b="0" i="0" u="none" strike="noStrike" kern="1200" cap="none" spc="0" normalizeH="0" baseline="0" noProof="0">
                  <a:ln>
                    <a:noFill/>
                  </a:ln>
                  <a:solidFill>
                    <a:prstClr val="black"/>
                  </a:solidFill>
                  <a:effectLst/>
                  <a:uLnTx/>
                  <a:uFillTx/>
                  <a:latin typeface="맑은 고딕"/>
                  <a:ea typeface="맑은 고딕"/>
                  <a:cs typeface="+mn-cs"/>
                </a:rPr>
                <a:t>4</a:t>
              </a:r>
              <a:r>
                <a:rPr kumimoji="0" lang="ko-KR" altLang="en-US" sz="800" b="0" i="0" u="none" strike="noStrike" kern="1200" cap="none" spc="0" normalizeH="0" baseline="0" noProof="0">
                  <a:ln>
                    <a:noFill/>
                  </a:ln>
                  <a:solidFill>
                    <a:prstClr val="black"/>
                  </a:solidFill>
                  <a:effectLst/>
                  <a:uLnTx/>
                  <a:uFillTx/>
                  <a:latin typeface="맑은 고딕"/>
                  <a:ea typeface="맑은 고딕"/>
                  <a:cs typeface="+mn-cs"/>
                </a:rPr>
                <a:t>개국 여행 그 </a:t>
              </a:r>
              <a:r>
                <a:rPr kumimoji="0" lang="ko-KR" altLang="en-US" sz="800" b="0" i="0" u="none" strike="noStrike" kern="1200" cap="none" spc="0" normalizeH="0" baseline="0" noProof="0" err="1">
                  <a:ln>
                    <a:noFill/>
                  </a:ln>
                  <a:solidFill>
                    <a:prstClr val="black"/>
                  </a:solidFill>
                  <a:effectLst/>
                  <a:uLnTx/>
                  <a:uFillTx/>
                  <a:latin typeface="맑은 고딕"/>
                  <a:ea typeface="맑은 고딕"/>
                  <a:cs typeface="+mn-cs"/>
                </a:rPr>
                <a:t>설레임의</a:t>
              </a:r>
              <a:r>
                <a:rPr kumimoji="0" lang="ko-KR" altLang="en-US" sz="800" b="0" i="0" u="none" strike="noStrike" kern="1200" cap="none" spc="0" normalizeH="0" baseline="0" noProof="0">
                  <a:ln>
                    <a:noFill/>
                  </a:ln>
                  <a:solidFill>
                    <a:prstClr val="black"/>
                  </a:solidFill>
                  <a:effectLst/>
                  <a:uLnTx/>
                  <a:uFillTx/>
                  <a:latin typeface="맑은 고딕"/>
                  <a:ea typeface="맑은 고딕"/>
                  <a:cs typeface="+mn-cs"/>
                </a:rPr>
                <a:t> </a:t>
              </a:r>
              <a:br>
                <a:rPr kumimoji="0" lang="en-US" altLang="ko-KR" sz="800" b="0" i="0" u="none" strike="noStrike" kern="1200" cap="none" spc="0" normalizeH="0" baseline="0" noProof="0">
                  <a:ln>
                    <a:noFill/>
                  </a:ln>
                  <a:solidFill>
                    <a:prstClr val="black"/>
                  </a:solidFill>
                  <a:effectLst/>
                  <a:uLnTx/>
                  <a:uFillTx/>
                  <a:latin typeface="맑은 고딕"/>
                  <a:ea typeface="맑은 고딕"/>
                  <a:cs typeface="+mn-cs"/>
                </a:rPr>
              </a:br>
              <a:r>
                <a:rPr kumimoji="0" lang="ko-KR" altLang="en-US" sz="800" b="0" i="0" u="none" strike="noStrike" kern="1200" cap="none" spc="0" normalizeH="0" baseline="0" noProof="0">
                  <a:ln>
                    <a:noFill/>
                  </a:ln>
                  <a:solidFill>
                    <a:prstClr val="black"/>
                  </a:solidFill>
                  <a:effectLst/>
                  <a:uLnTx/>
                  <a:uFillTx/>
                  <a:latin typeface="맑은 고딕"/>
                  <a:ea typeface="맑은 고딕"/>
                  <a:cs typeface="+mn-cs"/>
                </a:rPr>
                <a:t>시작을 누릴 수 있는 </a:t>
              </a:r>
              <a:r>
                <a:rPr kumimoji="0" lang="en-US" altLang="ko-KR" sz="800" b="0" i="0" u="none" strike="noStrike" kern="1200" cap="none" spc="0" normalizeH="0" baseline="0" noProof="0">
                  <a:ln>
                    <a:noFill/>
                  </a:ln>
                  <a:solidFill>
                    <a:prstClr val="black"/>
                  </a:solidFill>
                  <a:effectLst/>
                  <a:uLnTx/>
                  <a:uFillTx/>
                  <a:latin typeface="맑은 고딕"/>
                  <a:ea typeface="맑은 고딕"/>
                  <a:cs typeface="+mn-cs"/>
                </a:rPr>
                <a:t>15</a:t>
              </a:r>
              <a:r>
                <a:rPr kumimoji="0" lang="ko-KR" altLang="en-US" sz="800" b="0" i="0" u="none" strike="noStrike" kern="1200" cap="none" spc="0" normalizeH="0" baseline="0" noProof="0">
                  <a:ln>
                    <a:noFill/>
                  </a:ln>
                  <a:solidFill>
                    <a:prstClr val="black"/>
                  </a:solidFill>
                  <a:effectLst/>
                  <a:uLnTx/>
                  <a:uFillTx/>
                  <a:latin typeface="맑은 고딕"/>
                  <a:ea typeface="맑은 고딕"/>
                  <a:cs typeface="+mn-cs"/>
                </a:rPr>
                <a:t>일의 여행</a:t>
              </a:r>
              <a:endParaRPr kumimoji="0" lang="en-US" altLang="ko-KR" sz="800" b="0" i="0" u="none" strike="noStrike" kern="1200" cap="none" spc="0" normalizeH="0" baseline="0" noProof="0">
                <a:ln>
                  <a:noFill/>
                </a:ln>
                <a:solidFill>
                  <a:prstClr val="black"/>
                </a:solidFill>
                <a:effectLst/>
                <a:uLnTx/>
                <a:uFillTx/>
                <a:latin typeface="맑은 고딕"/>
                <a:ea typeface="맑은 고딕"/>
                <a:cs typeface="+mn-cs"/>
              </a:endParaRPr>
            </a:p>
          </p:txBody>
        </p:sp>
      </p:grpSp>
      <p:sp>
        <p:nvSpPr>
          <p:cNvPr id="182" name="TextBox 181">
            <a:extLst>
              <a:ext uri="{FF2B5EF4-FFF2-40B4-BE49-F238E27FC236}">
                <a16:creationId xmlns:a16="http://schemas.microsoft.com/office/drawing/2014/main" id="{02298754-66FB-423E-ADF4-9F18708040C3}"/>
              </a:ext>
            </a:extLst>
          </p:cNvPr>
          <p:cNvSpPr txBox="1"/>
          <p:nvPr/>
        </p:nvSpPr>
        <p:spPr>
          <a:xfrm>
            <a:off x="3146909" y="692696"/>
            <a:ext cx="1713774" cy="369332"/>
          </a:xfrm>
          <a:prstGeom prst="rect">
            <a:avLst/>
          </a:prstGeom>
          <a:noFill/>
        </p:spPr>
        <p:txBody>
          <a:bodyPr wrap="square" rtlCol="0">
            <a:spAutoFit/>
          </a:bodyPr>
          <a:lstStyle/>
          <a:p>
            <a:r>
              <a:rPr lang="ko-KR" altLang="en-US" sz="900" b="1" dirty="0">
                <a:latin typeface="나눔고딕" panose="020D0604000000000000" pitchFamily="50" charset="-127"/>
                <a:ea typeface="나눔고딕" panose="020D0604000000000000" pitchFamily="50" charset="-127"/>
              </a:rPr>
              <a:t>지역</a:t>
            </a:r>
            <a:r>
              <a:rPr lang="en-US" altLang="ko-KR" sz="900" b="1" dirty="0">
                <a:latin typeface="나눔고딕" panose="020D0604000000000000" pitchFamily="50" charset="-127"/>
                <a:ea typeface="나눔고딕" panose="020D0604000000000000" pitchFamily="50" charset="-127"/>
              </a:rPr>
              <a:t>(</a:t>
            </a:r>
            <a:r>
              <a:rPr lang="en-US" altLang="ko-KR" sz="900" b="1" dirty="0" err="1">
                <a:latin typeface="나눔고딕" panose="020D0604000000000000" pitchFamily="50" charset="-127"/>
                <a:ea typeface="나눔고딕" panose="020D0604000000000000" pitchFamily="50" charset="-127"/>
              </a:rPr>
              <a:t>3Depth</a:t>
            </a:r>
            <a:r>
              <a:rPr lang="en-US" altLang="ko-KR" sz="900" b="1" dirty="0">
                <a:latin typeface="나눔고딕" panose="020D0604000000000000" pitchFamily="50" charset="-127"/>
                <a:ea typeface="나눔고딕" panose="020D0604000000000000" pitchFamily="50" charset="-127"/>
              </a:rPr>
              <a:t>) </a:t>
            </a:r>
            <a:r>
              <a:rPr lang="ko-KR" altLang="en-US" sz="900" b="1" dirty="0" err="1">
                <a:latin typeface="나눔고딕" panose="020D0604000000000000" pitchFamily="50" charset="-127"/>
                <a:ea typeface="나눔고딕" panose="020D0604000000000000" pitchFamily="50" charset="-127"/>
              </a:rPr>
              <a:t>메인을</a:t>
            </a:r>
            <a:r>
              <a:rPr lang="en-US" altLang="ko-KR" sz="900" b="1" dirty="0">
                <a:latin typeface="나눔고딕" panose="020D0604000000000000" pitchFamily="50" charset="-127"/>
                <a:ea typeface="나눔고딕" panose="020D0604000000000000" pitchFamily="50" charset="-127"/>
              </a:rPr>
              <a:t> </a:t>
            </a:r>
            <a:r>
              <a:rPr lang="ko-KR" altLang="en-US" sz="900" b="1" dirty="0">
                <a:latin typeface="나눔고딕" panose="020D0604000000000000" pitchFamily="50" charset="-127"/>
                <a:ea typeface="나눔고딕" panose="020D0604000000000000" pitchFamily="50" charset="-127"/>
              </a:rPr>
              <a:t>제외한 화면에서 </a:t>
            </a:r>
            <a:r>
              <a:rPr lang="en-US" altLang="ko-KR" sz="900" b="1" dirty="0" err="1">
                <a:latin typeface="나눔고딕" panose="020D0604000000000000" pitchFamily="50" charset="-127"/>
                <a:ea typeface="나눔고딕" panose="020D0604000000000000" pitchFamily="50" charset="-127"/>
              </a:rPr>
              <a:t>CUVE</a:t>
            </a:r>
            <a:r>
              <a:rPr lang="en-US" altLang="ko-KR" sz="900" b="1" dirty="0">
                <a:latin typeface="나눔고딕" panose="020D0604000000000000" pitchFamily="50" charset="-127"/>
                <a:ea typeface="나눔고딕" panose="020D0604000000000000" pitchFamily="50" charset="-127"/>
              </a:rPr>
              <a:t> </a:t>
            </a:r>
            <a:r>
              <a:rPr lang="ko-KR" altLang="en-US" sz="900" b="1" dirty="0">
                <a:latin typeface="나눔고딕" panose="020D0604000000000000" pitchFamily="50" charset="-127"/>
                <a:ea typeface="나눔고딕" panose="020D0604000000000000" pitchFamily="50" charset="-127"/>
              </a:rPr>
              <a:t>연결 시  </a:t>
            </a:r>
          </a:p>
        </p:txBody>
      </p:sp>
      <p:sp>
        <p:nvSpPr>
          <p:cNvPr id="83" name="타원 118">
            <a:extLst>
              <a:ext uri="{FF2B5EF4-FFF2-40B4-BE49-F238E27FC236}">
                <a16:creationId xmlns:a16="http://schemas.microsoft.com/office/drawing/2014/main" id="{CB6A639B-3350-4441-9A2C-4D56699B25A9}"/>
              </a:ext>
            </a:extLst>
          </p:cNvPr>
          <p:cNvSpPr/>
          <p:nvPr/>
        </p:nvSpPr>
        <p:spPr>
          <a:xfrm>
            <a:off x="2719659" y="105273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1-1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1" name="타원 90">
            <a:extLst>
              <a:ext uri="{FF2B5EF4-FFF2-40B4-BE49-F238E27FC236}">
                <a16:creationId xmlns:a16="http://schemas.microsoft.com/office/drawing/2014/main" id="{75F7BED7-2341-4120-AF51-3CF68121A81B}"/>
              </a:ext>
            </a:extLst>
          </p:cNvPr>
          <p:cNvSpPr/>
          <p:nvPr/>
        </p:nvSpPr>
        <p:spPr>
          <a:xfrm>
            <a:off x="3676328" y="5465415"/>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sp>
        <p:nvSpPr>
          <p:cNvPr id="92" name="타원 118">
            <a:extLst>
              <a:ext uri="{FF2B5EF4-FFF2-40B4-BE49-F238E27FC236}">
                <a16:creationId xmlns:a16="http://schemas.microsoft.com/office/drawing/2014/main" id="{F316982E-AE5D-4C81-B943-12ADE8A42057}"/>
              </a:ext>
            </a:extLst>
          </p:cNvPr>
          <p:cNvSpPr/>
          <p:nvPr/>
        </p:nvSpPr>
        <p:spPr>
          <a:xfrm>
            <a:off x="2214834" y="553901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3" name="타원 118">
            <a:extLst>
              <a:ext uri="{FF2B5EF4-FFF2-40B4-BE49-F238E27FC236}">
                <a16:creationId xmlns:a16="http://schemas.microsoft.com/office/drawing/2014/main" id="{DAFCB98F-3222-4F4A-BBD9-973C91C55AEE}"/>
              </a:ext>
            </a:extLst>
          </p:cNvPr>
          <p:cNvSpPr/>
          <p:nvPr/>
        </p:nvSpPr>
        <p:spPr>
          <a:xfrm>
            <a:off x="2686844" y="1618460"/>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5" name="타원 118">
            <a:extLst>
              <a:ext uri="{FF2B5EF4-FFF2-40B4-BE49-F238E27FC236}">
                <a16:creationId xmlns:a16="http://schemas.microsoft.com/office/drawing/2014/main" id="{BFA8192D-E8C7-41A7-9EC2-643F4847DEC9}"/>
              </a:ext>
            </a:extLst>
          </p:cNvPr>
          <p:cNvSpPr/>
          <p:nvPr/>
        </p:nvSpPr>
        <p:spPr>
          <a:xfrm>
            <a:off x="2720752" y="249208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3</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6" name="타원 118">
            <a:extLst>
              <a:ext uri="{FF2B5EF4-FFF2-40B4-BE49-F238E27FC236}">
                <a16:creationId xmlns:a16="http://schemas.microsoft.com/office/drawing/2014/main" id="{CC58DD44-0F60-4E3B-8FDE-3C1D63D45594}"/>
              </a:ext>
            </a:extLst>
          </p:cNvPr>
          <p:cNvSpPr/>
          <p:nvPr/>
        </p:nvSpPr>
        <p:spPr>
          <a:xfrm>
            <a:off x="2720752" y="346363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4</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7" name="타원 118">
            <a:extLst>
              <a:ext uri="{FF2B5EF4-FFF2-40B4-BE49-F238E27FC236}">
                <a16:creationId xmlns:a16="http://schemas.microsoft.com/office/drawing/2014/main" id="{B198CA83-9F67-499C-98B8-89308AF20C37}"/>
              </a:ext>
            </a:extLst>
          </p:cNvPr>
          <p:cNvSpPr/>
          <p:nvPr/>
        </p:nvSpPr>
        <p:spPr>
          <a:xfrm>
            <a:off x="5263927" y="102523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5</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9" name="타원 118">
            <a:extLst>
              <a:ext uri="{FF2B5EF4-FFF2-40B4-BE49-F238E27FC236}">
                <a16:creationId xmlns:a16="http://schemas.microsoft.com/office/drawing/2014/main" id="{9E927B2A-9746-4657-9A0A-D587CC3F1E4B}"/>
              </a:ext>
            </a:extLst>
          </p:cNvPr>
          <p:cNvSpPr/>
          <p:nvPr/>
        </p:nvSpPr>
        <p:spPr>
          <a:xfrm>
            <a:off x="5263927" y="408275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5-1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Tree>
    <p:extLst>
      <p:ext uri="{BB962C8B-B14F-4D97-AF65-F5344CB8AC3E}">
        <p14:creationId xmlns:p14="http://schemas.microsoft.com/office/powerpoint/2010/main" val="1393855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사각형: 둥근 모서리 180">
            <a:extLst>
              <a:ext uri="{FF2B5EF4-FFF2-40B4-BE49-F238E27FC236}">
                <a16:creationId xmlns:a16="http://schemas.microsoft.com/office/drawing/2014/main" id="{1C20C3C8-B422-4356-BDD6-2FD3F31056E8}"/>
              </a:ext>
            </a:extLst>
          </p:cNvPr>
          <p:cNvSpPr/>
          <p:nvPr/>
        </p:nvSpPr>
        <p:spPr>
          <a:xfrm>
            <a:off x="499217" y="5588621"/>
            <a:ext cx="1995688" cy="364067"/>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0" bIns="0" rtlCol="0" anchor="ctr"/>
          <a:lstStyle/>
          <a:p>
            <a:pPr lvl="0" algn="ctr"/>
            <a:r>
              <a:rPr lang="ko-KR" altLang="en-US" sz="800" dirty="0">
                <a:solidFill>
                  <a:schemeClr val="tx1"/>
                </a:solidFill>
              </a:rPr>
              <a:t>홍길동님 새로운 </a:t>
            </a:r>
            <a:endParaRPr lang="en-US" altLang="ko-KR" sz="800" dirty="0">
              <a:solidFill>
                <a:schemeClr val="tx1"/>
              </a:solidFill>
            </a:endParaRPr>
          </a:p>
          <a:p>
            <a:pPr lvl="0" algn="ctr"/>
            <a:r>
              <a:rPr lang="ko-KR" altLang="en-US" sz="800" dirty="0" err="1">
                <a:solidFill>
                  <a:schemeClr val="tx1"/>
                </a:solidFill>
              </a:rPr>
              <a:t>여행트렌드를</a:t>
            </a:r>
            <a:r>
              <a:rPr lang="ko-KR" altLang="en-US" sz="800" dirty="0">
                <a:solidFill>
                  <a:schemeClr val="tx1"/>
                </a:solidFill>
              </a:rPr>
              <a:t> 살펴보세요</a:t>
            </a:r>
          </a:p>
        </p:txBody>
      </p:sp>
      <p:sp>
        <p:nvSpPr>
          <p:cNvPr id="115" name="TextBox 114">
            <a:extLst>
              <a:ext uri="{FF2B5EF4-FFF2-40B4-BE49-F238E27FC236}">
                <a16:creationId xmlns:a16="http://schemas.microsoft.com/office/drawing/2014/main" id="{4C552B2E-887D-434E-BF4D-AC15057715EF}"/>
              </a:ext>
            </a:extLst>
          </p:cNvPr>
          <p:cNvSpPr txBox="1"/>
          <p:nvPr/>
        </p:nvSpPr>
        <p:spPr>
          <a:xfrm>
            <a:off x="2822862" y="3108680"/>
            <a:ext cx="2289600" cy="1730538"/>
          </a:xfrm>
          <a:prstGeom prst="rect">
            <a:avLst/>
          </a:prstGeom>
          <a:noFill/>
          <a:ln>
            <a:solidFill>
              <a:schemeClr val="bg1">
                <a:lumMod val="75000"/>
              </a:schemeClr>
            </a:solidFill>
          </a:ln>
        </p:spPr>
        <p:txBody>
          <a:bodyPr wrap="square" rtlCol="0">
            <a:spAutoFit/>
          </a:bodyPr>
          <a:lstStyle/>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r>
              <a:rPr kumimoji="1" lang="ko-KR" altLang="en-US" sz="800" b="1" i="0" u="none" strike="noStrike" kern="1200" cap="none" spc="0" normalizeH="0" baseline="0" noProof="0" dirty="0">
                <a:ln>
                  <a:noFill/>
                </a:ln>
                <a:solidFill>
                  <a:prstClr val="black"/>
                </a:solidFill>
                <a:effectLst/>
                <a:uLnTx/>
                <a:uFillTx/>
                <a:latin typeface="맑은 고딕"/>
                <a:ea typeface="맑은 고딕"/>
                <a:cs typeface="+mn-cs"/>
              </a:rPr>
              <a:t> </a:t>
            </a: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p:txBody>
      </p:sp>
      <p:sp>
        <p:nvSpPr>
          <p:cNvPr id="141" name="TextBox 140">
            <a:extLst>
              <a:ext uri="{FF2B5EF4-FFF2-40B4-BE49-F238E27FC236}">
                <a16:creationId xmlns:a16="http://schemas.microsoft.com/office/drawing/2014/main" id="{8DDEBA18-52A9-4CF1-97B9-751299F0E72F}"/>
              </a:ext>
            </a:extLst>
          </p:cNvPr>
          <p:cNvSpPr txBox="1"/>
          <p:nvPr/>
        </p:nvSpPr>
        <p:spPr>
          <a:xfrm>
            <a:off x="2816843" y="2420888"/>
            <a:ext cx="2289600" cy="437877"/>
          </a:xfrm>
          <a:prstGeom prst="rect">
            <a:avLst/>
          </a:prstGeom>
          <a:noFill/>
          <a:ln>
            <a:solidFill>
              <a:schemeClr val="bg1">
                <a:lumMod val="75000"/>
              </a:schemeClr>
            </a:solidFill>
          </a:ln>
        </p:spPr>
        <p:txBody>
          <a:bodyPr wrap="square" rtlCol="0">
            <a:spAutoFit/>
          </a:bodyPr>
          <a:lstStyle/>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i="0" u="none" strike="noStrike" kern="1200" cap="none" spc="0" normalizeH="0" baseline="0" noProof="0" dirty="0">
              <a:ln>
                <a:noFill/>
              </a:ln>
              <a:solidFill>
                <a:prstClr val="black"/>
              </a:solidFill>
              <a:effectLst/>
              <a:uLnTx/>
              <a:uFillTx/>
              <a:latin typeface="맑은 고딕"/>
              <a:ea typeface="맑은 고딕"/>
              <a:cs typeface="+mn-cs"/>
            </a:endParaRPr>
          </a:p>
          <a:p>
            <a:pPr marL="0" marR="0" lvl="0" indent="0" algn="ctr" defTabSz="914400" rtl="0" eaLnBrk="1" fontAlgn="base" latinLnBrk="1" hangingPunct="1">
              <a:lnSpc>
                <a:spcPct val="150000"/>
              </a:lnSpc>
              <a:spcBef>
                <a:spcPct val="0"/>
              </a:spcBef>
              <a:spcAft>
                <a:spcPct val="0"/>
              </a:spcAft>
              <a:buClrTx/>
              <a:buSzTx/>
              <a:buFontTx/>
              <a:buNone/>
              <a:tabLst/>
              <a:defRPr/>
            </a:pPr>
            <a:endParaRPr kumimoji="1" lang="en-US" altLang="ko-KR" sz="800" b="1" dirty="0">
              <a:solidFill>
                <a:prstClr val="black"/>
              </a:solidFill>
              <a:latin typeface="맑은 고딕"/>
              <a:ea typeface="맑은 고딕"/>
            </a:endParaRPr>
          </a:p>
        </p:txBody>
      </p:sp>
      <p:sp>
        <p:nvSpPr>
          <p:cNvPr id="273" name="직사각형 272">
            <a:extLst>
              <a:ext uri="{FF2B5EF4-FFF2-40B4-BE49-F238E27FC236}">
                <a16:creationId xmlns:a16="http://schemas.microsoft.com/office/drawing/2014/main" id="{E37124A1-AEAF-4445-9C04-466F3F505F27}"/>
              </a:ext>
            </a:extLst>
          </p:cNvPr>
          <p:cNvSpPr/>
          <p:nvPr/>
        </p:nvSpPr>
        <p:spPr bwMode="auto">
          <a:xfrm>
            <a:off x="2821765" y="1061362"/>
            <a:ext cx="2289600" cy="270623"/>
          </a:xfrm>
          <a:prstGeom prst="rect">
            <a:avLst/>
          </a:prstGeom>
          <a:solidFill>
            <a:schemeClr val="bg1"/>
          </a:solidFill>
          <a:ln w="635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graphicFrame>
        <p:nvGraphicFramePr>
          <p:cNvPr id="104" name="표 103">
            <a:extLst>
              <a:ext uri="{FF2B5EF4-FFF2-40B4-BE49-F238E27FC236}">
                <a16:creationId xmlns:a16="http://schemas.microsoft.com/office/drawing/2014/main" id="{5ECBE90A-3E43-4B22-A23E-74563FDEF54B}"/>
              </a:ext>
            </a:extLst>
          </p:cNvPr>
          <p:cNvGraphicFramePr>
            <a:graphicFrameLocks noGrp="1"/>
          </p:cNvGraphicFramePr>
          <p:nvPr>
            <p:extLst>
              <p:ext uri="{D42A27DB-BD31-4B8C-83A1-F6EECF244321}">
                <p14:modId xmlns:p14="http://schemas.microsoft.com/office/powerpoint/2010/main" val="3696801832"/>
              </p:ext>
            </p:extLst>
          </p:nvPr>
        </p:nvGraphicFramePr>
        <p:xfrm>
          <a:off x="7791532" y="556096"/>
          <a:ext cx="2046688" cy="4369976"/>
        </p:xfrm>
        <a:graphic>
          <a:graphicData uri="http://schemas.openxmlformats.org/drawingml/2006/table">
            <a:tbl>
              <a:tblPr/>
              <a:tblGrid>
                <a:gridCol w="216846">
                  <a:extLst>
                    <a:ext uri="{9D8B030D-6E8A-4147-A177-3AD203B41FA5}">
                      <a16:colId xmlns:a16="http://schemas.microsoft.com/office/drawing/2014/main" val="877983187"/>
                    </a:ext>
                  </a:extLst>
                </a:gridCol>
                <a:gridCol w="1829842">
                  <a:extLst>
                    <a:ext uri="{9D8B030D-6E8A-4147-A177-3AD203B41FA5}">
                      <a16:colId xmlns:a16="http://schemas.microsoft.com/office/drawing/2014/main" val="3543648088"/>
                    </a:ext>
                  </a:extLst>
                </a:gridCol>
              </a:tblGrid>
              <a:tr h="264331">
                <a:tc gridSpan="2">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mn-ea"/>
                          <a:ea typeface="+mn-ea"/>
                        </a:rPr>
                        <a:t>Description</a:t>
                      </a:r>
                      <a:endParaRPr kumimoji="1" lang="ko-KR" altLang="en-US" sz="700" b="1"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40511496"/>
                  </a:ext>
                </a:extLst>
              </a:tr>
              <a:tr h="252000">
                <a:tc gridSpan="2">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latinLnBrk="1"/>
                      <a:endParaRPr lang="ko-KR" altLang="en-US"/>
                    </a:p>
                  </a:txBody>
                  <a:tcPr/>
                </a:tc>
                <a:extLst>
                  <a:ext uri="{0D108BD9-81ED-4DB2-BD59-A6C34878D82A}">
                    <a16:rowId xmlns:a16="http://schemas.microsoft.com/office/drawing/2014/main" val="566744085"/>
                  </a:ext>
                </a:extLst>
              </a:tr>
              <a:tr h="252000">
                <a:tc>
                  <a:txBody>
                    <a:bodyPr/>
                    <a:lstStyle/>
                    <a:p>
                      <a:pPr algn="ctr"/>
                      <a:r>
                        <a:rPr lang="en-US" altLang="ko-KR" sz="700" dirty="0"/>
                        <a:t>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각 지역</a:t>
                      </a:r>
                      <a:r>
                        <a:rPr kumimoji="1" lang="en-US" altLang="ko-KR" sz="700" b="0" i="0" u="none" strike="noStrike" cap="none" normalizeH="0" baseline="0" dirty="0">
                          <a:ln>
                            <a:noFill/>
                          </a:ln>
                          <a:solidFill>
                            <a:schemeClr val="tx1"/>
                          </a:solidFill>
                          <a:effectLst/>
                          <a:latin typeface="+mn-ea"/>
                          <a:ea typeface="+mn-ea"/>
                        </a:rPr>
                        <a:t>(</a:t>
                      </a:r>
                      <a:r>
                        <a:rPr kumimoji="1" lang="en-US" altLang="ko-KR" sz="700" b="0" i="0" u="none" strike="noStrike" cap="none" normalizeH="0" baseline="0" dirty="0" err="1">
                          <a:ln>
                            <a:noFill/>
                          </a:ln>
                          <a:solidFill>
                            <a:schemeClr val="tx1"/>
                          </a:solidFill>
                          <a:effectLst/>
                          <a:latin typeface="+mn-ea"/>
                          <a:ea typeface="+mn-ea"/>
                        </a:rPr>
                        <a:t>2Depth</a:t>
                      </a:r>
                      <a:r>
                        <a:rPr kumimoji="1" lang="en-US" altLang="ko-KR" sz="700" b="0" i="0" u="none" strike="noStrike" cap="none" normalizeH="0" baseline="0" dirty="0">
                          <a:ln>
                            <a:noFill/>
                          </a:ln>
                          <a:solidFill>
                            <a:schemeClr val="tx1"/>
                          </a:solidFill>
                          <a:effectLst/>
                          <a:latin typeface="+mn-ea"/>
                          <a:ea typeface="+mn-ea"/>
                        </a:rPr>
                        <a:t>)</a:t>
                      </a:r>
                      <a:r>
                        <a:rPr kumimoji="1" lang="ko-KR" altLang="en-US" sz="700" b="0" i="0" u="none" strike="noStrike" cap="none" normalizeH="0" baseline="0" dirty="0">
                          <a:ln>
                            <a:noFill/>
                          </a:ln>
                          <a:solidFill>
                            <a:schemeClr val="tx1"/>
                          </a:solidFill>
                          <a:effectLst/>
                          <a:latin typeface="+mn-ea"/>
                          <a:ea typeface="+mn-ea"/>
                        </a:rPr>
                        <a:t>의 메인으로 이동하여 </a:t>
                      </a:r>
                      <a:r>
                        <a:rPr kumimoji="1" lang="ko-KR" altLang="en-US" sz="700" b="0" i="0" u="none" strike="noStrike" cap="none" normalizeH="0" baseline="0" dirty="0" err="1">
                          <a:ln>
                            <a:noFill/>
                          </a:ln>
                          <a:solidFill>
                            <a:schemeClr val="tx1"/>
                          </a:solidFill>
                          <a:effectLst/>
                          <a:latin typeface="+mn-ea"/>
                          <a:ea typeface="+mn-ea"/>
                        </a:rPr>
                        <a:t>트렌드화면</a:t>
                      </a:r>
                      <a:r>
                        <a:rPr kumimoji="1" lang="ko-KR" altLang="en-US" sz="700" b="0" i="0" u="none" strike="noStrike" cap="none" normalizeH="0" baseline="0" dirty="0">
                          <a:ln>
                            <a:noFill/>
                          </a:ln>
                          <a:solidFill>
                            <a:schemeClr val="tx1"/>
                          </a:solidFill>
                          <a:effectLst/>
                          <a:latin typeface="+mn-ea"/>
                          <a:ea typeface="+mn-ea"/>
                        </a:rPr>
                        <a:t> 연결 시 노출되는 화면</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54734413"/>
                  </a:ext>
                </a:extLst>
              </a:tr>
              <a:tr h="317241">
                <a:tc>
                  <a:txBody>
                    <a:bodyPr/>
                    <a:lstStyle/>
                    <a:p>
                      <a:pPr algn="ctr"/>
                      <a:r>
                        <a:rPr lang="en-US" altLang="ko-KR" sz="700" dirty="0"/>
                        <a:t>2</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rPr>
                        <a:t>Data(</a:t>
                      </a:r>
                      <a:r>
                        <a:rPr kumimoji="1" lang="ko-KR" altLang="en-US" sz="700" b="0" i="0" u="none" strike="noStrike" cap="none" normalizeH="0" baseline="0" dirty="0">
                          <a:ln>
                            <a:noFill/>
                          </a:ln>
                          <a:solidFill>
                            <a:schemeClr val="tx1"/>
                          </a:solidFill>
                          <a:effectLst/>
                          <a:latin typeface="+mn-ea"/>
                          <a:ea typeface="+mn-ea"/>
                        </a:rPr>
                        <a:t>사용자명</a:t>
                      </a: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접근한 월</a:t>
                      </a:r>
                      <a:r>
                        <a:rPr kumimoji="1" lang="en-US" altLang="ko-KR" sz="700" b="0" i="0" u="none" strike="noStrike" cap="none" normalizeH="0" baseline="0" dirty="0">
                          <a:ln>
                            <a:noFill/>
                          </a:ln>
                          <a:solidFill>
                            <a:schemeClr val="tx1"/>
                          </a:solidFill>
                          <a:effectLst/>
                          <a:latin typeface="+mn-ea"/>
                          <a:ea typeface="+mn-ea"/>
                        </a:rPr>
                        <a:t>)</a:t>
                      </a:r>
                      <a:r>
                        <a:rPr kumimoji="1" lang="ko-KR" altLang="en-US" sz="700" b="0" i="0" u="none" strike="noStrike" cap="none" normalizeH="0" baseline="0" dirty="0">
                          <a:ln>
                            <a:noFill/>
                          </a:ln>
                          <a:solidFill>
                            <a:schemeClr val="tx1"/>
                          </a:solidFill>
                          <a:effectLst/>
                          <a:latin typeface="+mn-ea"/>
                          <a:ea typeface="+mn-ea"/>
                        </a:rPr>
                        <a:t>을 제외하고 </a:t>
                      </a:r>
                      <a:r>
                        <a:rPr kumimoji="1" lang="en-US" altLang="ko-KR" sz="700" b="0" i="0" u="none" strike="noStrike" cap="none" normalizeH="0" baseline="0" dirty="0">
                          <a:ln>
                            <a:noFill/>
                          </a:ln>
                          <a:solidFill>
                            <a:schemeClr val="tx1"/>
                          </a:solidFill>
                          <a:effectLst/>
                          <a:latin typeface="+mn-ea"/>
                          <a:ea typeface="+mn-ea"/>
                        </a:rPr>
                        <a:t>Static</a:t>
                      </a:r>
                      <a:r>
                        <a:rPr kumimoji="1" lang="ko-KR" altLang="en-US" sz="700" b="0" i="0" u="none" strike="noStrike" cap="none" normalizeH="0" baseline="0" dirty="0">
                          <a:ln>
                            <a:noFill/>
                          </a:ln>
                          <a:solidFill>
                            <a:schemeClr val="tx1"/>
                          </a:solidFill>
                          <a:effectLst/>
                          <a:latin typeface="+mn-ea"/>
                          <a:ea typeface="+mn-ea"/>
                        </a:rPr>
                        <a:t>한 </a:t>
                      </a:r>
                      <a:r>
                        <a:rPr kumimoji="1" lang="en-US" altLang="ko-KR" sz="700" b="0" i="0" u="none" strike="noStrike" cap="none" normalizeH="0" baseline="0" dirty="0">
                          <a:ln>
                            <a:noFill/>
                          </a:ln>
                          <a:solidFill>
                            <a:schemeClr val="tx1"/>
                          </a:solidFill>
                          <a:effectLst/>
                          <a:latin typeface="+mn-ea"/>
                          <a:ea typeface="+mn-ea"/>
                        </a:rPr>
                        <a:t>Text</a:t>
                      </a: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600405226"/>
                  </a:ext>
                </a:extLst>
              </a:tr>
              <a:tr h="252000">
                <a:tc>
                  <a:txBody>
                    <a:bodyPr/>
                    <a:lstStyle/>
                    <a:p>
                      <a:pPr algn="ctr"/>
                      <a:r>
                        <a:rPr lang="en-US" altLang="ko-KR" sz="700" dirty="0"/>
                        <a:t>3</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접근한 지역에서 가장 많이 접근 한 </a:t>
                      </a:r>
                      <a:r>
                        <a:rPr kumimoji="1" lang="en-US" altLang="ko-KR" sz="700" b="0" i="0" u="none" strike="noStrike" cap="none" normalizeH="0" baseline="0" dirty="0">
                          <a:ln>
                            <a:noFill/>
                          </a:ln>
                          <a:solidFill>
                            <a:schemeClr val="tx1"/>
                          </a:solidFill>
                          <a:effectLst/>
                          <a:latin typeface="+mn-ea"/>
                          <a:ea typeface="+mn-ea"/>
                        </a:rPr>
                        <a:t>Depth </a:t>
                      </a:r>
                      <a:r>
                        <a:rPr kumimoji="1" lang="ko-KR" altLang="en-US" sz="700" b="0" i="0" u="none" strike="noStrike" cap="none" normalizeH="0" baseline="0" dirty="0">
                          <a:ln>
                            <a:noFill/>
                          </a:ln>
                          <a:solidFill>
                            <a:schemeClr val="tx1"/>
                          </a:solidFill>
                          <a:effectLst/>
                          <a:latin typeface="+mn-ea"/>
                          <a:ea typeface="+mn-ea"/>
                        </a:rPr>
                        <a:t>노출 </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sym typeface="Wingdings" panose="05000000000000000000" pitchFamily="2" charset="2"/>
                        </a:rPr>
                        <a:t> </a:t>
                      </a:r>
                      <a:r>
                        <a:rPr kumimoji="1" lang="ko-KR" altLang="en-US" sz="700" b="0" i="0" u="none" strike="noStrike" cap="none" normalizeH="0" baseline="0" dirty="0">
                          <a:ln>
                            <a:noFill/>
                          </a:ln>
                          <a:solidFill>
                            <a:schemeClr val="tx1"/>
                          </a:solidFill>
                          <a:effectLst/>
                          <a:latin typeface="+mn-ea"/>
                          <a:ea typeface="+mn-ea"/>
                          <a:sym typeface="Wingdings" panose="05000000000000000000" pitchFamily="2" charset="2"/>
                        </a:rPr>
                        <a:t>터치 시 해당 지역의 상품목록으로 이동</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575881690"/>
                  </a:ext>
                </a:extLst>
              </a:tr>
              <a:tr h="252000">
                <a:tc>
                  <a:txBody>
                    <a:bodyPr/>
                    <a:lstStyle/>
                    <a:p>
                      <a:pPr algn="ctr"/>
                      <a:r>
                        <a:rPr lang="en-US" altLang="ko-KR" sz="700" dirty="0"/>
                        <a:t>4</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en-US" altLang="ko-KR" sz="700" b="0" i="0" u="none" strike="noStrike" cap="none" normalizeH="0" baseline="0" dirty="0">
                          <a:ln>
                            <a:noFill/>
                          </a:ln>
                          <a:solidFill>
                            <a:schemeClr val="tx1"/>
                          </a:solidFill>
                          <a:effectLst/>
                          <a:latin typeface="+mn-ea"/>
                          <a:ea typeface="+mn-ea"/>
                        </a:rPr>
                        <a:t>3</a:t>
                      </a:r>
                      <a:r>
                        <a:rPr kumimoji="1" lang="ko-KR" altLang="en-US" sz="700" b="0" i="0" u="none" strike="noStrike" cap="none" normalizeH="0" baseline="0" dirty="0">
                          <a:ln>
                            <a:noFill/>
                          </a:ln>
                          <a:solidFill>
                            <a:schemeClr val="tx1"/>
                          </a:solidFill>
                          <a:effectLst/>
                          <a:latin typeface="+mn-ea"/>
                          <a:ea typeface="+mn-ea"/>
                        </a:rPr>
                        <a:t>영역에 노출되는 지역에서 </a:t>
                      </a:r>
                      <a:r>
                        <a:rPr kumimoji="1" lang="ko-KR" altLang="en-US" sz="700" b="0" i="0" u="none" strike="noStrike" cap="none" normalizeH="0" baseline="0" dirty="0" err="1">
                          <a:ln>
                            <a:noFill/>
                          </a:ln>
                          <a:solidFill>
                            <a:schemeClr val="tx1"/>
                          </a:solidFill>
                          <a:effectLst/>
                          <a:latin typeface="+mn-ea"/>
                          <a:ea typeface="+mn-ea"/>
                        </a:rPr>
                        <a:t>가장많이</a:t>
                      </a:r>
                      <a:r>
                        <a:rPr kumimoji="1" lang="ko-KR" altLang="en-US" sz="700" b="0" i="0" u="none" strike="noStrike" cap="none" normalizeH="0" baseline="0" dirty="0">
                          <a:ln>
                            <a:noFill/>
                          </a:ln>
                          <a:solidFill>
                            <a:schemeClr val="tx1"/>
                          </a:solidFill>
                          <a:effectLst/>
                          <a:latin typeface="+mn-ea"/>
                          <a:ea typeface="+mn-ea"/>
                        </a:rPr>
                        <a:t> 예약을 한 상품을 노출</a:t>
                      </a:r>
                      <a:endParaRPr kumimoji="1" lang="en-US" altLang="ko-KR" sz="700" b="0" i="0" u="none" strike="noStrike" cap="none" normalizeH="0" baseline="0" dirty="0">
                        <a:ln>
                          <a:noFill/>
                        </a:ln>
                        <a:solidFill>
                          <a:schemeClr val="tx1"/>
                        </a:solidFill>
                        <a:effectLst/>
                        <a:latin typeface="+mn-ea"/>
                        <a:ea typeface="+mn-ea"/>
                      </a:endParaRPr>
                    </a:p>
                    <a:p>
                      <a:pPr marL="171450" marR="0" lvl="0" indent="-171450" algn="l" defTabSz="914400" rtl="0" eaLnBrk="1" fontAlgn="base" latinLnBrk="1" hangingPunct="1">
                        <a:lnSpc>
                          <a:spcPct val="100000"/>
                        </a:lnSpc>
                        <a:spcBef>
                          <a:spcPct val="20000"/>
                        </a:spcBef>
                        <a:spcAft>
                          <a:spcPct val="0"/>
                        </a:spcAft>
                        <a:buClrTx/>
                        <a:buSzTx/>
                        <a:buFont typeface="Wingdings" panose="05000000000000000000" pitchFamily="2" charset="2"/>
                        <a:buChar char="à"/>
                        <a:tabLst/>
                      </a:pPr>
                      <a:r>
                        <a:rPr kumimoji="1" lang="ko-KR" altLang="en-US" sz="700" b="0" i="0" u="none" strike="noStrike" cap="none" normalizeH="0" baseline="0" dirty="0">
                          <a:ln>
                            <a:noFill/>
                          </a:ln>
                          <a:solidFill>
                            <a:schemeClr val="tx1"/>
                          </a:solidFill>
                          <a:effectLst/>
                          <a:latin typeface="+mn-ea"/>
                          <a:ea typeface="+mn-ea"/>
                          <a:sym typeface="Wingdings" panose="05000000000000000000" pitchFamily="2" charset="2"/>
                        </a:rPr>
                        <a:t>터치 시 해당상품의 </a:t>
                      </a:r>
                      <a:r>
                        <a:rPr kumimoji="1" lang="ko-KR" altLang="en-US" sz="700" b="0" i="0" u="none" strike="noStrike" cap="none" normalizeH="0" baseline="0" dirty="0" err="1">
                          <a:ln>
                            <a:noFill/>
                          </a:ln>
                          <a:solidFill>
                            <a:schemeClr val="tx1"/>
                          </a:solidFill>
                          <a:effectLst/>
                          <a:latin typeface="+mn-ea"/>
                          <a:ea typeface="+mn-ea"/>
                          <a:sym typeface="Wingdings" panose="05000000000000000000" pitchFamily="2" charset="2"/>
                        </a:rPr>
                        <a:t>가장빠른</a:t>
                      </a:r>
                      <a:r>
                        <a:rPr kumimoji="1" lang="ko-KR" altLang="en-US" sz="700" b="0" i="0" u="none" strike="noStrike" cap="none" normalizeH="0" baseline="0" dirty="0">
                          <a:ln>
                            <a:noFill/>
                          </a:ln>
                          <a:solidFill>
                            <a:schemeClr val="tx1"/>
                          </a:solidFill>
                          <a:effectLst/>
                          <a:latin typeface="+mn-ea"/>
                          <a:ea typeface="+mn-ea"/>
                          <a:sym typeface="Wingdings" panose="05000000000000000000" pitchFamily="2" charset="2"/>
                        </a:rPr>
                        <a:t> </a:t>
                      </a:r>
                      <a:r>
                        <a:rPr kumimoji="1" lang="ko-KR" altLang="en-US" sz="700" b="0" i="0" u="none" strike="noStrike" cap="none" normalizeH="0" baseline="0" dirty="0" err="1">
                          <a:ln>
                            <a:noFill/>
                          </a:ln>
                          <a:solidFill>
                            <a:schemeClr val="tx1"/>
                          </a:solidFill>
                          <a:effectLst/>
                          <a:latin typeface="+mn-ea"/>
                          <a:ea typeface="+mn-ea"/>
                          <a:sym typeface="Wingdings" panose="05000000000000000000" pitchFamily="2" charset="2"/>
                        </a:rPr>
                        <a:t>행사코드상세보기</a:t>
                      </a:r>
                      <a:r>
                        <a:rPr kumimoji="1" lang="ko-KR" altLang="en-US" sz="700" b="0" i="0" u="none" strike="noStrike" cap="none" normalizeH="0" baseline="0" dirty="0">
                          <a:ln>
                            <a:noFill/>
                          </a:ln>
                          <a:solidFill>
                            <a:schemeClr val="tx1"/>
                          </a:solidFill>
                          <a:effectLst/>
                          <a:latin typeface="+mn-ea"/>
                          <a:ea typeface="+mn-ea"/>
                          <a:sym typeface="Wingdings" panose="05000000000000000000" pitchFamily="2" charset="2"/>
                        </a:rPr>
                        <a:t> 화면으로 이동</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929205908"/>
                  </a:ext>
                </a:extLst>
              </a:tr>
              <a:tr h="252000">
                <a:tc>
                  <a:txBody>
                    <a:bodyPr/>
                    <a:lstStyle/>
                    <a:p>
                      <a:pPr algn="ctr"/>
                      <a:r>
                        <a:rPr lang="en-US" altLang="ko-KR" sz="700" dirty="0"/>
                        <a:t>5</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174393987"/>
                  </a:ext>
                </a:extLst>
              </a:tr>
              <a:tr h="252000">
                <a:tc>
                  <a:txBody>
                    <a:bodyPr/>
                    <a:lstStyle/>
                    <a:p>
                      <a:pPr algn="ctr"/>
                      <a:r>
                        <a:rPr lang="en-US" altLang="ko-KR" sz="700" dirty="0"/>
                        <a:t>6</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986106794"/>
                  </a:ext>
                </a:extLst>
              </a:tr>
              <a:tr h="252000">
                <a:tc>
                  <a:txBody>
                    <a:bodyPr/>
                    <a:lstStyle/>
                    <a:p>
                      <a:pPr algn="ctr"/>
                      <a:r>
                        <a:rPr lang="en-US" altLang="ko-KR" sz="700" dirty="0"/>
                        <a:t>7</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382451967"/>
                  </a:ext>
                </a:extLst>
              </a:tr>
              <a:tr h="252000">
                <a:tc>
                  <a:txBody>
                    <a:bodyPr/>
                    <a:lstStyle/>
                    <a:p>
                      <a:pPr algn="ctr"/>
                      <a:r>
                        <a:rPr lang="en-US" altLang="ko-KR" sz="700" dirty="0"/>
                        <a:t>8</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801369225"/>
                  </a:ext>
                </a:extLst>
              </a:tr>
              <a:tr h="252000">
                <a:tc>
                  <a:txBody>
                    <a:bodyPr/>
                    <a:lstStyle/>
                    <a:p>
                      <a:pPr algn="ctr"/>
                      <a:r>
                        <a:rPr lang="en-US" altLang="ko-KR" sz="700" dirty="0"/>
                        <a:t>9</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87350180"/>
                  </a:ext>
                </a:extLst>
              </a:tr>
              <a:tr h="252000">
                <a:tc>
                  <a:txBody>
                    <a:bodyPr/>
                    <a:lstStyle/>
                    <a:p>
                      <a:pPr algn="ctr"/>
                      <a:r>
                        <a:rPr lang="en-US" altLang="ko-KR" sz="700" dirty="0"/>
                        <a:t>10</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893561366"/>
                  </a:ext>
                </a:extLst>
              </a:tr>
              <a:tr h="252000">
                <a:tc>
                  <a:txBody>
                    <a:bodyPr/>
                    <a:lstStyle/>
                    <a:p>
                      <a:pPr algn="ctr"/>
                      <a:r>
                        <a:rPr lang="en-US" altLang="ko-KR" sz="700" dirty="0"/>
                        <a:t>11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120464130"/>
                  </a:ext>
                </a:extLst>
              </a:tr>
              <a:tr h="257465">
                <a:tc gridSpan="2">
                  <a:txBody>
                    <a:bodyPr/>
                    <a:lstStyle/>
                    <a:p>
                      <a:pPr algn="ctr"/>
                      <a:endParaRPr lang="ko-KR" altLang="en-US" sz="700" b="1"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827257165"/>
                  </a:ext>
                </a:extLst>
              </a:tr>
              <a:tr h="257465">
                <a:tc gridSpan="2">
                  <a:txBody>
                    <a:bodyPr/>
                    <a:lstStyle/>
                    <a:p>
                      <a:endParaRPr lang="en-US" altLang="ko-KR"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32757063"/>
                  </a:ext>
                </a:extLst>
              </a:tr>
            </a:tbl>
          </a:graphicData>
        </a:graphic>
      </p:graphicFrame>
      <p:sp>
        <p:nvSpPr>
          <p:cNvPr id="2" name="텍스트 개체 틀 1">
            <a:extLst>
              <a:ext uri="{FF2B5EF4-FFF2-40B4-BE49-F238E27FC236}">
                <a16:creationId xmlns:a16="http://schemas.microsoft.com/office/drawing/2014/main" id="{6352FB64-C8C6-4D72-B120-BC94F211760C}"/>
              </a:ext>
            </a:extLst>
          </p:cNvPr>
          <p:cNvSpPr>
            <a:spLocks noGrp="1"/>
          </p:cNvSpPr>
          <p:nvPr>
            <p:ph type="body" sz="quarter" idx="10"/>
          </p:nvPr>
        </p:nvSpPr>
        <p:spPr/>
        <p:txBody>
          <a:bodyPr/>
          <a:lstStyle/>
          <a:p>
            <a:r>
              <a:rPr lang="en-US" altLang="ko-KR" dirty="0"/>
              <a:t>CUBE_</a:t>
            </a:r>
            <a:r>
              <a:rPr lang="ko-KR" altLang="en-US" dirty="0"/>
              <a:t>트랜드 </a:t>
            </a:r>
            <a:endParaRPr lang="en-US" altLang="ko-KR" dirty="0"/>
          </a:p>
        </p:txBody>
      </p:sp>
      <p:sp>
        <p:nvSpPr>
          <p:cNvPr id="7" name="텍스트 개체 틀 6">
            <a:extLst>
              <a:ext uri="{FF2B5EF4-FFF2-40B4-BE49-F238E27FC236}">
                <a16:creationId xmlns:a16="http://schemas.microsoft.com/office/drawing/2014/main" id="{144A212D-8A3F-4CB1-8C81-FD2FB266E275}"/>
              </a:ext>
            </a:extLst>
          </p:cNvPr>
          <p:cNvSpPr>
            <a:spLocks noGrp="1"/>
          </p:cNvSpPr>
          <p:nvPr>
            <p:ph type="body" sz="quarter" idx="11"/>
          </p:nvPr>
        </p:nvSpPr>
        <p:spPr/>
        <p:txBody>
          <a:bodyPr/>
          <a:lstStyle/>
          <a:p>
            <a:r>
              <a:rPr lang="en-US" altLang="ko-KR" dirty="0" err="1"/>
              <a:t>DE_SL_CU_302</a:t>
            </a:r>
            <a:r>
              <a:rPr lang="en-US" altLang="ko-KR" dirty="0"/>
              <a:t> </a:t>
            </a:r>
            <a:endParaRPr lang="ko-KR" altLang="en-US" dirty="0"/>
          </a:p>
        </p:txBody>
      </p:sp>
      <p:sp>
        <p:nvSpPr>
          <p:cNvPr id="160" name="타원 159">
            <a:extLst>
              <a:ext uri="{FF2B5EF4-FFF2-40B4-BE49-F238E27FC236}">
                <a16:creationId xmlns:a16="http://schemas.microsoft.com/office/drawing/2014/main" id="{5D050895-681C-4C52-8EDE-B1D294A8F02F}"/>
              </a:ext>
            </a:extLst>
          </p:cNvPr>
          <p:cNvSpPr/>
          <p:nvPr/>
        </p:nvSpPr>
        <p:spPr>
          <a:xfrm>
            <a:off x="4602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err="1">
                <a:solidFill>
                  <a:prstClr val="white"/>
                </a:solidFill>
              </a:rPr>
              <a:t>CUVE</a:t>
            </a:r>
            <a:endParaRPr lang="ko-KR" altLang="en-US" sz="800" dirty="0" err="1">
              <a:solidFill>
                <a:prstClr val="white"/>
              </a:solidFill>
            </a:endParaRPr>
          </a:p>
        </p:txBody>
      </p:sp>
      <p:sp>
        <p:nvSpPr>
          <p:cNvPr id="272" name="TextBox 271">
            <a:extLst>
              <a:ext uri="{FF2B5EF4-FFF2-40B4-BE49-F238E27FC236}">
                <a16:creationId xmlns:a16="http://schemas.microsoft.com/office/drawing/2014/main" id="{2128927F-E916-4BEF-A0B0-D8D93149D18D}"/>
              </a:ext>
            </a:extLst>
          </p:cNvPr>
          <p:cNvSpPr txBox="1"/>
          <p:nvPr/>
        </p:nvSpPr>
        <p:spPr>
          <a:xfrm>
            <a:off x="2825373" y="1067851"/>
            <a:ext cx="2289600" cy="253211"/>
          </a:xfrm>
          <a:prstGeom prst="rect">
            <a:avLst/>
          </a:prstGeom>
          <a:noFill/>
        </p:spPr>
        <p:txBody>
          <a:bodyPr wrap="square" rtlCol="0">
            <a:spAutoFit/>
          </a:bodyPr>
          <a:lstStyle/>
          <a:p>
            <a:pPr marL="0" marR="0" lvl="0" indent="0" algn="ctr" defTabSz="914400" rtl="0" eaLnBrk="1" fontAlgn="base" latinLnBrk="1" hangingPunct="1">
              <a:lnSpc>
                <a:spcPct val="150000"/>
              </a:lnSpc>
              <a:spcBef>
                <a:spcPct val="0"/>
              </a:spcBef>
              <a:spcAft>
                <a:spcPct val="0"/>
              </a:spcAft>
              <a:buClrTx/>
              <a:buSzTx/>
              <a:buFontTx/>
              <a:buNone/>
              <a:tabLst/>
              <a:defRPr/>
            </a:pPr>
            <a:r>
              <a:rPr kumimoji="1" lang="ko-KR" altLang="en-US" sz="800" b="1" i="0" u="none" strike="noStrike" kern="1200" cap="none" spc="0" normalizeH="0" baseline="0" noProof="0" dirty="0">
                <a:ln>
                  <a:noFill/>
                </a:ln>
                <a:solidFill>
                  <a:prstClr val="black"/>
                </a:solidFill>
                <a:effectLst/>
                <a:uLnTx/>
                <a:uFillTx/>
                <a:latin typeface="맑은 고딕"/>
                <a:ea typeface="맑은 고딕"/>
                <a:cs typeface="+mn-cs"/>
              </a:rPr>
              <a:t>트렌드</a:t>
            </a:r>
          </a:p>
        </p:txBody>
      </p:sp>
      <p:sp>
        <p:nvSpPr>
          <p:cNvPr id="274" name="모서리가 둥근 직사각형 20">
            <a:extLst>
              <a:ext uri="{FF2B5EF4-FFF2-40B4-BE49-F238E27FC236}">
                <a16:creationId xmlns:a16="http://schemas.microsoft.com/office/drawing/2014/main" id="{D9C9E5AA-2436-4AE6-A7FD-D98CBC6BF7C6}"/>
              </a:ext>
            </a:extLst>
          </p:cNvPr>
          <p:cNvSpPr/>
          <p:nvPr/>
        </p:nvSpPr>
        <p:spPr bwMode="auto">
          <a:xfrm>
            <a:off x="4928016" y="1113683"/>
            <a:ext cx="163510" cy="167735"/>
          </a:xfrm>
          <a:prstGeom prst="roundRect">
            <a:avLst>
              <a:gd name="adj" fmla="val 22385"/>
            </a:avLst>
          </a:prstGeom>
          <a:solidFill>
            <a:schemeClr val="bg1"/>
          </a:solidFill>
          <a:ln w="6350"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defTabSz="1069975" fontAlgn="base" latinLnBrk="1">
              <a:spcBef>
                <a:spcPct val="0"/>
              </a:spcBef>
              <a:spcAft>
                <a:spcPct val="0"/>
              </a:spcAft>
            </a:pPr>
            <a:r>
              <a:rPr kumimoji="1" lang="en-US" altLang="ko-KR" sz="700" dirty="0">
                <a:solidFill>
                  <a:prstClr val="black"/>
                </a:solidFill>
                <a:latin typeface="맑은 고딕"/>
                <a:ea typeface="맑은 고딕"/>
              </a:rPr>
              <a:t>X</a:t>
            </a:r>
            <a:endParaRPr kumimoji="1" lang="ko-KR" altLang="en-US" sz="700" dirty="0">
              <a:solidFill>
                <a:prstClr val="black"/>
              </a:solidFill>
              <a:latin typeface="맑은 고딕"/>
              <a:ea typeface="맑은 고딕"/>
            </a:endParaRPr>
          </a:p>
        </p:txBody>
      </p:sp>
      <p:grpSp>
        <p:nvGrpSpPr>
          <p:cNvPr id="4" name="그룹 3">
            <a:extLst>
              <a:ext uri="{FF2B5EF4-FFF2-40B4-BE49-F238E27FC236}">
                <a16:creationId xmlns:a16="http://schemas.microsoft.com/office/drawing/2014/main" id="{89A03565-4DA5-4AAF-B18C-B7F704E581AC}"/>
              </a:ext>
            </a:extLst>
          </p:cNvPr>
          <p:cNvGrpSpPr/>
          <p:nvPr/>
        </p:nvGrpSpPr>
        <p:grpSpPr>
          <a:xfrm>
            <a:off x="2820157" y="4977573"/>
            <a:ext cx="1094028" cy="1090118"/>
            <a:chOff x="2820157" y="4977573"/>
            <a:chExt cx="1094028" cy="1090118"/>
          </a:xfrm>
        </p:grpSpPr>
        <p:sp>
          <p:nvSpPr>
            <p:cNvPr id="328" name="자유형 73">
              <a:extLst>
                <a:ext uri="{FF2B5EF4-FFF2-40B4-BE49-F238E27FC236}">
                  <a16:creationId xmlns:a16="http://schemas.microsoft.com/office/drawing/2014/main" id="{87770D4D-B91A-47C7-BE44-2964C733B8FC}"/>
                </a:ext>
              </a:extLst>
            </p:cNvPr>
            <p:cNvSpPr/>
            <p:nvPr/>
          </p:nvSpPr>
          <p:spPr>
            <a:xfrm>
              <a:off x="2820157" y="4977573"/>
              <a:ext cx="1094028" cy="1090118"/>
            </a:xfrm>
            <a:custGeom>
              <a:avLst/>
              <a:gdLst>
                <a:gd name="connsiteX0" fmla="*/ 123151 w 997872"/>
                <a:gd name="connsiteY0" fmla="*/ 0 h 994306"/>
                <a:gd name="connsiteX1" fmla="*/ 997872 w 997872"/>
                <a:gd name="connsiteY1" fmla="*/ 874721 h 994306"/>
                <a:gd name="connsiteX2" fmla="*/ 993356 w 997872"/>
                <a:gd name="connsiteY2" fmla="*/ 964156 h 994306"/>
                <a:gd name="connsiteX3" fmla="*/ 988755 w 997872"/>
                <a:gd name="connsiteY3" fmla="*/ 994306 h 994306"/>
                <a:gd name="connsiteX4" fmla="*/ 507101 w 997872"/>
                <a:gd name="connsiteY4" fmla="*/ 994306 h 994306"/>
                <a:gd name="connsiteX5" fmla="*/ 507088 w 997872"/>
                <a:gd name="connsiteY5" fmla="*/ 994306 h 994306"/>
                <a:gd name="connsiteX6" fmla="*/ 507075 w 997872"/>
                <a:gd name="connsiteY6" fmla="*/ 994306 h 994306"/>
                <a:gd name="connsiteX7" fmla="*/ 0 w 997872"/>
                <a:gd name="connsiteY7" fmla="*/ 994306 h 994306"/>
                <a:gd name="connsiteX8" fmla="*/ 0 w 997872"/>
                <a:gd name="connsiteY8" fmla="*/ 994305 h 994306"/>
                <a:gd name="connsiteX9" fmla="*/ 0 w 997872"/>
                <a:gd name="connsiteY9" fmla="*/ 509497 h 994306"/>
                <a:gd name="connsiteX10" fmla="*/ 0 w 997872"/>
                <a:gd name="connsiteY10" fmla="*/ 487221 h 994306"/>
                <a:gd name="connsiteX11" fmla="*/ 0 w 997872"/>
                <a:gd name="connsiteY11" fmla="*/ 9662 h 994306"/>
                <a:gd name="connsiteX12" fmla="*/ 33716 w 997872"/>
                <a:gd name="connsiteY12" fmla="*/ 4516 h 994306"/>
                <a:gd name="connsiteX13" fmla="*/ 123151 w 997872"/>
                <a:gd name="connsiteY13" fmla="*/ 0 h 994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7872" h="994306">
                  <a:moveTo>
                    <a:pt x="123151" y="0"/>
                  </a:moveTo>
                  <a:cubicBezTo>
                    <a:pt x="606246" y="0"/>
                    <a:pt x="997872" y="391626"/>
                    <a:pt x="997872" y="874721"/>
                  </a:cubicBezTo>
                  <a:cubicBezTo>
                    <a:pt x="997872" y="904915"/>
                    <a:pt x="996342" y="934751"/>
                    <a:pt x="993356" y="964156"/>
                  </a:cubicBezTo>
                  <a:lnTo>
                    <a:pt x="988755" y="994306"/>
                  </a:lnTo>
                  <a:lnTo>
                    <a:pt x="507101" y="994306"/>
                  </a:lnTo>
                  <a:lnTo>
                    <a:pt x="507088" y="994306"/>
                  </a:lnTo>
                  <a:lnTo>
                    <a:pt x="507075" y="994306"/>
                  </a:lnTo>
                  <a:lnTo>
                    <a:pt x="0" y="994306"/>
                  </a:lnTo>
                  <a:lnTo>
                    <a:pt x="0" y="994305"/>
                  </a:lnTo>
                  <a:lnTo>
                    <a:pt x="0" y="509497"/>
                  </a:lnTo>
                  <a:lnTo>
                    <a:pt x="0" y="487221"/>
                  </a:lnTo>
                  <a:lnTo>
                    <a:pt x="0" y="9662"/>
                  </a:lnTo>
                  <a:lnTo>
                    <a:pt x="33716" y="4516"/>
                  </a:lnTo>
                  <a:cubicBezTo>
                    <a:pt x="63122" y="1530"/>
                    <a:pt x="92958" y="0"/>
                    <a:pt x="123151" y="0"/>
                  </a:cubicBezTo>
                  <a:close/>
                </a:path>
              </a:pathLst>
            </a:custGeom>
            <a:solidFill>
              <a:schemeClr val="bg1">
                <a:lumMod val="95000"/>
                <a:alpha val="87000"/>
              </a:schemeClr>
            </a:solidFill>
            <a:ln w="3175">
              <a:solidFill>
                <a:schemeClr val="bg1">
                  <a:lumMod val="75000"/>
                </a:schemeClr>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err="1">
                <a:solidFill>
                  <a:schemeClr val="tx1"/>
                </a:solidFill>
              </a:endParaRPr>
            </a:p>
          </p:txBody>
        </p:sp>
        <p:sp>
          <p:nvSpPr>
            <p:cNvPr id="329" name="타원 328">
              <a:extLst>
                <a:ext uri="{FF2B5EF4-FFF2-40B4-BE49-F238E27FC236}">
                  <a16:creationId xmlns:a16="http://schemas.microsoft.com/office/drawing/2014/main" id="{9A39F636-8E67-4F54-A0E9-072F1975D149}"/>
                </a:ext>
              </a:extLst>
            </p:cNvPr>
            <p:cNvSpPr/>
            <p:nvPr/>
          </p:nvSpPr>
          <p:spPr>
            <a:xfrm>
              <a:off x="29748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a:solidFill>
                    <a:prstClr val="white"/>
                  </a:solidFill>
                </a:rPr>
                <a:t>X</a:t>
              </a:r>
              <a:endParaRPr lang="ko-KR" altLang="en-US" sz="800" dirty="0" err="1">
                <a:solidFill>
                  <a:prstClr val="white"/>
                </a:solidFill>
              </a:endParaRPr>
            </a:p>
          </p:txBody>
        </p:sp>
        <p:sp>
          <p:nvSpPr>
            <p:cNvPr id="330" name="타원 329">
              <a:extLst>
                <a:ext uri="{FF2B5EF4-FFF2-40B4-BE49-F238E27FC236}">
                  <a16:creationId xmlns:a16="http://schemas.microsoft.com/office/drawing/2014/main" id="{E1D8C9CE-CF5E-4556-9519-8FD809A17B64}"/>
                </a:ext>
              </a:extLst>
            </p:cNvPr>
            <p:cNvSpPr/>
            <p:nvPr/>
          </p:nvSpPr>
          <p:spPr>
            <a:xfrm>
              <a:off x="2866903" y="5073403"/>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dirty="0">
                  <a:solidFill>
                    <a:prstClr val="white"/>
                  </a:solidFill>
                </a:rPr>
                <a:t>알림</a:t>
              </a:r>
            </a:p>
          </p:txBody>
        </p:sp>
        <p:sp>
          <p:nvSpPr>
            <p:cNvPr id="331" name="타원 330">
              <a:extLst>
                <a:ext uri="{FF2B5EF4-FFF2-40B4-BE49-F238E27FC236}">
                  <a16:creationId xmlns:a16="http://schemas.microsoft.com/office/drawing/2014/main" id="{322324F9-4608-426A-AC01-E2C813C7894C}"/>
                </a:ext>
              </a:extLst>
            </p:cNvPr>
            <p:cNvSpPr/>
            <p:nvPr/>
          </p:nvSpPr>
          <p:spPr>
            <a:xfrm>
              <a:off x="3241635" y="5166619"/>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dirty="0">
                  <a:solidFill>
                    <a:prstClr val="white"/>
                  </a:solidFill>
                </a:rPr>
                <a:t>상품추천</a:t>
              </a:r>
            </a:p>
          </p:txBody>
        </p:sp>
        <p:sp>
          <p:nvSpPr>
            <p:cNvPr id="332" name="타원 331">
              <a:extLst>
                <a:ext uri="{FF2B5EF4-FFF2-40B4-BE49-F238E27FC236}">
                  <a16:creationId xmlns:a16="http://schemas.microsoft.com/office/drawing/2014/main" id="{44C1B3E3-29AB-47DA-9C79-FC8610B40D30}"/>
                </a:ext>
              </a:extLst>
            </p:cNvPr>
            <p:cNvSpPr/>
            <p:nvPr/>
          </p:nvSpPr>
          <p:spPr>
            <a:xfrm>
              <a:off x="3485033" y="5448301"/>
              <a:ext cx="248663" cy="248663"/>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dirty="0">
                  <a:solidFill>
                    <a:prstClr val="white"/>
                  </a:solidFill>
                </a:rPr>
                <a:t>트렌드</a:t>
              </a:r>
            </a:p>
          </p:txBody>
        </p:sp>
        <p:sp>
          <p:nvSpPr>
            <p:cNvPr id="333" name="타원 332">
              <a:extLst>
                <a:ext uri="{FF2B5EF4-FFF2-40B4-BE49-F238E27FC236}">
                  <a16:creationId xmlns:a16="http://schemas.microsoft.com/office/drawing/2014/main" id="{E8459A62-E3FA-49C2-871A-FC8F440A782A}"/>
                </a:ext>
              </a:extLst>
            </p:cNvPr>
            <p:cNvSpPr/>
            <p:nvPr/>
          </p:nvSpPr>
          <p:spPr>
            <a:xfrm>
              <a:off x="3538910" y="580834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a:solidFill>
                    <a:prstClr val="white"/>
                  </a:solidFill>
                </a:rPr>
                <a:t>전화</a:t>
              </a:r>
              <a:endParaRPr lang="ko-KR" altLang="en-US" sz="600" dirty="0" err="1">
                <a:solidFill>
                  <a:prstClr val="white"/>
                </a:solidFill>
              </a:endParaRPr>
            </a:p>
          </p:txBody>
        </p:sp>
      </p:grpSp>
      <p:sp>
        <p:nvSpPr>
          <p:cNvPr id="368" name="타원 367">
            <a:extLst>
              <a:ext uri="{FF2B5EF4-FFF2-40B4-BE49-F238E27FC236}">
                <a16:creationId xmlns:a16="http://schemas.microsoft.com/office/drawing/2014/main" id="{F5298DAE-A173-4D6A-865D-EFE3E116F98F}"/>
              </a:ext>
            </a:extLst>
          </p:cNvPr>
          <p:cNvSpPr/>
          <p:nvPr/>
        </p:nvSpPr>
        <p:spPr>
          <a:xfrm>
            <a:off x="742628" y="5608290"/>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sp>
        <p:nvSpPr>
          <p:cNvPr id="89" name="TextBox 88">
            <a:extLst>
              <a:ext uri="{FF2B5EF4-FFF2-40B4-BE49-F238E27FC236}">
                <a16:creationId xmlns:a16="http://schemas.microsoft.com/office/drawing/2014/main" id="{DAF5FB68-1D96-458C-A042-B437FE31628E}"/>
              </a:ext>
            </a:extLst>
          </p:cNvPr>
          <p:cNvSpPr txBox="1"/>
          <p:nvPr/>
        </p:nvSpPr>
        <p:spPr>
          <a:xfrm>
            <a:off x="2855061" y="1406242"/>
            <a:ext cx="1557976" cy="230832"/>
          </a:xfrm>
          <a:prstGeom prst="rect">
            <a:avLst/>
          </a:prstGeom>
          <a:noFill/>
        </p:spPr>
        <p:txBody>
          <a:bodyPr wrap="square" rtlCol="0">
            <a:spAutoFit/>
          </a:bodyPr>
          <a:lstStyle/>
          <a:p>
            <a:r>
              <a:rPr lang="ko-KR" altLang="en-US" sz="900" b="1" dirty="0">
                <a:latin typeface="나눔고딕" panose="020D0604000000000000" pitchFamily="50" charset="-127"/>
                <a:ea typeface="나눔고딕" panose="020D0604000000000000" pitchFamily="50" charset="-127"/>
              </a:rPr>
              <a:t>이번 달 우리의 여행 트렌드</a:t>
            </a:r>
          </a:p>
        </p:txBody>
      </p:sp>
      <p:sp>
        <p:nvSpPr>
          <p:cNvPr id="117" name="TextBox 116">
            <a:extLst>
              <a:ext uri="{FF2B5EF4-FFF2-40B4-BE49-F238E27FC236}">
                <a16:creationId xmlns:a16="http://schemas.microsoft.com/office/drawing/2014/main" id="{957E662A-139A-4C78-AA14-BB47A6ACDBF9}"/>
              </a:ext>
            </a:extLst>
          </p:cNvPr>
          <p:cNvSpPr txBox="1"/>
          <p:nvPr/>
        </p:nvSpPr>
        <p:spPr>
          <a:xfrm>
            <a:off x="2845914" y="2887236"/>
            <a:ext cx="2158252" cy="215444"/>
          </a:xfrm>
          <a:prstGeom prst="rect">
            <a:avLst/>
          </a:prstGeom>
          <a:noFill/>
        </p:spPr>
        <p:txBody>
          <a:bodyPr wrap="square" rtlCol="0">
            <a:spAutoFit/>
          </a:bodyPr>
          <a:lstStyle/>
          <a:p>
            <a:r>
              <a:rPr lang="ko-KR" altLang="en-US" sz="800" b="1" dirty="0">
                <a:latin typeface="나눔고딕" panose="020D0604000000000000" pitchFamily="50" charset="-127"/>
                <a:ea typeface="나눔고딕" panose="020D0604000000000000" pitchFamily="50" charset="-127"/>
              </a:rPr>
              <a:t>프랑스</a:t>
            </a:r>
            <a:r>
              <a:rPr lang="en-US" altLang="ko-KR" sz="800" b="1" dirty="0">
                <a:latin typeface="나눔고딕" panose="020D0604000000000000" pitchFamily="50" charset="-127"/>
                <a:ea typeface="나눔고딕" panose="020D0604000000000000" pitchFamily="50" charset="-127"/>
              </a:rPr>
              <a:t>/</a:t>
            </a:r>
            <a:r>
              <a:rPr lang="ko-KR" altLang="en-US" sz="800" b="1" dirty="0">
                <a:latin typeface="나눔고딕" panose="020D0604000000000000" pitchFamily="50" charset="-127"/>
                <a:ea typeface="나눔고딕" panose="020D0604000000000000" pitchFamily="50" charset="-127"/>
              </a:rPr>
              <a:t>영국 인기상품</a:t>
            </a:r>
            <a:endParaRPr lang="en-US" altLang="ko-KR" sz="600" dirty="0">
              <a:solidFill>
                <a:srgbClr val="C00000"/>
              </a:solidFill>
              <a:latin typeface="나눔고딕" panose="020D0604000000000000" pitchFamily="50" charset="-127"/>
              <a:ea typeface="나눔고딕" panose="020D0604000000000000" pitchFamily="50" charset="-127"/>
            </a:endParaRPr>
          </a:p>
        </p:txBody>
      </p:sp>
      <p:sp>
        <p:nvSpPr>
          <p:cNvPr id="65" name="TextBox 64">
            <a:extLst>
              <a:ext uri="{FF2B5EF4-FFF2-40B4-BE49-F238E27FC236}">
                <a16:creationId xmlns:a16="http://schemas.microsoft.com/office/drawing/2014/main" id="{F68591D6-6B4A-480D-A5B1-603CBB1C546B}"/>
              </a:ext>
            </a:extLst>
          </p:cNvPr>
          <p:cNvSpPr txBox="1"/>
          <p:nvPr/>
        </p:nvSpPr>
        <p:spPr>
          <a:xfrm>
            <a:off x="2845914" y="2204864"/>
            <a:ext cx="2158252" cy="215444"/>
          </a:xfrm>
          <a:prstGeom prst="rect">
            <a:avLst/>
          </a:prstGeom>
          <a:noFill/>
        </p:spPr>
        <p:txBody>
          <a:bodyPr wrap="square" rtlCol="0">
            <a:spAutoFit/>
          </a:bodyPr>
          <a:lstStyle/>
          <a:p>
            <a:r>
              <a:rPr lang="ko-KR" altLang="en-US" sz="800" b="1" dirty="0">
                <a:latin typeface="나눔고딕" panose="020D0604000000000000" pitchFamily="50" charset="-127"/>
                <a:ea typeface="나눔고딕" panose="020D0604000000000000" pitchFamily="50" charset="-127"/>
              </a:rPr>
              <a:t>가장 많은 관심을 받은 서유럽 여행지</a:t>
            </a:r>
            <a:endParaRPr lang="en-US" altLang="ko-KR" sz="600" dirty="0">
              <a:solidFill>
                <a:srgbClr val="C00000"/>
              </a:solidFill>
              <a:latin typeface="나눔고딕" panose="020D0604000000000000" pitchFamily="50" charset="-127"/>
              <a:ea typeface="나눔고딕" panose="020D0604000000000000" pitchFamily="50" charset="-127"/>
            </a:endParaRPr>
          </a:p>
        </p:txBody>
      </p:sp>
      <p:sp>
        <p:nvSpPr>
          <p:cNvPr id="71" name="모서리가 둥근 직사각형 182">
            <a:extLst>
              <a:ext uri="{FF2B5EF4-FFF2-40B4-BE49-F238E27FC236}">
                <a16:creationId xmlns:a16="http://schemas.microsoft.com/office/drawing/2014/main" id="{D5017A33-5BE9-4E62-951F-86F5ECC9CE74}"/>
              </a:ext>
            </a:extLst>
          </p:cNvPr>
          <p:cNvSpPr/>
          <p:nvPr/>
        </p:nvSpPr>
        <p:spPr>
          <a:xfrm>
            <a:off x="3614081" y="2551764"/>
            <a:ext cx="674716" cy="185437"/>
          </a:xfrm>
          <a:prstGeom prst="roundRect">
            <a:avLst>
              <a:gd name="adj" fmla="val 50000"/>
            </a:avLst>
          </a:prstGeom>
          <a:no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700">
                <a:solidFill>
                  <a:schemeClr val="tx1"/>
                </a:solidFill>
              </a:rPr>
              <a:t>프랑스</a:t>
            </a:r>
            <a:r>
              <a:rPr lang="en-US" altLang="ko-KR" sz="700" dirty="0">
                <a:solidFill>
                  <a:schemeClr val="tx1"/>
                </a:solidFill>
              </a:rPr>
              <a:t>/</a:t>
            </a:r>
            <a:r>
              <a:rPr lang="ko-KR" altLang="en-US" sz="700" dirty="0">
                <a:solidFill>
                  <a:schemeClr val="tx1"/>
                </a:solidFill>
              </a:rPr>
              <a:t>영국</a:t>
            </a:r>
          </a:p>
        </p:txBody>
      </p:sp>
      <p:sp>
        <p:nvSpPr>
          <p:cNvPr id="82" name="TextBox 81">
            <a:extLst>
              <a:ext uri="{FF2B5EF4-FFF2-40B4-BE49-F238E27FC236}">
                <a16:creationId xmlns:a16="http://schemas.microsoft.com/office/drawing/2014/main" id="{A24DDA7B-15B5-4589-AA91-463E06C6436B}"/>
              </a:ext>
            </a:extLst>
          </p:cNvPr>
          <p:cNvSpPr txBox="1"/>
          <p:nvPr/>
        </p:nvSpPr>
        <p:spPr>
          <a:xfrm>
            <a:off x="3224808" y="692696"/>
            <a:ext cx="1557976" cy="369332"/>
          </a:xfrm>
          <a:prstGeom prst="rect">
            <a:avLst/>
          </a:prstGeom>
          <a:noFill/>
        </p:spPr>
        <p:txBody>
          <a:bodyPr wrap="square" rtlCol="0">
            <a:spAutoFit/>
          </a:bodyPr>
          <a:lstStyle/>
          <a:p>
            <a:r>
              <a:rPr lang="ko-KR" altLang="en-US" sz="900" b="1" dirty="0">
                <a:latin typeface="나눔고딕" panose="020D0604000000000000" pitchFamily="50" charset="-127"/>
                <a:ea typeface="나눔고딕" panose="020D0604000000000000" pitchFamily="50" charset="-127"/>
              </a:rPr>
              <a:t>지역</a:t>
            </a:r>
            <a:r>
              <a:rPr lang="en-US" altLang="ko-KR" sz="900" b="1" dirty="0">
                <a:latin typeface="나눔고딕" panose="020D0604000000000000" pitchFamily="50" charset="-127"/>
                <a:ea typeface="나눔고딕" panose="020D0604000000000000" pitchFamily="50" charset="-127"/>
              </a:rPr>
              <a:t>(</a:t>
            </a:r>
            <a:r>
              <a:rPr lang="en-US" altLang="ko-KR" sz="900" b="1" dirty="0" err="1">
                <a:latin typeface="나눔고딕" panose="020D0604000000000000" pitchFamily="50" charset="-127"/>
                <a:ea typeface="나눔고딕" panose="020D0604000000000000" pitchFamily="50" charset="-127"/>
              </a:rPr>
              <a:t>3Depth</a:t>
            </a:r>
            <a:r>
              <a:rPr lang="en-US" altLang="ko-KR" sz="900" b="1" dirty="0">
                <a:latin typeface="나눔고딕" panose="020D0604000000000000" pitchFamily="50" charset="-127"/>
                <a:ea typeface="나눔고딕" panose="020D0604000000000000" pitchFamily="50" charset="-127"/>
              </a:rPr>
              <a:t>) </a:t>
            </a:r>
            <a:r>
              <a:rPr lang="ko-KR" altLang="en-US" sz="900" b="1" dirty="0">
                <a:latin typeface="나눔고딕" panose="020D0604000000000000" pitchFamily="50" charset="-127"/>
                <a:ea typeface="나눔고딕" panose="020D0604000000000000" pitchFamily="50" charset="-127"/>
              </a:rPr>
              <a:t>메인에서 화면에서 </a:t>
            </a:r>
            <a:r>
              <a:rPr lang="en-US" altLang="ko-KR" sz="900" b="1" dirty="0" err="1">
                <a:latin typeface="나눔고딕" panose="020D0604000000000000" pitchFamily="50" charset="-127"/>
                <a:ea typeface="나눔고딕" panose="020D0604000000000000" pitchFamily="50" charset="-127"/>
              </a:rPr>
              <a:t>CUVE</a:t>
            </a:r>
            <a:r>
              <a:rPr lang="en-US" altLang="ko-KR" sz="900" b="1" dirty="0">
                <a:latin typeface="나눔고딕" panose="020D0604000000000000" pitchFamily="50" charset="-127"/>
                <a:ea typeface="나눔고딕" panose="020D0604000000000000" pitchFamily="50" charset="-127"/>
              </a:rPr>
              <a:t> </a:t>
            </a:r>
            <a:r>
              <a:rPr lang="ko-KR" altLang="en-US" sz="900" b="1" dirty="0">
                <a:latin typeface="나눔고딕" panose="020D0604000000000000" pitchFamily="50" charset="-127"/>
                <a:ea typeface="나눔고딕" panose="020D0604000000000000" pitchFamily="50" charset="-127"/>
              </a:rPr>
              <a:t>연결 시 </a:t>
            </a:r>
          </a:p>
        </p:txBody>
      </p:sp>
      <p:sp>
        <p:nvSpPr>
          <p:cNvPr id="83" name="TextBox 82">
            <a:extLst>
              <a:ext uri="{FF2B5EF4-FFF2-40B4-BE49-F238E27FC236}">
                <a16:creationId xmlns:a16="http://schemas.microsoft.com/office/drawing/2014/main" id="{1C11BB71-7525-4724-962B-7CB632EE4CDD}"/>
              </a:ext>
            </a:extLst>
          </p:cNvPr>
          <p:cNvSpPr txBox="1"/>
          <p:nvPr/>
        </p:nvSpPr>
        <p:spPr>
          <a:xfrm>
            <a:off x="2917031" y="3194908"/>
            <a:ext cx="2158252" cy="215444"/>
          </a:xfrm>
          <a:prstGeom prst="rect">
            <a:avLst/>
          </a:prstGeom>
          <a:noFill/>
        </p:spPr>
        <p:txBody>
          <a:bodyPr wrap="square" rtlCol="0">
            <a:spAutoFit/>
          </a:bodyPr>
          <a:lstStyle/>
          <a:p>
            <a:r>
              <a:rPr lang="ko-KR" altLang="en-US" sz="800" dirty="0">
                <a:latin typeface="나눔고딕" panose="020D0604000000000000" pitchFamily="50" charset="-127"/>
                <a:ea typeface="나눔고딕" panose="020D0604000000000000" pitchFamily="50" charset="-127"/>
              </a:rPr>
              <a:t>지난 </a:t>
            </a:r>
            <a:r>
              <a:rPr lang="en-US" altLang="ko-KR" sz="800" dirty="0">
                <a:latin typeface="나눔고딕" panose="020D0604000000000000" pitchFamily="50" charset="-127"/>
                <a:ea typeface="나눔고딕" panose="020D0604000000000000" pitchFamily="50" charset="-127"/>
              </a:rPr>
              <a:t>1</a:t>
            </a:r>
            <a:r>
              <a:rPr lang="ko-KR" altLang="en-US" sz="800" dirty="0">
                <a:latin typeface="나눔고딕" panose="020D0604000000000000" pitchFamily="50" charset="-127"/>
                <a:ea typeface="나눔고딕" panose="020D0604000000000000" pitchFamily="50" charset="-127"/>
              </a:rPr>
              <a:t>주간 제일 많은 예약을 한 상품입니다</a:t>
            </a:r>
            <a:r>
              <a:rPr lang="en-US" altLang="ko-KR" sz="800" dirty="0">
                <a:latin typeface="나눔고딕" panose="020D0604000000000000" pitchFamily="50" charset="-127"/>
                <a:ea typeface="나눔고딕" panose="020D0604000000000000" pitchFamily="50" charset="-127"/>
              </a:rPr>
              <a:t>. </a:t>
            </a:r>
            <a:endParaRPr lang="en-US" altLang="ko-KR" sz="600" dirty="0">
              <a:solidFill>
                <a:srgbClr val="C00000"/>
              </a:solidFill>
              <a:latin typeface="나눔고딕" panose="020D0604000000000000" pitchFamily="50" charset="-127"/>
              <a:ea typeface="나눔고딕" panose="020D0604000000000000" pitchFamily="50" charset="-127"/>
            </a:endParaRPr>
          </a:p>
        </p:txBody>
      </p:sp>
      <p:grpSp>
        <p:nvGrpSpPr>
          <p:cNvPr id="91" name="그룹 90">
            <a:extLst>
              <a:ext uri="{FF2B5EF4-FFF2-40B4-BE49-F238E27FC236}">
                <a16:creationId xmlns:a16="http://schemas.microsoft.com/office/drawing/2014/main" id="{C0BEA408-3400-4A79-A1FA-2772B52491FE}"/>
              </a:ext>
            </a:extLst>
          </p:cNvPr>
          <p:cNvGrpSpPr/>
          <p:nvPr/>
        </p:nvGrpSpPr>
        <p:grpSpPr>
          <a:xfrm>
            <a:off x="3086753" y="3519862"/>
            <a:ext cx="1712328" cy="1096451"/>
            <a:chOff x="1935237" y="4653136"/>
            <a:chExt cx="1712328" cy="1096451"/>
          </a:xfrm>
        </p:grpSpPr>
        <p:grpSp>
          <p:nvGrpSpPr>
            <p:cNvPr id="92" name="그룹 91">
              <a:extLst>
                <a:ext uri="{FF2B5EF4-FFF2-40B4-BE49-F238E27FC236}">
                  <a16:creationId xmlns:a16="http://schemas.microsoft.com/office/drawing/2014/main" id="{7B356E21-7C1E-454A-A6C7-C5B9AE2F7F1F}"/>
                </a:ext>
              </a:extLst>
            </p:cNvPr>
            <p:cNvGrpSpPr/>
            <p:nvPr/>
          </p:nvGrpSpPr>
          <p:grpSpPr>
            <a:xfrm>
              <a:off x="2017832" y="4653136"/>
              <a:ext cx="1495008" cy="758813"/>
              <a:chOff x="9417496" y="3115089"/>
              <a:chExt cx="2288639" cy="1110977"/>
            </a:xfrm>
          </p:grpSpPr>
          <p:sp>
            <p:nvSpPr>
              <p:cNvPr id="95" name="사각형: 둥근 모서리 94">
                <a:extLst>
                  <a:ext uri="{FF2B5EF4-FFF2-40B4-BE49-F238E27FC236}">
                    <a16:creationId xmlns:a16="http://schemas.microsoft.com/office/drawing/2014/main" id="{E2AF0FDA-FB11-45B8-938D-9320E9D3F929}"/>
                  </a:ext>
                </a:extLst>
              </p:cNvPr>
              <p:cNvSpPr/>
              <p:nvPr/>
            </p:nvSpPr>
            <p:spPr>
              <a:xfrm>
                <a:off x="9417496" y="3115089"/>
                <a:ext cx="2288639" cy="1110977"/>
              </a:xfrm>
              <a:prstGeom prst="roundRect">
                <a:avLst>
                  <a:gd name="adj" fmla="val 0"/>
                </a:avLst>
              </a:prstGeom>
              <a:solidFill>
                <a:schemeClr val="bg1"/>
              </a:solidFill>
              <a:ln w="3175" algn="ctr">
                <a:solidFill>
                  <a:schemeClr val="bg1">
                    <a:lumMod val="50000"/>
                  </a:schemeClr>
                </a:solidFill>
                <a:round/>
                <a:headEnd/>
                <a:tailEnd/>
              </a:ln>
            </p:spPr>
            <p:txBody>
              <a:bodyPr wrap="none" lIns="80788" tIns="40395" rIns="80788" bIns="40395" rtlCol="0" anchor="ctr"/>
              <a:lstStyle/>
              <a:p>
                <a:pPr marL="0" marR="0" lvl="0" indent="0" algn="ctr" defTabSz="822974" rtl="0" eaLnBrk="1" fontAlgn="base" latinLnBrk="0" hangingPunct="1">
                  <a:lnSpc>
                    <a:spcPct val="100000"/>
                  </a:lnSpc>
                  <a:spcBef>
                    <a:spcPct val="0"/>
                  </a:spcBef>
                  <a:spcAft>
                    <a:spcPct val="0"/>
                  </a:spcAft>
                  <a:buClrTx/>
                  <a:buSzTx/>
                  <a:buFontTx/>
                  <a:buNone/>
                  <a:tabLst/>
                  <a:defRPr/>
                </a:pPr>
                <a:endParaRPr kumimoji="1" lang="ko-KR" altLang="en-US" sz="900" b="0" i="0" u="none" strike="noStrike" kern="0" cap="none" spc="0" normalizeH="0" baseline="0" noProof="0">
                  <a:ln>
                    <a:noFill/>
                  </a:ln>
                  <a:solidFill>
                    <a:prstClr val="black"/>
                  </a:solidFill>
                  <a:effectLst/>
                  <a:uLnTx/>
                  <a:uFillTx/>
                  <a:latin typeface="맑은 고딕"/>
                  <a:ea typeface="굴림" pitchFamily="50" charset="-127"/>
                  <a:cs typeface="+mn-cs"/>
                </a:endParaRPr>
              </a:p>
            </p:txBody>
          </p:sp>
          <p:cxnSp>
            <p:nvCxnSpPr>
              <p:cNvPr id="96" name="직선 연결선 95">
                <a:extLst>
                  <a:ext uri="{FF2B5EF4-FFF2-40B4-BE49-F238E27FC236}">
                    <a16:creationId xmlns:a16="http://schemas.microsoft.com/office/drawing/2014/main" id="{C41FBD65-EE0F-4A52-91C4-95C5B58465D2}"/>
                  </a:ext>
                </a:extLst>
              </p:cNvPr>
              <p:cNvCxnSpPr>
                <a:cxnSpLocks/>
              </p:cNvCxnSpPr>
              <p:nvPr/>
            </p:nvCxnSpPr>
            <p:spPr>
              <a:xfrm>
                <a:off x="9422008" y="3122401"/>
                <a:ext cx="2277553" cy="1095012"/>
              </a:xfrm>
              <a:prstGeom prst="line">
                <a:avLst/>
              </a:prstGeom>
              <a:ln w="3175">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97" name="직선 연결선 96">
                <a:extLst>
                  <a:ext uri="{FF2B5EF4-FFF2-40B4-BE49-F238E27FC236}">
                    <a16:creationId xmlns:a16="http://schemas.microsoft.com/office/drawing/2014/main" id="{4786EC2D-0232-447A-9CFB-588CA8FC3A69}"/>
                  </a:ext>
                </a:extLst>
              </p:cNvPr>
              <p:cNvCxnSpPr>
                <a:cxnSpLocks/>
              </p:cNvCxnSpPr>
              <p:nvPr/>
            </p:nvCxnSpPr>
            <p:spPr>
              <a:xfrm flipV="1">
                <a:off x="9444446" y="3143315"/>
                <a:ext cx="2232676" cy="1067537"/>
              </a:xfrm>
              <a:prstGeom prst="line">
                <a:avLst/>
              </a:prstGeom>
              <a:ln w="3175">
                <a:solidFill>
                  <a:schemeClr val="bg1">
                    <a:lumMod val="50000"/>
                  </a:schemeClr>
                </a:solidFill>
              </a:ln>
            </p:spPr>
            <p:style>
              <a:lnRef idx="1">
                <a:schemeClr val="dk1"/>
              </a:lnRef>
              <a:fillRef idx="0">
                <a:schemeClr val="dk1"/>
              </a:fillRef>
              <a:effectRef idx="0">
                <a:schemeClr val="dk1"/>
              </a:effectRef>
              <a:fontRef idx="minor">
                <a:schemeClr val="tx1"/>
              </a:fontRef>
            </p:style>
          </p:cxnSp>
        </p:grpSp>
        <p:sp>
          <p:nvSpPr>
            <p:cNvPr id="93" name="직사각형 92">
              <a:extLst>
                <a:ext uri="{FF2B5EF4-FFF2-40B4-BE49-F238E27FC236}">
                  <a16:creationId xmlns:a16="http://schemas.microsoft.com/office/drawing/2014/main" id="{F1137FF9-2055-49FD-B80B-7986BEA2467A}"/>
                </a:ext>
              </a:extLst>
            </p:cNvPr>
            <p:cNvSpPr/>
            <p:nvPr/>
          </p:nvSpPr>
          <p:spPr>
            <a:xfrm>
              <a:off x="1935237" y="5411033"/>
              <a:ext cx="1712328" cy="338554"/>
            </a:xfrm>
            <a:prstGeom prst="rect">
              <a:avLst/>
            </a:prstGeom>
          </p:spPr>
          <p:txBody>
            <a:bodyPr wrap="none">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맑은 고딕"/>
                  <a:ea typeface="맑은 고딕"/>
                  <a:cs typeface="+mn-cs"/>
                </a:rPr>
                <a:t>서유럽 </a:t>
              </a:r>
              <a:r>
                <a:rPr kumimoji="0" lang="en-US" altLang="ko-KR" sz="800" b="0" i="0" u="none" strike="noStrike" kern="1200" cap="none" spc="0" normalizeH="0" baseline="0" noProof="0" dirty="0">
                  <a:ln>
                    <a:noFill/>
                  </a:ln>
                  <a:solidFill>
                    <a:prstClr val="black"/>
                  </a:solidFill>
                  <a:effectLst/>
                  <a:uLnTx/>
                  <a:uFillTx/>
                  <a:latin typeface="맑은 고딕"/>
                  <a:ea typeface="맑은 고딕"/>
                  <a:cs typeface="+mn-cs"/>
                </a:rPr>
                <a:t>4</a:t>
              </a:r>
              <a:r>
                <a:rPr kumimoji="0" lang="ko-KR" altLang="en-US" sz="800" b="0" i="0" u="none" strike="noStrike" kern="1200" cap="none" spc="0" normalizeH="0" baseline="0" noProof="0" dirty="0">
                  <a:ln>
                    <a:noFill/>
                  </a:ln>
                  <a:solidFill>
                    <a:prstClr val="black"/>
                  </a:solidFill>
                  <a:effectLst/>
                  <a:uLnTx/>
                  <a:uFillTx/>
                  <a:latin typeface="맑은 고딕"/>
                  <a:ea typeface="맑은 고딕"/>
                  <a:cs typeface="+mn-cs"/>
                </a:rPr>
                <a:t>개국 여행 그 </a:t>
              </a:r>
              <a:r>
                <a:rPr kumimoji="0" lang="ko-KR" altLang="en-US" sz="800" b="0" i="0" u="none" strike="noStrike" kern="1200" cap="none" spc="0" normalizeH="0" baseline="0" noProof="0" dirty="0" err="1">
                  <a:ln>
                    <a:noFill/>
                  </a:ln>
                  <a:solidFill>
                    <a:prstClr val="black"/>
                  </a:solidFill>
                  <a:effectLst/>
                  <a:uLnTx/>
                  <a:uFillTx/>
                  <a:latin typeface="맑은 고딕"/>
                  <a:ea typeface="맑은 고딕"/>
                  <a:cs typeface="+mn-cs"/>
                </a:rPr>
                <a:t>설레임의</a:t>
              </a:r>
              <a:r>
                <a:rPr kumimoji="0" lang="ko-KR" altLang="en-US" sz="800" b="0" i="0" u="none" strike="noStrike" kern="1200" cap="none" spc="0" normalizeH="0" baseline="0" noProof="0" dirty="0">
                  <a:ln>
                    <a:noFill/>
                  </a:ln>
                  <a:solidFill>
                    <a:prstClr val="black"/>
                  </a:solidFill>
                  <a:effectLst/>
                  <a:uLnTx/>
                  <a:uFillTx/>
                  <a:latin typeface="맑은 고딕"/>
                  <a:ea typeface="맑은 고딕"/>
                  <a:cs typeface="+mn-cs"/>
                </a:rPr>
                <a:t> </a:t>
              </a:r>
              <a:br>
                <a:rPr kumimoji="0" lang="en-US" altLang="ko-KR" sz="800" b="0" i="0" u="none" strike="noStrike" kern="1200" cap="none" spc="0" normalizeH="0" baseline="0" noProof="0" dirty="0">
                  <a:ln>
                    <a:noFill/>
                  </a:ln>
                  <a:solidFill>
                    <a:prstClr val="black"/>
                  </a:solidFill>
                  <a:effectLst/>
                  <a:uLnTx/>
                  <a:uFillTx/>
                  <a:latin typeface="맑은 고딕"/>
                  <a:ea typeface="맑은 고딕"/>
                  <a:cs typeface="+mn-cs"/>
                </a:rPr>
              </a:br>
              <a:r>
                <a:rPr kumimoji="0" lang="ko-KR" altLang="en-US" sz="800" b="0" i="0" u="none" strike="noStrike" kern="1200" cap="none" spc="0" normalizeH="0" baseline="0" noProof="0" dirty="0">
                  <a:ln>
                    <a:noFill/>
                  </a:ln>
                  <a:solidFill>
                    <a:prstClr val="black"/>
                  </a:solidFill>
                  <a:effectLst/>
                  <a:uLnTx/>
                  <a:uFillTx/>
                  <a:latin typeface="맑은 고딕"/>
                  <a:ea typeface="맑은 고딕"/>
                  <a:cs typeface="+mn-cs"/>
                </a:rPr>
                <a:t>시작을 누릴 수 있는 </a:t>
              </a:r>
              <a:r>
                <a:rPr kumimoji="0" lang="en-US" altLang="ko-KR" sz="800" b="0" i="0" u="none" strike="noStrike" kern="1200" cap="none" spc="0" normalizeH="0" baseline="0" noProof="0" dirty="0">
                  <a:ln>
                    <a:noFill/>
                  </a:ln>
                  <a:solidFill>
                    <a:prstClr val="black"/>
                  </a:solidFill>
                  <a:effectLst/>
                  <a:uLnTx/>
                  <a:uFillTx/>
                  <a:latin typeface="맑은 고딕"/>
                  <a:ea typeface="맑은 고딕"/>
                  <a:cs typeface="+mn-cs"/>
                </a:rPr>
                <a:t>15</a:t>
              </a:r>
              <a:r>
                <a:rPr kumimoji="0" lang="ko-KR" altLang="en-US" sz="800" b="0" i="0" u="none" strike="noStrike" kern="1200" cap="none" spc="0" normalizeH="0" baseline="0" noProof="0" dirty="0">
                  <a:ln>
                    <a:noFill/>
                  </a:ln>
                  <a:solidFill>
                    <a:prstClr val="black"/>
                  </a:solidFill>
                  <a:effectLst/>
                  <a:uLnTx/>
                  <a:uFillTx/>
                  <a:latin typeface="맑은 고딕"/>
                  <a:ea typeface="맑은 고딕"/>
                  <a:cs typeface="+mn-cs"/>
                </a:rPr>
                <a:t>일의 여행</a:t>
              </a:r>
              <a:endParaRPr kumimoji="0" lang="en-US" altLang="ko-KR" sz="800" b="0" i="0" u="none" strike="noStrike" kern="1200" cap="none" spc="0" normalizeH="0" baseline="0" noProof="0" dirty="0">
                <a:ln>
                  <a:noFill/>
                </a:ln>
                <a:solidFill>
                  <a:prstClr val="black"/>
                </a:solidFill>
                <a:effectLst/>
                <a:uLnTx/>
                <a:uFillTx/>
                <a:latin typeface="맑은 고딕"/>
                <a:ea typeface="맑은 고딕"/>
                <a:cs typeface="+mn-cs"/>
              </a:endParaRPr>
            </a:p>
          </p:txBody>
        </p:sp>
      </p:grpSp>
      <p:sp>
        <p:nvSpPr>
          <p:cNvPr id="33" name="타원 118">
            <a:extLst>
              <a:ext uri="{FF2B5EF4-FFF2-40B4-BE49-F238E27FC236}">
                <a16:creationId xmlns:a16="http://schemas.microsoft.com/office/drawing/2014/main" id="{659AA29F-D84A-481B-A906-DF343DBFFF34}"/>
              </a:ext>
            </a:extLst>
          </p:cNvPr>
          <p:cNvSpPr/>
          <p:nvPr/>
        </p:nvSpPr>
        <p:spPr>
          <a:xfrm>
            <a:off x="2719659" y="105273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34" name="TextBox 33">
            <a:extLst>
              <a:ext uri="{FF2B5EF4-FFF2-40B4-BE49-F238E27FC236}">
                <a16:creationId xmlns:a16="http://schemas.microsoft.com/office/drawing/2014/main" id="{5553E79A-FB2C-4A7A-BFB7-F987023AFCDD}"/>
              </a:ext>
            </a:extLst>
          </p:cNvPr>
          <p:cNvSpPr txBox="1"/>
          <p:nvPr/>
        </p:nvSpPr>
        <p:spPr>
          <a:xfrm>
            <a:off x="2848438" y="1612348"/>
            <a:ext cx="2271369" cy="523220"/>
          </a:xfrm>
          <a:prstGeom prst="rect">
            <a:avLst/>
          </a:prstGeom>
          <a:noFill/>
        </p:spPr>
        <p:txBody>
          <a:bodyPr wrap="square" rtlCol="0">
            <a:spAutoFit/>
          </a:bodyPr>
          <a:lstStyle/>
          <a:p>
            <a:r>
              <a:rPr lang="en-US" altLang="ko-KR" sz="700" b="1" dirty="0">
                <a:latin typeface="나눔고딕" panose="020D0604000000000000" pitchFamily="50" charset="-127"/>
                <a:ea typeface="나눔고딕" panose="020D0604000000000000" pitchFamily="50" charset="-127"/>
              </a:rPr>
              <a:t>%_</a:t>
            </a:r>
            <a:r>
              <a:rPr lang="ko-KR" altLang="en-US" sz="700" b="1" dirty="0">
                <a:latin typeface="나눔고딕" panose="020D0604000000000000" pitchFamily="50" charset="-127"/>
                <a:ea typeface="나눔고딕" panose="020D0604000000000000" pitchFamily="50" charset="-127"/>
              </a:rPr>
              <a:t>홍길동</a:t>
            </a:r>
            <a:r>
              <a:rPr lang="en-US" altLang="ko-KR" sz="700" b="1" dirty="0">
                <a:latin typeface="나눔고딕" panose="020D0604000000000000" pitchFamily="50" charset="-127"/>
                <a:ea typeface="나눔고딕" panose="020D0604000000000000" pitchFamily="50" charset="-127"/>
              </a:rPr>
              <a:t>_%</a:t>
            </a:r>
            <a:r>
              <a:rPr lang="ko-KR" altLang="en-US" sz="700" dirty="0">
                <a:latin typeface="나눔고딕" panose="020D0604000000000000" pitchFamily="50" charset="-127"/>
                <a:ea typeface="나눔고딕" panose="020D0604000000000000" pitchFamily="50" charset="-127"/>
              </a:rPr>
              <a:t>님</a:t>
            </a:r>
            <a:r>
              <a:rPr lang="en-US" altLang="ko-KR" sz="700" dirty="0">
                <a:latin typeface="나눔고딕" panose="020D0604000000000000" pitchFamily="50" charset="-127"/>
                <a:ea typeface="나눔고딕" panose="020D0604000000000000" pitchFamily="50" charset="-127"/>
              </a:rPr>
              <a:t>, </a:t>
            </a:r>
            <a:r>
              <a:rPr lang="ko-KR" altLang="en-US" sz="700" dirty="0">
                <a:latin typeface="나눔고딕" panose="020D0604000000000000" pitchFamily="50" charset="-127"/>
                <a:ea typeface="나눔고딕" panose="020D0604000000000000" pitchFamily="50" charset="-127"/>
              </a:rPr>
              <a:t>아직 어디로 떠날지 고민 </a:t>
            </a:r>
            <a:r>
              <a:rPr lang="ko-KR" altLang="en-US" sz="700" dirty="0" err="1">
                <a:latin typeface="나눔고딕" panose="020D0604000000000000" pitchFamily="50" charset="-127"/>
                <a:ea typeface="나눔고딕" panose="020D0604000000000000" pitchFamily="50" charset="-127"/>
              </a:rPr>
              <a:t>중이신가요</a:t>
            </a:r>
            <a:r>
              <a:rPr lang="en-US" altLang="ko-KR" sz="700" dirty="0">
                <a:latin typeface="나눔고딕" panose="020D0604000000000000" pitchFamily="50" charset="-127"/>
                <a:ea typeface="나눔고딕" panose="020D0604000000000000" pitchFamily="50" charset="-127"/>
              </a:rPr>
              <a:t>?</a:t>
            </a:r>
          </a:p>
          <a:p>
            <a:r>
              <a:rPr lang="en-US" altLang="ko-KR" sz="700" b="1" dirty="0">
                <a:latin typeface="나눔고딕" panose="020D0604000000000000" pitchFamily="50" charset="-127"/>
                <a:ea typeface="나눔고딕" panose="020D0604000000000000" pitchFamily="50" charset="-127"/>
              </a:rPr>
              <a:t>%_00_%</a:t>
            </a:r>
            <a:r>
              <a:rPr lang="ko-KR" altLang="en-US" sz="700" dirty="0">
                <a:latin typeface="나눔고딕" panose="020D0604000000000000" pitchFamily="50" charset="-127"/>
                <a:ea typeface="나눔고딕" panose="020D0604000000000000" pitchFamily="50" charset="-127"/>
              </a:rPr>
              <a:t>월</a:t>
            </a:r>
            <a:r>
              <a:rPr lang="en-US" altLang="ko-KR" sz="700" dirty="0">
                <a:latin typeface="나눔고딕" panose="020D0604000000000000" pitchFamily="50" charset="-127"/>
                <a:ea typeface="나눔고딕" panose="020D0604000000000000" pitchFamily="50" charset="-127"/>
              </a:rPr>
              <a:t>, </a:t>
            </a:r>
            <a:r>
              <a:rPr lang="ko-KR" altLang="en-US" sz="700" dirty="0" err="1">
                <a:latin typeface="나눔고딕" panose="020D0604000000000000" pitchFamily="50" charset="-127"/>
                <a:ea typeface="나눔고딕" panose="020D0604000000000000" pitchFamily="50" charset="-127"/>
              </a:rPr>
              <a:t>참좋은여행</a:t>
            </a:r>
            <a:r>
              <a:rPr lang="ko-KR" altLang="en-US" sz="700" dirty="0">
                <a:latin typeface="나눔고딕" panose="020D0604000000000000" pitchFamily="50" charset="-127"/>
                <a:ea typeface="나눔고딕" panose="020D0604000000000000" pitchFamily="50" charset="-127"/>
              </a:rPr>
              <a:t> </a:t>
            </a:r>
            <a:r>
              <a:rPr lang="ko-KR" altLang="en-US" sz="700" dirty="0" err="1">
                <a:latin typeface="나눔고딕" panose="020D0604000000000000" pitchFamily="50" charset="-127"/>
                <a:ea typeface="나눔고딕" panose="020D0604000000000000" pitchFamily="50" charset="-127"/>
              </a:rPr>
              <a:t>고객님들의</a:t>
            </a:r>
            <a:r>
              <a:rPr lang="ko-KR" altLang="en-US" sz="700" dirty="0">
                <a:latin typeface="나눔고딕" panose="020D0604000000000000" pitchFamily="50" charset="-127"/>
                <a:ea typeface="나눔고딕" panose="020D0604000000000000" pitchFamily="50" charset="-127"/>
              </a:rPr>
              <a:t> 여행 트렌드를 확인해보세요</a:t>
            </a:r>
            <a:r>
              <a:rPr lang="en-US" altLang="ko-KR" sz="700" dirty="0">
                <a:latin typeface="나눔고딕" panose="020D0604000000000000" pitchFamily="50" charset="-127"/>
                <a:ea typeface="나눔고딕" panose="020D0604000000000000" pitchFamily="50" charset="-127"/>
              </a:rPr>
              <a:t>.</a:t>
            </a:r>
            <a:r>
              <a:rPr lang="ko-KR" altLang="en-US" sz="700" dirty="0">
                <a:latin typeface="나눔고딕" panose="020D0604000000000000" pitchFamily="50" charset="-127"/>
                <a:ea typeface="나눔고딕" panose="020D0604000000000000" pitchFamily="50" charset="-127"/>
              </a:rPr>
              <a:t> </a:t>
            </a:r>
            <a:endParaRPr lang="en-US" altLang="ko-KR" sz="700" dirty="0">
              <a:latin typeface="나눔고딕" panose="020D0604000000000000" pitchFamily="50" charset="-127"/>
              <a:ea typeface="나눔고딕" panose="020D0604000000000000" pitchFamily="50" charset="-127"/>
            </a:endParaRPr>
          </a:p>
          <a:p>
            <a:r>
              <a:rPr lang="ko-KR" altLang="en-US" sz="700" dirty="0">
                <a:latin typeface="나눔고딕" panose="020D0604000000000000" pitchFamily="50" charset="-127"/>
                <a:ea typeface="나눔고딕" panose="020D0604000000000000" pitchFamily="50" charset="-127"/>
              </a:rPr>
              <a:t>만족스러운 상품을 쉽고 빠르게 찾을 수 있어요</a:t>
            </a:r>
            <a:r>
              <a:rPr lang="en-US" altLang="ko-KR" sz="700" dirty="0">
                <a:latin typeface="나눔고딕" panose="020D0604000000000000" pitchFamily="50" charset="-127"/>
                <a:ea typeface="나눔고딕" panose="020D0604000000000000" pitchFamily="50" charset="-127"/>
              </a:rPr>
              <a:t>.</a:t>
            </a:r>
          </a:p>
        </p:txBody>
      </p:sp>
      <p:sp>
        <p:nvSpPr>
          <p:cNvPr id="35" name="타원 118">
            <a:extLst>
              <a:ext uri="{FF2B5EF4-FFF2-40B4-BE49-F238E27FC236}">
                <a16:creationId xmlns:a16="http://schemas.microsoft.com/office/drawing/2014/main" id="{F78202CB-49CD-465D-A9BD-B4793C539FB3}"/>
              </a:ext>
            </a:extLst>
          </p:cNvPr>
          <p:cNvSpPr/>
          <p:nvPr/>
        </p:nvSpPr>
        <p:spPr>
          <a:xfrm>
            <a:off x="2686844" y="1618460"/>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36" name="타원 118">
            <a:extLst>
              <a:ext uri="{FF2B5EF4-FFF2-40B4-BE49-F238E27FC236}">
                <a16:creationId xmlns:a16="http://schemas.microsoft.com/office/drawing/2014/main" id="{F438B730-4912-40E0-91E0-7797812644D8}"/>
              </a:ext>
            </a:extLst>
          </p:cNvPr>
          <p:cNvSpPr/>
          <p:nvPr/>
        </p:nvSpPr>
        <p:spPr>
          <a:xfrm>
            <a:off x="2686844" y="2532860"/>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3</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37" name="타원 118">
            <a:extLst>
              <a:ext uri="{FF2B5EF4-FFF2-40B4-BE49-F238E27FC236}">
                <a16:creationId xmlns:a16="http://schemas.microsoft.com/office/drawing/2014/main" id="{622F2835-79BE-4552-95AC-38A8D04BDF18}"/>
              </a:ext>
            </a:extLst>
          </p:cNvPr>
          <p:cNvSpPr/>
          <p:nvPr/>
        </p:nvSpPr>
        <p:spPr>
          <a:xfrm>
            <a:off x="2686844" y="3199610"/>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4</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Tree>
    <p:extLst>
      <p:ext uri="{BB962C8B-B14F-4D97-AF65-F5344CB8AC3E}">
        <p14:creationId xmlns:p14="http://schemas.microsoft.com/office/powerpoint/2010/main" val="3717776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5EF60A3-2310-4153-9E83-F12BDCE7A965}"/>
              </a:ext>
            </a:extLst>
          </p:cNvPr>
          <p:cNvSpPr txBox="1"/>
          <p:nvPr/>
        </p:nvSpPr>
        <p:spPr>
          <a:xfrm>
            <a:off x="229380" y="2367352"/>
            <a:ext cx="8468036" cy="584775"/>
          </a:xfrm>
          <a:prstGeom prst="rect">
            <a:avLst/>
          </a:prstGeom>
          <a:noFill/>
        </p:spPr>
        <p:txBody>
          <a:bodyPr wrap="square" rtlCol="0">
            <a:spAutoFit/>
          </a:bodyPr>
          <a:lstStyle/>
          <a:p>
            <a:r>
              <a:rPr lang="en-US" altLang="ko-KR" sz="3200" b="1" dirty="0" err="1">
                <a:solidFill>
                  <a:schemeClr val="tx1">
                    <a:lumMod val="65000"/>
                    <a:lumOff val="35000"/>
                  </a:schemeClr>
                </a:solidFill>
                <a:latin typeface="+mn-ea"/>
                <a:ea typeface="+mn-ea"/>
              </a:rPr>
              <a:t>CUVE</a:t>
            </a:r>
            <a:r>
              <a:rPr lang="en-US" altLang="ko-KR" sz="3200" b="1" dirty="0">
                <a:solidFill>
                  <a:schemeClr val="tx1">
                    <a:lumMod val="65000"/>
                    <a:lumOff val="35000"/>
                  </a:schemeClr>
                </a:solidFill>
                <a:latin typeface="+mn-ea"/>
                <a:ea typeface="+mn-ea"/>
              </a:rPr>
              <a:t>_</a:t>
            </a:r>
            <a:r>
              <a:rPr lang="ko-KR" altLang="en-US" sz="3200" b="1" dirty="0">
                <a:solidFill>
                  <a:schemeClr val="tx1">
                    <a:lumMod val="65000"/>
                    <a:lumOff val="35000"/>
                  </a:schemeClr>
                </a:solidFill>
                <a:latin typeface="+mn-ea"/>
                <a:ea typeface="+mn-ea"/>
              </a:rPr>
              <a:t>상품예약 </a:t>
            </a:r>
            <a:r>
              <a:rPr lang="en-US" altLang="ko-KR" sz="3200" b="1" dirty="0">
                <a:solidFill>
                  <a:schemeClr val="tx1">
                    <a:lumMod val="65000"/>
                    <a:lumOff val="35000"/>
                  </a:schemeClr>
                </a:solidFill>
                <a:latin typeface="+mn-ea"/>
                <a:ea typeface="+mn-ea"/>
              </a:rPr>
              <a:t>~ </a:t>
            </a:r>
            <a:r>
              <a:rPr lang="ko-KR" altLang="en-US" sz="3200" b="1" dirty="0">
                <a:solidFill>
                  <a:schemeClr val="tx1">
                    <a:lumMod val="65000"/>
                    <a:lumOff val="35000"/>
                  </a:schemeClr>
                </a:solidFill>
                <a:latin typeface="+mn-ea"/>
                <a:ea typeface="+mn-ea"/>
              </a:rPr>
              <a:t>결제완료</a:t>
            </a:r>
            <a:endParaRPr lang="ko-KR" altLang="en-US" sz="1200" b="1" dirty="0">
              <a:solidFill>
                <a:schemeClr val="tx1">
                  <a:lumMod val="65000"/>
                  <a:lumOff val="35000"/>
                </a:schemeClr>
              </a:solidFill>
              <a:latin typeface="+mn-ea"/>
              <a:ea typeface="+mn-ea"/>
            </a:endParaRPr>
          </a:p>
        </p:txBody>
      </p:sp>
      <p:cxnSp>
        <p:nvCxnSpPr>
          <p:cNvPr id="5" name="직선 연결선[R] 7">
            <a:extLst>
              <a:ext uri="{FF2B5EF4-FFF2-40B4-BE49-F238E27FC236}">
                <a16:creationId xmlns:a16="http://schemas.microsoft.com/office/drawing/2014/main" id="{921E3EA9-5200-4ADD-883A-3CED9D4728D1}"/>
              </a:ext>
            </a:extLst>
          </p:cNvPr>
          <p:cNvCxnSpPr>
            <a:cxnSpLocks/>
          </p:cNvCxnSpPr>
          <p:nvPr/>
        </p:nvCxnSpPr>
        <p:spPr>
          <a:xfrm>
            <a:off x="272480" y="3068960"/>
            <a:ext cx="890830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7120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TextBox 73">
            <a:extLst>
              <a:ext uri="{FF2B5EF4-FFF2-40B4-BE49-F238E27FC236}">
                <a16:creationId xmlns:a16="http://schemas.microsoft.com/office/drawing/2014/main" id="{1B40F7ED-8979-4CE8-B503-E099AF0B7D62}"/>
              </a:ext>
            </a:extLst>
          </p:cNvPr>
          <p:cNvSpPr txBox="1"/>
          <p:nvPr/>
        </p:nvSpPr>
        <p:spPr>
          <a:xfrm>
            <a:off x="2899793" y="4163112"/>
            <a:ext cx="2250377" cy="584775"/>
          </a:xfrm>
          <a:prstGeom prst="rect">
            <a:avLst/>
          </a:prstGeom>
          <a:noFill/>
        </p:spPr>
        <p:txBody>
          <a:bodyPr wrap="square" rtlCol="0">
            <a:spAutoFit/>
          </a:bodyPr>
          <a:lstStyle/>
          <a:p>
            <a:pPr lvl="0"/>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입금확인이 완료되었어요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b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b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남은 금액 </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000,000</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원을 입금하고 결제를 완료해보세요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b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br>
            <a:endPar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p:txBody>
      </p:sp>
      <p:sp>
        <p:nvSpPr>
          <p:cNvPr id="75" name="사각형: 둥근 모서리 74">
            <a:extLst>
              <a:ext uri="{FF2B5EF4-FFF2-40B4-BE49-F238E27FC236}">
                <a16:creationId xmlns:a16="http://schemas.microsoft.com/office/drawing/2014/main" id="{796C5E9D-0B4E-4BA5-A8A6-CA6065FB1792}"/>
              </a:ext>
            </a:extLst>
          </p:cNvPr>
          <p:cNvSpPr/>
          <p:nvPr/>
        </p:nvSpPr>
        <p:spPr>
          <a:xfrm>
            <a:off x="4257793" y="5605445"/>
            <a:ext cx="767176" cy="199819"/>
          </a:xfrm>
          <a:prstGeom prst="roundRect">
            <a:avLst/>
          </a:prstGeom>
          <a:solidFill>
            <a:schemeClr val="tx1">
              <a:lumMod val="50000"/>
              <a:lumOff val="50000"/>
            </a:schemeClr>
          </a:solidFill>
          <a:ln w="3175" algn="ctr">
            <a:solidFill>
              <a:schemeClr val="bg1">
                <a:lumMod val="50000"/>
              </a:schemeClr>
            </a:solidFill>
            <a:round/>
            <a:headEnd/>
            <a:tailEnd/>
          </a:ln>
        </p:spPr>
        <p:txBody>
          <a:bodyPr wrap="none" lIns="80788" tIns="40395" rIns="80788" bIns="40395" rtlCol="0" anchor="ctr"/>
          <a:lstStyle/>
          <a:p>
            <a:pPr marL="0" marR="0" lvl="0" indent="0" defTabSz="822974" rtl="0" eaLnBrk="1" fontAlgn="base" latinLnBrk="0" hangingPunct="1">
              <a:lnSpc>
                <a:spcPct val="100000"/>
              </a:lnSpc>
              <a:spcBef>
                <a:spcPct val="0"/>
              </a:spcBef>
              <a:spcAft>
                <a:spcPct val="0"/>
              </a:spcAft>
              <a:buClrTx/>
              <a:buSzTx/>
              <a:buFontTx/>
              <a:buNone/>
              <a:tabLst/>
              <a:defRPr/>
            </a:pPr>
            <a:r>
              <a:rPr kumimoji="1" lang="ko-KR" altLang="en-US" sz="700" b="0" i="0" u="none" strike="noStrike" kern="0" cap="none" spc="0" normalizeH="0" baseline="0" noProof="0">
                <a:ln>
                  <a:noFill/>
                </a:ln>
                <a:solidFill>
                  <a:schemeClr val="bg1"/>
                </a:solidFill>
                <a:effectLst/>
                <a:uLnTx/>
                <a:uFillTx/>
                <a:latin typeface="+mn-ea"/>
                <a:cs typeface="+mn-cs"/>
              </a:rPr>
              <a:t>예약내역보기 </a:t>
            </a:r>
            <a:r>
              <a:rPr kumimoji="1" lang="en-US" altLang="ko-KR" sz="700" b="0" i="0" u="none" strike="noStrike" kern="0" cap="none" spc="0" normalizeH="0" baseline="0" noProof="0" dirty="0">
                <a:ln>
                  <a:noFill/>
                </a:ln>
                <a:solidFill>
                  <a:schemeClr val="bg1"/>
                </a:solidFill>
                <a:effectLst/>
                <a:uLnTx/>
                <a:uFillTx/>
                <a:latin typeface="+mn-ea"/>
                <a:cs typeface="+mn-cs"/>
              </a:rPr>
              <a:t>&gt; </a:t>
            </a:r>
            <a:endParaRPr kumimoji="1" lang="ko-KR" altLang="en-US" sz="700" b="0" i="0" u="none" strike="noStrike" kern="0" cap="none" spc="0" normalizeH="0" baseline="0" noProof="0" dirty="0">
              <a:ln>
                <a:noFill/>
              </a:ln>
              <a:solidFill>
                <a:schemeClr val="bg1"/>
              </a:solidFill>
              <a:effectLst/>
              <a:uLnTx/>
              <a:uFillTx/>
              <a:latin typeface="+mn-ea"/>
              <a:cs typeface="+mn-cs"/>
            </a:endParaRPr>
          </a:p>
        </p:txBody>
      </p:sp>
      <p:cxnSp>
        <p:nvCxnSpPr>
          <p:cNvPr id="76" name="직선 연결선 75">
            <a:extLst>
              <a:ext uri="{FF2B5EF4-FFF2-40B4-BE49-F238E27FC236}">
                <a16:creationId xmlns:a16="http://schemas.microsoft.com/office/drawing/2014/main" id="{CAB7E56A-CA27-458F-997E-8C80C3971D2D}"/>
              </a:ext>
            </a:extLst>
          </p:cNvPr>
          <p:cNvCxnSpPr/>
          <p:nvPr/>
        </p:nvCxnSpPr>
        <p:spPr>
          <a:xfrm>
            <a:off x="2822690" y="5877272"/>
            <a:ext cx="2289600" cy="0"/>
          </a:xfrm>
          <a:prstGeom prst="line">
            <a:avLst/>
          </a:prstGeom>
          <a:noFill/>
          <a:ln>
            <a:solidFill>
              <a:schemeClr val="bg1">
                <a:lumMod val="75000"/>
              </a:schemeClr>
            </a:solidFill>
          </a:ln>
        </p:spPr>
      </p:cxnSp>
      <p:sp>
        <p:nvSpPr>
          <p:cNvPr id="77" name="직사각형 76">
            <a:extLst>
              <a:ext uri="{FF2B5EF4-FFF2-40B4-BE49-F238E27FC236}">
                <a16:creationId xmlns:a16="http://schemas.microsoft.com/office/drawing/2014/main" id="{7CBB81DA-CC09-42A2-A867-810863F000AB}"/>
              </a:ext>
            </a:extLst>
          </p:cNvPr>
          <p:cNvSpPr/>
          <p:nvPr/>
        </p:nvSpPr>
        <p:spPr>
          <a:xfrm>
            <a:off x="2892725" y="3937159"/>
            <a:ext cx="829073" cy="246221"/>
          </a:xfrm>
          <a:prstGeom prst="rect">
            <a:avLst/>
          </a:prstGeom>
        </p:spPr>
        <p:txBody>
          <a:bodyPr wrap="none">
            <a:spAutoFit/>
          </a:bodyPr>
          <a:lstStyle/>
          <a:p>
            <a:r>
              <a:rPr lang="en-US" altLang="ko-KR" sz="1000" b="1" dirty="0">
                <a:latin typeface="나눔고딕" panose="020D0604000000000000" pitchFamily="50" charset="-127"/>
                <a:ea typeface="나눔고딕" panose="020D0604000000000000" pitchFamily="50" charset="-127"/>
              </a:rPr>
              <a:t>[</a:t>
            </a:r>
            <a:r>
              <a:rPr lang="ko-KR" altLang="en-US" sz="1000" b="1" dirty="0">
                <a:latin typeface="나눔고딕" panose="020D0604000000000000" pitchFamily="50" charset="-127"/>
                <a:ea typeface="나눔고딕" panose="020D0604000000000000" pitchFamily="50" charset="-127"/>
              </a:rPr>
              <a:t>결제진행</a:t>
            </a:r>
            <a:r>
              <a:rPr lang="en-US" altLang="ko-KR" sz="1000" b="1" dirty="0">
                <a:latin typeface="나눔고딕" panose="020D0604000000000000" pitchFamily="50" charset="-127"/>
                <a:ea typeface="나눔고딕" panose="020D0604000000000000" pitchFamily="50" charset="-127"/>
              </a:rPr>
              <a:t>]  </a:t>
            </a:r>
            <a:endParaRPr lang="ko-KR" altLang="en-US" sz="1000" dirty="0"/>
          </a:p>
        </p:txBody>
      </p:sp>
      <p:sp>
        <p:nvSpPr>
          <p:cNvPr id="78" name="TextBox 77">
            <a:extLst>
              <a:ext uri="{FF2B5EF4-FFF2-40B4-BE49-F238E27FC236}">
                <a16:creationId xmlns:a16="http://schemas.microsoft.com/office/drawing/2014/main" id="{E9A2F3C7-DFDF-4B84-B7AB-7DEAB79453E7}"/>
              </a:ext>
            </a:extLst>
          </p:cNvPr>
          <p:cNvSpPr txBox="1"/>
          <p:nvPr/>
        </p:nvSpPr>
        <p:spPr>
          <a:xfrm>
            <a:off x="2898106" y="4615428"/>
            <a:ext cx="2250377" cy="807209"/>
          </a:xfrm>
          <a:prstGeom prst="rect">
            <a:avLst/>
          </a:prstGeom>
          <a:noFill/>
        </p:spPr>
        <p:txBody>
          <a:bodyPr wrap="square" rtlCol="0">
            <a:spAutoFit/>
          </a:bodyPr>
          <a:lstStyle/>
          <a:p>
            <a:pPr marL="171450" lvl="0" indent="-171450">
              <a:lnSpc>
                <a:spcPct val="150000"/>
              </a:lnSpc>
              <a:buFont typeface="Arial" panose="020B0604020202020204" pitchFamily="34" charset="0"/>
              <a:buChar char="•"/>
            </a:pP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총결제금액 </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0,000,000</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원</a:t>
            </a:r>
          </a:p>
          <a:p>
            <a:pPr marL="171450" lvl="0" indent="-171450">
              <a:lnSpc>
                <a:spcPct val="150000"/>
              </a:lnSpc>
              <a:buFont typeface="Arial" panose="020B0604020202020204" pitchFamily="34" charset="0"/>
              <a:buChar char="•"/>
            </a:pP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입금금액    </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0</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원</a:t>
            </a:r>
          </a:p>
          <a:p>
            <a:pPr marL="171450" lvl="0" indent="-171450">
              <a:lnSpc>
                <a:spcPct val="150000"/>
              </a:lnSpc>
              <a:buFont typeface="Arial" panose="020B0604020202020204" pitchFamily="34" charset="0"/>
              <a:buChar char="•"/>
            </a:pP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미납금액    </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0000000</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원</a:t>
            </a:r>
          </a:p>
          <a:p>
            <a:pPr marL="171450" lvl="0" indent="-171450">
              <a:lnSpc>
                <a:spcPct val="150000"/>
              </a:lnSpc>
              <a:buFont typeface="Arial" panose="020B0604020202020204" pitchFamily="34" charset="0"/>
              <a:buChar char="•"/>
            </a:pP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결제마감일 </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0000.00.00 00</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시까지 </a:t>
            </a:r>
          </a:p>
        </p:txBody>
      </p:sp>
      <p:sp>
        <p:nvSpPr>
          <p:cNvPr id="181" name="사각형: 둥근 모서리 180">
            <a:extLst>
              <a:ext uri="{FF2B5EF4-FFF2-40B4-BE49-F238E27FC236}">
                <a16:creationId xmlns:a16="http://schemas.microsoft.com/office/drawing/2014/main" id="{1C20C3C8-B422-4356-BDD6-2FD3F31056E8}"/>
              </a:ext>
            </a:extLst>
          </p:cNvPr>
          <p:cNvSpPr/>
          <p:nvPr/>
        </p:nvSpPr>
        <p:spPr>
          <a:xfrm>
            <a:off x="499217" y="5588621"/>
            <a:ext cx="1995688" cy="364067"/>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0" bIns="0" rtlCol="0" anchor="ctr"/>
          <a:lstStyle/>
          <a:p>
            <a:pPr lvl="0" algn="ctr"/>
            <a:r>
              <a:rPr lang="ko-KR" altLang="en-US" sz="800" dirty="0">
                <a:solidFill>
                  <a:schemeClr val="tx1"/>
                </a:solidFill>
              </a:rPr>
              <a:t>홍길동님 예약내용을 </a:t>
            </a:r>
            <a:endParaRPr lang="en-US" altLang="ko-KR" sz="800" dirty="0">
              <a:solidFill>
                <a:schemeClr val="tx1"/>
              </a:solidFill>
            </a:endParaRPr>
          </a:p>
          <a:p>
            <a:pPr lvl="0" algn="ctr"/>
            <a:r>
              <a:rPr lang="ko-KR" altLang="en-US" sz="800" dirty="0">
                <a:solidFill>
                  <a:schemeClr val="tx1"/>
                </a:solidFill>
              </a:rPr>
              <a:t>살펴보세요</a:t>
            </a:r>
            <a:endParaRPr lang="en-US" altLang="ko-KR" sz="800" dirty="0">
              <a:solidFill>
                <a:schemeClr val="tx1"/>
              </a:solidFill>
            </a:endParaRPr>
          </a:p>
        </p:txBody>
      </p:sp>
      <p:sp>
        <p:nvSpPr>
          <p:cNvPr id="273" name="직사각형 272">
            <a:extLst>
              <a:ext uri="{FF2B5EF4-FFF2-40B4-BE49-F238E27FC236}">
                <a16:creationId xmlns:a16="http://schemas.microsoft.com/office/drawing/2014/main" id="{E37124A1-AEAF-4445-9C04-466F3F505F27}"/>
              </a:ext>
            </a:extLst>
          </p:cNvPr>
          <p:cNvSpPr/>
          <p:nvPr/>
        </p:nvSpPr>
        <p:spPr bwMode="auto">
          <a:xfrm>
            <a:off x="2823569" y="1061362"/>
            <a:ext cx="2289600" cy="270623"/>
          </a:xfrm>
          <a:prstGeom prst="rect">
            <a:avLst/>
          </a:prstGeom>
          <a:solidFill>
            <a:schemeClr val="bg1"/>
          </a:solidFill>
          <a:ln w="635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graphicFrame>
        <p:nvGraphicFramePr>
          <p:cNvPr id="104" name="표 103">
            <a:extLst>
              <a:ext uri="{FF2B5EF4-FFF2-40B4-BE49-F238E27FC236}">
                <a16:creationId xmlns:a16="http://schemas.microsoft.com/office/drawing/2014/main" id="{5ECBE90A-3E43-4B22-A23E-74563FDEF54B}"/>
              </a:ext>
            </a:extLst>
          </p:cNvPr>
          <p:cNvGraphicFramePr>
            <a:graphicFrameLocks noGrp="1"/>
          </p:cNvGraphicFramePr>
          <p:nvPr>
            <p:extLst>
              <p:ext uri="{D42A27DB-BD31-4B8C-83A1-F6EECF244321}">
                <p14:modId xmlns:p14="http://schemas.microsoft.com/office/powerpoint/2010/main" val="4158161149"/>
              </p:ext>
            </p:extLst>
          </p:nvPr>
        </p:nvGraphicFramePr>
        <p:xfrm>
          <a:off x="7791532" y="556096"/>
          <a:ext cx="2046688" cy="4621193"/>
        </p:xfrm>
        <a:graphic>
          <a:graphicData uri="http://schemas.openxmlformats.org/drawingml/2006/table">
            <a:tbl>
              <a:tblPr/>
              <a:tblGrid>
                <a:gridCol w="216846">
                  <a:extLst>
                    <a:ext uri="{9D8B030D-6E8A-4147-A177-3AD203B41FA5}">
                      <a16:colId xmlns:a16="http://schemas.microsoft.com/office/drawing/2014/main" val="877983187"/>
                    </a:ext>
                  </a:extLst>
                </a:gridCol>
                <a:gridCol w="1829842">
                  <a:extLst>
                    <a:ext uri="{9D8B030D-6E8A-4147-A177-3AD203B41FA5}">
                      <a16:colId xmlns:a16="http://schemas.microsoft.com/office/drawing/2014/main" val="3543648088"/>
                    </a:ext>
                  </a:extLst>
                </a:gridCol>
              </a:tblGrid>
              <a:tr h="264331">
                <a:tc gridSpan="2">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mn-ea"/>
                          <a:ea typeface="+mn-ea"/>
                        </a:rPr>
                        <a:t>Description</a:t>
                      </a:r>
                      <a:endParaRPr kumimoji="1" lang="ko-KR" altLang="en-US" sz="700" b="1"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40511496"/>
                  </a:ext>
                </a:extLst>
              </a:tr>
              <a:tr h="252000">
                <a:tc gridSpan="2">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latinLnBrk="1"/>
                      <a:endParaRPr lang="ko-KR" altLang="en-US"/>
                    </a:p>
                  </a:txBody>
                  <a:tcPr/>
                </a:tc>
                <a:extLst>
                  <a:ext uri="{0D108BD9-81ED-4DB2-BD59-A6C34878D82A}">
                    <a16:rowId xmlns:a16="http://schemas.microsoft.com/office/drawing/2014/main" val="566744085"/>
                  </a:ext>
                </a:extLst>
              </a:tr>
              <a:tr h="252000">
                <a:tc>
                  <a:txBody>
                    <a:bodyPr/>
                    <a:lstStyle/>
                    <a:p>
                      <a:pPr algn="ctr"/>
                      <a:r>
                        <a:rPr lang="en-US" altLang="ko-KR" sz="700" dirty="0"/>
                        <a:t>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예약 시 연결화면</a:t>
                      </a:r>
                      <a:endParaRPr kumimoji="1" lang="en-US" altLang="ko-KR" sz="700" b="0" i="0" u="none" strike="noStrike" cap="none" normalizeH="0" baseline="0" dirty="0">
                        <a:ln>
                          <a:noFill/>
                        </a:ln>
                        <a:solidFill>
                          <a:schemeClr val="tx1"/>
                        </a:solidFill>
                        <a:effectLst/>
                        <a:latin typeface="+mn-ea"/>
                        <a:ea typeface="+mn-ea"/>
                      </a:endParaRPr>
                    </a:p>
                    <a:p>
                      <a:pPr marL="85725" marR="0" lvl="0" indent="-85725" algn="l" defTabSz="914400" rtl="0" eaLnBrk="1" fontAlgn="base" latinLnBrk="1" hangingPunct="1">
                        <a:lnSpc>
                          <a:spcPct val="100000"/>
                        </a:lnSpc>
                        <a:spcBef>
                          <a:spcPct val="20000"/>
                        </a:spcBef>
                        <a:spcAft>
                          <a:spcPct val="0"/>
                        </a:spcAft>
                        <a:buClrTx/>
                        <a:buSzTx/>
                        <a:buFontTx/>
                        <a:buChar char="-"/>
                        <a:tabLst/>
                      </a:pPr>
                      <a:r>
                        <a:rPr kumimoji="1" lang="en-US" altLang="ko-KR" sz="700" b="0" i="0" u="none" strike="noStrike" cap="none" normalizeH="0" baseline="0" dirty="0">
                          <a:ln>
                            <a:noFill/>
                          </a:ln>
                          <a:solidFill>
                            <a:schemeClr val="tx1"/>
                          </a:solidFill>
                          <a:effectLst/>
                          <a:latin typeface="+mn-ea"/>
                          <a:ea typeface="+mn-ea"/>
                        </a:rPr>
                        <a:t>Status</a:t>
                      </a:r>
                      <a:r>
                        <a:rPr kumimoji="1" lang="ko-KR" altLang="en-US" sz="700" b="0" i="0" u="none" strike="noStrike" cap="none" normalizeH="0" baseline="0" dirty="0">
                          <a:ln>
                            <a:noFill/>
                          </a:ln>
                          <a:solidFill>
                            <a:schemeClr val="tx1"/>
                          </a:solidFill>
                          <a:effectLst/>
                          <a:latin typeface="+mn-ea"/>
                          <a:ea typeface="+mn-ea"/>
                        </a:rPr>
                        <a:t>에 따라 분기하여 노출하지 않고 계속 쌓이는 구조로 개발</a:t>
                      </a:r>
                      <a:endParaRPr kumimoji="1" lang="en-US" altLang="ko-KR" sz="700" b="0" i="0" u="none" strike="noStrike" cap="none" normalizeH="0" baseline="0" dirty="0">
                        <a:ln>
                          <a:noFill/>
                        </a:ln>
                        <a:solidFill>
                          <a:schemeClr val="tx1"/>
                        </a:solidFill>
                        <a:effectLst/>
                        <a:latin typeface="+mn-ea"/>
                        <a:ea typeface="+mn-ea"/>
                      </a:endParaRPr>
                    </a:p>
                    <a:p>
                      <a:pPr marL="85725" marR="0" lvl="0" indent="-85725" algn="l" defTabSz="914400" rtl="0" eaLnBrk="1" fontAlgn="base" latinLnBrk="1" hangingPunct="1">
                        <a:lnSpc>
                          <a:spcPct val="100000"/>
                        </a:lnSpc>
                        <a:spcBef>
                          <a:spcPct val="20000"/>
                        </a:spcBef>
                        <a:spcAft>
                          <a:spcPct val="0"/>
                        </a:spcAft>
                        <a:buClrTx/>
                        <a:buSzTx/>
                        <a:buFontTx/>
                        <a:buChar char="-"/>
                        <a:tabLst/>
                      </a:pPr>
                      <a:r>
                        <a:rPr kumimoji="1" lang="ko-KR" altLang="en-US" sz="700" b="0" i="0" u="none" strike="noStrike" cap="none" normalizeH="0" baseline="0" dirty="0">
                          <a:ln>
                            <a:noFill/>
                          </a:ln>
                          <a:solidFill>
                            <a:schemeClr val="tx1"/>
                          </a:solidFill>
                          <a:effectLst/>
                          <a:latin typeface="+mn-ea"/>
                          <a:ea typeface="+mn-ea"/>
                        </a:rPr>
                        <a:t>이벤트 발생일자 역순으로 노출</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54734413"/>
                  </a:ext>
                </a:extLst>
              </a:tr>
              <a:tr h="317241">
                <a:tc>
                  <a:txBody>
                    <a:bodyPr/>
                    <a:lstStyle/>
                    <a:p>
                      <a:pPr algn="ctr"/>
                      <a:r>
                        <a:rPr lang="en-US" altLang="ko-KR" sz="700" dirty="0"/>
                        <a:t>2</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defRPr/>
                      </a:pP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각 예약상태에 있는 예약정보 노출</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터치 시 링크가 있는 위치에 무관하게 현재상태의 예약내역으로 이동</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예</a:t>
                      </a: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결제완료가 된 상태이면 예약접수에 있는 링크를 누르더라도 결제완료 된 예약내역화면으로 이동</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600405226"/>
                  </a:ext>
                </a:extLst>
              </a:tr>
              <a:tr h="252000">
                <a:tc>
                  <a:txBody>
                    <a:bodyPr/>
                    <a:lstStyle/>
                    <a:p>
                      <a:pPr algn="ctr"/>
                      <a:r>
                        <a:rPr lang="en-US" altLang="ko-KR" sz="700" dirty="0"/>
                        <a:t>3</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575881690"/>
                  </a:ext>
                </a:extLst>
              </a:tr>
              <a:tr h="252000">
                <a:tc>
                  <a:txBody>
                    <a:bodyPr/>
                    <a:lstStyle/>
                    <a:p>
                      <a:pPr algn="ctr"/>
                      <a:r>
                        <a:rPr lang="en-US" altLang="ko-KR" sz="700" dirty="0"/>
                        <a:t>4</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929205908"/>
                  </a:ext>
                </a:extLst>
              </a:tr>
              <a:tr h="252000">
                <a:tc>
                  <a:txBody>
                    <a:bodyPr/>
                    <a:lstStyle/>
                    <a:p>
                      <a:pPr algn="ctr"/>
                      <a:r>
                        <a:rPr lang="en-US" altLang="ko-KR" sz="700" dirty="0"/>
                        <a:t>5</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174393987"/>
                  </a:ext>
                </a:extLst>
              </a:tr>
              <a:tr h="252000">
                <a:tc>
                  <a:txBody>
                    <a:bodyPr/>
                    <a:lstStyle/>
                    <a:p>
                      <a:pPr algn="ctr"/>
                      <a:r>
                        <a:rPr lang="en-US" altLang="ko-KR" sz="700" dirty="0"/>
                        <a:t>6</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986106794"/>
                  </a:ext>
                </a:extLst>
              </a:tr>
              <a:tr h="252000">
                <a:tc>
                  <a:txBody>
                    <a:bodyPr/>
                    <a:lstStyle/>
                    <a:p>
                      <a:pPr algn="ctr"/>
                      <a:r>
                        <a:rPr lang="en-US" altLang="ko-KR" sz="700" dirty="0"/>
                        <a:t>7</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382451967"/>
                  </a:ext>
                </a:extLst>
              </a:tr>
              <a:tr h="252000">
                <a:tc>
                  <a:txBody>
                    <a:bodyPr/>
                    <a:lstStyle/>
                    <a:p>
                      <a:pPr algn="ctr"/>
                      <a:r>
                        <a:rPr lang="en-US" altLang="ko-KR" sz="700" dirty="0"/>
                        <a:t>8</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801369225"/>
                  </a:ext>
                </a:extLst>
              </a:tr>
              <a:tr h="252000">
                <a:tc>
                  <a:txBody>
                    <a:bodyPr/>
                    <a:lstStyle/>
                    <a:p>
                      <a:pPr algn="ctr"/>
                      <a:r>
                        <a:rPr lang="en-US" altLang="ko-KR" sz="700" dirty="0"/>
                        <a:t>9</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87350180"/>
                  </a:ext>
                </a:extLst>
              </a:tr>
              <a:tr h="252000">
                <a:tc>
                  <a:txBody>
                    <a:bodyPr/>
                    <a:lstStyle/>
                    <a:p>
                      <a:pPr algn="ctr"/>
                      <a:r>
                        <a:rPr lang="en-US" altLang="ko-KR" sz="700" dirty="0"/>
                        <a:t>10</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893561366"/>
                  </a:ext>
                </a:extLst>
              </a:tr>
              <a:tr h="252000">
                <a:tc>
                  <a:txBody>
                    <a:bodyPr/>
                    <a:lstStyle/>
                    <a:p>
                      <a:pPr algn="ctr"/>
                      <a:r>
                        <a:rPr lang="en-US" altLang="ko-KR" sz="700" dirty="0"/>
                        <a:t>11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120464130"/>
                  </a:ext>
                </a:extLst>
              </a:tr>
              <a:tr h="257465">
                <a:tc gridSpan="2">
                  <a:txBody>
                    <a:bodyPr/>
                    <a:lstStyle/>
                    <a:p>
                      <a:pPr algn="ctr"/>
                      <a:endParaRPr lang="ko-KR" altLang="en-US" sz="700" b="1"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827257165"/>
                  </a:ext>
                </a:extLst>
              </a:tr>
              <a:tr h="257465">
                <a:tc gridSpan="2">
                  <a:txBody>
                    <a:bodyPr/>
                    <a:lstStyle/>
                    <a:p>
                      <a:endParaRPr lang="en-US" altLang="ko-KR"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32757063"/>
                  </a:ext>
                </a:extLst>
              </a:tr>
            </a:tbl>
          </a:graphicData>
        </a:graphic>
      </p:graphicFrame>
      <p:sp>
        <p:nvSpPr>
          <p:cNvPr id="2" name="텍스트 개체 틀 1">
            <a:extLst>
              <a:ext uri="{FF2B5EF4-FFF2-40B4-BE49-F238E27FC236}">
                <a16:creationId xmlns:a16="http://schemas.microsoft.com/office/drawing/2014/main" id="{6352FB64-C8C6-4D72-B120-BC94F211760C}"/>
              </a:ext>
            </a:extLst>
          </p:cNvPr>
          <p:cNvSpPr>
            <a:spLocks noGrp="1"/>
          </p:cNvSpPr>
          <p:nvPr>
            <p:ph type="body" sz="quarter" idx="10"/>
          </p:nvPr>
        </p:nvSpPr>
        <p:spPr/>
        <p:txBody>
          <a:bodyPr/>
          <a:lstStyle/>
          <a:p>
            <a:r>
              <a:rPr lang="en-US" altLang="ko-KR" dirty="0"/>
              <a:t>CUBE_</a:t>
            </a:r>
            <a:r>
              <a:rPr lang="ko-KR" altLang="en-US" dirty="0"/>
              <a:t>예약관리 </a:t>
            </a:r>
            <a:endParaRPr lang="en-US" altLang="ko-KR" dirty="0"/>
          </a:p>
        </p:txBody>
      </p:sp>
      <p:sp>
        <p:nvSpPr>
          <p:cNvPr id="7" name="텍스트 개체 틀 6">
            <a:extLst>
              <a:ext uri="{FF2B5EF4-FFF2-40B4-BE49-F238E27FC236}">
                <a16:creationId xmlns:a16="http://schemas.microsoft.com/office/drawing/2014/main" id="{144A212D-8A3F-4CB1-8C81-FD2FB266E275}"/>
              </a:ext>
            </a:extLst>
          </p:cNvPr>
          <p:cNvSpPr>
            <a:spLocks noGrp="1"/>
          </p:cNvSpPr>
          <p:nvPr>
            <p:ph type="body" sz="quarter" idx="11"/>
          </p:nvPr>
        </p:nvSpPr>
        <p:spPr/>
        <p:txBody>
          <a:bodyPr/>
          <a:lstStyle/>
          <a:p>
            <a:r>
              <a:rPr lang="en-US" altLang="ko-KR" dirty="0" err="1"/>
              <a:t>DE_SL_CU_303</a:t>
            </a:r>
            <a:r>
              <a:rPr lang="en-US" altLang="ko-KR" dirty="0"/>
              <a:t> </a:t>
            </a:r>
            <a:endParaRPr lang="ko-KR" altLang="en-US" dirty="0"/>
          </a:p>
        </p:txBody>
      </p:sp>
      <p:sp>
        <p:nvSpPr>
          <p:cNvPr id="160" name="타원 159">
            <a:extLst>
              <a:ext uri="{FF2B5EF4-FFF2-40B4-BE49-F238E27FC236}">
                <a16:creationId xmlns:a16="http://schemas.microsoft.com/office/drawing/2014/main" id="{5D050895-681C-4C52-8EDE-B1D294A8F02F}"/>
              </a:ext>
            </a:extLst>
          </p:cNvPr>
          <p:cNvSpPr/>
          <p:nvPr/>
        </p:nvSpPr>
        <p:spPr>
          <a:xfrm>
            <a:off x="4602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err="1">
                <a:solidFill>
                  <a:prstClr val="white"/>
                </a:solidFill>
              </a:rPr>
              <a:t>CUVE</a:t>
            </a:r>
            <a:endParaRPr lang="ko-KR" altLang="en-US" sz="800" dirty="0" err="1">
              <a:solidFill>
                <a:prstClr val="white"/>
              </a:solidFill>
            </a:endParaRPr>
          </a:p>
        </p:txBody>
      </p:sp>
      <p:sp>
        <p:nvSpPr>
          <p:cNvPr id="272" name="TextBox 271">
            <a:extLst>
              <a:ext uri="{FF2B5EF4-FFF2-40B4-BE49-F238E27FC236}">
                <a16:creationId xmlns:a16="http://schemas.microsoft.com/office/drawing/2014/main" id="{2128927F-E916-4BEF-A0B0-D8D93149D18D}"/>
              </a:ext>
            </a:extLst>
          </p:cNvPr>
          <p:cNvSpPr txBox="1"/>
          <p:nvPr/>
        </p:nvSpPr>
        <p:spPr>
          <a:xfrm>
            <a:off x="2823569" y="1067851"/>
            <a:ext cx="2289600" cy="253211"/>
          </a:xfrm>
          <a:prstGeom prst="rect">
            <a:avLst/>
          </a:prstGeom>
          <a:noFill/>
        </p:spPr>
        <p:txBody>
          <a:bodyPr wrap="square" rtlCol="0">
            <a:spAutoFit/>
          </a:bodyPr>
          <a:lstStyle/>
          <a:p>
            <a:pPr lvl="0" algn="ctr" defTabSz="914400" fontAlgn="base" latinLnBrk="1">
              <a:lnSpc>
                <a:spcPct val="150000"/>
              </a:lnSpc>
              <a:spcBef>
                <a:spcPct val="0"/>
              </a:spcBef>
              <a:spcAft>
                <a:spcPct val="0"/>
              </a:spcAft>
              <a:defRPr/>
            </a:pPr>
            <a:r>
              <a:rPr kumimoji="1" lang="ko-KR" altLang="en-US" sz="800" b="1" dirty="0">
                <a:solidFill>
                  <a:prstClr val="black"/>
                </a:solidFill>
              </a:rPr>
              <a:t>예약관리</a:t>
            </a:r>
          </a:p>
        </p:txBody>
      </p:sp>
      <p:sp>
        <p:nvSpPr>
          <p:cNvPr id="274" name="모서리가 둥근 직사각형 20">
            <a:extLst>
              <a:ext uri="{FF2B5EF4-FFF2-40B4-BE49-F238E27FC236}">
                <a16:creationId xmlns:a16="http://schemas.microsoft.com/office/drawing/2014/main" id="{D9C9E5AA-2436-4AE6-A7FD-D98CBC6BF7C6}"/>
              </a:ext>
            </a:extLst>
          </p:cNvPr>
          <p:cNvSpPr/>
          <p:nvPr/>
        </p:nvSpPr>
        <p:spPr bwMode="auto">
          <a:xfrm>
            <a:off x="4928016" y="1113683"/>
            <a:ext cx="163510" cy="167735"/>
          </a:xfrm>
          <a:prstGeom prst="roundRect">
            <a:avLst>
              <a:gd name="adj" fmla="val 22385"/>
            </a:avLst>
          </a:prstGeom>
          <a:solidFill>
            <a:schemeClr val="bg1"/>
          </a:solidFill>
          <a:ln w="6350"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defTabSz="1069975" fontAlgn="base" latinLnBrk="1">
              <a:spcBef>
                <a:spcPct val="0"/>
              </a:spcBef>
              <a:spcAft>
                <a:spcPct val="0"/>
              </a:spcAft>
            </a:pPr>
            <a:r>
              <a:rPr kumimoji="1" lang="en-US" altLang="ko-KR" sz="700" dirty="0">
                <a:solidFill>
                  <a:prstClr val="black"/>
                </a:solidFill>
                <a:latin typeface="맑은 고딕"/>
                <a:ea typeface="맑은 고딕"/>
              </a:rPr>
              <a:t>X</a:t>
            </a:r>
            <a:endParaRPr kumimoji="1" lang="ko-KR" altLang="en-US" sz="700" dirty="0">
              <a:solidFill>
                <a:prstClr val="black"/>
              </a:solidFill>
              <a:latin typeface="맑은 고딕"/>
              <a:ea typeface="맑은 고딕"/>
            </a:endParaRPr>
          </a:p>
        </p:txBody>
      </p:sp>
      <p:grpSp>
        <p:nvGrpSpPr>
          <p:cNvPr id="4" name="그룹 3">
            <a:extLst>
              <a:ext uri="{FF2B5EF4-FFF2-40B4-BE49-F238E27FC236}">
                <a16:creationId xmlns:a16="http://schemas.microsoft.com/office/drawing/2014/main" id="{89A03565-4DA5-4AAF-B18C-B7F704E581AC}"/>
              </a:ext>
            </a:extLst>
          </p:cNvPr>
          <p:cNvGrpSpPr/>
          <p:nvPr/>
        </p:nvGrpSpPr>
        <p:grpSpPr>
          <a:xfrm>
            <a:off x="2820157" y="5435226"/>
            <a:ext cx="1094028" cy="1090118"/>
            <a:chOff x="2820157" y="4977573"/>
            <a:chExt cx="1094028" cy="1090118"/>
          </a:xfrm>
        </p:grpSpPr>
        <p:sp>
          <p:nvSpPr>
            <p:cNvPr id="328" name="자유형 73">
              <a:extLst>
                <a:ext uri="{FF2B5EF4-FFF2-40B4-BE49-F238E27FC236}">
                  <a16:creationId xmlns:a16="http://schemas.microsoft.com/office/drawing/2014/main" id="{87770D4D-B91A-47C7-BE44-2964C733B8FC}"/>
                </a:ext>
              </a:extLst>
            </p:cNvPr>
            <p:cNvSpPr/>
            <p:nvPr/>
          </p:nvSpPr>
          <p:spPr>
            <a:xfrm>
              <a:off x="2820157" y="4977573"/>
              <a:ext cx="1094028" cy="1090118"/>
            </a:xfrm>
            <a:custGeom>
              <a:avLst/>
              <a:gdLst>
                <a:gd name="connsiteX0" fmla="*/ 123151 w 997872"/>
                <a:gd name="connsiteY0" fmla="*/ 0 h 994306"/>
                <a:gd name="connsiteX1" fmla="*/ 997872 w 997872"/>
                <a:gd name="connsiteY1" fmla="*/ 874721 h 994306"/>
                <a:gd name="connsiteX2" fmla="*/ 993356 w 997872"/>
                <a:gd name="connsiteY2" fmla="*/ 964156 h 994306"/>
                <a:gd name="connsiteX3" fmla="*/ 988755 w 997872"/>
                <a:gd name="connsiteY3" fmla="*/ 994306 h 994306"/>
                <a:gd name="connsiteX4" fmla="*/ 507101 w 997872"/>
                <a:gd name="connsiteY4" fmla="*/ 994306 h 994306"/>
                <a:gd name="connsiteX5" fmla="*/ 507088 w 997872"/>
                <a:gd name="connsiteY5" fmla="*/ 994306 h 994306"/>
                <a:gd name="connsiteX6" fmla="*/ 507075 w 997872"/>
                <a:gd name="connsiteY6" fmla="*/ 994306 h 994306"/>
                <a:gd name="connsiteX7" fmla="*/ 0 w 997872"/>
                <a:gd name="connsiteY7" fmla="*/ 994306 h 994306"/>
                <a:gd name="connsiteX8" fmla="*/ 0 w 997872"/>
                <a:gd name="connsiteY8" fmla="*/ 994305 h 994306"/>
                <a:gd name="connsiteX9" fmla="*/ 0 w 997872"/>
                <a:gd name="connsiteY9" fmla="*/ 509497 h 994306"/>
                <a:gd name="connsiteX10" fmla="*/ 0 w 997872"/>
                <a:gd name="connsiteY10" fmla="*/ 487221 h 994306"/>
                <a:gd name="connsiteX11" fmla="*/ 0 w 997872"/>
                <a:gd name="connsiteY11" fmla="*/ 9662 h 994306"/>
                <a:gd name="connsiteX12" fmla="*/ 33716 w 997872"/>
                <a:gd name="connsiteY12" fmla="*/ 4516 h 994306"/>
                <a:gd name="connsiteX13" fmla="*/ 123151 w 997872"/>
                <a:gd name="connsiteY13" fmla="*/ 0 h 994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7872" h="994306">
                  <a:moveTo>
                    <a:pt x="123151" y="0"/>
                  </a:moveTo>
                  <a:cubicBezTo>
                    <a:pt x="606246" y="0"/>
                    <a:pt x="997872" y="391626"/>
                    <a:pt x="997872" y="874721"/>
                  </a:cubicBezTo>
                  <a:cubicBezTo>
                    <a:pt x="997872" y="904915"/>
                    <a:pt x="996342" y="934751"/>
                    <a:pt x="993356" y="964156"/>
                  </a:cubicBezTo>
                  <a:lnTo>
                    <a:pt x="988755" y="994306"/>
                  </a:lnTo>
                  <a:lnTo>
                    <a:pt x="507101" y="994306"/>
                  </a:lnTo>
                  <a:lnTo>
                    <a:pt x="507088" y="994306"/>
                  </a:lnTo>
                  <a:lnTo>
                    <a:pt x="507075" y="994306"/>
                  </a:lnTo>
                  <a:lnTo>
                    <a:pt x="0" y="994306"/>
                  </a:lnTo>
                  <a:lnTo>
                    <a:pt x="0" y="994305"/>
                  </a:lnTo>
                  <a:lnTo>
                    <a:pt x="0" y="509497"/>
                  </a:lnTo>
                  <a:lnTo>
                    <a:pt x="0" y="487221"/>
                  </a:lnTo>
                  <a:lnTo>
                    <a:pt x="0" y="9662"/>
                  </a:lnTo>
                  <a:lnTo>
                    <a:pt x="33716" y="4516"/>
                  </a:lnTo>
                  <a:cubicBezTo>
                    <a:pt x="63122" y="1530"/>
                    <a:pt x="92958" y="0"/>
                    <a:pt x="123151" y="0"/>
                  </a:cubicBezTo>
                  <a:close/>
                </a:path>
              </a:pathLst>
            </a:custGeom>
            <a:solidFill>
              <a:schemeClr val="bg1">
                <a:lumMod val="95000"/>
                <a:alpha val="87000"/>
              </a:schemeClr>
            </a:solidFill>
            <a:ln w="3175">
              <a:solidFill>
                <a:schemeClr val="bg1">
                  <a:lumMod val="75000"/>
                </a:schemeClr>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err="1">
                <a:solidFill>
                  <a:schemeClr val="tx1"/>
                </a:solidFill>
              </a:endParaRPr>
            </a:p>
          </p:txBody>
        </p:sp>
        <p:sp>
          <p:nvSpPr>
            <p:cNvPr id="329" name="타원 328">
              <a:extLst>
                <a:ext uri="{FF2B5EF4-FFF2-40B4-BE49-F238E27FC236}">
                  <a16:creationId xmlns:a16="http://schemas.microsoft.com/office/drawing/2014/main" id="{9A39F636-8E67-4F54-A0E9-072F1975D149}"/>
                </a:ext>
              </a:extLst>
            </p:cNvPr>
            <p:cNvSpPr/>
            <p:nvPr/>
          </p:nvSpPr>
          <p:spPr>
            <a:xfrm>
              <a:off x="29748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a:solidFill>
                    <a:prstClr val="white"/>
                  </a:solidFill>
                </a:rPr>
                <a:t>X</a:t>
              </a:r>
              <a:endParaRPr lang="ko-KR" altLang="en-US" sz="800" dirty="0" err="1">
                <a:solidFill>
                  <a:prstClr val="white"/>
                </a:solidFill>
              </a:endParaRPr>
            </a:p>
          </p:txBody>
        </p:sp>
        <p:sp>
          <p:nvSpPr>
            <p:cNvPr id="330" name="타원 329">
              <a:extLst>
                <a:ext uri="{FF2B5EF4-FFF2-40B4-BE49-F238E27FC236}">
                  <a16:creationId xmlns:a16="http://schemas.microsoft.com/office/drawing/2014/main" id="{E1D8C9CE-CF5E-4556-9519-8FD809A17B64}"/>
                </a:ext>
              </a:extLst>
            </p:cNvPr>
            <p:cNvSpPr/>
            <p:nvPr/>
          </p:nvSpPr>
          <p:spPr>
            <a:xfrm>
              <a:off x="2866903" y="5073403"/>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dirty="0">
                  <a:solidFill>
                    <a:prstClr val="white"/>
                  </a:solidFill>
                </a:rPr>
                <a:t>알림</a:t>
              </a:r>
            </a:p>
          </p:txBody>
        </p:sp>
        <p:sp>
          <p:nvSpPr>
            <p:cNvPr id="331" name="타원 330">
              <a:extLst>
                <a:ext uri="{FF2B5EF4-FFF2-40B4-BE49-F238E27FC236}">
                  <a16:creationId xmlns:a16="http://schemas.microsoft.com/office/drawing/2014/main" id="{322324F9-4608-426A-AC01-E2C813C7894C}"/>
                </a:ext>
              </a:extLst>
            </p:cNvPr>
            <p:cNvSpPr/>
            <p:nvPr/>
          </p:nvSpPr>
          <p:spPr>
            <a:xfrm>
              <a:off x="3241635" y="5166619"/>
              <a:ext cx="248663" cy="248663"/>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dirty="0">
                  <a:solidFill>
                    <a:prstClr val="white"/>
                  </a:solidFill>
                </a:rPr>
                <a:t>예약관리</a:t>
              </a:r>
            </a:p>
          </p:txBody>
        </p:sp>
        <p:sp>
          <p:nvSpPr>
            <p:cNvPr id="332" name="타원 331">
              <a:extLst>
                <a:ext uri="{FF2B5EF4-FFF2-40B4-BE49-F238E27FC236}">
                  <a16:creationId xmlns:a16="http://schemas.microsoft.com/office/drawing/2014/main" id="{44C1B3E3-29AB-47DA-9C79-FC8610B40D30}"/>
                </a:ext>
              </a:extLst>
            </p:cNvPr>
            <p:cNvSpPr/>
            <p:nvPr/>
          </p:nvSpPr>
          <p:spPr>
            <a:xfrm>
              <a:off x="3485033" y="544830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500" dirty="0">
                  <a:solidFill>
                    <a:prstClr val="white"/>
                  </a:solidFill>
                </a:rPr>
                <a:t>여권</a:t>
              </a:r>
              <a:r>
                <a:rPr lang="en-US" altLang="ko-KR" sz="500" dirty="0">
                  <a:solidFill>
                    <a:prstClr val="white"/>
                  </a:solidFill>
                </a:rPr>
                <a:t>/</a:t>
              </a:r>
              <a:r>
                <a:rPr lang="ko-KR" altLang="en-US" sz="500" dirty="0">
                  <a:solidFill>
                    <a:prstClr val="white"/>
                  </a:solidFill>
                </a:rPr>
                <a:t>계약서</a:t>
              </a:r>
            </a:p>
          </p:txBody>
        </p:sp>
        <p:sp>
          <p:nvSpPr>
            <p:cNvPr id="333" name="타원 332">
              <a:extLst>
                <a:ext uri="{FF2B5EF4-FFF2-40B4-BE49-F238E27FC236}">
                  <a16:creationId xmlns:a16="http://schemas.microsoft.com/office/drawing/2014/main" id="{E8459A62-E3FA-49C2-871A-FC8F440A782A}"/>
                </a:ext>
              </a:extLst>
            </p:cNvPr>
            <p:cNvSpPr/>
            <p:nvPr/>
          </p:nvSpPr>
          <p:spPr>
            <a:xfrm>
              <a:off x="3538910" y="580834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a:solidFill>
                    <a:prstClr val="white"/>
                  </a:solidFill>
                </a:rPr>
                <a:t>전화</a:t>
              </a:r>
              <a:endParaRPr lang="ko-KR" altLang="en-US" sz="600" dirty="0" err="1">
                <a:solidFill>
                  <a:prstClr val="white"/>
                </a:solidFill>
              </a:endParaRPr>
            </a:p>
          </p:txBody>
        </p:sp>
      </p:grpSp>
      <p:sp>
        <p:nvSpPr>
          <p:cNvPr id="368" name="타원 367">
            <a:extLst>
              <a:ext uri="{FF2B5EF4-FFF2-40B4-BE49-F238E27FC236}">
                <a16:creationId xmlns:a16="http://schemas.microsoft.com/office/drawing/2014/main" id="{F5298DAE-A173-4D6A-865D-EFE3E116F98F}"/>
              </a:ext>
            </a:extLst>
          </p:cNvPr>
          <p:cNvSpPr/>
          <p:nvPr/>
        </p:nvSpPr>
        <p:spPr>
          <a:xfrm>
            <a:off x="742628" y="5608290"/>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sp>
        <p:nvSpPr>
          <p:cNvPr id="33" name="타원 32">
            <a:extLst>
              <a:ext uri="{FF2B5EF4-FFF2-40B4-BE49-F238E27FC236}">
                <a16:creationId xmlns:a16="http://schemas.microsoft.com/office/drawing/2014/main" id="{F8589DD5-AFB8-4B68-A8CD-A4D4F5CEC27D}"/>
              </a:ext>
            </a:extLst>
          </p:cNvPr>
          <p:cNvSpPr/>
          <p:nvPr/>
        </p:nvSpPr>
        <p:spPr>
          <a:xfrm>
            <a:off x="3458863" y="5629675"/>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sp>
        <p:nvSpPr>
          <p:cNvPr id="50" name="TextBox 49">
            <a:extLst>
              <a:ext uri="{FF2B5EF4-FFF2-40B4-BE49-F238E27FC236}">
                <a16:creationId xmlns:a16="http://schemas.microsoft.com/office/drawing/2014/main" id="{15F24D6B-70F7-4684-967D-09E61E4F4825}"/>
              </a:ext>
            </a:extLst>
          </p:cNvPr>
          <p:cNvSpPr txBox="1"/>
          <p:nvPr/>
        </p:nvSpPr>
        <p:spPr>
          <a:xfrm>
            <a:off x="5381725" y="3609384"/>
            <a:ext cx="2250377" cy="1184940"/>
          </a:xfrm>
          <a:prstGeom prst="rect">
            <a:avLst/>
          </a:prstGeom>
          <a:noFill/>
        </p:spPr>
        <p:txBody>
          <a:bodyPr wrap="square" rtlCol="0">
            <a:spAutoFit/>
          </a:bodyPr>
          <a:lstStyle/>
          <a:p>
            <a:pPr lvl="0"/>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담당자가 예약을 확인 </a:t>
            </a:r>
            <a:r>
              <a:rPr lang="ko-KR" altLang="en-US" sz="800" dirty="0" err="1">
                <a:latin typeface="Malgun Gothic Semilight" panose="020B0502040204020203" pitchFamily="50" charset="-127"/>
                <a:ea typeface="Malgun Gothic Semilight" panose="020B0502040204020203" pitchFamily="50" charset="-127"/>
                <a:cs typeface="Malgun Gothic Semilight" panose="020B0502040204020203" pitchFamily="50" charset="-127"/>
              </a:rPr>
              <a:t>중이에요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pPr lvl="0"/>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고객님의 예약정보 확인이 끝나가니 조금만 기다려주세요</a:t>
            </a:r>
            <a:r>
              <a:rPr lang="en-US" altLang="ko-KR" sz="700" dirty="0">
                <a:solidFill>
                  <a:srgbClr val="C00000"/>
                </a:solidFill>
                <a:latin typeface="나눔고딕" panose="020D0604000000000000" pitchFamily="50" charset="-127"/>
                <a:ea typeface="나눔고딕" panose="020D0604000000000000" pitchFamily="50" charset="-127"/>
              </a:rPr>
              <a:t>.</a:t>
            </a:r>
            <a:br>
              <a:rPr lang="en-US" altLang="ko-KR" sz="700" dirty="0">
                <a:solidFill>
                  <a:srgbClr val="C00000"/>
                </a:solidFill>
                <a:latin typeface="나눔고딕" panose="020D0604000000000000" pitchFamily="50" charset="-127"/>
                <a:ea typeface="나눔고딕" panose="020D0604000000000000" pitchFamily="50" charset="-127"/>
              </a:rPr>
            </a:br>
            <a:endParaRPr lang="en-US" altLang="ko-KR" sz="7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marL="84138" indent="-84138">
              <a:buFont typeface="Arial" panose="020B0604020202020204" pitchFamily="34" charset="0"/>
              <a:buChar char="•"/>
            </a:pP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담당자</a:t>
            </a:r>
            <a:b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br>
            <a:r>
              <a:rPr lang="ko-KR" altLang="en-US" sz="800" dirty="0" err="1">
                <a:latin typeface="Malgun Gothic Semilight" panose="020B0502040204020203" pitchFamily="50" charset="-127"/>
                <a:ea typeface="Malgun Gothic Semilight" panose="020B0502040204020203" pitchFamily="50" charset="-127"/>
                <a:cs typeface="Malgun Gothic Semilight" panose="020B0502040204020203" pitchFamily="50" charset="-127"/>
              </a:rPr>
              <a:t>나담당</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부서명</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pPr marL="84138" indent="-84138">
              <a:buFont typeface="Arial" panose="020B0604020202020204" pitchFamily="34" charset="0"/>
              <a:buChar char="•"/>
            </a:pPr>
            <a:endPar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marL="84138" indent="-84138">
              <a:buFont typeface="Arial" panose="020B0604020202020204" pitchFamily="34" charset="0"/>
              <a:buChar char="•"/>
            </a:pP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전화번호</a:t>
            </a:r>
            <a:b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b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00-0000-0000</a:t>
            </a:r>
          </a:p>
        </p:txBody>
      </p:sp>
      <p:sp>
        <p:nvSpPr>
          <p:cNvPr id="51" name="사각형: 둥근 모서리 50">
            <a:extLst>
              <a:ext uri="{FF2B5EF4-FFF2-40B4-BE49-F238E27FC236}">
                <a16:creationId xmlns:a16="http://schemas.microsoft.com/office/drawing/2014/main" id="{0AAAEAF6-045A-47B2-92B1-17E5327C56A5}"/>
              </a:ext>
            </a:extLst>
          </p:cNvPr>
          <p:cNvSpPr/>
          <p:nvPr/>
        </p:nvSpPr>
        <p:spPr>
          <a:xfrm>
            <a:off x="6749877" y="4878195"/>
            <a:ext cx="767176" cy="199819"/>
          </a:xfrm>
          <a:prstGeom prst="roundRect">
            <a:avLst/>
          </a:prstGeom>
          <a:solidFill>
            <a:schemeClr val="tx1">
              <a:lumMod val="50000"/>
              <a:lumOff val="50000"/>
            </a:schemeClr>
          </a:solidFill>
          <a:ln w="3175" algn="ctr">
            <a:solidFill>
              <a:schemeClr val="bg1">
                <a:lumMod val="50000"/>
              </a:schemeClr>
            </a:solidFill>
            <a:round/>
            <a:headEnd/>
            <a:tailEnd/>
          </a:ln>
        </p:spPr>
        <p:txBody>
          <a:bodyPr wrap="none" lIns="80788" tIns="40395" rIns="80788" bIns="40395" rtlCol="0" anchor="ctr"/>
          <a:lstStyle/>
          <a:p>
            <a:pPr marL="0" marR="0" lvl="0" indent="0" defTabSz="822974" rtl="0" eaLnBrk="1" fontAlgn="base" latinLnBrk="0" hangingPunct="1">
              <a:lnSpc>
                <a:spcPct val="100000"/>
              </a:lnSpc>
              <a:spcBef>
                <a:spcPct val="0"/>
              </a:spcBef>
              <a:spcAft>
                <a:spcPct val="0"/>
              </a:spcAft>
              <a:buClrTx/>
              <a:buSzTx/>
              <a:buFontTx/>
              <a:buNone/>
              <a:tabLst/>
              <a:defRPr/>
            </a:pPr>
            <a:r>
              <a:rPr kumimoji="1" lang="ko-KR" altLang="en-US" sz="700" b="0" i="0" u="none" strike="noStrike" kern="0" cap="none" spc="0" normalizeH="0" baseline="0" noProof="0" dirty="0">
                <a:ln>
                  <a:noFill/>
                </a:ln>
                <a:solidFill>
                  <a:schemeClr val="bg1"/>
                </a:solidFill>
                <a:effectLst/>
                <a:uLnTx/>
                <a:uFillTx/>
                <a:latin typeface="+mn-ea"/>
                <a:cs typeface="+mn-cs"/>
              </a:rPr>
              <a:t>예약내역보기 </a:t>
            </a:r>
            <a:r>
              <a:rPr kumimoji="1" lang="en-US" altLang="ko-KR" sz="700" b="0" i="0" u="none" strike="noStrike" kern="0" cap="none" spc="0" normalizeH="0" baseline="0" noProof="0" dirty="0">
                <a:ln>
                  <a:noFill/>
                </a:ln>
                <a:solidFill>
                  <a:schemeClr val="bg1"/>
                </a:solidFill>
                <a:effectLst/>
                <a:uLnTx/>
                <a:uFillTx/>
                <a:latin typeface="+mn-ea"/>
                <a:cs typeface="+mn-cs"/>
              </a:rPr>
              <a:t>&gt; </a:t>
            </a:r>
            <a:endParaRPr kumimoji="1" lang="ko-KR" altLang="en-US" sz="700" b="0" i="0" u="none" strike="noStrike" kern="0" cap="none" spc="0" normalizeH="0" baseline="0" noProof="0" dirty="0">
              <a:ln>
                <a:noFill/>
              </a:ln>
              <a:solidFill>
                <a:schemeClr val="bg1"/>
              </a:solidFill>
              <a:effectLst/>
              <a:uLnTx/>
              <a:uFillTx/>
              <a:latin typeface="+mn-ea"/>
              <a:cs typeface="+mn-cs"/>
            </a:endParaRPr>
          </a:p>
        </p:txBody>
      </p:sp>
      <p:cxnSp>
        <p:nvCxnSpPr>
          <p:cNvPr id="52" name="직선 연결선 51">
            <a:extLst>
              <a:ext uri="{FF2B5EF4-FFF2-40B4-BE49-F238E27FC236}">
                <a16:creationId xmlns:a16="http://schemas.microsoft.com/office/drawing/2014/main" id="{B4CB81E9-B4E5-4309-B8F9-678370DB470C}"/>
              </a:ext>
            </a:extLst>
          </p:cNvPr>
          <p:cNvCxnSpPr/>
          <p:nvPr/>
        </p:nvCxnSpPr>
        <p:spPr>
          <a:xfrm>
            <a:off x="5342330" y="5185081"/>
            <a:ext cx="2289600" cy="0"/>
          </a:xfrm>
          <a:prstGeom prst="line">
            <a:avLst/>
          </a:prstGeom>
          <a:noFill/>
          <a:ln>
            <a:solidFill>
              <a:schemeClr val="bg1">
                <a:lumMod val="75000"/>
              </a:schemeClr>
            </a:solidFill>
          </a:ln>
        </p:spPr>
      </p:cxnSp>
      <p:sp>
        <p:nvSpPr>
          <p:cNvPr id="54" name="직사각형 53">
            <a:extLst>
              <a:ext uri="{FF2B5EF4-FFF2-40B4-BE49-F238E27FC236}">
                <a16:creationId xmlns:a16="http://schemas.microsoft.com/office/drawing/2014/main" id="{BF042710-5351-4F5F-B78A-6164F61F1F18}"/>
              </a:ext>
            </a:extLst>
          </p:cNvPr>
          <p:cNvSpPr/>
          <p:nvPr/>
        </p:nvSpPr>
        <p:spPr>
          <a:xfrm>
            <a:off x="5385048" y="3343462"/>
            <a:ext cx="949299" cy="246221"/>
          </a:xfrm>
          <a:prstGeom prst="rect">
            <a:avLst/>
          </a:prstGeom>
        </p:spPr>
        <p:txBody>
          <a:bodyPr wrap="none">
            <a:spAutoFit/>
          </a:bodyPr>
          <a:lstStyle/>
          <a:p>
            <a:r>
              <a:rPr lang="en-US" altLang="ko-KR" sz="1000" b="1" dirty="0">
                <a:latin typeface="나눔고딕" panose="020D0604000000000000" pitchFamily="50" charset="-127"/>
                <a:ea typeface="나눔고딕" panose="020D0604000000000000" pitchFamily="50" charset="-127"/>
              </a:rPr>
              <a:t>[</a:t>
            </a:r>
            <a:r>
              <a:rPr lang="ko-KR" altLang="en-US" sz="1000" b="1" dirty="0">
                <a:latin typeface="나눔고딕" panose="020D0604000000000000" pitchFamily="50" charset="-127"/>
                <a:ea typeface="나눔고딕" panose="020D0604000000000000" pitchFamily="50" charset="-127"/>
              </a:rPr>
              <a:t>담당자확인</a:t>
            </a:r>
            <a:r>
              <a:rPr lang="en-US" altLang="ko-KR" sz="1000" b="1" dirty="0">
                <a:latin typeface="나눔고딕" panose="020D0604000000000000" pitchFamily="50" charset="-127"/>
                <a:ea typeface="나눔고딕" panose="020D0604000000000000" pitchFamily="50" charset="-127"/>
              </a:rPr>
              <a:t>]  </a:t>
            </a:r>
            <a:endParaRPr lang="ko-KR" altLang="en-US" sz="1000" dirty="0"/>
          </a:p>
        </p:txBody>
      </p:sp>
      <p:grpSp>
        <p:nvGrpSpPr>
          <p:cNvPr id="69" name="그룹 68">
            <a:extLst>
              <a:ext uri="{FF2B5EF4-FFF2-40B4-BE49-F238E27FC236}">
                <a16:creationId xmlns:a16="http://schemas.microsoft.com/office/drawing/2014/main" id="{FB8CBD23-45E8-4C89-8FE3-D3A16A8DE285}"/>
              </a:ext>
            </a:extLst>
          </p:cNvPr>
          <p:cNvGrpSpPr/>
          <p:nvPr/>
        </p:nvGrpSpPr>
        <p:grpSpPr>
          <a:xfrm>
            <a:off x="2876472" y="1844824"/>
            <a:ext cx="2264271" cy="1942762"/>
            <a:chOff x="5366194" y="2246675"/>
            <a:chExt cx="2264271" cy="1942762"/>
          </a:xfrm>
        </p:grpSpPr>
        <p:sp>
          <p:nvSpPr>
            <p:cNvPr id="70" name="TextBox 69">
              <a:extLst>
                <a:ext uri="{FF2B5EF4-FFF2-40B4-BE49-F238E27FC236}">
                  <a16:creationId xmlns:a16="http://schemas.microsoft.com/office/drawing/2014/main" id="{1CCB9143-D67C-4551-B62A-FE3655D7AB5C}"/>
                </a:ext>
              </a:extLst>
            </p:cNvPr>
            <p:cNvSpPr txBox="1"/>
            <p:nvPr/>
          </p:nvSpPr>
          <p:spPr>
            <a:xfrm>
              <a:off x="5380088" y="2482055"/>
              <a:ext cx="2250377" cy="461665"/>
            </a:xfrm>
            <a:prstGeom prst="rect">
              <a:avLst/>
            </a:prstGeom>
            <a:noFill/>
          </p:spPr>
          <p:txBody>
            <a:bodyPr wrap="square" rtlCol="0">
              <a:spAutoFit/>
            </a:bodyPr>
            <a:lstStyle/>
            <a:p>
              <a:pPr lvl="0"/>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결제가 완료되었어요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b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b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이제 여행이 </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00</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일 남았으니 여행 준비를 시작해보세요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p>
          </p:txBody>
        </p:sp>
        <p:sp>
          <p:nvSpPr>
            <p:cNvPr id="71" name="사각형: 둥근 모서리 70">
              <a:extLst>
                <a:ext uri="{FF2B5EF4-FFF2-40B4-BE49-F238E27FC236}">
                  <a16:creationId xmlns:a16="http://schemas.microsoft.com/office/drawing/2014/main" id="{8613FCA2-F666-47DF-8AF8-EED132671D07}"/>
                </a:ext>
              </a:extLst>
            </p:cNvPr>
            <p:cNvSpPr/>
            <p:nvPr/>
          </p:nvSpPr>
          <p:spPr>
            <a:xfrm>
              <a:off x="6707196" y="3989618"/>
              <a:ext cx="767176" cy="199819"/>
            </a:xfrm>
            <a:prstGeom prst="roundRect">
              <a:avLst/>
            </a:prstGeom>
            <a:solidFill>
              <a:schemeClr val="tx1">
                <a:lumMod val="50000"/>
                <a:lumOff val="50000"/>
              </a:schemeClr>
            </a:solidFill>
            <a:ln w="3175" algn="ctr">
              <a:solidFill>
                <a:schemeClr val="bg1">
                  <a:lumMod val="50000"/>
                </a:schemeClr>
              </a:solidFill>
              <a:round/>
              <a:headEnd/>
              <a:tailEnd/>
            </a:ln>
          </p:spPr>
          <p:txBody>
            <a:bodyPr wrap="none" lIns="80788" tIns="40395" rIns="80788" bIns="40395" rtlCol="0" anchor="ctr"/>
            <a:lstStyle/>
            <a:p>
              <a:pPr marL="0" marR="0" lvl="0" indent="0" defTabSz="822974" rtl="0" eaLnBrk="1" fontAlgn="base" latinLnBrk="0" hangingPunct="1">
                <a:lnSpc>
                  <a:spcPct val="100000"/>
                </a:lnSpc>
                <a:spcBef>
                  <a:spcPct val="0"/>
                </a:spcBef>
                <a:spcAft>
                  <a:spcPct val="0"/>
                </a:spcAft>
                <a:buClrTx/>
                <a:buSzTx/>
                <a:buFontTx/>
                <a:buNone/>
                <a:tabLst/>
                <a:defRPr/>
              </a:pPr>
              <a:r>
                <a:rPr kumimoji="1" lang="ko-KR" altLang="en-US" sz="700" b="0" i="0" u="none" strike="noStrike" kern="0" cap="none" spc="0" normalizeH="0" baseline="0" noProof="0" dirty="0">
                  <a:ln>
                    <a:noFill/>
                  </a:ln>
                  <a:solidFill>
                    <a:schemeClr val="bg1"/>
                  </a:solidFill>
                  <a:effectLst/>
                  <a:uLnTx/>
                  <a:uFillTx/>
                  <a:latin typeface="+mn-ea"/>
                  <a:cs typeface="+mn-cs"/>
                </a:rPr>
                <a:t>예약내역보기</a:t>
              </a:r>
              <a:r>
                <a:rPr kumimoji="1" lang="en-US" altLang="ko-KR" sz="700" b="0" i="0" u="none" strike="noStrike" kern="0" cap="none" spc="0" normalizeH="0" baseline="0" noProof="0" dirty="0">
                  <a:ln>
                    <a:noFill/>
                  </a:ln>
                  <a:solidFill>
                    <a:schemeClr val="bg1"/>
                  </a:solidFill>
                  <a:effectLst/>
                  <a:uLnTx/>
                  <a:uFillTx/>
                  <a:latin typeface="+mn-ea"/>
                  <a:cs typeface="+mn-cs"/>
                </a:rPr>
                <a:t> </a:t>
              </a:r>
              <a:r>
                <a:rPr kumimoji="1" lang="ko-KR" altLang="en-US" sz="700" b="0" i="0" u="none" strike="noStrike" kern="0" cap="none" spc="0" normalizeH="0" baseline="0" noProof="0" dirty="0">
                  <a:ln>
                    <a:noFill/>
                  </a:ln>
                  <a:solidFill>
                    <a:schemeClr val="bg1"/>
                  </a:solidFill>
                  <a:effectLst/>
                  <a:uLnTx/>
                  <a:uFillTx/>
                  <a:latin typeface="+mn-ea"/>
                  <a:cs typeface="+mn-cs"/>
                </a:rPr>
                <a:t> </a:t>
              </a:r>
              <a:r>
                <a:rPr kumimoji="1" lang="en-US" altLang="ko-KR" sz="700" b="0" i="0" u="none" strike="noStrike" kern="0" cap="none" spc="0" normalizeH="0" baseline="0" noProof="0" dirty="0">
                  <a:ln>
                    <a:noFill/>
                  </a:ln>
                  <a:solidFill>
                    <a:schemeClr val="bg1"/>
                  </a:solidFill>
                  <a:effectLst/>
                  <a:uLnTx/>
                  <a:uFillTx/>
                  <a:latin typeface="+mn-ea"/>
                  <a:cs typeface="+mn-cs"/>
                </a:rPr>
                <a:t>&gt; </a:t>
              </a:r>
              <a:endParaRPr kumimoji="1" lang="ko-KR" altLang="en-US" sz="700" b="0" i="0" u="none" strike="noStrike" kern="0" cap="none" spc="0" normalizeH="0" baseline="0" noProof="0" dirty="0">
                <a:ln>
                  <a:noFill/>
                </a:ln>
                <a:solidFill>
                  <a:schemeClr val="bg1"/>
                </a:solidFill>
                <a:effectLst/>
                <a:uLnTx/>
                <a:uFillTx/>
                <a:latin typeface="+mn-ea"/>
                <a:cs typeface="+mn-cs"/>
              </a:endParaRPr>
            </a:p>
          </p:txBody>
        </p:sp>
        <p:sp>
          <p:nvSpPr>
            <p:cNvPr id="72" name="직사각형 71">
              <a:extLst>
                <a:ext uri="{FF2B5EF4-FFF2-40B4-BE49-F238E27FC236}">
                  <a16:creationId xmlns:a16="http://schemas.microsoft.com/office/drawing/2014/main" id="{140AB48C-B404-41EF-9591-0DFF32567CEF}"/>
                </a:ext>
              </a:extLst>
            </p:cNvPr>
            <p:cNvSpPr/>
            <p:nvPr/>
          </p:nvSpPr>
          <p:spPr>
            <a:xfrm>
              <a:off x="5366194" y="2246675"/>
              <a:ext cx="758541" cy="246221"/>
            </a:xfrm>
            <a:prstGeom prst="rect">
              <a:avLst/>
            </a:prstGeom>
          </p:spPr>
          <p:txBody>
            <a:bodyPr wrap="none">
              <a:spAutoFit/>
            </a:bodyPr>
            <a:lstStyle/>
            <a:p>
              <a:r>
                <a:rPr lang="en-US" altLang="ko-KR" sz="1000" b="1" dirty="0">
                  <a:latin typeface="나눔고딕" panose="020D0604000000000000" pitchFamily="50" charset="-127"/>
                  <a:ea typeface="나눔고딕" panose="020D0604000000000000" pitchFamily="50" charset="-127"/>
                </a:rPr>
                <a:t>[</a:t>
              </a:r>
              <a:r>
                <a:rPr lang="ko-KR" altLang="en-US" sz="1000" b="1" dirty="0">
                  <a:latin typeface="나눔고딕" panose="020D0604000000000000" pitchFamily="50" charset="-127"/>
                  <a:ea typeface="나눔고딕" panose="020D0604000000000000" pitchFamily="50" charset="-127"/>
                </a:rPr>
                <a:t>결제완료</a:t>
              </a:r>
              <a:r>
                <a:rPr lang="en-US" altLang="ko-KR" sz="1000" b="1" dirty="0">
                  <a:latin typeface="나눔고딕" panose="020D0604000000000000" pitchFamily="50" charset="-127"/>
                  <a:ea typeface="나눔고딕" panose="020D0604000000000000" pitchFamily="50" charset="-127"/>
                </a:rPr>
                <a:t>]</a:t>
              </a:r>
              <a:endParaRPr lang="ko-KR" altLang="en-US" sz="1000" dirty="0"/>
            </a:p>
          </p:txBody>
        </p:sp>
        <p:sp>
          <p:nvSpPr>
            <p:cNvPr id="73" name="TextBox 72">
              <a:extLst>
                <a:ext uri="{FF2B5EF4-FFF2-40B4-BE49-F238E27FC236}">
                  <a16:creationId xmlns:a16="http://schemas.microsoft.com/office/drawing/2014/main" id="{0F67A6C1-FBB8-42A6-8EC7-9181D66B9D0B}"/>
                </a:ext>
              </a:extLst>
            </p:cNvPr>
            <p:cNvSpPr txBox="1"/>
            <p:nvPr/>
          </p:nvSpPr>
          <p:spPr>
            <a:xfrm>
              <a:off x="5378401" y="2934371"/>
              <a:ext cx="2250377" cy="984885"/>
            </a:xfrm>
            <a:prstGeom prst="rect">
              <a:avLst/>
            </a:prstGeom>
            <a:noFill/>
          </p:spPr>
          <p:txBody>
            <a:bodyPr wrap="square" rtlCol="0">
              <a:spAutoFit/>
            </a:bodyPr>
            <a:lstStyle/>
            <a:p>
              <a:pPr marL="171450" lvl="0" indent="-171450">
                <a:spcBef>
                  <a:spcPts val="600"/>
                </a:spcBef>
                <a:buFont typeface="Arial" panose="020B0604020202020204" pitchFamily="34" charset="0"/>
                <a:buChar char="•"/>
              </a:pP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예약번호</a:t>
              </a:r>
              <a:b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br>
              <a:r>
                <a:rPr lang="en-US" altLang="ko-KR" sz="800" dirty="0" err="1">
                  <a:latin typeface="Malgun Gothic Semilight" panose="020B0502040204020203" pitchFamily="50" charset="-127"/>
                  <a:ea typeface="Malgun Gothic Semilight" panose="020B0502040204020203" pitchFamily="50" charset="-127"/>
                  <a:cs typeface="Malgun Gothic Semilight" panose="020B0502040204020203" pitchFamily="50" charset="-127"/>
                </a:rPr>
                <a:t>RP00000000</a:t>
              </a:r>
              <a:endPar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marL="171450" lvl="0" indent="-171450">
                <a:spcBef>
                  <a:spcPts val="600"/>
                </a:spcBef>
                <a:buFont typeface="Arial" panose="020B0604020202020204" pitchFamily="34" charset="0"/>
                <a:buChar char="•"/>
              </a:pP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상품명 </a:t>
              </a:r>
              <a:b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b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상품명이 노출되는 영역입니다</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pPr marL="171450" lvl="0" indent="-171450">
                <a:spcBef>
                  <a:spcPts val="600"/>
                </a:spcBef>
                <a:buFont typeface="Arial" panose="020B0604020202020204" pitchFamily="34" charset="0"/>
                <a:buChar char="•"/>
              </a:pP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여행일정</a:t>
              </a:r>
              <a:b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b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2019.10.10(</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수</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 2019.11.20(</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수</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endPar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p:txBody>
        </p:sp>
      </p:grpSp>
      <p:cxnSp>
        <p:nvCxnSpPr>
          <p:cNvPr id="79" name="직선 연결선 78">
            <a:extLst>
              <a:ext uri="{FF2B5EF4-FFF2-40B4-BE49-F238E27FC236}">
                <a16:creationId xmlns:a16="http://schemas.microsoft.com/office/drawing/2014/main" id="{CCAC2D01-E395-41BE-8667-8D5E1079A5BF}"/>
              </a:ext>
            </a:extLst>
          </p:cNvPr>
          <p:cNvCxnSpPr/>
          <p:nvPr/>
        </p:nvCxnSpPr>
        <p:spPr>
          <a:xfrm>
            <a:off x="2822690" y="3888217"/>
            <a:ext cx="2289600" cy="0"/>
          </a:xfrm>
          <a:prstGeom prst="line">
            <a:avLst/>
          </a:prstGeom>
          <a:noFill/>
          <a:ln>
            <a:solidFill>
              <a:schemeClr val="bg1">
                <a:lumMod val="75000"/>
              </a:schemeClr>
            </a:solidFill>
          </a:ln>
        </p:spPr>
      </p:cxnSp>
      <p:grpSp>
        <p:nvGrpSpPr>
          <p:cNvPr id="9" name="그룹 8">
            <a:extLst>
              <a:ext uri="{FF2B5EF4-FFF2-40B4-BE49-F238E27FC236}">
                <a16:creationId xmlns:a16="http://schemas.microsoft.com/office/drawing/2014/main" id="{FA6B1C64-A781-45A6-BE17-FC9DB51E33C1}"/>
              </a:ext>
            </a:extLst>
          </p:cNvPr>
          <p:cNvGrpSpPr/>
          <p:nvPr/>
        </p:nvGrpSpPr>
        <p:grpSpPr>
          <a:xfrm>
            <a:off x="5333543" y="1124744"/>
            <a:ext cx="2289772" cy="2124486"/>
            <a:chOff x="287926" y="2246675"/>
            <a:chExt cx="2289772" cy="2124486"/>
          </a:xfrm>
        </p:grpSpPr>
        <p:sp>
          <p:nvSpPr>
            <p:cNvPr id="80" name="TextBox 79">
              <a:extLst>
                <a:ext uri="{FF2B5EF4-FFF2-40B4-BE49-F238E27FC236}">
                  <a16:creationId xmlns:a16="http://schemas.microsoft.com/office/drawing/2014/main" id="{EF13C057-69DF-4EC3-AD71-C34CD48BD262}"/>
                </a:ext>
              </a:extLst>
            </p:cNvPr>
            <p:cNvSpPr txBox="1"/>
            <p:nvPr/>
          </p:nvSpPr>
          <p:spPr>
            <a:xfrm>
              <a:off x="327321" y="2482055"/>
              <a:ext cx="2250377" cy="707886"/>
            </a:xfrm>
            <a:prstGeom prst="rect">
              <a:avLst/>
            </a:prstGeom>
            <a:noFill/>
          </p:spPr>
          <p:txBody>
            <a:bodyPr wrap="square" rtlCol="0">
              <a:spAutoFit/>
            </a:bodyPr>
            <a:lstStyle/>
            <a:p>
              <a:pPr lvl="0"/>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고객님의 예약이 확정되었어요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pPr lvl="0"/>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하단의 결제하기를 통해 결제를 진행해주세요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b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b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결제는 신용카드</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ARS</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카드결제</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무통장</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가상계좌</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포인트</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네이버페이를 통해 가능해요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p:txBody>
        </p:sp>
        <p:sp>
          <p:nvSpPr>
            <p:cNvPr id="81" name="사각형: 둥근 모서리 80">
              <a:extLst>
                <a:ext uri="{FF2B5EF4-FFF2-40B4-BE49-F238E27FC236}">
                  <a16:creationId xmlns:a16="http://schemas.microsoft.com/office/drawing/2014/main" id="{16E71DC4-4B91-4CF1-A1D4-B7F4F885DA03}"/>
                </a:ext>
              </a:extLst>
            </p:cNvPr>
            <p:cNvSpPr/>
            <p:nvPr/>
          </p:nvSpPr>
          <p:spPr>
            <a:xfrm>
              <a:off x="1695473" y="4071053"/>
              <a:ext cx="767176" cy="199819"/>
            </a:xfrm>
            <a:prstGeom prst="roundRect">
              <a:avLst/>
            </a:prstGeom>
            <a:solidFill>
              <a:schemeClr val="tx1">
                <a:lumMod val="50000"/>
                <a:lumOff val="50000"/>
              </a:schemeClr>
            </a:solidFill>
            <a:ln w="3175" algn="ctr">
              <a:solidFill>
                <a:schemeClr val="bg1">
                  <a:lumMod val="50000"/>
                </a:schemeClr>
              </a:solidFill>
              <a:round/>
              <a:headEnd/>
              <a:tailEnd/>
            </a:ln>
          </p:spPr>
          <p:txBody>
            <a:bodyPr wrap="none" lIns="80788" tIns="40395" rIns="80788" bIns="40395" rtlCol="0" anchor="ctr"/>
            <a:lstStyle/>
            <a:p>
              <a:pPr marL="0" marR="0" lvl="0" indent="0" defTabSz="822974" rtl="0" eaLnBrk="1" fontAlgn="base" latinLnBrk="0" hangingPunct="1">
                <a:lnSpc>
                  <a:spcPct val="100000"/>
                </a:lnSpc>
                <a:spcBef>
                  <a:spcPct val="0"/>
                </a:spcBef>
                <a:spcAft>
                  <a:spcPct val="0"/>
                </a:spcAft>
                <a:buClrTx/>
                <a:buSzTx/>
                <a:buFontTx/>
                <a:buNone/>
                <a:tabLst/>
                <a:defRPr/>
              </a:pPr>
              <a:r>
                <a:rPr kumimoji="1" lang="ko-KR" altLang="en-US" sz="700" b="0" i="0" u="none" strike="noStrike" kern="0" cap="none" spc="0" normalizeH="0" baseline="0" noProof="0" dirty="0">
                  <a:ln>
                    <a:noFill/>
                  </a:ln>
                  <a:solidFill>
                    <a:schemeClr val="bg1"/>
                  </a:solidFill>
                  <a:effectLst/>
                  <a:uLnTx/>
                  <a:uFillTx/>
                  <a:latin typeface="+mn-ea"/>
                  <a:cs typeface="+mn-cs"/>
                </a:rPr>
                <a:t>예약내역보기 </a:t>
              </a:r>
              <a:r>
                <a:rPr kumimoji="1" lang="en-US" altLang="ko-KR" sz="700" b="0" i="0" u="none" strike="noStrike" kern="0" cap="none" spc="0" normalizeH="0" baseline="0" noProof="0" dirty="0">
                  <a:ln>
                    <a:noFill/>
                  </a:ln>
                  <a:solidFill>
                    <a:schemeClr val="bg1"/>
                  </a:solidFill>
                  <a:effectLst/>
                  <a:uLnTx/>
                  <a:uFillTx/>
                  <a:latin typeface="+mn-ea"/>
                  <a:cs typeface="+mn-cs"/>
                </a:rPr>
                <a:t>&gt; </a:t>
              </a:r>
              <a:endParaRPr kumimoji="1" lang="ko-KR" altLang="en-US" sz="700" b="0" i="0" u="none" strike="noStrike" kern="0" cap="none" spc="0" normalizeH="0" baseline="0" noProof="0" dirty="0">
                <a:ln>
                  <a:noFill/>
                </a:ln>
                <a:solidFill>
                  <a:schemeClr val="bg1"/>
                </a:solidFill>
                <a:effectLst/>
                <a:uLnTx/>
                <a:uFillTx/>
                <a:latin typeface="+mn-ea"/>
                <a:cs typeface="+mn-cs"/>
              </a:endParaRPr>
            </a:p>
          </p:txBody>
        </p:sp>
        <p:cxnSp>
          <p:nvCxnSpPr>
            <p:cNvPr id="82" name="직선 연결선 81">
              <a:extLst>
                <a:ext uri="{FF2B5EF4-FFF2-40B4-BE49-F238E27FC236}">
                  <a16:creationId xmlns:a16="http://schemas.microsoft.com/office/drawing/2014/main" id="{7622FD5D-8E00-4720-838F-BF74EF7B4850}"/>
                </a:ext>
              </a:extLst>
            </p:cNvPr>
            <p:cNvCxnSpPr/>
            <p:nvPr/>
          </p:nvCxnSpPr>
          <p:spPr>
            <a:xfrm>
              <a:off x="287926" y="4371161"/>
              <a:ext cx="2289600" cy="0"/>
            </a:xfrm>
            <a:prstGeom prst="line">
              <a:avLst/>
            </a:prstGeom>
            <a:noFill/>
            <a:ln>
              <a:solidFill>
                <a:schemeClr val="bg1">
                  <a:lumMod val="75000"/>
                </a:schemeClr>
              </a:solidFill>
            </a:ln>
          </p:spPr>
        </p:cxnSp>
        <p:sp>
          <p:nvSpPr>
            <p:cNvPr id="83" name="직사각형 82">
              <a:extLst>
                <a:ext uri="{FF2B5EF4-FFF2-40B4-BE49-F238E27FC236}">
                  <a16:creationId xmlns:a16="http://schemas.microsoft.com/office/drawing/2014/main" id="{380C1522-6350-49E9-8D0F-D9B987A788E6}"/>
                </a:ext>
              </a:extLst>
            </p:cNvPr>
            <p:cNvSpPr/>
            <p:nvPr/>
          </p:nvSpPr>
          <p:spPr>
            <a:xfrm>
              <a:off x="321300" y="2246675"/>
              <a:ext cx="829073" cy="246221"/>
            </a:xfrm>
            <a:prstGeom prst="rect">
              <a:avLst/>
            </a:prstGeom>
          </p:spPr>
          <p:txBody>
            <a:bodyPr wrap="none">
              <a:spAutoFit/>
            </a:bodyPr>
            <a:lstStyle/>
            <a:p>
              <a:r>
                <a:rPr lang="en-US" altLang="ko-KR" sz="1000" b="1" dirty="0">
                  <a:latin typeface="나눔고딕" panose="020D0604000000000000" pitchFamily="50" charset="-127"/>
                  <a:ea typeface="나눔고딕" panose="020D0604000000000000" pitchFamily="50" charset="-127"/>
                </a:rPr>
                <a:t>[</a:t>
              </a:r>
              <a:r>
                <a:rPr lang="ko-KR" altLang="en-US" sz="1000" b="1" dirty="0">
                  <a:latin typeface="나눔고딕" panose="020D0604000000000000" pitchFamily="50" charset="-127"/>
                  <a:ea typeface="나눔고딕" panose="020D0604000000000000" pitchFamily="50" charset="-127"/>
                </a:rPr>
                <a:t>예약확정</a:t>
              </a:r>
              <a:r>
                <a:rPr lang="en-US" altLang="ko-KR" sz="1000" b="1" dirty="0">
                  <a:latin typeface="나눔고딕" panose="020D0604000000000000" pitchFamily="50" charset="-127"/>
                  <a:ea typeface="나눔고딕" panose="020D0604000000000000" pitchFamily="50" charset="-127"/>
                </a:rPr>
                <a:t>]  </a:t>
              </a:r>
              <a:endParaRPr lang="ko-KR" altLang="en-US" sz="1000" dirty="0"/>
            </a:p>
          </p:txBody>
        </p:sp>
        <p:sp>
          <p:nvSpPr>
            <p:cNvPr id="84" name="TextBox 83">
              <a:extLst>
                <a:ext uri="{FF2B5EF4-FFF2-40B4-BE49-F238E27FC236}">
                  <a16:creationId xmlns:a16="http://schemas.microsoft.com/office/drawing/2014/main" id="{46055A6F-9289-4BFF-9908-0C7997F75529}"/>
                </a:ext>
              </a:extLst>
            </p:cNvPr>
            <p:cNvSpPr txBox="1"/>
            <p:nvPr/>
          </p:nvSpPr>
          <p:spPr>
            <a:xfrm>
              <a:off x="325634" y="3203549"/>
              <a:ext cx="2250377" cy="807209"/>
            </a:xfrm>
            <a:prstGeom prst="rect">
              <a:avLst/>
            </a:prstGeom>
            <a:noFill/>
          </p:spPr>
          <p:txBody>
            <a:bodyPr wrap="square" rtlCol="0">
              <a:spAutoFit/>
            </a:bodyPr>
            <a:lstStyle/>
            <a:p>
              <a:pPr marL="171450" lvl="0" indent="-171450">
                <a:lnSpc>
                  <a:spcPct val="150000"/>
                </a:lnSpc>
                <a:buFont typeface="Arial" panose="020B0604020202020204" pitchFamily="34" charset="0"/>
                <a:buChar char="•"/>
              </a:pP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총결제금액 </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0,000,000</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원</a:t>
              </a:r>
            </a:p>
            <a:p>
              <a:pPr marL="171450" lvl="0" indent="-171450">
                <a:lnSpc>
                  <a:spcPct val="150000"/>
                </a:lnSpc>
                <a:buFont typeface="Arial" panose="020B0604020202020204" pitchFamily="34" charset="0"/>
                <a:buChar char="•"/>
              </a:pP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입금금액    </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0</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원</a:t>
              </a:r>
            </a:p>
            <a:p>
              <a:pPr marL="171450" lvl="0" indent="-171450">
                <a:lnSpc>
                  <a:spcPct val="150000"/>
                </a:lnSpc>
                <a:buFont typeface="Arial" panose="020B0604020202020204" pitchFamily="34" charset="0"/>
                <a:buChar char="•"/>
              </a:pP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미납금액    </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0000000</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원</a:t>
              </a:r>
            </a:p>
            <a:p>
              <a:pPr marL="171450" lvl="0" indent="-171450">
                <a:lnSpc>
                  <a:spcPct val="150000"/>
                </a:lnSpc>
                <a:buFont typeface="Arial" panose="020B0604020202020204" pitchFamily="34" charset="0"/>
                <a:buChar char="•"/>
              </a:pP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결제마감일 </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0000.00.00 00</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시까지 </a:t>
              </a:r>
            </a:p>
          </p:txBody>
        </p:sp>
      </p:grpSp>
      <p:sp>
        <p:nvSpPr>
          <p:cNvPr id="87" name="설명선: 아래쪽 화살표 90">
            <a:extLst>
              <a:ext uri="{FF2B5EF4-FFF2-40B4-BE49-F238E27FC236}">
                <a16:creationId xmlns:a16="http://schemas.microsoft.com/office/drawing/2014/main" id="{93D451DF-2421-48BC-BD95-7A35EB96070B}"/>
              </a:ext>
            </a:extLst>
          </p:cNvPr>
          <p:cNvSpPr/>
          <p:nvPr/>
        </p:nvSpPr>
        <p:spPr>
          <a:xfrm>
            <a:off x="5385766" y="6093296"/>
            <a:ext cx="2253747" cy="351427"/>
          </a:xfrm>
          <a:prstGeom prst="downArrowCallout">
            <a:avLst>
              <a:gd name="adj1" fmla="val 165168"/>
              <a:gd name="adj2" fmla="val 320656"/>
              <a:gd name="adj3" fmla="val 25000"/>
              <a:gd name="adj4" fmla="val 75000"/>
            </a:avLst>
          </a:prstGeom>
          <a:solidFill>
            <a:schemeClr val="bg1">
              <a:lumMod val="5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bg1"/>
                </a:solidFill>
              </a:rPr>
              <a:t>다음 화면으로</a:t>
            </a:r>
            <a:r>
              <a:rPr lang="en-US" altLang="ko-KR" sz="800" b="1" dirty="0">
                <a:solidFill>
                  <a:schemeClr val="bg1"/>
                </a:solidFill>
              </a:rPr>
              <a:t> </a:t>
            </a:r>
            <a:r>
              <a:rPr lang="ko-KR" altLang="en-US" sz="800" b="1" dirty="0">
                <a:solidFill>
                  <a:schemeClr val="bg1"/>
                </a:solidFill>
              </a:rPr>
              <a:t>이어짐</a:t>
            </a:r>
          </a:p>
        </p:txBody>
      </p:sp>
      <p:sp>
        <p:nvSpPr>
          <p:cNvPr id="88" name="설명선: 왼쪽 화살표 87">
            <a:extLst>
              <a:ext uri="{FF2B5EF4-FFF2-40B4-BE49-F238E27FC236}">
                <a16:creationId xmlns:a16="http://schemas.microsoft.com/office/drawing/2014/main" id="{FF65BCA1-E129-4376-9576-0FA7EF1BF43F}"/>
              </a:ext>
            </a:extLst>
          </p:cNvPr>
          <p:cNvSpPr/>
          <p:nvPr/>
        </p:nvSpPr>
        <p:spPr>
          <a:xfrm>
            <a:off x="5283826" y="831185"/>
            <a:ext cx="2379600"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lumMod val="85000"/>
                  </a:schemeClr>
                </a:solidFill>
              </a:rPr>
              <a:t>좌측화면에서 이어짐</a:t>
            </a:r>
          </a:p>
        </p:txBody>
      </p:sp>
      <p:cxnSp>
        <p:nvCxnSpPr>
          <p:cNvPr id="91" name="직선 연결선 90">
            <a:extLst>
              <a:ext uri="{FF2B5EF4-FFF2-40B4-BE49-F238E27FC236}">
                <a16:creationId xmlns:a16="http://schemas.microsoft.com/office/drawing/2014/main" id="{3E3D8852-EB65-4A02-9E11-45704961F856}"/>
              </a:ext>
            </a:extLst>
          </p:cNvPr>
          <p:cNvCxnSpPr/>
          <p:nvPr/>
        </p:nvCxnSpPr>
        <p:spPr>
          <a:xfrm>
            <a:off x="2826270" y="1844824"/>
            <a:ext cx="2289600" cy="0"/>
          </a:xfrm>
          <a:prstGeom prst="line">
            <a:avLst/>
          </a:prstGeom>
          <a:noFill/>
          <a:ln>
            <a:solidFill>
              <a:schemeClr val="bg1">
                <a:lumMod val="75000"/>
              </a:schemeClr>
            </a:solidFill>
          </a:ln>
        </p:spPr>
      </p:cxnSp>
      <p:sp>
        <p:nvSpPr>
          <p:cNvPr id="92" name="TextBox 91">
            <a:extLst>
              <a:ext uri="{FF2B5EF4-FFF2-40B4-BE49-F238E27FC236}">
                <a16:creationId xmlns:a16="http://schemas.microsoft.com/office/drawing/2014/main" id="{D2988E72-DC71-42CC-8908-FCEC4802AD98}"/>
              </a:ext>
            </a:extLst>
          </p:cNvPr>
          <p:cNvSpPr txBox="1"/>
          <p:nvPr/>
        </p:nvSpPr>
        <p:spPr>
          <a:xfrm>
            <a:off x="2864768" y="1485364"/>
            <a:ext cx="2250377" cy="215444"/>
          </a:xfrm>
          <a:prstGeom prst="rect">
            <a:avLst/>
          </a:prstGeom>
          <a:noFill/>
        </p:spPr>
        <p:txBody>
          <a:bodyPr wrap="square" rtlCol="0">
            <a:spAutoFit/>
          </a:bodyPr>
          <a:lstStyle/>
          <a:p>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문구는 수급해서 변경예정</a:t>
            </a:r>
            <a:endPar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p:txBody>
      </p:sp>
      <p:sp>
        <p:nvSpPr>
          <p:cNvPr id="93" name="타원 118">
            <a:extLst>
              <a:ext uri="{FF2B5EF4-FFF2-40B4-BE49-F238E27FC236}">
                <a16:creationId xmlns:a16="http://schemas.microsoft.com/office/drawing/2014/main" id="{B35C4A1B-8C2F-4933-8D33-61AB09C9D166}"/>
              </a:ext>
            </a:extLst>
          </p:cNvPr>
          <p:cNvSpPr/>
          <p:nvPr/>
        </p:nvSpPr>
        <p:spPr>
          <a:xfrm>
            <a:off x="2719659" y="107178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4" name="타원 118">
            <a:extLst>
              <a:ext uri="{FF2B5EF4-FFF2-40B4-BE49-F238E27FC236}">
                <a16:creationId xmlns:a16="http://schemas.microsoft.com/office/drawing/2014/main" id="{44489A22-2A56-4842-BEFD-932BB32829C5}"/>
              </a:ext>
            </a:extLst>
          </p:cNvPr>
          <p:cNvSpPr/>
          <p:nvPr/>
        </p:nvSpPr>
        <p:spPr>
          <a:xfrm>
            <a:off x="4951907" y="351971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5" name="타원 118">
            <a:extLst>
              <a:ext uri="{FF2B5EF4-FFF2-40B4-BE49-F238E27FC236}">
                <a16:creationId xmlns:a16="http://schemas.microsoft.com/office/drawing/2014/main" id="{12F4881E-34BF-483A-B8AC-B03CF93C6D96}"/>
              </a:ext>
            </a:extLst>
          </p:cNvPr>
          <p:cNvSpPr/>
          <p:nvPr/>
        </p:nvSpPr>
        <p:spPr>
          <a:xfrm>
            <a:off x="4900884" y="5445224"/>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6" name="타원 118">
            <a:extLst>
              <a:ext uri="{FF2B5EF4-FFF2-40B4-BE49-F238E27FC236}">
                <a16:creationId xmlns:a16="http://schemas.microsoft.com/office/drawing/2014/main" id="{89BC3294-ED6A-466D-95D5-5BFA578EB737}"/>
              </a:ext>
            </a:extLst>
          </p:cNvPr>
          <p:cNvSpPr/>
          <p:nvPr/>
        </p:nvSpPr>
        <p:spPr>
          <a:xfrm>
            <a:off x="7415484" y="285296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7" name="타원 118">
            <a:extLst>
              <a:ext uri="{FF2B5EF4-FFF2-40B4-BE49-F238E27FC236}">
                <a16:creationId xmlns:a16="http://schemas.microsoft.com/office/drawing/2014/main" id="{264FE4E5-C545-4473-8728-8108D823BC93}"/>
              </a:ext>
            </a:extLst>
          </p:cNvPr>
          <p:cNvSpPr/>
          <p:nvPr/>
        </p:nvSpPr>
        <p:spPr>
          <a:xfrm>
            <a:off x="7415484" y="4725144"/>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53" name="타원 118">
            <a:extLst>
              <a:ext uri="{FF2B5EF4-FFF2-40B4-BE49-F238E27FC236}">
                <a16:creationId xmlns:a16="http://schemas.microsoft.com/office/drawing/2014/main" id="{8268A264-7D13-4411-8751-7472511A8EB7}"/>
              </a:ext>
            </a:extLst>
          </p:cNvPr>
          <p:cNvSpPr/>
          <p:nvPr/>
        </p:nvSpPr>
        <p:spPr>
          <a:xfrm>
            <a:off x="2689474" y="1945435"/>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55" name="타원 118">
            <a:extLst>
              <a:ext uri="{FF2B5EF4-FFF2-40B4-BE49-F238E27FC236}">
                <a16:creationId xmlns:a16="http://schemas.microsoft.com/office/drawing/2014/main" id="{C7BE047A-B1C7-4D2A-A8AB-9063F0C94BD5}"/>
              </a:ext>
            </a:extLst>
          </p:cNvPr>
          <p:cNvSpPr/>
          <p:nvPr/>
        </p:nvSpPr>
        <p:spPr>
          <a:xfrm>
            <a:off x="2689474" y="3906210"/>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56" name="타원 118">
            <a:extLst>
              <a:ext uri="{FF2B5EF4-FFF2-40B4-BE49-F238E27FC236}">
                <a16:creationId xmlns:a16="http://schemas.microsoft.com/office/drawing/2014/main" id="{C4B0634A-2A65-42BF-9BF4-9172498ACFAA}"/>
              </a:ext>
            </a:extLst>
          </p:cNvPr>
          <p:cNvSpPr/>
          <p:nvPr/>
        </p:nvSpPr>
        <p:spPr>
          <a:xfrm>
            <a:off x="5215858" y="1153584"/>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57" name="타원 118">
            <a:extLst>
              <a:ext uri="{FF2B5EF4-FFF2-40B4-BE49-F238E27FC236}">
                <a16:creationId xmlns:a16="http://schemas.microsoft.com/office/drawing/2014/main" id="{BC56B4A3-D810-4824-9AA1-077B3F2A0A01}"/>
              </a:ext>
            </a:extLst>
          </p:cNvPr>
          <p:cNvSpPr/>
          <p:nvPr/>
        </p:nvSpPr>
        <p:spPr>
          <a:xfrm>
            <a:off x="5215858" y="3397163"/>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Tree>
    <p:extLst>
      <p:ext uri="{BB962C8B-B14F-4D97-AF65-F5344CB8AC3E}">
        <p14:creationId xmlns:p14="http://schemas.microsoft.com/office/powerpoint/2010/main" val="825774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 name="표 103">
            <a:extLst>
              <a:ext uri="{FF2B5EF4-FFF2-40B4-BE49-F238E27FC236}">
                <a16:creationId xmlns:a16="http://schemas.microsoft.com/office/drawing/2014/main" id="{5ECBE90A-3E43-4B22-A23E-74563FDEF54B}"/>
              </a:ext>
            </a:extLst>
          </p:cNvPr>
          <p:cNvGraphicFramePr>
            <a:graphicFrameLocks noGrp="1"/>
          </p:cNvGraphicFramePr>
          <p:nvPr>
            <p:extLst>
              <p:ext uri="{D42A27DB-BD31-4B8C-83A1-F6EECF244321}">
                <p14:modId xmlns:p14="http://schemas.microsoft.com/office/powerpoint/2010/main" val="1758858344"/>
              </p:ext>
            </p:extLst>
          </p:nvPr>
        </p:nvGraphicFramePr>
        <p:xfrm>
          <a:off x="7791532" y="556096"/>
          <a:ext cx="2046688" cy="4384148"/>
        </p:xfrm>
        <a:graphic>
          <a:graphicData uri="http://schemas.openxmlformats.org/drawingml/2006/table">
            <a:tbl>
              <a:tblPr/>
              <a:tblGrid>
                <a:gridCol w="216846">
                  <a:extLst>
                    <a:ext uri="{9D8B030D-6E8A-4147-A177-3AD203B41FA5}">
                      <a16:colId xmlns:a16="http://schemas.microsoft.com/office/drawing/2014/main" val="877983187"/>
                    </a:ext>
                  </a:extLst>
                </a:gridCol>
                <a:gridCol w="1829842">
                  <a:extLst>
                    <a:ext uri="{9D8B030D-6E8A-4147-A177-3AD203B41FA5}">
                      <a16:colId xmlns:a16="http://schemas.microsoft.com/office/drawing/2014/main" val="3543648088"/>
                    </a:ext>
                  </a:extLst>
                </a:gridCol>
              </a:tblGrid>
              <a:tr h="264331">
                <a:tc gridSpan="2">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mn-ea"/>
                          <a:ea typeface="+mn-ea"/>
                        </a:rPr>
                        <a:t>Description</a:t>
                      </a:r>
                      <a:endParaRPr kumimoji="1" lang="ko-KR" altLang="en-US" sz="700" b="1"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40511496"/>
                  </a:ext>
                </a:extLst>
              </a:tr>
              <a:tr h="252000">
                <a:tc gridSpan="2">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latinLnBrk="1"/>
                      <a:endParaRPr lang="ko-KR" altLang="en-US"/>
                    </a:p>
                  </a:txBody>
                  <a:tcPr/>
                </a:tc>
                <a:extLst>
                  <a:ext uri="{0D108BD9-81ED-4DB2-BD59-A6C34878D82A}">
                    <a16:rowId xmlns:a16="http://schemas.microsoft.com/office/drawing/2014/main" val="566744085"/>
                  </a:ext>
                </a:extLst>
              </a:tr>
              <a:tr h="252000">
                <a:tc>
                  <a:txBody>
                    <a:bodyPr/>
                    <a:lstStyle/>
                    <a:p>
                      <a:pPr algn="ctr"/>
                      <a:r>
                        <a:rPr lang="en-US" altLang="ko-KR" sz="700" dirty="0"/>
                        <a:t>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defRPr/>
                      </a:pP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각 예약상태에 있는 예약정보 노출</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터치 시 링크가 있는 위치에 무관하게 현재상태의 예약내역으로 이동</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예</a:t>
                      </a: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결제완료가 된 상태이면 예약접수에 있는 링크를 누르더라도 결제완료 된 예약내역화면으로 이동</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54734413"/>
                  </a:ext>
                </a:extLst>
              </a:tr>
              <a:tr h="317241">
                <a:tc>
                  <a:txBody>
                    <a:bodyPr/>
                    <a:lstStyle/>
                    <a:p>
                      <a:pPr algn="ctr"/>
                      <a:r>
                        <a:rPr lang="en-US" altLang="ko-KR" sz="700" dirty="0"/>
                        <a:t>2</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600405226"/>
                  </a:ext>
                </a:extLst>
              </a:tr>
              <a:tr h="252000">
                <a:tc>
                  <a:txBody>
                    <a:bodyPr/>
                    <a:lstStyle/>
                    <a:p>
                      <a:pPr algn="ctr"/>
                      <a:r>
                        <a:rPr lang="en-US" altLang="ko-KR" sz="700" dirty="0"/>
                        <a:t>3</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575881690"/>
                  </a:ext>
                </a:extLst>
              </a:tr>
              <a:tr h="252000">
                <a:tc>
                  <a:txBody>
                    <a:bodyPr/>
                    <a:lstStyle/>
                    <a:p>
                      <a:pPr algn="ctr"/>
                      <a:r>
                        <a:rPr lang="en-US" altLang="ko-KR" sz="700" dirty="0"/>
                        <a:t>4</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929205908"/>
                  </a:ext>
                </a:extLst>
              </a:tr>
              <a:tr h="252000">
                <a:tc>
                  <a:txBody>
                    <a:bodyPr/>
                    <a:lstStyle/>
                    <a:p>
                      <a:pPr algn="ctr"/>
                      <a:r>
                        <a:rPr lang="en-US" altLang="ko-KR" sz="700" dirty="0"/>
                        <a:t>5</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174393987"/>
                  </a:ext>
                </a:extLst>
              </a:tr>
              <a:tr h="252000">
                <a:tc>
                  <a:txBody>
                    <a:bodyPr/>
                    <a:lstStyle/>
                    <a:p>
                      <a:pPr algn="ctr"/>
                      <a:r>
                        <a:rPr lang="en-US" altLang="ko-KR" sz="700" dirty="0"/>
                        <a:t>6</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986106794"/>
                  </a:ext>
                </a:extLst>
              </a:tr>
              <a:tr h="252000">
                <a:tc>
                  <a:txBody>
                    <a:bodyPr/>
                    <a:lstStyle/>
                    <a:p>
                      <a:pPr algn="ctr"/>
                      <a:r>
                        <a:rPr lang="en-US" altLang="ko-KR" sz="700" dirty="0"/>
                        <a:t>7</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382451967"/>
                  </a:ext>
                </a:extLst>
              </a:tr>
              <a:tr h="252000">
                <a:tc>
                  <a:txBody>
                    <a:bodyPr/>
                    <a:lstStyle/>
                    <a:p>
                      <a:pPr algn="ctr"/>
                      <a:r>
                        <a:rPr lang="en-US" altLang="ko-KR" sz="700" dirty="0"/>
                        <a:t>8</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801369225"/>
                  </a:ext>
                </a:extLst>
              </a:tr>
              <a:tr h="252000">
                <a:tc>
                  <a:txBody>
                    <a:bodyPr/>
                    <a:lstStyle/>
                    <a:p>
                      <a:pPr algn="ctr"/>
                      <a:r>
                        <a:rPr lang="en-US" altLang="ko-KR" sz="700" dirty="0"/>
                        <a:t>9</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87350180"/>
                  </a:ext>
                </a:extLst>
              </a:tr>
              <a:tr h="252000">
                <a:tc>
                  <a:txBody>
                    <a:bodyPr/>
                    <a:lstStyle/>
                    <a:p>
                      <a:pPr algn="ctr"/>
                      <a:r>
                        <a:rPr lang="en-US" altLang="ko-KR" sz="700" dirty="0"/>
                        <a:t>10</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893561366"/>
                  </a:ext>
                </a:extLst>
              </a:tr>
              <a:tr h="252000">
                <a:tc>
                  <a:txBody>
                    <a:bodyPr/>
                    <a:lstStyle/>
                    <a:p>
                      <a:pPr algn="ctr"/>
                      <a:r>
                        <a:rPr lang="en-US" altLang="ko-KR" sz="700" dirty="0"/>
                        <a:t>11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120464130"/>
                  </a:ext>
                </a:extLst>
              </a:tr>
              <a:tr h="257465">
                <a:tc gridSpan="2">
                  <a:txBody>
                    <a:bodyPr/>
                    <a:lstStyle/>
                    <a:p>
                      <a:pPr algn="ctr"/>
                      <a:endParaRPr lang="ko-KR" altLang="en-US" sz="700" b="1"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827257165"/>
                  </a:ext>
                </a:extLst>
              </a:tr>
              <a:tr h="257465">
                <a:tc gridSpan="2">
                  <a:txBody>
                    <a:bodyPr/>
                    <a:lstStyle/>
                    <a:p>
                      <a:endParaRPr lang="en-US" altLang="ko-KR"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32757063"/>
                  </a:ext>
                </a:extLst>
              </a:tr>
            </a:tbl>
          </a:graphicData>
        </a:graphic>
      </p:graphicFrame>
      <p:sp>
        <p:nvSpPr>
          <p:cNvPr id="2" name="텍스트 개체 틀 1">
            <a:extLst>
              <a:ext uri="{FF2B5EF4-FFF2-40B4-BE49-F238E27FC236}">
                <a16:creationId xmlns:a16="http://schemas.microsoft.com/office/drawing/2014/main" id="{6352FB64-C8C6-4D72-B120-BC94F211760C}"/>
              </a:ext>
            </a:extLst>
          </p:cNvPr>
          <p:cNvSpPr>
            <a:spLocks noGrp="1"/>
          </p:cNvSpPr>
          <p:nvPr>
            <p:ph type="body" sz="quarter" idx="10"/>
          </p:nvPr>
        </p:nvSpPr>
        <p:spPr/>
        <p:txBody>
          <a:bodyPr/>
          <a:lstStyle/>
          <a:p>
            <a:r>
              <a:rPr lang="en-US" altLang="ko-KR" dirty="0"/>
              <a:t>CUBE_</a:t>
            </a:r>
            <a:r>
              <a:rPr lang="ko-KR" altLang="en-US" dirty="0"/>
              <a:t>예약관리 </a:t>
            </a:r>
            <a:endParaRPr lang="en-US" altLang="ko-KR" dirty="0"/>
          </a:p>
        </p:txBody>
      </p:sp>
      <p:sp>
        <p:nvSpPr>
          <p:cNvPr id="7" name="텍스트 개체 틀 6">
            <a:extLst>
              <a:ext uri="{FF2B5EF4-FFF2-40B4-BE49-F238E27FC236}">
                <a16:creationId xmlns:a16="http://schemas.microsoft.com/office/drawing/2014/main" id="{144A212D-8A3F-4CB1-8C81-FD2FB266E275}"/>
              </a:ext>
            </a:extLst>
          </p:cNvPr>
          <p:cNvSpPr>
            <a:spLocks noGrp="1"/>
          </p:cNvSpPr>
          <p:nvPr>
            <p:ph type="body" sz="quarter" idx="11"/>
          </p:nvPr>
        </p:nvSpPr>
        <p:spPr/>
        <p:txBody>
          <a:bodyPr/>
          <a:lstStyle/>
          <a:p>
            <a:r>
              <a:rPr lang="en-US" altLang="ko-KR" dirty="0" err="1"/>
              <a:t>DE_SL_CU_303</a:t>
            </a:r>
            <a:r>
              <a:rPr lang="en-US" altLang="ko-KR" dirty="0"/>
              <a:t> </a:t>
            </a:r>
            <a:endParaRPr lang="ko-KR" altLang="en-US" dirty="0"/>
          </a:p>
        </p:txBody>
      </p:sp>
      <p:grpSp>
        <p:nvGrpSpPr>
          <p:cNvPr id="111" name="그룹 110">
            <a:extLst>
              <a:ext uri="{FF2B5EF4-FFF2-40B4-BE49-F238E27FC236}">
                <a16:creationId xmlns:a16="http://schemas.microsoft.com/office/drawing/2014/main" id="{FDFBD2F9-21BB-4406-8205-41534C77528F}"/>
              </a:ext>
            </a:extLst>
          </p:cNvPr>
          <p:cNvGrpSpPr/>
          <p:nvPr/>
        </p:nvGrpSpPr>
        <p:grpSpPr>
          <a:xfrm>
            <a:off x="313135" y="1124744"/>
            <a:ext cx="2289772" cy="2392999"/>
            <a:chOff x="2825373" y="2132856"/>
            <a:chExt cx="2289772" cy="2392999"/>
          </a:xfrm>
        </p:grpSpPr>
        <p:sp>
          <p:nvSpPr>
            <p:cNvPr id="112" name="TextBox 111">
              <a:extLst>
                <a:ext uri="{FF2B5EF4-FFF2-40B4-BE49-F238E27FC236}">
                  <a16:creationId xmlns:a16="http://schemas.microsoft.com/office/drawing/2014/main" id="{23A9885D-AD2E-4726-885D-98E58C1F9C96}"/>
                </a:ext>
              </a:extLst>
            </p:cNvPr>
            <p:cNvSpPr txBox="1"/>
            <p:nvPr/>
          </p:nvSpPr>
          <p:spPr>
            <a:xfrm>
              <a:off x="2864768" y="2419940"/>
              <a:ext cx="2250377" cy="1908215"/>
            </a:xfrm>
            <a:prstGeom prst="rect">
              <a:avLst/>
            </a:prstGeom>
            <a:noFill/>
          </p:spPr>
          <p:txBody>
            <a:bodyPr wrap="square" rtlCol="0">
              <a:spAutoFit/>
            </a:bodyPr>
            <a:lstStyle/>
            <a:p>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예약이 정상 접수 되었어요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담당자 확인 후 </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24</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시간 이내에 전화 드릴게요</a:t>
              </a:r>
              <a:r>
                <a:rPr lang="en-US" altLang="ko-KR" sz="700" dirty="0">
                  <a:solidFill>
                    <a:srgbClr val="C00000"/>
                  </a:solidFill>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endParaRPr lang="en-US" altLang="ko-KR" sz="7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marL="84138" indent="-84138">
                <a:buFont typeface="Arial" panose="020B0604020202020204" pitchFamily="34" charset="0"/>
                <a:buChar char="•"/>
              </a:pP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예약번호</a:t>
              </a:r>
              <a:b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br>
              <a:r>
                <a:rPr lang="en-US" altLang="ko-KR" sz="800" dirty="0" err="1">
                  <a:latin typeface="Malgun Gothic Semilight" panose="020B0502040204020203" pitchFamily="50" charset="-127"/>
                  <a:ea typeface="Malgun Gothic Semilight" panose="020B0502040204020203" pitchFamily="50" charset="-127"/>
                  <a:cs typeface="Malgun Gothic Semilight" panose="020B0502040204020203" pitchFamily="50" charset="-127"/>
                </a:rPr>
                <a:t>RP00000000</a:t>
              </a:r>
              <a:endPar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marL="84138" indent="-84138">
                <a:buFont typeface="Arial" panose="020B0604020202020204" pitchFamily="34" charset="0"/>
                <a:buChar char="•"/>
              </a:pPr>
              <a:endPar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marL="84138" indent="-84138">
                <a:buFont typeface="Arial" panose="020B0604020202020204" pitchFamily="34" charset="0"/>
                <a:buChar char="•"/>
              </a:pP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상품명 </a:t>
              </a:r>
              <a:b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b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상품명이 노출되는 영역입니다</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pPr marL="84138" indent="-84138">
                <a:buFont typeface="Arial" panose="020B0604020202020204" pitchFamily="34" charset="0"/>
                <a:buChar char="•"/>
              </a:pPr>
              <a:endPar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marL="84138" indent="-84138">
                <a:buFont typeface="Arial" panose="020B0604020202020204" pitchFamily="34" charset="0"/>
                <a:buChar char="•"/>
              </a:pP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예약일 </a:t>
              </a:r>
              <a:b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b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2019.10.20</a:t>
              </a:r>
            </a:p>
            <a:p>
              <a:pPr marL="84138" indent="-84138">
                <a:buFont typeface="Arial" panose="020B0604020202020204" pitchFamily="34" charset="0"/>
                <a:buChar char="•"/>
              </a:pPr>
              <a:endPar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marL="84138" indent="-84138">
                <a:buFont typeface="Arial" panose="020B0604020202020204" pitchFamily="34" charset="0"/>
                <a:buChar char="•"/>
              </a:pP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인원</a:t>
              </a:r>
              <a:b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b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성인</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(00),</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아동</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(00), </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유아</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(00) </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총 </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00</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명</a:t>
              </a:r>
              <a:endPar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endParaRPr lang="ko-KR" altLang="en-US" sz="7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p:txBody>
        </p:sp>
        <p:sp>
          <p:nvSpPr>
            <p:cNvPr id="113" name="사각형: 둥근 모서리 112">
              <a:extLst>
                <a:ext uri="{FF2B5EF4-FFF2-40B4-BE49-F238E27FC236}">
                  <a16:creationId xmlns:a16="http://schemas.microsoft.com/office/drawing/2014/main" id="{0C32218E-E779-4A1E-A294-C77FA54C8E14}"/>
                </a:ext>
              </a:extLst>
            </p:cNvPr>
            <p:cNvSpPr/>
            <p:nvPr/>
          </p:nvSpPr>
          <p:spPr>
            <a:xfrm>
              <a:off x="4232920" y="4236534"/>
              <a:ext cx="767176" cy="199819"/>
            </a:xfrm>
            <a:prstGeom prst="roundRect">
              <a:avLst/>
            </a:prstGeom>
            <a:solidFill>
              <a:schemeClr val="tx1">
                <a:lumMod val="50000"/>
                <a:lumOff val="50000"/>
              </a:schemeClr>
            </a:solidFill>
            <a:ln w="3175" algn="ctr">
              <a:solidFill>
                <a:schemeClr val="bg1">
                  <a:lumMod val="50000"/>
                </a:schemeClr>
              </a:solidFill>
              <a:round/>
              <a:headEnd/>
              <a:tailEnd/>
            </a:ln>
          </p:spPr>
          <p:txBody>
            <a:bodyPr wrap="none" lIns="80788" tIns="40395" rIns="80788" bIns="40395" rtlCol="0" anchor="ctr"/>
            <a:lstStyle/>
            <a:p>
              <a:pPr marL="0" marR="0" lvl="0" indent="0" defTabSz="822974" rtl="0" eaLnBrk="1" fontAlgn="base" latinLnBrk="0" hangingPunct="1">
                <a:lnSpc>
                  <a:spcPct val="100000"/>
                </a:lnSpc>
                <a:spcBef>
                  <a:spcPct val="0"/>
                </a:spcBef>
                <a:spcAft>
                  <a:spcPct val="0"/>
                </a:spcAft>
                <a:buClrTx/>
                <a:buSzTx/>
                <a:buFontTx/>
                <a:buNone/>
                <a:tabLst/>
                <a:defRPr/>
              </a:pPr>
              <a:r>
                <a:rPr kumimoji="1" lang="ko-KR" altLang="en-US" sz="700" b="0" i="0" u="none" strike="noStrike" kern="0" cap="none" spc="0" normalizeH="0" baseline="0" noProof="0" dirty="0">
                  <a:ln>
                    <a:noFill/>
                  </a:ln>
                  <a:solidFill>
                    <a:schemeClr val="bg1"/>
                  </a:solidFill>
                  <a:effectLst/>
                  <a:uLnTx/>
                  <a:uFillTx/>
                  <a:latin typeface="+mn-ea"/>
                  <a:cs typeface="+mn-cs"/>
                </a:rPr>
                <a:t>예약내역보기 </a:t>
              </a:r>
              <a:r>
                <a:rPr kumimoji="1" lang="en-US" altLang="ko-KR" sz="700" b="0" i="0" u="none" strike="noStrike" kern="0" cap="none" spc="0" normalizeH="0" baseline="0" noProof="0" dirty="0">
                  <a:ln>
                    <a:noFill/>
                  </a:ln>
                  <a:solidFill>
                    <a:schemeClr val="bg1"/>
                  </a:solidFill>
                  <a:effectLst/>
                  <a:uLnTx/>
                  <a:uFillTx/>
                  <a:latin typeface="+mn-ea"/>
                  <a:cs typeface="+mn-cs"/>
                </a:rPr>
                <a:t>&gt; </a:t>
              </a:r>
              <a:endParaRPr kumimoji="1" lang="ko-KR" altLang="en-US" sz="700" b="0" i="0" u="none" strike="noStrike" kern="0" cap="none" spc="0" normalizeH="0" baseline="0" noProof="0" dirty="0">
                <a:ln>
                  <a:noFill/>
                </a:ln>
                <a:solidFill>
                  <a:schemeClr val="bg1"/>
                </a:solidFill>
                <a:effectLst/>
                <a:uLnTx/>
                <a:uFillTx/>
                <a:latin typeface="+mn-ea"/>
                <a:cs typeface="+mn-cs"/>
              </a:endParaRPr>
            </a:p>
          </p:txBody>
        </p:sp>
        <p:cxnSp>
          <p:nvCxnSpPr>
            <p:cNvPr id="114" name="직선 연결선 113">
              <a:extLst>
                <a:ext uri="{FF2B5EF4-FFF2-40B4-BE49-F238E27FC236}">
                  <a16:creationId xmlns:a16="http://schemas.microsoft.com/office/drawing/2014/main" id="{B83B8954-37AD-47D4-88C3-3655162802EF}"/>
                </a:ext>
              </a:extLst>
            </p:cNvPr>
            <p:cNvCxnSpPr/>
            <p:nvPr/>
          </p:nvCxnSpPr>
          <p:spPr>
            <a:xfrm>
              <a:off x="2825373" y="4525855"/>
              <a:ext cx="2289600" cy="0"/>
            </a:xfrm>
            <a:prstGeom prst="line">
              <a:avLst/>
            </a:prstGeom>
            <a:noFill/>
            <a:ln>
              <a:solidFill>
                <a:schemeClr val="bg1">
                  <a:lumMod val="75000"/>
                </a:schemeClr>
              </a:solidFill>
            </a:ln>
          </p:spPr>
        </p:cxnSp>
        <p:sp>
          <p:nvSpPr>
            <p:cNvPr id="115" name="직사각형 114">
              <a:extLst>
                <a:ext uri="{FF2B5EF4-FFF2-40B4-BE49-F238E27FC236}">
                  <a16:creationId xmlns:a16="http://schemas.microsoft.com/office/drawing/2014/main" id="{3E45FB66-A952-4070-BE51-34708C4A55F3}"/>
                </a:ext>
              </a:extLst>
            </p:cNvPr>
            <p:cNvSpPr/>
            <p:nvPr/>
          </p:nvSpPr>
          <p:spPr>
            <a:xfrm>
              <a:off x="2863049" y="2132856"/>
              <a:ext cx="793807" cy="246221"/>
            </a:xfrm>
            <a:prstGeom prst="rect">
              <a:avLst/>
            </a:prstGeom>
          </p:spPr>
          <p:txBody>
            <a:bodyPr wrap="none">
              <a:spAutoFit/>
            </a:bodyPr>
            <a:lstStyle/>
            <a:p>
              <a:r>
                <a:rPr lang="en-US" altLang="ko-KR" sz="1000" b="1" dirty="0">
                  <a:latin typeface="나눔고딕" panose="020D0604000000000000" pitchFamily="50" charset="-127"/>
                  <a:ea typeface="나눔고딕" panose="020D0604000000000000" pitchFamily="50" charset="-127"/>
                </a:rPr>
                <a:t>[</a:t>
              </a:r>
              <a:r>
                <a:rPr lang="ko-KR" altLang="en-US" sz="1000" b="1" dirty="0">
                  <a:latin typeface="나눔고딕" panose="020D0604000000000000" pitchFamily="50" charset="-127"/>
                  <a:ea typeface="나눔고딕" panose="020D0604000000000000" pitchFamily="50" charset="-127"/>
                </a:rPr>
                <a:t>예약접수</a:t>
              </a:r>
              <a:r>
                <a:rPr lang="en-US" altLang="ko-KR" sz="1000" b="1" dirty="0">
                  <a:latin typeface="나눔고딕" panose="020D0604000000000000" pitchFamily="50" charset="-127"/>
                  <a:ea typeface="나눔고딕" panose="020D0604000000000000" pitchFamily="50" charset="-127"/>
                </a:rPr>
                <a:t>] </a:t>
              </a:r>
              <a:endParaRPr lang="ko-KR" altLang="en-US" sz="1000" dirty="0"/>
            </a:p>
          </p:txBody>
        </p:sp>
      </p:grpSp>
      <p:sp>
        <p:nvSpPr>
          <p:cNvPr id="116" name="설명선: 아래쪽 화살표 90">
            <a:extLst>
              <a:ext uri="{FF2B5EF4-FFF2-40B4-BE49-F238E27FC236}">
                <a16:creationId xmlns:a16="http://schemas.microsoft.com/office/drawing/2014/main" id="{475FFAF2-2BE3-403D-9C34-AFFC2765FD65}"/>
              </a:ext>
            </a:extLst>
          </p:cNvPr>
          <p:cNvSpPr/>
          <p:nvPr/>
        </p:nvSpPr>
        <p:spPr>
          <a:xfrm>
            <a:off x="324079" y="690545"/>
            <a:ext cx="2253747" cy="351427"/>
          </a:xfrm>
          <a:prstGeom prst="upArrowCallout">
            <a:avLst>
              <a:gd name="adj1" fmla="val 50000"/>
              <a:gd name="adj2" fmla="val 320656"/>
              <a:gd name="adj3" fmla="val 25000"/>
              <a:gd name="adj4" fmla="val 75000"/>
            </a:avLst>
          </a:prstGeom>
          <a:solidFill>
            <a:schemeClr val="bg1">
              <a:lumMod val="5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a:solidFill>
                  <a:schemeClr val="bg1"/>
                </a:solidFill>
              </a:rPr>
              <a:t>이전 화면에서</a:t>
            </a:r>
            <a:r>
              <a:rPr lang="en-US" altLang="ko-KR" sz="800" b="1" dirty="0">
                <a:solidFill>
                  <a:schemeClr val="bg1"/>
                </a:solidFill>
              </a:rPr>
              <a:t> </a:t>
            </a:r>
            <a:r>
              <a:rPr lang="ko-KR" altLang="en-US" sz="800" b="1" dirty="0">
                <a:solidFill>
                  <a:schemeClr val="bg1"/>
                </a:solidFill>
              </a:rPr>
              <a:t>이어짐</a:t>
            </a:r>
          </a:p>
        </p:txBody>
      </p:sp>
      <p:grpSp>
        <p:nvGrpSpPr>
          <p:cNvPr id="8" name="그룹 7">
            <a:extLst>
              <a:ext uri="{FF2B5EF4-FFF2-40B4-BE49-F238E27FC236}">
                <a16:creationId xmlns:a16="http://schemas.microsoft.com/office/drawing/2014/main" id="{BAA01431-DA09-4F7F-9299-995E7B8887FB}"/>
              </a:ext>
            </a:extLst>
          </p:cNvPr>
          <p:cNvGrpSpPr/>
          <p:nvPr/>
        </p:nvGrpSpPr>
        <p:grpSpPr>
          <a:xfrm>
            <a:off x="293599" y="4977573"/>
            <a:ext cx="1094028" cy="1090118"/>
            <a:chOff x="2820157" y="4977573"/>
            <a:chExt cx="1094028" cy="1090118"/>
          </a:xfrm>
        </p:grpSpPr>
        <p:grpSp>
          <p:nvGrpSpPr>
            <p:cNvPr id="117" name="그룹 116">
              <a:extLst>
                <a:ext uri="{FF2B5EF4-FFF2-40B4-BE49-F238E27FC236}">
                  <a16:creationId xmlns:a16="http://schemas.microsoft.com/office/drawing/2014/main" id="{C4E88A4A-2591-4657-A6BA-4D08FFE38E2C}"/>
                </a:ext>
              </a:extLst>
            </p:cNvPr>
            <p:cNvGrpSpPr/>
            <p:nvPr/>
          </p:nvGrpSpPr>
          <p:grpSpPr>
            <a:xfrm>
              <a:off x="2820157" y="4977573"/>
              <a:ext cx="1094028" cy="1090118"/>
              <a:chOff x="2820157" y="4977573"/>
              <a:chExt cx="1094028" cy="1090118"/>
            </a:xfrm>
          </p:grpSpPr>
          <p:sp>
            <p:nvSpPr>
              <p:cNvPr id="118" name="자유형 73">
                <a:extLst>
                  <a:ext uri="{FF2B5EF4-FFF2-40B4-BE49-F238E27FC236}">
                    <a16:creationId xmlns:a16="http://schemas.microsoft.com/office/drawing/2014/main" id="{8E2B02A6-7911-4861-957B-656716EE104F}"/>
                  </a:ext>
                </a:extLst>
              </p:cNvPr>
              <p:cNvSpPr/>
              <p:nvPr/>
            </p:nvSpPr>
            <p:spPr>
              <a:xfrm>
                <a:off x="2820157" y="4977573"/>
                <a:ext cx="1094028" cy="1090118"/>
              </a:xfrm>
              <a:custGeom>
                <a:avLst/>
                <a:gdLst>
                  <a:gd name="connsiteX0" fmla="*/ 123151 w 997872"/>
                  <a:gd name="connsiteY0" fmla="*/ 0 h 994306"/>
                  <a:gd name="connsiteX1" fmla="*/ 997872 w 997872"/>
                  <a:gd name="connsiteY1" fmla="*/ 874721 h 994306"/>
                  <a:gd name="connsiteX2" fmla="*/ 993356 w 997872"/>
                  <a:gd name="connsiteY2" fmla="*/ 964156 h 994306"/>
                  <a:gd name="connsiteX3" fmla="*/ 988755 w 997872"/>
                  <a:gd name="connsiteY3" fmla="*/ 994306 h 994306"/>
                  <a:gd name="connsiteX4" fmla="*/ 507101 w 997872"/>
                  <a:gd name="connsiteY4" fmla="*/ 994306 h 994306"/>
                  <a:gd name="connsiteX5" fmla="*/ 507088 w 997872"/>
                  <a:gd name="connsiteY5" fmla="*/ 994306 h 994306"/>
                  <a:gd name="connsiteX6" fmla="*/ 507075 w 997872"/>
                  <a:gd name="connsiteY6" fmla="*/ 994306 h 994306"/>
                  <a:gd name="connsiteX7" fmla="*/ 0 w 997872"/>
                  <a:gd name="connsiteY7" fmla="*/ 994306 h 994306"/>
                  <a:gd name="connsiteX8" fmla="*/ 0 w 997872"/>
                  <a:gd name="connsiteY8" fmla="*/ 994305 h 994306"/>
                  <a:gd name="connsiteX9" fmla="*/ 0 w 997872"/>
                  <a:gd name="connsiteY9" fmla="*/ 509497 h 994306"/>
                  <a:gd name="connsiteX10" fmla="*/ 0 w 997872"/>
                  <a:gd name="connsiteY10" fmla="*/ 487221 h 994306"/>
                  <a:gd name="connsiteX11" fmla="*/ 0 w 997872"/>
                  <a:gd name="connsiteY11" fmla="*/ 9662 h 994306"/>
                  <a:gd name="connsiteX12" fmla="*/ 33716 w 997872"/>
                  <a:gd name="connsiteY12" fmla="*/ 4516 h 994306"/>
                  <a:gd name="connsiteX13" fmla="*/ 123151 w 997872"/>
                  <a:gd name="connsiteY13" fmla="*/ 0 h 994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7872" h="994306">
                    <a:moveTo>
                      <a:pt x="123151" y="0"/>
                    </a:moveTo>
                    <a:cubicBezTo>
                      <a:pt x="606246" y="0"/>
                      <a:pt x="997872" y="391626"/>
                      <a:pt x="997872" y="874721"/>
                    </a:cubicBezTo>
                    <a:cubicBezTo>
                      <a:pt x="997872" y="904915"/>
                      <a:pt x="996342" y="934751"/>
                      <a:pt x="993356" y="964156"/>
                    </a:cubicBezTo>
                    <a:lnTo>
                      <a:pt x="988755" y="994306"/>
                    </a:lnTo>
                    <a:lnTo>
                      <a:pt x="507101" y="994306"/>
                    </a:lnTo>
                    <a:lnTo>
                      <a:pt x="507088" y="994306"/>
                    </a:lnTo>
                    <a:lnTo>
                      <a:pt x="507075" y="994306"/>
                    </a:lnTo>
                    <a:lnTo>
                      <a:pt x="0" y="994306"/>
                    </a:lnTo>
                    <a:lnTo>
                      <a:pt x="0" y="994305"/>
                    </a:lnTo>
                    <a:lnTo>
                      <a:pt x="0" y="509497"/>
                    </a:lnTo>
                    <a:lnTo>
                      <a:pt x="0" y="487221"/>
                    </a:lnTo>
                    <a:lnTo>
                      <a:pt x="0" y="9662"/>
                    </a:lnTo>
                    <a:lnTo>
                      <a:pt x="33716" y="4516"/>
                    </a:lnTo>
                    <a:cubicBezTo>
                      <a:pt x="63122" y="1530"/>
                      <a:pt x="92958" y="0"/>
                      <a:pt x="123151" y="0"/>
                    </a:cubicBezTo>
                    <a:close/>
                  </a:path>
                </a:pathLst>
              </a:custGeom>
              <a:solidFill>
                <a:schemeClr val="bg1">
                  <a:lumMod val="95000"/>
                  <a:alpha val="87000"/>
                </a:schemeClr>
              </a:solidFill>
              <a:ln w="3175">
                <a:solidFill>
                  <a:schemeClr val="bg1">
                    <a:lumMod val="75000"/>
                  </a:schemeClr>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err="1">
                  <a:solidFill>
                    <a:schemeClr val="tx1"/>
                  </a:solidFill>
                </a:endParaRPr>
              </a:p>
            </p:txBody>
          </p:sp>
          <p:sp>
            <p:nvSpPr>
              <p:cNvPr id="119" name="타원 118">
                <a:extLst>
                  <a:ext uri="{FF2B5EF4-FFF2-40B4-BE49-F238E27FC236}">
                    <a16:creationId xmlns:a16="http://schemas.microsoft.com/office/drawing/2014/main" id="{614F7235-A888-403A-B5D0-85F20BF9F5BA}"/>
                  </a:ext>
                </a:extLst>
              </p:cNvPr>
              <p:cNvSpPr/>
              <p:nvPr/>
            </p:nvSpPr>
            <p:spPr>
              <a:xfrm>
                <a:off x="29748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a:solidFill>
                      <a:prstClr val="white"/>
                    </a:solidFill>
                  </a:rPr>
                  <a:t>X</a:t>
                </a:r>
                <a:endParaRPr lang="ko-KR" altLang="en-US" sz="800" dirty="0" err="1">
                  <a:solidFill>
                    <a:prstClr val="white"/>
                  </a:solidFill>
                </a:endParaRPr>
              </a:p>
            </p:txBody>
          </p:sp>
          <p:sp>
            <p:nvSpPr>
              <p:cNvPr id="120" name="타원 119">
                <a:extLst>
                  <a:ext uri="{FF2B5EF4-FFF2-40B4-BE49-F238E27FC236}">
                    <a16:creationId xmlns:a16="http://schemas.microsoft.com/office/drawing/2014/main" id="{C421342D-D9E5-4A68-B04D-9A8D5D13346D}"/>
                  </a:ext>
                </a:extLst>
              </p:cNvPr>
              <p:cNvSpPr/>
              <p:nvPr/>
            </p:nvSpPr>
            <p:spPr>
              <a:xfrm>
                <a:off x="2866903" y="5073403"/>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dirty="0">
                    <a:solidFill>
                      <a:prstClr val="white"/>
                    </a:solidFill>
                  </a:rPr>
                  <a:t>알림</a:t>
                </a:r>
              </a:p>
            </p:txBody>
          </p:sp>
          <p:sp>
            <p:nvSpPr>
              <p:cNvPr id="121" name="타원 120">
                <a:extLst>
                  <a:ext uri="{FF2B5EF4-FFF2-40B4-BE49-F238E27FC236}">
                    <a16:creationId xmlns:a16="http://schemas.microsoft.com/office/drawing/2014/main" id="{9B126E04-5390-43A3-B792-26BF059DC6A1}"/>
                  </a:ext>
                </a:extLst>
              </p:cNvPr>
              <p:cNvSpPr/>
              <p:nvPr/>
            </p:nvSpPr>
            <p:spPr>
              <a:xfrm>
                <a:off x="3241635" y="5166619"/>
                <a:ext cx="248663" cy="248663"/>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dirty="0">
                    <a:solidFill>
                      <a:prstClr val="white"/>
                    </a:solidFill>
                  </a:rPr>
                  <a:t>예약관리</a:t>
                </a:r>
              </a:p>
            </p:txBody>
          </p:sp>
          <p:sp>
            <p:nvSpPr>
              <p:cNvPr id="122" name="타원 121">
                <a:extLst>
                  <a:ext uri="{FF2B5EF4-FFF2-40B4-BE49-F238E27FC236}">
                    <a16:creationId xmlns:a16="http://schemas.microsoft.com/office/drawing/2014/main" id="{DFCEA42C-A401-46CF-8EBD-F8C578F17666}"/>
                  </a:ext>
                </a:extLst>
              </p:cNvPr>
              <p:cNvSpPr/>
              <p:nvPr/>
            </p:nvSpPr>
            <p:spPr>
              <a:xfrm>
                <a:off x="3485033" y="544830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500" dirty="0">
                    <a:solidFill>
                      <a:prstClr val="white"/>
                    </a:solidFill>
                  </a:rPr>
                  <a:t>여권</a:t>
                </a:r>
                <a:r>
                  <a:rPr lang="en-US" altLang="ko-KR" sz="500" dirty="0">
                    <a:solidFill>
                      <a:prstClr val="white"/>
                    </a:solidFill>
                  </a:rPr>
                  <a:t>/</a:t>
                </a:r>
                <a:r>
                  <a:rPr lang="ko-KR" altLang="en-US" sz="500" dirty="0">
                    <a:solidFill>
                      <a:prstClr val="white"/>
                    </a:solidFill>
                  </a:rPr>
                  <a:t>계약서</a:t>
                </a:r>
              </a:p>
            </p:txBody>
          </p:sp>
          <p:sp>
            <p:nvSpPr>
              <p:cNvPr id="123" name="타원 122">
                <a:extLst>
                  <a:ext uri="{FF2B5EF4-FFF2-40B4-BE49-F238E27FC236}">
                    <a16:creationId xmlns:a16="http://schemas.microsoft.com/office/drawing/2014/main" id="{0B3207ED-62A3-4C06-9D9C-4D55052C699D}"/>
                  </a:ext>
                </a:extLst>
              </p:cNvPr>
              <p:cNvSpPr/>
              <p:nvPr/>
            </p:nvSpPr>
            <p:spPr>
              <a:xfrm>
                <a:off x="3538910" y="580834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a:solidFill>
                      <a:prstClr val="white"/>
                    </a:solidFill>
                  </a:rPr>
                  <a:t>전화</a:t>
                </a:r>
                <a:endParaRPr lang="ko-KR" altLang="en-US" sz="600" dirty="0" err="1">
                  <a:solidFill>
                    <a:prstClr val="white"/>
                  </a:solidFill>
                </a:endParaRPr>
              </a:p>
            </p:txBody>
          </p:sp>
        </p:grpSp>
        <p:sp>
          <p:nvSpPr>
            <p:cNvPr id="124" name="타원 123">
              <a:extLst>
                <a:ext uri="{FF2B5EF4-FFF2-40B4-BE49-F238E27FC236}">
                  <a16:creationId xmlns:a16="http://schemas.microsoft.com/office/drawing/2014/main" id="{6E93F14B-5B94-447C-948D-86F72FE197FE}"/>
                </a:ext>
              </a:extLst>
            </p:cNvPr>
            <p:cNvSpPr/>
            <p:nvPr/>
          </p:nvSpPr>
          <p:spPr>
            <a:xfrm>
              <a:off x="3458863" y="5195469"/>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grpSp>
      <p:sp>
        <p:nvSpPr>
          <p:cNvPr id="21" name="타원 118">
            <a:extLst>
              <a:ext uri="{FF2B5EF4-FFF2-40B4-BE49-F238E27FC236}">
                <a16:creationId xmlns:a16="http://schemas.microsoft.com/office/drawing/2014/main" id="{744CB611-0AC5-4907-BF17-C87AC872E55E}"/>
              </a:ext>
            </a:extLst>
          </p:cNvPr>
          <p:cNvSpPr/>
          <p:nvPr/>
        </p:nvSpPr>
        <p:spPr>
          <a:xfrm>
            <a:off x="2467009" y="3188750"/>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1-1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22" name="타원 118">
            <a:extLst>
              <a:ext uri="{FF2B5EF4-FFF2-40B4-BE49-F238E27FC236}">
                <a16:creationId xmlns:a16="http://schemas.microsoft.com/office/drawing/2014/main" id="{F3B2A370-CDB5-4D24-A1E1-B911F74409A2}"/>
              </a:ext>
            </a:extLst>
          </p:cNvPr>
          <p:cNvSpPr/>
          <p:nvPr/>
        </p:nvSpPr>
        <p:spPr>
          <a:xfrm>
            <a:off x="204576" y="1124744"/>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Tree>
    <p:extLst>
      <p:ext uri="{BB962C8B-B14F-4D97-AF65-F5344CB8AC3E}">
        <p14:creationId xmlns:p14="http://schemas.microsoft.com/office/powerpoint/2010/main" val="13816910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사각형: 둥근 모서리 35">
            <a:extLst>
              <a:ext uri="{FF2B5EF4-FFF2-40B4-BE49-F238E27FC236}">
                <a16:creationId xmlns:a16="http://schemas.microsoft.com/office/drawing/2014/main" id="{82F5675F-72A7-4C8D-BD7E-7994C7EF736A}"/>
              </a:ext>
            </a:extLst>
          </p:cNvPr>
          <p:cNvSpPr/>
          <p:nvPr/>
        </p:nvSpPr>
        <p:spPr>
          <a:xfrm>
            <a:off x="4232920" y="4869160"/>
            <a:ext cx="767176" cy="199819"/>
          </a:xfrm>
          <a:prstGeom prst="roundRect">
            <a:avLst/>
          </a:prstGeom>
          <a:solidFill>
            <a:schemeClr val="tx1">
              <a:lumMod val="50000"/>
              <a:lumOff val="50000"/>
            </a:schemeClr>
          </a:solidFill>
          <a:ln w="3175" algn="ctr">
            <a:solidFill>
              <a:schemeClr val="bg1">
                <a:lumMod val="50000"/>
              </a:schemeClr>
            </a:solidFill>
            <a:round/>
            <a:headEnd/>
            <a:tailEnd/>
          </a:ln>
        </p:spPr>
        <p:txBody>
          <a:bodyPr wrap="none" lIns="80788" tIns="40395" rIns="80788" bIns="40395" rtlCol="0" anchor="ctr"/>
          <a:lstStyle/>
          <a:p>
            <a:pPr marL="0" marR="0" lvl="0" indent="0" defTabSz="822974" rtl="0" eaLnBrk="1" fontAlgn="base" latinLnBrk="0" hangingPunct="1">
              <a:lnSpc>
                <a:spcPct val="100000"/>
              </a:lnSpc>
              <a:spcBef>
                <a:spcPct val="0"/>
              </a:spcBef>
              <a:spcAft>
                <a:spcPct val="0"/>
              </a:spcAft>
              <a:buClrTx/>
              <a:buSzTx/>
              <a:buFontTx/>
              <a:buNone/>
              <a:tabLst/>
              <a:defRPr/>
            </a:pPr>
            <a:r>
              <a:rPr kumimoji="1" lang="ko-KR" altLang="en-US" sz="700" b="0" i="0" u="none" strike="noStrike" kern="0" cap="none" spc="0" normalizeH="0" baseline="0" noProof="0">
                <a:ln>
                  <a:noFill/>
                </a:ln>
                <a:solidFill>
                  <a:schemeClr val="bg1"/>
                </a:solidFill>
                <a:effectLst/>
                <a:uLnTx/>
                <a:uFillTx/>
                <a:latin typeface="+mn-ea"/>
                <a:cs typeface="+mn-cs"/>
              </a:rPr>
              <a:t>여권사본등록 </a:t>
            </a:r>
            <a:r>
              <a:rPr kumimoji="1" lang="en-US" altLang="ko-KR" sz="700" b="0" i="0" u="none" strike="noStrike" kern="0" cap="none" spc="0" normalizeH="0" baseline="0" noProof="0" dirty="0">
                <a:ln>
                  <a:noFill/>
                </a:ln>
                <a:solidFill>
                  <a:schemeClr val="bg1"/>
                </a:solidFill>
                <a:effectLst/>
                <a:uLnTx/>
                <a:uFillTx/>
                <a:latin typeface="+mn-ea"/>
                <a:cs typeface="+mn-cs"/>
              </a:rPr>
              <a:t>&gt; </a:t>
            </a:r>
            <a:endParaRPr kumimoji="1" lang="ko-KR" altLang="en-US" sz="700" b="0" i="0" u="none" strike="noStrike" kern="0" cap="none" spc="0" normalizeH="0" baseline="0" noProof="0" dirty="0">
              <a:ln>
                <a:noFill/>
              </a:ln>
              <a:solidFill>
                <a:schemeClr val="bg1"/>
              </a:solidFill>
              <a:effectLst/>
              <a:uLnTx/>
              <a:uFillTx/>
              <a:latin typeface="+mn-ea"/>
              <a:cs typeface="+mn-cs"/>
            </a:endParaRPr>
          </a:p>
        </p:txBody>
      </p:sp>
      <p:cxnSp>
        <p:nvCxnSpPr>
          <p:cNvPr id="38" name="직선 연결선 37">
            <a:extLst>
              <a:ext uri="{FF2B5EF4-FFF2-40B4-BE49-F238E27FC236}">
                <a16:creationId xmlns:a16="http://schemas.microsoft.com/office/drawing/2014/main" id="{D0A53C2E-EC65-494E-9B42-EBF7856DD005}"/>
              </a:ext>
            </a:extLst>
          </p:cNvPr>
          <p:cNvCxnSpPr/>
          <p:nvPr/>
        </p:nvCxnSpPr>
        <p:spPr>
          <a:xfrm>
            <a:off x="2825373" y="5157192"/>
            <a:ext cx="2289600" cy="0"/>
          </a:xfrm>
          <a:prstGeom prst="line">
            <a:avLst/>
          </a:prstGeom>
          <a:noFill/>
          <a:ln>
            <a:solidFill>
              <a:schemeClr val="bg1">
                <a:lumMod val="75000"/>
              </a:schemeClr>
            </a:solidFill>
          </a:ln>
        </p:spPr>
      </p:cxnSp>
      <p:sp>
        <p:nvSpPr>
          <p:cNvPr id="181" name="사각형: 둥근 모서리 180">
            <a:extLst>
              <a:ext uri="{FF2B5EF4-FFF2-40B4-BE49-F238E27FC236}">
                <a16:creationId xmlns:a16="http://schemas.microsoft.com/office/drawing/2014/main" id="{1C20C3C8-B422-4356-BDD6-2FD3F31056E8}"/>
              </a:ext>
            </a:extLst>
          </p:cNvPr>
          <p:cNvSpPr/>
          <p:nvPr/>
        </p:nvSpPr>
        <p:spPr>
          <a:xfrm>
            <a:off x="499217" y="5588621"/>
            <a:ext cx="1995688" cy="364067"/>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0" bIns="0" rtlCol="0" anchor="ctr"/>
          <a:lstStyle/>
          <a:p>
            <a:pPr lvl="0" algn="ctr"/>
            <a:r>
              <a:rPr lang="ko-KR" altLang="en-US" sz="800" dirty="0">
                <a:solidFill>
                  <a:schemeClr val="tx1"/>
                </a:solidFill>
              </a:rPr>
              <a:t>홍길동님 여권 및 </a:t>
            </a:r>
            <a:r>
              <a:rPr lang="ko-KR" altLang="en-US" sz="800">
                <a:solidFill>
                  <a:schemeClr val="tx1"/>
                </a:solidFill>
              </a:rPr>
              <a:t>계약서를 확인해주세요</a:t>
            </a:r>
            <a:endParaRPr lang="en-US" altLang="ko-KR" sz="800" dirty="0">
              <a:solidFill>
                <a:schemeClr val="tx1"/>
              </a:solidFill>
            </a:endParaRPr>
          </a:p>
        </p:txBody>
      </p:sp>
      <p:sp>
        <p:nvSpPr>
          <p:cNvPr id="273" name="직사각형 272">
            <a:extLst>
              <a:ext uri="{FF2B5EF4-FFF2-40B4-BE49-F238E27FC236}">
                <a16:creationId xmlns:a16="http://schemas.microsoft.com/office/drawing/2014/main" id="{E37124A1-AEAF-4445-9C04-466F3F505F27}"/>
              </a:ext>
            </a:extLst>
          </p:cNvPr>
          <p:cNvSpPr/>
          <p:nvPr/>
        </p:nvSpPr>
        <p:spPr bwMode="auto">
          <a:xfrm>
            <a:off x="2823569" y="1061362"/>
            <a:ext cx="2289600" cy="270623"/>
          </a:xfrm>
          <a:prstGeom prst="rect">
            <a:avLst/>
          </a:prstGeom>
          <a:solidFill>
            <a:schemeClr val="bg1"/>
          </a:solidFill>
          <a:ln w="635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graphicFrame>
        <p:nvGraphicFramePr>
          <p:cNvPr id="104" name="표 103">
            <a:extLst>
              <a:ext uri="{FF2B5EF4-FFF2-40B4-BE49-F238E27FC236}">
                <a16:creationId xmlns:a16="http://schemas.microsoft.com/office/drawing/2014/main" id="{5ECBE90A-3E43-4B22-A23E-74563FDEF54B}"/>
              </a:ext>
            </a:extLst>
          </p:cNvPr>
          <p:cNvGraphicFramePr>
            <a:graphicFrameLocks noGrp="1"/>
          </p:cNvGraphicFramePr>
          <p:nvPr>
            <p:extLst>
              <p:ext uri="{D42A27DB-BD31-4B8C-83A1-F6EECF244321}">
                <p14:modId xmlns:p14="http://schemas.microsoft.com/office/powerpoint/2010/main" val="3994843052"/>
              </p:ext>
            </p:extLst>
          </p:nvPr>
        </p:nvGraphicFramePr>
        <p:xfrm>
          <a:off x="7791532" y="556096"/>
          <a:ext cx="2046688" cy="4345058"/>
        </p:xfrm>
        <a:graphic>
          <a:graphicData uri="http://schemas.openxmlformats.org/drawingml/2006/table">
            <a:tbl>
              <a:tblPr/>
              <a:tblGrid>
                <a:gridCol w="216846">
                  <a:extLst>
                    <a:ext uri="{9D8B030D-6E8A-4147-A177-3AD203B41FA5}">
                      <a16:colId xmlns:a16="http://schemas.microsoft.com/office/drawing/2014/main" val="877983187"/>
                    </a:ext>
                  </a:extLst>
                </a:gridCol>
                <a:gridCol w="1829842">
                  <a:extLst>
                    <a:ext uri="{9D8B030D-6E8A-4147-A177-3AD203B41FA5}">
                      <a16:colId xmlns:a16="http://schemas.microsoft.com/office/drawing/2014/main" val="3543648088"/>
                    </a:ext>
                  </a:extLst>
                </a:gridCol>
              </a:tblGrid>
              <a:tr h="264331">
                <a:tc gridSpan="2">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mn-ea"/>
                          <a:ea typeface="+mn-ea"/>
                        </a:rPr>
                        <a:t>Description</a:t>
                      </a:r>
                      <a:endParaRPr kumimoji="1" lang="ko-KR" altLang="en-US" sz="700" b="1"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40511496"/>
                  </a:ext>
                </a:extLst>
              </a:tr>
              <a:tr h="252000">
                <a:tc gridSpan="2">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latinLnBrk="1"/>
                      <a:endParaRPr lang="ko-KR" altLang="en-US"/>
                    </a:p>
                  </a:txBody>
                  <a:tcPr/>
                </a:tc>
                <a:extLst>
                  <a:ext uri="{0D108BD9-81ED-4DB2-BD59-A6C34878D82A}">
                    <a16:rowId xmlns:a16="http://schemas.microsoft.com/office/drawing/2014/main" val="566744085"/>
                  </a:ext>
                </a:extLst>
              </a:tr>
              <a:tr h="252000">
                <a:tc>
                  <a:txBody>
                    <a:bodyPr/>
                    <a:lstStyle/>
                    <a:p>
                      <a:pPr algn="ctr"/>
                      <a:r>
                        <a:rPr lang="en-US" altLang="ko-KR" sz="700" dirty="0"/>
                        <a:t>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54734413"/>
                  </a:ext>
                </a:extLst>
              </a:tr>
              <a:tr h="317241">
                <a:tc>
                  <a:txBody>
                    <a:bodyPr/>
                    <a:lstStyle/>
                    <a:p>
                      <a:pPr algn="ctr"/>
                      <a:r>
                        <a:rPr lang="en-US" altLang="ko-KR" sz="700" dirty="0"/>
                        <a:t>2</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defRPr/>
                      </a:pPr>
                      <a:r>
                        <a:rPr kumimoji="1" lang="en-US" altLang="ko-KR" sz="700" b="0" i="0" u="none" strike="noStrike" cap="none" normalizeH="0" baseline="0" dirty="0">
                          <a:ln>
                            <a:noFill/>
                          </a:ln>
                          <a:solidFill>
                            <a:schemeClr val="tx1"/>
                          </a:solidFill>
                          <a:effectLst/>
                          <a:latin typeface="+mn-ea"/>
                          <a:ea typeface="+mn-ea"/>
                        </a:rPr>
                        <a:t>Data(</a:t>
                      </a:r>
                      <a:r>
                        <a:rPr kumimoji="1" lang="ko-KR" altLang="en-US" sz="700" b="0" i="0" u="none" strike="noStrike" cap="none" normalizeH="0" baseline="0" dirty="0">
                          <a:ln>
                            <a:noFill/>
                          </a:ln>
                          <a:solidFill>
                            <a:schemeClr val="tx1"/>
                          </a:solidFill>
                          <a:effectLst/>
                          <a:latin typeface="+mn-ea"/>
                          <a:ea typeface="+mn-ea"/>
                        </a:rPr>
                        <a:t>사용자명</a:t>
                      </a:r>
                      <a:r>
                        <a:rPr kumimoji="1" lang="en-US" altLang="ko-KR" sz="700" b="0" i="0" u="none" strike="noStrike" cap="none" normalizeH="0" baseline="0" dirty="0">
                          <a:ln>
                            <a:noFill/>
                          </a:ln>
                          <a:solidFill>
                            <a:schemeClr val="tx1"/>
                          </a:solidFill>
                          <a:effectLst/>
                          <a:latin typeface="+mn-ea"/>
                          <a:ea typeface="+mn-ea"/>
                        </a:rPr>
                        <a:t>)</a:t>
                      </a:r>
                      <a:r>
                        <a:rPr kumimoji="1" lang="ko-KR" altLang="en-US" sz="700" b="0" i="0" u="none" strike="noStrike" cap="none" normalizeH="0" baseline="0" dirty="0">
                          <a:ln>
                            <a:noFill/>
                          </a:ln>
                          <a:solidFill>
                            <a:schemeClr val="tx1"/>
                          </a:solidFill>
                          <a:effectLst/>
                          <a:latin typeface="+mn-ea"/>
                          <a:ea typeface="+mn-ea"/>
                        </a:rPr>
                        <a:t>을 제외하고 </a:t>
                      </a:r>
                      <a:r>
                        <a:rPr kumimoji="1" lang="en-US" altLang="ko-KR" sz="700" b="0" i="0" u="none" strike="noStrike" cap="none" normalizeH="0" baseline="0" dirty="0">
                          <a:ln>
                            <a:noFill/>
                          </a:ln>
                          <a:solidFill>
                            <a:schemeClr val="tx1"/>
                          </a:solidFill>
                          <a:effectLst/>
                          <a:latin typeface="+mn-ea"/>
                          <a:ea typeface="+mn-ea"/>
                        </a:rPr>
                        <a:t>Static</a:t>
                      </a:r>
                      <a:r>
                        <a:rPr kumimoji="1" lang="ko-KR" altLang="en-US" sz="700" b="0" i="0" u="none" strike="noStrike" cap="none" normalizeH="0" baseline="0" dirty="0">
                          <a:ln>
                            <a:noFill/>
                          </a:ln>
                          <a:solidFill>
                            <a:schemeClr val="tx1"/>
                          </a:solidFill>
                          <a:effectLst/>
                          <a:latin typeface="+mn-ea"/>
                          <a:ea typeface="+mn-ea"/>
                        </a:rPr>
                        <a:t>한 </a:t>
                      </a:r>
                      <a:r>
                        <a:rPr kumimoji="1" lang="en-US" altLang="ko-KR" sz="700" b="0" i="0" u="none" strike="noStrike" cap="none" normalizeH="0" baseline="0" dirty="0">
                          <a:ln>
                            <a:noFill/>
                          </a:ln>
                          <a:solidFill>
                            <a:schemeClr val="tx1"/>
                          </a:solidFill>
                          <a:effectLst/>
                          <a:latin typeface="+mn-ea"/>
                          <a:ea typeface="+mn-ea"/>
                        </a:rPr>
                        <a:t>Text</a:t>
                      </a: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600405226"/>
                  </a:ext>
                </a:extLst>
              </a:tr>
              <a:tr h="252000">
                <a:tc>
                  <a:txBody>
                    <a:bodyPr/>
                    <a:lstStyle/>
                    <a:p>
                      <a:pPr algn="ctr"/>
                      <a:r>
                        <a:rPr lang="en-US" altLang="ko-KR" sz="700" dirty="0"/>
                        <a:t>3</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예약한 상품의 담당자정보 노출</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defRPr/>
                      </a:pPr>
                      <a:r>
                        <a:rPr kumimoji="1" lang="en-US" altLang="ko-KR" sz="700" b="0" i="0" u="none" strike="noStrike" cap="none" normalizeH="0" baseline="0" dirty="0">
                          <a:ln>
                            <a:noFill/>
                          </a:ln>
                          <a:solidFill>
                            <a:schemeClr val="tx1"/>
                          </a:solidFill>
                          <a:effectLst/>
                          <a:latin typeface="+mn-ea"/>
                          <a:ea typeface="+mn-ea"/>
                        </a:rPr>
                        <a:t>3-1 </a:t>
                      </a:r>
                      <a:r>
                        <a:rPr kumimoji="1" lang="ko-KR" altLang="en-US" sz="700" b="0" i="0" u="none" strike="noStrike" cap="none" normalizeH="0" baseline="0" dirty="0">
                          <a:ln>
                            <a:noFill/>
                          </a:ln>
                          <a:solidFill>
                            <a:schemeClr val="tx1"/>
                          </a:solidFill>
                          <a:effectLst/>
                          <a:latin typeface="+mn-ea"/>
                          <a:ea typeface="+mn-ea"/>
                        </a:rPr>
                        <a:t>터치 시 해당 예약내역의 여행자계약서동의화면</a:t>
                      </a:r>
                      <a:r>
                        <a:rPr kumimoji="1" lang="en-US" altLang="ko-KR" sz="700" b="0" i="0" u="none" strike="noStrike" cap="none" normalizeH="0" baseline="0" dirty="0">
                          <a:ln>
                            <a:noFill/>
                          </a:ln>
                          <a:solidFill>
                            <a:schemeClr val="tx1"/>
                          </a:solidFill>
                          <a:effectLst/>
                          <a:latin typeface="+mn-ea"/>
                          <a:ea typeface="+mn-ea"/>
                        </a:rPr>
                        <a:t>(</a:t>
                      </a:r>
                      <a:r>
                        <a:rPr lang="en-US" altLang="ko-KR" sz="700" dirty="0" err="1"/>
                        <a:t>DE_SL_MY_222</a:t>
                      </a:r>
                      <a:r>
                        <a:rPr lang="en-US" altLang="ko-KR" sz="700" dirty="0"/>
                        <a:t>)</a:t>
                      </a:r>
                      <a:r>
                        <a:rPr lang="ko-KR" altLang="en-US" sz="700" dirty="0"/>
                        <a:t>으로 이동</a:t>
                      </a: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575881690"/>
                  </a:ext>
                </a:extLst>
              </a:tr>
              <a:tr h="252000">
                <a:tc>
                  <a:txBody>
                    <a:bodyPr/>
                    <a:lstStyle/>
                    <a:p>
                      <a:pPr algn="ctr"/>
                      <a:r>
                        <a:rPr lang="en-US" altLang="ko-KR" sz="700" dirty="0"/>
                        <a:t>4</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dirty="0">
                          <a:ln>
                            <a:noFill/>
                          </a:ln>
                          <a:solidFill>
                            <a:schemeClr val="tx1"/>
                          </a:solidFill>
                          <a:effectLst/>
                          <a:latin typeface="+mn-ea"/>
                          <a:ea typeface="+mn-ea"/>
                        </a:rPr>
                        <a:t>여권사본등록 안내</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Tx/>
                        <a:buNone/>
                        <a:tabLst/>
                      </a:pPr>
                      <a:r>
                        <a:rPr kumimoji="1" lang="en-US" altLang="ko-KR" sz="700" b="0" i="0" u="none" strike="noStrike" cap="none" normalizeH="0" baseline="0" dirty="0">
                          <a:ln>
                            <a:noFill/>
                          </a:ln>
                          <a:solidFill>
                            <a:schemeClr val="tx1"/>
                          </a:solidFill>
                          <a:effectLst/>
                          <a:latin typeface="+mn-ea"/>
                          <a:ea typeface="+mn-ea"/>
                        </a:rPr>
                        <a:t>4-1 : </a:t>
                      </a:r>
                      <a:r>
                        <a:rPr kumimoji="1" lang="ko-KR" altLang="en-US" sz="700" b="0" i="0" u="none" strike="noStrike" cap="none" normalizeH="0" baseline="0" dirty="0">
                          <a:ln>
                            <a:noFill/>
                          </a:ln>
                          <a:solidFill>
                            <a:schemeClr val="tx1"/>
                          </a:solidFill>
                          <a:effectLst/>
                          <a:latin typeface="+mn-ea"/>
                          <a:ea typeface="+mn-ea"/>
                        </a:rPr>
                        <a:t>등록고객명과 미등록 고객명 노출</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Tx/>
                        <a:buNone/>
                        <a:tabLst/>
                      </a:pPr>
                      <a:r>
                        <a:rPr kumimoji="1" lang="en-US" altLang="ko-KR" sz="700" b="0" i="0" u="none" strike="noStrike" cap="none" normalizeH="0" baseline="0" dirty="0">
                          <a:ln>
                            <a:noFill/>
                          </a:ln>
                          <a:solidFill>
                            <a:schemeClr val="tx1"/>
                          </a:solidFill>
                          <a:effectLst/>
                          <a:latin typeface="+mn-ea"/>
                          <a:ea typeface="+mn-ea"/>
                        </a:rPr>
                        <a:t>4-2 : </a:t>
                      </a:r>
                      <a:r>
                        <a:rPr kumimoji="1" lang="ko-KR" altLang="en-US" sz="700" b="0" i="0" u="none" strike="noStrike" cap="none" normalizeH="0" baseline="0" dirty="0">
                          <a:ln>
                            <a:noFill/>
                          </a:ln>
                          <a:solidFill>
                            <a:schemeClr val="tx1"/>
                          </a:solidFill>
                          <a:effectLst/>
                          <a:latin typeface="+mn-ea"/>
                          <a:ea typeface="+mn-ea"/>
                        </a:rPr>
                        <a:t>터치 시 해당예약내역의 여권사본등록 화면</a:t>
                      </a:r>
                      <a:r>
                        <a:rPr kumimoji="1" lang="en-US" altLang="ko-KR" sz="700" b="0" i="0" u="none" strike="noStrike" cap="none" normalizeH="0" baseline="0" dirty="0">
                          <a:ln>
                            <a:noFill/>
                          </a:ln>
                          <a:solidFill>
                            <a:schemeClr val="tx1"/>
                          </a:solidFill>
                          <a:effectLst/>
                          <a:latin typeface="+mn-ea"/>
                          <a:ea typeface="+mn-ea"/>
                        </a:rPr>
                        <a:t>(</a:t>
                      </a:r>
                      <a:r>
                        <a:rPr kumimoji="1" lang="en-US" altLang="ko-KR" sz="700" b="0" i="0" u="none" strike="noStrike" cap="none" normalizeH="0" baseline="0" dirty="0" err="1">
                          <a:ln>
                            <a:noFill/>
                          </a:ln>
                          <a:solidFill>
                            <a:schemeClr val="tx1"/>
                          </a:solidFill>
                          <a:effectLst/>
                          <a:latin typeface="+mn-ea"/>
                          <a:ea typeface="+mn-ea"/>
                        </a:rPr>
                        <a:t>DE_SL_MY_123</a:t>
                      </a:r>
                      <a:r>
                        <a:rPr kumimoji="1" lang="en-US" altLang="ko-KR" sz="700" b="0" i="0" u="none" strike="noStrike" cap="none" normalizeH="0" baseline="0" dirty="0">
                          <a:ln>
                            <a:noFill/>
                          </a:ln>
                          <a:solidFill>
                            <a:schemeClr val="tx1"/>
                          </a:solidFill>
                          <a:effectLst/>
                          <a:latin typeface="+mn-ea"/>
                          <a:ea typeface="+mn-ea"/>
                        </a:rPr>
                        <a:t> ) </a:t>
                      </a:r>
                      <a:r>
                        <a:rPr kumimoji="1" lang="ko-KR" altLang="en-US" sz="700" b="0" i="0" u="none" strike="noStrike" cap="none" normalizeH="0" baseline="0" dirty="0">
                          <a:ln>
                            <a:noFill/>
                          </a:ln>
                          <a:solidFill>
                            <a:schemeClr val="tx1"/>
                          </a:solidFill>
                          <a:effectLst/>
                          <a:latin typeface="+mn-ea"/>
                          <a:ea typeface="+mn-ea"/>
                        </a:rPr>
                        <a:t>화면으로 이동</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929205908"/>
                  </a:ext>
                </a:extLst>
              </a:tr>
              <a:tr h="252000">
                <a:tc>
                  <a:txBody>
                    <a:bodyPr/>
                    <a:lstStyle/>
                    <a:p>
                      <a:pPr algn="ctr"/>
                      <a:r>
                        <a:rPr lang="en-US" altLang="ko-KR" sz="700" dirty="0"/>
                        <a:t>5</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174393987"/>
                  </a:ext>
                </a:extLst>
              </a:tr>
              <a:tr h="252000">
                <a:tc>
                  <a:txBody>
                    <a:bodyPr/>
                    <a:lstStyle/>
                    <a:p>
                      <a:pPr algn="ctr"/>
                      <a:r>
                        <a:rPr lang="en-US" altLang="ko-KR" sz="700" dirty="0"/>
                        <a:t>6</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986106794"/>
                  </a:ext>
                </a:extLst>
              </a:tr>
              <a:tr h="252000">
                <a:tc>
                  <a:txBody>
                    <a:bodyPr/>
                    <a:lstStyle/>
                    <a:p>
                      <a:pPr algn="ctr"/>
                      <a:r>
                        <a:rPr lang="en-US" altLang="ko-KR" sz="700" dirty="0"/>
                        <a:t>7</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382451967"/>
                  </a:ext>
                </a:extLst>
              </a:tr>
              <a:tr h="252000">
                <a:tc>
                  <a:txBody>
                    <a:bodyPr/>
                    <a:lstStyle/>
                    <a:p>
                      <a:pPr algn="ctr"/>
                      <a:r>
                        <a:rPr lang="en-US" altLang="ko-KR" sz="700" dirty="0"/>
                        <a:t>8</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801369225"/>
                  </a:ext>
                </a:extLst>
              </a:tr>
              <a:tr h="252000">
                <a:tc>
                  <a:txBody>
                    <a:bodyPr/>
                    <a:lstStyle/>
                    <a:p>
                      <a:pPr algn="ctr"/>
                      <a:r>
                        <a:rPr lang="en-US" altLang="ko-KR" sz="700" dirty="0"/>
                        <a:t>9</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87350180"/>
                  </a:ext>
                </a:extLst>
              </a:tr>
              <a:tr h="252000">
                <a:tc>
                  <a:txBody>
                    <a:bodyPr/>
                    <a:lstStyle/>
                    <a:p>
                      <a:pPr algn="ctr"/>
                      <a:r>
                        <a:rPr lang="en-US" altLang="ko-KR" sz="700" dirty="0"/>
                        <a:t>10</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893561366"/>
                  </a:ext>
                </a:extLst>
              </a:tr>
              <a:tr h="252000">
                <a:tc>
                  <a:txBody>
                    <a:bodyPr/>
                    <a:lstStyle/>
                    <a:p>
                      <a:pPr algn="ctr"/>
                      <a:r>
                        <a:rPr lang="en-US" altLang="ko-KR" sz="700" dirty="0"/>
                        <a:t>11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120464130"/>
                  </a:ext>
                </a:extLst>
              </a:tr>
              <a:tr h="257465">
                <a:tc gridSpan="2">
                  <a:txBody>
                    <a:bodyPr/>
                    <a:lstStyle/>
                    <a:p>
                      <a:pPr algn="ctr"/>
                      <a:endParaRPr lang="ko-KR" altLang="en-US" sz="700" b="1"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827257165"/>
                  </a:ext>
                </a:extLst>
              </a:tr>
              <a:tr h="257465">
                <a:tc gridSpan="2">
                  <a:txBody>
                    <a:bodyPr/>
                    <a:lstStyle/>
                    <a:p>
                      <a:endParaRPr lang="en-US" altLang="ko-KR"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32757063"/>
                  </a:ext>
                </a:extLst>
              </a:tr>
            </a:tbl>
          </a:graphicData>
        </a:graphic>
      </p:graphicFrame>
      <p:sp>
        <p:nvSpPr>
          <p:cNvPr id="2" name="텍스트 개체 틀 1">
            <a:extLst>
              <a:ext uri="{FF2B5EF4-FFF2-40B4-BE49-F238E27FC236}">
                <a16:creationId xmlns:a16="http://schemas.microsoft.com/office/drawing/2014/main" id="{6352FB64-C8C6-4D72-B120-BC94F211760C}"/>
              </a:ext>
            </a:extLst>
          </p:cNvPr>
          <p:cNvSpPr>
            <a:spLocks noGrp="1"/>
          </p:cNvSpPr>
          <p:nvPr>
            <p:ph type="body" sz="quarter" idx="10"/>
          </p:nvPr>
        </p:nvSpPr>
        <p:spPr/>
        <p:txBody>
          <a:bodyPr/>
          <a:lstStyle/>
          <a:p>
            <a:r>
              <a:rPr lang="en-US" altLang="ko-KR" dirty="0"/>
              <a:t>CUBE_</a:t>
            </a:r>
            <a:r>
              <a:rPr lang="ko-KR" altLang="en-US" dirty="0"/>
              <a:t>여권사본등록</a:t>
            </a:r>
            <a:r>
              <a:rPr lang="en-US" altLang="ko-KR" dirty="0"/>
              <a:t>/</a:t>
            </a:r>
            <a:r>
              <a:rPr lang="ko-KR" altLang="en-US" dirty="0"/>
              <a:t>여행자계약서 </a:t>
            </a:r>
            <a:endParaRPr lang="en-US" altLang="ko-KR" dirty="0"/>
          </a:p>
        </p:txBody>
      </p:sp>
      <p:sp>
        <p:nvSpPr>
          <p:cNvPr id="7" name="텍스트 개체 틀 6">
            <a:extLst>
              <a:ext uri="{FF2B5EF4-FFF2-40B4-BE49-F238E27FC236}">
                <a16:creationId xmlns:a16="http://schemas.microsoft.com/office/drawing/2014/main" id="{144A212D-8A3F-4CB1-8C81-FD2FB266E275}"/>
              </a:ext>
            </a:extLst>
          </p:cNvPr>
          <p:cNvSpPr>
            <a:spLocks noGrp="1"/>
          </p:cNvSpPr>
          <p:nvPr>
            <p:ph type="body" sz="quarter" idx="11"/>
          </p:nvPr>
        </p:nvSpPr>
        <p:spPr/>
        <p:txBody>
          <a:bodyPr/>
          <a:lstStyle/>
          <a:p>
            <a:r>
              <a:rPr lang="en-US" altLang="ko-KR" dirty="0" err="1"/>
              <a:t>DE_SL_CU_304</a:t>
            </a:r>
            <a:r>
              <a:rPr lang="en-US" altLang="ko-KR" dirty="0"/>
              <a:t> </a:t>
            </a:r>
            <a:endParaRPr lang="ko-KR" altLang="en-US" dirty="0"/>
          </a:p>
        </p:txBody>
      </p:sp>
      <p:sp>
        <p:nvSpPr>
          <p:cNvPr id="160" name="타원 159">
            <a:extLst>
              <a:ext uri="{FF2B5EF4-FFF2-40B4-BE49-F238E27FC236}">
                <a16:creationId xmlns:a16="http://schemas.microsoft.com/office/drawing/2014/main" id="{5D050895-681C-4C52-8EDE-B1D294A8F02F}"/>
              </a:ext>
            </a:extLst>
          </p:cNvPr>
          <p:cNvSpPr/>
          <p:nvPr/>
        </p:nvSpPr>
        <p:spPr>
          <a:xfrm>
            <a:off x="4602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err="1">
                <a:solidFill>
                  <a:prstClr val="white"/>
                </a:solidFill>
              </a:rPr>
              <a:t>CUVE</a:t>
            </a:r>
            <a:endParaRPr lang="ko-KR" altLang="en-US" sz="800" dirty="0" err="1">
              <a:solidFill>
                <a:prstClr val="white"/>
              </a:solidFill>
            </a:endParaRPr>
          </a:p>
        </p:txBody>
      </p:sp>
      <p:sp>
        <p:nvSpPr>
          <p:cNvPr id="272" name="TextBox 271">
            <a:extLst>
              <a:ext uri="{FF2B5EF4-FFF2-40B4-BE49-F238E27FC236}">
                <a16:creationId xmlns:a16="http://schemas.microsoft.com/office/drawing/2014/main" id="{2128927F-E916-4BEF-A0B0-D8D93149D18D}"/>
              </a:ext>
            </a:extLst>
          </p:cNvPr>
          <p:cNvSpPr txBox="1"/>
          <p:nvPr/>
        </p:nvSpPr>
        <p:spPr>
          <a:xfrm>
            <a:off x="2823569" y="1067851"/>
            <a:ext cx="2289600" cy="253211"/>
          </a:xfrm>
          <a:prstGeom prst="rect">
            <a:avLst/>
          </a:prstGeom>
          <a:noFill/>
        </p:spPr>
        <p:txBody>
          <a:bodyPr wrap="square" rtlCol="0">
            <a:spAutoFit/>
          </a:bodyPr>
          <a:lstStyle/>
          <a:p>
            <a:pPr lvl="0" algn="ctr" defTabSz="914400" fontAlgn="base" latinLnBrk="1">
              <a:lnSpc>
                <a:spcPct val="150000"/>
              </a:lnSpc>
              <a:spcBef>
                <a:spcPct val="0"/>
              </a:spcBef>
              <a:spcAft>
                <a:spcPct val="0"/>
              </a:spcAft>
              <a:defRPr/>
            </a:pPr>
            <a:r>
              <a:rPr kumimoji="1" lang="ko-KR" altLang="en-US" sz="800" b="1" dirty="0">
                <a:solidFill>
                  <a:prstClr val="black"/>
                </a:solidFill>
              </a:rPr>
              <a:t>여권사본</a:t>
            </a:r>
            <a:r>
              <a:rPr kumimoji="1" lang="en-US" altLang="ko-KR" sz="800" b="1" dirty="0">
                <a:solidFill>
                  <a:prstClr val="black"/>
                </a:solidFill>
              </a:rPr>
              <a:t>/</a:t>
            </a:r>
            <a:r>
              <a:rPr kumimoji="1" lang="ko-KR" altLang="en-US" sz="800" b="1" dirty="0">
                <a:solidFill>
                  <a:prstClr val="black"/>
                </a:solidFill>
              </a:rPr>
              <a:t>여행자계약서 동의</a:t>
            </a:r>
          </a:p>
        </p:txBody>
      </p:sp>
      <p:sp>
        <p:nvSpPr>
          <p:cNvPr id="274" name="모서리가 둥근 직사각형 20">
            <a:extLst>
              <a:ext uri="{FF2B5EF4-FFF2-40B4-BE49-F238E27FC236}">
                <a16:creationId xmlns:a16="http://schemas.microsoft.com/office/drawing/2014/main" id="{D9C9E5AA-2436-4AE6-A7FD-D98CBC6BF7C6}"/>
              </a:ext>
            </a:extLst>
          </p:cNvPr>
          <p:cNvSpPr/>
          <p:nvPr/>
        </p:nvSpPr>
        <p:spPr bwMode="auto">
          <a:xfrm>
            <a:off x="4928016" y="1113683"/>
            <a:ext cx="163510" cy="167735"/>
          </a:xfrm>
          <a:prstGeom prst="roundRect">
            <a:avLst>
              <a:gd name="adj" fmla="val 22385"/>
            </a:avLst>
          </a:prstGeom>
          <a:solidFill>
            <a:schemeClr val="bg1"/>
          </a:solidFill>
          <a:ln w="6350"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defTabSz="1069975" fontAlgn="base" latinLnBrk="1">
              <a:spcBef>
                <a:spcPct val="0"/>
              </a:spcBef>
              <a:spcAft>
                <a:spcPct val="0"/>
              </a:spcAft>
            </a:pPr>
            <a:r>
              <a:rPr kumimoji="1" lang="en-US" altLang="ko-KR" sz="700" dirty="0">
                <a:solidFill>
                  <a:prstClr val="black"/>
                </a:solidFill>
                <a:latin typeface="맑은 고딕"/>
                <a:ea typeface="맑은 고딕"/>
              </a:rPr>
              <a:t>X</a:t>
            </a:r>
            <a:endParaRPr kumimoji="1" lang="ko-KR" altLang="en-US" sz="700" dirty="0">
              <a:solidFill>
                <a:prstClr val="black"/>
              </a:solidFill>
              <a:latin typeface="맑은 고딕"/>
              <a:ea typeface="맑은 고딕"/>
            </a:endParaRPr>
          </a:p>
        </p:txBody>
      </p:sp>
      <p:grpSp>
        <p:nvGrpSpPr>
          <p:cNvPr id="4" name="그룹 3">
            <a:extLst>
              <a:ext uri="{FF2B5EF4-FFF2-40B4-BE49-F238E27FC236}">
                <a16:creationId xmlns:a16="http://schemas.microsoft.com/office/drawing/2014/main" id="{89A03565-4DA5-4AAF-B18C-B7F704E581AC}"/>
              </a:ext>
            </a:extLst>
          </p:cNvPr>
          <p:cNvGrpSpPr/>
          <p:nvPr/>
        </p:nvGrpSpPr>
        <p:grpSpPr>
          <a:xfrm>
            <a:off x="2820157" y="4977573"/>
            <a:ext cx="1094028" cy="1090118"/>
            <a:chOff x="2820157" y="4977573"/>
            <a:chExt cx="1094028" cy="1090118"/>
          </a:xfrm>
        </p:grpSpPr>
        <p:sp>
          <p:nvSpPr>
            <p:cNvPr id="328" name="자유형 73">
              <a:extLst>
                <a:ext uri="{FF2B5EF4-FFF2-40B4-BE49-F238E27FC236}">
                  <a16:creationId xmlns:a16="http://schemas.microsoft.com/office/drawing/2014/main" id="{87770D4D-B91A-47C7-BE44-2964C733B8FC}"/>
                </a:ext>
              </a:extLst>
            </p:cNvPr>
            <p:cNvSpPr/>
            <p:nvPr/>
          </p:nvSpPr>
          <p:spPr>
            <a:xfrm>
              <a:off x="2820157" y="4977573"/>
              <a:ext cx="1094028" cy="1090118"/>
            </a:xfrm>
            <a:custGeom>
              <a:avLst/>
              <a:gdLst>
                <a:gd name="connsiteX0" fmla="*/ 123151 w 997872"/>
                <a:gd name="connsiteY0" fmla="*/ 0 h 994306"/>
                <a:gd name="connsiteX1" fmla="*/ 997872 w 997872"/>
                <a:gd name="connsiteY1" fmla="*/ 874721 h 994306"/>
                <a:gd name="connsiteX2" fmla="*/ 993356 w 997872"/>
                <a:gd name="connsiteY2" fmla="*/ 964156 h 994306"/>
                <a:gd name="connsiteX3" fmla="*/ 988755 w 997872"/>
                <a:gd name="connsiteY3" fmla="*/ 994306 h 994306"/>
                <a:gd name="connsiteX4" fmla="*/ 507101 w 997872"/>
                <a:gd name="connsiteY4" fmla="*/ 994306 h 994306"/>
                <a:gd name="connsiteX5" fmla="*/ 507088 w 997872"/>
                <a:gd name="connsiteY5" fmla="*/ 994306 h 994306"/>
                <a:gd name="connsiteX6" fmla="*/ 507075 w 997872"/>
                <a:gd name="connsiteY6" fmla="*/ 994306 h 994306"/>
                <a:gd name="connsiteX7" fmla="*/ 0 w 997872"/>
                <a:gd name="connsiteY7" fmla="*/ 994306 h 994306"/>
                <a:gd name="connsiteX8" fmla="*/ 0 w 997872"/>
                <a:gd name="connsiteY8" fmla="*/ 994305 h 994306"/>
                <a:gd name="connsiteX9" fmla="*/ 0 w 997872"/>
                <a:gd name="connsiteY9" fmla="*/ 509497 h 994306"/>
                <a:gd name="connsiteX10" fmla="*/ 0 w 997872"/>
                <a:gd name="connsiteY10" fmla="*/ 487221 h 994306"/>
                <a:gd name="connsiteX11" fmla="*/ 0 w 997872"/>
                <a:gd name="connsiteY11" fmla="*/ 9662 h 994306"/>
                <a:gd name="connsiteX12" fmla="*/ 33716 w 997872"/>
                <a:gd name="connsiteY12" fmla="*/ 4516 h 994306"/>
                <a:gd name="connsiteX13" fmla="*/ 123151 w 997872"/>
                <a:gd name="connsiteY13" fmla="*/ 0 h 994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7872" h="994306">
                  <a:moveTo>
                    <a:pt x="123151" y="0"/>
                  </a:moveTo>
                  <a:cubicBezTo>
                    <a:pt x="606246" y="0"/>
                    <a:pt x="997872" y="391626"/>
                    <a:pt x="997872" y="874721"/>
                  </a:cubicBezTo>
                  <a:cubicBezTo>
                    <a:pt x="997872" y="904915"/>
                    <a:pt x="996342" y="934751"/>
                    <a:pt x="993356" y="964156"/>
                  </a:cubicBezTo>
                  <a:lnTo>
                    <a:pt x="988755" y="994306"/>
                  </a:lnTo>
                  <a:lnTo>
                    <a:pt x="507101" y="994306"/>
                  </a:lnTo>
                  <a:lnTo>
                    <a:pt x="507088" y="994306"/>
                  </a:lnTo>
                  <a:lnTo>
                    <a:pt x="507075" y="994306"/>
                  </a:lnTo>
                  <a:lnTo>
                    <a:pt x="0" y="994306"/>
                  </a:lnTo>
                  <a:lnTo>
                    <a:pt x="0" y="994305"/>
                  </a:lnTo>
                  <a:lnTo>
                    <a:pt x="0" y="509497"/>
                  </a:lnTo>
                  <a:lnTo>
                    <a:pt x="0" y="487221"/>
                  </a:lnTo>
                  <a:lnTo>
                    <a:pt x="0" y="9662"/>
                  </a:lnTo>
                  <a:lnTo>
                    <a:pt x="33716" y="4516"/>
                  </a:lnTo>
                  <a:cubicBezTo>
                    <a:pt x="63122" y="1530"/>
                    <a:pt x="92958" y="0"/>
                    <a:pt x="123151" y="0"/>
                  </a:cubicBezTo>
                  <a:close/>
                </a:path>
              </a:pathLst>
            </a:custGeom>
            <a:solidFill>
              <a:schemeClr val="bg1">
                <a:lumMod val="95000"/>
                <a:alpha val="87000"/>
              </a:schemeClr>
            </a:solidFill>
            <a:ln w="3175">
              <a:solidFill>
                <a:schemeClr val="bg1">
                  <a:lumMod val="75000"/>
                </a:schemeClr>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err="1">
                <a:solidFill>
                  <a:schemeClr val="tx1"/>
                </a:solidFill>
              </a:endParaRPr>
            </a:p>
          </p:txBody>
        </p:sp>
        <p:sp>
          <p:nvSpPr>
            <p:cNvPr id="329" name="타원 328">
              <a:extLst>
                <a:ext uri="{FF2B5EF4-FFF2-40B4-BE49-F238E27FC236}">
                  <a16:creationId xmlns:a16="http://schemas.microsoft.com/office/drawing/2014/main" id="{9A39F636-8E67-4F54-A0E9-072F1975D149}"/>
                </a:ext>
              </a:extLst>
            </p:cNvPr>
            <p:cNvSpPr/>
            <p:nvPr/>
          </p:nvSpPr>
          <p:spPr>
            <a:xfrm>
              <a:off x="29748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a:solidFill>
                    <a:prstClr val="white"/>
                  </a:solidFill>
                </a:rPr>
                <a:t>X</a:t>
              </a:r>
              <a:endParaRPr lang="ko-KR" altLang="en-US" sz="800" dirty="0" err="1">
                <a:solidFill>
                  <a:prstClr val="white"/>
                </a:solidFill>
              </a:endParaRPr>
            </a:p>
          </p:txBody>
        </p:sp>
        <p:sp>
          <p:nvSpPr>
            <p:cNvPr id="330" name="타원 329">
              <a:extLst>
                <a:ext uri="{FF2B5EF4-FFF2-40B4-BE49-F238E27FC236}">
                  <a16:creationId xmlns:a16="http://schemas.microsoft.com/office/drawing/2014/main" id="{E1D8C9CE-CF5E-4556-9519-8FD809A17B64}"/>
                </a:ext>
              </a:extLst>
            </p:cNvPr>
            <p:cNvSpPr/>
            <p:nvPr/>
          </p:nvSpPr>
          <p:spPr>
            <a:xfrm>
              <a:off x="2866903" y="5073403"/>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dirty="0">
                  <a:solidFill>
                    <a:prstClr val="white"/>
                  </a:solidFill>
                </a:rPr>
                <a:t>알림</a:t>
              </a:r>
            </a:p>
          </p:txBody>
        </p:sp>
        <p:sp>
          <p:nvSpPr>
            <p:cNvPr id="331" name="타원 330">
              <a:extLst>
                <a:ext uri="{FF2B5EF4-FFF2-40B4-BE49-F238E27FC236}">
                  <a16:creationId xmlns:a16="http://schemas.microsoft.com/office/drawing/2014/main" id="{322324F9-4608-426A-AC01-E2C813C7894C}"/>
                </a:ext>
              </a:extLst>
            </p:cNvPr>
            <p:cNvSpPr/>
            <p:nvPr/>
          </p:nvSpPr>
          <p:spPr>
            <a:xfrm>
              <a:off x="3241635" y="5166619"/>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dirty="0">
                  <a:solidFill>
                    <a:prstClr val="white"/>
                  </a:solidFill>
                </a:rPr>
                <a:t>예약관리</a:t>
              </a:r>
            </a:p>
          </p:txBody>
        </p:sp>
        <p:sp>
          <p:nvSpPr>
            <p:cNvPr id="332" name="타원 331">
              <a:extLst>
                <a:ext uri="{FF2B5EF4-FFF2-40B4-BE49-F238E27FC236}">
                  <a16:creationId xmlns:a16="http://schemas.microsoft.com/office/drawing/2014/main" id="{44C1B3E3-29AB-47DA-9C79-FC8610B40D30}"/>
                </a:ext>
              </a:extLst>
            </p:cNvPr>
            <p:cNvSpPr/>
            <p:nvPr/>
          </p:nvSpPr>
          <p:spPr>
            <a:xfrm>
              <a:off x="3485033" y="5448301"/>
              <a:ext cx="248663" cy="248663"/>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dirty="0">
                  <a:solidFill>
                    <a:prstClr val="white"/>
                  </a:solidFill>
                </a:rPr>
                <a:t>여권</a:t>
              </a:r>
              <a:r>
                <a:rPr lang="en-US" altLang="ko-KR" sz="600" dirty="0">
                  <a:solidFill>
                    <a:prstClr val="white"/>
                  </a:solidFill>
                </a:rPr>
                <a:t>/</a:t>
              </a:r>
              <a:r>
                <a:rPr lang="ko-KR" altLang="en-US" sz="600" dirty="0">
                  <a:solidFill>
                    <a:prstClr val="white"/>
                  </a:solidFill>
                </a:rPr>
                <a:t>계약서</a:t>
              </a:r>
            </a:p>
          </p:txBody>
        </p:sp>
        <p:sp>
          <p:nvSpPr>
            <p:cNvPr id="333" name="타원 332">
              <a:extLst>
                <a:ext uri="{FF2B5EF4-FFF2-40B4-BE49-F238E27FC236}">
                  <a16:creationId xmlns:a16="http://schemas.microsoft.com/office/drawing/2014/main" id="{E8459A62-E3FA-49C2-871A-FC8F440A782A}"/>
                </a:ext>
              </a:extLst>
            </p:cNvPr>
            <p:cNvSpPr/>
            <p:nvPr/>
          </p:nvSpPr>
          <p:spPr>
            <a:xfrm>
              <a:off x="3538910" y="580834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a:solidFill>
                    <a:prstClr val="white"/>
                  </a:solidFill>
                </a:rPr>
                <a:t>전화</a:t>
              </a:r>
              <a:endParaRPr lang="ko-KR" altLang="en-US" sz="600" dirty="0" err="1">
                <a:solidFill>
                  <a:prstClr val="white"/>
                </a:solidFill>
              </a:endParaRPr>
            </a:p>
          </p:txBody>
        </p:sp>
      </p:grpSp>
      <p:sp>
        <p:nvSpPr>
          <p:cNvPr id="368" name="타원 367">
            <a:extLst>
              <a:ext uri="{FF2B5EF4-FFF2-40B4-BE49-F238E27FC236}">
                <a16:creationId xmlns:a16="http://schemas.microsoft.com/office/drawing/2014/main" id="{F5298DAE-A173-4D6A-865D-EFE3E116F98F}"/>
              </a:ext>
            </a:extLst>
          </p:cNvPr>
          <p:cNvSpPr/>
          <p:nvPr/>
        </p:nvSpPr>
        <p:spPr>
          <a:xfrm>
            <a:off x="742628" y="5608290"/>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sp>
        <p:nvSpPr>
          <p:cNvPr id="33" name="타원 32">
            <a:extLst>
              <a:ext uri="{FF2B5EF4-FFF2-40B4-BE49-F238E27FC236}">
                <a16:creationId xmlns:a16="http://schemas.microsoft.com/office/drawing/2014/main" id="{F8589DD5-AFB8-4B68-A8CD-A4D4F5CEC27D}"/>
              </a:ext>
            </a:extLst>
          </p:cNvPr>
          <p:cNvSpPr/>
          <p:nvPr/>
        </p:nvSpPr>
        <p:spPr>
          <a:xfrm>
            <a:off x="3704911" y="5478039"/>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sp>
        <p:nvSpPr>
          <p:cNvPr id="34" name="TextBox 33">
            <a:extLst>
              <a:ext uri="{FF2B5EF4-FFF2-40B4-BE49-F238E27FC236}">
                <a16:creationId xmlns:a16="http://schemas.microsoft.com/office/drawing/2014/main" id="{9457E4BF-A2E1-43D2-B74B-D24069B47B3D}"/>
              </a:ext>
            </a:extLst>
          </p:cNvPr>
          <p:cNvSpPr txBox="1"/>
          <p:nvPr/>
        </p:nvSpPr>
        <p:spPr>
          <a:xfrm>
            <a:off x="2864768" y="1359622"/>
            <a:ext cx="2250377" cy="461665"/>
          </a:xfrm>
          <a:prstGeom prst="rect">
            <a:avLst/>
          </a:prstGeom>
          <a:noFill/>
        </p:spPr>
        <p:txBody>
          <a:bodyPr wrap="square" rtlCol="0">
            <a:spAutoFit/>
          </a:bodyPr>
          <a:lstStyle/>
          <a:p>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%_</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홍길동</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_%</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님의 여행 준비를 위해 여권사본을 등록하고</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안전한 여행과 개인정보 보호를 위해</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여행자 계약서를 </a:t>
            </a:r>
            <a:r>
              <a:rPr lang="ko-KR" altLang="en-US" sz="800" dirty="0" err="1">
                <a:latin typeface="Malgun Gothic Semilight" panose="020B0502040204020203" pitchFamily="50" charset="-127"/>
                <a:ea typeface="Malgun Gothic Semilight" panose="020B0502040204020203" pitchFamily="50" charset="-127"/>
                <a:cs typeface="Malgun Gothic Semilight" panose="020B0502040204020203" pitchFamily="50" charset="-127"/>
              </a:rPr>
              <a:t>체결할게요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p:txBody>
      </p:sp>
      <p:sp>
        <p:nvSpPr>
          <p:cNvPr id="51" name="사각형: 둥근 모서리 50">
            <a:extLst>
              <a:ext uri="{FF2B5EF4-FFF2-40B4-BE49-F238E27FC236}">
                <a16:creationId xmlns:a16="http://schemas.microsoft.com/office/drawing/2014/main" id="{0AAAEAF6-045A-47B2-92B1-17E5327C56A5}"/>
              </a:ext>
            </a:extLst>
          </p:cNvPr>
          <p:cNvSpPr/>
          <p:nvPr/>
        </p:nvSpPr>
        <p:spPr>
          <a:xfrm>
            <a:off x="4079477" y="3348380"/>
            <a:ext cx="928283" cy="199819"/>
          </a:xfrm>
          <a:prstGeom prst="roundRect">
            <a:avLst/>
          </a:prstGeom>
          <a:solidFill>
            <a:schemeClr val="tx1">
              <a:lumMod val="50000"/>
              <a:lumOff val="50000"/>
            </a:schemeClr>
          </a:solidFill>
          <a:ln w="3175" algn="ctr">
            <a:solidFill>
              <a:schemeClr val="bg1">
                <a:lumMod val="50000"/>
              </a:schemeClr>
            </a:solidFill>
            <a:round/>
            <a:headEnd/>
            <a:tailEnd/>
          </a:ln>
        </p:spPr>
        <p:txBody>
          <a:bodyPr wrap="none" lIns="80788" tIns="40395" rIns="80788" bIns="40395" rtlCol="0" anchor="ctr"/>
          <a:lstStyle/>
          <a:p>
            <a:pPr marL="0" marR="0" lvl="0" indent="0" defTabSz="822974" rtl="0" eaLnBrk="1" fontAlgn="base" latinLnBrk="0" hangingPunct="1">
              <a:lnSpc>
                <a:spcPct val="100000"/>
              </a:lnSpc>
              <a:spcBef>
                <a:spcPct val="0"/>
              </a:spcBef>
              <a:spcAft>
                <a:spcPct val="0"/>
              </a:spcAft>
              <a:buClrTx/>
              <a:buSzTx/>
              <a:buFontTx/>
              <a:buNone/>
              <a:tabLst/>
              <a:defRPr/>
            </a:pPr>
            <a:r>
              <a:rPr kumimoji="1" lang="ko-KR" altLang="en-US" sz="700" b="0" i="0" u="none" strike="noStrike" kern="0" cap="none" spc="0" normalizeH="0" baseline="0" noProof="0" dirty="0">
                <a:ln>
                  <a:noFill/>
                </a:ln>
                <a:solidFill>
                  <a:schemeClr val="bg1"/>
                </a:solidFill>
                <a:effectLst/>
                <a:uLnTx/>
                <a:uFillTx/>
                <a:latin typeface="+mn-ea"/>
                <a:cs typeface="+mn-cs"/>
              </a:rPr>
              <a:t>여행자계약서확인 </a:t>
            </a:r>
            <a:r>
              <a:rPr kumimoji="1" lang="en-US" altLang="ko-KR" sz="700" b="0" i="0" u="none" strike="noStrike" kern="0" cap="none" spc="0" normalizeH="0" baseline="0" noProof="0" dirty="0">
                <a:ln>
                  <a:noFill/>
                </a:ln>
                <a:solidFill>
                  <a:schemeClr val="bg1"/>
                </a:solidFill>
                <a:effectLst/>
                <a:uLnTx/>
                <a:uFillTx/>
                <a:latin typeface="+mn-ea"/>
                <a:cs typeface="+mn-cs"/>
              </a:rPr>
              <a:t>&gt; </a:t>
            </a:r>
            <a:endParaRPr kumimoji="1" lang="ko-KR" altLang="en-US" sz="700" b="0" i="0" u="none" strike="noStrike" kern="0" cap="none" spc="0" normalizeH="0" baseline="0" noProof="0" dirty="0">
              <a:ln>
                <a:noFill/>
              </a:ln>
              <a:solidFill>
                <a:schemeClr val="bg1"/>
              </a:solidFill>
              <a:effectLst/>
              <a:uLnTx/>
              <a:uFillTx/>
              <a:latin typeface="+mn-ea"/>
              <a:cs typeface="+mn-cs"/>
            </a:endParaRPr>
          </a:p>
        </p:txBody>
      </p:sp>
      <p:cxnSp>
        <p:nvCxnSpPr>
          <p:cNvPr id="52" name="직선 연결선 51">
            <a:extLst>
              <a:ext uri="{FF2B5EF4-FFF2-40B4-BE49-F238E27FC236}">
                <a16:creationId xmlns:a16="http://schemas.microsoft.com/office/drawing/2014/main" id="{B4CB81E9-B4E5-4309-B8F9-678370DB470C}"/>
              </a:ext>
            </a:extLst>
          </p:cNvPr>
          <p:cNvCxnSpPr/>
          <p:nvPr/>
        </p:nvCxnSpPr>
        <p:spPr>
          <a:xfrm>
            <a:off x="2826270" y="3717032"/>
            <a:ext cx="2289600" cy="0"/>
          </a:xfrm>
          <a:prstGeom prst="line">
            <a:avLst/>
          </a:prstGeom>
          <a:noFill/>
          <a:ln>
            <a:solidFill>
              <a:schemeClr val="bg1">
                <a:lumMod val="75000"/>
              </a:schemeClr>
            </a:solidFill>
          </a:ln>
        </p:spPr>
      </p:cxnSp>
      <p:sp>
        <p:nvSpPr>
          <p:cNvPr id="42" name="TextBox 41">
            <a:extLst>
              <a:ext uri="{FF2B5EF4-FFF2-40B4-BE49-F238E27FC236}">
                <a16:creationId xmlns:a16="http://schemas.microsoft.com/office/drawing/2014/main" id="{7BC78CAC-3011-4026-BE96-4309B41A042B}"/>
              </a:ext>
            </a:extLst>
          </p:cNvPr>
          <p:cNvSpPr txBox="1"/>
          <p:nvPr/>
        </p:nvSpPr>
        <p:spPr>
          <a:xfrm>
            <a:off x="3296816" y="692696"/>
            <a:ext cx="1287584" cy="230832"/>
          </a:xfrm>
          <a:prstGeom prst="rect">
            <a:avLst/>
          </a:prstGeom>
          <a:noFill/>
        </p:spPr>
        <p:txBody>
          <a:bodyPr wrap="square" rtlCol="0">
            <a:spAutoFit/>
          </a:bodyPr>
          <a:lstStyle/>
          <a:p>
            <a:r>
              <a:rPr lang="ko-KR" altLang="en-US" sz="900" b="1" dirty="0">
                <a:latin typeface="나눔고딕" panose="020D0604000000000000" pitchFamily="50" charset="-127"/>
                <a:ea typeface="나눔고딕" panose="020D0604000000000000" pitchFamily="50" charset="-127"/>
              </a:rPr>
              <a:t>예약접수</a:t>
            </a:r>
            <a:r>
              <a:rPr lang="en-US" altLang="ko-KR" sz="900" b="1" dirty="0">
                <a:latin typeface="나눔고딕" panose="020D0604000000000000" pitchFamily="50" charset="-127"/>
                <a:ea typeface="나눔고딕" panose="020D0604000000000000" pitchFamily="50" charset="-127"/>
              </a:rPr>
              <a:t> </a:t>
            </a:r>
            <a:r>
              <a:rPr lang="ko-KR" altLang="en-US" sz="900" b="1" dirty="0">
                <a:latin typeface="나눔고딕" panose="020D0604000000000000" pitchFamily="50" charset="-127"/>
                <a:ea typeface="나눔고딕" panose="020D0604000000000000" pitchFamily="50" charset="-127"/>
              </a:rPr>
              <a:t>시 연결화면</a:t>
            </a:r>
          </a:p>
        </p:txBody>
      </p:sp>
      <p:sp>
        <p:nvSpPr>
          <p:cNvPr id="60" name="TextBox 59">
            <a:extLst>
              <a:ext uri="{FF2B5EF4-FFF2-40B4-BE49-F238E27FC236}">
                <a16:creationId xmlns:a16="http://schemas.microsoft.com/office/drawing/2014/main" id="{BD93D8D6-88C4-4BA9-9CD4-C5256BBF2D96}"/>
              </a:ext>
            </a:extLst>
          </p:cNvPr>
          <p:cNvSpPr txBox="1"/>
          <p:nvPr/>
        </p:nvSpPr>
        <p:spPr>
          <a:xfrm>
            <a:off x="2824022" y="2104575"/>
            <a:ext cx="2295610" cy="1200329"/>
          </a:xfrm>
          <a:prstGeom prst="rect">
            <a:avLst/>
          </a:prstGeom>
          <a:noFill/>
        </p:spPr>
        <p:txBody>
          <a:bodyPr wrap="square" rtlCol="0">
            <a:spAutoFit/>
          </a:bodyPr>
          <a:lstStyle/>
          <a:p>
            <a:pPr lvl="0"/>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여행자계약서 및 개인정보를 꼼꼼히 살펴보시고</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여행자계약서를 동의해주세요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pPr lvl="0"/>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궁금한 점은 아래의 연락처로 문의 주세요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pPr lvl="0"/>
            <a:endPar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lvl="0"/>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문의사항 안내</a:t>
            </a:r>
          </a:p>
          <a:p>
            <a:pPr marL="171450" lvl="0" indent="-171450">
              <a:buFont typeface="Arial" panose="020B0604020202020204" pitchFamily="34" charset="0"/>
              <a:buChar char="•"/>
            </a:pP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담당자</a:t>
            </a:r>
            <a:b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br>
            <a:r>
              <a:rPr lang="ko-KR" altLang="en-US" sz="800" dirty="0" err="1">
                <a:latin typeface="Malgun Gothic Semilight" panose="020B0502040204020203" pitchFamily="50" charset="-127"/>
                <a:ea typeface="Malgun Gothic Semilight" panose="020B0502040204020203" pitchFamily="50" charset="-127"/>
                <a:cs typeface="Malgun Gothic Semilight" panose="020B0502040204020203" pitchFamily="50" charset="-127"/>
              </a:rPr>
              <a:t>나담당</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부서명</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b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br>
            <a:endPar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marL="171450" lvl="0" indent="-171450">
              <a:buFont typeface="Arial" panose="020B0604020202020204" pitchFamily="34" charset="0"/>
              <a:buChar char="•"/>
            </a:pP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전화번호 </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02-0000-0000</a:t>
            </a:r>
          </a:p>
        </p:txBody>
      </p:sp>
      <p:sp>
        <p:nvSpPr>
          <p:cNvPr id="62" name="TextBox 61">
            <a:extLst>
              <a:ext uri="{FF2B5EF4-FFF2-40B4-BE49-F238E27FC236}">
                <a16:creationId xmlns:a16="http://schemas.microsoft.com/office/drawing/2014/main" id="{B45BC975-08DA-4570-BB38-3317D32CDCA2}"/>
              </a:ext>
            </a:extLst>
          </p:cNvPr>
          <p:cNvSpPr txBox="1"/>
          <p:nvPr/>
        </p:nvSpPr>
        <p:spPr>
          <a:xfrm>
            <a:off x="2824022" y="1892589"/>
            <a:ext cx="2295610" cy="246221"/>
          </a:xfrm>
          <a:prstGeom prst="rect">
            <a:avLst/>
          </a:prstGeom>
          <a:noFill/>
        </p:spPr>
        <p:txBody>
          <a:bodyPr wrap="square" rtlCol="0">
            <a:spAutoFit/>
          </a:bodyPr>
          <a:lstStyle/>
          <a:p>
            <a:pPr lvl="0"/>
            <a:r>
              <a:rPr lang="en-US" altLang="ko-KR" sz="10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r>
              <a:rPr lang="ko-KR" altLang="en-US" sz="10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여행자계약서 체결</a:t>
            </a:r>
            <a:r>
              <a:rPr lang="en-US" altLang="ko-KR" sz="10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p:txBody>
      </p:sp>
      <p:sp>
        <p:nvSpPr>
          <p:cNvPr id="63" name="TextBox 62">
            <a:extLst>
              <a:ext uri="{FF2B5EF4-FFF2-40B4-BE49-F238E27FC236}">
                <a16:creationId xmlns:a16="http://schemas.microsoft.com/office/drawing/2014/main" id="{0F13857A-68BD-4FD9-89D9-4CE224FC153C}"/>
              </a:ext>
            </a:extLst>
          </p:cNvPr>
          <p:cNvSpPr txBox="1"/>
          <p:nvPr/>
        </p:nvSpPr>
        <p:spPr>
          <a:xfrm>
            <a:off x="2830468" y="3789040"/>
            <a:ext cx="2295610" cy="246221"/>
          </a:xfrm>
          <a:prstGeom prst="rect">
            <a:avLst/>
          </a:prstGeom>
          <a:noFill/>
        </p:spPr>
        <p:txBody>
          <a:bodyPr wrap="square" rtlCol="0">
            <a:spAutoFit/>
          </a:bodyPr>
          <a:lstStyle/>
          <a:p>
            <a:pPr lvl="0"/>
            <a:r>
              <a:rPr lang="en-US" altLang="ko-KR" sz="10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r>
              <a:rPr lang="ko-KR" altLang="en-US" sz="10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여권사본 등록</a:t>
            </a:r>
            <a:r>
              <a:rPr lang="en-US" altLang="ko-KR" sz="10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p:txBody>
      </p:sp>
      <p:sp>
        <p:nvSpPr>
          <p:cNvPr id="64" name="TextBox 63">
            <a:extLst>
              <a:ext uri="{FF2B5EF4-FFF2-40B4-BE49-F238E27FC236}">
                <a16:creationId xmlns:a16="http://schemas.microsoft.com/office/drawing/2014/main" id="{22AA21F0-77BD-4285-ACD0-712C586C9AE9}"/>
              </a:ext>
            </a:extLst>
          </p:cNvPr>
          <p:cNvSpPr txBox="1"/>
          <p:nvPr/>
        </p:nvSpPr>
        <p:spPr>
          <a:xfrm>
            <a:off x="2814595" y="3980509"/>
            <a:ext cx="2295610" cy="338554"/>
          </a:xfrm>
          <a:prstGeom prst="rect">
            <a:avLst/>
          </a:prstGeom>
          <a:noFill/>
        </p:spPr>
        <p:txBody>
          <a:bodyPr wrap="square" rtlCol="0">
            <a:spAutoFit/>
          </a:bodyPr>
          <a:lstStyle/>
          <a:p>
            <a:pPr lvl="0"/>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%_</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홍길동</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_%</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님 여행 예약 및 준비를 위하여 출발고객님의 여권 사본을 등록해주세요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p:txBody>
      </p:sp>
      <p:sp>
        <p:nvSpPr>
          <p:cNvPr id="65" name="TextBox 64">
            <a:extLst>
              <a:ext uri="{FF2B5EF4-FFF2-40B4-BE49-F238E27FC236}">
                <a16:creationId xmlns:a16="http://schemas.microsoft.com/office/drawing/2014/main" id="{B8EB75B3-6A3D-4996-9270-AE4066AE63A1}"/>
              </a:ext>
            </a:extLst>
          </p:cNvPr>
          <p:cNvSpPr txBox="1"/>
          <p:nvPr/>
        </p:nvSpPr>
        <p:spPr>
          <a:xfrm>
            <a:off x="2830468" y="4335487"/>
            <a:ext cx="2295610" cy="461665"/>
          </a:xfrm>
          <a:prstGeom prst="rect">
            <a:avLst/>
          </a:prstGeom>
          <a:noFill/>
        </p:spPr>
        <p:txBody>
          <a:bodyPr wrap="square" rtlCol="0">
            <a:spAutoFit/>
          </a:bodyPr>
          <a:lstStyle/>
          <a:p>
            <a:pPr lvl="0"/>
            <a:r>
              <a:rPr lang="ko-KR" altLang="en-US" sz="800" b="1" dirty="0">
                <a:solidFill>
                  <a:prstClr val="black"/>
                </a:solidFill>
                <a:latin typeface="나눔고딕" panose="020D0604000000000000" pitchFamily="50" charset="-127"/>
                <a:ea typeface="나눔고딕" panose="020D0604000000000000" pitchFamily="50" charset="-127"/>
              </a:rPr>
              <a:t>여권 등록 현황</a:t>
            </a:r>
            <a:endParaRPr lang="en-US" altLang="ko-KR" sz="800" b="1" dirty="0">
              <a:solidFill>
                <a:prstClr val="black"/>
              </a:solidFill>
              <a:latin typeface="나눔고딕" panose="020D0604000000000000" pitchFamily="50" charset="-127"/>
              <a:ea typeface="나눔고딕" panose="020D0604000000000000" pitchFamily="50" charset="-127"/>
            </a:endParaRPr>
          </a:p>
          <a:p>
            <a:pPr marL="171450" lvl="0" indent="-171450">
              <a:buFont typeface="Arial" panose="020B0604020202020204" pitchFamily="34" charset="0"/>
              <a:buChar char="•"/>
            </a:pPr>
            <a:r>
              <a:rPr lang="ko-KR" altLang="en-US" sz="800" dirty="0">
                <a:solidFill>
                  <a:prstClr val="black"/>
                </a:solidFill>
                <a:latin typeface="나눔고딕" panose="020D0604000000000000" pitchFamily="50" charset="-127"/>
                <a:ea typeface="나눔고딕" panose="020D0604000000000000" pitchFamily="50" charset="-127"/>
              </a:rPr>
              <a:t>여권 등록 고객    </a:t>
            </a:r>
            <a:r>
              <a:rPr lang="en-US" altLang="ko-KR" sz="800" dirty="0">
                <a:solidFill>
                  <a:prstClr val="black"/>
                </a:solidFill>
                <a:latin typeface="나눔고딕" panose="020D0604000000000000" pitchFamily="50" charset="-127"/>
                <a:ea typeface="나눔고딕" panose="020D0604000000000000" pitchFamily="50" charset="-127"/>
              </a:rPr>
              <a:t>: </a:t>
            </a:r>
            <a:r>
              <a:rPr lang="ko-KR" altLang="en-US" sz="800" dirty="0">
                <a:solidFill>
                  <a:prstClr val="black"/>
                </a:solidFill>
                <a:latin typeface="나눔고딕" panose="020D0604000000000000" pitchFamily="50" charset="-127"/>
                <a:ea typeface="나눔고딕" panose="020D0604000000000000" pitchFamily="50" charset="-127"/>
              </a:rPr>
              <a:t>홍길동</a:t>
            </a:r>
            <a:r>
              <a:rPr lang="en-US" altLang="ko-KR" sz="800" dirty="0">
                <a:solidFill>
                  <a:prstClr val="black"/>
                </a:solidFill>
                <a:latin typeface="나눔고딕" panose="020D0604000000000000" pitchFamily="50" charset="-127"/>
                <a:ea typeface="나눔고딕" panose="020D0604000000000000" pitchFamily="50" charset="-127"/>
              </a:rPr>
              <a:t>, </a:t>
            </a:r>
            <a:r>
              <a:rPr lang="ko-KR" altLang="en-US" sz="800" dirty="0" err="1">
                <a:solidFill>
                  <a:prstClr val="black"/>
                </a:solidFill>
                <a:latin typeface="나눔고딕" panose="020D0604000000000000" pitchFamily="50" charset="-127"/>
                <a:ea typeface="나눔고딕" panose="020D0604000000000000" pitchFamily="50" charset="-127"/>
              </a:rPr>
              <a:t>홍자녀</a:t>
            </a:r>
            <a:r>
              <a:rPr lang="en-US" altLang="ko-KR" sz="800" dirty="0">
                <a:solidFill>
                  <a:prstClr val="black"/>
                </a:solidFill>
                <a:latin typeface="나눔고딕" panose="020D0604000000000000" pitchFamily="50" charset="-127"/>
                <a:ea typeface="나눔고딕" panose="020D0604000000000000" pitchFamily="50" charset="-127"/>
              </a:rPr>
              <a:t>, </a:t>
            </a:r>
            <a:r>
              <a:rPr lang="ko-KR" altLang="en-US" sz="800" dirty="0" err="1">
                <a:solidFill>
                  <a:prstClr val="black"/>
                </a:solidFill>
                <a:latin typeface="나눔고딕" panose="020D0604000000000000" pitchFamily="50" charset="-127"/>
                <a:ea typeface="나눔고딕" panose="020D0604000000000000" pitchFamily="50" charset="-127"/>
              </a:rPr>
              <a:t>홍아들</a:t>
            </a:r>
            <a:endParaRPr lang="en-US" altLang="ko-KR" sz="800" dirty="0">
              <a:solidFill>
                <a:prstClr val="black"/>
              </a:solidFill>
              <a:latin typeface="나눔고딕" panose="020D0604000000000000" pitchFamily="50" charset="-127"/>
              <a:ea typeface="나눔고딕" panose="020D0604000000000000" pitchFamily="50" charset="-127"/>
            </a:endParaRPr>
          </a:p>
          <a:p>
            <a:pPr marL="171450" lvl="0" indent="-171450">
              <a:buFont typeface="Arial" panose="020B0604020202020204" pitchFamily="34" charset="0"/>
              <a:buChar char="•"/>
            </a:pPr>
            <a:r>
              <a:rPr lang="ko-KR" altLang="en-US" sz="800" dirty="0">
                <a:solidFill>
                  <a:prstClr val="black"/>
                </a:solidFill>
                <a:latin typeface="나눔고딕" panose="020D0604000000000000" pitchFamily="50" charset="-127"/>
                <a:ea typeface="나눔고딕" panose="020D0604000000000000" pitchFamily="50" charset="-127"/>
              </a:rPr>
              <a:t>여권 미등록 고객 </a:t>
            </a:r>
            <a:r>
              <a:rPr lang="en-US" altLang="ko-KR" sz="800" dirty="0">
                <a:solidFill>
                  <a:prstClr val="black"/>
                </a:solidFill>
                <a:latin typeface="나눔고딕" panose="020D0604000000000000" pitchFamily="50" charset="-127"/>
                <a:ea typeface="나눔고딕" panose="020D0604000000000000" pitchFamily="50" charset="-127"/>
              </a:rPr>
              <a:t>: </a:t>
            </a:r>
            <a:r>
              <a:rPr lang="ko-KR" altLang="en-US" sz="800" dirty="0">
                <a:solidFill>
                  <a:prstClr val="black"/>
                </a:solidFill>
                <a:latin typeface="나눔고딕" panose="020D0604000000000000" pitchFamily="50" charset="-127"/>
                <a:ea typeface="나눔고딕" panose="020D0604000000000000" pitchFamily="50" charset="-127"/>
              </a:rPr>
              <a:t>이아내</a:t>
            </a:r>
            <a:r>
              <a:rPr lang="en-US" altLang="ko-KR" sz="800" dirty="0">
                <a:solidFill>
                  <a:prstClr val="black"/>
                </a:solidFill>
                <a:latin typeface="나눔고딕" panose="020D0604000000000000" pitchFamily="50" charset="-127"/>
                <a:ea typeface="나눔고딕" panose="020D0604000000000000" pitchFamily="50" charset="-127"/>
              </a:rPr>
              <a:t>, </a:t>
            </a:r>
            <a:r>
              <a:rPr lang="ko-KR" altLang="en-US" sz="800" dirty="0" err="1">
                <a:solidFill>
                  <a:prstClr val="black"/>
                </a:solidFill>
                <a:latin typeface="나눔고딕" panose="020D0604000000000000" pitchFamily="50" charset="-127"/>
                <a:ea typeface="나눔고딕" panose="020D0604000000000000" pitchFamily="50" charset="-127"/>
              </a:rPr>
              <a:t>홍둘째</a:t>
            </a:r>
            <a:endParaRPr lang="en-US" altLang="ko-KR" sz="800" dirty="0">
              <a:solidFill>
                <a:prstClr val="black"/>
              </a:solidFill>
              <a:latin typeface="나눔고딕" panose="020D0604000000000000" pitchFamily="50" charset="-127"/>
              <a:ea typeface="나눔고딕" panose="020D0604000000000000" pitchFamily="50" charset="-127"/>
            </a:endParaRPr>
          </a:p>
        </p:txBody>
      </p:sp>
      <p:cxnSp>
        <p:nvCxnSpPr>
          <p:cNvPr id="66" name="직선 연결선 65">
            <a:extLst>
              <a:ext uri="{FF2B5EF4-FFF2-40B4-BE49-F238E27FC236}">
                <a16:creationId xmlns:a16="http://schemas.microsoft.com/office/drawing/2014/main" id="{BF453D3C-35D5-4A35-815E-CDEE8CDB2A43}"/>
              </a:ext>
            </a:extLst>
          </p:cNvPr>
          <p:cNvCxnSpPr/>
          <p:nvPr/>
        </p:nvCxnSpPr>
        <p:spPr>
          <a:xfrm>
            <a:off x="2826270" y="1844824"/>
            <a:ext cx="2289600" cy="0"/>
          </a:xfrm>
          <a:prstGeom prst="line">
            <a:avLst/>
          </a:prstGeom>
          <a:noFill/>
          <a:ln>
            <a:solidFill>
              <a:schemeClr val="bg1">
                <a:lumMod val="75000"/>
              </a:schemeClr>
            </a:solidFill>
          </a:ln>
        </p:spPr>
      </p:cxnSp>
      <p:sp>
        <p:nvSpPr>
          <p:cNvPr id="67" name="타원 118">
            <a:extLst>
              <a:ext uri="{FF2B5EF4-FFF2-40B4-BE49-F238E27FC236}">
                <a16:creationId xmlns:a16="http://schemas.microsoft.com/office/drawing/2014/main" id="{10BFC81B-F607-41E0-96A8-93F3FE3BE088}"/>
              </a:ext>
            </a:extLst>
          </p:cNvPr>
          <p:cNvSpPr/>
          <p:nvPr/>
        </p:nvSpPr>
        <p:spPr>
          <a:xfrm>
            <a:off x="2719659" y="107178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68" name="타원 118">
            <a:extLst>
              <a:ext uri="{FF2B5EF4-FFF2-40B4-BE49-F238E27FC236}">
                <a16:creationId xmlns:a16="http://schemas.microsoft.com/office/drawing/2014/main" id="{9801344E-700B-4DBA-B8EF-B8E2FA45F0FA}"/>
              </a:ext>
            </a:extLst>
          </p:cNvPr>
          <p:cNvSpPr/>
          <p:nvPr/>
        </p:nvSpPr>
        <p:spPr>
          <a:xfrm>
            <a:off x="2672557" y="1484784"/>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69" name="타원 118">
            <a:extLst>
              <a:ext uri="{FF2B5EF4-FFF2-40B4-BE49-F238E27FC236}">
                <a16:creationId xmlns:a16="http://schemas.microsoft.com/office/drawing/2014/main" id="{1248AB02-357B-4127-A266-767B403D840F}"/>
              </a:ext>
            </a:extLst>
          </p:cNvPr>
          <p:cNvSpPr/>
          <p:nvPr/>
        </p:nvSpPr>
        <p:spPr>
          <a:xfrm>
            <a:off x="2672557" y="1916017"/>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3</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70" name="타원 118">
            <a:extLst>
              <a:ext uri="{FF2B5EF4-FFF2-40B4-BE49-F238E27FC236}">
                <a16:creationId xmlns:a16="http://schemas.microsoft.com/office/drawing/2014/main" id="{D3B205FA-6968-4683-BAFA-1B86F3E4A63C}"/>
              </a:ext>
            </a:extLst>
          </p:cNvPr>
          <p:cNvSpPr/>
          <p:nvPr/>
        </p:nvSpPr>
        <p:spPr>
          <a:xfrm>
            <a:off x="5023915" y="3284984"/>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3-1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71" name="타원 118">
            <a:extLst>
              <a:ext uri="{FF2B5EF4-FFF2-40B4-BE49-F238E27FC236}">
                <a16:creationId xmlns:a16="http://schemas.microsoft.com/office/drawing/2014/main" id="{B9399A52-5CBD-4F71-B2E6-86315E293D5E}"/>
              </a:ext>
            </a:extLst>
          </p:cNvPr>
          <p:cNvSpPr/>
          <p:nvPr/>
        </p:nvSpPr>
        <p:spPr>
          <a:xfrm>
            <a:off x="5023915" y="4861127"/>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4-2</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72" name="타원 118">
            <a:extLst>
              <a:ext uri="{FF2B5EF4-FFF2-40B4-BE49-F238E27FC236}">
                <a16:creationId xmlns:a16="http://schemas.microsoft.com/office/drawing/2014/main" id="{90DF0E56-97E9-4B5B-B4E1-F88DC0CF2E08}"/>
              </a:ext>
            </a:extLst>
          </p:cNvPr>
          <p:cNvSpPr/>
          <p:nvPr/>
        </p:nvSpPr>
        <p:spPr>
          <a:xfrm>
            <a:off x="2672557" y="3789040"/>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4</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73" name="타원 118">
            <a:extLst>
              <a:ext uri="{FF2B5EF4-FFF2-40B4-BE49-F238E27FC236}">
                <a16:creationId xmlns:a16="http://schemas.microsoft.com/office/drawing/2014/main" id="{9D89544C-F512-4014-9675-14BDAD17A74C}"/>
              </a:ext>
            </a:extLst>
          </p:cNvPr>
          <p:cNvSpPr/>
          <p:nvPr/>
        </p:nvSpPr>
        <p:spPr>
          <a:xfrm>
            <a:off x="2672557" y="4474840"/>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4-1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Tree>
    <p:extLst>
      <p:ext uri="{BB962C8B-B14F-4D97-AF65-F5344CB8AC3E}">
        <p14:creationId xmlns:p14="http://schemas.microsoft.com/office/powerpoint/2010/main" val="1084641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5EF60A3-2310-4153-9E83-F12BDCE7A965}"/>
              </a:ext>
            </a:extLst>
          </p:cNvPr>
          <p:cNvSpPr txBox="1"/>
          <p:nvPr/>
        </p:nvSpPr>
        <p:spPr>
          <a:xfrm>
            <a:off x="229380" y="2367352"/>
            <a:ext cx="8468036" cy="584775"/>
          </a:xfrm>
          <a:prstGeom prst="rect">
            <a:avLst/>
          </a:prstGeom>
          <a:noFill/>
        </p:spPr>
        <p:txBody>
          <a:bodyPr wrap="square" rtlCol="0">
            <a:spAutoFit/>
          </a:bodyPr>
          <a:lstStyle/>
          <a:p>
            <a:r>
              <a:rPr lang="en-US" altLang="ko-KR" sz="3200" b="1" dirty="0" err="1">
                <a:solidFill>
                  <a:schemeClr val="tx1">
                    <a:lumMod val="65000"/>
                    <a:lumOff val="35000"/>
                  </a:schemeClr>
                </a:solidFill>
                <a:latin typeface="+mn-ea"/>
                <a:ea typeface="+mn-ea"/>
              </a:rPr>
              <a:t>CUVE</a:t>
            </a:r>
            <a:r>
              <a:rPr lang="en-US" altLang="ko-KR" sz="3200" b="1" dirty="0">
                <a:solidFill>
                  <a:schemeClr val="tx1">
                    <a:lumMod val="65000"/>
                    <a:lumOff val="35000"/>
                  </a:schemeClr>
                </a:solidFill>
                <a:latin typeface="+mn-ea"/>
                <a:ea typeface="+mn-ea"/>
              </a:rPr>
              <a:t>_</a:t>
            </a:r>
            <a:r>
              <a:rPr lang="ko-KR" altLang="en-US" sz="3200" b="1" dirty="0">
                <a:solidFill>
                  <a:schemeClr val="tx1">
                    <a:lumMod val="65000"/>
                    <a:lumOff val="35000"/>
                  </a:schemeClr>
                </a:solidFill>
                <a:latin typeface="+mn-ea"/>
                <a:ea typeface="+mn-ea"/>
              </a:rPr>
              <a:t>결제완료 </a:t>
            </a:r>
            <a:r>
              <a:rPr lang="en-US" altLang="ko-KR" sz="3200" b="1" dirty="0">
                <a:solidFill>
                  <a:schemeClr val="tx1">
                    <a:lumMod val="65000"/>
                    <a:lumOff val="35000"/>
                  </a:schemeClr>
                </a:solidFill>
                <a:latin typeface="+mn-ea"/>
                <a:ea typeface="+mn-ea"/>
              </a:rPr>
              <a:t>~ </a:t>
            </a:r>
            <a:r>
              <a:rPr lang="ko-KR" altLang="en-US" sz="3200" b="1" dirty="0">
                <a:solidFill>
                  <a:schemeClr val="tx1">
                    <a:lumMod val="65000"/>
                    <a:lumOff val="35000"/>
                  </a:schemeClr>
                </a:solidFill>
                <a:latin typeface="+mn-ea"/>
                <a:ea typeface="+mn-ea"/>
              </a:rPr>
              <a:t>출발당일</a:t>
            </a:r>
            <a:endParaRPr lang="ko-KR" altLang="en-US" sz="1200" b="1" dirty="0">
              <a:solidFill>
                <a:schemeClr val="tx1">
                  <a:lumMod val="65000"/>
                  <a:lumOff val="35000"/>
                </a:schemeClr>
              </a:solidFill>
              <a:latin typeface="+mn-ea"/>
              <a:ea typeface="+mn-ea"/>
            </a:endParaRPr>
          </a:p>
        </p:txBody>
      </p:sp>
      <p:cxnSp>
        <p:nvCxnSpPr>
          <p:cNvPr id="5" name="직선 연결선[R] 7">
            <a:extLst>
              <a:ext uri="{FF2B5EF4-FFF2-40B4-BE49-F238E27FC236}">
                <a16:creationId xmlns:a16="http://schemas.microsoft.com/office/drawing/2014/main" id="{921E3EA9-5200-4ADD-883A-3CED9D4728D1}"/>
              </a:ext>
            </a:extLst>
          </p:cNvPr>
          <p:cNvCxnSpPr>
            <a:cxnSpLocks/>
          </p:cNvCxnSpPr>
          <p:nvPr/>
        </p:nvCxnSpPr>
        <p:spPr>
          <a:xfrm>
            <a:off x="272480" y="3068960"/>
            <a:ext cx="890830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9369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사각형: 둥근 모서리 180">
            <a:extLst>
              <a:ext uri="{FF2B5EF4-FFF2-40B4-BE49-F238E27FC236}">
                <a16:creationId xmlns:a16="http://schemas.microsoft.com/office/drawing/2014/main" id="{1C20C3C8-B422-4356-BDD6-2FD3F31056E8}"/>
              </a:ext>
            </a:extLst>
          </p:cNvPr>
          <p:cNvSpPr/>
          <p:nvPr/>
        </p:nvSpPr>
        <p:spPr>
          <a:xfrm>
            <a:off x="499217" y="5588621"/>
            <a:ext cx="1995688" cy="364067"/>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0" bIns="0" rtlCol="0" anchor="ctr"/>
          <a:lstStyle/>
          <a:p>
            <a:pPr lvl="0" algn="ctr"/>
            <a:r>
              <a:rPr lang="ko-KR" altLang="en-US" sz="800" dirty="0">
                <a:solidFill>
                  <a:schemeClr val="tx1"/>
                </a:solidFill>
              </a:rPr>
              <a:t>홍길동님 예약내용을 </a:t>
            </a:r>
            <a:endParaRPr lang="en-US" altLang="ko-KR" sz="800" dirty="0">
              <a:solidFill>
                <a:schemeClr val="tx1"/>
              </a:solidFill>
            </a:endParaRPr>
          </a:p>
          <a:p>
            <a:pPr lvl="0" algn="ctr"/>
            <a:r>
              <a:rPr lang="ko-KR" altLang="en-US" sz="800" dirty="0">
                <a:solidFill>
                  <a:schemeClr val="tx1"/>
                </a:solidFill>
              </a:rPr>
              <a:t>살펴보세요</a:t>
            </a:r>
            <a:endParaRPr lang="en-US" altLang="ko-KR" sz="800" dirty="0">
              <a:solidFill>
                <a:schemeClr val="tx1"/>
              </a:solidFill>
            </a:endParaRPr>
          </a:p>
        </p:txBody>
      </p:sp>
      <p:graphicFrame>
        <p:nvGraphicFramePr>
          <p:cNvPr id="104" name="표 103">
            <a:extLst>
              <a:ext uri="{FF2B5EF4-FFF2-40B4-BE49-F238E27FC236}">
                <a16:creationId xmlns:a16="http://schemas.microsoft.com/office/drawing/2014/main" id="{5ECBE90A-3E43-4B22-A23E-74563FDEF54B}"/>
              </a:ext>
            </a:extLst>
          </p:cNvPr>
          <p:cNvGraphicFramePr>
            <a:graphicFrameLocks noGrp="1"/>
          </p:cNvGraphicFramePr>
          <p:nvPr>
            <p:extLst>
              <p:ext uri="{D42A27DB-BD31-4B8C-83A1-F6EECF244321}">
                <p14:modId xmlns:p14="http://schemas.microsoft.com/office/powerpoint/2010/main" val="1283250114"/>
              </p:ext>
            </p:extLst>
          </p:nvPr>
        </p:nvGraphicFramePr>
        <p:xfrm>
          <a:off x="7791532" y="556096"/>
          <a:ext cx="2046688" cy="4241960"/>
        </p:xfrm>
        <a:graphic>
          <a:graphicData uri="http://schemas.openxmlformats.org/drawingml/2006/table">
            <a:tbl>
              <a:tblPr/>
              <a:tblGrid>
                <a:gridCol w="216846">
                  <a:extLst>
                    <a:ext uri="{9D8B030D-6E8A-4147-A177-3AD203B41FA5}">
                      <a16:colId xmlns:a16="http://schemas.microsoft.com/office/drawing/2014/main" val="877983187"/>
                    </a:ext>
                  </a:extLst>
                </a:gridCol>
                <a:gridCol w="1829842">
                  <a:extLst>
                    <a:ext uri="{9D8B030D-6E8A-4147-A177-3AD203B41FA5}">
                      <a16:colId xmlns:a16="http://schemas.microsoft.com/office/drawing/2014/main" val="3543648088"/>
                    </a:ext>
                  </a:extLst>
                </a:gridCol>
              </a:tblGrid>
              <a:tr h="264331">
                <a:tc gridSpan="2">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mn-ea"/>
                          <a:ea typeface="+mn-ea"/>
                        </a:rPr>
                        <a:t>Description</a:t>
                      </a:r>
                      <a:endParaRPr kumimoji="1" lang="ko-KR" altLang="en-US" sz="700" b="1"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40511496"/>
                  </a:ext>
                </a:extLst>
              </a:tr>
              <a:tr h="252000">
                <a:tc gridSpan="2">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latinLnBrk="1"/>
                      <a:endParaRPr lang="ko-KR" altLang="en-US"/>
                    </a:p>
                  </a:txBody>
                  <a:tcPr/>
                </a:tc>
                <a:extLst>
                  <a:ext uri="{0D108BD9-81ED-4DB2-BD59-A6C34878D82A}">
                    <a16:rowId xmlns:a16="http://schemas.microsoft.com/office/drawing/2014/main" val="566744085"/>
                  </a:ext>
                </a:extLst>
              </a:tr>
              <a:tr h="252000">
                <a:tc>
                  <a:txBody>
                    <a:bodyPr/>
                    <a:lstStyle/>
                    <a:p>
                      <a:pPr algn="ctr"/>
                      <a:r>
                        <a:rPr lang="en-US" altLang="ko-KR" sz="700" dirty="0"/>
                        <a:t>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rPr>
                        <a:t>1 : </a:t>
                      </a:r>
                      <a:r>
                        <a:rPr kumimoji="1" lang="ko-KR" altLang="en-US" sz="700" b="0" i="0" u="none" strike="noStrike" cap="none" normalizeH="0" baseline="0" dirty="0">
                          <a:ln>
                            <a:noFill/>
                          </a:ln>
                          <a:solidFill>
                            <a:schemeClr val="tx1"/>
                          </a:solidFill>
                          <a:effectLst/>
                          <a:latin typeface="+mn-ea"/>
                          <a:ea typeface="+mn-ea"/>
                        </a:rPr>
                        <a:t>예약상품의 출발시각이 </a:t>
                      </a:r>
                      <a:r>
                        <a:rPr kumimoji="1" lang="en-US" altLang="ko-KR" sz="700" b="0" i="0" u="none" strike="noStrike" cap="none" normalizeH="0" baseline="0" dirty="0">
                          <a:ln>
                            <a:noFill/>
                          </a:ln>
                          <a:solidFill>
                            <a:schemeClr val="tx1"/>
                          </a:solidFill>
                          <a:effectLst/>
                          <a:latin typeface="+mn-ea"/>
                          <a:ea typeface="+mn-ea"/>
                        </a:rPr>
                        <a:t>24</a:t>
                      </a:r>
                      <a:r>
                        <a:rPr kumimoji="1" lang="ko-KR" altLang="en-US" sz="700" b="0" i="0" u="none" strike="noStrike" cap="none" normalizeH="0" baseline="0" dirty="0">
                          <a:ln>
                            <a:noFill/>
                          </a:ln>
                          <a:solidFill>
                            <a:schemeClr val="tx1"/>
                          </a:solidFill>
                          <a:effectLst/>
                          <a:latin typeface="+mn-ea"/>
                          <a:ea typeface="+mn-ea"/>
                        </a:rPr>
                        <a:t>시간 이전의 시간일 경우 노출</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rPr>
                        <a:t>1-1 : </a:t>
                      </a:r>
                      <a:r>
                        <a:rPr kumimoji="1" lang="ko-KR" altLang="en-US" sz="700" b="0" i="0" u="none" strike="noStrike" cap="none" normalizeH="0" baseline="0" dirty="0">
                          <a:ln>
                            <a:noFill/>
                          </a:ln>
                          <a:solidFill>
                            <a:schemeClr val="tx1"/>
                          </a:solidFill>
                          <a:effectLst/>
                          <a:latin typeface="+mn-ea"/>
                          <a:ea typeface="+mn-ea"/>
                        </a:rPr>
                        <a:t>예약상품의 </a:t>
                      </a:r>
                      <a:r>
                        <a:rPr kumimoji="1" lang="ko-KR" altLang="en-US" sz="700" b="0" i="0" u="none" strike="noStrike" cap="none" normalizeH="0" baseline="0" dirty="0" err="1">
                          <a:ln>
                            <a:noFill/>
                          </a:ln>
                          <a:solidFill>
                            <a:schemeClr val="tx1"/>
                          </a:solidFill>
                          <a:effectLst/>
                          <a:latin typeface="+mn-ea"/>
                          <a:ea typeface="+mn-ea"/>
                        </a:rPr>
                        <a:t>출박</a:t>
                      </a:r>
                      <a:r>
                        <a:rPr kumimoji="1" lang="ko-KR" altLang="en-US" sz="700" b="0" i="0" u="none" strike="noStrike" cap="none" normalizeH="0" baseline="0" dirty="0">
                          <a:ln>
                            <a:noFill/>
                          </a:ln>
                          <a:solidFill>
                            <a:schemeClr val="tx1"/>
                          </a:solidFill>
                          <a:effectLst/>
                          <a:latin typeface="+mn-ea"/>
                          <a:ea typeface="+mn-ea"/>
                        </a:rPr>
                        <a:t> 시각이 </a:t>
                      </a:r>
                      <a:r>
                        <a:rPr kumimoji="1" lang="en-US" altLang="ko-KR" sz="700" b="0" i="0" u="none" strike="noStrike" cap="none" normalizeH="0" baseline="0" dirty="0">
                          <a:ln>
                            <a:noFill/>
                          </a:ln>
                          <a:solidFill>
                            <a:schemeClr val="tx1"/>
                          </a:solidFill>
                          <a:effectLst/>
                          <a:latin typeface="+mn-ea"/>
                          <a:ea typeface="+mn-ea"/>
                        </a:rPr>
                        <a:t>24</a:t>
                      </a:r>
                      <a:r>
                        <a:rPr kumimoji="1" lang="ko-KR" altLang="en-US" sz="700" b="0" i="0" u="none" strike="noStrike" cap="none" normalizeH="0" baseline="0" dirty="0">
                          <a:ln>
                            <a:noFill/>
                          </a:ln>
                          <a:solidFill>
                            <a:schemeClr val="tx1"/>
                          </a:solidFill>
                          <a:effectLst/>
                          <a:latin typeface="+mn-ea"/>
                          <a:ea typeface="+mn-ea"/>
                        </a:rPr>
                        <a:t>시간 이내일 경우 노출</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54734413"/>
                  </a:ext>
                </a:extLst>
              </a:tr>
              <a:tr h="317241">
                <a:tc>
                  <a:txBody>
                    <a:bodyPr/>
                    <a:lstStyle/>
                    <a:p>
                      <a:pPr algn="ctr"/>
                      <a:r>
                        <a:rPr lang="en-US" altLang="ko-KR" sz="700" dirty="0"/>
                        <a:t>2</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출발시각과 현시점 비교에 따라 분기노출</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600405226"/>
                  </a:ext>
                </a:extLst>
              </a:tr>
              <a:tr h="252000">
                <a:tc>
                  <a:txBody>
                    <a:bodyPr/>
                    <a:lstStyle/>
                    <a:p>
                      <a:pPr algn="ctr"/>
                      <a:r>
                        <a:rPr lang="en-US" altLang="ko-KR" sz="700" dirty="0"/>
                        <a:t>3</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출발시각과 현시점 비교에 따라 분기노출</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575881690"/>
                  </a:ext>
                </a:extLst>
              </a:tr>
              <a:tr h="252000">
                <a:tc>
                  <a:txBody>
                    <a:bodyPr/>
                    <a:lstStyle/>
                    <a:p>
                      <a:pPr algn="ctr"/>
                      <a:r>
                        <a:rPr lang="en-US" altLang="ko-KR" sz="700" dirty="0"/>
                        <a:t>4</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ko-KR" altLang="en-US" sz="700" b="0" i="0" u="none" strike="noStrike" cap="none" normalizeH="0" baseline="0" dirty="0">
                          <a:ln>
                            <a:noFill/>
                          </a:ln>
                          <a:solidFill>
                            <a:schemeClr val="tx1"/>
                          </a:solidFill>
                          <a:effectLst/>
                          <a:latin typeface="+mn-ea"/>
                          <a:ea typeface="+mn-ea"/>
                        </a:rPr>
                        <a:t>터치 시 </a:t>
                      </a:r>
                      <a:r>
                        <a:rPr kumimoji="1" lang="en-US" altLang="ko-KR" sz="700" b="0" i="0" u="none" strike="noStrike" cap="none" normalizeH="0" baseline="0" dirty="0">
                          <a:ln>
                            <a:noFill/>
                          </a:ln>
                          <a:solidFill>
                            <a:schemeClr val="tx1"/>
                          </a:solidFill>
                          <a:effectLst/>
                          <a:latin typeface="+mn-ea"/>
                          <a:ea typeface="+mn-ea"/>
                        </a:rPr>
                        <a:t>“</a:t>
                      </a:r>
                      <a:r>
                        <a:rPr lang="ko-KR" altLang="en-US" sz="700" dirty="0"/>
                        <a:t>마이페이지</a:t>
                      </a:r>
                      <a:r>
                        <a:rPr lang="en-US" altLang="ko-KR" sz="700" dirty="0"/>
                        <a:t>_</a:t>
                      </a:r>
                      <a:r>
                        <a:rPr lang="ko-KR" altLang="en-US" sz="700" dirty="0" err="1"/>
                        <a:t>마이트래블가이드</a:t>
                      </a:r>
                      <a:r>
                        <a:rPr lang="en-US" altLang="ko-KR" sz="700" dirty="0"/>
                        <a:t>_</a:t>
                      </a:r>
                      <a:r>
                        <a:rPr lang="ko-KR" altLang="en-US" sz="700" dirty="0"/>
                        <a:t>여행준비</a:t>
                      </a:r>
                      <a:r>
                        <a:rPr kumimoji="1" lang="en-US" altLang="ko-KR" sz="700" b="0" i="0" u="none" strike="noStrike" cap="none" normalizeH="0" baseline="0" dirty="0">
                          <a:ln>
                            <a:noFill/>
                          </a:ln>
                          <a:solidFill>
                            <a:schemeClr val="tx1"/>
                          </a:solidFill>
                          <a:effectLst/>
                          <a:latin typeface="+mn-ea"/>
                          <a:ea typeface="+mn-ea"/>
                        </a:rPr>
                        <a:t>” (</a:t>
                      </a:r>
                      <a:r>
                        <a:rPr lang="en-US" altLang="ko-KR" sz="700" dirty="0" err="1"/>
                        <a:t>DE_SL_MY_145</a:t>
                      </a: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화면으로 이동</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929205908"/>
                  </a:ext>
                </a:extLst>
              </a:tr>
              <a:tr h="252000">
                <a:tc>
                  <a:txBody>
                    <a:bodyPr/>
                    <a:lstStyle/>
                    <a:p>
                      <a:pPr algn="ctr"/>
                      <a:r>
                        <a:rPr lang="en-US" altLang="ko-KR" sz="700" dirty="0"/>
                        <a:t>5</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터치 시 </a:t>
                      </a:r>
                      <a:r>
                        <a:rPr kumimoji="1" lang="en-US" altLang="ko-KR" sz="700" b="0" i="0" u="none" strike="noStrike" cap="none" normalizeH="0" baseline="0" dirty="0">
                          <a:ln>
                            <a:noFill/>
                          </a:ln>
                          <a:solidFill>
                            <a:schemeClr val="tx1"/>
                          </a:solidFill>
                          <a:effectLst/>
                          <a:latin typeface="+mn-ea"/>
                          <a:ea typeface="+mn-ea"/>
                        </a:rPr>
                        <a:t>“</a:t>
                      </a:r>
                      <a:r>
                        <a:rPr kumimoji="1" lang="ko-KR" altLang="en-US" sz="700" b="0" i="0" u="none" strike="noStrike" cap="none" normalizeH="0" baseline="0" dirty="0">
                          <a:ln>
                            <a:noFill/>
                          </a:ln>
                          <a:solidFill>
                            <a:schemeClr val="tx1"/>
                          </a:solidFill>
                          <a:effectLst/>
                          <a:latin typeface="+mn-ea"/>
                          <a:ea typeface="+mn-ea"/>
                        </a:rPr>
                        <a:t>마이페이지</a:t>
                      </a:r>
                      <a:r>
                        <a:rPr kumimoji="1" lang="en-US" altLang="ko-KR" sz="700" b="0" i="0" u="none" strike="noStrike" cap="none" normalizeH="0" baseline="0" dirty="0">
                          <a:ln>
                            <a:noFill/>
                          </a:ln>
                          <a:solidFill>
                            <a:schemeClr val="tx1"/>
                          </a:solidFill>
                          <a:effectLst/>
                          <a:latin typeface="+mn-ea"/>
                          <a:ea typeface="+mn-ea"/>
                        </a:rPr>
                        <a:t>_</a:t>
                      </a:r>
                      <a:r>
                        <a:rPr kumimoji="1" lang="ko-KR" altLang="en-US" sz="700" b="0" i="0" u="none" strike="noStrike" cap="none" normalizeH="0" baseline="0" dirty="0" err="1">
                          <a:ln>
                            <a:noFill/>
                          </a:ln>
                          <a:solidFill>
                            <a:schemeClr val="tx1"/>
                          </a:solidFill>
                          <a:effectLst/>
                          <a:latin typeface="+mn-ea"/>
                          <a:ea typeface="+mn-ea"/>
                        </a:rPr>
                        <a:t>마이트래블가이드</a:t>
                      </a:r>
                      <a:r>
                        <a:rPr kumimoji="1" lang="en-US" altLang="ko-KR" sz="700" b="0" i="0" u="none" strike="noStrike" cap="none" normalizeH="0" baseline="0" dirty="0">
                          <a:ln>
                            <a:noFill/>
                          </a:ln>
                          <a:solidFill>
                            <a:schemeClr val="tx1"/>
                          </a:solidFill>
                          <a:effectLst/>
                          <a:latin typeface="+mn-ea"/>
                          <a:ea typeface="+mn-ea"/>
                        </a:rPr>
                        <a:t>_</a:t>
                      </a:r>
                      <a:r>
                        <a:rPr kumimoji="1" lang="ko-KR" altLang="en-US" sz="700" b="0" i="0" u="none" strike="noStrike" cap="none" normalizeH="0" baseline="0" dirty="0">
                          <a:ln>
                            <a:noFill/>
                          </a:ln>
                          <a:solidFill>
                            <a:schemeClr val="tx1"/>
                          </a:solidFill>
                          <a:effectLst/>
                          <a:latin typeface="+mn-ea"/>
                          <a:ea typeface="+mn-ea"/>
                        </a:rPr>
                        <a:t>여행출발</a:t>
                      </a:r>
                      <a:r>
                        <a:rPr kumimoji="1" lang="en-US" altLang="ko-KR" sz="700" b="0" i="0" u="none" strike="noStrike" cap="none" normalizeH="0" baseline="0" dirty="0">
                          <a:ln>
                            <a:noFill/>
                          </a:ln>
                          <a:solidFill>
                            <a:schemeClr val="tx1"/>
                          </a:solidFill>
                          <a:effectLst/>
                          <a:latin typeface="+mn-ea"/>
                          <a:ea typeface="+mn-ea"/>
                        </a:rPr>
                        <a:t>” (</a:t>
                      </a:r>
                      <a:r>
                        <a:rPr kumimoji="1" lang="en-US" altLang="ko-KR" sz="700" b="0" i="0" u="none" strike="noStrike" cap="none" normalizeH="0" baseline="0" dirty="0" err="1">
                          <a:ln>
                            <a:noFill/>
                          </a:ln>
                          <a:solidFill>
                            <a:schemeClr val="tx1"/>
                          </a:solidFill>
                          <a:effectLst/>
                          <a:latin typeface="+mn-ea"/>
                          <a:ea typeface="+mn-ea"/>
                        </a:rPr>
                        <a:t>DE_SL_MY_151</a:t>
                      </a: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화면으로 이동</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174393987"/>
                  </a:ext>
                </a:extLst>
              </a:tr>
              <a:tr h="252000">
                <a:tc>
                  <a:txBody>
                    <a:bodyPr/>
                    <a:lstStyle/>
                    <a:p>
                      <a:pPr algn="ctr"/>
                      <a:r>
                        <a:rPr lang="en-US" altLang="ko-KR" sz="700" dirty="0"/>
                        <a:t>6</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986106794"/>
                  </a:ext>
                </a:extLst>
              </a:tr>
              <a:tr h="252000">
                <a:tc>
                  <a:txBody>
                    <a:bodyPr/>
                    <a:lstStyle/>
                    <a:p>
                      <a:pPr algn="ctr"/>
                      <a:r>
                        <a:rPr lang="en-US" altLang="ko-KR" sz="700" dirty="0"/>
                        <a:t>7</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382451967"/>
                  </a:ext>
                </a:extLst>
              </a:tr>
              <a:tr h="252000">
                <a:tc>
                  <a:txBody>
                    <a:bodyPr/>
                    <a:lstStyle/>
                    <a:p>
                      <a:pPr algn="ctr"/>
                      <a:r>
                        <a:rPr lang="en-US" altLang="ko-KR" sz="700" dirty="0"/>
                        <a:t>8</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801369225"/>
                  </a:ext>
                </a:extLst>
              </a:tr>
              <a:tr h="252000">
                <a:tc>
                  <a:txBody>
                    <a:bodyPr/>
                    <a:lstStyle/>
                    <a:p>
                      <a:pPr algn="ctr"/>
                      <a:r>
                        <a:rPr lang="en-US" altLang="ko-KR" sz="700" dirty="0"/>
                        <a:t>9</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87350180"/>
                  </a:ext>
                </a:extLst>
              </a:tr>
              <a:tr h="252000">
                <a:tc>
                  <a:txBody>
                    <a:bodyPr/>
                    <a:lstStyle/>
                    <a:p>
                      <a:pPr algn="ctr"/>
                      <a:r>
                        <a:rPr lang="en-US" altLang="ko-KR" sz="700" dirty="0"/>
                        <a:t>10</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893561366"/>
                  </a:ext>
                </a:extLst>
              </a:tr>
              <a:tr h="252000">
                <a:tc>
                  <a:txBody>
                    <a:bodyPr/>
                    <a:lstStyle/>
                    <a:p>
                      <a:pPr algn="ctr"/>
                      <a:r>
                        <a:rPr lang="en-US" altLang="ko-KR" sz="700" dirty="0"/>
                        <a:t>11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120464130"/>
                  </a:ext>
                </a:extLst>
              </a:tr>
              <a:tr h="257465">
                <a:tc gridSpan="2">
                  <a:txBody>
                    <a:bodyPr/>
                    <a:lstStyle/>
                    <a:p>
                      <a:pPr algn="ctr"/>
                      <a:endParaRPr lang="ko-KR" altLang="en-US" sz="700" b="1"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827257165"/>
                  </a:ext>
                </a:extLst>
              </a:tr>
              <a:tr h="257465">
                <a:tc gridSpan="2">
                  <a:txBody>
                    <a:bodyPr/>
                    <a:lstStyle/>
                    <a:p>
                      <a:endParaRPr lang="en-US" altLang="ko-KR"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32757063"/>
                  </a:ext>
                </a:extLst>
              </a:tr>
            </a:tbl>
          </a:graphicData>
        </a:graphic>
      </p:graphicFrame>
      <p:sp>
        <p:nvSpPr>
          <p:cNvPr id="2" name="텍스트 개체 틀 1">
            <a:extLst>
              <a:ext uri="{FF2B5EF4-FFF2-40B4-BE49-F238E27FC236}">
                <a16:creationId xmlns:a16="http://schemas.microsoft.com/office/drawing/2014/main" id="{6352FB64-C8C6-4D72-B120-BC94F211760C}"/>
              </a:ext>
            </a:extLst>
          </p:cNvPr>
          <p:cNvSpPr>
            <a:spLocks noGrp="1"/>
          </p:cNvSpPr>
          <p:nvPr>
            <p:ph type="body" sz="quarter" idx="10"/>
          </p:nvPr>
        </p:nvSpPr>
        <p:spPr/>
        <p:txBody>
          <a:bodyPr/>
          <a:lstStyle/>
          <a:p>
            <a:r>
              <a:rPr lang="en-US" altLang="ko-KR" dirty="0"/>
              <a:t>CUBE_</a:t>
            </a:r>
            <a:r>
              <a:rPr lang="ko-KR" altLang="en-US" dirty="0" err="1"/>
              <a:t>마이트래블가이드</a:t>
            </a:r>
            <a:r>
              <a:rPr lang="ko-KR" altLang="en-US" dirty="0"/>
              <a:t> </a:t>
            </a:r>
            <a:endParaRPr lang="en-US" altLang="ko-KR" dirty="0"/>
          </a:p>
        </p:txBody>
      </p:sp>
      <p:sp>
        <p:nvSpPr>
          <p:cNvPr id="7" name="텍스트 개체 틀 6">
            <a:extLst>
              <a:ext uri="{FF2B5EF4-FFF2-40B4-BE49-F238E27FC236}">
                <a16:creationId xmlns:a16="http://schemas.microsoft.com/office/drawing/2014/main" id="{144A212D-8A3F-4CB1-8C81-FD2FB266E275}"/>
              </a:ext>
            </a:extLst>
          </p:cNvPr>
          <p:cNvSpPr>
            <a:spLocks noGrp="1"/>
          </p:cNvSpPr>
          <p:nvPr>
            <p:ph type="body" sz="quarter" idx="11"/>
          </p:nvPr>
        </p:nvSpPr>
        <p:spPr/>
        <p:txBody>
          <a:bodyPr/>
          <a:lstStyle/>
          <a:p>
            <a:r>
              <a:rPr lang="en-US" altLang="ko-KR" dirty="0" err="1"/>
              <a:t>DE_SL_CU_305</a:t>
            </a:r>
            <a:r>
              <a:rPr lang="en-US" altLang="ko-KR" dirty="0"/>
              <a:t> </a:t>
            </a:r>
            <a:endParaRPr lang="ko-KR" altLang="en-US" dirty="0"/>
          </a:p>
        </p:txBody>
      </p:sp>
      <p:sp>
        <p:nvSpPr>
          <p:cNvPr id="160" name="타원 159">
            <a:extLst>
              <a:ext uri="{FF2B5EF4-FFF2-40B4-BE49-F238E27FC236}">
                <a16:creationId xmlns:a16="http://schemas.microsoft.com/office/drawing/2014/main" id="{5D050895-681C-4C52-8EDE-B1D294A8F02F}"/>
              </a:ext>
            </a:extLst>
          </p:cNvPr>
          <p:cNvSpPr/>
          <p:nvPr/>
        </p:nvSpPr>
        <p:spPr>
          <a:xfrm>
            <a:off x="4602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err="1">
                <a:solidFill>
                  <a:prstClr val="white"/>
                </a:solidFill>
              </a:rPr>
              <a:t>CUVE</a:t>
            </a:r>
            <a:endParaRPr lang="ko-KR" altLang="en-US" sz="800" dirty="0" err="1">
              <a:solidFill>
                <a:prstClr val="white"/>
              </a:solidFill>
            </a:endParaRPr>
          </a:p>
        </p:txBody>
      </p:sp>
      <p:grpSp>
        <p:nvGrpSpPr>
          <p:cNvPr id="5" name="그룹 4">
            <a:extLst>
              <a:ext uri="{FF2B5EF4-FFF2-40B4-BE49-F238E27FC236}">
                <a16:creationId xmlns:a16="http://schemas.microsoft.com/office/drawing/2014/main" id="{25F66883-1E55-47A8-86C8-6548192934A8}"/>
              </a:ext>
            </a:extLst>
          </p:cNvPr>
          <p:cNvGrpSpPr/>
          <p:nvPr/>
        </p:nvGrpSpPr>
        <p:grpSpPr>
          <a:xfrm>
            <a:off x="2823569" y="1061362"/>
            <a:ext cx="2289600" cy="270623"/>
            <a:chOff x="2823569" y="1061362"/>
            <a:chExt cx="2289600" cy="270623"/>
          </a:xfrm>
        </p:grpSpPr>
        <p:sp>
          <p:nvSpPr>
            <p:cNvPr id="273" name="직사각형 272">
              <a:extLst>
                <a:ext uri="{FF2B5EF4-FFF2-40B4-BE49-F238E27FC236}">
                  <a16:creationId xmlns:a16="http://schemas.microsoft.com/office/drawing/2014/main" id="{E37124A1-AEAF-4445-9C04-466F3F505F27}"/>
                </a:ext>
              </a:extLst>
            </p:cNvPr>
            <p:cNvSpPr/>
            <p:nvPr/>
          </p:nvSpPr>
          <p:spPr bwMode="auto">
            <a:xfrm>
              <a:off x="2823569" y="1061362"/>
              <a:ext cx="2289600" cy="270623"/>
            </a:xfrm>
            <a:prstGeom prst="rect">
              <a:avLst/>
            </a:prstGeom>
            <a:solidFill>
              <a:schemeClr val="bg1"/>
            </a:solidFill>
            <a:ln w="635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272" name="TextBox 271">
              <a:extLst>
                <a:ext uri="{FF2B5EF4-FFF2-40B4-BE49-F238E27FC236}">
                  <a16:creationId xmlns:a16="http://schemas.microsoft.com/office/drawing/2014/main" id="{2128927F-E916-4BEF-A0B0-D8D93149D18D}"/>
                </a:ext>
              </a:extLst>
            </p:cNvPr>
            <p:cNvSpPr txBox="1"/>
            <p:nvPr/>
          </p:nvSpPr>
          <p:spPr>
            <a:xfrm>
              <a:off x="2823569" y="1067851"/>
              <a:ext cx="2289600" cy="253211"/>
            </a:xfrm>
            <a:prstGeom prst="rect">
              <a:avLst/>
            </a:prstGeom>
            <a:noFill/>
          </p:spPr>
          <p:txBody>
            <a:bodyPr wrap="square" rtlCol="0">
              <a:spAutoFit/>
            </a:bodyPr>
            <a:lstStyle/>
            <a:p>
              <a:pPr lvl="0" algn="ctr" defTabSz="914400" fontAlgn="base" latinLnBrk="1">
                <a:lnSpc>
                  <a:spcPct val="150000"/>
                </a:lnSpc>
                <a:spcBef>
                  <a:spcPct val="0"/>
                </a:spcBef>
                <a:spcAft>
                  <a:spcPct val="0"/>
                </a:spcAft>
                <a:defRPr/>
              </a:pPr>
              <a:r>
                <a:rPr kumimoji="1" lang="ko-KR" altLang="en-US" sz="800" b="1" dirty="0" err="1">
                  <a:solidFill>
                    <a:prstClr val="black"/>
                  </a:solidFill>
                </a:rPr>
                <a:t>마이트래블가이드</a:t>
              </a:r>
              <a:endParaRPr kumimoji="1" lang="ko-KR" altLang="en-US" sz="800" b="1" dirty="0">
                <a:solidFill>
                  <a:prstClr val="black"/>
                </a:solidFill>
              </a:endParaRPr>
            </a:p>
          </p:txBody>
        </p:sp>
        <p:sp>
          <p:nvSpPr>
            <p:cNvPr id="274" name="모서리가 둥근 직사각형 20">
              <a:extLst>
                <a:ext uri="{FF2B5EF4-FFF2-40B4-BE49-F238E27FC236}">
                  <a16:creationId xmlns:a16="http://schemas.microsoft.com/office/drawing/2014/main" id="{D9C9E5AA-2436-4AE6-A7FD-D98CBC6BF7C6}"/>
                </a:ext>
              </a:extLst>
            </p:cNvPr>
            <p:cNvSpPr/>
            <p:nvPr/>
          </p:nvSpPr>
          <p:spPr bwMode="auto">
            <a:xfrm>
              <a:off x="4928016" y="1113683"/>
              <a:ext cx="163510" cy="167735"/>
            </a:xfrm>
            <a:prstGeom prst="roundRect">
              <a:avLst>
                <a:gd name="adj" fmla="val 22385"/>
              </a:avLst>
            </a:prstGeom>
            <a:solidFill>
              <a:schemeClr val="bg1"/>
            </a:solidFill>
            <a:ln w="6350"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defTabSz="1069975" fontAlgn="base" latinLnBrk="1">
                <a:spcBef>
                  <a:spcPct val="0"/>
                </a:spcBef>
                <a:spcAft>
                  <a:spcPct val="0"/>
                </a:spcAft>
              </a:pPr>
              <a:r>
                <a:rPr kumimoji="1" lang="en-US" altLang="ko-KR" sz="700" dirty="0">
                  <a:solidFill>
                    <a:prstClr val="black"/>
                  </a:solidFill>
                  <a:latin typeface="맑은 고딕"/>
                  <a:ea typeface="맑은 고딕"/>
                </a:rPr>
                <a:t>X</a:t>
              </a:r>
              <a:endParaRPr kumimoji="1" lang="ko-KR" altLang="en-US" sz="700" dirty="0">
                <a:solidFill>
                  <a:prstClr val="black"/>
                </a:solidFill>
                <a:latin typeface="맑은 고딕"/>
                <a:ea typeface="맑은 고딕"/>
              </a:endParaRPr>
            </a:p>
          </p:txBody>
        </p:sp>
      </p:grpSp>
      <p:sp>
        <p:nvSpPr>
          <p:cNvPr id="368" name="타원 367">
            <a:extLst>
              <a:ext uri="{FF2B5EF4-FFF2-40B4-BE49-F238E27FC236}">
                <a16:creationId xmlns:a16="http://schemas.microsoft.com/office/drawing/2014/main" id="{F5298DAE-A173-4D6A-865D-EFE3E116F98F}"/>
              </a:ext>
            </a:extLst>
          </p:cNvPr>
          <p:cNvSpPr/>
          <p:nvPr/>
        </p:nvSpPr>
        <p:spPr>
          <a:xfrm>
            <a:off x="742628" y="5608290"/>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grpSp>
        <p:nvGrpSpPr>
          <p:cNvPr id="3" name="그룹 2">
            <a:extLst>
              <a:ext uri="{FF2B5EF4-FFF2-40B4-BE49-F238E27FC236}">
                <a16:creationId xmlns:a16="http://schemas.microsoft.com/office/drawing/2014/main" id="{96C41866-0F78-4188-B539-50E2103EE277}"/>
              </a:ext>
            </a:extLst>
          </p:cNvPr>
          <p:cNvGrpSpPr/>
          <p:nvPr/>
        </p:nvGrpSpPr>
        <p:grpSpPr>
          <a:xfrm>
            <a:off x="2817779" y="4977573"/>
            <a:ext cx="1094028" cy="1090118"/>
            <a:chOff x="-1511755" y="4977573"/>
            <a:chExt cx="1094028" cy="1090118"/>
          </a:xfrm>
        </p:grpSpPr>
        <p:grpSp>
          <p:nvGrpSpPr>
            <p:cNvPr id="4" name="그룹 3">
              <a:extLst>
                <a:ext uri="{FF2B5EF4-FFF2-40B4-BE49-F238E27FC236}">
                  <a16:creationId xmlns:a16="http://schemas.microsoft.com/office/drawing/2014/main" id="{89A03565-4DA5-4AAF-B18C-B7F704E581AC}"/>
                </a:ext>
              </a:extLst>
            </p:cNvPr>
            <p:cNvGrpSpPr/>
            <p:nvPr/>
          </p:nvGrpSpPr>
          <p:grpSpPr>
            <a:xfrm>
              <a:off x="-1511755" y="4977573"/>
              <a:ext cx="1094028" cy="1090118"/>
              <a:chOff x="2820157" y="4977573"/>
              <a:chExt cx="1094028" cy="1090118"/>
            </a:xfrm>
          </p:grpSpPr>
          <p:sp>
            <p:nvSpPr>
              <p:cNvPr id="328" name="자유형 73">
                <a:extLst>
                  <a:ext uri="{FF2B5EF4-FFF2-40B4-BE49-F238E27FC236}">
                    <a16:creationId xmlns:a16="http://schemas.microsoft.com/office/drawing/2014/main" id="{87770D4D-B91A-47C7-BE44-2964C733B8FC}"/>
                  </a:ext>
                </a:extLst>
              </p:cNvPr>
              <p:cNvSpPr/>
              <p:nvPr/>
            </p:nvSpPr>
            <p:spPr>
              <a:xfrm>
                <a:off x="2820157" y="4977573"/>
                <a:ext cx="1094028" cy="1090118"/>
              </a:xfrm>
              <a:custGeom>
                <a:avLst/>
                <a:gdLst>
                  <a:gd name="connsiteX0" fmla="*/ 123151 w 997872"/>
                  <a:gd name="connsiteY0" fmla="*/ 0 h 994306"/>
                  <a:gd name="connsiteX1" fmla="*/ 997872 w 997872"/>
                  <a:gd name="connsiteY1" fmla="*/ 874721 h 994306"/>
                  <a:gd name="connsiteX2" fmla="*/ 993356 w 997872"/>
                  <a:gd name="connsiteY2" fmla="*/ 964156 h 994306"/>
                  <a:gd name="connsiteX3" fmla="*/ 988755 w 997872"/>
                  <a:gd name="connsiteY3" fmla="*/ 994306 h 994306"/>
                  <a:gd name="connsiteX4" fmla="*/ 507101 w 997872"/>
                  <a:gd name="connsiteY4" fmla="*/ 994306 h 994306"/>
                  <a:gd name="connsiteX5" fmla="*/ 507088 w 997872"/>
                  <a:gd name="connsiteY5" fmla="*/ 994306 h 994306"/>
                  <a:gd name="connsiteX6" fmla="*/ 507075 w 997872"/>
                  <a:gd name="connsiteY6" fmla="*/ 994306 h 994306"/>
                  <a:gd name="connsiteX7" fmla="*/ 0 w 997872"/>
                  <a:gd name="connsiteY7" fmla="*/ 994306 h 994306"/>
                  <a:gd name="connsiteX8" fmla="*/ 0 w 997872"/>
                  <a:gd name="connsiteY8" fmla="*/ 994305 h 994306"/>
                  <a:gd name="connsiteX9" fmla="*/ 0 w 997872"/>
                  <a:gd name="connsiteY9" fmla="*/ 509497 h 994306"/>
                  <a:gd name="connsiteX10" fmla="*/ 0 w 997872"/>
                  <a:gd name="connsiteY10" fmla="*/ 487221 h 994306"/>
                  <a:gd name="connsiteX11" fmla="*/ 0 w 997872"/>
                  <a:gd name="connsiteY11" fmla="*/ 9662 h 994306"/>
                  <a:gd name="connsiteX12" fmla="*/ 33716 w 997872"/>
                  <a:gd name="connsiteY12" fmla="*/ 4516 h 994306"/>
                  <a:gd name="connsiteX13" fmla="*/ 123151 w 997872"/>
                  <a:gd name="connsiteY13" fmla="*/ 0 h 994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7872" h="994306">
                    <a:moveTo>
                      <a:pt x="123151" y="0"/>
                    </a:moveTo>
                    <a:cubicBezTo>
                      <a:pt x="606246" y="0"/>
                      <a:pt x="997872" y="391626"/>
                      <a:pt x="997872" y="874721"/>
                    </a:cubicBezTo>
                    <a:cubicBezTo>
                      <a:pt x="997872" y="904915"/>
                      <a:pt x="996342" y="934751"/>
                      <a:pt x="993356" y="964156"/>
                    </a:cubicBezTo>
                    <a:lnTo>
                      <a:pt x="988755" y="994306"/>
                    </a:lnTo>
                    <a:lnTo>
                      <a:pt x="507101" y="994306"/>
                    </a:lnTo>
                    <a:lnTo>
                      <a:pt x="507088" y="994306"/>
                    </a:lnTo>
                    <a:lnTo>
                      <a:pt x="507075" y="994306"/>
                    </a:lnTo>
                    <a:lnTo>
                      <a:pt x="0" y="994306"/>
                    </a:lnTo>
                    <a:lnTo>
                      <a:pt x="0" y="994305"/>
                    </a:lnTo>
                    <a:lnTo>
                      <a:pt x="0" y="509497"/>
                    </a:lnTo>
                    <a:lnTo>
                      <a:pt x="0" y="487221"/>
                    </a:lnTo>
                    <a:lnTo>
                      <a:pt x="0" y="9662"/>
                    </a:lnTo>
                    <a:lnTo>
                      <a:pt x="33716" y="4516"/>
                    </a:lnTo>
                    <a:cubicBezTo>
                      <a:pt x="63122" y="1530"/>
                      <a:pt x="92958" y="0"/>
                      <a:pt x="123151" y="0"/>
                    </a:cubicBezTo>
                    <a:close/>
                  </a:path>
                </a:pathLst>
              </a:custGeom>
              <a:solidFill>
                <a:schemeClr val="bg1">
                  <a:lumMod val="95000"/>
                  <a:alpha val="87000"/>
                </a:schemeClr>
              </a:solidFill>
              <a:ln w="3175">
                <a:solidFill>
                  <a:schemeClr val="bg1">
                    <a:lumMod val="75000"/>
                  </a:schemeClr>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err="1">
                  <a:solidFill>
                    <a:schemeClr val="tx1"/>
                  </a:solidFill>
                </a:endParaRPr>
              </a:p>
            </p:txBody>
          </p:sp>
          <p:sp>
            <p:nvSpPr>
              <p:cNvPr id="329" name="타원 328">
                <a:extLst>
                  <a:ext uri="{FF2B5EF4-FFF2-40B4-BE49-F238E27FC236}">
                    <a16:creationId xmlns:a16="http://schemas.microsoft.com/office/drawing/2014/main" id="{9A39F636-8E67-4F54-A0E9-072F1975D149}"/>
                  </a:ext>
                </a:extLst>
              </p:cNvPr>
              <p:cNvSpPr/>
              <p:nvPr/>
            </p:nvSpPr>
            <p:spPr>
              <a:xfrm>
                <a:off x="29748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a:solidFill>
                      <a:prstClr val="white"/>
                    </a:solidFill>
                  </a:rPr>
                  <a:t>X</a:t>
                </a:r>
                <a:endParaRPr lang="ko-KR" altLang="en-US" sz="800" dirty="0" err="1">
                  <a:solidFill>
                    <a:prstClr val="white"/>
                  </a:solidFill>
                </a:endParaRPr>
              </a:p>
            </p:txBody>
          </p:sp>
          <p:sp>
            <p:nvSpPr>
              <p:cNvPr id="330" name="타원 329">
                <a:extLst>
                  <a:ext uri="{FF2B5EF4-FFF2-40B4-BE49-F238E27FC236}">
                    <a16:creationId xmlns:a16="http://schemas.microsoft.com/office/drawing/2014/main" id="{E1D8C9CE-CF5E-4556-9519-8FD809A17B64}"/>
                  </a:ext>
                </a:extLst>
              </p:cNvPr>
              <p:cNvSpPr/>
              <p:nvPr/>
            </p:nvSpPr>
            <p:spPr>
              <a:xfrm>
                <a:off x="2866903" y="5073403"/>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dirty="0">
                    <a:solidFill>
                      <a:prstClr val="white"/>
                    </a:solidFill>
                  </a:rPr>
                  <a:t>알림</a:t>
                </a:r>
              </a:p>
            </p:txBody>
          </p:sp>
          <p:sp>
            <p:nvSpPr>
              <p:cNvPr id="331" name="타원 330">
                <a:extLst>
                  <a:ext uri="{FF2B5EF4-FFF2-40B4-BE49-F238E27FC236}">
                    <a16:creationId xmlns:a16="http://schemas.microsoft.com/office/drawing/2014/main" id="{322324F9-4608-426A-AC01-E2C813C7894C}"/>
                  </a:ext>
                </a:extLst>
              </p:cNvPr>
              <p:cNvSpPr/>
              <p:nvPr/>
            </p:nvSpPr>
            <p:spPr>
              <a:xfrm>
                <a:off x="3241635" y="5166619"/>
                <a:ext cx="248663" cy="248663"/>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a:solidFill>
                      <a:prstClr val="white"/>
                    </a:solidFill>
                  </a:rPr>
                  <a:t>마이트래블가이드</a:t>
                </a:r>
                <a:endParaRPr lang="ko-KR" altLang="en-US" sz="600" dirty="0">
                  <a:solidFill>
                    <a:prstClr val="white"/>
                  </a:solidFill>
                </a:endParaRPr>
              </a:p>
            </p:txBody>
          </p:sp>
          <p:sp>
            <p:nvSpPr>
              <p:cNvPr id="332" name="타원 331">
                <a:extLst>
                  <a:ext uri="{FF2B5EF4-FFF2-40B4-BE49-F238E27FC236}">
                    <a16:creationId xmlns:a16="http://schemas.microsoft.com/office/drawing/2014/main" id="{44C1B3E3-29AB-47DA-9C79-FC8610B40D30}"/>
                  </a:ext>
                </a:extLst>
              </p:cNvPr>
              <p:cNvSpPr/>
              <p:nvPr/>
            </p:nvSpPr>
            <p:spPr>
              <a:xfrm>
                <a:off x="3485033" y="544830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dirty="0">
                    <a:solidFill>
                      <a:prstClr val="white"/>
                    </a:solidFill>
                  </a:rPr>
                  <a:t>다운로드</a:t>
                </a:r>
              </a:p>
            </p:txBody>
          </p:sp>
          <p:sp>
            <p:nvSpPr>
              <p:cNvPr id="333" name="타원 332">
                <a:extLst>
                  <a:ext uri="{FF2B5EF4-FFF2-40B4-BE49-F238E27FC236}">
                    <a16:creationId xmlns:a16="http://schemas.microsoft.com/office/drawing/2014/main" id="{E8459A62-E3FA-49C2-871A-FC8F440A782A}"/>
                  </a:ext>
                </a:extLst>
              </p:cNvPr>
              <p:cNvSpPr/>
              <p:nvPr/>
            </p:nvSpPr>
            <p:spPr>
              <a:xfrm>
                <a:off x="3538910" y="580834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dirty="0">
                    <a:solidFill>
                      <a:prstClr val="white"/>
                    </a:solidFill>
                  </a:rPr>
                  <a:t>전화</a:t>
                </a:r>
              </a:p>
            </p:txBody>
          </p:sp>
        </p:grpSp>
        <p:sp>
          <p:nvSpPr>
            <p:cNvPr id="33" name="타원 32">
              <a:extLst>
                <a:ext uri="{FF2B5EF4-FFF2-40B4-BE49-F238E27FC236}">
                  <a16:creationId xmlns:a16="http://schemas.microsoft.com/office/drawing/2014/main" id="{F8589DD5-AFB8-4B68-A8CD-A4D4F5CEC27D}"/>
                </a:ext>
              </a:extLst>
            </p:cNvPr>
            <p:cNvSpPr/>
            <p:nvPr/>
          </p:nvSpPr>
          <p:spPr>
            <a:xfrm>
              <a:off x="-873049" y="5195469"/>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grpSp>
      <p:cxnSp>
        <p:nvCxnSpPr>
          <p:cNvPr id="91" name="직선 연결선 90">
            <a:extLst>
              <a:ext uri="{FF2B5EF4-FFF2-40B4-BE49-F238E27FC236}">
                <a16:creationId xmlns:a16="http://schemas.microsoft.com/office/drawing/2014/main" id="{3E3D8852-EB65-4A02-9E11-45704961F856}"/>
              </a:ext>
            </a:extLst>
          </p:cNvPr>
          <p:cNvCxnSpPr/>
          <p:nvPr/>
        </p:nvCxnSpPr>
        <p:spPr>
          <a:xfrm>
            <a:off x="2826270" y="2161137"/>
            <a:ext cx="2289600" cy="0"/>
          </a:xfrm>
          <a:prstGeom prst="line">
            <a:avLst/>
          </a:prstGeom>
          <a:noFill/>
          <a:ln>
            <a:solidFill>
              <a:schemeClr val="bg1">
                <a:lumMod val="75000"/>
              </a:schemeClr>
            </a:solidFill>
          </a:ln>
        </p:spPr>
      </p:cxnSp>
      <p:sp>
        <p:nvSpPr>
          <p:cNvPr id="92" name="TextBox 91">
            <a:extLst>
              <a:ext uri="{FF2B5EF4-FFF2-40B4-BE49-F238E27FC236}">
                <a16:creationId xmlns:a16="http://schemas.microsoft.com/office/drawing/2014/main" id="{D2988E72-DC71-42CC-8908-FCEC4802AD98}"/>
              </a:ext>
            </a:extLst>
          </p:cNvPr>
          <p:cNvSpPr txBox="1"/>
          <p:nvPr/>
        </p:nvSpPr>
        <p:spPr>
          <a:xfrm>
            <a:off x="2864768" y="1396689"/>
            <a:ext cx="2250377" cy="707886"/>
          </a:xfrm>
          <a:prstGeom prst="rect">
            <a:avLst/>
          </a:prstGeom>
          <a:noFill/>
        </p:spPr>
        <p:txBody>
          <a:bodyPr wrap="square" rtlCol="0">
            <a:spAutoFit/>
          </a:bodyPr>
          <a:lstStyle/>
          <a:p>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여행 떠나기 전 바쁜 고객님을 위해 준비했어요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실시간 공항버스 위치</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미팅정보</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출입국신고서</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여행일정 안내 등 여행에 필요한 모든 정보를 한눈에 확인해보세요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p:txBody>
      </p:sp>
      <p:sp>
        <p:nvSpPr>
          <p:cNvPr id="44" name="TextBox 43">
            <a:extLst>
              <a:ext uri="{FF2B5EF4-FFF2-40B4-BE49-F238E27FC236}">
                <a16:creationId xmlns:a16="http://schemas.microsoft.com/office/drawing/2014/main" id="{63227C48-32EE-4ACF-8B6E-9239FA2D7CC3}"/>
              </a:ext>
            </a:extLst>
          </p:cNvPr>
          <p:cNvSpPr txBox="1"/>
          <p:nvPr/>
        </p:nvSpPr>
        <p:spPr>
          <a:xfrm>
            <a:off x="2874489" y="2204864"/>
            <a:ext cx="2086918" cy="584775"/>
          </a:xfrm>
          <a:prstGeom prst="rect">
            <a:avLst/>
          </a:prstGeom>
          <a:noFill/>
        </p:spPr>
        <p:txBody>
          <a:bodyPr wrap="square" rtlCol="0">
            <a:spAutoFit/>
          </a:bodyPr>
          <a:lstStyle/>
          <a:p>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%_</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홍길동</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_%</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님 여행준비는 잘 되가시나요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endPar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설레는 맘에 빠뜨리는 물건이 없는지</a:t>
            </a:r>
            <a:endPar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r>
              <a:rPr lang="ko-KR" altLang="en-US" sz="800" dirty="0" err="1">
                <a:latin typeface="Malgun Gothic Semilight" panose="020B0502040204020203" pitchFamily="50" charset="-127"/>
                <a:ea typeface="Malgun Gothic Semilight" panose="020B0502040204020203" pitchFamily="50" charset="-127"/>
                <a:cs typeface="Malgun Gothic Semilight" panose="020B0502040204020203" pitchFamily="50" charset="-127"/>
              </a:rPr>
              <a:t>마이트래블가이드에서</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확인해보세요</a:t>
            </a:r>
            <a:endPar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p:txBody>
      </p:sp>
      <p:sp>
        <p:nvSpPr>
          <p:cNvPr id="45" name="TextBox 44">
            <a:extLst>
              <a:ext uri="{FF2B5EF4-FFF2-40B4-BE49-F238E27FC236}">
                <a16:creationId xmlns:a16="http://schemas.microsoft.com/office/drawing/2014/main" id="{D1D9394F-55B8-47A4-99DF-5B923293046A}"/>
              </a:ext>
            </a:extLst>
          </p:cNvPr>
          <p:cNvSpPr txBox="1"/>
          <p:nvPr/>
        </p:nvSpPr>
        <p:spPr>
          <a:xfrm>
            <a:off x="2864768" y="2916233"/>
            <a:ext cx="2086918" cy="215444"/>
          </a:xfrm>
          <a:prstGeom prst="rect">
            <a:avLst/>
          </a:prstGeom>
          <a:noFill/>
        </p:spPr>
        <p:txBody>
          <a:bodyPr wrap="square" rtlCol="0">
            <a:spAutoFit/>
          </a:bodyPr>
          <a:lstStyle/>
          <a:p>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여행출발 </a:t>
            </a:r>
            <a:endPar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p:txBody>
      </p:sp>
      <p:sp>
        <p:nvSpPr>
          <p:cNvPr id="46" name="TextBox 45">
            <a:extLst>
              <a:ext uri="{FF2B5EF4-FFF2-40B4-BE49-F238E27FC236}">
                <a16:creationId xmlns:a16="http://schemas.microsoft.com/office/drawing/2014/main" id="{D7E083D3-9DB2-41D3-A750-EFA7296D5B4D}"/>
              </a:ext>
            </a:extLst>
          </p:cNvPr>
          <p:cNvSpPr txBox="1"/>
          <p:nvPr/>
        </p:nvSpPr>
        <p:spPr>
          <a:xfrm>
            <a:off x="2889415" y="3140968"/>
            <a:ext cx="1070919" cy="338554"/>
          </a:xfrm>
          <a:prstGeom prst="rect">
            <a:avLst/>
          </a:prstGeom>
          <a:noFill/>
        </p:spPr>
        <p:txBody>
          <a:bodyPr wrap="square" rtlCol="0">
            <a:spAutoFit/>
          </a:bodyPr>
          <a:lstStyle/>
          <a:p>
            <a:r>
              <a:rPr lang="en-US" altLang="ko-KR" sz="16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03</a:t>
            </a:r>
            <a:r>
              <a:rPr lang="ko-KR" altLang="en-US" sz="16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일 </a:t>
            </a:r>
            <a:r>
              <a:rPr lang="ko-KR" altLang="en-US" sz="10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남음 </a:t>
            </a:r>
            <a:endParaRPr lang="en-US" altLang="ko-KR" sz="16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p:txBody>
      </p:sp>
      <p:sp>
        <p:nvSpPr>
          <p:cNvPr id="47" name="사각형: 둥근 모서리 46">
            <a:extLst>
              <a:ext uri="{FF2B5EF4-FFF2-40B4-BE49-F238E27FC236}">
                <a16:creationId xmlns:a16="http://schemas.microsoft.com/office/drawing/2014/main" id="{CD55CAA5-9D67-422A-AC71-64A9E0ECAC86}"/>
              </a:ext>
            </a:extLst>
          </p:cNvPr>
          <p:cNvSpPr/>
          <p:nvPr/>
        </p:nvSpPr>
        <p:spPr>
          <a:xfrm>
            <a:off x="4079477" y="3517213"/>
            <a:ext cx="928283" cy="199819"/>
          </a:xfrm>
          <a:prstGeom prst="roundRect">
            <a:avLst/>
          </a:prstGeom>
          <a:solidFill>
            <a:schemeClr val="tx1">
              <a:lumMod val="50000"/>
              <a:lumOff val="50000"/>
            </a:schemeClr>
          </a:solidFill>
          <a:ln w="3175" algn="ctr">
            <a:solidFill>
              <a:schemeClr val="bg1">
                <a:lumMod val="50000"/>
              </a:schemeClr>
            </a:solidFill>
            <a:round/>
            <a:headEnd/>
            <a:tailEnd/>
          </a:ln>
        </p:spPr>
        <p:txBody>
          <a:bodyPr wrap="none" lIns="80788" tIns="40395" rIns="80788" bIns="40395" rtlCol="0" anchor="ctr"/>
          <a:lstStyle/>
          <a:p>
            <a:pPr marL="0" marR="0" lvl="0" indent="0" defTabSz="822974" rtl="0" eaLnBrk="1" fontAlgn="base" latinLnBrk="0" hangingPunct="1">
              <a:lnSpc>
                <a:spcPct val="100000"/>
              </a:lnSpc>
              <a:spcBef>
                <a:spcPct val="0"/>
              </a:spcBef>
              <a:spcAft>
                <a:spcPct val="0"/>
              </a:spcAft>
              <a:buClrTx/>
              <a:buSzTx/>
              <a:buFontTx/>
              <a:buNone/>
              <a:tabLst/>
              <a:defRPr/>
            </a:pPr>
            <a:r>
              <a:rPr kumimoji="1" lang="ko-KR" altLang="en-US" sz="700" b="0" i="0" u="none" strike="noStrike" kern="0" cap="none" spc="0" normalizeH="0" baseline="0" noProof="0" dirty="0" err="1">
                <a:ln>
                  <a:noFill/>
                </a:ln>
                <a:solidFill>
                  <a:schemeClr val="bg1"/>
                </a:solidFill>
                <a:effectLst/>
                <a:uLnTx/>
                <a:uFillTx/>
                <a:latin typeface="+mn-ea"/>
                <a:cs typeface="+mn-cs"/>
              </a:rPr>
              <a:t>마이트래블가이드</a:t>
            </a:r>
            <a:r>
              <a:rPr kumimoji="1" lang="ko-KR" altLang="en-US" sz="700" b="0" i="0" u="none" strike="noStrike" kern="0" cap="none" spc="0" normalizeH="0" baseline="0" noProof="0" dirty="0">
                <a:ln>
                  <a:noFill/>
                </a:ln>
                <a:solidFill>
                  <a:schemeClr val="bg1"/>
                </a:solidFill>
                <a:effectLst/>
                <a:uLnTx/>
                <a:uFillTx/>
                <a:latin typeface="+mn-ea"/>
                <a:cs typeface="+mn-cs"/>
              </a:rPr>
              <a:t> </a:t>
            </a:r>
            <a:r>
              <a:rPr kumimoji="1" lang="en-US" altLang="ko-KR" sz="700" b="0" i="0" u="none" strike="noStrike" kern="0" cap="none" spc="0" normalizeH="0" baseline="0" noProof="0" dirty="0">
                <a:ln>
                  <a:noFill/>
                </a:ln>
                <a:solidFill>
                  <a:schemeClr val="bg1"/>
                </a:solidFill>
                <a:effectLst/>
                <a:uLnTx/>
                <a:uFillTx/>
                <a:latin typeface="+mn-ea"/>
                <a:cs typeface="+mn-cs"/>
              </a:rPr>
              <a:t>&gt; </a:t>
            </a:r>
            <a:endParaRPr kumimoji="1" lang="ko-KR" altLang="en-US" sz="700" b="0" i="0" u="none" strike="noStrike" kern="0" cap="none" spc="0" normalizeH="0" baseline="0" noProof="0" dirty="0">
              <a:ln>
                <a:noFill/>
              </a:ln>
              <a:solidFill>
                <a:schemeClr val="bg1"/>
              </a:solidFill>
              <a:effectLst/>
              <a:uLnTx/>
              <a:uFillTx/>
              <a:latin typeface="+mn-ea"/>
              <a:cs typeface="+mn-cs"/>
            </a:endParaRPr>
          </a:p>
        </p:txBody>
      </p:sp>
      <p:cxnSp>
        <p:nvCxnSpPr>
          <p:cNvPr id="49" name="직선 연결선 48">
            <a:extLst>
              <a:ext uri="{FF2B5EF4-FFF2-40B4-BE49-F238E27FC236}">
                <a16:creationId xmlns:a16="http://schemas.microsoft.com/office/drawing/2014/main" id="{63D212D1-0B9E-4FFA-8A25-6B7A21A284CE}"/>
              </a:ext>
            </a:extLst>
          </p:cNvPr>
          <p:cNvCxnSpPr/>
          <p:nvPr/>
        </p:nvCxnSpPr>
        <p:spPr>
          <a:xfrm>
            <a:off x="5333799" y="2161137"/>
            <a:ext cx="2289600" cy="0"/>
          </a:xfrm>
          <a:prstGeom prst="line">
            <a:avLst/>
          </a:prstGeom>
          <a:noFill/>
          <a:ln>
            <a:solidFill>
              <a:schemeClr val="bg1">
                <a:lumMod val="75000"/>
              </a:schemeClr>
            </a:solidFill>
          </a:ln>
        </p:spPr>
      </p:cxnSp>
      <p:sp>
        <p:nvSpPr>
          <p:cNvPr id="53" name="TextBox 52">
            <a:extLst>
              <a:ext uri="{FF2B5EF4-FFF2-40B4-BE49-F238E27FC236}">
                <a16:creationId xmlns:a16="http://schemas.microsoft.com/office/drawing/2014/main" id="{FD30339B-9CE1-4297-A256-686D612A05B0}"/>
              </a:ext>
            </a:extLst>
          </p:cNvPr>
          <p:cNvSpPr txBox="1"/>
          <p:nvPr/>
        </p:nvSpPr>
        <p:spPr>
          <a:xfrm>
            <a:off x="5382018" y="2204864"/>
            <a:ext cx="2271774" cy="707886"/>
          </a:xfrm>
          <a:prstGeom prst="rect">
            <a:avLst/>
          </a:prstGeom>
          <a:noFill/>
        </p:spPr>
        <p:txBody>
          <a:bodyPr wrap="square" rtlCol="0">
            <a:spAutoFit/>
          </a:bodyPr>
          <a:lstStyle/>
          <a:p>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%_</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홍길동</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_%</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님 여행을 떠날 준비가 되셨나요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endPar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출발 전</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800" dirty="0" err="1">
                <a:latin typeface="Malgun Gothic Semilight" panose="020B0502040204020203" pitchFamily="50" charset="-127"/>
                <a:ea typeface="Malgun Gothic Semilight" panose="020B0502040204020203" pitchFamily="50" charset="-127"/>
                <a:cs typeface="Malgun Gothic Semilight" panose="020B0502040204020203" pitchFamily="50" charset="-127"/>
              </a:rPr>
              <a:t>마이트래블가이드에서</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공항 버스 정보</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공항 예상 혼잡도</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미팅장소를 확인하여 여행의 첫 시작을 여유롭게 만들어봐요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p:txBody>
      </p:sp>
      <p:sp>
        <p:nvSpPr>
          <p:cNvPr id="55" name="TextBox 54">
            <a:extLst>
              <a:ext uri="{FF2B5EF4-FFF2-40B4-BE49-F238E27FC236}">
                <a16:creationId xmlns:a16="http://schemas.microsoft.com/office/drawing/2014/main" id="{8EAED740-DA09-4881-988C-B7F925BE550A}"/>
              </a:ext>
            </a:extLst>
          </p:cNvPr>
          <p:cNvSpPr txBox="1"/>
          <p:nvPr/>
        </p:nvSpPr>
        <p:spPr>
          <a:xfrm>
            <a:off x="5372297" y="3113403"/>
            <a:ext cx="2086918" cy="215444"/>
          </a:xfrm>
          <a:prstGeom prst="rect">
            <a:avLst/>
          </a:prstGeom>
          <a:noFill/>
        </p:spPr>
        <p:txBody>
          <a:bodyPr wrap="square" rtlCol="0">
            <a:spAutoFit/>
          </a:bodyPr>
          <a:lstStyle/>
          <a:p>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여행출발 </a:t>
            </a:r>
            <a:endPar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p:txBody>
      </p:sp>
      <p:sp>
        <p:nvSpPr>
          <p:cNvPr id="56" name="TextBox 55">
            <a:extLst>
              <a:ext uri="{FF2B5EF4-FFF2-40B4-BE49-F238E27FC236}">
                <a16:creationId xmlns:a16="http://schemas.microsoft.com/office/drawing/2014/main" id="{DAEFDC47-6B71-4628-AF8C-2B4D0136862C}"/>
              </a:ext>
            </a:extLst>
          </p:cNvPr>
          <p:cNvSpPr txBox="1"/>
          <p:nvPr/>
        </p:nvSpPr>
        <p:spPr>
          <a:xfrm>
            <a:off x="5396944" y="3338138"/>
            <a:ext cx="1572280" cy="338554"/>
          </a:xfrm>
          <a:prstGeom prst="rect">
            <a:avLst/>
          </a:prstGeom>
          <a:noFill/>
        </p:spPr>
        <p:txBody>
          <a:bodyPr wrap="square" rtlCol="0">
            <a:spAutoFit/>
          </a:bodyPr>
          <a:lstStyle/>
          <a:p>
            <a:r>
              <a:rPr lang="en-US" altLang="ko-KR" sz="1600" b="1">
                <a:latin typeface="Malgun Gothic Semilight" panose="020B0502040204020203" pitchFamily="50" charset="-127"/>
                <a:ea typeface="Malgun Gothic Semilight" panose="020B0502040204020203" pitchFamily="50" charset="-127"/>
                <a:cs typeface="Malgun Gothic Semilight" panose="020B0502040204020203" pitchFamily="50" charset="-127"/>
              </a:rPr>
              <a:t>24</a:t>
            </a:r>
            <a:r>
              <a:rPr lang="ko-KR" altLang="en-US" sz="16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시간 </a:t>
            </a:r>
            <a:r>
              <a:rPr lang="ko-KR" altLang="en-US" sz="10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남음 </a:t>
            </a:r>
            <a:endParaRPr lang="en-US" altLang="ko-KR" sz="16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p:txBody>
      </p:sp>
      <p:sp>
        <p:nvSpPr>
          <p:cNvPr id="57" name="사각형: 둥근 모서리 56">
            <a:extLst>
              <a:ext uri="{FF2B5EF4-FFF2-40B4-BE49-F238E27FC236}">
                <a16:creationId xmlns:a16="http://schemas.microsoft.com/office/drawing/2014/main" id="{458DD57E-BC0B-48CE-BA57-A4944FD82C59}"/>
              </a:ext>
            </a:extLst>
          </p:cNvPr>
          <p:cNvSpPr/>
          <p:nvPr/>
        </p:nvSpPr>
        <p:spPr>
          <a:xfrm>
            <a:off x="6587006" y="3714383"/>
            <a:ext cx="928283" cy="199819"/>
          </a:xfrm>
          <a:prstGeom prst="roundRect">
            <a:avLst/>
          </a:prstGeom>
          <a:solidFill>
            <a:schemeClr val="tx1">
              <a:lumMod val="50000"/>
              <a:lumOff val="50000"/>
            </a:schemeClr>
          </a:solidFill>
          <a:ln w="3175" algn="ctr">
            <a:solidFill>
              <a:schemeClr val="bg1">
                <a:lumMod val="50000"/>
              </a:schemeClr>
            </a:solidFill>
            <a:round/>
            <a:headEnd/>
            <a:tailEnd/>
          </a:ln>
        </p:spPr>
        <p:txBody>
          <a:bodyPr wrap="none" lIns="80788" tIns="40395" rIns="80788" bIns="40395" rtlCol="0" anchor="ctr"/>
          <a:lstStyle/>
          <a:p>
            <a:pPr marL="0" marR="0" lvl="0" indent="0" defTabSz="822974" rtl="0" eaLnBrk="1" fontAlgn="base" latinLnBrk="0" hangingPunct="1">
              <a:lnSpc>
                <a:spcPct val="100000"/>
              </a:lnSpc>
              <a:spcBef>
                <a:spcPct val="0"/>
              </a:spcBef>
              <a:spcAft>
                <a:spcPct val="0"/>
              </a:spcAft>
              <a:buClrTx/>
              <a:buSzTx/>
              <a:buFontTx/>
              <a:buNone/>
              <a:tabLst/>
              <a:defRPr/>
            </a:pPr>
            <a:r>
              <a:rPr kumimoji="1" lang="ko-KR" altLang="en-US" sz="700" b="0" i="0" u="none" strike="noStrike" kern="0" cap="none" spc="0" normalizeH="0" baseline="0" noProof="0" dirty="0" err="1">
                <a:ln>
                  <a:noFill/>
                </a:ln>
                <a:solidFill>
                  <a:schemeClr val="bg1"/>
                </a:solidFill>
                <a:effectLst/>
                <a:uLnTx/>
                <a:uFillTx/>
                <a:latin typeface="+mn-ea"/>
                <a:cs typeface="+mn-cs"/>
              </a:rPr>
              <a:t>마이트래블가이드</a:t>
            </a:r>
            <a:r>
              <a:rPr kumimoji="1" lang="ko-KR" altLang="en-US" sz="700" b="0" i="0" u="none" strike="noStrike" kern="0" cap="none" spc="0" normalizeH="0" baseline="0" noProof="0" dirty="0">
                <a:ln>
                  <a:noFill/>
                </a:ln>
                <a:solidFill>
                  <a:schemeClr val="bg1"/>
                </a:solidFill>
                <a:effectLst/>
                <a:uLnTx/>
                <a:uFillTx/>
                <a:latin typeface="+mn-ea"/>
                <a:cs typeface="+mn-cs"/>
              </a:rPr>
              <a:t> </a:t>
            </a:r>
            <a:r>
              <a:rPr kumimoji="1" lang="en-US" altLang="ko-KR" sz="700" b="0" i="0" u="none" strike="noStrike" kern="0" cap="none" spc="0" normalizeH="0" baseline="0" noProof="0" dirty="0">
                <a:ln>
                  <a:noFill/>
                </a:ln>
                <a:solidFill>
                  <a:schemeClr val="bg1"/>
                </a:solidFill>
                <a:effectLst/>
                <a:uLnTx/>
                <a:uFillTx/>
                <a:latin typeface="+mn-ea"/>
                <a:cs typeface="+mn-cs"/>
              </a:rPr>
              <a:t>&gt; </a:t>
            </a:r>
            <a:endParaRPr kumimoji="1" lang="ko-KR" altLang="en-US" sz="700" b="0" i="0" u="none" strike="noStrike" kern="0" cap="none" spc="0" normalizeH="0" baseline="0" noProof="0" dirty="0">
              <a:ln>
                <a:noFill/>
              </a:ln>
              <a:solidFill>
                <a:schemeClr val="bg1"/>
              </a:solidFill>
              <a:effectLst/>
              <a:uLnTx/>
              <a:uFillTx/>
              <a:latin typeface="+mn-ea"/>
              <a:cs typeface="+mn-cs"/>
            </a:endParaRPr>
          </a:p>
        </p:txBody>
      </p:sp>
      <p:sp>
        <p:nvSpPr>
          <p:cNvPr id="58" name="TextBox 57">
            <a:extLst>
              <a:ext uri="{FF2B5EF4-FFF2-40B4-BE49-F238E27FC236}">
                <a16:creationId xmlns:a16="http://schemas.microsoft.com/office/drawing/2014/main" id="{8BDB1C43-3080-4781-AAAF-65A7D4904895}"/>
              </a:ext>
            </a:extLst>
          </p:cNvPr>
          <p:cNvSpPr txBox="1"/>
          <p:nvPr/>
        </p:nvSpPr>
        <p:spPr>
          <a:xfrm>
            <a:off x="5375621" y="1393922"/>
            <a:ext cx="2250377" cy="707886"/>
          </a:xfrm>
          <a:prstGeom prst="rect">
            <a:avLst/>
          </a:prstGeom>
          <a:noFill/>
        </p:spPr>
        <p:txBody>
          <a:bodyPr wrap="square" rtlCol="0">
            <a:spAutoFit/>
          </a:bodyPr>
          <a:lstStyle/>
          <a:p>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여행 떠나기 전 바쁜 고객님을 위해 준비했어요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실시간 공항버스 위치</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미팅정보</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출입국신고서</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여행일정 안내 등 여행에 필요한 모든 정보를 한눈에 확인해보세요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p:txBody>
      </p:sp>
      <p:grpSp>
        <p:nvGrpSpPr>
          <p:cNvPr id="59" name="그룹 58">
            <a:extLst>
              <a:ext uri="{FF2B5EF4-FFF2-40B4-BE49-F238E27FC236}">
                <a16:creationId xmlns:a16="http://schemas.microsoft.com/office/drawing/2014/main" id="{55B26852-C149-4410-8B85-18725B213C0D}"/>
              </a:ext>
            </a:extLst>
          </p:cNvPr>
          <p:cNvGrpSpPr/>
          <p:nvPr/>
        </p:nvGrpSpPr>
        <p:grpSpPr>
          <a:xfrm>
            <a:off x="5343142" y="1062163"/>
            <a:ext cx="2289600" cy="270623"/>
            <a:chOff x="2823569" y="1061362"/>
            <a:chExt cx="2289600" cy="270623"/>
          </a:xfrm>
        </p:grpSpPr>
        <p:sp>
          <p:nvSpPr>
            <p:cNvPr id="60" name="직사각형 59">
              <a:extLst>
                <a:ext uri="{FF2B5EF4-FFF2-40B4-BE49-F238E27FC236}">
                  <a16:creationId xmlns:a16="http://schemas.microsoft.com/office/drawing/2014/main" id="{921E2908-5C5C-4626-9105-C61520E979AF}"/>
                </a:ext>
              </a:extLst>
            </p:cNvPr>
            <p:cNvSpPr/>
            <p:nvPr/>
          </p:nvSpPr>
          <p:spPr bwMode="auto">
            <a:xfrm>
              <a:off x="2823569" y="1061362"/>
              <a:ext cx="2289600" cy="270623"/>
            </a:xfrm>
            <a:prstGeom prst="rect">
              <a:avLst/>
            </a:prstGeom>
            <a:solidFill>
              <a:schemeClr val="bg1"/>
            </a:solidFill>
            <a:ln w="635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61" name="TextBox 60">
              <a:extLst>
                <a:ext uri="{FF2B5EF4-FFF2-40B4-BE49-F238E27FC236}">
                  <a16:creationId xmlns:a16="http://schemas.microsoft.com/office/drawing/2014/main" id="{4BAFE32E-F7EE-49CC-BD57-412BCA0832F7}"/>
                </a:ext>
              </a:extLst>
            </p:cNvPr>
            <p:cNvSpPr txBox="1"/>
            <p:nvPr/>
          </p:nvSpPr>
          <p:spPr>
            <a:xfrm>
              <a:off x="2823569" y="1067851"/>
              <a:ext cx="2289600" cy="253211"/>
            </a:xfrm>
            <a:prstGeom prst="rect">
              <a:avLst/>
            </a:prstGeom>
            <a:noFill/>
          </p:spPr>
          <p:txBody>
            <a:bodyPr wrap="square" rtlCol="0">
              <a:spAutoFit/>
            </a:bodyPr>
            <a:lstStyle/>
            <a:p>
              <a:pPr lvl="0" algn="ctr" defTabSz="914400" fontAlgn="base" latinLnBrk="1">
                <a:lnSpc>
                  <a:spcPct val="150000"/>
                </a:lnSpc>
                <a:spcBef>
                  <a:spcPct val="0"/>
                </a:spcBef>
                <a:spcAft>
                  <a:spcPct val="0"/>
                </a:spcAft>
                <a:defRPr/>
              </a:pPr>
              <a:r>
                <a:rPr kumimoji="1" lang="ko-KR" altLang="en-US" sz="800" b="1" dirty="0" err="1">
                  <a:solidFill>
                    <a:prstClr val="black"/>
                  </a:solidFill>
                </a:rPr>
                <a:t>마이트래블가이드</a:t>
              </a:r>
              <a:endParaRPr kumimoji="1" lang="ko-KR" altLang="en-US" sz="800" b="1" dirty="0">
                <a:solidFill>
                  <a:prstClr val="black"/>
                </a:solidFill>
              </a:endParaRPr>
            </a:p>
          </p:txBody>
        </p:sp>
        <p:sp>
          <p:nvSpPr>
            <p:cNvPr id="62" name="모서리가 둥근 직사각형 20">
              <a:extLst>
                <a:ext uri="{FF2B5EF4-FFF2-40B4-BE49-F238E27FC236}">
                  <a16:creationId xmlns:a16="http://schemas.microsoft.com/office/drawing/2014/main" id="{08B122A7-1A39-4F71-9950-FD1BA9835F02}"/>
                </a:ext>
              </a:extLst>
            </p:cNvPr>
            <p:cNvSpPr/>
            <p:nvPr/>
          </p:nvSpPr>
          <p:spPr bwMode="auto">
            <a:xfrm>
              <a:off x="4928016" y="1113683"/>
              <a:ext cx="163510" cy="167735"/>
            </a:xfrm>
            <a:prstGeom prst="roundRect">
              <a:avLst>
                <a:gd name="adj" fmla="val 22385"/>
              </a:avLst>
            </a:prstGeom>
            <a:solidFill>
              <a:schemeClr val="bg1"/>
            </a:solidFill>
            <a:ln w="6350"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defTabSz="1069975" fontAlgn="base" latinLnBrk="1">
                <a:spcBef>
                  <a:spcPct val="0"/>
                </a:spcBef>
                <a:spcAft>
                  <a:spcPct val="0"/>
                </a:spcAft>
              </a:pPr>
              <a:r>
                <a:rPr kumimoji="1" lang="en-US" altLang="ko-KR" sz="700" dirty="0">
                  <a:solidFill>
                    <a:prstClr val="black"/>
                  </a:solidFill>
                  <a:latin typeface="맑은 고딕"/>
                  <a:ea typeface="맑은 고딕"/>
                </a:rPr>
                <a:t>X</a:t>
              </a:r>
              <a:endParaRPr kumimoji="1" lang="ko-KR" altLang="en-US" sz="700" dirty="0">
                <a:solidFill>
                  <a:prstClr val="black"/>
                </a:solidFill>
                <a:latin typeface="맑은 고딕"/>
                <a:ea typeface="맑은 고딕"/>
              </a:endParaRPr>
            </a:p>
          </p:txBody>
        </p:sp>
      </p:grpSp>
      <p:sp>
        <p:nvSpPr>
          <p:cNvPr id="63" name="TextBox 62">
            <a:extLst>
              <a:ext uri="{FF2B5EF4-FFF2-40B4-BE49-F238E27FC236}">
                <a16:creationId xmlns:a16="http://schemas.microsoft.com/office/drawing/2014/main" id="{A7496495-CBBE-421E-A7BC-74D8E81DEE5E}"/>
              </a:ext>
            </a:extLst>
          </p:cNvPr>
          <p:cNvSpPr txBox="1"/>
          <p:nvPr/>
        </p:nvSpPr>
        <p:spPr>
          <a:xfrm>
            <a:off x="2936776" y="692696"/>
            <a:ext cx="2148670" cy="230832"/>
          </a:xfrm>
          <a:prstGeom prst="rect">
            <a:avLst/>
          </a:prstGeom>
          <a:noFill/>
        </p:spPr>
        <p:txBody>
          <a:bodyPr wrap="square" rtlCol="0">
            <a:spAutoFit/>
          </a:bodyPr>
          <a:lstStyle/>
          <a:p>
            <a:r>
              <a:rPr lang="ko-KR" altLang="en-US" sz="900" b="1" dirty="0">
                <a:latin typeface="나눔고딕" panose="020D0604000000000000" pitchFamily="50" charset="-127"/>
                <a:ea typeface="나눔고딕" panose="020D0604000000000000" pitchFamily="50" charset="-127"/>
              </a:rPr>
              <a:t>출발시각이 </a:t>
            </a:r>
            <a:r>
              <a:rPr lang="en-US" altLang="ko-KR" sz="900" b="1" dirty="0">
                <a:latin typeface="나눔고딕" panose="020D0604000000000000" pitchFamily="50" charset="-127"/>
                <a:ea typeface="나눔고딕" panose="020D0604000000000000" pitchFamily="50" charset="-127"/>
              </a:rPr>
              <a:t>24</a:t>
            </a:r>
            <a:r>
              <a:rPr lang="ko-KR" altLang="en-US" sz="900" b="1" dirty="0">
                <a:latin typeface="나눔고딕" panose="020D0604000000000000" pitchFamily="50" charset="-127"/>
                <a:ea typeface="나눔고딕" panose="020D0604000000000000" pitchFamily="50" charset="-127"/>
              </a:rPr>
              <a:t>시간 이전의 시간일 경우 </a:t>
            </a:r>
          </a:p>
        </p:txBody>
      </p:sp>
      <p:sp>
        <p:nvSpPr>
          <p:cNvPr id="64" name="TextBox 63">
            <a:extLst>
              <a:ext uri="{FF2B5EF4-FFF2-40B4-BE49-F238E27FC236}">
                <a16:creationId xmlns:a16="http://schemas.microsoft.com/office/drawing/2014/main" id="{46EFB3C1-04D4-4E8A-81AC-3BBC486C6240}"/>
              </a:ext>
            </a:extLst>
          </p:cNvPr>
          <p:cNvSpPr txBox="1"/>
          <p:nvPr/>
        </p:nvSpPr>
        <p:spPr>
          <a:xfrm>
            <a:off x="5643511" y="692696"/>
            <a:ext cx="1775760" cy="230832"/>
          </a:xfrm>
          <a:prstGeom prst="rect">
            <a:avLst/>
          </a:prstGeom>
          <a:noFill/>
        </p:spPr>
        <p:txBody>
          <a:bodyPr wrap="square" rtlCol="0">
            <a:spAutoFit/>
          </a:bodyPr>
          <a:lstStyle/>
          <a:p>
            <a:r>
              <a:rPr lang="ko-KR" altLang="en-US" sz="900" b="1" dirty="0">
                <a:latin typeface="나눔고딕" panose="020D0604000000000000" pitchFamily="50" charset="-127"/>
                <a:ea typeface="나눔고딕" panose="020D0604000000000000" pitchFamily="50" charset="-127"/>
              </a:rPr>
              <a:t>출발시각이 </a:t>
            </a:r>
            <a:r>
              <a:rPr lang="en-US" altLang="ko-KR" sz="900" b="1" dirty="0">
                <a:latin typeface="나눔고딕" panose="020D0604000000000000" pitchFamily="50" charset="-127"/>
                <a:ea typeface="나눔고딕" panose="020D0604000000000000" pitchFamily="50" charset="-127"/>
              </a:rPr>
              <a:t>24</a:t>
            </a:r>
            <a:r>
              <a:rPr lang="ko-KR" altLang="en-US" sz="900" b="1" dirty="0">
                <a:latin typeface="나눔고딕" panose="020D0604000000000000" pitchFamily="50" charset="-127"/>
                <a:ea typeface="나눔고딕" panose="020D0604000000000000" pitchFamily="50" charset="-127"/>
              </a:rPr>
              <a:t>시간 이내일 경우</a:t>
            </a:r>
          </a:p>
        </p:txBody>
      </p:sp>
      <p:sp>
        <p:nvSpPr>
          <p:cNvPr id="65" name="타원 118">
            <a:extLst>
              <a:ext uri="{FF2B5EF4-FFF2-40B4-BE49-F238E27FC236}">
                <a16:creationId xmlns:a16="http://schemas.microsoft.com/office/drawing/2014/main" id="{6D10CB5D-FA22-4483-BE83-3A112CD213E7}"/>
              </a:ext>
            </a:extLst>
          </p:cNvPr>
          <p:cNvSpPr/>
          <p:nvPr/>
        </p:nvSpPr>
        <p:spPr>
          <a:xfrm>
            <a:off x="2719659" y="107178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66" name="타원 118">
            <a:extLst>
              <a:ext uri="{FF2B5EF4-FFF2-40B4-BE49-F238E27FC236}">
                <a16:creationId xmlns:a16="http://schemas.microsoft.com/office/drawing/2014/main" id="{230E25F1-106C-459A-8C70-D2D296A5F6CC}"/>
              </a:ext>
            </a:extLst>
          </p:cNvPr>
          <p:cNvSpPr/>
          <p:nvPr/>
        </p:nvSpPr>
        <p:spPr>
          <a:xfrm>
            <a:off x="5313040" y="108131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1-1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67" name="타원 118">
            <a:extLst>
              <a:ext uri="{FF2B5EF4-FFF2-40B4-BE49-F238E27FC236}">
                <a16:creationId xmlns:a16="http://schemas.microsoft.com/office/drawing/2014/main" id="{50F083F9-A85E-4063-B1A9-76FCFF207986}"/>
              </a:ext>
            </a:extLst>
          </p:cNvPr>
          <p:cNvSpPr/>
          <p:nvPr/>
        </p:nvSpPr>
        <p:spPr>
          <a:xfrm>
            <a:off x="4872309" y="3717032"/>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4</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68" name="타원 118">
            <a:extLst>
              <a:ext uri="{FF2B5EF4-FFF2-40B4-BE49-F238E27FC236}">
                <a16:creationId xmlns:a16="http://schemas.microsoft.com/office/drawing/2014/main" id="{303E3561-A260-4DB0-8605-1E037574D049}"/>
              </a:ext>
            </a:extLst>
          </p:cNvPr>
          <p:cNvSpPr/>
          <p:nvPr/>
        </p:nvSpPr>
        <p:spPr>
          <a:xfrm>
            <a:off x="2748234" y="318633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3</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85" name="타원 118">
            <a:extLst>
              <a:ext uri="{FF2B5EF4-FFF2-40B4-BE49-F238E27FC236}">
                <a16:creationId xmlns:a16="http://schemas.microsoft.com/office/drawing/2014/main" id="{EA23E246-B9E1-486A-9F94-E13295475086}"/>
              </a:ext>
            </a:extLst>
          </p:cNvPr>
          <p:cNvSpPr/>
          <p:nvPr/>
        </p:nvSpPr>
        <p:spPr>
          <a:xfrm>
            <a:off x="5243784" y="336731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3-1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86" name="타원 118">
            <a:extLst>
              <a:ext uri="{FF2B5EF4-FFF2-40B4-BE49-F238E27FC236}">
                <a16:creationId xmlns:a16="http://schemas.microsoft.com/office/drawing/2014/main" id="{C43ED728-E37F-48E1-A2FC-0FE7EE77108C}"/>
              </a:ext>
            </a:extLst>
          </p:cNvPr>
          <p:cNvSpPr/>
          <p:nvPr/>
        </p:nvSpPr>
        <p:spPr>
          <a:xfrm>
            <a:off x="7501209" y="370068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5</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89" name="타원 118">
            <a:extLst>
              <a:ext uri="{FF2B5EF4-FFF2-40B4-BE49-F238E27FC236}">
                <a16:creationId xmlns:a16="http://schemas.microsoft.com/office/drawing/2014/main" id="{E7072300-356E-414F-B94C-B79D70AE3EF6}"/>
              </a:ext>
            </a:extLst>
          </p:cNvPr>
          <p:cNvSpPr/>
          <p:nvPr/>
        </p:nvSpPr>
        <p:spPr>
          <a:xfrm>
            <a:off x="2748234" y="248148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0" name="타원 118">
            <a:extLst>
              <a:ext uri="{FF2B5EF4-FFF2-40B4-BE49-F238E27FC236}">
                <a16:creationId xmlns:a16="http://schemas.microsoft.com/office/drawing/2014/main" id="{0472541A-8DF0-459F-8811-A940F975EC79}"/>
              </a:ext>
            </a:extLst>
          </p:cNvPr>
          <p:cNvSpPr/>
          <p:nvPr/>
        </p:nvSpPr>
        <p:spPr>
          <a:xfrm>
            <a:off x="5243784" y="248148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Tree>
    <p:extLst>
      <p:ext uri="{BB962C8B-B14F-4D97-AF65-F5344CB8AC3E}">
        <p14:creationId xmlns:p14="http://schemas.microsoft.com/office/powerpoint/2010/main" val="26773396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사각형: 둥근 모서리 180">
            <a:extLst>
              <a:ext uri="{FF2B5EF4-FFF2-40B4-BE49-F238E27FC236}">
                <a16:creationId xmlns:a16="http://schemas.microsoft.com/office/drawing/2014/main" id="{1C20C3C8-B422-4356-BDD6-2FD3F31056E8}"/>
              </a:ext>
            </a:extLst>
          </p:cNvPr>
          <p:cNvSpPr/>
          <p:nvPr/>
        </p:nvSpPr>
        <p:spPr>
          <a:xfrm>
            <a:off x="499217" y="5588621"/>
            <a:ext cx="1995688" cy="364067"/>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0" bIns="0" rtlCol="0" anchor="ctr"/>
          <a:lstStyle/>
          <a:p>
            <a:pPr lvl="0" algn="ctr"/>
            <a:r>
              <a:rPr lang="ko-KR" altLang="en-US" sz="800" dirty="0">
                <a:solidFill>
                  <a:schemeClr val="tx1"/>
                </a:solidFill>
              </a:rPr>
              <a:t>홍길동님 예약내용을 </a:t>
            </a:r>
            <a:endParaRPr lang="en-US" altLang="ko-KR" sz="800" dirty="0">
              <a:solidFill>
                <a:schemeClr val="tx1"/>
              </a:solidFill>
            </a:endParaRPr>
          </a:p>
          <a:p>
            <a:pPr lvl="0" algn="ctr"/>
            <a:r>
              <a:rPr lang="ko-KR" altLang="en-US" sz="800" dirty="0">
                <a:solidFill>
                  <a:schemeClr val="tx1"/>
                </a:solidFill>
              </a:rPr>
              <a:t>살펴보세요</a:t>
            </a:r>
            <a:endParaRPr lang="en-US" altLang="ko-KR" sz="800" dirty="0">
              <a:solidFill>
                <a:schemeClr val="tx1"/>
              </a:solidFill>
            </a:endParaRPr>
          </a:p>
        </p:txBody>
      </p:sp>
      <p:graphicFrame>
        <p:nvGraphicFramePr>
          <p:cNvPr id="104" name="표 103">
            <a:extLst>
              <a:ext uri="{FF2B5EF4-FFF2-40B4-BE49-F238E27FC236}">
                <a16:creationId xmlns:a16="http://schemas.microsoft.com/office/drawing/2014/main" id="{5ECBE90A-3E43-4B22-A23E-74563FDEF54B}"/>
              </a:ext>
            </a:extLst>
          </p:cNvPr>
          <p:cNvGraphicFramePr>
            <a:graphicFrameLocks noGrp="1"/>
          </p:cNvGraphicFramePr>
          <p:nvPr>
            <p:extLst>
              <p:ext uri="{D42A27DB-BD31-4B8C-83A1-F6EECF244321}">
                <p14:modId xmlns:p14="http://schemas.microsoft.com/office/powerpoint/2010/main" val="3836580224"/>
              </p:ext>
            </p:extLst>
          </p:nvPr>
        </p:nvGraphicFramePr>
        <p:xfrm>
          <a:off x="7791532" y="556096"/>
          <a:ext cx="2046688" cy="4089026"/>
        </p:xfrm>
        <a:graphic>
          <a:graphicData uri="http://schemas.openxmlformats.org/drawingml/2006/table">
            <a:tbl>
              <a:tblPr/>
              <a:tblGrid>
                <a:gridCol w="216846">
                  <a:extLst>
                    <a:ext uri="{9D8B030D-6E8A-4147-A177-3AD203B41FA5}">
                      <a16:colId xmlns:a16="http://schemas.microsoft.com/office/drawing/2014/main" val="877983187"/>
                    </a:ext>
                  </a:extLst>
                </a:gridCol>
                <a:gridCol w="1829842">
                  <a:extLst>
                    <a:ext uri="{9D8B030D-6E8A-4147-A177-3AD203B41FA5}">
                      <a16:colId xmlns:a16="http://schemas.microsoft.com/office/drawing/2014/main" val="3543648088"/>
                    </a:ext>
                  </a:extLst>
                </a:gridCol>
              </a:tblGrid>
              <a:tr h="264331">
                <a:tc gridSpan="2">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mn-ea"/>
                          <a:ea typeface="+mn-ea"/>
                        </a:rPr>
                        <a:t>Description</a:t>
                      </a:r>
                      <a:endParaRPr kumimoji="1" lang="ko-KR" altLang="en-US" sz="700" b="1"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40511496"/>
                  </a:ext>
                </a:extLst>
              </a:tr>
              <a:tr h="252000">
                <a:tc gridSpan="2">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latinLnBrk="1"/>
                      <a:endParaRPr lang="ko-KR" altLang="en-US"/>
                    </a:p>
                  </a:txBody>
                  <a:tcPr/>
                </a:tc>
                <a:extLst>
                  <a:ext uri="{0D108BD9-81ED-4DB2-BD59-A6C34878D82A}">
                    <a16:rowId xmlns:a16="http://schemas.microsoft.com/office/drawing/2014/main" val="566744085"/>
                  </a:ext>
                </a:extLst>
              </a:tr>
              <a:tr h="252000">
                <a:tc>
                  <a:txBody>
                    <a:bodyPr/>
                    <a:lstStyle/>
                    <a:p>
                      <a:pPr algn="ctr"/>
                      <a:r>
                        <a:rPr lang="en-US" altLang="ko-KR" sz="700" dirty="0"/>
                        <a:t>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rPr>
                        <a:t>1 : </a:t>
                      </a:r>
                      <a:r>
                        <a:rPr kumimoji="1" lang="ko-KR" altLang="en-US" sz="700" b="0" i="0" u="none" strike="noStrike" cap="none" normalizeH="0" baseline="0" dirty="0">
                          <a:ln>
                            <a:noFill/>
                          </a:ln>
                          <a:solidFill>
                            <a:schemeClr val="tx1"/>
                          </a:solidFill>
                          <a:effectLst/>
                          <a:latin typeface="+mn-ea"/>
                          <a:ea typeface="+mn-ea"/>
                        </a:rPr>
                        <a:t>앱을 통하여 접속하지 않은 경우 노출</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rPr>
                        <a:t>1-1 : </a:t>
                      </a:r>
                      <a:r>
                        <a:rPr kumimoji="1" lang="ko-KR" altLang="en-US" sz="700" b="0" i="0" u="none" strike="noStrike" cap="none" normalizeH="0" baseline="0" dirty="0">
                          <a:ln>
                            <a:noFill/>
                          </a:ln>
                          <a:solidFill>
                            <a:schemeClr val="tx1"/>
                          </a:solidFill>
                          <a:effectLst/>
                          <a:latin typeface="+mn-ea"/>
                          <a:ea typeface="+mn-ea"/>
                        </a:rPr>
                        <a:t>앱을 통하여 접속한 경우 노출</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54734413"/>
                  </a:ext>
                </a:extLst>
              </a:tr>
              <a:tr h="317241">
                <a:tc>
                  <a:txBody>
                    <a:bodyPr/>
                    <a:lstStyle/>
                    <a:p>
                      <a:pPr algn="ctr"/>
                      <a:r>
                        <a:rPr lang="en-US" altLang="ko-KR" sz="700" dirty="0"/>
                        <a:t>2</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접속한 단말기가 </a:t>
                      </a:r>
                      <a:r>
                        <a:rPr kumimoji="1" lang="en-US" altLang="ko-KR" sz="700" b="0" i="0" u="none" strike="noStrike" cap="none" normalizeH="0" baseline="0" dirty="0">
                          <a:ln>
                            <a:noFill/>
                          </a:ln>
                          <a:solidFill>
                            <a:schemeClr val="tx1"/>
                          </a:solidFill>
                          <a:effectLst/>
                          <a:latin typeface="+mn-ea"/>
                          <a:ea typeface="+mn-ea"/>
                        </a:rPr>
                        <a:t>Android</a:t>
                      </a:r>
                      <a:r>
                        <a:rPr kumimoji="1" lang="ko-KR" altLang="en-US" sz="700" b="0" i="0" u="none" strike="noStrike" cap="none" normalizeH="0" baseline="0" dirty="0">
                          <a:ln>
                            <a:noFill/>
                          </a:ln>
                          <a:solidFill>
                            <a:schemeClr val="tx1"/>
                          </a:solidFill>
                          <a:effectLst/>
                          <a:latin typeface="+mn-ea"/>
                          <a:ea typeface="+mn-ea"/>
                        </a:rPr>
                        <a:t>일 경우 </a:t>
                      </a:r>
                      <a:r>
                        <a:rPr kumimoji="1" lang="en-US" altLang="ko-KR" sz="700" b="0" i="0" u="none" strike="noStrike" cap="none" normalizeH="0" baseline="0" dirty="0">
                          <a:ln>
                            <a:noFill/>
                          </a:ln>
                          <a:solidFill>
                            <a:schemeClr val="tx1"/>
                          </a:solidFill>
                          <a:effectLst/>
                          <a:latin typeface="+mn-ea"/>
                          <a:ea typeface="+mn-ea"/>
                        </a:rPr>
                        <a:t>2</a:t>
                      </a:r>
                      <a:r>
                        <a:rPr kumimoji="1" lang="ko-KR" altLang="en-US" sz="700" b="0" i="0" u="none" strike="noStrike" cap="none" normalizeH="0" baseline="0" dirty="0">
                          <a:ln>
                            <a:noFill/>
                          </a:ln>
                          <a:solidFill>
                            <a:schemeClr val="tx1"/>
                          </a:solidFill>
                          <a:effectLst/>
                          <a:latin typeface="+mn-ea"/>
                          <a:ea typeface="+mn-ea"/>
                        </a:rPr>
                        <a:t>버튼을 노출하고 </a:t>
                      </a:r>
                      <a:r>
                        <a:rPr kumimoji="1" lang="en-US" altLang="ko-KR" sz="700" b="0" i="0" u="none" strike="noStrike" cap="none" normalizeH="0" baseline="0" dirty="0">
                          <a:ln>
                            <a:noFill/>
                          </a:ln>
                          <a:solidFill>
                            <a:schemeClr val="tx1"/>
                          </a:solidFill>
                          <a:effectLst/>
                          <a:latin typeface="+mn-ea"/>
                          <a:ea typeface="+mn-ea"/>
                        </a:rPr>
                        <a:t>IOS</a:t>
                      </a:r>
                      <a:r>
                        <a:rPr kumimoji="1" lang="ko-KR" altLang="en-US" sz="700" b="0" i="0" u="none" strike="noStrike" cap="none" normalizeH="0" baseline="0" dirty="0">
                          <a:ln>
                            <a:noFill/>
                          </a:ln>
                          <a:solidFill>
                            <a:schemeClr val="tx1"/>
                          </a:solidFill>
                          <a:effectLst/>
                          <a:latin typeface="+mn-ea"/>
                          <a:ea typeface="+mn-ea"/>
                        </a:rPr>
                        <a:t>일 경우 </a:t>
                      </a:r>
                      <a:r>
                        <a:rPr kumimoji="1" lang="en-US" altLang="ko-KR" sz="700" b="0" i="0" u="none" strike="noStrike" cap="none" normalizeH="0" baseline="0" dirty="0">
                          <a:ln>
                            <a:noFill/>
                          </a:ln>
                          <a:solidFill>
                            <a:schemeClr val="tx1"/>
                          </a:solidFill>
                          <a:effectLst/>
                          <a:latin typeface="+mn-ea"/>
                          <a:ea typeface="+mn-ea"/>
                        </a:rPr>
                        <a:t>2-1 </a:t>
                      </a:r>
                      <a:r>
                        <a:rPr kumimoji="1" lang="ko-KR" altLang="en-US" sz="700" b="0" i="0" u="none" strike="noStrike" cap="none" normalizeH="0" baseline="0" dirty="0">
                          <a:ln>
                            <a:noFill/>
                          </a:ln>
                          <a:solidFill>
                            <a:schemeClr val="tx1"/>
                          </a:solidFill>
                          <a:effectLst/>
                          <a:latin typeface="+mn-ea"/>
                          <a:ea typeface="+mn-ea"/>
                        </a:rPr>
                        <a:t>버튼을 노출</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600405226"/>
                  </a:ext>
                </a:extLst>
              </a:tr>
              <a:tr h="252000">
                <a:tc>
                  <a:txBody>
                    <a:bodyPr/>
                    <a:lstStyle/>
                    <a:p>
                      <a:pPr algn="ctr"/>
                      <a:r>
                        <a:rPr lang="en-US" altLang="ko-KR" sz="700" dirty="0"/>
                        <a:t>3</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터치 시 마이페이지</a:t>
                      </a:r>
                      <a:r>
                        <a:rPr kumimoji="1" lang="en-US" altLang="ko-KR" sz="700" b="0" i="0" u="none" strike="noStrike" cap="none" normalizeH="0" baseline="0" dirty="0">
                          <a:ln>
                            <a:noFill/>
                          </a:ln>
                          <a:solidFill>
                            <a:schemeClr val="tx1"/>
                          </a:solidFill>
                          <a:effectLst/>
                          <a:latin typeface="+mn-ea"/>
                          <a:ea typeface="+mn-ea"/>
                        </a:rPr>
                        <a:t>_</a:t>
                      </a:r>
                      <a:r>
                        <a:rPr kumimoji="1" lang="ko-KR" altLang="en-US" sz="700" b="0" i="0" u="none" strike="noStrike" cap="none" normalizeH="0" baseline="0" dirty="0" err="1">
                          <a:ln>
                            <a:noFill/>
                          </a:ln>
                          <a:solidFill>
                            <a:schemeClr val="tx1"/>
                          </a:solidFill>
                          <a:effectLst/>
                          <a:latin typeface="+mn-ea"/>
                          <a:ea typeface="+mn-ea"/>
                        </a:rPr>
                        <a:t>마이트래블가이드</a:t>
                      </a:r>
                      <a:r>
                        <a:rPr kumimoji="1" lang="en-US" altLang="ko-KR" sz="700" b="0" i="0" u="none" strike="noStrike" cap="none" normalizeH="0" baseline="0" dirty="0">
                          <a:ln>
                            <a:noFill/>
                          </a:ln>
                          <a:solidFill>
                            <a:schemeClr val="tx1"/>
                          </a:solidFill>
                          <a:effectLst/>
                          <a:latin typeface="+mn-ea"/>
                          <a:ea typeface="+mn-ea"/>
                        </a:rPr>
                        <a:t>_</a:t>
                      </a:r>
                      <a:r>
                        <a:rPr kumimoji="1" lang="ko-KR" altLang="en-US" sz="700" b="0" i="0" u="none" strike="noStrike" cap="none" normalizeH="0" baseline="0" dirty="0">
                          <a:ln>
                            <a:noFill/>
                          </a:ln>
                          <a:solidFill>
                            <a:schemeClr val="tx1"/>
                          </a:solidFill>
                          <a:effectLst/>
                          <a:latin typeface="+mn-ea"/>
                          <a:ea typeface="+mn-ea"/>
                        </a:rPr>
                        <a:t>일정다운로드안내</a:t>
                      </a:r>
                      <a:r>
                        <a:rPr kumimoji="1" lang="en-US" altLang="ko-KR" sz="700" b="0" i="0" u="none" strike="noStrike" cap="none" normalizeH="0" baseline="0" dirty="0">
                          <a:ln>
                            <a:noFill/>
                          </a:ln>
                          <a:solidFill>
                            <a:schemeClr val="tx1"/>
                          </a:solidFill>
                          <a:effectLst/>
                          <a:latin typeface="+mn-ea"/>
                          <a:ea typeface="+mn-ea"/>
                        </a:rPr>
                        <a:t>(</a:t>
                      </a:r>
                      <a:r>
                        <a:rPr kumimoji="1" lang="en-US" altLang="ko-KR" sz="700" b="0" i="0" u="none" strike="noStrike" cap="none" normalizeH="0" baseline="0" dirty="0" err="1">
                          <a:ln>
                            <a:noFill/>
                          </a:ln>
                          <a:solidFill>
                            <a:schemeClr val="tx1"/>
                          </a:solidFill>
                          <a:effectLst/>
                          <a:latin typeface="+mn-ea"/>
                          <a:ea typeface="+mn-ea"/>
                        </a:rPr>
                        <a:t>DE_SL_MY_266</a:t>
                      </a: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화면을 노출</a:t>
                      </a: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575881690"/>
                  </a:ext>
                </a:extLst>
              </a:tr>
              <a:tr h="252000">
                <a:tc>
                  <a:txBody>
                    <a:bodyPr/>
                    <a:lstStyle/>
                    <a:p>
                      <a:pPr algn="ctr"/>
                      <a:r>
                        <a:rPr lang="en-US" altLang="ko-KR" sz="700" dirty="0"/>
                        <a:t>4</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929205908"/>
                  </a:ext>
                </a:extLst>
              </a:tr>
              <a:tr h="252000">
                <a:tc>
                  <a:txBody>
                    <a:bodyPr/>
                    <a:lstStyle/>
                    <a:p>
                      <a:pPr algn="ctr"/>
                      <a:r>
                        <a:rPr lang="en-US" altLang="ko-KR" sz="700" dirty="0"/>
                        <a:t>5</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174393987"/>
                  </a:ext>
                </a:extLst>
              </a:tr>
              <a:tr h="252000">
                <a:tc>
                  <a:txBody>
                    <a:bodyPr/>
                    <a:lstStyle/>
                    <a:p>
                      <a:pPr algn="ctr"/>
                      <a:r>
                        <a:rPr lang="en-US" altLang="ko-KR" sz="700" dirty="0"/>
                        <a:t>6</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986106794"/>
                  </a:ext>
                </a:extLst>
              </a:tr>
              <a:tr h="252000">
                <a:tc>
                  <a:txBody>
                    <a:bodyPr/>
                    <a:lstStyle/>
                    <a:p>
                      <a:pPr algn="ctr"/>
                      <a:r>
                        <a:rPr lang="en-US" altLang="ko-KR" sz="700" dirty="0"/>
                        <a:t>7</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382451967"/>
                  </a:ext>
                </a:extLst>
              </a:tr>
              <a:tr h="252000">
                <a:tc>
                  <a:txBody>
                    <a:bodyPr/>
                    <a:lstStyle/>
                    <a:p>
                      <a:pPr algn="ctr"/>
                      <a:r>
                        <a:rPr lang="en-US" altLang="ko-KR" sz="700" dirty="0"/>
                        <a:t>8</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801369225"/>
                  </a:ext>
                </a:extLst>
              </a:tr>
              <a:tr h="252000">
                <a:tc>
                  <a:txBody>
                    <a:bodyPr/>
                    <a:lstStyle/>
                    <a:p>
                      <a:pPr algn="ctr"/>
                      <a:r>
                        <a:rPr lang="en-US" altLang="ko-KR" sz="700" dirty="0"/>
                        <a:t>9</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87350180"/>
                  </a:ext>
                </a:extLst>
              </a:tr>
              <a:tr h="252000">
                <a:tc>
                  <a:txBody>
                    <a:bodyPr/>
                    <a:lstStyle/>
                    <a:p>
                      <a:pPr algn="ctr"/>
                      <a:r>
                        <a:rPr lang="en-US" altLang="ko-KR" sz="700" dirty="0"/>
                        <a:t>10</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893561366"/>
                  </a:ext>
                </a:extLst>
              </a:tr>
              <a:tr h="252000">
                <a:tc>
                  <a:txBody>
                    <a:bodyPr/>
                    <a:lstStyle/>
                    <a:p>
                      <a:pPr algn="ctr"/>
                      <a:r>
                        <a:rPr lang="en-US" altLang="ko-KR" sz="700" dirty="0"/>
                        <a:t>11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120464130"/>
                  </a:ext>
                </a:extLst>
              </a:tr>
              <a:tr h="257465">
                <a:tc gridSpan="2">
                  <a:txBody>
                    <a:bodyPr/>
                    <a:lstStyle/>
                    <a:p>
                      <a:pPr algn="ctr"/>
                      <a:endParaRPr lang="ko-KR" altLang="en-US" sz="700" b="1"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827257165"/>
                  </a:ext>
                </a:extLst>
              </a:tr>
              <a:tr h="257465">
                <a:tc gridSpan="2">
                  <a:txBody>
                    <a:bodyPr/>
                    <a:lstStyle/>
                    <a:p>
                      <a:endParaRPr lang="en-US" altLang="ko-KR"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32757063"/>
                  </a:ext>
                </a:extLst>
              </a:tr>
            </a:tbl>
          </a:graphicData>
        </a:graphic>
      </p:graphicFrame>
      <p:sp>
        <p:nvSpPr>
          <p:cNvPr id="2" name="텍스트 개체 틀 1">
            <a:extLst>
              <a:ext uri="{FF2B5EF4-FFF2-40B4-BE49-F238E27FC236}">
                <a16:creationId xmlns:a16="http://schemas.microsoft.com/office/drawing/2014/main" id="{6352FB64-C8C6-4D72-B120-BC94F211760C}"/>
              </a:ext>
            </a:extLst>
          </p:cNvPr>
          <p:cNvSpPr>
            <a:spLocks noGrp="1"/>
          </p:cNvSpPr>
          <p:nvPr>
            <p:ph type="body" sz="quarter" idx="10"/>
          </p:nvPr>
        </p:nvSpPr>
        <p:spPr/>
        <p:txBody>
          <a:bodyPr/>
          <a:lstStyle/>
          <a:p>
            <a:r>
              <a:rPr lang="en-US" altLang="ko-KR" dirty="0"/>
              <a:t>CUBE_</a:t>
            </a:r>
            <a:r>
              <a:rPr lang="ko-KR" altLang="en-US" dirty="0" err="1"/>
              <a:t>마이트래블가이드</a:t>
            </a:r>
            <a:r>
              <a:rPr lang="ko-KR" altLang="en-US" dirty="0"/>
              <a:t> </a:t>
            </a:r>
            <a:endParaRPr lang="en-US" altLang="ko-KR" dirty="0"/>
          </a:p>
        </p:txBody>
      </p:sp>
      <p:sp>
        <p:nvSpPr>
          <p:cNvPr id="7" name="텍스트 개체 틀 6">
            <a:extLst>
              <a:ext uri="{FF2B5EF4-FFF2-40B4-BE49-F238E27FC236}">
                <a16:creationId xmlns:a16="http://schemas.microsoft.com/office/drawing/2014/main" id="{144A212D-8A3F-4CB1-8C81-FD2FB266E275}"/>
              </a:ext>
            </a:extLst>
          </p:cNvPr>
          <p:cNvSpPr>
            <a:spLocks noGrp="1"/>
          </p:cNvSpPr>
          <p:nvPr>
            <p:ph type="body" sz="quarter" idx="11"/>
          </p:nvPr>
        </p:nvSpPr>
        <p:spPr/>
        <p:txBody>
          <a:bodyPr/>
          <a:lstStyle/>
          <a:p>
            <a:r>
              <a:rPr lang="en-US" altLang="ko-KR" dirty="0" err="1"/>
              <a:t>DE_SL_CU_305</a:t>
            </a:r>
            <a:r>
              <a:rPr lang="en-US" altLang="ko-KR" dirty="0"/>
              <a:t> </a:t>
            </a:r>
            <a:endParaRPr lang="ko-KR" altLang="en-US" dirty="0"/>
          </a:p>
        </p:txBody>
      </p:sp>
      <p:sp>
        <p:nvSpPr>
          <p:cNvPr id="160" name="타원 159">
            <a:extLst>
              <a:ext uri="{FF2B5EF4-FFF2-40B4-BE49-F238E27FC236}">
                <a16:creationId xmlns:a16="http://schemas.microsoft.com/office/drawing/2014/main" id="{5D050895-681C-4C52-8EDE-B1D294A8F02F}"/>
              </a:ext>
            </a:extLst>
          </p:cNvPr>
          <p:cNvSpPr/>
          <p:nvPr/>
        </p:nvSpPr>
        <p:spPr>
          <a:xfrm>
            <a:off x="4602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err="1">
                <a:solidFill>
                  <a:prstClr val="white"/>
                </a:solidFill>
              </a:rPr>
              <a:t>CUVE</a:t>
            </a:r>
            <a:endParaRPr lang="ko-KR" altLang="en-US" sz="800" dirty="0" err="1">
              <a:solidFill>
                <a:prstClr val="white"/>
              </a:solidFill>
            </a:endParaRPr>
          </a:p>
        </p:txBody>
      </p:sp>
      <p:grpSp>
        <p:nvGrpSpPr>
          <p:cNvPr id="5" name="그룹 4">
            <a:extLst>
              <a:ext uri="{FF2B5EF4-FFF2-40B4-BE49-F238E27FC236}">
                <a16:creationId xmlns:a16="http://schemas.microsoft.com/office/drawing/2014/main" id="{25F66883-1E55-47A8-86C8-6548192934A8}"/>
              </a:ext>
            </a:extLst>
          </p:cNvPr>
          <p:cNvGrpSpPr/>
          <p:nvPr/>
        </p:nvGrpSpPr>
        <p:grpSpPr>
          <a:xfrm>
            <a:off x="2823569" y="1061362"/>
            <a:ext cx="2289600" cy="270623"/>
            <a:chOff x="2823569" y="1061362"/>
            <a:chExt cx="2289600" cy="270623"/>
          </a:xfrm>
        </p:grpSpPr>
        <p:sp>
          <p:nvSpPr>
            <p:cNvPr id="273" name="직사각형 272">
              <a:extLst>
                <a:ext uri="{FF2B5EF4-FFF2-40B4-BE49-F238E27FC236}">
                  <a16:creationId xmlns:a16="http://schemas.microsoft.com/office/drawing/2014/main" id="{E37124A1-AEAF-4445-9C04-466F3F505F27}"/>
                </a:ext>
              </a:extLst>
            </p:cNvPr>
            <p:cNvSpPr/>
            <p:nvPr/>
          </p:nvSpPr>
          <p:spPr bwMode="auto">
            <a:xfrm>
              <a:off x="2823569" y="1061362"/>
              <a:ext cx="2289600" cy="270623"/>
            </a:xfrm>
            <a:prstGeom prst="rect">
              <a:avLst/>
            </a:prstGeom>
            <a:solidFill>
              <a:schemeClr val="bg1"/>
            </a:solidFill>
            <a:ln w="635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272" name="TextBox 271">
              <a:extLst>
                <a:ext uri="{FF2B5EF4-FFF2-40B4-BE49-F238E27FC236}">
                  <a16:creationId xmlns:a16="http://schemas.microsoft.com/office/drawing/2014/main" id="{2128927F-E916-4BEF-A0B0-D8D93149D18D}"/>
                </a:ext>
              </a:extLst>
            </p:cNvPr>
            <p:cNvSpPr txBox="1"/>
            <p:nvPr/>
          </p:nvSpPr>
          <p:spPr>
            <a:xfrm>
              <a:off x="2823569" y="1067851"/>
              <a:ext cx="2289600" cy="253211"/>
            </a:xfrm>
            <a:prstGeom prst="rect">
              <a:avLst/>
            </a:prstGeom>
            <a:noFill/>
          </p:spPr>
          <p:txBody>
            <a:bodyPr wrap="square" rtlCol="0">
              <a:spAutoFit/>
            </a:bodyPr>
            <a:lstStyle/>
            <a:p>
              <a:pPr lvl="0" algn="ctr" defTabSz="914400" fontAlgn="base" latinLnBrk="1">
                <a:lnSpc>
                  <a:spcPct val="150000"/>
                </a:lnSpc>
                <a:spcBef>
                  <a:spcPct val="0"/>
                </a:spcBef>
                <a:spcAft>
                  <a:spcPct val="0"/>
                </a:spcAft>
                <a:defRPr/>
              </a:pPr>
              <a:r>
                <a:rPr kumimoji="1" lang="ko-KR" altLang="en-US" sz="800" b="1" dirty="0">
                  <a:solidFill>
                    <a:prstClr val="black"/>
                  </a:solidFill>
                </a:rPr>
                <a:t>다운로드</a:t>
              </a:r>
            </a:p>
          </p:txBody>
        </p:sp>
        <p:sp>
          <p:nvSpPr>
            <p:cNvPr id="274" name="모서리가 둥근 직사각형 20">
              <a:extLst>
                <a:ext uri="{FF2B5EF4-FFF2-40B4-BE49-F238E27FC236}">
                  <a16:creationId xmlns:a16="http://schemas.microsoft.com/office/drawing/2014/main" id="{D9C9E5AA-2436-4AE6-A7FD-D98CBC6BF7C6}"/>
                </a:ext>
              </a:extLst>
            </p:cNvPr>
            <p:cNvSpPr/>
            <p:nvPr/>
          </p:nvSpPr>
          <p:spPr bwMode="auto">
            <a:xfrm>
              <a:off x="4928016" y="1113683"/>
              <a:ext cx="163510" cy="167735"/>
            </a:xfrm>
            <a:prstGeom prst="roundRect">
              <a:avLst>
                <a:gd name="adj" fmla="val 22385"/>
              </a:avLst>
            </a:prstGeom>
            <a:solidFill>
              <a:schemeClr val="bg1"/>
            </a:solidFill>
            <a:ln w="6350"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defTabSz="1069975" fontAlgn="base" latinLnBrk="1">
                <a:spcBef>
                  <a:spcPct val="0"/>
                </a:spcBef>
                <a:spcAft>
                  <a:spcPct val="0"/>
                </a:spcAft>
              </a:pPr>
              <a:r>
                <a:rPr kumimoji="1" lang="en-US" altLang="ko-KR" sz="700" dirty="0">
                  <a:solidFill>
                    <a:prstClr val="black"/>
                  </a:solidFill>
                  <a:latin typeface="맑은 고딕"/>
                  <a:ea typeface="맑은 고딕"/>
                </a:rPr>
                <a:t>X</a:t>
              </a:r>
              <a:endParaRPr kumimoji="1" lang="ko-KR" altLang="en-US" sz="700" dirty="0">
                <a:solidFill>
                  <a:prstClr val="black"/>
                </a:solidFill>
                <a:latin typeface="맑은 고딕"/>
                <a:ea typeface="맑은 고딕"/>
              </a:endParaRPr>
            </a:p>
          </p:txBody>
        </p:sp>
      </p:grpSp>
      <p:sp>
        <p:nvSpPr>
          <p:cNvPr id="368" name="타원 367">
            <a:extLst>
              <a:ext uri="{FF2B5EF4-FFF2-40B4-BE49-F238E27FC236}">
                <a16:creationId xmlns:a16="http://schemas.microsoft.com/office/drawing/2014/main" id="{F5298DAE-A173-4D6A-865D-EFE3E116F98F}"/>
              </a:ext>
            </a:extLst>
          </p:cNvPr>
          <p:cNvSpPr/>
          <p:nvPr/>
        </p:nvSpPr>
        <p:spPr>
          <a:xfrm>
            <a:off x="742628" y="5608290"/>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grpSp>
        <p:nvGrpSpPr>
          <p:cNvPr id="4" name="그룹 3">
            <a:extLst>
              <a:ext uri="{FF2B5EF4-FFF2-40B4-BE49-F238E27FC236}">
                <a16:creationId xmlns:a16="http://schemas.microsoft.com/office/drawing/2014/main" id="{89A03565-4DA5-4AAF-B18C-B7F704E581AC}"/>
              </a:ext>
            </a:extLst>
          </p:cNvPr>
          <p:cNvGrpSpPr/>
          <p:nvPr/>
        </p:nvGrpSpPr>
        <p:grpSpPr>
          <a:xfrm>
            <a:off x="2817779" y="4977573"/>
            <a:ext cx="1094028" cy="1090118"/>
            <a:chOff x="2820157" y="4977573"/>
            <a:chExt cx="1094028" cy="1090118"/>
          </a:xfrm>
        </p:grpSpPr>
        <p:sp>
          <p:nvSpPr>
            <p:cNvPr id="328" name="자유형 73">
              <a:extLst>
                <a:ext uri="{FF2B5EF4-FFF2-40B4-BE49-F238E27FC236}">
                  <a16:creationId xmlns:a16="http://schemas.microsoft.com/office/drawing/2014/main" id="{87770D4D-B91A-47C7-BE44-2964C733B8FC}"/>
                </a:ext>
              </a:extLst>
            </p:cNvPr>
            <p:cNvSpPr/>
            <p:nvPr/>
          </p:nvSpPr>
          <p:spPr>
            <a:xfrm>
              <a:off x="2820157" y="4977573"/>
              <a:ext cx="1094028" cy="1090118"/>
            </a:xfrm>
            <a:custGeom>
              <a:avLst/>
              <a:gdLst>
                <a:gd name="connsiteX0" fmla="*/ 123151 w 997872"/>
                <a:gd name="connsiteY0" fmla="*/ 0 h 994306"/>
                <a:gd name="connsiteX1" fmla="*/ 997872 w 997872"/>
                <a:gd name="connsiteY1" fmla="*/ 874721 h 994306"/>
                <a:gd name="connsiteX2" fmla="*/ 993356 w 997872"/>
                <a:gd name="connsiteY2" fmla="*/ 964156 h 994306"/>
                <a:gd name="connsiteX3" fmla="*/ 988755 w 997872"/>
                <a:gd name="connsiteY3" fmla="*/ 994306 h 994306"/>
                <a:gd name="connsiteX4" fmla="*/ 507101 w 997872"/>
                <a:gd name="connsiteY4" fmla="*/ 994306 h 994306"/>
                <a:gd name="connsiteX5" fmla="*/ 507088 w 997872"/>
                <a:gd name="connsiteY5" fmla="*/ 994306 h 994306"/>
                <a:gd name="connsiteX6" fmla="*/ 507075 w 997872"/>
                <a:gd name="connsiteY6" fmla="*/ 994306 h 994306"/>
                <a:gd name="connsiteX7" fmla="*/ 0 w 997872"/>
                <a:gd name="connsiteY7" fmla="*/ 994306 h 994306"/>
                <a:gd name="connsiteX8" fmla="*/ 0 w 997872"/>
                <a:gd name="connsiteY8" fmla="*/ 994305 h 994306"/>
                <a:gd name="connsiteX9" fmla="*/ 0 w 997872"/>
                <a:gd name="connsiteY9" fmla="*/ 509497 h 994306"/>
                <a:gd name="connsiteX10" fmla="*/ 0 w 997872"/>
                <a:gd name="connsiteY10" fmla="*/ 487221 h 994306"/>
                <a:gd name="connsiteX11" fmla="*/ 0 w 997872"/>
                <a:gd name="connsiteY11" fmla="*/ 9662 h 994306"/>
                <a:gd name="connsiteX12" fmla="*/ 33716 w 997872"/>
                <a:gd name="connsiteY12" fmla="*/ 4516 h 994306"/>
                <a:gd name="connsiteX13" fmla="*/ 123151 w 997872"/>
                <a:gd name="connsiteY13" fmla="*/ 0 h 994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7872" h="994306">
                  <a:moveTo>
                    <a:pt x="123151" y="0"/>
                  </a:moveTo>
                  <a:cubicBezTo>
                    <a:pt x="606246" y="0"/>
                    <a:pt x="997872" y="391626"/>
                    <a:pt x="997872" y="874721"/>
                  </a:cubicBezTo>
                  <a:cubicBezTo>
                    <a:pt x="997872" y="904915"/>
                    <a:pt x="996342" y="934751"/>
                    <a:pt x="993356" y="964156"/>
                  </a:cubicBezTo>
                  <a:lnTo>
                    <a:pt x="988755" y="994306"/>
                  </a:lnTo>
                  <a:lnTo>
                    <a:pt x="507101" y="994306"/>
                  </a:lnTo>
                  <a:lnTo>
                    <a:pt x="507088" y="994306"/>
                  </a:lnTo>
                  <a:lnTo>
                    <a:pt x="507075" y="994306"/>
                  </a:lnTo>
                  <a:lnTo>
                    <a:pt x="0" y="994306"/>
                  </a:lnTo>
                  <a:lnTo>
                    <a:pt x="0" y="994305"/>
                  </a:lnTo>
                  <a:lnTo>
                    <a:pt x="0" y="509497"/>
                  </a:lnTo>
                  <a:lnTo>
                    <a:pt x="0" y="487221"/>
                  </a:lnTo>
                  <a:lnTo>
                    <a:pt x="0" y="9662"/>
                  </a:lnTo>
                  <a:lnTo>
                    <a:pt x="33716" y="4516"/>
                  </a:lnTo>
                  <a:cubicBezTo>
                    <a:pt x="63122" y="1530"/>
                    <a:pt x="92958" y="0"/>
                    <a:pt x="123151" y="0"/>
                  </a:cubicBezTo>
                  <a:close/>
                </a:path>
              </a:pathLst>
            </a:custGeom>
            <a:solidFill>
              <a:schemeClr val="bg1">
                <a:lumMod val="95000"/>
                <a:alpha val="87000"/>
              </a:schemeClr>
            </a:solidFill>
            <a:ln w="3175">
              <a:solidFill>
                <a:schemeClr val="bg1">
                  <a:lumMod val="75000"/>
                </a:schemeClr>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err="1">
                <a:solidFill>
                  <a:schemeClr val="tx1"/>
                </a:solidFill>
              </a:endParaRPr>
            </a:p>
          </p:txBody>
        </p:sp>
        <p:sp>
          <p:nvSpPr>
            <p:cNvPr id="329" name="타원 328">
              <a:extLst>
                <a:ext uri="{FF2B5EF4-FFF2-40B4-BE49-F238E27FC236}">
                  <a16:creationId xmlns:a16="http://schemas.microsoft.com/office/drawing/2014/main" id="{9A39F636-8E67-4F54-A0E9-072F1975D149}"/>
                </a:ext>
              </a:extLst>
            </p:cNvPr>
            <p:cNvSpPr/>
            <p:nvPr/>
          </p:nvSpPr>
          <p:spPr>
            <a:xfrm>
              <a:off x="29748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a:solidFill>
                    <a:prstClr val="white"/>
                  </a:solidFill>
                </a:rPr>
                <a:t>X</a:t>
              </a:r>
              <a:endParaRPr lang="ko-KR" altLang="en-US" sz="800" dirty="0" err="1">
                <a:solidFill>
                  <a:prstClr val="white"/>
                </a:solidFill>
              </a:endParaRPr>
            </a:p>
          </p:txBody>
        </p:sp>
        <p:sp>
          <p:nvSpPr>
            <p:cNvPr id="330" name="타원 329">
              <a:extLst>
                <a:ext uri="{FF2B5EF4-FFF2-40B4-BE49-F238E27FC236}">
                  <a16:creationId xmlns:a16="http://schemas.microsoft.com/office/drawing/2014/main" id="{E1D8C9CE-CF5E-4556-9519-8FD809A17B64}"/>
                </a:ext>
              </a:extLst>
            </p:cNvPr>
            <p:cNvSpPr/>
            <p:nvPr/>
          </p:nvSpPr>
          <p:spPr>
            <a:xfrm>
              <a:off x="2866903" y="5073403"/>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dirty="0">
                  <a:solidFill>
                    <a:prstClr val="white"/>
                  </a:solidFill>
                </a:rPr>
                <a:t>알림</a:t>
              </a:r>
            </a:p>
          </p:txBody>
        </p:sp>
        <p:sp>
          <p:nvSpPr>
            <p:cNvPr id="331" name="타원 330">
              <a:extLst>
                <a:ext uri="{FF2B5EF4-FFF2-40B4-BE49-F238E27FC236}">
                  <a16:creationId xmlns:a16="http://schemas.microsoft.com/office/drawing/2014/main" id="{322324F9-4608-426A-AC01-E2C813C7894C}"/>
                </a:ext>
              </a:extLst>
            </p:cNvPr>
            <p:cNvSpPr/>
            <p:nvPr/>
          </p:nvSpPr>
          <p:spPr>
            <a:xfrm>
              <a:off x="3241635" y="5166619"/>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dirty="0" err="1">
                  <a:solidFill>
                    <a:prstClr val="white"/>
                  </a:solidFill>
                </a:rPr>
                <a:t>마이트래블가이드</a:t>
              </a:r>
              <a:endParaRPr lang="ko-KR" altLang="en-US" sz="600" dirty="0">
                <a:solidFill>
                  <a:prstClr val="white"/>
                </a:solidFill>
              </a:endParaRPr>
            </a:p>
          </p:txBody>
        </p:sp>
        <p:sp>
          <p:nvSpPr>
            <p:cNvPr id="332" name="타원 331">
              <a:extLst>
                <a:ext uri="{FF2B5EF4-FFF2-40B4-BE49-F238E27FC236}">
                  <a16:creationId xmlns:a16="http://schemas.microsoft.com/office/drawing/2014/main" id="{44C1B3E3-29AB-47DA-9C79-FC8610B40D30}"/>
                </a:ext>
              </a:extLst>
            </p:cNvPr>
            <p:cNvSpPr/>
            <p:nvPr/>
          </p:nvSpPr>
          <p:spPr>
            <a:xfrm>
              <a:off x="3485033" y="5448301"/>
              <a:ext cx="248663" cy="248663"/>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dirty="0">
                  <a:solidFill>
                    <a:prstClr val="white"/>
                  </a:solidFill>
                </a:rPr>
                <a:t>다운로드</a:t>
              </a:r>
            </a:p>
          </p:txBody>
        </p:sp>
        <p:sp>
          <p:nvSpPr>
            <p:cNvPr id="333" name="타원 332">
              <a:extLst>
                <a:ext uri="{FF2B5EF4-FFF2-40B4-BE49-F238E27FC236}">
                  <a16:creationId xmlns:a16="http://schemas.microsoft.com/office/drawing/2014/main" id="{E8459A62-E3FA-49C2-871A-FC8F440A782A}"/>
                </a:ext>
              </a:extLst>
            </p:cNvPr>
            <p:cNvSpPr/>
            <p:nvPr/>
          </p:nvSpPr>
          <p:spPr>
            <a:xfrm>
              <a:off x="3538910" y="580834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dirty="0">
                  <a:solidFill>
                    <a:prstClr val="white"/>
                  </a:solidFill>
                </a:rPr>
                <a:t>전화</a:t>
              </a:r>
            </a:p>
          </p:txBody>
        </p:sp>
      </p:grpSp>
      <p:sp>
        <p:nvSpPr>
          <p:cNvPr id="92" name="TextBox 91">
            <a:extLst>
              <a:ext uri="{FF2B5EF4-FFF2-40B4-BE49-F238E27FC236}">
                <a16:creationId xmlns:a16="http://schemas.microsoft.com/office/drawing/2014/main" id="{D2988E72-DC71-42CC-8908-FCEC4802AD98}"/>
              </a:ext>
            </a:extLst>
          </p:cNvPr>
          <p:cNvSpPr txBox="1"/>
          <p:nvPr/>
        </p:nvSpPr>
        <p:spPr>
          <a:xfrm>
            <a:off x="2864768" y="1396689"/>
            <a:ext cx="2250377" cy="461665"/>
          </a:xfrm>
          <a:prstGeom prst="rect">
            <a:avLst/>
          </a:prstGeom>
          <a:noFill/>
        </p:spPr>
        <p:txBody>
          <a:bodyPr wrap="square" rtlCol="0">
            <a:spAutoFit/>
          </a:bodyPr>
          <a:lstStyle/>
          <a:p>
            <a:r>
              <a:rPr lang="ko-KR" altLang="en-US" sz="800" dirty="0">
                <a:latin typeface="나눔고딕" panose="020D0604000000000000" pitchFamily="50" charset="-127"/>
                <a:ea typeface="나눔고딕" panose="020D0604000000000000" pitchFamily="50" charset="-127"/>
              </a:rPr>
              <a:t>고객님께 딱 필요한 정보만 안내하는 나만의 맞춤 </a:t>
            </a:r>
            <a:r>
              <a:rPr lang="ko-KR" altLang="en-US" sz="800" dirty="0" err="1">
                <a:latin typeface="나눔고딕" panose="020D0604000000000000" pitchFamily="50" charset="-127"/>
                <a:ea typeface="나눔고딕" panose="020D0604000000000000" pitchFamily="50" charset="-127"/>
              </a:rPr>
              <a:t>트래블</a:t>
            </a:r>
            <a:r>
              <a:rPr lang="ko-KR" altLang="en-US" sz="800" dirty="0">
                <a:latin typeface="나눔고딕" panose="020D0604000000000000" pitchFamily="50" charset="-127"/>
                <a:ea typeface="나눔고딕" panose="020D0604000000000000" pitchFamily="50" charset="-127"/>
              </a:rPr>
              <a:t> 캐스터 ‘</a:t>
            </a:r>
            <a:r>
              <a:rPr lang="ko-KR" altLang="en-US" sz="800" dirty="0" err="1">
                <a:latin typeface="나눔고딕" panose="020D0604000000000000" pitchFamily="50" charset="-127"/>
                <a:ea typeface="나눔고딕" panose="020D0604000000000000" pitchFamily="50" charset="-127"/>
              </a:rPr>
              <a:t>큐비’와</a:t>
            </a:r>
            <a:r>
              <a:rPr lang="ko-KR" altLang="en-US" sz="800" dirty="0">
                <a:latin typeface="나눔고딕" panose="020D0604000000000000" pitchFamily="50" charset="-127"/>
                <a:ea typeface="나눔고딕" panose="020D0604000000000000" pitchFamily="50" charset="-127"/>
              </a:rPr>
              <a:t> 지금 여행을 떠나보세요</a:t>
            </a:r>
            <a:r>
              <a:rPr lang="en-US" altLang="ko-KR" sz="800" dirty="0">
                <a:latin typeface="나눔고딕" panose="020D0604000000000000" pitchFamily="50" charset="-127"/>
                <a:ea typeface="나눔고딕" panose="020D0604000000000000" pitchFamily="50" charset="-127"/>
              </a:rPr>
              <a:t>!</a:t>
            </a:r>
          </a:p>
        </p:txBody>
      </p:sp>
      <p:sp>
        <p:nvSpPr>
          <p:cNvPr id="47" name="사각형: 둥근 모서리 46">
            <a:extLst>
              <a:ext uri="{FF2B5EF4-FFF2-40B4-BE49-F238E27FC236}">
                <a16:creationId xmlns:a16="http://schemas.microsoft.com/office/drawing/2014/main" id="{CD55CAA5-9D67-422A-AC71-64A9E0ECAC86}"/>
              </a:ext>
            </a:extLst>
          </p:cNvPr>
          <p:cNvSpPr/>
          <p:nvPr/>
        </p:nvSpPr>
        <p:spPr>
          <a:xfrm>
            <a:off x="3187815" y="2276872"/>
            <a:ext cx="697433" cy="199819"/>
          </a:xfrm>
          <a:prstGeom prst="roundRect">
            <a:avLst/>
          </a:prstGeom>
          <a:solidFill>
            <a:schemeClr val="tx1">
              <a:lumMod val="50000"/>
              <a:lumOff val="50000"/>
            </a:schemeClr>
          </a:solidFill>
          <a:ln w="3175" algn="ctr">
            <a:solidFill>
              <a:schemeClr val="bg1">
                <a:lumMod val="50000"/>
              </a:schemeClr>
            </a:solidFill>
            <a:round/>
            <a:headEnd/>
            <a:tailEnd/>
          </a:ln>
        </p:spPr>
        <p:txBody>
          <a:bodyPr wrap="none" lIns="80788" tIns="40395" rIns="80788" bIns="40395" rtlCol="0" anchor="ctr"/>
          <a:lstStyle/>
          <a:p>
            <a:pPr marL="0" marR="0" lvl="0" indent="0" defTabSz="822974" rtl="0" eaLnBrk="1" fontAlgn="base" latinLnBrk="0" hangingPunct="1">
              <a:lnSpc>
                <a:spcPct val="100000"/>
              </a:lnSpc>
              <a:spcBef>
                <a:spcPct val="0"/>
              </a:spcBef>
              <a:spcAft>
                <a:spcPct val="0"/>
              </a:spcAft>
              <a:buClrTx/>
              <a:buSzTx/>
              <a:buFontTx/>
              <a:buNone/>
              <a:tabLst/>
              <a:defRPr/>
            </a:pPr>
            <a:r>
              <a:rPr kumimoji="1" lang="ko-KR" altLang="en-US" sz="700" b="0" i="0" u="none" strike="noStrike" kern="0" cap="none" spc="0" normalizeH="0" baseline="0" noProof="0" dirty="0">
                <a:ln>
                  <a:noFill/>
                </a:ln>
                <a:solidFill>
                  <a:schemeClr val="bg1"/>
                </a:solidFill>
                <a:effectLst/>
                <a:uLnTx/>
                <a:uFillTx/>
                <a:latin typeface="+mn-ea"/>
                <a:cs typeface="+mn-cs"/>
              </a:rPr>
              <a:t>구글플레이 </a:t>
            </a:r>
            <a:r>
              <a:rPr kumimoji="1" lang="en-US" altLang="ko-KR" sz="700" b="0" i="0" u="none" strike="noStrike" kern="0" cap="none" spc="0" normalizeH="0" baseline="0" noProof="0" dirty="0">
                <a:ln>
                  <a:noFill/>
                </a:ln>
                <a:solidFill>
                  <a:schemeClr val="bg1"/>
                </a:solidFill>
                <a:effectLst/>
                <a:uLnTx/>
                <a:uFillTx/>
                <a:latin typeface="+mn-ea"/>
                <a:cs typeface="+mn-cs"/>
              </a:rPr>
              <a:t>&gt; </a:t>
            </a:r>
            <a:endParaRPr kumimoji="1" lang="ko-KR" altLang="en-US" sz="700" b="0" i="0" u="none" strike="noStrike" kern="0" cap="none" spc="0" normalizeH="0" baseline="0" noProof="0" dirty="0">
              <a:ln>
                <a:noFill/>
              </a:ln>
              <a:solidFill>
                <a:schemeClr val="bg1"/>
              </a:solidFill>
              <a:effectLst/>
              <a:uLnTx/>
              <a:uFillTx/>
              <a:latin typeface="+mn-ea"/>
              <a:cs typeface="+mn-cs"/>
            </a:endParaRPr>
          </a:p>
        </p:txBody>
      </p:sp>
      <p:sp>
        <p:nvSpPr>
          <p:cNvPr id="55" name="TextBox 54">
            <a:extLst>
              <a:ext uri="{FF2B5EF4-FFF2-40B4-BE49-F238E27FC236}">
                <a16:creationId xmlns:a16="http://schemas.microsoft.com/office/drawing/2014/main" id="{8EAED740-DA09-4881-988C-B7F925BE550A}"/>
              </a:ext>
            </a:extLst>
          </p:cNvPr>
          <p:cNvSpPr txBox="1"/>
          <p:nvPr/>
        </p:nvSpPr>
        <p:spPr>
          <a:xfrm>
            <a:off x="5372297" y="2204864"/>
            <a:ext cx="2086918" cy="461665"/>
          </a:xfrm>
          <a:prstGeom prst="rect">
            <a:avLst/>
          </a:prstGeom>
          <a:noFill/>
        </p:spPr>
        <p:txBody>
          <a:bodyPr wrap="square" rtlCol="0">
            <a:spAutoFit/>
          </a:bodyPr>
          <a:lstStyle/>
          <a:p>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여행 시 인터넷이 안되는 환경에서 가이드를 확인 할 수 있는 오프라인모드를 다운로드 하세요</a:t>
            </a:r>
            <a:endPar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p:txBody>
      </p:sp>
      <p:sp>
        <p:nvSpPr>
          <p:cNvPr id="57" name="사각형: 둥근 모서리 56">
            <a:extLst>
              <a:ext uri="{FF2B5EF4-FFF2-40B4-BE49-F238E27FC236}">
                <a16:creationId xmlns:a16="http://schemas.microsoft.com/office/drawing/2014/main" id="{458DD57E-BC0B-48CE-BA57-A4944FD82C59}"/>
              </a:ext>
            </a:extLst>
          </p:cNvPr>
          <p:cNvSpPr/>
          <p:nvPr/>
        </p:nvSpPr>
        <p:spPr>
          <a:xfrm>
            <a:off x="6003306" y="2780928"/>
            <a:ext cx="843894" cy="199819"/>
          </a:xfrm>
          <a:prstGeom prst="roundRect">
            <a:avLst/>
          </a:prstGeom>
          <a:solidFill>
            <a:schemeClr val="tx1">
              <a:lumMod val="50000"/>
              <a:lumOff val="50000"/>
            </a:schemeClr>
          </a:solidFill>
          <a:ln w="3175" algn="ctr">
            <a:solidFill>
              <a:schemeClr val="bg1">
                <a:lumMod val="50000"/>
              </a:schemeClr>
            </a:solidFill>
            <a:round/>
            <a:headEnd/>
            <a:tailEnd/>
          </a:ln>
        </p:spPr>
        <p:txBody>
          <a:bodyPr wrap="none" lIns="80788" tIns="40395" rIns="80788" bIns="40395" rtlCol="0" anchor="ctr"/>
          <a:lstStyle/>
          <a:p>
            <a:pPr marL="0" marR="0" lvl="0" indent="0" defTabSz="822974" rtl="0" eaLnBrk="1" fontAlgn="base" latinLnBrk="0" hangingPunct="1">
              <a:lnSpc>
                <a:spcPct val="100000"/>
              </a:lnSpc>
              <a:spcBef>
                <a:spcPct val="0"/>
              </a:spcBef>
              <a:spcAft>
                <a:spcPct val="0"/>
              </a:spcAft>
              <a:buClrTx/>
              <a:buSzTx/>
              <a:buFontTx/>
              <a:buNone/>
              <a:tabLst/>
              <a:defRPr/>
            </a:pPr>
            <a:r>
              <a:rPr kumimoji="1" lang="ko-KR" altLang="en-US" sz="700" b="0" i="0" u="none" strike="noStrike" kern="0" cap="none" spc="0" normalizeH="0" baseline="0" noProof="0" dirty="0">
                <a:ln>
                  <a:noFill/>
                </a:ln>
                <a:solidFill>
                  <a:schemeClr val="bg1"/>
                </a:solidFill>
                <a:effectLst/>
                <a:uLnTx/>
                <a:uFillTx/>
                <a:latin typeface="+mn-ea"/>
                <a:cs typeface="+mn-cs"/>
              </a:rPr>
              <a:t>일정 다운로드 </a:t>
            </a:r>
            <a:r>
              <a:rPr kumimoji="1" lang="en-US" altLang="ko-KR" sz="700" b="0" i="0" u="none" strike="noStrike" kern="0" cap="none" spc="0" normalizeH="0" baseline="0" noProof="0" dirty="0">
                <a:ln>
                  <a:noFill/>
                </a:ln>
                <a:solidFill>
                  <a:schemeClr val="bg1"/>
                </a:solidFill>
                <a:effectLst/>
                <a:uLnTx/>
                <a:uFillTx/>
                <a:latin typeface="+mn-ea"/>
                <a:cs typeface="+mn-cs"/>
              </a:rPr>
              <a:t>&gt;   </a:t>
            </a:r>
            <a:endParaRPr kumimoji="1" lang="ko-KR" altLang="en-US" sz="700" b="0" i="0" u="none" strike="noStrike" kern="0" cap="none" spc="0" normalizeH="0" baseline="0" noProof="0" dirty="0">
              <a:ln>
                <a:noFill/>
              </a:ln>
              <a:solidFill>
                <a:schemeClr val="bg1"/>
              </a:solidFill>
              <a:effectLst/>
              <a:uLnTx/>
              <a:uFillTx/>
              <a:latin typeface="+mn-ea"/>
              <a:cs typeface="+mn-cs"/>
            </a:endParaRPr>
          </a:p>
        </p:txBody>
      </p:sp>
      <p:grpSp>
        <p:nvGrpSpPr>
          <p:cNvPr id="59" name="그룹 58">
            <a:extLst>
              <a:ext uri="{FF2B5EF4-FFF2-40B4-BE49-F238E27FC236}">
                <a16:creationId xmlns:a16="http://schemas.microsoft.com/office/drawing/2014/main" id="{55B26852-C149-4410-8B85-18725B213C0D}"/>
              </a:ext>
            </a:extLst>
          </p:cNvPr>
          <p:cNvGrpSpPr/>
          <p:nvPr/>
        </p:nvGrpSpPr>
        <p:grpSpPr>
          <a:xfrm>
            <a:off x="5343142" y="1062163"/>
            <a:ext cx="2289600" cy="270623"/>
            <a:chOff x="2823569" y="1061362"/>
            <a:chExt cx="2289600" cy="270623"/>
          </a:xfrm>
        </p:grpSpPr>
        <p:sp>
          <p:nvSpPr>
            <p:cNvPr id="60" name="직사각형 59">
              <a:extLst>
                <a:ext uri="{FF2B5EF4-FFF2-40B4-BE49-F238E27FC236}">
                  <a16:creationId xmlns:a16="http://schemas.microsoft.com/office/drawing/2014/main" id="{921E2908-5C5C-4626-9105-C61520E979AF}"/>
                </a:ext>
              </a:extLst>
            </p:cNvPr>
            <p:cNvSpPr/>
            <p:nvPr/>
          </p:nvSpPr>
          <p:spPr bwMode="auto">
            <a:xfrm>
              <a:off x="2823569" y="1061362"/>
              <a:ext cx="2289600" cy="270623"/>
            </a:xfrm>
            <a:prstGeom prst="rect">
              <a:avLst/>
            </a:prstGeom>
            <a:solidFill>
              <a:schemeClr val="bg1"/>
            </a:solidFill>
            <a:ln w="635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61" name="TextBox 60">
              <a:extLst>
                <a:ext uri="{FF2B5EF4-FFF2-40B4-BE49-F238E27FC236}">
                  <a16:creationId xmlns:a16="http://schemas.microsoft.com/office/drawing/2014/main" id="{4BAFE32E-F7EE-49CC-BD57-412BCA0832F7}"/>
                </a:ext>
              </a:extLst>
            </p:cNvPr>
            <p:cNvSpPr txBox="1"/>
            <p:nvPr/>
          </p:nvSpPr>
          <p:spPr>
            <a:xfrm>
              <a:off x="2823569" y="1067851"/>
              <a:ext cx="2289600" cy="253211"/>
            </a:xfrm>
            <a:prstGeom prst="rect">
              <a:avLst/>
            </a:prstGeom>
            <a:noFill/>
          </p:spPr>
          <p:txBody>
            <a:bodyPr wrap="square" rtlCol="0">
              <a:spAutoFit/>
            </a:bodyPr>
            <a:lstStyle/>
            <a:p>
              <a:pPr lvl="0" algn="ctr" defTabSz="914400" fontAlgn="base" latinLnBrk="1">
                <a:lnSpc>
                  <a:spcPct val="150000"/>
                </a:lnSpc>
                <a:spcBef>
                  <a:spcPct val="0"/>
                </a:spcBef>
                <a:spcAft>
                  <a:spcPct val="0"/>
                </a:spcAft>
                <a:defRPr/>
              </a:pPr>
              <a:r>
                <a:rPr kumimoji="1" lang="ko-KR" altLang="en-US" sz="800" b="1" dirty="0">
                  <a:solidFill>
                    <a:prstClr val="black"/>
                  </a:solidFill>
                </a:rPr>
                <a:t>다운로드</a:t>
              </a:r>
            </a:p>
          </p:txBody>
        </p:sp>
        <p:sp>
          <p:nvSpPr>
            <p:cNvPr id="62" name="모서리가 둥근 직사각형 20">
              <a:extLst>
                <a:ext uri="{FF2B5EF4-FFF2-40B4-BE49-F238E27FC236}">
                  <a16:creationId xmlns:a16="http://schemas.microsoft.com/office/drawing/2014/main" id="{08B122A7-1A39-4F71-9950-FD1BA9835F02}"/>
                </a:ext>
              </a:extLst>
            </p:cNvPr>
            <p:cNvSpPr/>
            <p:nvPr/>
          </p:nvSpPr>
          <p:spPr bwMode="auto">
            <a:xfrm>
              <a:off x="4928016" y="1113683"/>
              <a:ext cx="163510" cy="167735"/>
            </a:xfrm>
            <a:prstGeom prst="roundRect">
              <a:avLst>
                <a:gd name="adj" fmla="val 22385"/>
              </a:avLst>
            </a:prstGeom>
            <a:solidFill>
              <a:schemeClr val="bg1"/>
            </a:solidFill>
            <a:ln w="6350"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defTabSz="1069975" fontAlgn="base" latinLnBrk="1">
                <a:spcBef>
                  <a:spcPct val="0"/>
                </a:spcBef>
                <a:spcAft>
                  <a:spcPct val="0"/>
                </a:spcAft>
              </a:pPr>
              <a:r>
                <a:rPr kumimoji="1" lang="en-US" altLang="ko-KR" sz="700" dirty="0">
                  <a:solidFill>
                    <a:prstClr val="black"/>
                  </a:solidFill>
                  <a:latin typeface="맑은 고딕"/>
                  <a:ea typeface="맑은 고딕"/>
                </a:rPr>
                <a:t>X</a:t>
              </a:r>
              <a:endParaRPr kumimoji="1" lang="ko-KR" altLang="en-US" sz="700" dirty="0">
                <a:solidFill>
                  <a:prstClr val="black"/>
                </a:solidFill>
                <a:latin typeface="맑은 고딕"/>
                <a:ea typeface="맑은 고딕"/>
              </a:endParaRPr>
            </a:p>
          </p:txBody>
        </p:sp>
      </p:grpSp>
      <p:sp>
        <p:nvSpPr>
          <p:cNvPr id="63" name="TextBox 62">
            <a:extLst>
              <a:ext uri="{FF2B5EF4-FFF2-40B4-BE49-F238E27FC236}">
                <a16:creationId xmlns:a16="http://schemas.microsoft.com/office/drawing/2014/main" id="{A7496495-CBBE-421E-A7BC-74D8E81DEE5E}"/>
              </a:ext>
            </a:extLst>
          </p:cNvPr>
          <p:cNvSpPr txBox="1"/>
          <p:nvPr/>
        </p:nvSpPr>
        <p:spPr>
          <a:xfrm>
            <a:off x="3275956" y="692696"/>
            <a:ext cx="1614327" cy="230832"/>
          </a:xfrm>
          <a:prstGeom prst="rect">
            <a:avLst/>
          </a:prstGeom>
          <a:noFill/>
        </p:spPr>
        <p:txBody>
          <a:bodyPr wrap="square" rtlCol="0">
            <a:spAutoFit/>
          </a:bodyPr>
          <a:lstStyle/>
          <a:p>
            <a:r>
              <a:rPr lang="ko-KR" altLang="en-US" sz="900" b="1" dirty="0">
                <a:latin typeface="나눔고딕" panose="020D0604000000000000" pitchFamily="50" charset="-127"/>
                <a:ea typeface="나눔고딕" panose="020D0604000000000000" pitchFamily="50" charset="-127"/>
              </a:rPr>
              <a:t>앱으로 접속하지 않은 경우</a:t>
            </a:r>
          </a:p>
        </p:txBody>
      </p:sp>
      <p:sp>
        <p:nvSpPr>
          <p:cNvPr id="64" name="TextBox 63">
            <a:extLst>
              <a:ext uri="{FF2B5EF4-FFF2-40B4-BE49-F238E27FC236}">
                <a16:creationId xmlns:a16="http://schemas.microsoft.com/office/drawing/2014/main" id="{46EFB3C1-04D4-4E8A-81AC-3BBC486C6240}"/>
              </a:ext>
            </a:extLst>
          </p:cNvPr>
          <p:cNvSpPr txBox="1"/>
          <p:nvPr/>
        </p:nvSpPr>
        <p:spPr>
          <a:xfrm>
            <a:off x="5889104" y="692696"/>
            <a:ext cx="1212868" cy="230832"/>
          </a:xfrm>
          <a:prstGeom prst="rect">
            <a:avLst/>
          </a:prstGeom>
          <a:noFill/>
        </p:spPr>
        <p:txBody>
          <a:bodyPr wrap="square" rtlCol="0">
            <a:spAutoFit/>
          </a:bodyPr>
          <a:lstStyle/>
          <a:p>
            <a:r>
              <a:rPr lang="ko-KR" altLang="en-US" sz="900" b="1" dirty="0">
                <a:latin typeface="나눔고딕" panose="020D0604000000000000" pitchFamily="50" charset="-127"/>
                <a:ea typeface="나눔고딕" panose="020D0604000000000000" pitchFamily="50" charset="-127"/>
              </a:rPr>
              <a:t>앱으로 접속한 경우</a:t>
            </a:r>
          </a:p>
        </p:txBody>
      </p:sp>
      <p:sp>
        <p:nvSpPr>
          <p:cNvPr id="39" name="직사각형 38">
            <a:extLst>
              <a:ext uri="{FF2B5EF4-FFF2-40B4-BE49-F238E27FC236}">
                <a16:creationId xmlns:a16="http://schemas.microsoft.com/office/drawing/2014/main" id="{282A8BB7-3486-482C-9733-46B23A1CB7A6}"/>
              </a:ext>
            </a:extLst>
          </p:cNvPr>
          <p:cNvSpPr/>
          <p:nvPr/>
        </p:nvSpPr>
        <p:spPr>
          <a:xfrm>
            <a:off x="3126512" y="1938337"/>
            <a:ext cx="1577676" cy="246221"/>
          </a:xfrm>
          <a:prstGeom prst="rect">
            <a:avLst/>
          </a:prstGeom>
        </p:spPr>
        <p:txBody>
          <a:bodyPr wrap="none">
            <a:spAutoFit/>
          </a:bodyPr>
          <a:lstStyle/>
          <a:p>
            <a:r>
              <a:rPr lang="ko-KR" altLang="en-US" sz="1000" b="1" dirty="0" err="1">
                <a:latin typeface="나눔고딕" panose="020D0604000000000000" pitchFamily="50" charset="-127"/>
                <a:ea typeface="나눔고딕" panose="020D0604000000000000" pitchFamily="50" charset="-127"/>
              </a:rPr>
              <a:t>참좋은여행</a:t>
            </a:r>
            <a:r>
              <a:rPr lang="ko-KR" altLang="en-US" sz="1000" b="1" dirty="0">
                <a:latin typeface="나눔고딕" panose="020D0604000000000000" pitchFamily="50" charset="-127"/>
                <a:ea typeface="나눔고딕" panose="020D0604000000000000" pitchFamily="50" charset="-127"/>
              </a:rPr>
              <a:t> </a:t>
            </a:r>
            <a:r>
              <a:rPr lang="en-US" altLang="ko-KR" sz="1000" b="1" dirty="0">
                <a:latin typeface="나눔고딕" panose="020D0604000000000000" pitchFamily="50" charset="-127"/>
                <a:ea typeface="나눔고딕" panose="020D0604000000000000" pitchFamily="50" charset="-127"/>
              </a:rPr>
              <a:t>APP </a:t>
            </a:r>
            <a:r>
              <a:rPr lang="ko-KR" altLang="en-US" sz="1000" b="1" dirty="0">
                <a:latin typeface="나눔고딕" panose="020D0604000000000000" pitchFamily="50" charset="-127"/>
                <a:ea typeface="나눔고딕" panose="020D0604000000000000" pitchFamily="50" charset="-127"/>
              </a:rPr>
              <a:t>다운로드</a:t>
            </a:r>
            <a:endParaRPr lang="ko-KR" altLang="en-US" sz="1000" dirty="0"/>
          </a:p>
        </p:txBody>
      </p:sp>
      <p:sp>
        <p:nvSpPr>
          <p:cNvPr id="40" name="사각형: 둥근 모서리 39">
            <a:extLst>
              <a:ext uri="{FF2B5EF4-FFF2-40B4-BE49-F238E27FC236}">
                <a16:creationId xmlns:a16="http://schemas.microsoft.com/office/drawing/2014/main" id="{5F0DC694-A31D-41A1-9419-3CB1B1C1715C}"/>
              </a:ext>
            </a:extLst>
          </p:cNvPr>
          <p:cNvSpPr/>
          <p:nvPr/>
        </p:nvSpPr>
        <p:spPr>
          <a:xfrm>
            <a:off x="3996756" y="2276872"/>
            <a:ext cx="634030" cy="199819"/>
          </a:xfrm>
          <a:prstGeom prst="roundRect">
            <a:avLst/>
          </a:prstGeom>
          <a:solidFill>
            <a:schemeClr val="tx1">
              <a:lumMod val="50000"/>
              <a:lumOff val="50000"/>
            </a:schemeClr>
          </a:solidFill>
          <a:ln w="3175" algn="ctr">
            <a:solidFill>
              <a:schemeClr val="bg1">
                <a:lumMod val="50000"/>
              </a:schemeClr>
            </a:solidFill>
            <a:round/>
            <a:headEnd/>
            <a:tailEnd/>
          </a:ln>
        </p:spPr>
        <p:txBody>
          <a:bodyPr wrap="none" lIns="80788" tIns="40395" rIns="80788" bIns="40395" rtlCol="0" anchor="ctr"/>
          <a:lstStyle/>
          <a:p>
            <a:pPr marL="0" marR="0" lvl="0" indent="0" defTabSz="822974" rtl="0" eaLnBrk="1" fontAlgn="base" latinLnBrk="0" hangingPunct="1">
              <a:lnSpc>
                <a:spcPct val="100000"/>
              </a:lnSpc>
              <a:spcBef>
                <a:spcPct val="0"/>
              </a:spcBef>
              <a:spcAft>
                <a:spcPct val="0"/>
              </a:spcAft>
              <a:buClrTx/>
              <a:buSzTx/>
              <a:buFontTx/>
              <a:buNone/>
              <a:tabLst/>
              <a:defRPr/>
            </a:pPr>
            <a:r>
              <a:rPr kumimoji="1" lang="ko-KR" altLang="en-US" sz="700" b="0" i="0" u="none" strike="noStrike" kern="0" cap="none" spc="0" normalizeH="0" baseline="0" noProof="0">
                <a:ln>
                  <a:noFill/>
                </a:ln>
                <a:solidFill>
                  <a:schemeClr val="bg1"/>
                </a:solidFill>
                <a:effectLst/>
                <a:uLnTx/>
                <a:uFillTx/>
                <a:latin typeface="+mn-ea"/>
                <a:cs typeface="+mn-cs"/>
              </a:rPr>
              <a:t>앱스토어 </a:t>
            </a:r>
            <a:r>
              <a:rPr kumimoji="1" lang="en-US" altLang="ko-KR" sz="700" b="0" i="0" u="none" strike="noStrike" kern="0" cap="none" spc="0" normalizeH="0" baseline="0" noProof="0" dirty="0">
                <a:ln>
                  <a:noFill/>
                </a:ln>
                <a:solidFill>
                  <a:schemeClr val="bg1"/>
                </a:solidFill>
                <a:effectLst/>
                <a:uLnTx/>
                <a:uFillTx/>
                <a:latin typeface="+mn-ea"/>
                <a:cs typeface="+mn-cs"/>
              </a:rPr>
              <a:t>&gt; </a:t>
            </a:r>
            <a:endParaRPr kumimoji="1" lang="ko-KR" altLang="en-US" sz="700" b="0" i="0" u="none" strike="noStrike" kern="0" cap="none" spc="0" normalizeH="0" baseline="0" noProof="0" dirty="0">
              <a:ln>
                <a:noFill/>
              </a:ln>
              <a:solidFill>
                <a:schemeClr val="bg1"/>
              </a:solidFill>
              <a:effectLst/>
              <a:uLnTx/>
              <a:uFillTx/>
              <a:latin typeface="+mn-ea"/>
              <a:cs typeface="+mn-cs"/>
            </a:endParaRPr>
          </a:p>
        </p:txBody>
      </p:sp>
      <p:sp>
        <p:nvSpPr>
          <p:cNvPr id="41" name="TextBox 40">
            <a:extLst>
              <a:ext uri="{FF2B5EF4-FFF2-40B4-BE49-F238E27FC236}">
                <a16:creationId xmlns:a16="http://schemas.microsoft.com/office/drawing/2014/main" id="{DA2030B5-3359-4BEA-8F28-D8E543B6F2E0}"/>
              </a:ext>
            </a:extLst>
          </p:cNvPr>
          <p:cNvSpPr txBox="1"/>
          <p:nvPr/>
        </p:nvSpPr>
        <p:spPr>
          <a:xfrm>
            <a:off x="5348888" y="1396689"/>
            <a:ext cx="2250377" cy="338554"/>
          </a:xfrm>
          <a:prstGeom prst="rect">
            <a:avLst/>
          </a:prstGeom>
          <a:noFill/>
        </p:spPr>
        <p:txBody>
          <a:bodyPr wrap="square" rtlCol="0">
            <a:spAutoFit/>
          </a:bodyPr>
          <a:lstStyle/>
          <a:p>
            <a:r>
              <a:rPr lang="ko-KR" altLang="en-US" sz="800" dirty="0">
                <a:latin typeface="나눔고딕" panose="020D0604000000000000" pitchFamily="50" charset="-127"/>
                <a:ea typeface="나눔고딕" panose="020D0604000000000000" pitchFamily="50" charset="-127"/>
              </a:rPr>
              <a:t>일정을 다운로드 하시면 </a:t>
            </a:r>
            <a:r>
              <a:rPr lang="en-US" altLang="ko-KR" sz="800" dirty="0" err="1">
                <a:latin typeface="나눔고딕" panose="020D0604000000000000" pitchFamily="50" charset="-127"/>
                <a:ea typeface="나눔고딕" panose="020D0604000000000000" pitchFamily="50" charset="-127"/>
              </a:rPr>
              <a:t>WiFi</a:t>
            </a:r>
            <a:r>
              <a:rPr lang="ko-KR" altLang="en-US" sz="800" dirty="0">
                <a:latin typeface="나눔고딕" panose="020D0604000000000000" pitchFamily="50" charset="-127"/>
                <a:ea typeface="나눔고딕" panose="020D0604000000000000" pitchFamily="50" charset="-127"/>
              </a:rPr>
              <a:t>가 </a:t>
            </a:r>
            <a:br>
              <a:rPr lang="ko-KR" altLang="en-US" sz="800" dirty="0">
                <a:latin typeface="나눔고딕" panose="020D0604000000000000" pitchFamily="50" charset="-127"/>
                <a:ea typeface="나눔고딕" panose="020D0604000000000000" pitchFamily="50" charset="-127"/>
              </a:rPr>
            </a:br>
            <a:r>
              <a:rPr lang="ko-KR" altLang="en-US" sz="800" dirty="0">
                <a:latin typeface="나눔고딕" panose="020D0604000000000000" pitchFamily="50" charset="-127"/>
                <a:ea typeface="나눔고딕" panose="020D0604000000000000" pitchFamily="50" charset="-127"/>
              </a:rPr>
              <a:t>꺼진 상태에서 앱을 사용하실 수 있습니다</a:t>
            </a:r>
            <a:r>
              <a:rPr lang="en-US" altLang="ko-KR" sz="800" dirty="0">
                <a:latin typeface="나눔고딕" panose="020D0604000000000000" pitchFamily="50" charset="-127"/>
                <a:ea typeface="나눔고딕" panose="020D0604000000000000" pitchFamily="50" charset="-127"/>
              </a:rPr>
              <a:t>.</a:t>
            </a:r>
          </a:p>
        </p:txBody>
      </p:sp>
      <p:sp>
        <p:nvSpPr>
          <p:cNvPr id="42" name="직사각형 41">
            <a:extLst>
              <a:ext uri="{FF2B5EF4-FFF2-40B4-BE49-F238E27FC236}">
                <a16:creationId xmlns:a16="http://schemas.microsoft.com/office/drawing/2014/main" id="{D8B27345-D0C5-4947-B9D6-313C017A09FC}"/>
              </a:ext>
            </a:extLst>
          </p:cNvPr>
          <p:cNvSpPr/>
          <p:nvPr/>
        </p:nvSpPr>
        <p:spPr>
          <a:xfrm>
            <a:off x="5534929" y="1938337"/>
            <a:ext cx="1938351" cy="246221"/>
          </a:xfrm>
          <a:prstGeom prst="rect">
            <a:avLst/>
          </a:prstGeom>
        </p:spPr>
        <p:txBody>
          <a:bodyPr wrap="none">
            <a:spAutoFit/>
          </a:bodyPr>
          <a:lstStyle/>
          <a:p>
            <a:r>
              <a:rPr lang="ko-KR" altLang="en-US" sz="1000" b="1" dirty="0">
                <a:latin typeface="나눔고딕" panose="020D0604000000000000" pitchFamily="50" charset="-127"/>
                <a:ea typeface="나눔고딕" panose="020D0604000000000000" pitchFamily="50" charset="-127"/>
              </a:rPr>
              <a:t>오프라인 모드를 다운로드하세요</a:t>
            </a:r>
            <a:endParaRPr lang="ko-KR" altLang="en-US" sz="1000" dirty="0"/>
          </a:p>
        </p:txBody>
      </p:sp>
      <p:sp>
        <p:nvSpPr>
          <p:cNvPr id="43" name="타원 118">
            <a:extLst>
              <a:ext uri="{FF2B5EF4-FFF2-40B4-BE49-F238E27FC236}">
                <a16:creationId xmlns:a16="http://schemas.microsoft.com/office/drawing/2014/main" id="{327F08E2-3003-4096-9F62-F54FADAE8A83}"/>
              </a:ext>
            </a:extLst>
          </p:cNvPr>
          <p:cNvSpPr/>
          <p:nvPr/>
        </p:nvSpPr>
        <p:spPr>
          <a:xfrm>
            <a:off x="2719659" y="107178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48" name="타원 118">
            <a:extLst>
              <a:ext uri="{FF2B5EF4-FFF2-40B4-BE49-F238E27FC236}">
                <a16:creationId xmlns:a16="http://schemas.microsoft.com/office/drawing/2014/main" id="{B666FA43-FD76-4E67-8985-CEFF647D9E69}"/>
              </a:ext>
            </a:extLst>
          </p:cNvPr>
          <p:cNvSpPr/>
          <p:nvPr/>
        </p:nvSpPr>
        <p:spPr>
          <a:xfrm>
            <a:off x="2919684" y="225288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50" name="타원 118">
            <a:extLst>
              <a:ext uri="{FF2B5EF4-FFF2-40B4-BE49-F238E27FC236}">
                <a16:creationId xmlns:a16="http://schemas.microsoft.com/office/drawing/2014/main" id="{8A59AF4C-8DF1-488C-81CC-CDBC4112EDCE}"/>
              </a:ext>
            </a:extLst>
          </p:cNvPr>
          <p:cNvSpPr/>
          <p:nvPr/>
        </p:nvSpPr>
        <p:spPr>
          <a:xfrm>
            <a:off x="5386659" y="108131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1-1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51" name="타원 118">
            <a:extLst>
              <a:ext uri="{FF2B5EF4-FFF2-40B4-BE49-F238E27FC236}">
                <a16:creationId xmlns:a16="http://schemas.microsoft.com/office/drawing/2014/main" id="{A0235913-6F2C-4C27-994D-8868173566C3}"/>
              </a:ext>
            </a:extLst>
          </p:cNvPr>
          <p:cNvSpPr/>
          <p:nvPr/>
        </p:nvSpPr>
        <p:spPr>
          <a:xfrm>
            <a:off x="4624659" y="2252886"/>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52" name="타원 118">
            <a:extLst>
              <a:ext uri="{FF2B5EF4-FFF2-40B4-BE49-F238E27FC236}">
                <a16:creationId xmlns:a16="http://schemas.microsoft.com/office/drawing/2014/main" id="{30169C80-88BB-457D-A685-C1FB5CB7EFF7}"/>
              </a:ext>
            </a:extLst>
          </p:cNvPr>
          <p:cNvSpPr/>
          <p:nvPr/>
        </p:nvSpPr>
        <p:spPr>
          <a:xfrm>
            <a:off x="6777309" y="277676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3</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54" name="직사각형 53">
            <a:extLst>
              <a:ext uri="{FF2B5EF4-FFF2-40B4-BE49-F238E27FC236}">
                <a16:creationId xmlns:a16="http://schemas.microsoft.com/office/drawing/2014/main" id="{7EA019B0-9520-4FA5-861C-4034C4811D16}"/>
              </a:ext>
            </a:extLst>
          </p:cNvPr>
          <p:cNvSpPr/>
          <p:nvPr/>
        </p:nvSpPr>
        <p:spPr>
          <a:xfrm>
            <a:off x="2648854" y="185737"/>
            <a:ext cx="2008883" cy="246221"/>
          </a:xfrm>
          <a:prstGeom prst="rect">
            <a:avLst/>
          </a:prstGeom>
          <a:solidFill>
            <a:schemeClr val="bg1"/>
          </a:solidFill>
        </p:spPr>
        <p:txBody>
          <a:bodyPr wrap="none">
            <a:spAutoFit/>
          </a:bodyPr>
          <a:lstStyle/>
          <a:p>
            <a:r>
              <a:rPr lang="ko-KR" altLang="en-US" sz="1000" b="1" dirty="0" err="1">
                <a:latin typeface="나눔고딕" panose="020D0604000000000000" pitchFamily="50" charset="-127"/>
                <a:ea typeface="나눔고딕" panose="020D0604000000000000" pitchFamily="50" charset="-127"/>
              </a:rPr>
              <a:t>레드마인</a:t>
            </a:r>
            <a:r>
              <a:rPr lang="ko-KR" altLang="en-US" sz="1000" b="1" dirty="0">
                <a:latin typeface="나눔고딕" panose="020D0604000000000000" pitchFamily="50" charset="-127"/>
                <a:ea typeface="나눔고딕" panose="020D0604000000000000" pitchFamily="50" charset="-127"/>
              </a:rPr>
              <a:t> 정상작동 후 재수정 예정</a:t>
            </a:r>
            <a:endParaRPr lang="ko-KR" altLang="en-US" sz="1000" dirty="0"/>
          </a:p>
        </p:txBody>
      </p:sp>
    </p:spTree>
    <p:extLst>
      <p:ext uri="{BB962C8B-B14F-4D97-AF65-F5344CB8AC3E}">
        <p14:creationId xmlns:p14="http://schemas.microsoft.com/office/powerpoint/2010/main" val="5265072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5EF60A3-2310-4153-9E83-F12BDCE7A965}"/>
              </a:ext>
            </a:extLst>
          </p:cNvPr>
          <p:cNvSpPr txBox="1"/>
          <p:nvPr/>
        </p:nvSpPr>
        <p:spPr>
          <a:xfrm>
            <a:off x="229380" y="2367352"/>
            <a:ext cx="8468036" cy="584775"/>
          </a:xfrm>
          <a:prstGeom prst="rect">
            <a:avLst/>
          </a:prstGeom>
          <a:noFill/>
        </p:spPr>
        <p:txBody>
          <a:bodyPr wrap="square" rtlCol="0">
            <a:spAutoFit/>
          </a:bodyPr>
          <a:lstStyle/>
          <a:p>
            <a:r>
              <a:rPr lang="en-US" altLang="ko-KR" sz="3200" b="1" dirty="0" err="1">
                <a:solidFill>
                  <a:schemeClr val="tx1">
                    <a:lumMod val="65000"/>
                    <a:lumOff val="35000"/>
                  </a:schemeClr>
                </a:solidFill>
                <a:latin typeface="+mn-ea"/>
                <a:ea typeface="+mn-ea"/>
              </a:rPr>
              <a:t>CUVE</a:t>
            </a:r>
            <a:r>
              <a:rPr lang="en-US" altLang="ko-KR" sz="3200" b="1" dirty="0">
                <a:solidFill>
                  <a:schemeClr val="tx1">
                    <a:lumMod val="65000"/>
                    <a:lumOff val="35000"/>
                  </a:schemeClr>
                </a:solidFill>
                <a:latin typeface="+mn-ea"/>
                <a:ea typeface="+mn-ea"/>
              </a:rPr>
              <a:t>_</a:t>
            </a:r>
            <a:r>
              <a:rPr lang="ko-KR" altLang="en-US" sz="3200" b="1" dirty="0">
                <a:solidFill>
                  <a:schemeClr val="tx1">
                    <a:lumMod val="65000"/>
                    <a:lumOff val="35000"/>
                  </a:schemeClr>
                </a:solidFill>
                <a:latin typeface="+mn-ea"/>
                <a:ea typeface="+mn-ea"/>
              </a:rPr>
              <a:t>도착일 후 </a:t>
            </a:r>
            <a:r>
              <a:rPr lang="en-US" altLang="ko-KR" sz="3200" b="1" dirty="0">
                <a:solidFill>
                  <a:schemeClr val="tx1">
                    <a:lumMod val="65000"/>
                    <a:lumOff val="35000"/>
                  </a:schemeClr>
                </a:solidFill>
                <a:latin typeface="+mn-ea"/>
                <a:ea typeface="+mn-ea"/>
              </a:rPr>
              <a:t>10</a:t>
            </a:r>
            <a:r>
              <a:rPr lang="ko-KR" altLang="en-US" sz="3200" b="1" dirty="0">
                <a:solidFill>
                  <a:schemeClr val="tx1">
                    <a:lumMod val="65000"/>
                    <a:lumOff val="35000"/>
                  </a:schemeClr>
                </a:solidFill>
                <a:latin typeface="+mn-ea"/>
                <a:ea typeface="+mn-ea"/>
              </a:rPr>
              <a:t>일동안</a:t>
            </a:r>
            <a:endParaRPr lang="ko-KR" altLang="en-US" sz="1200" b="1" dirty="0">
              <a:solidFill>
                <a:schemeClr val="tx1">
                  <a:lumMod val="65000"/>
                  <a:lumOff val="35000"/>
                </a:schemeClr>
              </a:solidFill>
              <a:latin typeface="+mn-ea"/>
              <a:ea typeface="+mn-ea"/>
            </a:endParaRPr>
          </a:p>
        </p:txBody>
      </p:sp>
      <p:cxnSp>
        <p:nvCxnSpPr>
          <p:cNvPr id="5" name="직선 연결선[R] 7">
            <a:extLst>
              <a:ext uri="{FF2B5EF4-FFF2-40B4-BE49-F238E27FC236}">
                <a16:creationId xmlns:a16="http://schemas.microsoft.com/office/drawing/2014/main" id="{921E3EA9-5200-4ADD-883A-3CED9D4728D1}"/>
              </a:ext>
            </a:extLst>
          </p:cNvPr>
          <p:cNvCxnSpPr>
            <a:cxnSpLocks/>
          </p:cNvCxnSpPr>
          <p:nvPr/>
        </p:nvCxnSpPr>
        <p:spPr>
          <a:xfrm>
            <a:off x="272480" y="3068960"/>
            <a:ext cx="890830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59240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사각형: 둥근 모서리 180">
            <a:extLst>
              <a:ext uri="{FF2B5EF4-FFF2-40B4-BE49-F238E27FC236}">
                <a16:creationId xmlns:a16="http://schemas.microsoft.com/office/drawing/2014/main" id="{1C20C3C8-B422-4356-BDD6-2FD3F31056E8}"/>
              </a:ext>
            </a:extLst>
          </p:cNvPr>
          <p:cNvSpPr/>
          <p:nvPr/>
        </p:nvSpPr>
        <p:spPr>
          <a:xfrm>
            <a:off x="499217" y="5588621"/>
            <a:ext cx="1995688" cy="364067"/>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0" bIns="0" rtlCol="0" anchor="ctr"/>
          <a:lstStyle/>
          <a:p>
            <a:pPr lvl="0" algn="ctr"/>
            <a:r>
              <a:rPr lang="ko-KR" altLang="en-US" sz="800" dirty="0">
                <a:solidFill>
                  <a:schemeClr val="tx1"/>
                </a:solidFill>
              </a:rPr>
              <a:t>홍길동님 예약내용을 </a:t>
            </a:r>
            <a:endParaRPr lang="en-US" altLang="ko-KR" sz="800" dirty="0">
              <a:solidFill>
                <a:schemeClr val="tx1"/>
              </a:solidFill>
            </a:endParaRPr>
          </a:p>
          <a:p>
            <a:pPr lvl="0" algn="ctr"/>
            <a:r>
              <a:rPr lang="ko-KR" altLang="en-US" sz="800" dirty="0">
                <a:solidFill>
                  <a:schemeClr val="tx1"/>
                </a:solidFill>
              </a:rPr>
              <a:t>살펴보세요</a:t>
            </a:r>
            <a:endParaRPr lang="en-US" altLang="ko-KR" sz="800" dirty="0">
              <a:solidFill>
                <a:schemeClr val="tx1"/>
              </a:solidFill>
            </a:endParaRPr>
          </a:p>
        </p:txBody>
      </p:sp>
      <p:graphicFrame>
        <p:nvGraphicFramePr>
          <p:cNvPr id="104" name="표 103">
            <a:extLst>
              <a:ext uri="{FF2B5EF4-FFF2-40B4-BE49-F238E27FC236}">
                <a16:creationId xmlns:a16="http://schemas.microsoft.com/office/drawing/2014/main" id="{5ECBE90A-3E43-4B22-A23E-74563FDEF54B}"/>
              </a:ext>
            </a:extLst>
          </p:cNvPr>
          <p:cNvGraphicFramePr>
            <a:graphicFrameLocks noGrp="1"/>
          </p:cNvGraphicFramePr>
          <p:nvPr>
            <p:extLst>
              <p:ext uri="{D42A27DB-BD31-4B8C-83A1-F6EECF244321}">
                <p14:modId xmlns:p14="http://schemas.microsoft.com/office/powerpoint/2010/main" val="3925360274"/>
              </p:ext>
            </p:extLst>
          </p:nvPr>
        </p:nvGraphicFramePr>
        <p:xfrm>
          <a:off x="7791532" y="556096"/>
          <a:ext cx="2046688" cy="4130465"/>
        </p:xfrm>
        <a:graphic>
          <a:graphicData uri="http://schemas.openxmlformats.org/drawingml/2006/table">
            <a:tbl>
              <a:tblPr/>
              <a:tblGrid>
                <a:gridCol w="216846">
                  <a:extLst>
                    <a:ext uri="{9D8B030D-6E8A-4147-A177-3AD203B41FA5}">
                      <a16:colId xmlns:a16="http://schemas.microsoft.com/office/drawing/2014/main" val="877983187"/>
                    </a:ext>
                  </a:extLst>
                </a:gridCol>
                <a:gridCol w="1829842">
                  <a:extLst>
                    <a:ext uri="{9D8B030D-6E8A-4147-A177-3AD203B41FA5}">
                      <a16:colId xmlns:a16="http://schemas.microsoft.com/office/drawing/2014/main" val="3543648088"/>
                    </a:ext>
                  </a:extLst>
                </a:gridCol>
              </a:tblGrid>
              <a:tr h="264331">
                <a:tc gridSpan="2">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mn-ea"/>
                          <a:ea typeface="+mn-ea"/>
                        </a:rPr>
                        <a:t>Description</a:t>
                      </a:r>
                      <a:endParaRPr kumimoji="1" lang="ko-KR" altLang="en-US" sz="700" b="1"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40511496"/>
                  </a:ext>
                </a:extLst>
              </a:tr>
              <a:tr h="252000">
                <a:tc gridSpan="2">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latinLnBrk="1"/>
                      <a:endParaRPr lang="ko-KR" altLang="en-US"/>
                    </a:p>
                  </a:txBody>
                  <a:tcPr/>
                </a:tc>
                <a:extLst>
                  <a:ext uri="{0D108BD9-81ED-4DB2-BD59-A6C34878D82A}">
                    <a16:rowId xmlns:a16="http://schemas.microsoft.com/office/drawing/2014/main" val="566744085"/>
                  </a:ext>
                </a:extLst>
              </a:tr>
              <a:tr h="252000">
                <a:tc>
                  <a:txBody>
                    <a:bodyPr/>
                    <a:lstStyle/>
                    <a:p>
                      <a:pPr algn="ctr"/>
                      <a:r>
                        <a:rPr lang="en-US" altLang="ko-KR" sz="700" dirty="0"/>
                        <a:t>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rPr>
                        <a:t>Data(</a:t>
                      </a:r>
                      <a:r>
                        <a:rPr kumimoji="1" lang="ko-KR" altLang="en-US" sz="700" b="0" i="0" u="none" strike="noStrike" cap="none" normalizeH="0" baseline="0" dirty="0">
                          <a:ln>
                            <a:noFill/>
                          </a:ln>
                          <a:solidFill>
                            <a:schemeClr val="tx1"/>
                          </a:solidFill>
                          <a:effectLst/>
                          <a:latin typeface="+mn-ea"/>
                          <a:ea typeface="+mn-ea"/>
                        </a:rPr>
                        <a:t>사용자명</a:t>
                      </a:r>
                      <a:r>
                        <a:rPr kumimoji="1" lang="en-US" altLang="ko-KR" sz="700" b="0" i="0" u="none" strike="noStrike" cap="none" normalizeH="0" baseline="0" dirty="0">
                          <a:ln>
                            <a:noFill/>
                          </a:ln>
                          <a:solidFill>
                            <a:schemeClr val="tx1"/>
                          </a:solidFill>
                          <a:effectLst/>
                          <a:latin typeface="+mn-ea"/>
                          <a:ea typeface="+mn-ea"/>
                        </a:rPr>
                        <a:t>)</a:t>
                      </a:r>
                      <a:r>
                        <a:rPr kumimoji="1" lang="ko-KR" altLang="en-US" sz="700" b="0" i="0" u="none" strike="noStrike" cap="none" normalizeH="0" baseline="0" dirty="0">
                          <a:ln>
                            <a:noFill/>
                          </a:ln>
                          <a:solidFill>
                            <a:schemeClr val="tx1"/>
                          </a:solidFill>
                          <a:effectLst/>
                          <a:latin typeface="+mn-ea"/>
                          <a:ea typeface="+mn-ea"/>
                        </a:rPr>
                        <a:t>을 제외하고 </a:t>
                      </a:r>
                      <a:r>
                        <a:rPr kumimoji="1" lang="en-US" altLang="ko-KR" sz="700" b="0" i="0" u="none" strike="noStrike" cap="none" normalizeH="0" baseline="0" dirty="0">
                          <a:ln>
                            <a:noFill/>
                          </a:ln>
                          <a:solidFill>
                            <a:schemeClr val="tx1"/>
                          </a:solidFill>
                          <a:effectLst/>
                          <a:latin typeface="+mn-ea"/>
                          <a:ea typeface="+mn-ea"/>
                        </a:rPr>
                        <a:t>Static</a:t>
                      </a:r>
                      <a:r>
                        <a:rPr kumimoji="1" lang="ko-KR" altLang="en-US" sz="700" b="0" i="0" u="none" strike="noStrike" cap="none" normalizeH="0" baseline="0" dirty="0">
                          <a:ln>
                            <a:noFill/>
                          </a:ln>
                          <a:solidFill>
                            <a:schemeClr val="tx1"/>
                          </a:solidFill>
                          <a:effectLst/>
                          <a:latin typeface="+mn-ea"/>
                          <a:ea typeface="+mn-ea"/>
                        </a:rPr>
                        <a:t>한 </a:t>
                      </a:r>
                      <a:r>
                        <a:rPr kumimoji="1" lang="en-US" altLang="ko-KR" sz="700" b="0" i="0" u="none" strike="noStrike" cap="none" normalizeH="0" baseline="0" dirty="0">
                          <a:ln>
                            <a:noFill/>
                          </a:ln>
                          <a:solidFill>
                            <a:schemeClr val="tx1"/>
                          </a:solidFill>
                          <a:effectLst/>
                          <a:latin typeface="+mn-ea"/>
                          <a:ea typeface="+mn-ea"/>
                        </a:rPr>
                        <a:t>Text</a:t>
                      </a: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54734413"/>
                  </a:ext>
                </a:extLst>
              </a:tr>
              <a:tr h="317241">
                <a:tc>
                  <a:txBody>
                    <a:bodyPr/>
                    <a:lstStyle/>
                    <a:p>
                      <a:pPr algn="ctr"/>
                      <a:r>
                        <a:rPr lang="en-US" altLang="ko-KR" sz="700" dirty="0"/>
                        <a:t>2</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rPr>
                        <a:t>2</a:t>
                      </a:r>
                      <a:r>
                        <a:rPr kumimoji="1" lang="ko-KR" altLang="en-US" sz="700" b="0" i="0" u="none" strike="noStrike" cap="none" normalizeH="0" baseline="0" dirty="0">
                          <a:ln>
                            <a:noFill/>
                          </a:ln>
                          <a:solidFill>
                            <a:schemeClr val="tx1"/>
                          </a:solidFill>
                          <a:effectLst/>
                          <a:latin typeface="+mn-ea"/>
                          <a:ea typeface="+mn-ea"/>
                        </a:rPr>
                        <a:t>를 설정 후 </a:t>
                      </a:r>
                      <a:r>
                        <a:rPr kumimoji="1" lang="en-US" altLang="ko-KR" sz="700" b="0" i="0" u="none" strike="noStrike" cap="none" normalizeH="0" baseline="0" dirty="0">
                          <a:ln>
                            <a:noFill/>
                          </a:ln>
                          <a:solidFill>
                            <a:schemeClr val="tx1"/>
                          </a:solidFill>
                          <a:effectLst/>
                          <a:latin typeface="+mn-ea"/>
                          <a:ea typeface="+mn-ea"/>
                        </a:rPr>
                        <a:t>2-1</a:t>
                      </a:r>
                      <a:r>
                        <a:rPr kumimoji="1" lang="ko-KR" altLang="en-US" sz="700" b="0" i="0" u="none" strike="noStrike" cap="none" normalizeH="0" baseline="0" dirty="0">
                          <a:ln>
                            <a:noFill/>
                          </a:ln>
                          <a:solidFill>
                            <a:schemeClr val="tx1"/>
                          </a:solidFill>
                          <a:effectLst/>
                          <a:latin typeface="+mn-ea"/>
                          <a:ea typeface="+mn-ea"/>
                        </a:rPr>
                        <a:t>에 </a:t>
                      </a:r>
                      <a:r>
                        <a:rPr kumimoji="1" lang="en-US" altLang="ko-KR" sz="700" b="0" i="0" u="none" strike="noStrike" cap="none" normalizeH="0" baseline="0" dirty="0">
                          <a:ln>
                            <a:noFill/>
                          </a:ln>
                          <a:solidFill>
                            <a:schemeClr val="tx1"/>
                          </a:solidFill>
                          <a:effectLst/>
                          <a:latin typeface="+mn-ea"/>
                          <a:ea typeface="+mn-ea"/>
                        </a:rPr>
                        <a:t>Text</a:t>
                      </a:r>
                      <a:r>
                        <a:rPr kumimoji="1" lang="ko-KR" altLang="en-US" sz="700" b="0" i="0" u="none" strike="noStrike" cap="none" normalizeH="0" baseline="0" dirty="0">
                          <a:ln>
                            <a:noFill/>
                          </a:ln>
                          <a:solidFill>
                            <a:schemeClr val="tx1"/>
                          </a:solidFill>
                          <a:effectLst/>
                          <a:latin typeface="+mn-ea"/>
                          <a:ea typeface="+mn-ea"/>
                        </a:rPr>
                        <a:t>입력 후 </a:t>
                      </a:r>
                      <a:r>
                        <a:rPr kumimoji="1" lang="en-US" altLang="ko-KR" sz="700" b="0" i="0" u="none" strike="noStrike" cap="none" normalizeH="0" baseline="0" dirty="0">
                          <a:ln>
                            <a:noFill/>
                          </a:ln>
                          <a:solidFill>
                            <a:schemeClr val="tx1"/>
                          </a:solidFill>
                          <a:effectLst/>
                          <a:latin typeface="+mn-ea"/>
                          <a:ea typeface="+mn-ea"/>
                        </a:rPr>
                        <a:t>2-2</a:t>
                      </a:r>
                      <a:r>
                        <a:rPr kumimoji="1" lang="ko-KR" altLang="en-US" sz="700" b="0" i="0" u="none" strike="noStrike" cap="none" normalizeH="0" baseline="0" dirty="0">
                          <a:ln>
                            <a:noFill/>
                          </a:ln>
                          <a:solidFill>
                            <a:schemeClr val="tx1"/>
                          </a:solidFill>
                          <a:effectLst/>
                          <a:latin typeface="+mn-ea"/>
                          <a:ea typeface="+mn-ea"/>
                        </a:rPr>
                        <a:t>를 터치 시 </a:t>
                      </a:r>
                      <a:r>
                        <a:rPr kumimoji="1" lang="en-US" altLang="ko-KR" sz="700" b="0" i="0" u="none" strike="noStrike" cap="none" normalizeH="0" baseline="0" dirty="0">
                          <a:ln>
                            <a:noFill/>
                          </a:ln>
                          <a:solidFill>
                            <a:schemeClr val="tx1"/>
                          </a:solidFill>
                          <a:effectLst/>
                          <a:latin typeface="+mn-ea"/>
                          <a:ea typeface="+mn-ea"/>
                        </a:rPr>
                        <a:t>Alert(</a:t>
                      </a:r>
                      <a:r>
                        <a:rPr kumimoji="1" lang="ko-KR" altLang="en-US" sz="700" b="0" i="0" u="none" strike="noStrike" cap="none" normalizeH="0" baseline="0" dirty="0">
                          <a:ln>
                            <a:noFill/>
                          </a:ln>
                          <a:solidFill>
                            <a:schemeClr val="tx1"/>
                          </a:solidFill>
                          <a:effectLst/>
                          <a:latin typeface="+mn-ea"/>
                          <a:ea typeface="+mn-ea"/>
                        </a:rPr>
                        <a:t>만족도 평가를 등록합니다</a:t>
                      </a: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노출 후 확인 터치 시 저장처리</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600405226"/>
                  </a:ext>
                </a:extLst>
              </a:tr>
              <a:tr h="252000">
                <a:tc>
                  <a:txBody>
                    <a:bodyPr/>
                    <a:lstStyle/>
                    <a:p>
                      <a:pPr algn="ctr"/>
                      <a:r>
                        <a:rPr lang="en-US" altLang="ko-KR" sz="700" dirty="0"/>
                        <a:t>3</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여행후기 안내</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rPr>
                        <a:t>3-1 </a:t>
                      </a:r>
                      <a:r>
                        <a:rPr kumimoji="1" lang="ko-KR" altLang="en-US" sz="700" b="0" i="0" u="none" strike="noStrike" cap="none" normalizeH="0" baseline="0" dirty="0">
                          <a:ln>
                            <a:noFill/>
                          </a:ln>
                          <a:solidFill>
                            <a:schemeClr val="tx1"/>
                          </a:solidFill>
                          <a:effectLst/>
                          <a:latin typeface="+mn-ea"/>
                          <a:ea typeface="+mn-ea"/>
                        </a:rPr>
                        <a:t>터치 시 </a:t>
                      </a:r>
                      <a:r>
                        <a:rPr kumimoji="1" lang="en-US" altLang="ko-KR" sz="700" b="0" i="0" u="none" strike="noStrike" cap="none" normalizeH="0" baseline="0" dirty="0">
                          <a:ln>
                            <a:noFill/>
                          </a:ln>
                          <a:solidFill>
                            <a:schemeClr val="tx1"/>
                          </a:solidFill>
                          <a:effectLst/>
                          <a:latin typeface="+mn-ea"/>
                          <a:ea typeface="+mn-ea"/>
                        </a:rPr>
                        <a:t>“</a:t>
                      </a:r>
                      <a:r>
                        <a:rPr kumimoji="1" lang="ko-KR" altLang="en-US" sz="700" b="0" i="0" u="none" strike="noStrike" cap="none" normalizeH="0" baseline="0" dirty="0">
                          <a:ln>
                            <a:noFill/>
                          </a:ln>
                          <a:solidFill>
                            <a:schemeClr val="tx1"/>
                          </a:solidFill>
                          <a:effectLst/>
                          <a:latin typeface="+mn-ea"/>
                          <a:ea typeface="+mn-ea"/>
                        </a:rPr>
                        <a:t>여행정보</a:t>
                      </a:r>
                      <a:r>
                        <a:rPr kumimoji="1" lang="en-US" altLang="ko-KR" sz="700" b="0" i="0" u="none" strike="noStrike" cap="none" normalizeH="0" baseline="0" dirty="0">
                          <a:ln>
                            <a:noFill/>
                          </a:ln>
                          <a:solidFill>
                            <a:schemeClr val="tx1"/>
                          </a:solidFill>
                          <a:effectLst/>
                          <a:latin typeface="+mn-ea"/>
                          <a:ea typeface="+mn-ea"/>
                        </a:rPr>
                        <a:t>_</a:t>
                      </a:r>
                      <a:r>
                        <a:rPr kumimoji="1" lang="ko-KR" altLang="en-US" sz="700" b="0" i="0" u="none" strike="noStrike" cap="none" normalizeH="0" baseline="0" dirty="0">
                          <a:ln>
                            <a:noFill/>
                          </a:ln>
                          <a:solidFill>
                            <a:schemeClr val="tx1"/>
                          </a:solidFill>
                          <a:effectLst/>
                          <a:latin typeface="+mn-ea"/>
                          <a:ea typeface="+mn-ea"/>
                        </a:rPr>
                        <a:t>여행후기</a:t>
                      </a:r>
                      <a:r>
                        <a:rPr kumimoji="1" lang="en-US" altLang="ko-KR" sz="700" b="0" i="0" u="none" strike="noStrike" cap="none" normalizeH="0" baseline="0" dirty="0">
                          <a:ln>
                            <a:noFill/>
                          </a:ln>
                          <a:solidFill>
                            <a:schemeClr val="tx1"/>
                          </a:solidFill>
                          <a:effectLst/>
                          <a:latin typeface="+mn-ea"/>
                          <a:ea typeface="+mn-ea"/>
                        </a:rPr>
                        <a:t>_</a:t>
                      </a:r>
                      <a:r>
                        <a:rPr kumimoji="1" lang="ko-KR" altLang="en-US" sz="700" b="0" i="0" u="none" strike="noStrike" cap="none" normalizeH="0" baseline="0" dirty="0" err="1">
                          <a:ln>
                            <a:noFill/>
                          </a:ln>
                          <a:solidFill>
                            <a:schemeClr val="tx1"/>
                          </a:solidFill>
                          <a:effectLst/>
                          <a:latin typeface="+mn-ea"/>
                          <a:ea typeface="+mn-ea"/>
                        </a:rPr>
                        <a:t>여행후기남기기</a:t>
                      </a:r>
                      <a:r>
                        <a:rPr kumimoji="1" lang="en-US" altLang="ko-KR" sz="700" b="0" i="0" u="none" strike="noStrike" cap="none" normalizeH="0" baseline="0" dirty="0">
                          <a:ln>
                            <a:noFill/>
                          </a:ln>
                          <a:solidFill>
                            <a:schemeClr val="tx1"/>
                          </a:solidFill>
                          <a:effectLst/>
                          <a:latin typeface="+mn-ea"/>
                          <a:ea typeface="+mn-ea"/>
                        </a:rPr>
                        <a:t>”(</a:t>
                      </a:r>
                      <a:r>
                        <a:rPr kumimoji="1" lang="en-US" altLang="ko-KR" sz="700" b="0" i="0" u="none" strike="noStrike" cap="none" normalizeH="0" baseline="0" dirty="0" err="1">
                          <a:ln>
                            <a:noFill/>
                          </a:ln>
                          <a:solidFill>
                            <a:schemeClr val="tx1"/>
                          </a:solidFill>
                          <a:effectLst/>
                          <a:latin typeface="+mn-ea"/>
                          <a:ea typeface="+mn-ea"/>
                        </a:rPr>
                        <a:t>DE_SL_IN_274</a:t>
                      </a: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화면으로 연결</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575881690"/>
                  </a:ext>
                </a:extLst>
              </a:tr>
              <a:tr h="252000">
                <a:tc>
                  <a:txBody>
                    <a:bodyPr/>
                    <a:lstStyle/>
                    <a:p>
                      <a:pPr algn="ctr"/>
                      <a:r>
                        <a:rPr lang="en-US" altLang="ko-KR" sz="700" dirty="0"/>
                        <a:t>4</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929205908"/>
                  </a:ext>
                </a:extLst>
              </a:tr>
              <a:tr h="252000">
                <a:tc>
                  <a:txBody>
                    <a:bodyPr/>
                    <a:lstStyle/>
                    <a:p>
                      <a:pPr algn="ctr"/>
                      <a:r>
                        <a:rPr lang="en-US" altLang="ko-KR" sz="700" dirty="0"/>
                        <a:t>5</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174393987"/>
                  </a:ext>
                </a:extLst>
              </a:tr>
              <a:tr h="252000">
                <a:tc>
                  <a:txBody>
                    <a:bodyPr/>
                    <a:lstStyle/>
                    <a:p>
                      <a:pPr algn="ctr"/>
                      <a:r>
                        <a:rPr lang="en-US" altLang="ko-KR" sz="700" dirty="0"/>
                        <a:t>6</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986106794"/>
                  </a:ext>
                </a:extLst>
              </a:tr>
              <a:tr h="252000">
                <a:tc>
                  <a:txBody>
                    <a:bodyPr/>
                    <a:lstStyle/>
                    <a:p>
                      <a:pPr algn="ctr"/>
                      <a:r>
                        <a:rPr lang="en-US" altLang="ko-KR" sz="700" dirty="0"/>
                        <a:t>7</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382451967"/>
                  </a:ext>
                </a:extLst>
              </a:tr>
              <a:tr h="252000">
                <a:tc>
                  <a:txBody>
                    <a:bodyPr/>
                    <a:lstStyle/>
                    <a:p>
                      <a:pPr algn="ctr"/>
                      <a:r>
                        <a:rPr lang="en-US" altLang="ko-KR" sz="700" dirty="0"/>
                        <a:t>8</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801369225"/>
                  </a:ext>
                </a:extLst>
              </a:tr>
              <a:tr h="252000">
                <a:tc>
                  <a:txBody>
                    <a:bodyPr/>
                    <a:lstStyle/>
                    <a:p>
                      <a:pPr algn="ctr"/>
                      <a:r>
                        <a:rPr lang="en-US" altLang="ko-KR" sz="700" dirty="0"/>
                        <a:t>9</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87350180"/>
                  </a:ext>
                </a:extLst>
              </a:tr>
              <a:tr h="252000">
                <a:tc>
                  <a:txBody>
                    <a:bodyPr/>
                    <a:lstStyle/>
                    <a:p>
                      <a:pPr algn="ctr"/>
                      <a:r>
                        <a:rPr lang="en-US" altLang="ko-KR" sz="700" dirty="0"/>
                        <a:t>10</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893561366"/>
                  </a:ext>
                </a:extLst>
              </a:tr>
              <a:tr h="252000">
                <a:tc>
                  <a:txBody>
                    <a:bodyPr/>
                    <a:lstStyle/>
                    <a:p>
                      <a:pPr algn="ctr"/>
                      <a:r>
                        <a:rPr lang="en-US" altLang="ko-KR" sz="700" dirty="0"/>
                        <a:t>11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120464130"/>
                  </a:ext>
                </a:extLst>
              </a:tr>
              <a:tr h="257465">
                <a:tc gridSpan="2">
                  <a:txBody>
                    <a:bodyPr/>
                    <a:lstStyle/>
                    <a:p>
                      <a:pPr algn="ctr"/>
                      <a:endParaRPr lang="ko-KR" altLang="en-US" sz="700" b="1"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827257165"/>
                  </a:ext>
                </a:extLst>
              </a:tr>
              <a:tr h="257465">
                <a:tc gridSpan="2">
                  <a:txBody>
                    <a:bodyPr/>
                    <a:lstStyle/>
                    <a:p>
                      <a:endParaRPr lang="en-US" altLang="ko-KR"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32757063"/>
                  </a:ext>
                </a:extLst>
              </a:tr>
            </a:tbl>
          </a:graphicData>
        </a:graphic>
      </p:graphicFrame>
      <p:sp>
        <p:nvSpPr>
          <p:cNvPr id="2" name="텍스트 개체 틀 1">
            <a:extLst>
              <a:ext uri="{FF2B5EF4-FFF2-40B4-BE49-F238E27FC236}">
                <a16:creationId xmlns:a16="http://schemas.microsoft.com/office/drawing/2014/main" id="{6352FB64-C8C6-4D72-B120-BC94F211760C}"/>
              </a:ext>
            </a:extLst>
          </p:cNvPr>
          <p:cNvSpPr>
            <a:spLocks noGrp="1"/>
          </p:cNvSpPr>
          <p:nvPr>
            <p:ph type="body" sz="quarter" idx="10"/>
          </p:nvPr>
        </p:nvSpPr>
        <p:spPr/>
        <p:txBody>
          <a:bodyPr/>
          <a:lstStyle/>
          <a:p>
            <a:r>
              <a:rPr lang="en-US" altLang="ko-KR" dirty="0"/>
              <a:t>CUBE_</a:t>
            </a:r>
            <a:r>
              <a:rPr lang="ko-KR" altLang="en-US" dirty="0"/>
              <a:t>만족도 </a:t>
            </a:r>
            <a:endParaRPr lang="en-US" altLang="ko-KR" dirty="0"/>
          </a:p>
        </p:txBody>
      </p:sp>
      <p:sp>
        <p:nvSpPr>
          <p:cNvPr id="7" name="텍스트 개체 틀 6">
            <a:extLst>
              <a:ext uri="{FF2B5EF4-FFF2-40B4-BE49-F238E27FC236}">
                <a16:creationId xmlns:a16="http://schemas.microsoft.com/office/drawing/2014/main" id="{144A212D-8A3F-4CB1-8C81-FD2FB266E275}"/>
              </a:ext>
            </a:extLst>
          </p:cNvPr>
          <p:cNvSpPr>
            <a:spLocks noGrp="1"/>
          </p:cNvSpPr>
          <p:nvPr>
            <p:ph type="body" sz="quarter" idx="11"/>
          </p:nvPr>
        </p:nvSpPr>
        <p:spPr/>
        <p:txBody>
          <a:bodyPr/>
          <a:lstStyle/>
          <a:p>
            <a:r>
              <a:rPr lang="en-US" altLang="ko-KR" dirty="0" err="1"/>
              <a:t>DE_SL_CU_306</a:t>
            </a:r>
            <a:r>
              <a:rPr lang="en-US" altLang="ko-KR" dirty="0"/>
              <a:t> </a:t>
            </a:r>
            <a:endParaRPr lang="ko-KR" altLang="en-US" dirty="0"/>
          </a:p>
        </p:txBody>
      </p:sp>
      <p:sp>
        <p:nvSpPr>
          <p:cNvPr id="160" name="타원 159">
            <a:extLst>
              <a:ext uri="{FF2B5EF4-FFF2-40B4-BE49-F238E27FC236}">
                <a16:creationId xmlns:a16="http://schemas.microsoft.com/office/drawing/2014/main" id="{5D050895-681C-4C52-8EDE-B1D294A8F02F}"/>
              </a:ext>
            </a:extLst>
          </p:cNvPr>
          <p:cNvSpPr/>
          <p:nvPr/>
        </p:nvSpPr>
        <p:spPr>
          <a:xfrm>
            <a:off x="4602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err="1">
                <a:solidFill>
                  <a:prstClr val="white"/>
                </a:solidFill>
              </a:rPr>
              <a:t>CUVE</a:t>
            </a:r>
            <a:endParaRPr lang="ko-KR" altLang="en-US" sz="800" dirty="0" err="1">
              <a:solidFill>
                <a:prstClr val="white"/>
              </a:solidFill>
            </a:endParaRPr>
          </a:p>
        </p:txBody>
      </p:sp>
      <p:grpSp>
        <p:nvGrpSpPr>
          <p:cNvPr id="5" name="그룹 4">
            <a:extLst>
              <a:ext uri="{FF2B5EF4-FFF2-40B4-BE49-F238E27FC236}">
                <a16:creationId xmlns:a16="http://schemas.microsoft.com/office/drawing/2014/main" id="{25F66883-1E55-47A8-86C8-6548192934A8}"/>
              </a:ext>
            </a:extLst>
          </p:cNvPr>
          <p:cNvGrpSpPr/>
          <p:nvPr/>
        </p:nvGrpSpPr>
        <p:grpSpPr>
          <a:xfrm>
            <a:off x="2823569" y="1061362"/>
            <a:ext cx="2289600" cy="270623"/>
            <a:chOff x="2823569" y="1061362"/>
            <a:chExt cx="2289600" cy="270623"/>
          </a:xfrm>
        </p:grpSpPr>
        <p:sp>
          <p:nvSpPr>
            <p:cNvPr id="273" name="직사각형 272">
              <a:extLst>
                <a:ext uri="{FF2B5EF4-FFF2-40B4-BE49-F238E27FC236}">
                  <a16:creationId xmlns:a16="http://schemas.microsoft.com/office/drawing/2014/main" id="{E37124A1-AEAF-4445-9C04-466F3F505F27}"/>
                </a:ext>
              </a:extLst>
            </p:cNvPr>
            <p:cNvSpPr/>
            <p:nvPr/>
          </p:nvSpPr>
          <p:spPr bwMode="auto">
            <a:xfrm>
              <a:off x="2823569" y="1061362"/>
              <a:ext cx="2289600" cy="270623"/>
            </a:xfrm>
            <a:prstGeom prst="rect">
              <a:avLst/>
            </a:prstGeom>
            <a:solidFill>
              <a:schemeClr val="bg1"/>
            </a:solidFill>
            <a:ln w="635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272" name="TextBox 271">
              <a:extLst>
                <a:ext uri="{FF2B5EF4-FFF2-40B4-BE49-F238E27FC236}">
                  <a16:creationId xmlns:a16="http://schemas.microsoft.com/office/drawing/2014/main" id="{2128927F-E916-4BEF-A0B0-D8D93149D18D}"/>
                </a:ext>
              </a:extLst>
            </p:cNvPr>
            <p:cNvSpPr txBox="1"/>
            <p:nvPr/>
          </p:nvSpPr>
          <p:spPr>
            <a:xfrm>
              <a:off x="2823569" y="1067851"/>
              <a:ext cx="2289600" cy="253211"/>
            </a:xfrm>
            <a:prstGeom prst="rect">
              <a:avLst/>
            </a:prstGeom>
            <a:noFill/>
          </p:spPr>
          <p:txBody>
            <a:bodyPr wrap="square" rtlCol="0">
              <a:spAutoFit/>
            </a:bodyPr>
            <a:lstStyle/>
            <a:p>
              <a:pPr lvl="0" algn="ctr" defTabSz="914400" fontAlgn="base" latinLnBrk="1">
                <a:lnSpc>
                  <a:spcPct val="150000"/>
                </a:lnSpc>
                <a:spcBef>
                  <a:spcPct val="0"/>
                </a:spcBef>
                <a:spcAft>
                  <a:spcPct val="0"/>
                </a:spcAft>
                <a:defRPr/>
              </a:pPr>
              <a:r>
                <a:rPr kumimoji="1" lang="ko-KR" altLang="en-US" sz="800" b="1" dirty="0">
                  <a:solidFill>
                    <a:prstClr val="black"/>
                  </a:solidFill>
                </a:rPr>
                <a:t>여행후기</a:t>
              </a:r>
              <a:r>
                <a:rPr kumimoji="1" lang="en-US" altLang="ko-KR" sz="800" b="1" dirty="0">
                  <a:solidFill>
                    <a:prstClr val="black"/>
                  </a:solidFill>
                </a:rPr>
                <a:t>/</a:t>
              </a:r>
              <a:r>
                <a:rPr kumimoji="1" lang="ko-KR" altLang="en-US" sz="800" b="1" dirty="0">
                  <a:solidFill>
                    <a:prstClr val="black"/>
                  </a:solidFill>
                </a:rPr>
                <a:t>평점</a:t>
              </a:r>
            </a:p>
          </p:txBody>
        </p:sp>
        <p:sp>
          <p:nvSpPr>
            <p:cNvPr id="274" name="모서리가 둥근 직사각형 20">
              <a:extLst>
                <a:ext uri="{FF2B5EF4-FFF2-40B4-BE49-F238E27FC236}">
                  <a16:creationId xmlns:a16="http://schemas.microsoft.com/office/drawing/2014/main" id="{D9C9E5AA-2436-4AE6-A7FD-D98CBC6BF7C6}"/>
                </a:ext>
              </a:extLst>
            </p:cNvPr>
            <p:cNvSpPr/>
            <p:nvPr/>
          </p:nvSpPr>
          <p:spPr bwMode="auto">
            <a:xfrm>
              <a:off x="4928016" y="1113683"/>
              <a:ext cx="163510" cy="167735"/>
            </a:xfrm>
            <a:prstGeom prst="roundRect">
              <a:avLst>
                <a:gd name="adj" fmla="val 22385"/>
              </a:avLst>
            </a:prstGeom>
            <a:solidFill>
              <a:schemeClr val="bg1"/>
            </a:solidFill>
            <a:ln w="6350"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defTabSz="1069975" fontAlgn="base" latinLnBrk="1">
                <a:spcBef>
                  <a:spcPct val="0"/>
                </a:spcBef>
                <a:spcAft>
                  <a:spcPct val="0"/>
                </a:spcAft>
              </a:pPr>
              <a:r>
                <a:rPr kumimoji="1" lang="en-US" altLang="ko-KR" sz="700" dirty="0">
                  <a:solidFill>
                    <a:prstClr val="black"/>
                  </a:solidFill>
                  <a:latin typeface="맑은 고딕"/>
                  <a:ea typeface="맑은 고딕"/>
                </a:rPr>
                <a:t>X</a:t>
              </a:r>
              <a:endParaRPr kumimoji="1" lang="ko-KR" altLang="en-US" sz="700" dirty="0">
                <a:solidFill>
                  <a:prstClr val="black"/>
                </a:solidFill>
                <a:latin typeface="맑은 고딕"/>
                <a:ea typeface="맑은 고딕"/>
              </a:endParaRPr>
            </a:p>
          </p:txBody>
        </p:sp>
      </p:grpSp>
      <p:sp>
        <p:nvSpPr>
          <p:cNvPr id="368" name="타원 367">
            <a:extLst>
              <a:ext uri="{FF2B5EF4-FFF2-40B4-BE49-F238E27FC236}">
                <a16:creationId xmlns:a16="http://schemas.microsoft.com/office/drawing/2014/main" id="{F5298DAE-A173-4D6A-865D-EFE3E116F98F}"/>
              </a:ext>
            </a:extLst>
          </p:cNvPr>
          <p:cNvSpPr/>
          <p:nvPr/>
        </p:nvSpPr>
        <p:spPr>
          <a:xfrm>
            <a:off x="742628" y="5608290"/>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sp>
        <p:nvSpPr>
          <p:cNvPr id="92" name="TextBox 91">
            <a:extLst>
              <a:ext uri="{FF2B5EF4-FFF2-40B4-BE49-F238E27FC236}">
                <a16:creationId xmlns:a16="http://schemas.microsoft.com/office/drawing/2014/main" id="{D2988E72-DC71-42CC-8908-FCEC4802AD98}"/>
              </a:ext>
            </a:extLst>
          </p:cNvPr>
          <p:cNvSpPr txBox="1"/>
          <p:nvPr/>
        </p:nvSpPr>
        <p:spPr>
          <a:xfrm>
            <a:off x="2864768" y="1396689"/>
            <a:ext cx="2250377" cy="584775"/>
          </a:xfrm>
          <a:prstGeom prst="rect">
            <a:avLst/>
          </a:prstGeom>
          <a:noFill/>
        </p:spPr>
        <p:txBody>
          <a:bodyPr wrap="square" rtlCol="0">
            <a:spAutoFit/>
          </a:bodyPr>
          <a:lstStyle/>
          <a:p>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%_</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홍길동</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_%</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님</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여행지에서 즐거운 시간 보내셨나요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여행에 대한 고객님의 소감이나 평점을 남겨주세요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p:txBody>
      </p:sp>
      <p:sp>
        <p:nvSpPr>
          <p:cNvPr id="47" name="사각형: 둥근 모서리 46">
            <a:extLst>
              <a:ext uri="{FF2B5EF4-FFF2-40B4-BE49-F238E27FC236}">
                <a16:creationId xmlns:a16="http://schemas.microsoft.com/office/drawing/2014/main" id="{CD55CAA5-9D67-422A-AC71-64A9E0ECAC86}"/>
              </a:ext>
            </a:extLst>
          </p:cNvPr>
          <p:cNvSpPr/>
          <p:nvPr/>
        </p:nvSpPr>
        <p:spPr>
          <a:xfrm>
            <a:off x="4501016" y="3949606"/>
            <a:ext cx="523992" cy="199819"/>
          </a:xfrm>
          <a:prstGeom prst="roundRect">
            <a:avLst/>
          </a:prstGeom>
          <a:solidFill>
            <a:schemeClr val="tx1">
              <a:lumMod val="50000"/>
              <a:lumOff val="50000"/>
            </a:schemeClr>
          </a:solidFill>
          <a:ln w="3175" algn="ctr">
            <a:solidFill>
              <a:schemeClr val="bg1">
                <a:lumMod val="50000"/>
              </a:schemeClr>
            </a:solidFill>
            <a:round/>
            <a:headEnd/>
            <a:tailEnd/>
          </a:ln>
        </p:spPr>
        <p:txBody>
          <a:bodyPr wrap="none" lIns="80788" tIns="40395" rIns="80788" bIns="40395" rtlCol="0" anchor="ctr"/>
          <a:lstStyle/>
          <a:p>
            <a:pPr marL="0" marR="0" lvl="0" indent="0" defTabSz="822974" rtl="0" eaLnBrk="1" fontAlgn="base" latinLnBrk="0" hangingPunct="1">
              <a:lnSpc>
                <a:spcPct val="100000"/>
              </a:lnSpc>
              <a:spcBef>
                <a:spcPct val="0"/>
              </a:spcBef>
              <a:spcAft>
                <a:spcPct val="0"/>
              </a:spcAft>
              <a:buClrTx/>
              <a:buSzTx/>
              <a:buFontTx/>
              <a:buNone/>
              <a:tabLst/>
              <a:defRPr/>
            </a:pPr>
            <a:r>
              <a:rPr kumimoji="1" lang="ko-KR" altLang="en-US" sz="700" b="0" i="0" u="none" strike="noStrike" kern="0" cap="none" spc="0" normalizeH="0" baseline="0" noProof="0" dirty="0">
                <a:ln>
                  <a:noFill/>
                </a:ln>
                <a:solidFill>
                  <a:schemeClr val="bg1"/>
                </a:solidFill>
                <a:effectLst/>
                <a:uLnTx/>
                <a:uFillTx/>
                <a:latin typeface="+mn-ea"/>
                <a:cs typeface="+mn-cs"/>
              </a:rPr>
              <a:t>평가하기 </a:t>
            </a:r>
          </a:p>
        </p:txBody>
      </p:sp>
      <p:sp>
        <p:nvSpPr>
          <p:cNvPr id="39" name="TextBox 38">
            <a:extLst>
              <a:ext uri="{FF2B5EF4-FFF2-40B4-BE49-F238E27FC236}">
                <a16:creationId xmlns:a16="http://schemas.microsoft.com/office/drawing/2014/main" id="{54932A78-D055-4DD2-A23B-7DEC8922017F}"/>
              </a:ext>
            </a:extLst>
          </p:cNvPr>
          <p:cNvSpPr txBox="1"/>
          <p:nvPr/>
        </p:nvSpPr>
        <p:spPr>
          <a:xfrm>
            <a:off x="2824022" y="2018438"/>
            <a:ext cx="2295610" cy="246221"/>
          </a:xfrm>
          <a:prstGeom prst="rect">
            <a:avLst/>
          </a:prstGeom>
          <a:noFill/>
        </p:spPr>
        <p:txBody>
          <a:bodyPr wrap="square" rtlCol="0">
            <a:spAutoFit/>
          </a:bodyPr>
          <a:lstStyle/>
          <a:p>
            <a:pPr lvl="0"/>
            <a:r>
              <a:rPr lang="en-US" altLang="ko-KR" sz="10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r>
              <a:rPr lang="ko-KR" altLang="en-US" sz="10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만족도평가</a:t>
            </a:r>
            <a:r>
              <a:rPr lang="en-US" altLang="ko-KR" sz="10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p:txBody>
      </p:sp>
      <p:sp>
        <p:nvSpPr>
          <p:cNvPr id="40" name="TextBox 39">
            <a:extLst>
              <a:ext uri="{FF2B5EF4-FFF2-40B4-BE49-F238E27FC236}">
                <a16:creationId xmlns:a16="http://schemas.microsoft.com/office/drawing/2014/main" id="{263310FD-0909-46D2-8841-DED9D1B1AF53}"/>
              </a:ext>
            </a:extLst>
          </p:cNvPr>
          <p:cNvSpPr txBox="1"/>
          <p:nvPr/>
        </p:nvSpPr>
        <p:spPr>
          <a:xfrm>
            <a:off x="2871350" y="2221414"/>
            <a:ext cx="2181004" cy="1077218"/>
          </a:xfrm>
          <a:prstGeom prst="rect">
            <a:avLst/>
          </a:prstGeom>
          <a:noFill/>
        </p:spPr>
        <p:txBody>
          <a:bodyPr wrap="square" rtlCol="0">
            <a:spAutoFit/>
          </a:bodyPr>
          <a:lstStyle/>
          <a:p>
            <a:pPr lvl="0"/>
            <a:r>
              <a:rPr lang="ko-KR" altLang="en-US" sz="800" dirty="0">
                <a:solidFill>
                  <a:prstClr val="black"/>
                </a:solidFill>
                <a:latin typeface="나눔고딕" panose="020D0604000000000000" pitchFamily="50" charset="-127"/>
                <a:ea typeface="나눔고딕" panose="020D0604000000000000" pitchFamily="50" charset="-127"/>
              </a:rPr>
              <a:t>예약정보</a:t>
            </a:r>
            <a:endParaRPr lang="en-US" altLang="ko-KR" sz="800" dirty="0">
              <a:solidFill>
                <a:prstClr val="black"/>
              </a:solidFill>
              <a:latin typeface="나눔고딕" panose="020D0604000000000000" pitchFamily="50" charset="-127"/>
              <a:ea typeface="나눔고딕" panose="020D0604000000000000" pitchFamily="50" charset="-127"/>
            </a:endParaRPr>
          </a:p>
          <a:p>
            <a:pPr marL="171450" lvl="0" indent="-171450">
              <a:buFont typeface="Arial" panose="020B0604020202020204" pitchFamily="34" charset="0"/>
              <a:buChar char="•"/>
            </a:pPr>
            <a:r>
              <a:rPr lang="ko-KR" altLang="en-US" sz="800" dirty="0">
                <a:solidFill>
                  <a:prstClr val="black"/>
                </a:solidFill>
                <a:latin typeface="나눔고딕" panose="020D0604000000000000" pitchFamily="50" charset="-127"/>
                <a:ea typeface="나눔고딕" panose="020D0604000000000000" pitchFamily="50" charset="-127"/>
              </a:rPr>
              <a:t>예약번호 </a:t>
            </a:r>
            <a:br>
              <a:rPr lang="en-US" altLang="ko-KR" sz="800" dirty="0">
                <a:solidFill>
                  <a:prstClr val="black"/>
                </a:solidFill>
                <a:latin typeface="나눔고딕" panose="020D0604000000000000" pitchFamily="50" charset="-127"/>
                <a:ea typeface="나눔고딕" panose="020D0604000000000000" pitchFamily="50" charset="-127"/>
              </a:rPr>
            </a:br>
            <a:r>
              <a:rPr lang="en-US" altLang="ko-KR" sz="800" dirty="0" err="1">
                <a:solidFill>
                  <a:prstClr val="black"/>
                </a:solidFill>
                <a:latin typeface="나눔고딕" panose="020D0604000000000000" pitchFamily="50" charset="-127"/>
                <a:ea typeface="나눔고딕" panose="020D0604000000000000" pitchFamily="50" charset="-127"/>
              </a:rPr>
              <a:t>OOOOOOOOO</a:t>
            </a:r>
            <a:endParaRPr lang="en-US" altLang="ko-KR" sz="800" dirty="0">
              <a:solidFill>
                <a:prstClr val="black"/>
              </a:solidFill>
              <a:latin typeface="나눔고딕" panose="020D0604000000000000" pitchFamily="50" charset="-127"/>
              <a:ea typeface="나눔고딕" panose="020D0604000000000000" pitchFamily="50" charset="-127"/>
            </a:endParaRPr>
          </a:p>
          <a:p>
            <a:pPr marL="171450" lvl="0" indent="-171450">
              <a:buFont typeface="Arial" panose="020B0604020202020204" pitchFamily="34" charset="0"/>
              <a:buChar char="•"/>
            </a:pPr>
            <a:endParaRPr lang="en-US" altLang="ko-KR" sz="800" dirty="0">
              <a:solidFill>
                <a:prstClr val="black"/>
              </a:solidFill>
              <a:latin typeface="나눔고딕" panose="020D0604000000000000" pitchFamily="50" charset="-127"/>
              <a:ea typeface="나눔고딕" panose="020D0604000000000000" pitchFamily="50" charset="-127"/>
            </a:endParaRPr>
          </a:p>
          <a:p>
            <a:pPr marL="171450" lvl="0" indent="-171450">
              <a:buFont typeface="Arial" panose="020B0604020202020204" pitchFamily="34" charset="0"/>
              <a:buChar char="•"/>
            </a:pPr>
            <a:r>
              <a:rPr lang="ko-KR" altLang="en-US" sz="800" dirty="0">
                <a:solidFill>
                  <a:prstClr val="black"/>
                </a:solidFill>
                <a:latin typeface="나눔고딕" panose="020D0604000000000000" pitchFamily="50" charset="-127"/>
                <a:ea typeface="나눔고딕" panose="020D0604000000000000" pitchFamily="50" charset="-127"/>
              </a:rPr>
              <a:t>상품명    </a:t>
            </a:r>
            <a:br>
              <a:rPr lang="en-US" altLang="ko-KR" sz="800" dirty="0">
                <a:solidFill>
                  <a:prstClr val="black"/>
                </a:solidFill>
                <a:latin typeface="나눔고딕" panose="020D0604000000000000" pitchFamily="50" charset="-127"/>
                <a:ea typeface="나눔고딕" panose="020D0604000000000000" pitchFamily="50" charset="-127"/>
              </a:rPr>
            </a:br>
            <a:r>
              <a:rPr lang="ko-KR" altLang="en-US" sz="800" dirty="0">
                <a:solidFill>
                  <a:prstClr val="black"/>
                </a:solidFill>
                <a:latin typeface="나눔고딕" panose="020D0604000000000000" pitchFamily="50" charset="-127"/>
                <a:ea typeface="나눔고딕" panose="020D0604000000000000" pitchFamily="50" charset="-127"/>
              </a:rPr>
              <a:t>서유럽 </a:t>
            </a:r>
            <a:r>
              <a:rPr lang="en-US" altLang="ko-KR" sz="800" dirty="0">
                <a:solidFill>
                  <a:prstClr val="black"/>
                </a:solidFill>
                <a:latin typeface="나눔고딕" panose="020D0604000000000000" pitchFamily="50" charset="-127"/>
                <a:ea typeface="나눔고딕" panose="020D0604000000000000" pitchFamily="50" charset="-127"/>
              </a:rPr>
              <a:t>4</a:t>
            </a:r>
            <a:r>
              <a:rPr lang="ko-KR" altLang="en-US" sz="800" dirty="0">
                <a:solidFill>
                  <a:prstClr val="black"/>
                </a:solidFill>
                <a:latin typeface="나눔고딕" panose="020D0604000000000000" pitchFamily="50" charset="-127"/>
                <a:ea typeface="나눔고딕" panose="020D0604000000000000" pitchFamily="50" charset="-127"/>
              </a:rPr>
              <a:t>개국 여행 그 </a:t>
            </a:r>
            <a:r>
              <a:rPr lang="ko-KR" altLang="en-US" sz="800" dirty="0" err="1">
                <a:solidFill>
                  <a:prstClr val="black"/>
                </a:solidFill>
                <a:latin typeface="나눔고딕" panose="020D0604000000000000" pitchFamily="50" charset="-127"/>
                <a:ea typeface="나눔고딕" panose="020D0604000000000000" pitchFamily="50" charset="-127"/>
              </a:rPr>
              <a:t>설레임의</a:t>
            </a:r>
            <a:r>
              <a:rPr lang="ko-KR" altLang="en-US" sz="800" dirty="0">
                <a:solidFill>
                  <a:prstClr val="black"/>
                </a:solidFill>
                <a:latin typeface="나눔고딕" panose="020D0604000000000000" pitchFamily="50" charset="-127"/>
                <a:ea typeface="나눔고딕" panose="020D0604000000000000" pitchFamily="50" charset="-127"/>
              </a:rPr>
              <a:t> 시작을 누</a:t>
            </a:r>
            <a:r>
              <a:rPr lang="en-US" altLang="ko-KR" sz="800" dirty="0">
                <a:solidFill>
                  <a:prstClr val="black"/>
                </a:solidFill>
                <a:latin typeface="나눔고딕" panose="020D0604000000000000" pitchFamily="50" charset="-127"/>
                <a:ea typeface="나눔고딕" panose="020D0604000000000000" pitchFamily="50" charset="-127"/>
              </a:rPr>
              <a:t>..</a:t>
            </a:r>
          </a:p>
          <a:p>
            <a:pPr marL="171450" lvl="0" indent="-171450">
              <a:buFont typeface="Arial" panose="020B0604020202020204" pitchFamily="34" charset="0"/>
              <a:buChar char="•"/>
            </a:pPr>
            <a:endParaRPr lang="en-US" altLang="ko-KR" sz="800" dirty="0">
              <a:solidFill>
                <a:prstClr val="black"/>
              </a:solidFill>
              <a:latin typeface="나눔고딕" panose="020D0604000000000000" pitchFamily="50" charset="-127"/>
              <a:ea typeface="나눔고딕" panose="020D0604000000000000" pitchFamily="50" charset="-127"/>
            </a:endParaRPr>
          </a:p>
          <a:p>
            <a:pPr marL="171450" lvl="0" indent="-171450">
              <a:buFont typeface="Arial" panose="020B0604020202020204" pitchFamily="34" charset="0"/>
              <a:buChar char="•"/>
            </a:pPr>
            <a:r>
              <a:rPr lang="ko-KR" altLang="en-US" sz="800" dirty="0">
                <a:solidFill>
                  <a:prstClr val="black"/>
                </a:solidFill>
                <a:latin typeface="나눔고딕" panose="020D0604000000000000" pitchFamily="50" charset="-127"/>
                <a:ea typeface="나눔고딕" panose="020D0604000000000000" pitchFamily="50" charset="-127"/>
              </a:rPr>
              <a:t>평점</a:t>
            </a:r>
            <a:endParaRPr lang="en-US" altLang="ko-KR" sz="800" dirty="0">
              <a:solidFill>
                <a:prstClr val="black"/>
              </a:solidFill>
              <a:latin typeface="나눔고딕" panose="020D0604000000000000" pitchFamily="50" charset="-127"/>
              <a:ea typeface="나눔고딕" panose="020D0604000000000000" pitchFamily="50" charset="-127"/>
            </a:endParaRPr>
          </a:p>
        </p:txBody>
      </p:sp>
      <p:grpSp>
        <p:nvGrpSpPr>
          <p:cNvPr id="6" name="그룹 5">
            <a:extLst>
              <a:ext uri="{FF2B5EF4-FFF2-40B4-BE49-F238E27FC236}">
                <a16:creationId xmlns:a16="http://schemas.microsoft.com/office/drawing/2014/main" id="{F31EF6B6-1D98-4DF1-99A4-C2511E52710E}"/>
              </a:ext>
            </a:extLst>
          </p:cNvPr>
          <p:cNvGrpSpPr/>
          <p:nvPr/>
        </p:nvGrpSpPr>
        <p:grpSpPr>
          <a:xfrm>
            <a:off x="4128598" y="3115990"/>
            <a:ext cx="896410" cy="158698"/>
            <a:chOff x="3385738" y="2843410"/>
            <a:chExt cx="896410" cy="158698"/>
          </a:xfrm>
        </p:grpSpPr>
        <p:sp>
          <p:nvSpPr>
            <p:cNvPr id="41" name="Star 1">
              <a:extLst>
                <a:ext uri="{FF2B5EF4-FFF2-40B4-BE49-F238E27FC236}">
                  <a16:creationId xmlns:a16="http://schemas.microsoft.com/office/drawing/2014/main" id="{2FED668B-96B5-4608-9E3F-51D254CFB8BE}"/>
                </a:ext>
              </a:extLst>
            </p:cNvPr>
            <p:cNvSpPr>
              <a:spLocks/>
            </p:cNvSpPr>
            <p:nvPr/>
          </p:nvSpPr>
          <p:spPr bwMode="auto">
            <a:xfrm>
              <a:off x="3385738" y="2843410"/>
              <a:ext cx="158698" cy="158698"/>
            </a:xfrm>
            <a:prstGeom prst="star5">
              <a:avLst>
                <a:gd name="adj" fmla="val 25885"/>
                <a:gd name="hf" fmla="val 105146"/>
                <a:gd name="vf" fmla="val 110557"/>
              </a:avLst>
            </a:prstGeom>
            <a:noFill/>
            <a:ln w="6350">
              <a:solidFill>
                <a:srgbClr val="808080"/>
              </a:solidFill>
            </a:ln>
            <a:extLst>
              <a:ext uri="{909E8E84-426E-40DD-AFC4-6F175D3DCCD1}">
                <a14:hiddenFill xmlns:a14="http://schemas.microsoft.com/office/drawing/2010/main">
                  <a:solidFill>
                    <a:srgbClr val="80808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Segoe UI" panose="020B0502040204020203" pitchFamily="34" charset="0"/>
                <a:ea typeface="맑은 고딕"/>
                <a:cs typeface="Segoe UI" panose="020B0502040204020203" pitchFamily="34" charset="0"/>
              </a:endParaRPr>
            </a:p>
          </p:txBody>
        </p:sp>
        <p:sp>
          <p:nvSpPr>
            <p:cNvPr id="42" name="Star 1">
              <a:extLst>
                <a:ext uri="{FF2B5EF4-FFF2-40B4-BE49-F238E27FC236}">
                  <a16:creationId xmlns:a16="http://schemas.microsoft.com/office/drawing/2014/main" id="{5A481BF4-7FF0-4D9A-9691-EAF77B02F520}"/>
                </a:ext>
              </a:extLst>
            </p:cNvPr>
            <p:cNvSpPr>
              <a:spLocks/>
            </p:cNvSpPr>
            <p:nvPr/>
          </p:nvSpPr>
          <p:spPr bwMode="auto">
            <a:xfrm>
              <a:off x="3570166" y="2843410"/>
              <a:ext cx="158698" cy="158698"/>
            </a:xfrm>
            <a:prstGeom prst="star5">
              <a:avLst>
                <a:gd name="adj" fmla="val 25885"/>
                <a:gd name="hf" fmla="val 105146"/>
                <a:gd name="vf" fmla="val 110557"/>
              </a:avLst>
            </a:prstGeom>
            <a:noFill/>
            <a:ln w="6350">
              <a:solidFill>
                <a:srgbClr val="808080"/>
              </a:solidFill>
            </a:ln>
            <a:extLst>
              <a:ext uri="{909E8E84-426E-40DD-AFC4-6F175D3DCCD1}">
                <a14:hiddenFill xmlns:a14="http://schemas.microsoft.com/office/drawing/2010/main">
                  <a:solidFill>
                    <a:srgbClr val="80808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Segoe UI" panose="020B0502040204020203" pitchFamily="34" charset="0"/>
                <a:ea typeface="맑은 고딕"/>
                <a:cs typeface="Segoe UI" panose="020B0502040204020203" pitchFamily="34" charset="0"/>
              </a:endParaRPr>
            </a:p>
          </p:txBody>
        </p:sp>
        <p:sp>
          <p:nvSpPr>
            <p:cNvPr id="43" name="Star 1">
              <a:extLst>
                <a:ext uri="{FF2B5EF4-FFF2-40B4-BE49-F238E27FC236}">
                  <a16:creationId xmlns:a16="http://schemas.microsoft.com/office/drawing/2014/main" id="{E2BDDA4E-D5CE-40B8-9C4D-A8AFE13F4BA7}"/>
                </a:ext>
              </a:extLst>
            </p:cNvPr>
            <p:cNvSpPr>
              <a:spLocks/>
            </p:cNvSpPr>
            <p:nvPr/>
          </p:nvSpPr>
          <p:spPr bwMode="auto">
            <a:xfrm>
              <a:off x="3754594" y="2843410"/>
              <a:ext cx="158698" cy="158698"/>
            </a:xfrm>
            <a:prstGeom prst="star5">
              <a:avLst>
                <a:gd name="adj" fmla="val 25885"/>
                <a:gd name="hf" fmla="val 105146"/>
                <a:gd name="vf" fmla="val 110557"/>
              </a:avLst>
            </a:prstGeom>
            <a:noFill/>
            <a:ln w="6350">
              <a:solidFill>
                <a:srgbClr val="808080"/>
              </a:solidFill>
            </a:ln>
            <a:extLst>
              <a:ext uri="{909E8E84-426E-40DD-AFC4-6F175D3DCCD1}">
                <a14:hiddenFill xmlns:a14="http://schemas.microsoft.com/office/drawing/2010/main">
                  <a:solidFill>
                    <a:srgbClr val="80808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Segoe UI" panose="020B0502040204020203" pitchFamily="34" charset="0"/>
                <a:ea typeface="맑은 고딕"/>
                <a:cs typeface="Segoe UI" panose="020B0502040204020203" pitchFamily="34" charset="0"/>
              </a:endParaRPr>
            </a:p>
          </p:txBody>
        </p:sp>
        <p:sp>
          <p:nvSpPr>
            <p:cNvPr id="48" name="Star 1">
              <a:extLst>
                <a:ext uri="{FF2B5EF4-FFF2-40B4-BE49-F238E27FC236}">
                  <a16:creationId xmlns:a16="http://schemas.microsoft.com/office/drawing/2014/main" id="{462F5B4C-D1D2-45D8-90A3-4500EC3D5507}"/>
                </a:ext>
              </a:extLst>
            </p:cNvPr>
            <p:cNvSpPr>
              <a:spLocks/>
            </p:cNvSpPr>
            <p:nvPr/>
          </p:nvSpPr>
          <p:spPr bwMode="auto">
            <a:xfrm>
              <a:off x="3939022" y="2843410"/>
              <a:ext cx="158698" cy="158698"/>
            </a:xfrm>
            <a:prstGeom prst="star5">
              <a:avLst>
                <a:gd name="adj" fmla="val 25885"/>
                <a:gd name="hf" fmla="val 105146"/>
                <a:gd name="vf" fmla="val 110557"/>
              </a:avLst>
            </a:prstGeom>
            <a:noFill/>
            <a:ln w="6350">
              <a:solidFill>
                <a:srgbClr val="808080"/>
              </a:solidFill>
            </a:ln>
            <a:extLst>
              <a:ext uri="{909E8E84-426E-40DD-AFC4-6F175D3DCCD1}">
                <a14:hiddenFill xmlns:a14="http://schemas.microsoft.com/office/drawing/2010/main">
                  <a:solidFill>
                    <a:srgbClr val="80808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Segoe UI" panose="020B0502040204020203" pitchFamily="34" charset="0"/>
                <a:ea typeface="맑은 고딕"/>
                <a:cs typeface="Segoe UI" panose="020B0502040204020203" pitchFamily="34" charset="0"/>
              </a:endParaRPr>
            </a:p>
          </p:txBody>
        </p:sp>
        <p:sp>
          <p:nvSpPr>
            <p:cNvPr id="50" name="Star 1">
              <a:extLst>
                <a:ext uri="{FF2B5EF4-FFF2-40B4-BE49-F238E27FC236}">
                  <a16:creationId xmlns:a16="http://schemas.microsoft.com/office/drawing/2014/main" id="{8C2145F5-BD96-4EDC-9631-F1A984EC5AB0}"/>
                </a:ext>
              </a:extLst>
            </p:cNvPr>
            <p:cNvSpPr>
              <a:spLocks/>
            </p:cNvSpPr>
            <p:nvPr/>
          </p:nvSpPr>
          <p:spPr bwMode="auto">
            <a:xfrm>
              <a:off x="4123450" y="2843410"/>
              <a:ext cx="158698" cy="158698"/>
            </a:xfrm>
            <a:prstGeom prst="star5">
              <a:avLst>
                <a:gd name="adj" fmla="val 25885"/>
                <a:gd name="hf" fmla="val 105146"/>
                <a:gd name="vf" fmla="val 110557"/>
              </a:avLst>
            </a:prstGeom>
            <a:noFill/>
            <a:ln w="6350">
              <a:solidFill>
                <a:srgbClr val="808080"/>
              </a:solidFill>
            </a:ln>
            <a:extLst>
              <a:ext uri="{909E8E84-426E-40DD-AFC4-6F175D3DCCD1}">
                <a14:hiddenFill xmlns:a14="http://schemas.microsoft.com/office/drawing/2010/main">
                  <a:solidFill>
                    <a:srgbClr val="80808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900" b="0" i="0" u="none" strike="noStrike" kern="1200" cap="none" spc="0" normalizeH="0" baseline="0" noProof="0">
                <a:ln>
                  <a:noFill/>
                </a:ln>
                <a:solidFill>
                  <a:srgbClr val="5F5F5F"/>
                </a:solidFill>
                <a:effectLst/>
                <a:uLnTx/>
                <a:uFillTx/>
                <a:latin typeface="Segoe UI" panose="020B0502040204020203" pitchFamily="34" charset="0"/>
                <a:ea typeface="맑은 고딕"/>
                <a:cs typeface="Segoe UI" panose="020B0502040204020203" pitchFamily="34" charset="0"/>
              </a:endParaRPr>
            </a:p>
          </p:txBody>
        </p:sp>
      </p:grpSp>
      <p:sp>
        <p:nvSpPr>
          <p:cNvPr id="51" name="직사각형 50">
            <a:extLst>
              <a:ext uri="{FF2B5EF4-FFF2-40B4-BE49-F238E27FC236}">
                <a16:creationId xmlns:a16="http://schemas.microsoft.com/office/drawing/2014/main" id="{24EAE032-D687-4439-AFC8-51C4E72DF031}"/>
              </a:ext>
            </a:extLst>
          </p:cNvPr>
          <p:cNvSpPr/>
          <p:nvPr/>
        </p:nvSpPr>
        <p:spPr>
          <a:xfrm>
            <a:off x="2909643" y="3373542"/>
            <a:ext cx="2136413" cy="484608"/>
          </a:xfrm>
          <a:prstGeom prst="rect">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ko-KR" altLang="en-US" sz="800" dirty="0">
                <a:solidFill>
                  <a:schemeClr val="tx1">
                    <a:lumMod val="50000"/>
                    <a:lumOff val="50000"/>
                  </a:schemeClr>
                </a:solidFill>
                <a:latin typeface="나눔고딕" panose="020D0604000000000000" pitchFamily="50" charset="-127"/>
                <a:ea typeface="나눔고딕" panose="020D0604000000000000" pitchFamily="50" charset="-127"/>
              </a:rPr>
              <a:t>고객님의 </a:t>
            </a:r>
            <a:r>
              <a:rPr lang="ko-KR" altLang="en-US" sz="800" dirty="0" err="1">
                <a:solidFill>
                  <a:schemeClr val="tx1">
                    <a:lumMod val="50000"/>
                    <a:lumOff val="50000"/>
                  </a:schemeClr>
                </a:solidFill>
                <a:latin typeface="나눔고딕" panose="020D0604000000000000" pitchFamily="50" charset="-127"/>
                <a:ea typeface="나눔고딕" panose="020D0604000000000000" pitchFamily="50" charset="-127"/>
              </a:rPr>
              <a:t>상품평을</a:t>
            </a:r>
            <a:r>
              <a:rPr lang="ko-KR" altLang="en-US" sz="800" dirty="0">
                <a:solidFill>
                  <a:schemeClr val="tx1">
                    <a:lumMod val="50000"/>
                    <a:lumOff val="50000"/>
                  </a:schemeClr>
                </a:solidFill>
                <a:latin typeface="나눔고딕" panose="020D0604000000000000" pitchFamily="50" charset="-127"/>
                <a:ea typeface="나눔고딕" panose="020D0604000000000000" pitchFamily="50" charset="-127"/>
              </a:rPr>
              <a:t> 남겨주세요</a:t>
            </a:r>
          </a:p>
        </p:txBody>
      </p:sp>
      <p:sp>
        <p:nvSpPr>
          <p:cNvPr id="52" name="TextBox 51">
            <a:extLst>
              <a:ext uri="{FF2B5EF4-FFF2-40B4-BE49-F238E27FC236}">
                <a16:creationId xmlns:a16="http://schemas.microsoft.com/office/drawing/2014/main" id="{2DB3A034-E127-4956-835A-53705D93E1F7}"/>
              </a:ext>
            </a:extLst>
          </p:cNvPr>
          <p:cNvSpPr txBox="1"/>
          <p:nvPr/>
        </p:nvSpPr>
        <p:spPr>
          <a:xfrm>
            <a:off x="2835631" y="4207441"/>
            <a:ext cx="2272881" cy="246221"/>
          </a:xfrm>
          <a:prstGeom prst="rect">
            <a:avLst/>
          </a:prstGeom>
          <a:noFill/>
        </p:spPr>
        <p:txBody>
          <a:bodyPr wrap="square" rtlCol="0">
            <a:spAutoFit/>
          </a:bodyPr>
          <a:lstStyle/>
          <a:p>
            <a:pPr lvl="0"/>
            <a:r>
              <a:rPr lang="en-US" altLang="ko-KR" sz="10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r>
              <a:rPr lang="ko-KR" altLang="en-US" sz="10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여행후기</a:t>
            </a:r>
            <a:r>
              <a:rPr lang="en-US" altLang="ko-KR" sz="10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p>
        </p:txBody>
      </p:sp>
      <p:sp>
        <p:nvSpPr>
          <p:cNvPr id="54" name="TextBox 53">
            <a:extLst>
              <a:ext uri="{FF2B5EF4-FFF2-40B4-BE49-F238E27FC236}">
                <a16:creationId xmlns:a16="http://schemas.microsoft.com/office/drawing/2014/main" id="{79653F90-7D4B-4A2A-8F1B-D045C8C20D33}"/>
              </a:ext>
            </a:extLst>
          </p:cNvPr>
          <p:cNvSpPr txBox="1"/>
          <p:nvPr/>
        </p:nvSpPr>
        <p:spPr>
          <a:xfrm>
            <a:off x="2856333" y="4453662"/>
            <a:ext cx="2184256" cy="415498"/>
          </a:xfrm>
          <a:prstGeom prst="rect">
            <a:avLst/>
          </a:prstGeom>
          <a:noFill/>
        </p:spPr>
        <p:txBody>
          <a:bodyPr wrap="square" rtlCol="0">
            <a:spAutoFit/>
          </a:bodyPr>
          <a:lstStyle/>
          <a:p>
            <a:r>
              <a:rPr lang="ko-KR" altLang="en-US" sz="700" dirty="0">
                <a:latin typeface="나눔고딕" panose="020D0604000000000000" pitchFamily="50" charset="-127"/>
                <a:ea typeface="나눔고딕" panose="020D0604000000000000" pitchFamily="50" charset="-127"/>
              </a:rPr>
              <a:t>여행후기를 작성하고 추억을 공유해주세요</a:t>
            </a:r>
            <a:r>
              <a:rPr lang="en-US" altLang="ko-KR" sz="700" dirty="0">
                <a:latin typeface="나눔고딕" panose="020D0604000000000000" pitchFamily="50" charset="-127"/>
                <a:ea typeface="나눔고딕" panose="020D0604000000000000" pitchFamily="50" charset="-127"/>
              </a:rPr>
              <a:t>.</a:t>
            </a:r>
          </a:p>
          <a:p>
            <a:r>
              <a:rPr lang="ko-KR" altLang="en-US" sz="700" dirty="0">
                <a:latin typeface="나눔고딕" panose="020D0604000000000000" pitchFamily="50" charset="-127"/>
                <a:ea typeface="나눔고딕" panose="020D0604000000000000" pitchFamily="50" charset="-127"/>
              </a:rPr>
              <a:t>매달 베스트 후기를 선정하여</a:t>
            </a:r>
            <a:r>
              <a:rPr lang="en-US" altLang="ko-KR" sz="700" dirty="0">
                <a:latin typeface="나눔고딕" panose="020D0604000000000000" pitchFamily="50" charset="-127"/>
                <a:ea typeface="나눔고딕" panose="020D0604000000000000" pitchFamily="50" charset="-127"/>
              </a:rPr>
              <a:t>, </a:t>
            </a:r>
            <a:r>
              <a:rPr lang="ko-KR" altLang="en-US" sz="700" dirty="0">
                <a:latin typeface="나눔고딕" panose="020D0604000000000000" pitchFamily="50" charset="-127"/>
                <a:ea typeface="나눔고딕" panose="020D0604000000000000" pitchFamily="50" charset="-127"/>
              </a:rPr>
              <a:t>소정의 상품을 드리고 있어요</a:t>
            </a:r>
            <a:r>
              <a:rPr lang="en-US" altLang="ko-KR" sz="700" dirty="0">
                <a:latin typeface="나눔고딕" panose="020D0604000000000000" pitchFamily="50" charset="-127"/>
                <a:ea typeface="나눔고딕" panose="020D0604000000000000" pitchFamily="50" charset="-127"/>
              </a:rPr>
              <a:t>.</a:t>
            </a:r>
            <a:endParaRPr lang="ko-KR" altLang="en-US" sz="700" dirty="0">
              <a:latin typeface="나눔고딕" panose="020D0604000000000000" pitchFamily="50" charset="-127"/>
              <a:ea typeface="나눔고딕" panose="020D0604000000000000" pitchFamily="50" charset="-127"/>
            </a:endParaRPr>
          </a:p>
        </p:txBody>
      </p:sp>
      <p:grpSp>
        <p:nvGrpSpPr>
          <p:cNvPr id="65" name="그룹 64">
            <a:extLst>
              <a:ext uri="{FF2B5EF4-FFF2-40B4-BE49-F238E27FC236}">
                <a16:creationId xmlns:a16="http://schemas.microsoft.com/office/drawing/2014/main" id="{BFD8181A-B543-4C7F-A4BC-A4FDFA21ADFC}"/>
              </a:ext>
            </a:extLst>
          </p:cNvPr>
          <p:cNvGrpSpPr/>
          <p:nvPr/>
        </p:nvGrpSpPr>
        <p:grpSpPr>
          <a:xfrm>
            <a:off x="2817779" y="4982241"/>
            <a:ext cx="1094028" cy="1090118"/>
            <a:chOff x="-1511755" y="4977573"/>
            <a:chExt cx="1094028" cy="1090118"/>
          </a:xfrm>
        </p:grpSpPr>
        <p:grpSp>
          <p:nvGrpSpPr>
            <p:cNvPr id="66" name="그룹 65">
              <a:extLst>
                <a:ext uri="{FF2B5EF4-FFF2-40B4-BE49-F238E27FC236}">
                  <a16:creationId xmlns:a16="http://schemas.microsoft.com/office/drawing/2014/main" id="{BFF4061E-8C83-492F-802C-850FA86061D1}"/>
                </a:ext>
              </a:extLst>
            </p:cNvPr>
            <p:cNvGrpSpPr/>
            <p:nvPr/>
          </p:nvGrpSpPr>
          <p:grpSpPr>
            <a:xfrm>
              <a:off x="-1511755" y="4977573"/>
              <a:ext cx="1094028" cy="1090118"/>
              <a:chOff x="2820157" y="4977573"/>
              <a:chExt cx="1094028" cy="1090118"/>
            </a:xfrm>
          </p:grpSpPr>
          <p:sp>
            <p:nvSpPr>
              <p:cNvPr id="68" name="자유형 73">
                <a:extLst>
                  <a:ext uri="{FF2B5EF4-FFF2-40B4-BE49-F238E27FC236}">
                    <a16:creationId xmlns:a16="http://schemas.microsoft.com/office/drawing/2014/main" id="{0164286B-15C8-4291-B091-3BD513B9348E}"/>
                  </a:ext>
                </a:extLst>
              </p:cNvPr>
              <p:cNvSpPr/>
              <p:nvPr/>
            </p:nvSpPr>
            <p:spPr>
              <a:xfrm>
                <a:off x="2820157" y="4977573"/>
                <a:ext cx="1094028" cy="1090118"/>
              </a:xfrm>
              <a:custGeom>
                <a:avLst/>
                <a:gdLst>
                  <a:gd name="connsiteX0" fmla="*/ 123151 w 997872"/>
                  <a:gd name="connsiteY0" fmla="*/ 0 h 994306"/>
                  <a:gd name="connsiteX1" fmla="*/ 997872 w 997872"/>
                  <a:gd name="connsiteY1" fmla="*/ 874721 h 994306"/>
                  <a:gd name="connsiteX2" fmla="*/ 993356 w 997872"/>
                  <a:gd name="connsiteY2" fmla="*/ 964156 h 994306"/>
                  <a:gd name="connsiteX3" fmla="*/ 988755 w 997872"/>
                  <a:gd name="connsiteY3" fmla="*/ 994306 h 994306"/>
                  <a:gd name="connsiteX4" fmla="*/ 507101 w 997872"/>
                  <a:gd name="connsiteY4" fmla="*/ 994306 h 994306"/>
                  <a:gd name="connsiteX5" fmla="*/ 507088 w 997872"/>
                  <a:gd name="connsiteY5" fmla="*/ 994306 h 994306"/>
                  <a:gd name="connsiteX6" fmla="*/ 507075 w 997872"/>
                  <a:gd name="connsiteY6" fmla="*/ 994306 h 994306"/>
                  <a:gd name="connsiteX7" fmla="*/ 0 w 997872"/>
                  <a:gd name="connsiteY7" fmla="*/ 994306 h 994306"/>
                  <a:gd name="connsiteX8" fmla="*/ 0 w 997872"/>
                  <a:gd name="connsiteY8" fmla="*/ 994305 h 994306"/>
                  <a:gd name="connsiteX9" fmla="*/ 0 w 997872"/>
                  <a:gd name="connsiteY9" fmla="*/ 509497 h 994306"/>
                  <a:gd name="connsiteX10" fmla="*/ 0 w 997872"/>
                  <a:gd name="connsiteY10" fmla="*/ 487221 h 994306"/>
                  <a:gd name="connsiteX11" fmla="*/ 0 w 997872"/>
                  <a:gd name="connsiteY11" fmla="*/ 9662 h 994306"/>
                  <a:gd name="connsiteX12" fmla="*/ 33716 w 997872"/>
                  <a:gd name="connsiteY12" fmla="*/ 4516 h 994306"/>
                  <a:gd name="connsiteX13" fmla="*/ 123151 w 997872"/>
                  <a:gd name="connsiteY13" fmla="*/ 0 h 994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7872" h="994306">
                    <a:moveTo>
                      <a:pt x="123151" y="0"/>
                    </a:moveTo>
                    <a:cubicBezTo>
                      <a:pt x="606246" y="0"/>
                      <a:pt x="997872" y="391626"/>
                      <a:pt x="997872" y="874721"/>
                    </a:cubicBezTo>
                    <a:cubicBezTo>
                      <a:pt x="997872" y="904915"/>
                      <a:pt x="996342" y="934751"/>
                      <a:pt x="993356" y="964156"/>
                    </a:cubicBezTo>
                    <a:lnTo>
                      <a:pt x="988755" y="994306"/>
                    </a:lnTo>
                    <a:lnTo>
                      <a:pt x="507101" y="994306"/>
                    </a:lnTo>
                    <a:lnTo>
                      <a:pt x="507088" y="994306"/>
                    </a:lnTo>
                    <a:lnTo>
                      <a:pt x="507075" y="994306"/>
                    </a:lnTo>
                    <a:lnTo>
                      <a:pt x="0" y="994306"/>
                    </a:lnTo>
                    <a:lnTo>
                      <a:pt x="0" y="994305"/>
                    </a:lnTo>
                    <a:lnTo>
                      <a:pt x="0" y="509497"/>
                    </a:lnTo>
                    <a:lnTo>
                      <a:pt x="0" y="487221"/>
                    </a:lnTo>
                    <a:lnTo>
                      <a:pt x="0" y="9662"/>
                    </a:lnTo>
                    <a:lnTo>
                      <a:pt x="33716" y="4516"/>
                    </a:lnTo>
                    <a:cubicBezTo>
                      <a:pt x="63122" y="1530"/>
                      <a:pt x="92958" y="0"/>
                      <a:pt x="123151" y="0"/>
                    </a:cubicBezTo>
                    <a:close/>
                  </a:path>
                </a:pathLst>
              </a:custGeom>
              <a:solidFill>
                <a:schemeClr val="bg1">
                  <a:lumMod val="95000"/>
                  <a:alpha val="87000"/>
                </a:schemeClr>
              </a:solidFill>
              <a:ln w="3175">
                <a:solidFill>
                  <a:schemeClr val="bg1">
                    <a:lumMod val="75000"/>
                  </a:schemeClr>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err="1">
                  <a:solidFill>
                    <a:schemeClr val="tx1"/>
                  </a:solidFill>
                </a:endParaRPr>
              </a:p>
            </p:txBody>
          </p:sp>
          <p:sp>
            <p:nvSpPr>
              <p:cNvPr id="69" name="타원 68">
                <a:extLst>
                  <a:ext uri="{FF2B5EF4-FFF2-40B4-BE49-F238E27FC236}">
                    <a16:creationId xmlns:a16="http://schemas.microsoft.com/office/drawing/2014/main" id="{40616D6C-59C4-4B07-ACBF-C11CFEF9E847}"/>
                  </a:ext>
                </a:extLst>
              </p:cNvPr>
              <p:cNvSpPr/>
              <p:nvPr/>
            </p:nvSpPr>
            <p:spPr>
              <a:xfrm>
                <a:off x="29748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a:solidFill>
                      <a:prstClr val="white"/>
                    </a:solidFill>
                  </a:rPr>
                  <a:t>X</a:t>
                </a:r>
                <a:endParaRPr lang="ko-KR" altLang="en-US" sz="800" dirty="0" err="1">
                  <a:solidFill>
                    <a:prstClr val="white"/>
                  </a:solidFill>
                </a:endParaRPr>
              </a:p>
            </p:txBody>
          </p:sp>
          <p:sp>
            <p:nvSpPr>
              <p:cNvPr id="70" name="타원 69">
                <a:extLst>
                  <a:ext uri="{FF2B5EF4-FFF2-40B4-BE49-F238E27FC236}">
                    <a16:creationId xmlns:a16="http://schemas.microsoft.com/office/drawing/2014/main" id="{727413BF-540C-4F11-86BF-C156595DB1C4}"/>
                  </a:ext>
                </a:extLst>
              </p:cNvPr>
              <p:cNvSpPr/>
              <p:nvPr/>
            </p:nvSpPr>
            <p:spPr>
              <a:xfrm>
                <a:off x="2866903" y="5073403"/>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dirty="0">
                    <a:solidFill>
                      <a:prstClr val="white"/>
                    </a:solidFill>
                  </a:rPr>
                  <a:t>알림</a:t>
                </a:r>
              </a:p>
            </p:txBody>
          </p:sp>
          <p:sp>
            <p:nvSpPr>
              <p:cNvPr id="71" name="타원 70">
                <a:extLst>
                  <a:ext uri="{FF2B5EF4-FFF2-40B4-BE49-F238E27FC236}">
                    <a16:creationId xmlns:a16="http://schemas.microsoft.com/office/drawing/2014/main" id="{8542ACA9-1A51-4A25-AE51-D36EA8F2DB88}"/>
                  </a:ext>
                </a:extLst>
              </p:cNvPr>
              <p:cNvSpPr/>
              <p:nvPr/>
            </p:nvSpPr>
            <p:spPr>
              <a:xfrm>
                <a:off x="3241635" y="5166619"/>
                <a:ext cx="248663" cy="248663"/>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a:solidFill>
                      <a:prstClr val="white"/>
                    </a:solidFill>
                  </a:rPr>
                  <a:t>여행후기</a:t>
                </a:r>
                <a:r>
                  <a:rPr lang="en-US" altLang="ko-KR" sz="600" dirty="0">
                    <a:solidFill>
                      <a:prstClr val="white"/>
                    </a:solidFill>
                  </a:rPr>
                  <a:t>/</a:t>
                </a:r>
                <a:r>
                  <a:rPr lang="ko-KR" altLang="en-US" sz="600" dirty="0">
                    <a:solidFill>
                      <a:prstClr val="white"/>
                    </a:solidFill>
                  </a:rPr>
                  <a:t>평가</a:t>
                </a:r>
              </a:p>
            </p:txBody>
          </p:sp>
          <p:sp>
            <p:nvSpPr>
              <p:cNvPr id="72" name="타원 71">
                <a:extLst>
                  <a:ext uri="{FF2B5EF4-FFF2-40B4-BE49-F238E27FC236}">
                    <a16:creationId xmlns:a16="http://schemas.microsoft.com/office/drawing/2014/main" id="{3C39DA40-7966-4054-8A75-D45B2D874783}"/>
                  </a:ext>
                </a:extLst>
              </p:cNvPr>
              <p:cNvSpPr/>
              <p:nvPr/>
            </p:nvSpPr>
            <p:spPr>
              <a:xfrm>
                <a:off x="3485033" y="544830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a:solidFill>
                      <a:prstClr val="white"/>
                    </a:solidFill>
                  </a:rPr>
                  <a:t>포인트안내</a:t>
                </a:r>
                <a:endParaRPr lang="ko-KR" altLang="en-US" sz="600" dirty="0">
                  <a:solidFill>
                    <a:prstClr val="white"/>
                  </a:solidFill>
                </a:endParaRPr>
              </a:p>
            </p:txBody>
          </p:sp>
          <p:sp>
            <p:nvSpPr>
              <p:cNvPr id="73" name="타원 72">
                <a:extLst>
                  <a:ext uri="{FF2B5EF4-FFF2-40B4-BE49-F238E27FC236}">
                    <a16:creationId xmlns:a16="http://schemas.microsoft.com/office/drawing/2014/main" id="{6CD54340-9D50-4949-87AE-729AF0AA4F54}"/>
                  </a:ext>
                </a:extLst>
              </p:cNvPr>
              <p:cNvSpPr/>
              <p:nvPr/>
            </p:nvSpPr>
            <p:spPr>
              <a:xfrm>
                <a:off x="3538910" y="580834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dirty="0">
                    <a:solidFill>
                      <a:prstClr val="white"/>
                    </a:solidFill>
                  </a:rPr>
                  <a:t>전화</a:t>
                </a:r>
              </a:p>
            </p:txBody>
          </p:sp>
        </p:grpSp>
        <p:sp>
          <p:nvSpPr>
            <p:cNvPr id="67" name="타원 66">
              <a:extLst>
                <a:ext uri="{FF2B5EF4-FFF2-40B4-BE49-F238E27FC236}">
                  <a16:creationId xmlns:a16="http://schemas.microsoft.com/office/drawing/2014/main" id="{706325DF-8A8E-44CE-8583-4AD6833BF170}"/>
                </a:ext>
              </a:extLst>
            </p:cNvPr>
            <p:cNvSpPr/>
            <p:nvPr/>
          </p:nvSpPr>
          <p:spPr>
            <a:xfrm>
              <a:off x="-873049" y="5195469"/>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grpSp>
      <p:sp>
        <p:nvSpPr>
          <p:cNvPr id="74" name="사각형: 둥근 모서리 73">
            <a:extLst>
              <a:ext uri="{FF2B5EF4-FFF2-40B4-BE49-F238E27FC236}">
                <a16:creationId xmlns:a16="http://schemas.microsoft.com/office/drawing/2014/main" id="{08A843FA-A99B-440E-9A52-4794078276A7}"/>
              </a:ext>
            </a:extLst>
          </p:cNvPr>
          <p:cNvSpPr/>
          <p:nvPr/>
        </p:nvSpPr>
        <p:spPr>
          <a:xfrm>
            <a:off x="6969224" y="2293077"/>
            <a:ext cx="621537" cy="199819"/>
          </a:xfrm>
          <a:prstGeom prst="roundRect">
            <a:avLst/>
          </a:prstGeom>
          <a:solidFill>
            <a:schemeClr val="tx1">
              <a:lumMod val="50000"/>
              <a:lumOff val="50000"/>
            </a:schemeClr>
          </a:solidFill>
          <a:ln w="3175" algn="ctr">
            <a:solidFill>
              <a:schemeClr val="bg1">
                <a:lumMod val="50000"/>
              </a:schemeClr>
            </a:solidFill>
            <a:round/>
            <a:headEnd/>
            <a:tailEnd/>
          </a:ln>
        </p:spPr>
        <p:txBody>
          <a:bodyPr wrap="none" lIns="80788" tIns="40395" rIns="80788" bIns="40395" rtlCol="0" anchor="ctr"/>
          <a:lstStyle/>
          <a:p>
            <a:pPr marL="0" marR="0" lvl="0" indent="0" defTabSz="822974" rtl="0" eaLnBrk="1" fontAlgn="base" latinLnBrk="0" hangingPunct="1">
              <a:lnSpc>
                <a:spcPct val="100000"/>
              </a:lnSpc>
              <a:spcBef>
                <a:spcPct val="0"/>
              </a:spcBef>
              <a:spcAft>
                <a:spcPct val="0"/>
              </a:spcAft>
              <a:buClrTx/>
              <a:buSzTx/>
              <a:buFontTx/>
              <a:buNone/>
              <a:tabLst/>
              <a:defRPr/>
            </a:pPr>
            <a:r>
              <a:rPr kumimoji="1" lang="ko-KR" altLang="en-US" sz="700" b="0" i="0" u="none" strike="noStrike" kern="0" cap="none" spc="0" normalizeH="0" baseline="0" noProof="0" dirty="0">
                <a:ln>
                  <a:noFill/>
                </a:ln>
                <a:solidFill>
                  <a:schemeClr val="bg1"/>
                </a:solidFill>
                <a:effectLst/>
                <a:uLnTx/>
                <a:uFillTx/>
                <a:latin typeface="+mn-ea"/>
                <a:cs typeface="+mn-cs"/>
              </a:rPr>
              <a:t>작성하기 </a:t>
            </a:r>
            <a:r>
              <a:rPr kumimoji="1" lang="en-US" altLang="ko-KR" sz="700" b="0" i="0" u="none" strike="noStrike" kern="0" cap="none" spc="0" normalizeH="0" baseline="0" noProof="0" dirty="0">
                <a:ln>
                  <a:noFill/>
                </a:ln>
                <a:solidFill>
                  <a:schemeClr val="bg1"/>
                </a:solidFill>
                <a:effectLst/>
                <a:uLnTx/>
                <a:uFillTx/>
                <a:latin typeface="+mn-ea"/>
                <a:cs typeface="+mn-cs"/>
              </a:rPr>
              <a:t>&gt;  </a:t>
            </a:r>
            <a:endParaRPr kumimoji="1" lang="ko-KR" altLang="en-US" sz="700" b="0" i="0" u="none" strike="noStrike" kern="0" cap="none" spc="0" normalizeH="0" baseline="0" noProof="0" dirty="0">
              <a:ln>
                <a:noFill/>
              </a:ln>
              <a:solidFill>
                <a:schemeClr val="bg1"/>
              </a:solidFill>
              <a:effectLst/>
              <a:uLnTx/>
              <a:uFillTx/>
              <a:latin typeface="+mn-ea"/>
              <a:cs typeface="+mn-cs"/>
            </a:endParaRPr>
          </a:p>
        </p:txBody>
      </p:sp>
      <p:sp>
        <p:nvSpPr>
          <p:cNvPr id="75" name="TextBox 74">
            <a:extLst>
              <a:ext uri="{FF2B5EF4-FFF2-40B4-BE49-F238E27FC236}">
                <a16:creationId xmlns:a16="http://schemas.microsoft.com/office/drawing/2014/main" id="{DECD63A3-8ABA-4DFC-BD90-A20A77D748D2}"/>
              </a:ext>
            </a:extLst>
          </p:cNvPr>
          <p:cNvSpPr txBox="1"/>
          <p:nvPr/>
        </p:nvSpPr>
        <p:spPr>
          <a:xfrm>
            <a:off x="5451894" y="1110243"/>
            <a:ext cx="2184256" cy="1042978"/>
          </a:xfrm>
          <a:prstGeom prst="rect">
            <a:avLst/>
          </a:prstGeom>
          <a:noFill/>
        </p:spPr>
        <p:txBody>
          <a:bodyPr wrap="square" rtlCol="0">
            <a:spAutoFit/>
          </a:bodyPr>
          <a:lstStyle/>
          <a:p>
            <a:pPr algn="l">
              <a:lnSpc>
                <a:spcPct val="150000"/>
              </a:lnSpc>
            </a:pPr>
            <a:r>
              <a:rPr lang="ko-KR" altLang="en-US" sz="700" b="1" dirty="0">
                <a:latin typeface="나눔고딕" panose="020D0604000000000000" pitchFamily="50" charset="-127"/>
                <a:ea typeface="나눔고딕" panose="020D0604000000000000" pitchFamily="50" charset="-127"/>
              </a:rPr>
              <a:t>베스트 후기 당첨 </a:t>
            </a:r>
            <a:r>
              <a:rPr lang="en-US" altLang="ko-KR" sz="700" b="1" dirty="0">
                <a:latin typeface="나눔고딕" panose="020D0604000000000000" pitchFamily="50" charset="-127"/>
                <a:ea typeface="나눔고딕" panose="020D0604000000000000" pitchFamily="50" charset="-127"/>
              </a:rPr>
              <a:t>TIP</a:t>
            </a:r>
          </a:p>
          <a:p>
            <a:pPr marL="92075" indent="-92075" algn="l">
              <a:lnSpc>
                <a:spcPct val="150000"/>
              </a:lnSpc>
              <a:buAutoNum type="arabicPeriod"/>
            </a:pPr>
            <a:r>
              <a:rPr lang="ko-KR" altLang="en-US" sz="700" dirty="0">
                <a:latin typeface="나눔고딕" panose="020D0604000000000000" pitchFamily="50" charset="-127"/>
                <a:ea typeface="나눔고딕" panose="020D0604000000000000" pitchFamily="50" charset="-127"/>
              </a:rPr>
              <a:t>여행에서 느낀 점을 자유롭게 작성해주세요</a:t>
            </a:r>
            <a:r>
              <a:rPr lang="en-US" altLang="ko-KR" sz="700" dirty="0">
                <a:latin typeface="나눔고딕" panose="020D0604000000000000" pitchFamily="50" charset="-127"/>
                <a:ea typeface="나눔고딕" panose="020D0604000000000000" pitchFamily="50" charset="-127"/>
              </a:rPr>
              <a:t>.</a:t>
            </a:r>
          </a:p>
          <a:p>
            <a:pPr marL="92075" indent="-92075" algn="l">
              <a:lnSpc>
                <a:spcPct val="150000"/>
              </a:lnSpc>
              <a:buAutoNum type="arabicPeriod"/>
            </a:pPr>
            <a:r>
              <a:rPr lang="en-US" altLang="ko-KR" sz="700" dirty="0" err="1">
                <a:latin typeface="나눔고딕" panose="020D0604000000000000" pitchFamily="50" charset="-127"/>
                <a:ea typeface="나눔고딕" panose="020D0604000000000000" pitchFamily="50" charset="-127"/>
              </a:rPr>
              <a:t>OO</a:t>
            </a:r>
            <a:r>
              <a:rPr lang="ko-KR" altLang="en-US" sz="700" dirty="0">
                <a:latin typeface="나눔고딕" panose="020D0604000000000000" pitchFamily="50" charset="-127"/>
                <a:ea typeface="나눔고딕" panose="020D0604000000000000" pitchFamily="50" charset="-127"/>
              </a:rPr>
              <a:t>님만의 여행 노하우 및 관광포인트를 공유해주세요</a:t>
            </a:r>
            <a:r>
              <a:rPr lang="en-US" altLang="ko-KR" sz="700" dirty="0">
                <a:latin typeface="나눔고딕" panose="020D0604000000000000" pitchFamily="50" charset="-127"/>
                <a:ea typeface="나눔고딕" panose="020D0604000000000000" pitchFamily="50" charset="-127"/>
              </a:rPr>
              <a:t>.</a:t>
            </a:r>
          </a:p>
          <a:p>
            <a:pPr marL="92075" indent="-92075" algn="l">
              <a:lnSpc>
                <a:spcPct val="150000"/>
              </a:lnSpc>
              <a:buAutoNum type="arabicPeriod"/>
            </a:pPr>
            <a:r>
              <a:rPr lang="ko-KR" altLang="en-US" sz="700" dirty="0">
                <a:latin typeface="나눔고딕" panose="020D0604000000000000" pitchFamily="50" charset="-127"/>
                <a:ea typeface="나눔고딕" panose="020D0604000000000000" pitchFamily="50" charset="-127"/>
              </a:rPr>
              <a:t>당첨 확률을 높이고 싶다면</a:t>
            </a:r>
            <a:r>
              <a:rPr lang="en-US" altLang="ko-KR" sz="700" dirty="0">
                <a:latin typeface="나눔고딕" panose="020D0604000000000000" pitchFamily="50" charset="-127"/>
                <a:ea typeface="나눔고딕" panose="020D0604000000000000" pitchFamily="50" charset="-127"/>
              </a:rPr>
              <a:t>, </a:t>
            </a:r>
            <a:r>
              <a:rPr lang="ko-KR" altLang="en-US" sz="700" dirty="0">
                <a:latin typeface="나눔고딕" panose="020D0604000000000000" pitchFamily="50" charset="-127"/>
                <a:ea typeface="나눔고딕" panose="020D0604000000000000" pitchFamily="50" charset="-127"/>
              </a:rPr>
              <a:t>사진과 함께 작성해주세요</a:t>
            </a:r>
            <a:r>
              <a:rPr lang="en-US" altLang="ko-KR" sz="700" dirty="0">
                <a:latin typeface="나눔고딕" panose="020D0604000000000000" pitchFamily="50" charset="-127"/>
                <a:ea typeface="나눔고딕" panose="020D0604000000000000" pitchFamily="50" charset="-127"/>
              </a:rPr>
              <a:t>.</a:t>
            </a:r>
            <a:endParaRPr lang="ko-KR" altLang="en-US" sz="700" dirty="0">
              <a:latin typeface="나눔고딕" panose="020D0604000000000000" pitchFamily="50" charset="-127"/>
              <a:ea typeface="나눔고딕" panose="020D0604000000000000" pitchFamily="50" charset="-127"/>
            </a:endParaRPr>
          </a:p>
        </p:txBody>
      </p:sp>
      <p:sp>
        <p:nvSpPr>
          <p:cNvPr id="76" name="설명선: 왼쪽 화살표 75">
            <a:extLst>
              <a:ext uri="{FF2B5EF4-FFF2-40B4-BE49-F238E27FC236}">
                <a16:creationId xmlns:a16="http://schemas.microsoft.com/office/drawing/2014/main" id="{0CE7FE82-7B91-4D67-AE26-9BAB770BACFF}"/>
              </a:ext>
            </a:extLst>
          </p:cNvPr>
          <p:cNvSpPr/>
          <p:nvPr/>
        </p:nvSpPr>
        <p:spPr>
          <a:xfrm>
            <a:off x="5283826" y="831185"/>
            <a:ext cx="2379600" cy="229375"/>
          </a:xfrm>
          <a:prstGeom prst="leftArrowCallout">
            <a:avLst>
              <a:gd name="adj1" fmla="val 100000"/>
              <a:gd name="adj2" fmla="val 50000"/>
              <a:gd name="adj3" fmla="val 25000"/>
              <a:gd name="adj4" fmla="val 9772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lumMod val="85000"/>
                  </a:schemeClr>
                </a:solidFill>
              </a:rPr>
              <a:t>좌측화면에서 이어짐</a:t>
            </a:r>
          </a:p>
        </p:txBody>
      </p:sp>
      <p:sp>
        <p:nvSpPr>
          <p:cNvPr id="77" name="타원 118">
            <a:extLst>
              <a:ext uri="{FF2B5EF4-FFF2-40B4-BE49-F238E27FC236}">
                <a16:creationId xmlns:a16="http://schemas.microsoft.com/office/drawing/2014/main" id="{027F09DF-D7DF-431A-A62A-1268C8408574}"/>
              </a:ext>
            </a:extLst>
          </p:cNvPr>
          <p:cNvSpPr/>
          <p:nvPr/>
        </p:nvSpPr>
        <p:spPr>
          <a:xfrm>
            <a:off x="2719659" y="141196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78" name="타원 118">
            <a:extLst>
              <a:ext uri="{FF2B5EF4-FFF2-40B4-BE49-F238E27FC236}">
                <a16:creationId xmlns:a16="http://schemas.microsoft.com/office/drawing/2014/main" id="{10723734-1693-435A-9403-9413BB93A57E}"/>
              </a:ext>
            </a:extLst>
          </p:cNvPr>
          <p:cNvSpPr/>
          <p:nvPr/>
        </p:nvSpPr>
        <p:spPr>
          <a:xfrm>
            <a:off x="5062809" y="3092227"/>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79" name="타원 118">
            <a:extLst>
              <a:ext uri="{FF2B5EF4-FFF2-40B4-BE49-F238E27FC236}">
                <a16:creationId xmlns:a16="http://schemas.microsoft.com/office/drawing/2014/main" id="{4503B73E-713D-4C89-A98F-1A81869F15D0}"/>
              </a:ext>
            </a:extLst>
          </p:cNvPr>
          <p:cNvSpPr/>
          <p:nvPr/>
        </p:nvSpPr>
        <p:spPr>
          <a:xfrm>
            <a:off x="4808984" y="3384752"/>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a:ln>
                  <a:noFill/>
                </a:ln>
                <a:solidFill>
                  <a:prstClr val="white"/>
                </a:solidFill>
                <a:effectLst/>
                <a:uLnTx/>
                <a:uFillTx/>
                <a:latin typeface="Segoe UI" panose="020B0502040204020203" pitchFamily="34" charset="0"/>
                <a:ea typeface="맑은 고딕"/>
                <a:cs typeface="Segoe UI" panose="020B0502040204020203" pitchFamily="34" charset="0"/>
              </a:rPr>
              <a:t>2-1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80" name="타원 118">
            <a:extLst>
              <a:ext uri="{FF2B5EF4-FFF2-40B4-BE49-F238E27FC236}">
                <a16:creationId xmlns:a16="http://schemas.microsoft.com/office/drawing/2014/main" id="{A101124A-AEC6-4120-92D8-9CE9175DB213}"/>
              </a:ext>
            </a:extLst>
          </p:cNvPr>
          <p:cNvSpPr/>
          <p:nvPr/>
        </p:nvSpPr>
        <p:spPr>
          <a:xfrm>
            <a:off x="4304928" y="393224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2-2</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81" name="타원 118">
            <a:extLst>
              <a:ext uri="{FF2B5EF4-FFF2-40B4-BE49-F238E27FC236}">
                <a16:creationId xmlns:a16="http://schemas.microsoft.com/office/drawing/2014/main" id="{A5C234B5-5B1D-47E6-A423-AC157D9F993D}"/>
              </a:ext>
            </a:extLst>
          </p:cNvPr>
          <p:cNvSpPr/>
          <p:nvPr/>
        </p:nvSpPr>
        <p:spPr>
          <a:xfrm>
            <a:off x="2666628" y="425609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3</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82" name="타원 118">
            <a:extLst>
              <a:ext uri="{FF2B5EF4-FFF2-40B4-BE49-F238E27FC236}">
                <a16:creationId xmlns:a16="http://schemas.microsoft.com/office/drawing/2014/main" id="{3932DE80-A230-4D74-A954-0B732E3AD703}"/>
              </a:ext>
            </a:extLst>
          </p:cNvPr>
          <p:cNvSpPr/>
          <p:nvPr/>
        </p:nvSpPr>
        <p:spPr>
          <a:xfrm>
            <a:off x="6762378" y="225584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3-1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Tree>
    <p:extLst>
      <p:ext uri="{BB962C8B-B14F-4D97-AF65-F5344CB8AC3E}">
        <p14:creationId xmlns:p14="http://schemas.microsoft.com/office/powerpoint/2010/main" val="42903571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TextBox 83">
            <a:extLst>
              <a:ext uri="{FF2B5EF4-FFF2-40B4-BE49-F238E27FC236}">
                <a16:creationId xmlns:a16="http://schemas.microsoft.com/office/drawing/2014/main" id="{E1601631-64C8-49E9-844E-F4608F24683A}"/>
              </a:ext>
            </a:extLst>
          </p:cNvPr>
          <p:cNvSpPr txBox="1"/>
          <p:nvPr/>
        </p:nvSpPr>
        <p:spPr>
          <a:xfrm>
            <a:off x="2955630" y="5517232"/>
            <a:ext cx="2158252" cy="184666"/>
          </a:xfrm>
          <a:prstGeom prst="rect">
            <a:avLst/>
          </a:prstGeom>
          <a:noFill/>
        </p:spPr>
        <p:txBody>
          <a:bodyPr wrap="square" rtlCol="0">
            <a:spAutoFit/>
          </a:bodyPr>
          <a:lstStyle/>
          <a:p>
            <a:pPr algn="r"/>
            <a:r>
              <a:rPr lang="en-US" altLang="ko-KR" sz="600" b="1" dirty="0">
                <a:latin typeface="나눔고딕" panose="020D0604000000000000" pitchFamily="50" charset="-127"/>
                <a:ea typeface="나눔고딕" panose="020D0604000000000000" pitchFamily="50" charset="-127"/>
              </a:rPr>
              <a:t>2019.09.12 </a:t>
            </a:r>
            <a:r>
              <a:rPr lang="ko-KR" altLang="en-US" sz="600" b="1" dirty="0">
                <a:latin typeface="나눔고딕" panose="020D0604000000000000" pitchFamily="50" charset="-127"/>
                <a:ea typeface="나눔고딕" panose="020D0604000000000000" pitchFamily="50" charset="-127"/>
              </a:rPr>
              <a:t>오전 </a:t>
            </a:r>
            <a:r>
              <a:rPr lang="en-US" altLang="ko-KR" sz="600" b="1" dirty="0">
                <a:latin typeface="나눔고딕" panose="020D0604000000000000" pitchFamily="50" charset="-127"/>
                <a:ea typeface="나눔고딕" panose="020D0604000000000000" pitchFamily="50" charset="-127"/>
              </a:rPr>
              <a:t>00:00 </a:t>
            </a:r>
            <a:r>
              <a:rPr lang="ko-KR" altLang="en-US" sz="600" b="1" dirty="0">
                <a:latin typeface="나눔고딕" panose="020D0604000000000000" pitchFamily="50" charset="-127"/>
                <a:ea typeface="나눔고딕" panose="020D0604000000000000" pitchFamily="50" charset="-127"/>
              </a:rPr>
              <a:t>기준</a:t>
            </a:r>
            <a:endParaRPr lang="en-US" altLang="ko-KR" sz="400" dirty="0">
              <a:solidFill>
                <a:srgbClr val="C00000"/>
              </a:solidFill>
              <a:latin typeface="나눔고딕" panose="020D0604000000000000" pitchFamily="50" charset="-127"/>
              <a:ea typeface="나눔고딕" panose="020D0604000000000000" pitchFamily="50" charset="-127"/>
            </a:endParaRPr>
          </a:p>
        </p:txBody>
      </p:sp>
      <p:cxnSp>
        <p:nvCxnSpPr>
          <p:cNvPr id="85" name="직선 연결선 84">
            <a:extLst>
              <a:ext uri="{FF2B5EF4-FFF2-40B4-BE49-F238E27FC236}">
                <a16:creationId xmlns:a16="http://schemas.microsoft.com/office/drawing/2014/main" id="{1447E5E4-8572-4C5F-8338-B233652E021B}"/>
              </a:ext>
            </a:extLst>
          </p:cNvPr>
          <p:cNvCxnSpPr/>
          <p:nvPr/>
        </p:nvCxnSpPr>
        <p:spPr>
          <a:xfrm>
            <a:off x="2826270" y="5485327"/>
            <a:ext cx="2289600" cy="0"/>
          </a:xfrm>
          <a:prstGeom prst="line">
            <a:avLst/>
          </a:prstGeom>
          <a:noFill/>
          <a:ln>
            <a:solidFill>
              <a:schemeClr val="bg1">
                <a:lumMod val="75000"/>
              </a:schemeClr>
            </a:solidFill>
          </a:ln>
        </p:spPr>
      </p:cxnSp>
      <p:sp>
        <p:nvSpPr>
          <p:cNvPr id="181" name="사각형: 둥근 모서리 180">
            <a:extLst>
              <a:ext uri="{FF2B5EF4-FFF2-40B4-BE49-F238E27FC236}">
                <a16:creationId xmlns:a16="http://schemas.microsoft.com/office/drawing/2014/main" id="{1C20C3C8-B422-4356-BDD6-2FD3F31056E8}"/>
              </a:ext>
            </a:extLst>
          </p:cNvPr>
          <p:cNvSpPr/>
          <p:nvPr/>
        </p:nvSpPr>
        <p:spPr>
          <a:xfrm>
            <a:off x="499217" y="5588621"/>
            <a:ext cx="1995688" cy="364067"/>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0" bIns="0" rtlCol="0" anchor="ctr"/>
          <a:lstStyle/>
          <a:p>
            <a:pPr lvl="0" algn="ctr"/>
            <a:r>
              <a:rPr lang="ko-KR" altLang="en-US" sz="800" dirty="0">
                <a:solidFill>
                  <a:schemeClr val="tx1"/>
                </a:solidFill>
              </a:rPr>
              <a:t>홍길동님 예약내용을 </a:t>
            </a:r>
            <a:endParaRPr lang="en-US" altLang="ko-KR" sz="800" dirty="0">
              <a:solidFill>
                <a:schemeClr val="tx1"/>
              </a:solidFill>
            </a:endParaRPr>
          </a:p>
          <a:p>
            <a:pPr lvl="0" algn="ctr"/>
            <a:r>
              <a:rPr lang="ko-KR" altLang="en-US" sz="800" dirty="0">
                <a:solidFill>
                  <a:schemeClr val="tx1"/>
                </a:solidFill>
              </a:rPr>
              <a:t>살펴보세요</a:t>
            </a:r>
            <a:endParaRPr lang="en-US" altLang="ko-KR" sz="800" dirty="0">
              <a:solidFill>
                <a:schemeClr val="tx1"/>
              </a:solidFill>
            </a:endParaRPr>
          </a:p>
        </p:txBody>
      </p:sp>
      <p:graphicFrame>
        <p:nvGraphicFramePr>
          <p:cNvPr id="104" name="표 103">
            <a:extLst>
              <a:ext uri="{FF2B5EF4-FFF2-40B4-BE49-F238E27FC236}">
                <a16:creationId xmlns:a16="http://schemas.microsoft.com/office/drawing/2014/main" id="{5ECBE90A-3E43-4B22-A23E-74563FDEF54B}"/>
              </a:ext>
            </a:extLst>
          </p:cNvPr>
          <p:cNvGraphicFramePr>
            <a:graphicFrameLocks noGrp="1"/>
          </p:cNvGraphicFramePr>
          <p:nvPr>
            <p:extLst>
              <p:ext uri="{D42A27DB-BD31-4B8C-83A1-F6EECF244321}">
                <p14:modId xmlns:p14="http://schemas.microsoft.com/office/powerpoint/2010/main" val="3951532499"/>
              </p:ext>
            </p:extLst>
          </p:nvPr>
        </p:nvGraphicFramePr>
        <p:xfrm>
          <a:off x="7791532" y="556096"/>
          <a:ext cx="2046688" cy="4386497"/>
        </p:xfrm>
        <a:graphic>
          <a:graphicData uri="http://schemas.openxmlformats.org/drawingml/2006/table">
            <a:tbl>
              <a:tblPr/>
              <a:tblGrid>
                <a:gridCol w="216846">
                  <a:extLst>
                    <a:ext uri="{9D8B030D-6E8A-4147-A177-3AD203B41FA5}">
                      <a16:colId xmlns:a16="http://schemas.microsoft.com/office/drawing/2014/main" val="877983187"/>
                    </a:ext>
                  </a:extLst>
                </a:gridCol>
                <a:gridCol w="1829842">
                  <a:extLst>
                    <a:ext uri="{9D8B030D-6E8A-4147-A177-3AD203B41FA5}">
                      <a16:colId xmlns:a16="http://schemas.microsoft.com/office/drawing/2014/main" val="3543648088"/>
                    </a:ext>
                  </a:extLst>
                </a:gridCol>
              </a:tblGrid>
              <a:tr h="264331">
                <a:tc gridSpan="2">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mn-ea"/>
                          <a:ea typeface="+mn-ea"/>
                        </a:rPr>
                        <a:t>Description</a:t>
                      </a:r>
                      <a:endParaRPr kumimoji="1" lang="ko-KR" altLang="en-US" sz="700" b="1"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40511496"/>
                  </a:ext>
                </a:extLst>
              </a:tr>
              <a:tr h="252000">
                <a:tc gridSpan="2">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latinLnBrk="1"/>
                      <a:endParaRPr lang="ko-KR" altLang="en-US"/>
                    </a:p>
                  </a:txBody>
                  <a:tcPr/>
                </a:tc>
                <a:extLst>
                  <a:ext uri="{0D108BD9-81ED-4DB2-BD59-A6C34878D82A}">
                    <a16:rowId xmlns:a16="http://schemas.microsoft.com/office/drawing/2014/main" val="566744085"/>
                  </a:ext>
                </a:extLst>
              </a:tr>
              <a:tr h="252000">
                <a:tc>
                  <a:txBody>
                    <a:bodyPr/>
                    <a:lstStyle/>
                    <a:p>
                      <a:pPr algn="ctr"/>
                      <a:r>
                        <a:rPr lang="en-US" altLang="ko-KR" sz="700" dirty="0"/>
                        <a:t>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rPr>
                        <a:t>Data(</a:t>
                      </a:r>
                      <a:r>
                        <a:rPr kumimoji="1" lang="ko-KR" altLang="en-US" sz="700" b="0" i="0" u="none" strike="noStrike" cap="none" normalizeH="0" baseline="0" dirty="0">
                          <a:ln>
                            <a:noFill/>
                          </a:ln>
                          <a:solidFill>
                            <a:schemeClr val="tx1"/>
                          </a:solidFill>
                          <a:effectLst/>
                          <a:latin typeface="+mn-ea"/>
                          <a:ea typeface="+mn-ea"/>
                        </a:rPr>
                        <a:t>사용자명</a:t>
                      </a:r>
                      <a:r>
                        <a:rPr kumimoji="1" lang="en-US" altLang="ko-KR" sz="700" b="0" i="0" u="none" strike="noStrike" cap="none" normalizeH="0" baseline="0" dirty="0">
                          <a:ln>
                            <a:noFill/>
                          </a:ln>
                          <a:solidFill>
                            <a:schemeClr val="tx1"/>
                          </a:solidFill>
                          <a:effectLst/>
                          <a:latin typeface="+mn-ea"/>
                          <a:ea typeface="+mn-ea"/>
                        </a:rPr>
                        <a:t>)</a:t>
                      </a:r>
                      <a:r>
                        <a:rPr kumimoji="1" lang="ko-KR" altLang="en-US" sz="700" b="0" i="0" u="none" strike="noStrike" cap="none" normalizeH="0" baseline="0" dirty="0">
                          <a:ln>
                            <a:noFill/>
                          </a:ln>
                          <a:solidFill>
                            <a:schemeClr val="tx1"/>
                          </a:solidFill>
                          <a:effectLst/>
                          <a:latin typeface="+mn-ea"/>
                          <a:ea typeface="+mn-ea"/>
                        </a:rPr>
                        <a:t>을 제외하고 </a:t>
                      </a:r>
                      <a:r>
                        <a:rPr kumimoji="1" lang="en-US" altLang="ko-KR" sz="700" b="0" i="0" u="none" strike="noStrike" cap="none" normalizeH="0" baseline="0" dirty="0">
                          <a:ln>
                            <a:noFill/>
                          </a:ln>
                          <a:solidFill>
                            <a:schemeClr val="tx1"/>
                          </a:solidFill>
                          <a:effectLst/>
                          <a:latin typeface="+mn-ea"/>
                          <a:ea typeface="+mn-ea"/>
                        </a:rPr>
                        <a:t>Static</a:t>
                      </a:r>
                      <a:r>
                        <a:rPr kumimoji="1" lang="ko-KR" altLang="en-US" sz="700" b="0" i="0" u="none" strike="noStrike" cap="none" normalizeH="0" baseline="0" dirty="0">
                          <a:ln>
                            <a:noFill/>
                          </a:ln>
                          <a:solidFill>
                            <a:schemeClr val="tx1"/>
                          </a:solidFill>
                          <a:effectLst/>
                          <a:latin typeface="+mn-ea"/>
                          <a:ea typeface="+mn-ea"/>
                        </a:rPr>
                        <a:t>한 </a:t>
                      </a:r>
                      <a:r>
                        <a:rPr kumimoji="1" lang="en-US" altLang="ko-KR" sz="700" b="0" i="0" u="none" strike="noStrike" cap="none" normalizeH="0" baseline="0" dirty="0">
                          <a:ln>
                            <a:noFill/>
                          </a:ln>
                          <a:solidFill>
                            <a:schemeClr val="tx1"/>
                          </a:solidFill>
                          <a:effectLst/>
                          <a:latin typeface="+mn-ea"/>
                          <a:ea typeface="+mn-ea"/>
                        </a:rPr>
                        <a:t>Text</a:t>
                      </a: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54734413"/>
                  </a:ext>
                </a:extLst>
              </a:tr>
              <a:tr h="317241">
                <a:tc>
                  <a:txBody>
                    <a:bodyPr/>
                    <a:lstStyle/>
                    <a:p>
                      <a:pPr algn="ctr"/>
                      <a:r>
                        <a:rPr lang="en-US" altLang="ko-KR" sz="700" dirty="0"/>
                        <a:t>2</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포인트 적립안내</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rPr>
                        <a:t>2-1 : </a:t>
                      </a:r>
                      <a:r>
                        <a:rPr kumimoji="1" lang="ko-KR" altLang="en-US" sz="700" b="0" i="0" u="none" strike="noStrike" cap="none" normalizeH="0" baseline="0" dirty="0">
                          <a:ln>
                            <a:noFill/>
                          </a:ln>
                          <a:solidFill>
                            <a:schemeClr val="tx1"/>
                          </a:solidFill>
                          <a:effectLst/>
                          <a:latin typeface="+mn-ea"/>
                          <a:ea typeface="+mn-ea"/>
                        </a:rPr>
                        <a:t>터치 시 </a:t>
                      </a:r>
                      <a:r>
                        <a:rPr kumimoji="1" lang="en-US" altLang="ko-KR" sz="700" b="0" i="0" u="none" strike="noStrike" cap="none" normalizeH="0" baseline="0" dirty="0">
                          <a:ln>
                            <a:noFill/>
                          </a:ln>
                          <a:solidFill>
                            <a:schemeClr val="tx1"/>
                          </a:solidFill>
                          <a:effectLst/>
                          <a:latin typeface="+mn-ea"/>
                          <a:ea typeface="+mn-ea"/>
                        </a:rPr>
                        <a:t>“</a:t>
                      </a:r>
                      <a:r>
                        <a:rPr kumimoji="1" lang="ko-KR" altLang="en-US" sz="700" b="0" i="0" u="none" strike="noStrike" cap="none" normalizeH="0" baseline="0" dirty="0">
                          <a:ln>
                            <a:noFill/>
                          </a:ln>
                          <a:solidFill>
                            <a:schemeClr val="tx1"/>
                          </a:solidFill>
                          <a:effectLst/>
                          <a:latin typeface="+mn-ea"/>
                          <a:ea typeface="+mn-ea"/>
                        </a:rPr>
                        <a:t>마이페이지</a:t>
                      </a:r>
                      <a:r>
                        <a:rPr kumimoji="1" lang="en-US" altLang="ko-KR" sz="700" b="0" i="0" u="none" strike="noStrike" cap="none" normalizeH="0" baseline="0" dirty="0">
                          <a:ln>
                            <a:noFill/>
                          </a:ln>
                          <a:solidFill>
                            <a:schemeClr val="tx1"/>
                          </a:solidFill>
                          <a:effectLst/>
                          <a:latin typeface="+mn-ea"/>
                          <a:ea typeface="+mn-ea"/>
                        </a:rPr>
                        <a:t>_</a:t>
                      </a:r>
                      <a:r>
                        <a:rPr kumimoji="1" lang="ko-KR" altLang="en-US" sz="700" b="0" i="0" u="none" strike="noStrike" cap="none" normalizeH="0" baseline="0" dirty="0">
                          <a:ln>
                            <a:noFill/>
                          </a:ln>
                          <a:solidFill>
                            <a:schemeClr val="tx1"/>
                          </a:solidFill>
                          <a:effectLst/>
                          <a:latin typeface="+mn-ea"/>
                          <a:ea typeface="+mn-ea"/>
                        </a:rPr>
                        <a:t>포인트</a:t>
                      </a:r>
                      <a:r>
                        <a:rPr kumimoji="1" lang="en-US" altLang="ko-KR" sz="700" b="0" i="0" u="none" strike="noStrike" cap="none" normalizeH="0" baseline="0" dirty="0">
                          <a:ln>
                            <a:noFill/>
                          </a:ln>
                          <a:solidFill>
                            <a:schemeClr val="tx1"/>
                          </a:solidFill>
                          <a:effectLst/>
                          <a:latin typeface="+mn-ea"/>
                          <a:ea typeface="+mn-ea"/>
                        </a:rPr>
                        <a:t>”(</a:t>
                      </a:r>
                      <a:r>
                        <a:rPr kumimoji="1" lang="en-US" altLang="ko-KR" sz="700" b="0" i="0" u="none" strike="noStrike" cap="none" normalizeH="0" baseline="0" dirty="0" err="1">
                          <a:ln>
                            <a:noFill/>
                          </a:ln>
                          <a:solidFill>
                            <a:schemeClr val="tx1"/>
                          </a:solidFill>
                          <a:effectLst/>
                          <a:latin typeface="+mn-ea"/>
                          <a:ea typeface="+mn-ea"/>
                        </a:rPr>
                        <a:t>DE_SL_MY_163</a:t>
                      </a: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화면으로 이동</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600405226"/>
                  </a:ext>
                </a:extLst>
              </a:tr>
              <a:tr h="252000">
                <a:tc>
                  <a:txBody>
                    <a:bodyPr/>
                    <a:lstStyle/>
                    <a:p>
                      <a:pPr algn="ctr"/>
                      <a:r>
                        <a:rPr lang="en-US" altLang="ko-KR" sz="700" dirty="0"/>
                        <a:t>3</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포인트 안내</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ko-KR" altLang="en-US" sz="700" b="0" i="0" u="none" strike="noStrike" cap="none" normalizeH="0" baseline="0" dirty="0">
                          <a:ln>
                            <a:noFill/>
                          </a:ln>
                          <a:solidFill>
                            <a:schemeClr val="tx1"/>
                          </a:solidFill>
                          <a:effectLst/>
                          <a:latin typeface="+mn-ea"/>
                          <a:ea typeface="+mn-ea"/>
                        </a:rPr>
                        <a:t>예약상품의 포인트가 미지급 된 사용자명 노출</a:t>
                      </a:r>
                      <a:endParaRPr kumimoji="1" lang="en-US" altLang="ko-KR" sz="700" b="0" i="0" u="none" strike="noStrike" cap="none" normalizeH="0" baseline="0" dirty="0">
                        <a:ln>
                          <a:noFill/>
                        </a:ln>
                        <a:solidFill>
                          <a:schemeClr val="tx1"/>
                        </a:solidFill>
                        <a:effectLst/>
                        <a:latin typeface="+mn-ea"/>
                        <a:ea typeface="+mn-ea"/>
                      </a:endParaRPr>
                    </a:p>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r>
                        <a:rPr kumimoji="1" lang="en-US" altLang="ko-KR" sz="700" b="0" i="0" u="none" strike="noStrike" cap="none" normalizeH="0" baseline="0" dirty="0">
                          <a:ln>
                            <a:noFill/>
                          </a:ln>
                          <a:solidFill>
                            <a:schemeClr val="tx1"/>
                          </a:solidFill>
                          <a:effectLst/>
                          <a:latin typeface="+mn-ea"/>
                          <a:ea typeface="+mn-ea"/>
                        </a:rPr>
                        <a:t>3-1 </a:t>
                      </a:r>
                      <a:r>
                        <a:rPr kumimoji="1" lang="ko-KR" altLang="en-US" sz="700" b="0" i="0" u="none" strike="noStrike" cap="none" normalizeH="0" baseline="0" dirty="0">
                          <a:ln>
                            <a:noFill/>
                          </a:ln>
                          <a:solidFill>
                            <a:schemeClr val="tx1"/>
                          </a:solidFill>
                          <a:effectLst/>
                          <a:latin typeface="+mn-ea"/>
                          <a:ea typeface="+mn-ea"/>
                        </a:rPr>
                        <a:t>터치 시 </a:t>
                      </a:r>
                      <a:r>
                        <a:rPr kumimoji="1" lang="en-US" altLang="ko-KR" sz="700" b="0" i="0" u="none" strike="noStrike" cap="none" normalizeH="0" baseline="0" dirty="0">
                          <a:ln>
                            <a:noFill/>
                          </a:ln>
                          <a:solidFill>
                            <a:schemeClr val="tx1"/>
                          </a:solidFill>
                          <a:effectLst/>
                          <a:latin typeface="+mn-ea"/>
                          <a:ea typeface="+mn-ea"/>
                        </a:rPr>
                        <a:t>“</a:t>
                      </a:r>
                      <a:r>
                        <a:rPr kumimoji="1" lang="ko-KR" altLang="en-US" sz="700" b="0" i="0" u="none" strike="noStrike" cap="none" normalizeH="0" baseline="0" dirty="0">
                          <a:ln>
                            <a:noFill/>
                          </a:ln>
                          <a:solidFill>
                            <a:schemeClr val="tx1"/>
                          </a:solidFill>
                          <a:effectLst/>
                          <a:latin typeface="+mn-ea"/>
                          <a:ea typeface="+mn-ea"/>
                        </a:rPr>
                        <a:t>마이페이지</a:t>
                      </a:r>
                      <a:r>
                        <a:rPr kumimoji="1" lang="en-US" altLang="ko-KR" sz="700" b="0" i="0" u="none" strike="noStrike" cap="none" normalizeH="0" baseline="0" dirty="0">
                          <a:ln>
                            <a:noFill/>
                          </a:ln>
                          <a:solidFill>
                            <a:schemeClr val="tx1"/>
                          </a:solidFill>
                          <a:effectLst/>
                          <a:latin typeface="+mn-ea"/>
                          <a:ea typeface="+mn-ea"/>
                        </a:rPr>
                        <a:t>_</a:t>
                      </a:r>
                      <a:r>
                        <a:rPr kumimoji="1" lang="ko-KR" altLang="en-US" sz="700" b="0" i="0" u="none" strike="noStrike" cap="none" normalizeH="0" baseline="0" dirty="0">
                          <a:ln>
                            <a:noFill/>
                          </a:ln>
                          <a:solidFill>
                            <a:schemeClr val="tx1"/>
                          </a:solidFill>
                          <a:effectLst/>
                          <a:latin typeface="+mn-ea"/>
                          <a:ea typeface="+mn-ea"/>
                        </a:rPr>
                        <a:t>포인트</a:t>
                      </a:r>
                      <a:r>
                        <a:rPr kumimoji="1" lang="en-US" altLang="ko-KR" sz="700" b="0" i="0" u="none" strike="noStrike" cap="none" normalizeH="0" baseline="0" dirty="0">
                          <a:ln>
                            <a:noFill/>
                          </a:ln>
                          <a:solidFill>
                            <a:schemeClr val="tx1"/>
                          </a:solidFill>
                          <a:effectLst/>
                          <a:latin typeface="+mn-ea"/>
                          <a:ea typeface="+mn-ea"/>
                        </a:rPr>
                        <a:t>_</a:t>
                      </a:r>
                      <a:r>
                        <a:rPr kumimoji="1" lang="ko-KR" altLang="en-US" sz="700" b="0" i="0" u="none" strike="noStrike" cap="none" normalizeH="0" baseline="0" dirty="0">
                          <a:ln>
                            <a:noFill/>
                          </a:ln>
                          <a:solidFill>
                            <a:schemeClr val="tx1"/>
                          </a:solidFill>
                          <a:effectLst/>
                          <a:latin typeface="+mn-ea"/>
                          <a:ea typeface="+mn-ea"/>
                        </a:rPr>
                        <a:t>포인트적립안내</a:t>
                      </a:r>
                      <a:r>
                        <a:rPr kumimoji="1" lang="en-US" altLang="ko-KR" sz="700" b="0" i="0" u="none" strike="noStrike" cap="none" normalizeH="0" baseline="0" dirty="0">
                          <a:ln>
                            <a:noFill/>
                          </a:ln>
                          <a:solidFill>
                            <a:schemeClr val="tx1"/>
                          </a:solidFill>
                          <a:effectLst/>
                          <a:latin typeface="+mn-ea"/>
                          <a:ea typeface="+mn-ea"/>
                        </a:rPr>
                        <a:t>”(</a:t>
                      </a:r>
                      <a:r>
                        <a:rPr kumimoji="1" lang="en-US" altLang="ko-KR" sz="700" b="0" i="0" u="none" strike="noStrike" cap="none" normalizeH="0" baseline="0" dirty="0" err="1">
                          <a:ln>
                            <a:noFill/>
                          </a:ln>
                          <a:solidFill>
                            <a:schemeClr val="tx1"/>
                          </a:solidFill>
                          <a:effectLst/>
                          <a:latin typeface="+mn-ea"/>
                          <a:ea typeface="+mn-ea"/>
                        </a:rPr>
                        <a:t>DE_SL_MY_164</a:t>
                      </a:r>
                      <a:r>
                        <a:rPr kumimoji="1" lang="en-US" altLang="ko-KR" sz="700" b="0" i="0" u="none" strike="noStrike" cap="none" normalizeH="0" baseline="0" dirty="0">
                          <a:ln>
                            <a:noFill/>
                          </a:ln>
                          <a:solidFill>
                            <a:schemeClr val="tx1"/>
                          </a:solidFill>
                          <a:effectLst/>
                          <a:latin typeface="+mn-ea"/>
                          <a:ea typeface="+mn-ea"/>
                        </a:rPr>
                        <a:t>) </a:t>
                      </a:r>
                      <a:r>
                        <a:rPr kumimoji="1" lang="ko-KR" altLang="en-US" sz="700" b="0" i="0" u="none" strike="noStrike" cap="none" normalizeH="0" baseline="0" dirty="0">
                          <a:ln>
                            <a:noFill/>
                          </a:ln>
                          <a:solidFill>
                            <a:schemeClr val="tx1"/>
                          </a:solidFill>
                          <a:effectLst/>
                          <a:latin typeface="+mn-ea"/>
                          <a:ea typeface="+mn-ea"/>
                        </a:rPr>
                        <a:t>화면 연결</a:t>
                      </a: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575881690"/>
                  </a:ext>
                </a:extLst>
              </a:tr>
              <a:tr h="252000">
                <a:tc>
                  <a:txBody>
                    <a:bodyPr/>
                    <a:lstStyle/>
                    <a:p>
                      <a:pPr algn="ctr"/>
                      <a:r>
                        <a:rPr lang="en-US" altLang="ko-KR" sz="700" dirty="0"/>
                        <a:t>4</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ko-KR" altLang="en-US" sz="700" b="0" i="0" u="none" strike="noStrike" cap="none" normalizeH="0" baseline="0" dirty="0">
                          <a:ln>
                            <a:noFill/>
                          </a:ln>
                          <a:solidFill>
                            <a:schemeClr val="tx1"/>
                          </a:solidFill>
                          <a:effectLst/>
                          <a:latin typeface="+mn-ea"/>
                          <a:ea typeface="+mn-ea"/>
                        </a:rPr>
                        <a:t>메시지 생성일자 노출</a:t>
                      </a: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929205908"/>
                  </a:ext>
                </a:extLst>
              </a:tr>
              <a:tr h="252000">
                <a:tc>
                  <a:txBody>
                    <a:bodyPr/>
                    <a:lstStyle/>
                    <a:p>
                      <a:pPr algn="ctr"/>
                      <a:r>
                        <a:rPr lang="en-US" altLang="ko-KR" sz="700" dirty="0"/>
                        <a:t>5</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174393987"/>
                  </a:ext>
                </a:extLst>
              </a:tr>
              <a:tr h="252000">
                <a:tc>
                  <a:txBody>
                    <a:bodyPr/>
                    <a:lstStyle/>
                    <a:p>
                      <a:pPr algn="ctr"/>
                      <a:r>
                        <a:rPr lang="en-US" altLang="ko-KR" sz="700" dirty="0"/>
                        <a:t>6</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986106794"/>
                  </a:ext>
                </a:extLst>
              </a:tr>
              <a:tr h="252000">
                <a:tc>
                  <a:txBody>
                    <a:bodyPr/>
                    <a:lstStyle/>
                    <a:p>
                      <a:pPr algn="ctr"/>
                      <a:r>
                        <a:rPr lang="en-US" altLang="ko-KR" sz="700" dirty="0"/>
                        <a:t>7</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382451967"/>
                  </a:ext>
                </a:extLst>
              </a:tr>
              <a:tr h="252000">
                <a:tc>
                  <a:txBody>
                    <a:bodyPr/>
                    <a:lstStyle/>
                    <a:p>
                      <a:pPr algn="ctr"/>
                      <a:r>
                        <a:rPr lang="en-US" altLang="ko-KR" sz="700" dirty="0"/>
                        <a:t>8</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801369225"/>
                  </a:ext>
                </a:extLst>
              </a:tr>
              <a:tr h="252000">
                <a:tc>
                  <a:txBody>
                    <a:bodyPr/>
                    <a:lstStyle/>
                    <a:p>
                      <a:pPr algn="ctr"/>
                      <a:r>
                        <a:rPr lang="en-US" altLang="ko-KR" sz="700" dirty="0"/>
                        <a:t>9</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Arial" panose="020B0604020202020204" pitchFamily="34" charset="0"/>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87350180"/>
                  </a:ext>
                </a:extLst>
              </a:tr>
              <a:tr h="252000">
                <a:tc>
                  <a:txBody>
                    <a:bodyPr/>
                    <a:lstStyle/>
                    <a:p>
                      <a:pPr algn="ctr"/>
                      <a:r>
                        <a:rPr lang="en-US" altLang="ko-KR" sz="700" dirty="0"/>
                        <a:t>10</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893561366"/>
                  </a:ext>
                </a:extLst>
              </a:tr>
              <a:tr h="252000">
                <a:tc>
                  <a:txBody>
                    <a:bodyPr/>
                    <a:lstStyle/>
                    <a:p>
                      <a:pPr algn="ctr"/>
                      <a:r>
                        <a:rPr lang="en-US" altLang="ko-KR" sz="700" dirty="0"/>
                        <a:t>11</a:t>
                      </a:r>
                      <a:endParaRPr lang="ko-KR" altLang="en-US"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120464130"/>
                  </a:ext>
                </a:extLst>
              </a:tr>
              <a:tr h="257465">
                <a:tc gridSpan="2">
                  <a:txBody>
                    <a:bodyPr/>
                    <a:lstStyle/>
                    <a:p>
                      <a:pPr algn="ctr"/>
                      <a:endParaRPr lang="ko-KR" altLang="en-US" sz="700" b="1"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E2E2E2"/>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827257165"/>
                  </a:ext>
                </a:extLst>
              </a:tr>
              <a:tr h="257465">
                <a:tc gridSpan="2">
                  <a:txBody>
                    <a:bodyPr/>
                    <a:lstStyle/>
                    <a:p>
                      <a:endParaRPr lang="en-US" altLang="ko-KR" sz="700" dirty="0"/>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chemeClr val="tx1"/>
                        </a:solidFill>
                        <a:effectLst/>
                        <a:latin typeface="+mn-ea"/>
                        <a:ea typeface="+mn-ea"/>
                      </a:endParaRPr>
                    </a:p>
                  </a:txBody>
                  <a:tcPr marL="49535" marR="49535" marT="42447" marB="42447"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32757063"/>
                  </a:ext>
                </a:extLst>
              </a:tr>
            </a:tbl>
          </a:graphicData>
        </a:graphic>
      </p:graphicFrame>
      <p:sp>
        <p:nvSpPr>
          <p:cNvPr id="2" name="텍스트 개체 틀 1">
            <a:extLst>
              <a:ext uri="{FF2B5EF4-FFF2-40B4-BE49-F238E27FC236}">
                <a16:creationId xmlns:a16="http://schemas.microsoft.com/office/drawing/2014/main" id="{6352FB64-C8C6-4D72-B120-BC94F211760C}"/>
              </a:ext>
            </a:extLst>
          </p:cNvPr>
          <p:cNvSpPr>
            <a:spLocks noGrp="1"/>
          </p:cNvSpPr>
          <p:nvPr>
            <p:ph type="body" sz="quarter" idx="10"/>
          </p:nvPr>
        </p:nvSpPr>
        <p:spPr/>
        <p:txBody>
          <a:bodyPr/>
          <a:lstStyle/>
          <a:p>
            <a:r>
              <a:rPr lang="en-US" altLang="ko-KR" dirty="0"/>
              <a:t>CUBE_</a:t>
            </a:r>
            <a:r>
              <a:rPr lang="ko-KR" altLang="en-US" dirty="0"/>
              <a:t>포인트 </a:t>
            </a:r>
            <a:endParaRPr lang="en-US" altLang="ko-KR" dirty="0"/>
          </a:p>
        </p:txBody>
      </p:sp>
      <p:sp>
        <p:nvSpPr>
          <p:cNvPr id="7" name="텍스트 개체 틀 6">
            <a:extLst>
              <a:ext uri="{FF2B5EF4-FFF2-40B4-BE49-F238E27FC236}">
                <a16:creationId xmlns:a16="http://schemas.microsoft.com/office/drawing/2014/main" id="{144A212D-8A3F-4CB1-8C81-FD2FB266E275}"/>
              </a:ext>
            </a:extLst>
          </p:cNvPr>
          <p:cNvSpPr>
            <a:spLocks noGrp="1"/>
          </p:cNvSpPr>
          <p:nvPr>
            <p:ph type="body" sz="quarter" idx="11"/>
          </p:nvPr>
        </p:nvSpPr>
        <p:spPr/>
        <p:txBody>
          <a:bodyPr/>
          <a:lstStyle/>
          <a:p>
            <a:r>
              <a:rPr lang="en-US" altLang="ko-KR" dirty="0" err="1"/>
              <a:t>DE_SL_CU_307</a:t>
            </a:r>
            <a:r>
              <a:rPr lang="en-US" altLang="ko-KR" dirty="0"/>
              <a:t> </a:t>
            </a:r>
            <a:endParaRPr lang="ko-KR" altLang="en-US" dirty="0"/>
          </a:p>
        </p:txBody>
      </p:sp>
      <p:sp>
        <p:nvSpPr>
          <p:cNvPr id="160" name="타원 159">
            <a:extLst>
              <a:ext uri="{FF2B5EF4-FFF2-40B4-BE49-F238E27FC236}">
                <a16:creationId xmlns:a16="http://schemas.microsoft.com/office/drawing/2014/main" id="{5D050895-681C-4C52-8EDE-B1D294A8F02F}"/>
              </a:ext>
            </a:extLst>
          </p:cNvPr>
          <p:cNvSpPr/>
          <p:nvPr/>
        </p:nvSpPr>
        <p:spPr>
          <a:xfrm>
            <a:off x="4602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err="1">
                <a:solidFill>
                  <a:prstClr val="white"/>
                </a:solidFill>
              </a:rPr>
              <a:t>CUVE</a:t>
            </a:r>
            <a:endParaRPr lang="ko-KR" altLang="en-US" sz="800" dirty="0" err="1">
              <a:solidFill>
                <a:prstClr val="white"/>
              </a:solidFill>
            </a:endParaRPr>
          </a:p>
        </p:txBody>
      </p:sp>
      <p:grpSp>
        <p:nvGrpSpPr>
          <p:cNvPr id="5" name="그룹 4">
            <a:extLst>
              <a:ext uri="{FF2B5EF4-FFF2-40B4-BE49-F238E27FC236}">
                <a16:creationId xmlns:a16="http://schemas.microsoft.com/office/drawing/2014/main" id="{25F66883-1E55-47A8-86C8-6548192934A8}"/>
              </a:ext>
            </a:extLst>
          </p:cNvPr>
          <p:cNvGrpSpPr/>
          <p:nvPr/>
        </p:nvGrpSpPr>
        <p:grpSpPr>
          <a:xfrm>
            <a:off x="2823569" y="1061362"/>
            <a:ext cx="2289600" cy="270623"/>
            <a:chOff x="2823569" y="1061362"/>
            <a:chExt cx="2289600" cy="270623"/>
          </a:xfrm>
        </p:grpSpPr>
        <p:sp>
          <p:nvSpPr>
            <p:cNvPr id="273" name="직사각형 272">
              <a:extLst>
                <a:ext uri="{FF2B5EF4-FFF2-40B4-BE49-F238E27FC236}">
                  <a16:creationId xmlns:a16="http://schemas.microsoft.com/office/drawing/2014/main" id="{E37124A1-AEAF-4445-9C04-466F3F505F27}"/>
                </a:ext>
              </a:extLst>
            </p:cNvPr>
            <p:cNvSpPr/>
            <p:nvPr/>
          </p:nvSpPr>
          <p:spPr bwMode="auto">
            <a:xfrm>
              <a:off x="2823569" y="1061362"/>
              <a:ext cx="2289600" cy="270623"/>
            </a:xfrm>
            <a:prstGeom prst="rect">
              <a:avLst/>
            </a:prstGeom>
            <a:solidFill>
              <a:schemeClr val="bg1"/>
            </a:solidFill>
            <a:ln w="635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69975" rtl="0" eaLnBrk="1" fontAlgn="base" latinLnBrk="1" hangingPunct="1">
                <a:lnSpc>
                  <a:spcPct val="100000"/>
                </a:lnSpc>
                <a:spcBef>
                  <a:spcPct val="0"/>
                </a:spcBef>
                <a:spcAft>
                  <a:spcPct val="0"/>
                </a:spcAft>
                <a:buClrTx/>
                <a:buSzTx/>
                <a:buFontTx/>
                <a:buNone/>
                <a:tabLst/>
              </a:pPr>
              <a:endParaRPr kumimoji="1" lang="ko-KR" altLang="en-US" sz="900" b="0" i="0" u="none" strike="noStrike" cap="none" normalizeH="0" baseline="0">
                <a:ln>
                  <a:noFill/>
                </a:ln>
                <a:solidFill>
                  <a:schemeClr val="tx1"/>
                </a:solidFill>
                <a:effectLst/>
                <a:latin typeface="굴림" pitchFamily="50" charset="-127"/>
                <a:ea typeface="굴림" pitchFamily="50" charset="-127"/>
              </a:endParaRPr>
            </a:p>
          </p:txBody>
        </p:sp>
        <p:sp>
          <p:nvSpPr>
            <p:cNvPr id="272" name="TextBox 271">
              <a:extLst>
                <a:ext uri="{FF2B5EF4-FFF2-40B4-BE49-F238E27FC236}">
                  <a16:creationId xmlns:a16="http://schemas.microsoft.com/office/drawing/2014/main" id="{2128927F-E916-4BEF-A0B0-D8D93149D18D}"/>
                </a:ext>
              </a:extLst>
            </p:cNvPr>
            <p:cNvSpPr txBox="1"/>
            <p:nvPr/>
          </p:nvSpPr>
          <p:spPr>
            <a:xfrm>
              <a:off x="2823569" y="1067851"/>
              <a:ext cx="2289600" cy="253211"/>
            </a:xfrm>
            <a:prstGeom prst="rect">
              <a:avLst/>
            </a:prstGeom>
            <a:noFill/>
          </p:spPr>
          <p:txBody>
            <a:bodyPr wrap="square" rtlCol="0">
              <a:spAutoFit/>
            </a:bodyPr>
            <a:lstStyle/>
            <a:p>
              <a:pPr lvl="0" algn="ctr" defTabSz="914400" fontAlgn="base" latinLnBrk="1">
                <a:lnSpc>
                  <a:spcPct val="150000"/>
                </a:lnSpc>
                <a:spcBef>
                  <a:spcPct val="0"/>
                </a:spcBef>
                <a:spcAft>
                  <a:spcPct val="0"/>
                </a:spcAft>
                <a:defRPr/>
              </a:pPr>
              <a:r>
                <a:rPr kumimoji="1" lang="ko-KR" altLang="en-US" sz="800" b="1" dirty="0">
                  <a:solidFill>
                    <a:prstClr val="black"/>
                  </a:solidFill>
                </a:rPr>
                <a:t>포인트안내</a:t>
              </a:r>
            </a:p>
          </p:txBody>
        </p:sp>
        <p:sp>
          <p:nvSpPr>
            <p:cNvPr id="274" name="모서리가 둥근 직사각형 20">
              <a:extLst>
                <a:ext uri="{FF2B5EF4-FFF2-40B4-BE49-F238E27FC236}">
                  <a16:creationId xmlns:a16="http://schemas.microsoft.com/office/drawing/2014/main" id="{D9C9E5AA-2436-4AE6-A7FD-D98CBC6BF7C6}"/>
                </a:ext>
              </a:extLst>
            </p:cNvPr>
            <p:cNvSpPr/>
            <p:nvPr/>
          </p:nvSpPr>
          <p:spPr bwMode="auto">
            <a:xfrm>
              <a:off x="4928016" y="1113683"/>
              <a:ext cx="163510" cy="167735"/>
            </a:xfrm>
            <a:prstGeom prst="roundRect">
              <a:avLst>
                <a:gd name="adj" fmla="val 22385"/>
              </a:avLst>
            </a:prstGeom>
            <a:solidFill>
              <a:schemeClr val="bg1"/>
            </a:solidFill>
            <a:ln w="6350"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defTabSz="1069975" fontAlgn="base" latinLnBrk="1">
                <a:spcBef>
                  <a:spcPct val="0"/>
                </a:spcBef>
                <a:spcAft>
                  <a:spcPct val="0"/>
                </a:spcAft>
              </a:pPr>
              <a:r>
                <a:rPr kumimoji="1" lang="en-US" altLang="ko-KR" sz="700" dirty="0">
                  <a:solidFill>
                    <a:prstClr val="black"/>
                  </a:solidFill>
                  <a:latin typeface="맑은 고딕"/>
                  <a:ea typeface="맑은 고딕"/>
                </a:rPr>
                <a:t>X</a:t>
              </a:r>
              <a:endParaRPr kumimoji="1" lang="ko-KR" altLang="en-US" sz="700" dirty="0">
                <a:solidFill>
                  <a:prstClr val="black"/>
                </a:solidFill>
                <a:latin typeface="맑은 고딕"/>
                <a:ea typeface="맑은 고딕"/>
              </a:endParaRPr>
            </a:p>
          </p:txBody>
        </p:sp>
      </p:grpSp>
      <p:sp>
        <p:nvSpPr>
          <p:cNvPr id="368" name="타원 367">
            <a:extLst>
              <a:ext uri="{FF2B5EF4-FFF2-40B4-BE49-F238E27FC236}">
                <a16:creationId xmlns:a16="http://schemas.microsoft.com/office/drawing/2014/main" id="{F5298DAE-A173-4D6A-865D-EFE3E116F98F}"/>
              </a:ext>
            </a:extLst>
          </p:cNvPr>
          <p:cNvSpPr/>
          <p:nvPr/>
        </p:nvSpPr>
        <p:spPr>
          <a:xfrm>
            <a:off x="742628" y="5608290"/>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sp>
        <p:nvSpPr>
          <p:cNvPr id="92" name="TextBox 91">
            <a:extLst>
              <a:ext uri="{FF2B5EF4-FFF2-40B4-BE49-F238E27FC236}">
                <a16:creationId xmlns:a16="http://schemas.microsoft.com/office/drawing/2014/main" id="{D2988E72-DC71-42CC-8908-FCEC4802AD98}"/>
              </a:ext>
            </a:extLst>
          </p:cNvPr>
          <p:cNvSpPr txBox="1"/>
          <p:nvPr/>
        </p:nvSpPr>
        <p:spPr>
          <a:xfrm>
            <a:off x="2864768" y="1340768"/>
            <a:ext cx="2250377" cy="584775"/>
          </a:xfrm>
          <a:prstGeom prst="rect">
            <a:avLst/>
          </a:prstGeom>
          <a:noFill/>
        </p:spPr>
        <p:txBody>
          <a:bodyPr wrap="square" rtlCol="0">
            <a:spAutoFit/>
          </a:bodyPr>
          <a:lstStyle/>
          <a:p>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%_</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홍길동</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_%</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님</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여행지에서 즐거운 시간 보내셨나요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r>
              <a:rPr lang="ko-KR" altLang="en-US"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여행에 대한 고객님의 소감이나 평점을 남겨주세요</a:t>
            </a:r>
            <a:r>
              <a:rPr lang="en-US" altLang="ko-KR" sz="8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p:txBody>
      </p:sp>
      <p:sp>
        <p:nvSpPr>
          <p:cNvPr id="39" name="TextBox 38">
            <a:extLst>
              <a:ext uri="{FF2B5EF4-FFF2-40B4-BE49-F238E27FC236}">
                <a16:creationId xmlns:a16="http://schemas.microsoft.com/office/drawing/2014/main" id="{54932A78-D055-4DD2-A23B-7DEC8922017F}"/>
              </a:ext>
            </a:extLst>
          </p:cNvPr>
          <p:cNvSpPr txBox="1"/>
          <p:nvPr/>
        </p:nvSpPr>
        <p:spPr>
          <a:xfrm>
            <a:off x="2824022" y="1996936"/>
            <a:ext cx="2295610" cy="246221"/>
          </a:xfrm>
          <a:prstGeom prst="rect">
            <a:avLst/>
          </a:prstGeom>
          <a:noFill/>
        </p:spPr>
        <p:txBody>
          <a:bodyPr wrap="square" rtlCol="0">
            <a:spAutoFit/>
          </a:bodyPr>
          <a:lstStyle/>
          <a:p>
            <a:pPr lvl="0"/>
            <a:r>
              <a:rPr lang="en-US" altLang="ko-KR" sz="10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r>
              <a:rPr lang="ko-KR" altLang="en-US" sz="10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포인트적립</a:t>
            </a:r>
            <a:r>
              <a:rPr lang="en-US" altLang="ko-KR" sz="10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p:txBody>
      </p:sp>
      <p:sp>
        <p:nvSpPr>
          <p:cNvPr id="40" name="TextBox 39">
            <a:extLst>
              <a:ext uri="{FF2B5EF4-FFF2-40B4-BE49-F238E27FC236}">
                <a16:creationId xmlns:a16="http://schemas.microsoft.com/office/drawing/2014/main" id="{263310FD-0909-46D2-8841-DED9D1B1AF53}"/>
              </a:ext>
            </a:extLst>
          </p:cNvPr>
          <p:cNvSpPr txBox="1"/>
          <p:nvPr/>
        </p:nvSpPr>
        <p:spPr>
          <a:xfrm>
            <a:off x="2871350" y="2199912"/>
            <a:ext cx="2181004" cy="954107"/>
          </a:xfrm>
          <a:prstGeom prst="rect">
            <a:avLst/>
          </a:prstGeom>
          <a:noFill/>
        </p:spPr>
        <p:txBody>
          <a:bodyPr wrap="square" rtlCol="0">
            <a:spAutoFit/>
          </a:bodyPr>
          <a:lstStyle/>
          <a:p>
            <a:pPr lvl="0"/>
            <a:r>
              <a:rPr lang="en-US" altLang="ko-KR" sz="800" dirty="0">
                <a:solidFill>
                  <a:prstClr val="black"/>
                </a:solidFill>
                <a:latin typeface="나눔고딕" panose="020D0604000000000000" pitchFamily="50" charset="-127"/>
                <a:ea typeface="나눔고딕" panose="020D0604000000000000" pitchFamily="50" charset="-127"/>
              </a:rPr>
              <a:t>%_</a:t>
            </a:r>
            <a:r>
              <a:rPr lang="ko-KR" altLang="en-US" sz="800" dirty="0">
                <a:solidFill>
                  <a:prstClr val="black"/>
                </a:solidFill>
                <a:latin typeface="나눔고딕" panose="020D0604000000000000" pitchFamily="50" charset="-127"/>
                <a:ea typeface="나눔고딕" panose="020D0604000000000000" pitchFamily="50" charset="-127"/>
              </a:rPr>
              <a:t>홍길동</a:t>
            </a:r>
            <a:r>
              <a:rPr lang="en-US" altLang="ko-KR" sz="800" dirty="0">
                <a:solidFill>
                  <a:prstClr val="black"/>
                </a:solidFill>
                <a:latin typeface="나눔고딕" panose="020D0604000000000000" pitchFamily="50" charset="-127"/>
                <a:ea typeface="나눔고딕" panose="020D0604000000000000" pitchFamily="50" charset="-127"/>
              </a:rPr>
              <a:t>_%</a:t>
            </a:r>
            <a:r>
              <a:rPr lang="ko-KR" altLang="en-US" sz="800" dirty="0">
                <a:solidFill>
                  <a:prstClr val="black"/>
                </a:solidFill>
                <a:latin typeface="나눔고딕" panose="020D0604000000000000" pitchFamily="50" charset="-127"/>
                <a:ea typeface="나눔고딕" panose="020D0604000000000000" pitchFamily="50" charset="-127"/>
              </a:rPr>
              <a:t>님</a:t>
            </a:r>
            <a:r>
              <a:rPr lang="en-US" altLang="ko-KR" sz="800" dirty="0">
                <a:solidFill>
                  <a:prstClr val="black"/>
                </a:solidFill>
                <a:latin typeface="나눔고딕" panose="020D0604000000000000" pitchFamily="50" charset="-127"/>
                <a:ea typeface="나눔고딕" panose="020D0604000000000000" pitchFamily="50" charset="-127"/>
              </a:rPr>
              <a:t>, </a:t>
            </a:r>
            <a:r>
              <a:rPr lang="ko-KR" altLang="en-US" sz="800" dirty="0">
                <a:solidFill>
                  <a:prstClr val="black"/>
                </a:solidFill>
                <a:latin typeface="나눔고딕" panose="020D0604000000000000" pitchFamily="50" charset="-127"/>
                <a:ea typeface="나눔고딕" panose="020D0604000000000000" pitchFamily="50" charset="-127"/>
              </a:rPr>
              <a:t>만족스러운 여행 되셨나요</a:t>
            </a:r>
            <a:r>
              <a:rPr lang="en-US" altLang="ko-KR" sz="800" dirty="0">
                <a:solidFill>
                  <a:prstClr val="black"/>
                </a:solidFill>
                <a:latin typeface="나눔고딕" panose="020D0604000000000000" pitchFamily="50" charset="-127"/>
                <a:ea typeface="나눔고딕" panose="020D0604000000000000" pitchFamily="50" charset="-127"/>
              </a:rPr>
              <a:t>? </a:t>
            </a:r>
            <a:br>
              <a:rPr lang="en-US" altLang="ko-KR" sz="800" dirty="0">
                <a:solidFill>
                  <a:prstClr val="black"/>
                </a:solidFill>
                <a:latin typeface="나눔고딕" panose="020D0604000000000000" pitchFamily="50" charset="-127"/>
                <a:ea typeface="나눔고딕" panose="020D0604000000000000" pitchFamily="50" charset="-127"/>
              </a:rPr>
            </a:br>
            <a:r>
              <a:rPr lang="ko-KR" altLang="en-US" sz="800" dirty="0">
                <a:solidFill>
                  <a:prstClr val="black"/>
                </a:solidFill>
                <a:latin typeface="나눔고딕" panose="020D0604000000000000" pitchFamily="50" charset="-127"/>
                <a:ea typeface="나눔고딕" panose="020D0604000000000000" pitchFamily="50" charset="-127"/>
              </a:rPr>
              <a:t>포인트 적립하고 만족감 </a:t>
            </a:r>
            <a:r>
              <a:rPr lang="en-US" altLang="ko-KR" sz="800" dirty="0">
                <a:solidFill>
                  <a:prstClr val="black"/>
                </a:solidFill>
                <a:latin typeface="나눔고딕" panose="020D0604000000000000" pitchFamily="50" charset="-127"/>
                <a:ea typeface="나눔고딕" panose="020D0604000000000000" pitchFamily="50" charset="-127"/>
              </a:rPr>
              <a:t>2</a:t>
            </a:r>
            <a:r>
              <a:rPr lang="ko-KR" altLang="en-US" sz="800" dirty="0">
                <a:solidFill>
                  <a:prstClr val="black"/>
                </a:solidFill>
                <a:latin typeface="나눔고딕" panose="020D0604000000000000" pitchFamily="50" charset="-127"/>
                <a:ea typeface="나눔고딕" panose="020D0604000000000000" pitchFamily="50" charset="-127"/>
              </a:rPr>
              <a:t>배로 </a:t>
            </a:r>
            <a:r>
              <a:rPr lang="en-US" altLang="ko-KR" sz="800" dirty="0">
                <a:solidFill>
                  <a:prstClr val="black"/>
                </a:solidFill>
                <a:latin typeface="나눔고딕" panose="020D0604000000000000" pitchFamily="50" charset="-127"/>
                <a:ea typeface="나눔고딕" panose="020D0604000000000000" pitchFamily="50" charset="-127"/>
              </a:rPr>
              <a:t>UP </a:t>
            </a:r>
            <a:r>
              <a:rPr lang="ko-KR" altLang="en-US" sz="800" dirty="0">
                <a:solidFill>
                  <a:prstClr val="black"/>
                </a:solidFill>
                <a:latin typeface="나눔고딕" panose="020D0604000000000000" pitchFamily="50" charset="-127"/>
                <a:ea typeface="나눔고딕" panose="020D0604000000000000" pitchFamily="50" charset="-127"/>
              </a:rPr>
              <a:t>하세요</a:t>
            </a:r>
            <a:r>
              <a:rPr lang="en-US" altLang="ko-KR" sz="800" dirty="0">
                <a:solidFill>
                  <a:prstClr val="black"/>
                </a:solidFill>
                <a:latin typeface="나눔고딕" panose="020D0604000000000000" pitchFamily="50" charset="-127"/>
                <a:ea typeface="나눔고딕" panose="020D0604000000000000" pitchFamily="50" charset="-127"/>
              </a:rPr>
              <a:t>.</a:t>
            </a:r>
          </a:p>
          <a:p>
            <a:pPr lvl="0"/>
            <a:r>
              <a:rPr lang="ko-KR" altLang="en-US" sz="800" dirty="0">
                <a:solidFill>
                  <a:prstClr val="black"/>
                </a:solidFill>
                <a:latin typeface="나눔고딕" panose="020D0604000000000000" pitchFamily="50" charset="-127"/>
                <a:ea typeface="나눔고딕" panose="020D0604000000000000" pitchFamily="50" charset="-127"/>
              </a:rPr>
              <a:t>포인트는 다음 여행 때 현금처럼 사용하실 수 있어요</a:t>
            </a:r>
            <a:r>
              <a:rPr lang="en-US" altLang="ko-KR" sz="800" dirty="0">
                <a:solidFill>
                  <a:prstClr val="black"/>
                </a:solidFill>
                <a:latin typeface="나눔고딕" panose="020D0604000000000000" pitchFamily="50" charset="-127"/>
                <a:ea typeface="나눔고딕" panose="020D0604000000000000" pitchFamily="50" charset="-127"/>
              </a:rPr>
              <a:t>.</a:t>
            </a:r>
          </a:p>
          <a:p>
            <a:pPr lvl="0"/>
            <a:endParaRPr lang="en-US" altLang="ko-KR" sz="800" dirty="0">
              <a:solidFill>
                <a:prstClr val="black"/>
              </a:solidFill>
              <a:latin typeface="나눔고딕" panose="020D0604000000000000" pitchFamily="50" charset="-127"/>
              <a:ea typeface="나눔고딕" panose="020D0604000000000000" pitchFamily="50" charset="-127"/>
            </a:endParaRPr>
          </a:p>
          <a:p>
            <a:pPr marL="171450" lvl="0" indent="-171450">
              <a:buFont typeface="Arial" panose="020B0604020202020204" pitchFamily="34" charset="0"/>
              <a:buChar char="•"/>
            </a:pPr>
            <a:r>
              <a:rPr lang="ko-KR" altLang="en-US" sz="800" dirty="0">
                <a:solidFill>
                  <a:prstClr val="black"/>
                </a:solidFill>
                <a:latin typeface="나눔고딕" panose="020D0604000000000000" pitchFamily="50" charset="-127"/>
                <a:ea typeface="나눔고딕" panose="020D0604000000000000" pitchFamily="50" charset="-127"/>
              </a:rPr>
              <a:t>적립 포인트 </a:t>
            </a:r>
            <a:r>
              <a:rPr lang="en-US" altLang="ko-KR" sz="800" dirty="0">
                <a:solidFill>
                  <a:prstClr val="black"/>
                </a:solidFill>
                <a:latin typeface="나눔고딕" panose="020D0604000000000000" pitchFamily="50" charset="-127"/>
                <a:ea typeface="나눔고딕" panose="020D0604000000000000" pitchFamily="50" charset="-127"/>
              </a:rPr>
              <a:t>: </a:t>
            </a:r>
            <a:r>
              <a:rPr lang="en-US" altLang="ko-KR" sz="800" dirty="0" err="1">
                <a:solidFill>
                  <a:prstClr val="black"/>
                </a:solidFill>
                <a:latin typeface="나눔고딕" panose="020D0604000000000000" pitchFamily="50" charset="-127"/>
                <a:ea typeface="나눔고딕" panose="020D0604000000000000" pitchFamily="50" charset="-127"/>
              </a:rPr>
              <a:t>2,300p</a:t>
            </a:r>
            <a:endParaRPr lang="en-US" altLang="ko-KR" sz="800" dirty="0">
              <a:solidFill>
                <a:prstClr val="black"/>
              </a:solidFill>
              <a:latin typeface="나눔고딕" panose="020D0604000000000000" pitchFamily="50" charset="-127"/>
              <a:ea typeface="나눔고딕" panose="020D0604000000000000" pitchFamily="50" charset="-127"/>
            </a:endParaRPr>
          </a:p>
          <a:p>
            <a:pPr marL="171450" lvl="0" indent="-171450">
              <a:buFont typeface="Arial" panose="020B0604020202020204" pitchFamily="34" charset="0"/>
              <a:buChar char="•"/>
            </a:pPr>
            <a:r>
              <a:rPr lang="ko-KR" altLang="en-US" sz="800" dirty="0">
                <a:solidFill>
                  <a:prstClr val="black"/>
                </a:solidFill>
                <a:latin typeface="나눔고딕" panose="020D0604000000000000" pitchFamily="50" charset="-127"/>
                <a:ea typeface="나눔고딕" panose="020D0604000000000000" pitchFamily="50" charset="-127"/>
              </a:rPr>
              <a:t>잔여 포인트 </a:t>
            </a:r>
            <a:r>
              <a:rPr lang="en-US" altLang="ko-KR" sz="800" dirty="0">
                <a:solidFill>
                  <a:prstClr val="black"/>
                </a:solidFill>
                <a:latin typeface="나눔고딕" panose="020D0604000000000000" pitchFamily="50" charset="-127"/>
                <a:ea typeface="나눔고딕" panose="020D0604000000000000" pitchFamily="50" charset="-127"/>
              </a:rPr>
              <a:t>: </a:t>
            </a:r>
            <a:r>
              <a:rPr lang="en-US" altLang="ko-KR" sz="800" dirty="0" err="1">
                <a:solidFill>
                  <a:prstClr val="black"/>
                </a:solidFill>
                <a:latin typeface="나눔고딕" panose="020D0604000000000000" pitchFamily="50" charset="-127"/>
                <a:ea typeface="나눔고딕" panose="020D0604000000000000" pitchFamily="50" charset="-127"/>
              </a:rPr>
              <a:t>3,300p</a:t>
            </a:r>
            <a:endParaRPr lang="en-US" altLang="ko-KR" sz="800" dirty="0">
              <a:solidFill>
                <a:prstClr val="black"/>
              </a:solidFill>
              <a:latin typeface="나눔고딕" panose="020D0604000000000000" pitchFamily="50" charset="-127"/>
              <a:ea typeface="나눔고딕" panose="020D0604000000000000" pitchFamily="50" charset="-127"/>
            </a:endParaRPr>
          </a:p>
        </p:txBody>
      </p:sp>
      <p:grpSp>
        <p:nvGrpSpPr>
          <p:cNvPr id="3" name="그룹 2">
            <a:extLst>
              <a:ext uri="{FF2B5EF4-FFF2-40B4-BE49-F238E27FC236}">
                <a16:creationId xmlns:a16="http://schemas.microsoft.com/office/drawing/2014/main" id="{1DA086D1-DF84-4CDA-8E0F-1E18652EED44}"/>
              </a:ext>
            </a:extLst>
          </p:cNvPr>
          <p:cNvGrpSpPr/>
          <p:nvPr/>
        </p:nvGrpSpPr>
        <p:grpSpPr>
          <a:xfrm>
            <a:off x="2817779" y="5219202"/>
            <a:ext cx="1094028" cy="1090118"/>
            <a:chOff x="2817779" y="5003178"/>
            <a:chExt cx="1094028" cy="1090118"/>
          </a:xfrm>
        </p:grpSpPr>
        <p:grpSp>
          <p:nvGrpSpPr>
            <p:cNvPr id="66" name="그룹 65">
              <a:extLst>
                <a:ext uri="{FF2B5EF4-FFF2-40B4-BE49-F238E27FC236}">
                  <a16:creationId xmlns:a16="http://schemas.microsoft.com/office/drawing/2014/main" id="{BFF4061E-8C83-492F-802C-850FA86061D1}"/>
                </a:ext>
              </a:extLst>
            </p:cNvPr>
            <p:cNvGrpSpPr/>
            <p:nvPr/>
          </p:nvGrpSpPr>
          <p:grpSpPr>
            <a:xfrm>
              <a:off x="2817779" y="5003178"/>
              <a:ext cx="1094028" cy="1090118"/>
              <a:chOff x="2820157" y="4977573"/>
              <a:chExt cx="1094028" cy="1090118"/>
            </a:xfrm>
          </p:grpSpPr>
          <p:sp>
            <p:nvSpPr>
              <p:cNvPr id="68" name="자유형 73">
                <a:extLst>
                  <a:ext uri="{FF2B5EF4-FFF2-40B4-BE49-F238E27FC236}">
                    <a16:creationId xmlns:a16="http://schemas.microsoft.com/office/drawing/2014/main" id="{0164286B-15C8-4291-B091-3BD513B9348E}"/>
                  </a:ext>
                </a:extLst>
              </p:cNvPr>
              <p:cNvSpPr/>
              <p:nvPr/>
            </p:nvSpPr>
            <p:spPr>
              <a:xfrm>
                <a:off x="2820157" y="4977573"/>
                <a:ext cx="1094028" cy="1090118"/>
              </a:xfrm>
              <a:custGeom>
                <a:avLst/>
                <a:gdLst>
                  <a:gd name="connsiteX0" fmla="*/ 123151 w 997872"/>
                  <a:gd name="connsiteY0" fmla="*/ 0 h 994306"/>
                  <a:gd name="connsiteX1" fmla="*/ 997872 w 997872"/>
                  <a:gd name="connsiteY1" fmla="*/ 874721 h 994306"/>
                  <a:gd name="connsiteX2" fmla="*/ 993356 w 997872"/>
                  <a:gd name="connsiteY2" fmla="*/ 964156 h 994306"/>
                  <a:gd name="connsiteX3" fmla="*/ 988755 w 997872"/>
                  <a:gd name="connsiteY3" fmla="*/ 994306 h 994306"/>
                  <a:gd name="connsiteX4" fmla="*/ 507101 w 997872"/>
                  <a:gd name="connsiteY4" fmla="*/ 994306 h 994306"/>
                  <a:gd name="connsiteX5" fmla="*/ 507088 w 997872"/>
                  <a:gd name="connsiteY5" fmla="*/ 994306 h 994306"/>
                  <a:gd name="connsiteX6" fmla="*/ 507075 w 997872"/>
                  <a:gd name="connsiteY6" fmla="*/ 994306 h 994306"/>
                  <a:gd name="connsiteX7" fmla="*/ 0 w 997872"/>
                  <a:gd name="connsiteY7" fmla="*/ 994306 h 994306"/>
                  <a:gd name="connsiteX8" fmla="*/ 0 w 997872"/>
                  <a:gd name="connsiteY8" fmla="*/ 994305 h 994306"/>
                  <a:gd name="connsiteX9" fmla="*/ 0 w 997872"/>
                  <a:gd name="connsiteY9" fmla="*/ 509497 h 994306"/>
                  <a:gd name="connsiteX10" fmla="*/ 0 w 997872"/>
                  <a:gd name="connsiteY10" fmla="*/ 487221 h 994306"/>
                  <a:gd name="connsiteX11" fmla="*/ 0 w 997872"/>
                  <a:gd name="connsiteY11" fmla="*/ 9662 h 994306"/>
                  <a:gd name="connsiteX12" fmla="*/ 33716 w 997872"/>
                  <a:gd name="connsiteY12" fmla="*/ 4516 h 994306"/>
                  <a:gd name="connsiteX13" fmla="*/ 123151 w 997872"/>
                  <a:gd name="connsiteY13" fmla="*/ 0 h 994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7872" h="994306">
                    <a:moveTo>
                      <a:pt x="123151" y="0"/>
                    </a:moveTo>
                    <a:cubicBezTo>
                      <a:pt x="606246" y="0"/>
                      <a:pt x="997872" y="391626"/>
                      <a:pt x="997872" y="874721"/>
                    </a:cubicBezTo>
                    <a:cubicBezTo>
                      <a:pt x="997872" y="904915"/>
                      <a:pt x="996342" y="934751"/>
                      <a:pt x="993356" y="964156"/>
                    </a:cubicBezTo>
                    <a:lnTo>
                      <a:pt x="988755" y="994306"/>
                    </a:lnTo>
                    <a:lnTo>
                      <a:pt x="507101" y="994306"/>
                    </a:lnTo>
                    <a:lnTo>
                      <a:pt x="507088" y="994306"/>
                    </a:lnTo>
                    <a:lnTo>
                      <a:pt x="507075" y="994306"/>
                    </a:lnTo>
                    <a:lnTo>
                      <a:pt x="0" y="994306"/>
                    </a:lnTo>
                    <a:lnTo>
                      <a:pt x="0" y="994305"/>
                    </a:lnTo>
                    <a:lnTo>
                      <a:pt x="0" y="509497"/>
                    </a:lnTo>
                    <a:lnTo>
                      <a:pt x="0" y="487221"/>
                    </a:lnTo>
                    <a:lnTo>
                      <a:pt x="0" y="9662"/>
                    </a:lnTo>
                    <a:lnTo>
                      <a:pt x="33716" y="4516"/>
                    </a:lnTo>
                    <a:cubicBezTo>
                      <a:pt x="63122" y="1530"/>
                      <a:pt x="92958" y="0"/>
                      <a:pt x="123151" y="0"/>
                    </a:cubicBezTo>
                    <a:close/>
                  </a:path>
                </a:pathLst>
              </a:custGeom>
              <a:solidFill>
                <a:schemeClr val="bg1">
                  <a:lumMod val="95000"/>
                  <a:alpha val="87000"/>
                </a:schemeClr>
              </a:solidFill>
              <a:ln w="3175">
                <a:solidFill>
                  <a:schemeClr val="bg1">
                    <a:lumMod val="75000"/>
                  </a:schemeClr>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err="1">
                  <a:solidFill>
                    <a:schemeClr val="tx1"/>
                  </a:solidFill>
                </a:endParaRPr>
              </a:p>
            </p:txBody>
          </p:sp>
          <p:sp>
            <p:nvSpPr>
              <p:cNvPr id="69" name="타원 68">
                <a:extLst>
                  <a:ext uri="{FF2B5EF4-FFF2-40B4-BE49-F238E27FC236}">
                    <a16:creationId xmlns:a16="http://schemas.microsoft.com/office/drawing/2014/main" id="{40616D6C-59C4-4B07-ACBF-C11CFEF9E847}"/>
                  </a:ext>
                </a:extLst>
              </p:cNvPr>
              <p:cNvSpPr/>
              <p:nvPr/>
            </p:nvSpPr>
            <p:spPr>
              <a:xfrm>
                <a:off x="2974823" y="5588621"/>
                <a:ext cx="364067" cy="36406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ko-KR" sz="800" dirty="0">
                    <a:solidFill>
                      <a:prstClr val="white"/>
                    </a:solidFill>
                  </a:rPr>
                  <a:t>X</a:t>
                </a:r>
                <a:endParaRPr lang="ko-KR" altLang="en-US" sz="800" dirty="0" err="1">
                  <a:solidFill>
                    <a:prstClr val="white"/>
                  </a:solidFill>
                </a:endParaRPr>
              </a:p>
            </p:txBody>
          </p:sp>
          <p:sp>
            <p:nvSpPr>
              <p:cNvPr id="70" name="타원 69">
                <a:extLst>
                  <a:ext uri="{FF2B5EF4-FFF2-40B4-BE49-F238E27FC236}">
                    <a16:creationId xmlns:a16="http://schemas.microsoft.com/office/drawing/2014/main" id="{727413BF-540C-4F11-86BF-C156595DB1C4}"/>
                  </a:ext>
                </a:extLst>
              </p:cNvPr>
              <p:cNvSpPr/>
              <p:nvPr/>
            </p:nvSpPr>
            <p:spPr>
              <a:xfrm>
                <a:off x="2866903" y="5073403"/>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dirty="0">
                    <a:solidFill>
                      <a:prstClr val="white"/>
                    </a:solidFill>
                  </a:rPr>
                  <a:t>알림</a:t>
                </a:r>
              </a:p>
            </p:txBody>
          </p:sp>
          <p:sp>
            <p:nvSpPr>
              <p:cNvPr id="71" name="타원 70">
                <a:extLst>
                  <a:ext uri="{FF2B5EF4-FFF2-40B4-BE49-F238E27FC236}">
                    <a16:creationId xmlns:a16="http://schemas.microsoft.com/office/drawing/2014/main" id="{8542ACA9-1A51-4A25-AE51-D36EA8F2DB88}"/>
                  </a:ext>
                </a:extLst>
              </p:cNvPr>
              <p:cNvSpPr/>
              <p:nvPr/>
            </p:nvSpPr>
            <p:spPr>
              <a:xfrm>
                <a:off x="3241635" y="5166619"/>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dirty="0">
                    <a:solidFill>
                      <a:prstClr val="white"/>
                    </a:solidFill>
                  </a:rPr>
                  <a:t>여행후기</a:t>
                </a:r>
                <a:r>
                  <a:rPr lang="en-US" altLang="ko-KR" sz="600" dirty="0">
                    <a:solidFill>
                      <a:prstClr val="white"/>
                    </a:solidFill>
                  </a:rPr>
                  <a:t>/</a:t>
                </a:r>
                <a:r>
                  <a:rPr lang="ko-KR" altLang="en-US" sz="600" dirty="0">
                    <a:solidFill>
                      <a:prstClr val="white"/>
                    </a:solidFill>
                  </a:rPr>
                  <a:t>평가</a:t>
                </a:r>
              </a:p>
            </p:txBody>
          </p:sp>
          <p:sp>
            <p:nvSpPr>
              <p:cNvPr id="72" name="타원 71">
                <a:extLst>
                  <a:ext uri="{FF2B5EF4-FFF2-40B4-BE49-F238E27FC236}">
                    <a16:creationId xmlns:a16="http://schemas.microsoft.com/office/drawing/2014/main" id="{3C39DA40-7966-4054-8A75-D45B2D874783}"/>
                  </a:ext>
                </a:extLst>
              </p:cNvPr>
              <p:cNvSpPr/>
              <p:nvPr/>
            </p:nvSpPr>
            <p:spPr>
              <a:xfrm>
                <a:off x="3485033" y="5448301"/>
                <a:ext cx="248663" cy="248663"/>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600" dirty="0">
                    <a:solidFill>
                      <a:prstClr val="white"/>
                    </a:solidFill>
                  </a:rPr>
                  <a:t>포인트안내</a:t>
                </a:r>
              </a:p>
            </p:txBody>
          </p:sp>
          <p:sp>
            <p:nvSpPr>
              <p:cNvPr id="73" name="타원 72">
                <a:extLst>
                  <a:ext uri="{FF2B5EF4-FFF2-40B4-BE49-F238E27FC236}">
                    <a16:creationId xmlns:a16="http://schemas.microsoft.com/office/drawing/2014/main" id="{6CD54340-9D50-4949-87AE-729AF0AA4F54}"/>
                  </a:ext>
                </a:extLst>
              </p:cNvPr>
              <p:cNvSpPr/>
              <p:nvPr/>
            </p:nvSpPr>
            <p:spPr>
              <a:xfrm>
                <a:off x="3538910" y="5808341"/>
                <a:ext cx="248663" cy="2486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ko-KR" altLang="en-US" sz="600" dirty="0">
                    <a:solidFill>
                      <a:prstClr val="white"/>
                    </a:solidFill>
                  </a:rPr>
                  <a:t>전화</a:t>
                </a:r>
              </a:p>
            </p:txBody>
          </p:sp>
        </p:grpSp>
        <p:sp>
          <p:nvSpPr>
            <p:cNvPr id="75" name="타원 74">
              <a:extLst>
                <a:ext uri="{FF2B5EF4-FFF2-40B4-BE49-F238E27FC236}">
                  <a16:creationId xmlns:a16="http://schemas.microsoft.com/office/drawing/2014/main" id="{9E6F64C9-8F1F-4723-B599-9D3247FA30E3}"/>
                </a:ext>
              </a:extLst>
            </p:cNvPr>
            <p:cNvSpPr/>
            <p:nvPr/>
          </p:nvSpPr>
          <p:spPr>
            <a:xfrm>
              <a:off x="3663206" y="5445224"/>
              <a:ext cx="65481" cy="654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ko-KR" altLang="en-US" sz="600" dirty="0">
                <a:solidFill>
                  <a:prstClr val="white"/>
                </a:solidFill>
                <a:highlight>
                  <a:srgbClr val="FF0000"/>
                </a:highlight>
              </a:endParaRPr>
            </a:p>
          </p:txBody>
        </p:sp>
      </p:grpSp>
      <p:sp>
        <p:nvSpPr>
          <p:cNvPr id="76" name="TextBox 75">
            <a:extLst>
              <a:ext uri="{FF2B5EF4-FFF2-40B4-BE49-F238E27FC236}">
                <a16:creationId xmlns:a16="http://schemas.microsoft.com/office/drawing/2014/main" id="{EC8D03C8-A819-4011-B9A1-6A6DE60D5E49}"/>
              </a:ext>
            </a:extLst>
          </p:cNvPr>
          <p:cNvSpPr txBox="1"/>
          <p:nvPr/>
        </p:nvSpPr>
        <p:spPr>
          <a:xfrm>
            <a:off x="2955630" y="3457963"/>
            <a:ext cx="2158252" cy="184666"/>
          </a:xfrm>
          <a:prstGeom prst="rect">
            <a:avLst/>
          </a:prstGeom>
          <a:noFill/>
        </p:spPr>
        <p:txBody>
          <a:bodyPr wrap="square" rtlCol="0">
            <a:spAutoFit/>
          </a:bodyPr>
          <a:lstStyle/>
          <a:p>
            <a:pPr algn="r"/>
            <a:r>
              <a:rPr lang="en-US" altLang="ko-KR" sz="600" b="1" dirty="0">
                <a:latin typeface="나눔고딕" panose="020D0604000000000000" pitchFamily="50" charset="-127"/>
                <a:ea typeface="나눔고딕" panose="020D0604000000000000" pitchFamily="50" charset="-127"/>
              </a:rPr>
              <a:t>2019.09.12 </a:t>
            </a:r>
            <a:r>
              <a:rPr lang="ko-KR" altLang="en-US" sz="600" b="1" dirty="0">
                <a:latin typeface="나눔고딕" panose="020D0604000000000000" pitchFamily="50" charset="-127"/>
                <a:ea typeface="나눔고딕" panose="020D0604000000000000" pitchFamily="50" charset="-127"/>
              </a:rPr>
              <a:t>오전 </a:t>
            </a:r>
            <a:r>
              <a:rPr lang="en-US" altLang="ko-KR" sz="600" b="1" dirty="0">
                <a:latin typeface="나눔고딕" panose="020D0604000000000000" pitchFamily="50" charset="-127"/>
                <a:ea typeface="나눔고딕" panose="020D0604000000000000" pitchFamily="50" charset="-127"/>
              </a:rPr>
              <a:t>00:00 </a:t>
            </a:r>
            <a:r>
              <a:rPr lang="ko-KR" altLang="en-US" sz="600" b="1" dirty="0">
                <a:latin typeface="나눔고딕" panose="020D0604000000000000" pitchFamily="50" charset="-127"/>
                <a:ea typeface="나눔고딕" panose="020D0604000000000000" pitchFamily="50" charset="-127"/>
              </a:rPr>
              <a:t>기준</a:t>
            </a:r>
            <a:endParaRPr lang="en-US" altLang="ko-KR" sz="400" dirty="0">
              <a:solidFill>
                <a:srgbClr val="C00000"/>
              </a:solidFill>
              <a:latin typeface="나눔고딕" panose="020D0604000000000000" pitchFamily="50" charset="-127"/>
              <a:ea typeface="나눔고딕" panose="020D0604000000000000" pitchFamily="50" charset="-127"/>
            </a:endParaRPr>
          </a:p>
        </p:txBody>
      </p:sp>
      <p:cxnSp>
        <p:nvCxnSpPr>
          <p:cNvPr id="80" name="직선 연결선 79">
            <a:extLst>
              <a:ext uri="{FF2B5EF4-FFF2-40B4-BE49-F238E27FC236}">
                <a16:creationId xmlns:a16="http://schemas.microsoft.com/office/drawing/2014/main" id="{09D75685-57C9-4289-B127-A48A168DC000}"/>
              </a:ext>
            </a:extLst>
          </p:cNvPr>
          <p:cNvCxnSpPr/>
          <p:nvPr/>
        </p:nvCxnSpPr>
        <p:spPr>
          <a:xfrm>
            <a:off x="2841716" y="1967591"/>
            <a:ext cx="2289600" cy="0"/>
          </a:xfrm>
          <a:prstGeom prst="line">
            <a:avLst/>
          </a:prstGeom>
          <a:noFill/>
          <a:ln>
            <a:solidFill>
              <a:schemeClr val="bg1">
                <a:lumMod val="75000"/>
              </a:schemeClr>
            </a:solidFill>
          </a:ln>
        </p:spPr>
      </p:cxnSp>
      <p:cxnSp>
        <p:nvCxnSpPr>
          <p:cNvPr id="81" name="직선 연결선 80">
            <a:extLst>
              <a:ext uri="{FF2B5EF4-FFF2-40B4-BE49-F238E27FC236}">
                <a16:creationId xmlns:a16="http://schemas.microsoft.com/office/drawing/2014/main" id="{54DBD8C4-2919-4165-AC72-3CC0E933DA20}"/>
              </a:ext>
            </a:extLst>
          </p:cNvPr>
          <p:cNvCxnSpPr/>
          <p:nvPr/>
        </p:nvCxnSpPr>
        <p:spPr>
          <a:xfrm>
            <a:off x="2826270" y="3426605"/>
            <a:ext cx="2289600" cy="0"/>
          </a:xfrm>
          <a:prstGeom prst="line">
            <a:avLst/>
          </a:prstGeom>
          <a:noFill/>
          <a:ln>
            <a:solidFill>
              <a:schemeClr val="bg1">
                <a:lumMod val="75000"/>
              </a:schemeClr>
            </a:solidFill>
          </a:ln>
        </p:spPr>
      </p:cxnSp>
      <p:sp>
        <p:nvSpPr>
          <p:cNvPr id="82" name="TextBox 81">
            <a:extLst>
              <a:ext uri="{FF2B5EF4-FFF2-40B4-BE49-F238E27FC236}">
                <a16:creationId xmlns:a16="http://schemas.microsoft.com/office/drawing/2014/main" id="{2ED842F8-D606-456D-840B-02CC40B1E3ED}"/>
              </a:ext>
            </a:extLst>
          </p:cNvPr>
          <p:cNvSpPr txBox="1"/>
          <p:nvPr/>
        </p:nvSpPr>
        <p:spPr>
          <a:xfrm>
            <a:off x="2824022" y="3652648"/>
            <a:ext cx="2295610" cy="246221"/>
          </a:xfrm>
          <a:prstGeom prst="rect">
            <a:avLst/>
          </a:prstGeom>
          <a:noFill/>
        </p:spPr>
        <p:txBody>
          <a:bodyPr wrap="square" rtlCol="0">
            <a:spAutoFit/>
          </a:bodyPr>
          <a:lstStyle/>
          <a:p>
            <a:pPr lvl="0"/>
            <a:r>
              <a:rPr lang="en-US" altLang="ko-KR" sz="10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r>
              <a:rPr lang="ko-KR" altLang="en-US" sz="10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포인트안내</a:t>
            </a:r>
            <a:r>
              <a:rPr lang="en-US" altLang="ko-KR" sz="1000" b="1"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p:txBody>
      </p:sp>
      <p:sp>
        <p:nvSpPr>
          <p:cNvPr id="83" name="TextBox 82">
            <a:extLst>
              <a:ext uri="{FF2B5EF4-FFF2-40B4-BE49-F238E27FC236}">
                <a16:creationId xmlns:a16="http://schemas.microsoft.com/office/drawing/2014/main" id="{B0089BBB-F487-490C-B495-C9B3FF49E0D1}"/>
              </a:ext>
            </a:extLst>
          </p:cNvPr>
          <p:cNvSpPr txBox="1"/>
          <p:nvPr/>
        </p:nvSpPr>
        <p:spPr>
          <a:xfrm>
            <a:off x="2871350" y="3855624"/>
            <a:ext cx="2181004" cy="1323439"/>
          </a:xfrm>
          <a:prstGeom prst="rect">
            <a:avLst/>
          </a:prstGeom>
          <a:noFill/>
        </p:spPr>
        <p:txBody>
          <a:bodyPr wrap="square" rtlCol="0">
            <a:spAutoFit/>
          </a:bodyPr>
          <a:lstStyle/>
          <a:p>
            <a:pPr lvl="0"/>
            <a:r>
              <a:rPr lang="en-US" altLang="ko-KR" sz="800" dirty="0">
                <a:solidFill>
                  <a:prstClr val="black"/>
                </a:solidFill>
                <a:latin typeface="나눔고딕" panose="020D0604000000000000" pitchFamily="50" charset="-127"/>
                <a:ea typeface="나눔고딕" panose="020D0604000000000000" pitchFamily="50" charset="-127"/>
              </a:rPr>
              <a:t>%_</a:t>
            </a:r>
            <a:r>
              <a:rPr lang="ko-KR" altLang="en-US" sz="800" dirty="0">
                <a:solidFill>
                  <a:prstClr val="black"/>
                </a:solidFill>
                <a:latin typeface="나눔고딕" panose="020D0604000000000000" pitchFamily="50" charset="-127"/>
                <a:ea typeface="나눔고딕" panose="020D0604000000000000" pitchFamily="50" charset="-127"/>
              </a:rPr>
              <a:t>홍길동</a:t>
            </a:r>
            <a:r>
              <a:rPr lang="en-US" altLang="ko-KR" sz="800" dirty="0">
                <a:solidFill>
                  <a:prstClr val="black"/>
                </a:solidFill>
                <a:latin typeface="나눔고딕" panose="020D0604000000000000" pitchFamily="50" charset="-127"/>
                <a:ea typeface="나눔고딕" panose="020D0604000000000000" pitchFamily="50" charset="-127"/>
              </a:rPr>
              <a:t>_%</a:t>
            </a:r>
            <a:r>
              <a:rPr lang="ko-KR" altLang="en-US" sz="800" dirty="0">
                <a:solidFill>
                  <a:prstClr val="black"/>
                </a:solidFill>
                <a:latin typeface="나눔고딕" panose="020D0604000000000000" pitchFamily="50" charset="-127"/>
                <a:ea typeface="나눔고딕" panose="020D0604000000000000" pitchFamily="50" charset="-127"/>
              </a:rPr>
              <a:t>님</a:t>
            </a:r>
            <a:r>
              <a:rPr lang="en-US" altLang="ko-KR" sz="800" dirty="0">
                <a:solidFill>
                  <a:prstClr val="black"/>
                </a:solidFill>
                <a:latin typeface="나눔고딕" panose="020D0604000000000000" pitchFamily="50" charset="-127"/>
                <a:ea typeface="나눔고딕" panose="020D0604000000000000" pitchFamily="50" charset="-127"/>
              </a:rPr>
              <a:t>, </a:t>
            </a:r>
            <a:r>
              <a:rPr lang="ko-KR" altLang="en-US" sz="800" dirty="0">
                <a:solidFill>
                  <a:prstClr val="black"/>
                </a:solidFill>
                <a:latin typeface="나눔고딕" panose="020D0604000000000000" pitchFamily="50" charset="-127"/>
                <a:ea typeface="나눔고딕" panose="020D0604000000000000" pitchFamily="50" charset="-127"/>
              </a:rPr>
              <a:t>일행 중 포인트가 미지급 된 분이 계시네요</a:t>
            </a:r>
            <a:r>
              <a:rPr lang="en-US" altLang="ko-KR" sz="800" dirty="0">
                <a:solidFill>
                  <a:prstClr val="black"/>
                </a:solidFill>
                <a:latin typeface="나눔고딕" panose="020D0604000000000000" pitchFamily="50" charset="-127"/>
                <a:ea typeface="나눔고딕" panose="020D0604000000000000" pitchFamily="50" charset="-127"/>
              </a:rPr>
              <a:t>.</a:t>
            </a:r>
          </a:p>
          <a:p>
            <a:pPr lvl="0"/>
            <a:endParaRPr lang="en-US" altLang="ko-KR" sz="800" dirty="0">
              <a:solidFill>
                <a:prstClr val="black"/>
              </a:solidFill>
              <a:latin typeface="나눔고딕" panose="020D0604000000000000" pitchFamily="50" charset="-127"/>
              <a:ea typeface="나눔고딕" panose="020D0604000000000000" pitchFamily="50" charset="-127"/>
            </a:endParaRPr>
          </a:p>
          <a:p>
            <a:pPr lvl="0"/>
            <a:r>
              <a:rPr lang="ko-KR" altLang="en-US" sz="800" dirty="0">
                <a:solidFill>
                  <a:prstClr val="black"/>
                </a:solidFill>
                <a:latin typeface="나눔고딕" panose="020D0604000000000000" pitchFamily="50" charset="-127"/>
                <a:ea typeface="나눔고딕" panose="020D0604000000000000" pitchFamily="50" charset="-127"/>
              </a:rPr>
              <a:t>포인트 미지급자 </a:t>
            </a:r>
            <a:r>
              <a:rPr lang="en-US" altLang="ko-KR" sz="800" dirty="0">
                <a:solidFill>
                  <a:prstClr val="black"/>
                </a:solidFill>
                <a:latin typeface="나눔고딕" panose="020D0604000000000000" pitchFamily="50" charset="-127"/>
                <a:ea typeface="나눔고딕" panose="020D0604000000000000" pitchFamily="50" charset="-127"/>
              </a:rPr>
              <a:t>: </a:t>
            </a:r>
            <a:r>
              <a:rPr lang="ko-KR" altLang="en-US" sz="800" dirty="0" err="1">
                <a:solidFill>
                  <a:prstClr val="black"/>
                </a:solidFill>
                <a:latin typeface="나눔고딕" panose="020D0604000000000000" pitchFamily="50" charset="-127"/>
                <a:ea typeface="나눔고딕" panose="020D0604000000000000" pitchFamily="50" charset="-127"/>
              </a:rPr>
              <a:t>홍자녀</a:t>
            </a:r>
            <a:r>
              <a:rPr lang="en-US" altLang="ko-KR" sz="800" dirty="0">
                <a:solidFill>
                  <a:prstClr val="black"/>
                </a:solidFill>
                <a:latin typeface="나눔고딕" panose="020D0604000000000000" pitchFamily="50" charset="-127"/>
                <a:ea typeface="나눔고딕" panose="020D0604000000000000" pitchFamily="50" charset="-127"/>
              </a:rPr>
              <a:t>, </a:t>
            </a:r>
            <a:r>
              <a:rPr lang="ko-KR" altLang="en-US" sz="800" dirty="0" err="1">
                <a:solidFill>
                  <a:prstClr val="black"/>
                </a:solidFill>
                <a:latin typeface="나눔고딕" panose="020D0604000000000000" pitchFamily="50" charset="-127"/>
                <a:ea typeface="나눔고딕" panose="020D0604000000000000" pitchFamily="50" charset="-127"/>
              </a:rPr>
              <a:t>홍아들</a:t>
            </a:r>
            <a:r>
              <a:rPr lang="en-US" altLang="ko-KR" sz="800" dirty="0">
                <a:solidFill>
                  <a:prstClr val="black"/>
                </a:solidFill>
                <a:latin typeface="나눔고딕" panose="020D0604000000000000" pitchFamily="50" charset="-127"/>
                <a:ea typeface="나눔고딕" panose="020D0604000000000000" pitchFamily="50" charset="-127"/>
              </a:rPr>
              <a:t>, </a:t>
            </a:r>
            <a:r>
              <a:rPr lang="ko-KR" altLang="en-US" sz="800" dirty="0">
                <a:solidFill>
                  <a:prstClr val="black"/>
                </a:solidFill>
                <a:latin typeface="나눔고딕" panose="020D0604000000000000" pitchFamily="50" charset="-127"/>
                <a:ea typeface="나눔고딕" panose="020D0604000000000000" pitchFamily="50" charset="-127"/>
              </a:rPr>
              <a:t>이아내</a:t>
            </a:r>
            <a:endParaRPr lang="en-US" altLang="ko-KR" sz="800" dirty="0">
              <a:solidFill>
                <a:prstClr val="black"/>
              </a:solidFill>
              <a:latin typeface="나눔고딕" panose="020D0604000000000000" pitchFamily="50" charset="-127"/>
              <a:ea typeface="나눔고딕" panose="020D0604000000000000" pitchFamily="50" charset="-127"/>
            </a:endParaRPr>
          </a:p>
          <a:p>
            <a:pPr lvl="0"/>
            <a:endParaRPr lang="en-US" altLang="ko-KR" sz="800" dirty="0">
              <a:solidFill>
                <a:prstClr val="black"/>
              </a:solidFill>
              <a:latin typeface="나눔고딕" panose="020D0604000000000000" pitchFamily="50" charset="-127"/>
              <a:ea typeface="나눔고딕" panose="020D0604000000000000" pitchFamily="50" charset="-127"/>
            </a:endParaRPr>
          </a:p>
          <a:p>
            <a:pPr lvl="0"/>
            <a:r>
              <a:rPr lang="ko-KR" altLang="en-US" sz="800" dirty="0">
                <a:solidFill>
                  <a:prstClr val="black"/>
                </a:solidFill>
                <a:latin typeface="나눔고딕" panose="020D0604000000000000" pitchFamily="50" charset="-127"/>
                <a:ea typeface="나눔고딕" panose="020D0604000000000000" pitchFamily="50" charset="-127"/>
              </a:rPr>
              <a:t>회원가입 고객은 여행도착일로부터 </a:t>
            </a:r>
            <a:r>
              <a:rPr lang="en-US" altLang="ko-KR" sz="800" dirty="0">
                <a:solidFill>
                  <a:prstClr val="black"/>
                </a:solidFill>
                <a:latin typeface="나눔고딕" panose="020D0604000000000000" pitchFamily="50" charset="-127"/>
                <a:ea typeface="나눔고딕" panose="020D0604000000000000" pitchFamily="50" charset="-127"/>
              </a:rPr>
              <a:t>90</a:t>
            </a:r>
            <a:r>
              <a:rPr lang="ko-KR" altLang="en-US" sz="800" dirty="0">
                <a:solidFill>
                  <a:prstClr val="black"/>
                </a:solidFill>
                <a:latin typeface="나눔고딕" panose="020D0604000000000000" pitchFamily="50" charset="-127"/>
                <a:ea typeface="나눔고딕" panose="020D0604000000000000" pitchFamily="50" charset="-127"/>
              </a:rPr>
              <a:t>일 이내에 직접 요청해</a:t>
            </a:r>
          </a:p>
          <a:p>
            <a:pPr lvl="0"/>
            <a:r>
              <a:rPr lang="ko-KR" altLang="en-US" sz="800" dirty="0">
                <a:solidFill>
                  <a:prstClr val="black"/>
                </a:solidFill>
                <a:latin typeface="나눔고딕" panose="020D0604000000000000" pitchFamily="50" charset="-127"/>
                <a:ea typeface="나눔고딕" panose="020D0604000000000000" pitchFamily="50" charset="-127"/>
              </a:rPr>
              <a:t>주셔야 적립이 가능해요</a:t>
            </a:r>
            <a:r>
              <a:rPr lang="en-US" altLang="ko-KR" sz="800" dirty="0">
                <a:solidFill>
                  <a:prstClr val="black"/>
                </a:solidFill>
                <a:latin typeface="나눔고딕" panose="020D0604000000000000" pitchFamily="50" charset="-127"/>
                <a:ea typeface="나눔고딕" panose="020D0604000000000000" pitchFamily="50" charset="-127"/>
              </a:rPr>
              <a:t>.</a:t>
            </a:r>
          </a:p>
          <a:p>
            <a:pPr lvl="0"/>
            <a:endParaRPr lang="en-US" altLang="ko-KR" sz="800" dirty="0">
              <a:solidFill>
                <a:prstClr val="black"/>
              </a:solidFill>
              <a:latin typeface="나눔고딕" panose="020D0604000000000000" pitchFamily="50" charset="-127"/>
              <a:ea typeface="나눔고딕" panose="020D0604000000000000" pitchFamily="50" charset="-127"/>
            </a:endParaRPr>
          </a:p>
          <a:p>
            <a:pPr lvl="0"/>
            <a:r>
              <a:rPr lang="ko-KR" altLang="en-US" sz="800" dirty="0">
                <a:solidFill>
                  <a:prstClr val="black"/>
                </a:solidFill>
                <a:latin typeface="나눔고딕" panose="020D0604000000000000" pitchFamily="50" charset="-127"/>
                <a:ea typeface="나눔고딕" panose="020D0604000000000000" pitchFamily="50" charset="-127"/>
              </a:rPr>
              <a:t>알뜰살뜰</a:t>
            </a:r>
            <a:r>
              <a:rPr lang="en-US" altLang="ko-KR" sz="800" dirty="0">
                <a:solidFill>
                  <a:prstClr val="black"/>
                </a:solidFill>
                <a:latin typeface="나눔고딕" panose="020D0604000000000000" pitchFamily="50" charset="-127"/>
                <a:ea typeface="나눔고딕" panose="020D0604000000000000" pitchFamily="50" charset="-127"/>
              </a:rPr>
              <a:t>, </a:t>
            </a:r>
            <a:r>
              <a:rPr lang="ko-KR" altLang="en-US" sz="800" dirty="0">
                <a:solidFill>
                  <a:prstClr val="black"/>
                </a:solidFill>
                <a:latin typeface="나눔고딕" panose="020D0604000000000000" pitchFamily="50" charset="-127"/>
                <a:ea typeface="나눔고딕" panose="020D0604000000000000" pitchFamily="50" charset="-127"/>
              </a:rPr>
              <a:t>잊지 말고 포인트를 챙겨가세요</a:t>
            </a:r>
            <a:r>
              <a:rPr lang="en-US" altLang="ko-KR" sz="800" dirty="0">
                <a:solidFill>
                  <a:prstClr val="black"/>
                </a:solidFill>
                <a:latin typeface="나눔고딕" panose="020D0604000000000000" pitchFamily="50" charset="-127"/>
                <a:ea typeface="나눔고딕" panose="020D0604000000000000" pitchFamily="50" charset="-127"/>
              </a:rPr>
              <a:t>.</a:t>
            </a:r>
          </a:p>
        </p:txBody>
      </p:sp>
      <p:cxnSp>
        <p:nvCxnSpPr>
          <p:cNvPr id="86" name="직선 연결선 85">
            <a:extLst>
              <a:ext uri="{FF2B5EF4-FFF2-40B4-BE49-F238E27FC236}">
                <a16:creationId xmlns:a16="http://schemas.microsoft.com/office/drawing/2014/main" id="{F1A1C7A5-8132-428E-BC81-1CC432235F7A}"/>
              </a:ext>
            </a:extLst>
          </p:cNvPr>
          <p:cNvCxnSpPr/>
          <p:nvPr/>
        </p:nvCxnSpPr>
        <p:spPr>
          <a:xfrm>
            <a:off x="2841716" y="3661010"/>
            <a:ext cx="2289600" cy="0"/>
          </a:xfrm>
          <a:prstGeom prst="line">
            <a:avLst/>
          </a:prstGeom>
          <a:noFill/>
          <a:ln>
            <a:solidFill>
              <a:schemeClr val="bg1">
                <a:lumMod val="75000"/>
              </a:schemeClr>
            </a:solidFill>
          </a:ln>
        </p:spPr>
      </p:cxnSp>
      <p:sp>
        <p:nvSpPr>
          <p:cNvPr id="87" name="사각형: 둥근 모서리 86">
            <a:extLst>
              <a:ext uri="{FF2B5EF4-FFF2-40B4-BE49-F238E27FC236}">
                <a16:creationId xmlns:a16="http://schemas.microsoft.com/office/drawing/2014/main" id="{20821B0D-A850-4551-8B04-8457D3AADBDA}"/>
              </a:ext>
            </a:extLst>
          </p:cNvPr>
          <p:cNvSpPr/>
          <p:nvPr/>
        </p:nvSpPr>
        <p:spPr>
          <a:xfrm>
            <a:off x="4362203" y="5201525"/>
            <a:ext cx="662805" cy="250731"/>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ko-KR" altLang="en-US" sz="800" dirty="0"/>
              <a:t>포인트 안내</a:t>
            </a:r>
          </a:p>
        </p:txBody>
      </p:sp>
      <p:sp>
        <p:nvSpPr>
          <p:cNvPr id="88" name="사각형: 둥근 모서리 87">
            <a:extLst>
              <a:ext uri="{FF2B5EF4-FFF2-40B4-BE49-F238E27FC236}">
                <a16:creationId xmlns:a16="http://schemas.microsoft.com/office/drawing/2014/main" id="{87804B14-2CB5-46DD-B408-5F80D7363559}"/>
              </a:ext>
            </a:extLst>
          </p:cNvPr>
          <p:cNvSpPr/>
          <p:nvPr/>
        </p:nvSpPr>
        <p:spPr>
          <a:xfrm>
            <a:off x="4477235" y="3138573"/>
            <a:ext cx="547773" cy="250731"/>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ko-KR" altLang="en-US" sz="800"/>
              <a:t>내역보기</a:t>
            </a:r>
            <a:endParaRPr lang="ko-KR" altLang="en-US" sz="800" dirty="0"/>
          </a:p>
        </p:txBody>
      </p:sp>
      <p:sp>
        <p:nvSpPr>
          <p:cNvPr id="89" name="타원 118">
            <a:extLst>
              <a:ext uri="{FF2B5EF4-FFF2-40B4-BE49-F238E27FC236}">
                <a16:creationId xmlns:a16="http://schemas.microsoft.com/office/drawing/2014/main" id="{4F675C37-ABE3-4B59-92CE-EDFF05FD09EC}"/>
              </a:ext>
            </a:extLst>
          </p:cNvPr>
          <p:cNvSpPr/>
          <p:nvPr/>
        </p:nvSpPr>
        <p:spPr>
          <a:xfrm>
            <a:off x="2719659" y="1411961"/>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0" name="타원 118">
            <a:extLst>
              <a:ext uri="{FF2B5EF4-FFF2-40B4-BE49-F238E27FC236}">
                <a16:creationId xmlns:a16="http://schemas.microsoft.com/office/drawing/2014/main" id="{5251381C-697B-490A-BBA1-DCF5E80394F8}"/>
              </a:ext>
            </a:extLst>
          </p:cNvPr>
          <p:cNvSpPr/>
          <p:nvPr/>
        </p:nvSpPr>
        <p:spPr>
          <a:xfrm>
            <a:off x="2720752" y="2204049"/>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1" name="타원 118">
            <a:extLst>
              <a:ext uri="{FF2B5EF4-FFF2-40B4-BE49-F238E27FC236}">
                <a16:creationId xmlns:a16="http://schemas.microsoft.com/office/drawing/2014/main" id="{A2656A04-EDBC-4514-9AE9-722BF679DB97}"/>
              </a:ext>
            </a:extLst>
          </p:cNvPr>
          <p:cNvSpPr/>
          <p:nvPr/>
        </p:nvSpPr>
        <p:spPr>
          <a:xfrm>
            <a:off x="4968652" y="3147024"/>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2-1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3" name="타원 118">
            <a:extLst>
              <a:ext uri="{FF2B5EF4-FFF2-40B4-BE49-F238E27FC236}">
                <a16:creationId xmlns:a16="http://schemas.microsoft.com/office/drawing/2014/main" id="{FF5383BD-A799-4CFF-B9A3-7996A59AD2B4}"/>
              </a:ext>
            </a:extLst>
          </p:cNvPr>
          <p:cNvSpPr/>
          <p:nvPr/>
        </p:nvSpPr>
        <p:spPr>
          <a:xfrm>
            <a:off x="2720752" y="4220273"/>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3</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4" name="TextBox 93">
            <a:extLst>
              <a:ext uri="{FF2B5EF4-FFF2-40B4-BE49-F238E27FC236}">
                <a16:creationId xmlns:a16="http://schemas.microsoft.com/office/drawing/2014/main" id="{9E6DEC6D-CE9E-458C-8BCC-3B1A62C7BA84}"/>
              </a:ext>
            </a:extLst>
          </p:cNvPr>
          <p:cNvSpPr txBox="1"/>
          <p:nvPr/>
        </p:nvSpPr>
        <p:spPr>
          <a:xfrm>
            <a:off x="4789934" y="4234855"/>
            <a:ext cx="2676170" cy="230832"/>
          </a:xfrm>
          <a:prstGeom prst="rect">
            <a:avLst/>
          </a:prstGeom>
          <a:solidFill>
            <a:schemeClr val="bg1"/>
          </a:solidFill>
        </p:spPr>
        <p:txBody>
          <a:bodyPr wrap="square" rtlCol="0">
            <a:spAutoFit/>
          </a:bodyPr>
          <a:lstStyle/>
          <a:p>
            <a:pPr marL="171450" indent="-171450">
              <a:buFont typeface="Wingdings" panose="05000000000000000000" pitchFamily="2" charset="2"/>
              <a:buChar char="ß"/>
            </a:pPr>
            <a:r>
              <a:rPr lang="ko-KR" altLang="en-US" sz="900" b="1" dirty="0">
                <a:solidFill>
                  <a:srgbClr val="FF0000"/>
                </a:solidFill>
                <a:latin typeface="나눔고딕" panose="020D0604000000000000" pitchFamily="50" charset="-127"/>
                <a:ea typeface="나눔고딕" panose="020D0604000000000000" pitchFamily="50" charset="-127"/>
              </a:rPr>
              <a:t>포인트 미지급자 </a:t>
            </a:r>
            <a:r>
              <a:rPr lang="en-US" altLang="ko-KR" sz="900" b="1" dirty="0">
                <a:solidFill>
                  <a:srgbClr val="FF0000"/>
                </a:solidFill>
                <a:latin typeface="나눔고딕" panose="020D0604000000000000" pitchFamily="50" charset="-127"/>
                <a:ea typeface="나눔고딕" panose="020D0604000000000000" pitchFamily="50" charset="-127"/>
              </a:rPr>
              <a:t>Data </a:t>
            </a:r>
            <a:r>
              <a:rPr lang="ko-KR" altLang="en-US" sz="900" b="1" dirty="0">
                <a:solidFill>
                  <a:srgbClr val="FF0000"/>
                </a:solidFill>
                <a:latin typeface="나눔고딕" panose="020D0604000000000000" pitchFamily="50" charset="-127"/>
                <a:ea typeface="나눔고딕" panose="020D0604000000000000" pitchFamily="50" charset="-127"/>
              </a:rPr>
              <a:t>수급정책 </a:t>
            </a:r>
            <a:r>
              <a:rPr lang="ko-KR" altLang="en-US" sz="900" b="1" dirty="0" err="1">
                <a:solidFill>
                  <a:srgbClr val="FF0000"/>
                </a:solidFill>
                <a:latin typeface="나눔고딕" panose="020D0604000000000000" pitchFamily="50" charset="-127"/>
                <a:ea typeface="나눔고딕" panose="020D0604000000000000" pitchFamily="50" charset="-127"/>
              </a:rPr>
              <a:t>협의요망</a:t>
            </a:r>
            <a:endParaRPr lang="en-US" altLang="ko-KR" sz="900" b="1" dirty="0">
              <a:solidFill>
                <a:srgbClr val="FF0000"/>
              </a:solidFill>
              <a:latin typeface="나눔고딕" panose="020D0604000000000000" pitchFamily="50" charset="-127"/>
              <a:ea typeface="나눔고딕" panose="020D0604000000000000" pitchFamily="50" charset="-127"/>
            </a:endParaRPr>
          </a:p>
        </p:txBody>
      </p:sp>
      <p:sp>
        <p:nvSpPr>
          <p:cNvPr id="95" name="타원 118">
            <a:extLst>
              <a:ext uri="{FF2B5EF4-FFF2-40B4-BE49-F238E27FC236}">
                <a16:creationId xmlns:a16="http://schemas.microsoft.com/office/drawing/2014/main" id="{05AF7CD0-5F1C-4F9C-BB11-4EFE805335B4}"/>
              </a:ext>
            </a:extLst>
          </p:cNvPr>
          <p:cNvSpPr/>
          <p:nvPr/>
        </p:nvSpPr>
        <p:spPr>
          <a:xfrm>
            <a:off x="4968652" y="5232999"/>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3-1</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6" name="타원 118">
            <a:extLst>
              <a:ext uri="{FF2B5EF4-FFF2-40B4-BE49-F238E27FC236}">
                <a16:creationId xmlns:a16="http://schemas.microsoft.com/office/drawing/2014/main" id="{FCC0467A-CF3E-4D45-BC63-6C5ED1B669B4}"/>
              </a:ext>
            </a:extLst>
          </p:cNvPr>
          <p:cNvSpPr/>
          <p:nvPr/>
        </p:nvSpPr>
        <p:spPr>
          <a:xfrm>
            <a:off x="5023915" y="3470874"/>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4</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
        <p:nvSpPr>
          <p:cNvPr id="97" name="타원 118">
            <a:extLst>
              <a:ext uri="{FF2B5EF4-FFF2-40B4-BE49-F238E27FC236}">
                <a16:creationId xmlns:a16="http://schemas.microsoft.com/office/drawing/2014/main" id="{583512E6-DE93-4CDB-B91F-8646D9F00E9D}"/>
              </a:ext>
            </a:extLst>
          </p:cNvPr>
          <p:cNvSpPr/>
          <p:nvPr/>
        </p:nvSpPr>
        <p:spPr>
          <a:xfrm>
            <a:off x="5025008" y="5525942"/>
            <a:ext cx="217117" cy="216839"/>
          </a:xfrm>
          <a:custGeom>
            <a:avLst/>
            <a:gdLst>
              <a:gd name="connsiteX0" fmla="*/ 0 w 238291"/>
              <a:gd name="connsiteY0" fmla="*/ 119146 h 238291"/>
              <a:gd name="connsiteX1" fmla="*/ 119146 w 238291"/>
              <a:gd name="connsiteY1" fmla="*/ 0 h 238291"/>
              <a:gd name="connsiteX2" fmla="*/ 238292 w 238291"/>
              <a:gd name="connsiteY2" fmla="*/ 119146 h 238291"/>
              <a:gd name="connsiteX3" fmla="*/ 119146 w 238291"/>
              <a:gd name="connsiteY3" fmla="*/ 238292 h 238291"/>
              <a:gd name="connsiteX4" fmla="*/ 0 w 238291"/>
              <a:gd name="connsiteY4" fmla="*/ 119146 h 238291"/>
              <a:gd name="connsiteX0" fmla="*/ 0 w 246028"/>
              <a:gd name="connsiteY0" fmla="*/ 119146 h 241560"/>
              <a:gd name="connsiteX1" fmla="*/ 119146 w 246028"/>
              <a:gd name="connsiteY1" fmla="*/ 0 h 241560"/>
              <a:gd name="connsiteX2" fmla="*/ 238292 w 246028"/>
              <a:gd name="connsiteY2" fmla="*/ 119146 h 241560"/>
              <a:gd name="connsiteX3" fmla="*/ 224908 w 246028"/>
              <a:gd name="connsiteY3" fmla="*/ 200354 h 241560"/>
              <a:gd name="connsiteX4" fmla="*/ 119146 w 246028"/>
              <a:gd name="connsiteY4" fmla="*/ 238292 h 241560"/>
              <a:gd name="connsiteX5" fmla="*/ 0 w 246028"/>
              <a:gd name="connsiteY5" fmla="*/ 119146 h 241560"/>
              <a:gd name="connsiteX0" fmla="*/ 0 w 243421"/>
              <a:gd name="connsiteY0" fmla="*/ 119146 h 241560"/>
              <a:gd name="connsiteX1" fmla="*/ 119146 w 243421"/>
              <a:gd name="connsiteY1" fmla="*/ 0 h 241560"/>
              <a:gd name="connsiteX2" fmla="*/ 238292 w 243421"/>
              <a:gd name="connsiteY2" fmla="*/ 119146 h 241560"/>
              <a:gd name="connsiteX3" fmla="*/ 224908 w 243421"/>
              <a:gd name="connsiteY3" fmla="*/ 200354 h 241560"/>
              <a:gd name="connsiteX4" fmla="*/ 119146 w 243421"/>
              <a:gd name="connsiteY4" fmla="*/ 238292 h 241560"/>
              <a:gd name="connsiteX5" fmla="*/ 0 w 243421"/>
              <a:gd name="connsiteY5" fmla="*/ 119146 h 241560"/>
              <a:gd name="connsiteX0" fmla="*/ 0 w 243421"/>
              <a:gd name="connsiteY0" fmla="*/ 119146 h 242623"/>
              <a:gd name="connsiteX1" fmla="*/ 119146 w 243421"/>
              <a:gd name="connsiteY1" fmla="*/ 0 h 242623"/>
              <a:gd name="connsiteX2" fmla="*/ 238292 w 243421"/>
              <a:gd name="connsiteY2" fmla="*/ 119146 h 242623"/>
              <a:gd name="connsiteX3" fmla="*/ 224908 w 243421"/>
              <a:gd name="connsiteY3" fmla="*/ 200354 h 242623"/>
              <a:gd name="connsiteX4" fmla="*/ 119146 w 243421"/>
              <a:gd name="connsiteY4" fmla="*/ 238292 h 242623"/>
              <a:gd name="connsiteX5" fmla="*/ 0 w 243421"/>
              <a:gd name="connsiteY5" fmla="*/ 119146 h 242623"/>
              <a:gd name="connsiteX0" fmla="*/ 0 w 250314"/>
              <a:gd name="connsiteY0" fmla="*/ 119146 h 259557"/>
              <a:gd name="connsiteX1" fmla="*/ 119146 w 250314"/>
              <a:gd name="connsiteY1" fmla="*/ 0 h 259557"/>
              <a:gd name="connsiteX2" fmla="*/ 238292 w 250314"/>
              <a:gd name="connsiteY2" fmla="*/ 119146 h 259557"/>
              <a:gd name="connsiteX3" fmla="*/ 246340 w 250314"/>
              <a:gd name="connsiteY3" fmla="*/ 240836 h 259557"/>
              <a:gd name="connsiteX4" fmla="*/ 119146 w 250314"/>
              <a:gd name="connsiteY4" fmla="*/ 238292 h 259557"/>
              <a:gd name="connsiteX5" fmla="*/ 0 w 250314"/>
              <a:gd name="connsiteY5" fmla="*/ 119146 h 259557"/>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50314"/>
              <a:gd name="connsiteY0" fmla="*/ 119146 h 255096"/>
              <a:gd name="connsiteX1" fmla="*/ 119146 w 250314"/>
              <a:gd name="connsiteY1" fmla="*/ 0 h 255096"/>
              <a:gd name="connsiteX2" fmla="*/ 238292 w 250314"/>
              <a:gd name="connsiteY2" fmla="*/ 119146 h 255096"/>
              <a:gd name="connsiteX3" fmla="*/ 246340 w 250314"/>
              <a:gd name="connsiteY3" fmla="*/ 240836 h 255096"/>
              <a:gd name="connsiteX4" fmla="*/ 119146 w 250314"/>
              <a:gd name="connsiteY4" fmla="*/ 238292 h 255096"/>
              <a:gd name="connsiteX5" fmla="*/ 0 w 250314"/>
              <a:gd name="connsiteY5" fmla="*/ 119146 h 255096"/>
              <a:gd name="connsiteX0" fmla="*/ 0 w 247339"/>
              <a:gd name="connsiteY0" fmla="*/ 119146 h 255096"/>
              <a:gd name="connsiteX1" fmla="*/ 119146 w 247339"/>
              <a:gd name="connsiteY1" fmla="*/ 0 h 255096"/>
              <a:gd name="connsiteX2" fmla="*/ 238292 w 247339"/>
              <a:gd name="connsiteY2" fmla="*/ 119146 h 255096"/>
              <a:gd name="connsiteX3" fmla="*/ 246340 w 247339"/>
              <a:gd name="connsiteY3" fmla="*/ 240836 h 255096"/>
              <a:gd name="connsiteX4" fmla="*/ 119146 w 247339"/>
              <a:gd name="connsiteY4" fmla="*/ 238292 h 255096"/>
              <a:gd name="connsiteX5" fmla="*/ 0 w 247339"/>
              <a:gd name="connsiteY5" fmla="*/ 119146 h 255096"/>
              <a:gd name="connsiteX0" fmla="*/ 0 w 247339"/>
              <a:gd name="connsiteY0" fmla="*/ 119146 h 254579"/>
              <a:gd name="connsiteX1" fmla="*/ 119146 w 247339"/>
              <a:gd name="connsiteY1" fmla="*/ 0 h 254579"/>
              <a:gd name="connsiteX2" fmla="*/ 238292 w 247339"/>
              <a:gd name="connsiteY2" fmla="*/ 119146 h 254579"/>
              <a:gd name="connsiteX3" fmla="*/ 246340 w 247339"/>
              <a:gd name="connsiteY3" fmla="*/ 240836 h 254579"/>
              <a:gd name="connsiteX4" fmla="*/ 119146 w 247339"/>
              <a:gd name="connsiteY4" fmla="*/ 238292 h 254579"/>
              <a:gd name="connsiteX5" fmla="*/ 0 w 247339"/>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54579"/>
              <a:gd name="connsiteX1" fmla="*/ 119146 w 247583"/>
              <a:gd name="connsiteY1" fmla="*/ 0 h 254579"/>
              <a:gd name="connsiteX2" fmla="*/ 238292 w 247583"/>
              <a:gd name="connsiteY2" fmla="*/ 119146 h 254579"/>
              <a:gd name="connsiteX3" fmla="*/ 246340 w 247583"/>
              <a:gd name="connsiteY3" fmla="*/ 240836 h 254579"/>
              <a:gd name="connsiteX4" fmla="*/ 119146 w 247583"/>
              <a:gd name="connsiteY4" fmla="*/ 238292 h 254579"/>
              <a:gd name="connsiteX5" fmla="*/ 0 w 247583"/>
              <a:gd name="connsiteY5" fmla="*/ 119146 h 254579"/>
              <a:gd name="connsiteX0" fmla="*/ 0 w 247583"/>
              <a:gd name="connsiteY0" fmla="*/ 119146 h 245075"/>
              <a:gd name="connsiteX1" fmla="*/ 119146 w 247583"/>
              <a:gd name="connsiteY1" fmla="*/ 0 h 245075"/>
              <a:gd name="connsiteX2" fmla="*/ 238292 w 247583"/>
              <a:gd name="connsiteY2" fmla="*/ 119146 h 245075"/>
              <a:gd name="connsiteX3" fmla="*/ 246340 w 247583"/>
              <a:gd name="connsiteY3" fmla="*/ 240836 h 245075"/>
              <a:gd name="connsiteX4" fmla="*/ 119146 w 247583"/>
              <a:gd name="connsiteY4" fmla="*/ 238292 h 245075"/>
              <a:gd name="connsiteX5" fmla="*/ 0 w 247583"/>
              <a:gd name="connsiteY5" fmla="*/ 119146 h 245075"/>
              <a:gd name="connsiteX0" fmla="*/ 0 w 241211"/>
              <a:gd name="connsiteY0" fmla="*/ 119146 h 246310"/>
              <a:gd name="connsiteX1" fmla="*/ 119146 w 241211"/>
              <a:gd name="connsiteY1" fmla="*/ 0 h 246310"/>
              <a:gd name="connsiteX2" fmla="*/ 238292 w 241211"/>
              <a:gd name="connsiteY2" fmla="*/ 119146 h 246310"/>
              <a:gd name="connsiteX3" fmla="*/ 239196 w 241211"/>
              <a:gd name="connsiteY3" fmla="*/ 228929 h 246310"/>
              <a:gd name="connsiteX4" fmla="*/ 119146 w 241211"/>
              <a:gd name="connsiteY4" fmla="*/ 238292 h 246310"/>
              <a:gd name="connsiteX5" fmla="*/ 0 w 241211"/>
              <a:gd name="connsiteY5" fmla="*/ 119146 h 246310"/>
              <a:gd name="connsiteX0" fmla="*/ 0 w 241211"/>
              <a:gd name="connsiteY0" fmla="*/ 119146 h 238969"/>
              <a:gd name="connsiteX1" fmla="*/ 119146 w 241211"/>
              <a:gd name="connsiteY1" fmla="*/ 0 h 238969"/>
              <a:gd name="connsiteX2" fmla="*/ 238292 w 241211"/>
              <a:gd name="connsiteY2" fmla="*/ 119146 h 238969"/>
              <a:gd name="connsiteX3" fmla="*/ 239196 w 241211"/>
              <a:gd name="connsiteY3" fmla="*/ 228929 h 238969"/>
              <a:gd name="connsiteX4" fmla="*/ 119146 w 241211"/>
              <a:gd name="connsiteY4" fmla="*/ 238292 h 238969"/>
              <a:gd name="connsiteX5" fmla="*/ 0 w 241211"/>
              <a:gd name="connsiteY5" fmla="*/ 119146 h 238969"/>
              <a:gd name="connsiteX0" fmla="*/ 0 w 241211"/>
              <a:gd name="connsiteY0" fmla="*/ 119146 h 238354"/>
              <a:gd name="connsiteX1" fmla="*/ 119146 w 241211"/>
              <a:gd name="connsiteY1" fmla="*/ 0 h 238354"/>
              <a:gd name="connsiteX2" fmla="*/ 238292 w 241211"/>
              <a:gd name="connsiteY2" fmla="*/ 119146 h 238354"/>
              <a:gd name="connsiteX3" fmla="*/ 239196 w 241211"/>
              <a:gd name="connsiteY3" fmla="*/ 228929 h 238354"/>
              <a:gd name="connsiteX4" fmla="*/ 119146 w 241211"/>
              <a:gd name="connsiteY4" fmla="*/ 238292 h 238354"/>
              <a:gd name="connsiteX5" fmla="*/ 0 w 241211"/>
              <a:gd name="connsiteY5" fmla="*/ 119146 h 238354"/>
              <a:gd name="connsiteX0" fmla="*/ 0 w 241628"/>
              <a:gd name="connsiteY0" fmla="*/ 119146 h 238354"/>
              <a:gd name="connsiteX1" fmla="*/ 119146 w 241628"/>
              <a:gd name="connsiteY1" fmla="*/ 0 h 238354"/>
              <a:gd name="connsiteX2" fmla="*/ 238292 w 241628"/>
              <a:gd name="connsiteY2" fmla="*/ 119146 h 238354"/>
              <a:gd name="connsiteX3" fmla="*/ 239196 w 241628"/>
              <a:gd name="connsiteY3" fmla="*/ 228929 h 238354"/>
              <a:gd name="connsiteX4" fmla="*/ 119146 w 241628"/>
              <a:gd name="connsiteY4" fmla="*/ 238292 h 238354"/>
              <a:gd name="connsiteX5" fmla="*/ 0 w 241628"/>
              <a:gd name="connsiteY5" fmla="*/ 119146 h 238354"/>
              <a:gd name="connsiteX0" fmla="*/ 0 w 241475"/>
              <a:gd name="connsiteY0" fmla="*/ 119146 h 238354"/>
              <a:gd name="connsiteX1" fmla="*/ 119146 w 241475"/>
              <a:gd name="connsiteY1" fmla="*/ 0 h 238354"/>
              <a:gd name="connsiteX2" fmla="*/ 238292 w 241475"/>
              <a:gd name="connsiteY2" fmla="*/ 119146 h 238354"/>
              <a:gd name="connsiteX3" fmla="*/ 239196 w 241475"/>
              <a:gd name="connsiteY3" fmla="*/ 228929 h 238354"/>
              <a:gd name="connsiteX4" fmla="*/ 119146 w 241475"/>
              <a:gd name="connsiteY4" fmla="*/ 238292 h 238354"/>
              <a:gd name="connsiteX5" fmla="*/ 0 w 241475"/>
              <a:gd name="connsiteY5" fmla="*/ 119146 h 238354"/>
              <a:gd name="connsiteX0" fmla="*/ 0 w 241475"/>
              <a:gd name="connsiteY0" fmla="*/ 119146 h 238293"/>
              <a:gd name="connsiteX1" fmla="*/ 119146 w 241475"/>
              <a:gd name="connsiteY1" fmla="*/ 0 h 238293"/>
              <a:gd name="connsiteX2" fmla="*/ 238292 w 241475"/>
              <a:gd name="connsiteY2" fmla="*/ 119146 h 238293"/>
              <a:gd name="connsiteX3" fmla="*/ 239196 w 241475"/>
              <a:gd name="connsiteY3" fmla="*/ 228929 h 238293"/>
              <a:gd name="connsiteX4" fmla="*/ 119146 w 241475"/>
              <a:gd name="connsiteY4" fmla="*/ 238292 h 238293"/>
              <a:gd name="connsiteX5" fmla="*/ 0 w 241475"/>
              <a:gd name="connsiteY5" fmla="*/ 119146 h 238293"/>
              <a:gd name="connsiteX0" fmla="*/ 0 w 248248"/>
              <a:gd name="connsiteY0" fmla="*/ 119146 h 246326"/>
              <a:gd name="connsiteX1" fmla="*/ 119146 w 248248"/>
              <a:gd name="connsiteY1" fmla="*/ 0 h 246326"/>
              <a:gd name="connsiteX2" fmla="*/ 238292 w 248248"/>
              <a:gd name="connsiteY2" fmla="*/ 119146 h 246326"/>
              <a:gd name="connsiteX3" fmla="*/ 237679 w 248248"/>
              <a:gd name="connsiteY3" fmla="*/ 233481 h 246326"/>
              <a:gd name="connsiteX4" fmla="*/ 119146 w 248248"/>
              <a:gd name="connsiteY4" fmla="*/ 238292 h 246326"/>
              <a:gd name="connsiteX5" fmla="*/ 0 w 248248"/>
              <a:gd name="connsiteY5" fmla="*/ 119146 h 246326"/>
              <a:gd name="connsiteX0" fmla="*/ 0 w 248248"/>
              <a:gd name="connsiteY0" fmla="*/ 119146 h 238295"/>
              <a:gd name="connsiteX1" fmla="*/ 119146 w 248248"/>
              <a:gd name="connsiteY1" fmla="*/ 0 h 238295"/>
              <a:gd name="connsiteX2" fmla="*/ 238292 w 248248"/>
              <a:gd name="connsiteY2" fmla="*/ 119146 h 238295"/>
              <a:gd name="connsiteX3" fmla="*/ 237679 w 248248"/>
              <a:gd name="connsiteY3" fmla="*/ 233481 h 238295"/>
              <a:gd name="connsiteX4" fmla="*/ 119146 w 248248"/>
              <a:gd name="connsiteY4" fmla="*/ 238292 h 238295"/>
              <a:gd name="connsiteX5" fmla="*/ 0 w 248248"/>
              <a:gd name="connsiteY5" fmla="*/ 119146 h 238295"/>
              <a:gd name="connsiteX0" fmla="*/ 0 w 240986"/>
              <a:gd name="connsiteY0" fmla="*/ 119146 h 238295"/>
              <a:gd name="connsiteX1" fmla="*/ 119146 w 240986"/>
              <a:gd name="connsiteY1" fmla="*/ 0 h 238295"/>
              <a:gd name="connsiteX2" fmla="*/ 238292 w 240986"/>
              <a:gd name="connsiteY2" fmla="*/ 119146 h 238295"/>
              <a:gd name="connsiteX3" fmla="*/ 237679 w 240986"/>
              <a:gd name="connsiteY3" fmla="*/ 233481 h 238295"/>
              <a:gd name="connsiteX4" fmla="*/ 119146 w 240986"/>
              <a:gd name="connsiteY4" fmla="*/ 238292 h 238295"/>
              <a:gd name="connsiteX5" fmla="*/ 0 w 240986"/>
              <a:gd name="connsiteY5" fmla="*/ 119146 h 238295"/>
              <a:gd name="connsiteX0" fmla="*/ 0 w 240530"/>
              <a:gd name="connsiteY0" fmla="*/ 119146 h 238295"/>
              <a:gd name="connsiteX1" fmla="*/ 119146 w 240530"/>
              <a:gd name="connsiteY1" fmla="*/ 0 h 238295"/>
              <a:gd name="connsiteX2" fmla="*/ 238292 w 240530"/>
              <a:gd name="connsiteY2" fmla="*/ 119146 h 238295"/>
              <a:gd name="connsiteX3" fmla="*/ 237679 w 240530"/>
              <a:gd name="connsiteY3" fmla="*/ 233481 h 238295"/>
              <a:gd name="connsiteX4" fmla="*/ 119146 w 240530"/>
              <a:gd name="connsiteY4" fmla="*/ 238292 h 238295"/>
              <a:gd name="connsiteX5" fmla="*/ 0 w 240530"/>
              <a:gd name="connsiteY5" fmla="*/ 119146 h 238295"/>
              <a:gd name="connsiteX0" fmla="*/ 0 w 240530"/>
              <a:gd name="connsiteY0" fmla="*/ 119146 h 238293"/>
              <a:gd name="connsiteX1" fmla="*/ 119146 w 240530"/>
              <a:gd name="connsiteY1" fmla="*/ 0 h 238293"/>
              <a:gd name="connsiteX2" fmla="*/ 238292 w 240530"/>
              <a:gd name="connsiteY2" fmla="*/ 119146 h 238293"/>
              <a:gd name="connsiteX3" fmla="*/ 237679 w 240530"/>
              <a:gd name="connsiteY3" fmla="*/ 233481 h 238293"/>
              <a:gd name="connsiteX4" fmla="*/ 119146 w 240530"/>
              <a:gd name="connsiteY4" fmla="*/ 238292 h 238293"/>
              <a:gd name="connsiteX5" fmla="*/ 0 w 240530"/>
              <a:gd name="connsiteY5" fmla="*/ 119146 h 238293"/>
              <a:gd name="connsiteX0" fmla="*/ 0 w 239239"/>
              <a:gd name="connsiteY0" fmla="*/ 119146 h 238293"/>
              <a:gd name="connsiteX1" fmla="*/ 119146 w 239239"/>
              <a:gd name="connsiteY1" fmla="*/ 0 h 238293"/>
              <a:gd name="connsiteX2" fmla="*/ 238292 w 239239"/>
              <a:gd name="connsiteY2" fmla="*/ 119146 h 238293"/>
              <a:gd name="connsiteX3" fmla="*/ 237679 w 239239"/>
              <a:gd name="connsiteY3" fmla="*/ 233481 h 238293"/>
              <a:gd name="connsiteX4" fmla="*/ 119146 w 239239"/>
              <a:gd name="connsiteY4" fmla="*/ 238292 h 238293"/>
              <a:gd name="connsiteX5" fmla="*/ 0 w 239239"/>
              <a:gd name="connsiteY5" fmla="*/ 119146 h 238293"/>
              <a:gd name="connsiteX0" fmla="*/ 0 w 247225"/>
              <a:gd name="connsiteY0" fmla="*/ 119146 h 246332"/>
              <a:gd name="connsiteX1" fmla="*/ 119146 w 247225"/>
              <a:gd name="connsiteY1" fmla="*/ 0 h 246332"/>
              <a:gd name="connsiteX2" fmla="*/ 238292 w 247225"/>
              <a:gd name="connsiteY2" fmla="*/ 119146 h 246332"/>
              <a:gd name="connsiteX3" fmla="*/ 236920 w 247225"/>
              <a:gd name="connsiteY3" fmla="*/ 234998 h 246332"/>
              <a:gd name="connsiteX4" fmla="*/ 119146 w 247225"/>
              <a:gd name="connsiteY4" fmla="*/ 238292 h 246332"/>
              <a:gd name="connsiteX5" fmla="*/ 0 w 247225"/>
              <a:gd name="connsiteY5" fmla="*/ 119146 h 246332"/>
              <a:gd name="connsiteX0" fmla="*/ 0 w 247225"/>
              <a:gd name="connsiteY0" fmla="*/ 119146 h 238520"/>
              <a:gd name="connsiteX1" fmla="*/ 119146 w 247225"/>
              <a:gd name="connsiteY1" fmla="*/ 0 h 238520"/>
              <a:gd name="connsiteX2" fmla="*/ 238292 w 247225"/>
              <a:gd name="connsiteY2" fmla="*/ 119146 h 238520"/>
              <a:gd name="connsiteX3" fmla="*/ 236920 w 247225"/>
              <a:gd name="connsiteY3" fmla="*/ 234998 h 238520"/>
              <a:gd name="connsiteX4" fmla="*/ 119146 w 247225"/>
              <a:gd name="connsiteY4" fmla="*/ 238292 h 238520"/>
              <a:gd name="connsiteX5" fmla="*/ 0 w 247225"/>
              <a:gd name="connsiteY5" fmla="*/ 119146 h 238520"/>
              <a:gd name="connsiteX0" fmla="*/ 0 w 238828"/>
              <a:gd name="connsiteY0" fmla="*/ 119146 h 238520"/>
              <a:gd name="connsiteX1" fmla="*/ 119146 w 238828"/>
              <a:gd name="connsiteY1" fmla="*/ 0 h 238520"/>
              <a:gd name="connsiteX2" fmla="*/ 238292 w 238828"/>
              <a:gd name="connsiteY2" fmla="*/ 119146 h 238520"/>
              <a:gd name="connsiteX3" fmla="*/ 236920 w 238828"/>
              <a:gd name="connsiteY3" fmla="*/ 234998 h 238520"/>
              <a:gd name="connsiteX4" fmla="*/ 119146 w 238828"/>
              <a:gd name="connsiteY4" fmla="*/ 238292 h 238520"/>
              <a:gd name="connsiteX5" fmla="*/ 0 w 238828"/>
              <a:gd name="connsiteY5" fmla="*/ 119146 h 23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28" h="238520">
                <a:moveTo>
                  <a:pt x="0" y="119146"/>
                </a:moveTo>
                <a:cubicBezTo>
                  <a:pt x="0" y="53343"/>
                  <a:pt x="53343" y="0"/>
                  <a:pt x="119146" y="0"/>
                </a:cubicBezTo>
                <a:cubicBezTo>
                  <a:pt x="184949" y="0"/>
                  <a:pt x="237631" y="54183"/>
                  <a:pt x="238292" y="119146"/>
                </a:cubicBezTo>
                <a:cubicBezTo>
                  <a:pt x="238953" y="184109"/>
                  <a:pt x="239456" y="239396"/>
                  <a:pt x="236920" y="234998"/>
                </a:cubicBezTo>
                <a:cubicBezTo>
                  <a:pt x="239485" y="236226"/>
                  <a:pt x="173049" y="239391"/>
                  <a:pt x="119146" y="238292"/>
                </a:cubicBezTo>
                <a:cubicBezTo>
                  <a:pt x="65243" y="237193"/>
                  <a:pt x="0" y="184949"/>
                  <a:pt x="0" y="119146"/>
                </a:cubicBezTo>
                <a:close/>
              </a:path>
            </a:pathLst>
          </a:custGeom>
          <a:solidFill>
            <a:srgbClr val="0070C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rPr>
              <a:t>4</a:t>
            </a:r>
            <a:endParaRPr kumimoji="1" lang="ko-KR" altLang="en-US" sz="700" b="0" i="0" u="none" strike="noStrike" kern="1200" cap="none" spc="0" normalizeH="0" baseline="0" noProof="0" dirty="0">
              <a:ln>
                <a:noFill/>
              </a:ln>
              <a:solidFill>
                <a:prstClr val="white"/>
              </a:solidFill>
              <a:effectLst/>
              <a:uLnTx/>
              <a:uFillTx/>
              <a:latin typeface="Segoe UI" panose="020B0502040204020203" pitchFamily="34" charset="0"/>
              <a:ea typeface="맑은 고딕"/>
              <a:cs typeface="Segoe UI" panose="020B0502040204020203" pitchFamily="34" charset="0"/>
            </a:endParaRPr>
          </a:p>
        </p:txBody>
      </p:sp>
    </p:spTree>
    <p:extLst>
      <p:ext uri="{BB962C8B-B14F-4D97-AF65-F5344CB8AC3E}">
        <p14:creationId xmlns:p14="http://schemas.microsoft.com/office/powerpoint/2010/main" val="1063874816"/>
      </p:ext>
    </p:extLst>
  </p:cSld>
  <p:clrMapOvr>
    <a:masterClrMapping/>
  </p:clrMapOvr>
</p:sld>
</file>

<file path=ppt/theme/theme1.xml><?xml version="1.0" encoding="utf-8"?>
<a:theme xmlns:a="http://schemas.openxmlformats.org/drawingml/2006/main" name="1_디자인 사용자 지정">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사용자 지정 1">
      <a:majorFont>
        <a:latin typeface="맑은 고딕"/>
        <a:ea typeface="맑은 고딕"/>
        <a:cs typeface=""/>
      </a:majorFont>
      <a:minorFont>
        <a:latin typeface="맑은 고딕"/>
        <a:ea typeface="맑은 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sz="800" smtClean="0">
            <a:latin typeface="+mj-ea"/>
            <a:ea typeface="+mj-ea"/>
          </a:defRPr>
        </a:defPPr>
      </a:lstStyle>
    </a:txDef>
  </a:objectDefaults>
  <a:extraClrSchemeLst/>
</a:theme>
</file>

<file path=ppt/theme/theme3.xml><?xml version="1.0" encoding="utf-8"?>
<a:theme xmlns:a="http://schemas.openxmlformats.org/drawingml/2006/main" name="3_디자인 사용자 지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사용자 지정 1">
      <a:majorFont>
        <a:latin typeface="맑은 고딕"/>
        <a:ea typeface="맑은 고딕"/>
        <a:cs typeface=""/>
      </a:majorFont>
      <a:minorFont>
        <a:latin typeface="맑은 고딕"/>
        <a:ea typeface="맑은 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sz="700" dirty="0">
            <a:latin typeface="+mj-ea"/>
            <a:ea typeface="+mj-ea"/>
          </a:defRPr>
        </a:defPPr>
      </a:lstStyle>
    </a:txDef>
  </a:objectDefaults>
  <a:extraClrSchemeLst/>
</a:theme>
</file>

<file path=ppt/theme/theme4.xml><?xml version="1.0" encoding="utf-8"?>
<a:theme xmlns:a="http://schemas.openxmlformats.org/drawingml/2006/main" name="5_디자인 사용자 지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사용자 지정 1">
      <a:majorFont>
        <a:latin typeface="맑은 고딕"/>
        <a:ea typeface="맑은 고딕"/>
        <a:cs typeface=""/>
      </a:majorFont>
      <a:minorFont>
        <a:latin typeface="맑은 고딕"/>
        <a:ea typeface="맑은 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sz="700" dirty="0">
            <a:latin typeface="+mj-ea"/>
            <a:ea typeface="+mj-ea"/>
          </a:defRPr>
        </a:defPPr>
      </a:lstStyle>
    </a:txDef>
  </a:objectDefaults>
  <a:extraClrSchemeLst/>
</a:theme>
</file>

<file path=ppt/theme/theme5.xml><?xml version="1.0" encoding="utf-8"?>
<a:theme xmlns:a="http://schemas.openxmlformats.org/drawingml/2006/main" name="2_디자인 사용자 지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사용자 지정 1">
      <a:majorFont>
        <a:latin typeface="맑은 고딕"/>
        <a:ea typeface="맑은 고딕"/>
        <a:cs typeface=""/>
      </a:majorFont>
      <a:minorFont>
        <a:latin typeface="맑은 고딕"/>
        <a:ea typeface="맑은 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sz="800" smtClean="0">
            <a:latin typeface="+mj-ea"/>
            <a:ea typeface="+mj-ea"/>
          </a:defRPr>
        </a:defPPr>
      </a:lstStyle>
    </a:txDef>
  </a:objectDefaults>
  <a:extraClrSchemeLst/>
</a:theme>
</file>

<file path=ppt/theme/theme6.xml><?xml version="1.0" encoding="utf-8"?>
<a:theme xmlns:a="http://schemas.openxmlformats.org/drawingml/2006/main" name="4_디자인 사용자 지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사용자 지정 1">
      <a:majorFont>
        <a:latin typeface="맑은 고딕"/>
        <a:ea typeface="맑은 고딕"/>
        <a:cs typeface=""/>
      </a:majorFont>
      <a:minorFont>
        <a:latin typeface="맑은 고딕"/>
        <a:ea typeface="맑은 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sz="700" dirty="0">
            <a:latin typeface="+mj-ea"/>
            <a:ea typeface="+mj-ea"/>
          </a:defRPr>
        </a:defPPr>
      </a:lstStyle>
    </a:txDef>
  </a:objectDefaults>
  <a:extraClrSchemeLst/>
</a:theme>
</file>

<file path=ppt/theme/theme7.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1318</TotalTime>
  <Words>3390</Words>
  <Application>Microsoft Office PowerPoint</Application>
  <PresentationFormat>A4 용지(210x297mm)</PresentationFormat>
  <Paragraphs>1009</Paragraphs>
  <Slides>21</Slides>
  <Notes>11</Notes>
  <HiddenSlides>0</HiddenSlides>
  <MMClips>0</MMClips>
  <ScaleCrop>false</ScaleCrop>
  <HeadingPairs>
    <vt:vector size="6" baseType="variant">
      <vt:variant>
        <vt:lpstr>사용한 글꼴</vt:lpstr>
      </vt:variant>
      <vt:variant>
        <vt:i4>10</vt:i4>
      </vt:variant>
      <vt:variant>
        <vt:lpstr>테마</vt:lpstr>
      </vt:variant>
      <vt:variant>
        <vt:i4>6</vt:i4>
      </vt:variant>
      <vt:variant>
        <vt:lpstr>슬라이드 제목</vt:lpstr>
      </vt:variant>
      <vt:variant>
        <vt:i4>21</vt:i4>
      </vt:variant>
    </vt:vector>
  </HeadingPairs>
  <TitlesOfParts>
    <vt:vector size="37" baseType="lpstr">
      <vt:lpstr>Malgun Gothic Semilight</vt:lpstr>
      <vt:lpstr>Nanum Gothic</vt:lpstr>
      <vt:lpstr>굴림</vt:lpstr>
      <vt:lpstr>나눔고딕</vt:lpstr>
      <vt:lpstr>돋움</vt:lpstr>
      <vt:lpstr>맑은 고딕</vt:lpstr>
      <vt:lpstr>Arial</vt:lpstr>
      <vt:lpstr>Segoe UI</vt:lpstr>
      <vt:lpstr>Wingdings</vt:lpstr>
      <vt:lpstr>Wingdings 2</vt:lpstr>
      <vt:lpstr>1_디자인 사용자 지정</vt:lpstr>
      <vt:lpstr>디자인 사용자 지정</vt:lpstr>
      <vt:lpstr>3_디자인 사용자 지정</vt:lpstr>
      <vt:lpstr>5_디자인 사용자 지정</vt:lpstr>
      <vt:lpstr>2_디자인 사용자 지정</vt:lpstr>
      <vt:lpstr>4_디자인 사용자 지정</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권석 오</dc:creator>
  <cp:lastModifiedBy>여 승은</cp:lastModifiedBy>
  <cp:revision>183</cp:revision>
  <dcterms:created xsi:type="dcterms:W3CDTF">2019-06-17T11:30:23Z</dcterms:created>
  <dcterms:modified xsi:type="dcterms:W3CDTF">2026-04-17T06:01:40Z</dcterms:modified>
</cp:coreProperties>
</file>