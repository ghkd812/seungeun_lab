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5" r:id="rId1"/>
  </p:sldMasterIdLst>
  <p:notesMasterIdLst>
    <p:notesMasterId r:id="rId5"/>
  </p:notesMasterIdLst>
  <p:sldIdLst>
    <p:sldId id="260" r:id="rId2"/>
    <p:sldId id="622" r:id="rId3"/>
    <p:sldId id="623" r:id="rId4"/>
  </p:sldIdLst>
  <p:sldSz cx="12192000" cy="6858000"/>
  <p:notesSz cx="9866313" cy="673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구역" id="{715198B4-CE40-4C73-AFF6-3A03F6F9DBB8}">
          <p14:sldIdLst>
            <p14:sldId id="260"/>
          </p14:sldIdLst>
        </p14:section>
        <p14:section name="메인페이지" id="{153D97F0-3F0D-4ED1-B8E6-1213FD5EAAA2}">
          <p14:sldIdLst>
            <p14:sldId id="622"/>
            <p14:sldId id="6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72" userDrawn="1">
          <p15:clr>
            <a:srgbClr val="A4A3A4"/>
          </p15:clr>
        </p15:guide>
        <p15:guide id="3" pos="778">
          <p15:clr>
            <a:srgbClr val="A4A3A4"/>
          </p15:clr>
        </p15:guide>
        <p15:guide id="4" pos="370" userDrawn="1">
          <p15:clr>
            <a:srgbClr val="A4A3A4"/>
          </p15:clr>
        </p15:guide>
        <p15:guide id="5" pos="7265" userDrawn="1">
          <p15:clr>
            <a:srgbClr val="A4A3A4"/>
          </p15:clr>
        </p15:guide>
        <p15:guide id="6" orient="horz" pos="981" userDrawn="1">
          <p15:clr>
            <a:srgbClr val="A4A3A4"/>
          </p15:clr>
        </p15:guide>
        <p15:guide id="7" orient="horz" pos="4065" userDrawn="1">
          <p15:clr>
            <a:srgbClr val="A4A3A4"/>
          </p15:clr>
        </p15:guide>
        <p15:guide id="8" pos="529">
          <p15:clr>
            <a:srgbClr val="A4A3A4"/>
          </p15:clr>
        </p15:guide>
        <p15:guide id="9" pos="1300">
          <p15:clr>
            <a:srgbClr val="A4A3A4"/>
          </p15:clr>
        </p15:guide>
        <p15:guide id="10" pos="7061">
          <p15:clr>
            <a:srgbClr val="A4A3A4"/>
          </p15:clr>
        </p15:guide>
        <p15:guide id="11" pos="779">
          <p15:clr>
            <a:srgbClr val="A4A3A4"/>
          </p15:clr>
        </p15:guide>
        <p15:guide id="12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5" roundtripDataSignature="AMtx7mjR73HqTNzXwEdWLH/qzlIOuRHt9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2" clrIdx="0">
    <p:extLst>
      <p:ext uri="{19B8F6BF-5375-455C-9EA6-DF929625EA0E}">
        <p15:presenceInfo xmlns:p15="http://schemas.microsoft.com/office/powerpoint/2012/main" userId="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ADA"/>
    <a:srgbClr val="FFFFFF"/>
    <a:srgbClr val="F2DCDB"/>
    <a:srgbClr val="F2F2F2"/>
    <a:srgbClr val="4F81BD"/>
    <a:srgbClr val="FECB0E"/>
    <a:srgbClr val="F897AB"/>
    <a:srgbClr val="95B3D7"/>
    <a:srgbClr val="1351A5"/>
    <a:srgbClr val="FF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B3251E-1545-4ECF-93FE-F2C1782842DC}">
  <a:tblStyle styleId="{63B3251E-1545-4ECF-93FE-F2C1782842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844F25C-C96F-40AE-9949-E4CE2838BC1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D4A5040-AA31-4F8C-B828-556E1729EF7B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FCEC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CECE7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1844" autoAdjust="0"/>
  </p:normalViewPr>
  <p:slideViewPr>
    <p:cSldViewPr snapToGrid="0">
      <p:cViewPr varScale="1">
        <p:scale>
          <a:sx n="78" d="100"/>
          <a:sy n="78" d="100"/>
        </p:scale>
        <p:origin x="926" y="67"/>
      </p:cViewPr>
      <p:guideLst>
        <p:guide orient="horz" pos="2160"/>
        <p:guide pos="3772"/>
        <p:guide pos="778"/>
        <p:guide pos="370"/>
        <p:guide pos="7265"/>
        <p:guide orient="horz" pos="981"/>
        <p:guide orient="horz" pos="4065"/>
        <p:guide pos="529"/>
        <p:guide pos="1300"/>
        <p:guide pos="7061"/>
        <p:guide pos="779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7" d="100"/>
          <a:sy n="117" d="100"/>
        </p:scale>
        <p:origin x="-2112" y="-114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125" Type="http://customschemas.google.com/relationships/presentationmetadata" Target="metadata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28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12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2"/>
            <a:ext cx="4275402" cy="33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3063" y="841375"/>
            <a:ext cx="4040187" cy="227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6397807"/>
            <a:ext cx="4275402" cy="33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48" tIns="45362" rIns="90748" bIns="45362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>
                <a:buSzPts val="1200"/>
              </a:pPr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3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SM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C&amp;C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사이트</a:t>
            </a:r>
          </a:p>
        </p:txBody>
      </p:sp>
      <p:sp>
        <p:nvSpPr>
          <p:cNvPr id="23" name="직사각형 22"/>
          <p:cNvSpPr/>
          <p:nvPr userDrawn="1"/>
        </p:nvSpPr>
        <p:spPr>
          <a:xfrm>
            <a:off x="406877" y="825789"/>
            <a:ext cx="7257458" cy="5739173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640CCC-BD4A-4F0D-8363-28DEDD56823D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2025-12-03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12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0A70B4-5251-41E1-BC31-93133B2D5503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124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409579" y="42386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409579" y="201611"/>
            <a:ext cx="11410947" cy="1968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ko-KR" sz="800">
              <a:solidFill>
                <a:prstClr val="black">
                  <a:lumMod val="50000"/>
                  <a:lumOff val="50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409578" y="20161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Project</a:t>
            </a: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409578" y="423861"/>
            <a:ext cx="822327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No.</a:t>
            </a: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3405438" y="20161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Name</a:t>
            </a:r>
          </a:p>
        </p:txBody>
      </p: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3405438" y="423861"/>
            <a:ext cx="900459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Route</a:t>
            </a:r>
          </a:p>
        </p:txBody>
      </p:sp>
      <p:sp>
        <p:nvSpPr>
          <p:cNvPr id="13" name="Rectangle 17"/>
          <p:cNvSpPr>
            <a:spLocks noChangeArrowheads="1"/>
          </p:cNvSpPr>
          <p:nvPr userDrawn="1"/>
        </p:nvSpPr>
        <p:spPr bwMode="auto">
          <a:xfrm>
            <a:off x="9997911" y="20161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Date</a:t>
            </a:r>
          </a:p>
        </p:txBody>
      </p:sp>
      <p:sp>
        <p:nvSpPr>
          <p:cNvPr id="14" name="Rectangle 18"/>
          <p:cNvSpPr>
            <a:spLocks noChangeArrowheads="1"/>
          </p:cNvSpPr>
          <p:nvPr userDrawn="1"/>
        </p:nvSpPr>
        <p:spPr bwMode="auto">
          <a:xfrm>
            <a:off x="9997911" y="423861"/>
            <a:ext cx="831700" cy="196850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altLang="ko-KR" sz="800">
                <a:solidFill>
                  <a:prstClr val="black">
                    <a:lumMod val="50000"/>
                    <a:lumOff val="50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Page Type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1231904" y="415551"/>
            <a:ext cx="3145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800CC23-1CEB-4679-8533-849E50F3EED3}" type="slidenum"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245493" y="190749"/>
            <a:ext cx="21508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참좋은여행 국내외 항공 개발</a:t>
            </a:r>
          </a:p>
        </p:txBody>
      </p:sp>
      <p:sp>
        <p:nvSpPr>
          <p:cNvPr id="16" name="직사각형 15"/>
          <p:cNvSpPr/>
          <p:nvPr userDrawn="1"/>
        </p:nvSpPr>
        <p:spPr>
          <a:xfrm>
            <a:off x="406877" y="825790"/>
            <a:ext cx="3168600" cy="57931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3992072" y="825789"/>
            <a:ext cx="3171552" cy="579312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A91EA9-30EF-48DD-BC6B-5A93E9C14077}"/>
              </a:ext>
            </a:extLst>
          </p:cNvPr>
          <p:cNvSpPr/>
          <p:nvPr userDrawn="1"/>
        </p:nvSpPr>
        <p:spPr>
          <a:xfrm>
            <a:off x="406877" y="825789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BCF6D4-2A69-4AB3-8356-2B916A4C00FC}"/>
              </a:ext>
            </a:extLst>
          </p:cNvPr>
          <p:cNvSpPr/>
          <p:nvPr userDrawn="1"/>
        </p:nvSpPr>
        <p:spPr>
          <a:xfrm>
            <a:off x="3992072" y="825788"/>
            <a:ext cx="3168600" cy="10448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en-US" altLang="ko-KR" sz="7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Indicator Area</a:t>
            </a:r>
            <a:endParaRPr lang="en-US" altLang="ko-KR" sz="7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573EF9-91D0-49B4-B574-E6950D73060B}"/>
              </a:ext>
            </a:extLst>
          </p:cNvPr>
          <p:cNvSpPr/>
          <p:nvPr userDrawn="1"/>
        </p:nvSpPr>
        <p:spPr>
          <a:xfrm>
            <a:off x="10814371" y="199761"/>
            <a:ext cx="999965" cy="19685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2020-11-27</a:t>
            </a:r>
            <a:endParaRPr lang="ko-KR" altLang="en-US" sz="80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4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400051" y="4829175"/>
            <a:ext cx="1142047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6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7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720" r:id="rId4"/>
    <p:sldLayoutId id="2147483719" r:id="rId5"/>
    <p:sldLayoutId id="2147483706" r:id="rId6"/>
    <p:sldLayoutId id="2147483672" r:id="rId7"/>
    <p:sldLayoutId id="2147483705" r:id="rId8"/>
    <p:sldLayoutId id="2147483721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mcultureandcontents.com/ko/company/aboutus.asp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dmin.smcultureandcontents.com:7078/siteSmAdmin/history/Company.asp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17B2C6-2D2F-4F2D-BDD2-B69F00839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495550" y="5195889"/>
            <a:ext cx="1747838" cy="23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7851" tIns="33927" rIns="67851" bIns="33927">
            <a:spAutoFit/>
          </a:bodyPr>
          <a:lstStyle/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  <a:defRPr/>
            </a:pPr>
            <a:r>
              <a:rPr lang="en-US" altLang="ko-KR" sz="1000">
                <a:latin typeface="맑은 고딕" panose="020B0503020000020004" pitchFamily="50" charset="-127"/>
                <a:ea typeface="+mj-ea"/>
                <a:cs typeface="Arial" pitchFamily="34" charset="0"/>
              </a:rPr>
              <a:t>2026.01.09</a:t>
            </a:r>
            <a:endParaRPr lang="en-US" altLang="ko-KR" sz="1000" dirty="0"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495550" y="2133601"/>
            <a:ext cx="7345363" cy="1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851" tIns="33927" rIns="67851" bIns="33927">
            <a:spAutoFit/>
          </a:bodyPr>
          <a:lstStyle/>
          <a:p>
            <a:pPr defTabSz="592138" latinLnBrk="0">
              <a:lnSpc>
                <a:spcPct val="85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r>
              <a:rPr lang="en-US" altLang="ko-KR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SM C&amp;C </a:t>
            </a:r>
            <a:r>
              <a:rPr lang="ko-KR" altLang="en-US" sz="3200" b="1" dirty="0">
                <a:solidFill>
                  <a:schemeClr val="tx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사이트</a:t>
            </a:r>
            <a:endParaRPr lang="en-US" altLang="ko-KR" sz="3200" b="1" dirty="0">
              <a:solidFill>
                <a:schemeClr val="tx1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  <a:p>
            <a:pPr defTabSz="592138" latinLnBrk="0">
              <a:lnSpc>
                <a:spcPct val="120000"/>
              </a:lnSpc>
              <a:buClr>
                <a:srgbClr val="000000"/>
              </a:buClr>
              <a:buSzPct val="100000"/>
              <a:tabLst>
                <a:tab pos="0" algn="l"/>
                <a:tab pos="674688" algn="l"/>
                <a:tab pos="1352550" algn="l"/>
                <a:tab pos="2032000" algn="l"/>
                <a:tab pos="2708275" algn="l"/>
                <a:tab pos="3386138" algn="l"/>
                <a:tab pos="4065588" algn="l"/>
                <a:tab pos="4741863" algn="l"/>
                <a:tab pos="5419725" algn="l"/>
                <a:tab pos="6097588" algn="l"/>
                <a:tab pos="6777038" algn="l"/>
              </a:tabLst>
            </a:pPr>
            <a:endParaRPr lang="en-US" altLang="ko-KR" sz="1200" dirty="0">
              <a:solidFill>
                <a:schemeClr val="tx1"/>
              </a:solidFill>
              <a:latin typeface="+mj-ea"/>
              <a:ea typeface="+mj-ea"/>
              <a:cs typeface="Arial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기획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/ IT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개발운영팀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SM C&amp;C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DAF3D421-1032-43A1-8937-9C554A6F7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76" y="1465192"/>
            <a:ext cx="2242706" cy="43663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713950-47AB-411D-ADAE-9CE740A2DBAD}"/>
              </a:ext>
            </a:extLst>
          </p:cNvPr>
          <p:cNvCxnSpPr>
            <a:cxnSpLocks/>
          </p:cNvCxnSpPr>
          <p:nvPr/>
        </p:nvCxnSpPr>
        <p:spPr>
          <a:xfrm>
            <a:off x="2578676" y="5089236"/>
            <a:ext cx="617107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3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719766"/>
              </p:ext>
            </p:extLst>
          </p:nvPr>
        </p:nvGraphicFramePr>
        <p:xfrm>
          <a:off x="8607186" y="811446"/>
          <a:ext cx="33759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hlinkClick r:id="rId2"/>
                        </a:rPr>
                        <a:t>https://www.smcultureandcontents.com/ko/company/aboutus.asp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사업부문 타이틀 </a:t>
                      </a: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[{TITLE}]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사업부분 타이틀에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BUSINESS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부문을 노출 시킬 수 있도록 추가 요청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3PAGE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 화면에서 핸들링 중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관리자 화면에서 선택 시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BUSINESS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노출 시킬 수 있도록 추가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u="sng" kern="1200" baseline="0" dirty="0">
                          <a:solidFill>
                            <a:schemeClr val="accent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상세내용은 </a:t>
                      </a:r>
                      <a:r>
                        <a:rPr lang="en-US" altLang="ko-KR" sz="700" b="0" u="sng" kern="1200" baseline="0" dirty="0">
                          <a:solidFill>
                            <a:schemeClr val="accent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3PAGE </a:t>
                      </a:r>
                      <a:r>
                        <a:rPr lang="ko-KR" altLang="en-US" sz="700" b="0" u="sng" kern="1200" baseline="0" dirty="0">
                          <a:solidFill>
                            <a:schemeClr val="accent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참고</a:t>
                      </a:r>
                      <a:endParaRPr lang="en-US" altLang="ko-KR" sz="700" b="0" u="sng" kern="1200" baseline="0" dirty="0">
                        <a:solidFill>
                          <a:schemeClr val="accent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91677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기업소개 페이지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연혁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SM C&amp;C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메인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기업소개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연혁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(History)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FD11D0-EC83-488F-A450-1F9EB2F51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8" y="865357"/>
            <a:ext cx="6759589" cy="38321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984E8D8-28C3-487B-8A15-604A8C4E0C29}"/>
              </a:ext>
            </a:extLst>
          </p:cNvPr>
          <p:cNvSpPr/>
          <p:nvPr/>
        </p:nvSpPr>
        <p:spPr>
          <a:xfrm>
            <a:off x="5231008" y="2637125"/>
            <a:ext cx="864991" cy="1905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`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타원 6">
            <a:extLst>
              <a:ext uri="{FF2B5EF4-FFF2-40B4-BE49-F238E27FC236}">
                <a16:creationId xmlns:a16="http://schemas.microsoft.com/office/drawing/2014/main" id="{800B0D45-198D-4589-AE33-3B71E3414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758" y="2541875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195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480494"/>
              </p:ext>
            </p:extLst>
          </p:nvPr>
        </p:nvGraphicFramePr>
        <p:xfrm>
          <a:off x="8607186" y="811446"/>
          <a:ext cx="33759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800" b="0" kern="1200" dirty="0">
                          <a:solidFill>
                            <a:schemeClr val="bg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Description</a:t>
                      </a:r>
                      <a:endParaRPr lang="ko-KR" altLang="en-US" sz="800" b="0" kern="1200" dirty="0">
                        <a:solidFill>
                          <a:schemeClr val="bg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년도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기간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내용 설정을 통해 현재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페이지 연혁이 노출 관리되고 있음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hlinkClick r:id="rId2"/>
                        </a:rPr>
                        <a:t>https://admin.smcultureandcontents.com:7078/siteSmAdmin/history/Company.asp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연혁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어워드 관리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 선택 영역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현재 부문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SELECT BOX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 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공통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광고 스튜디오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 err="1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매니지먼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커머스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여행이 존재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BUSINESS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2PAGE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연혁 페이지에서 노출 시킬 수 있도록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부문 컬럼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SELECT BOX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 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요청</a:t>
                      </a:r>
                      <a:endParaRPr lang="en-US" altLang="ko-KR" sz="700" b="1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SELECT BOX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IP </a:t>
                      </a:r>
                      <a:r>
                        <a:rPr lang="ko-KR" altLang="en-US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선택 시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2PAGE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연혁 페이지 </a:t>
                      </a:r>
                      <a: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번 영역에서</a:t>
                      </a:r>
                      <a:br>
                        <a:rPr lang="en-US" altLang="ko-KR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700" b="1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[IP BUSINESS]</a:t>
                      </a:r>
                      <a:r>
                        <a:rPr lang="ko-KR" altLang="en-US" sz="7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노출</a:t>
                      </a:r>
                      <a:endParaRPr lang="en-US" altLang="ko-KR" sz="7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91677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12366" y="199627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연혁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어워드 관리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관리자 페이지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2366" y="419389"/>
            <a:ext cx="32158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COMPANY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&gt;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연혁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어워드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48513" y="421528"/>
            <a:ext cx="976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Page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A43733-DF0C-4DD7-A686-1DE2170E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77" y="1444519"/>
            <a:ext cx="7300768" cy="323614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F429E78-EA70-4164-AAE6-0F72BB2B8B0A}"/>
              </a:ext>
            </a:extLst>
          </p:cNvPr>
          <p:cNvSpPr/>
          <p:nvPr/>
        </p:nvSpPr>
        <p:spPr>
          <a:xfrm>
            <a:off x="2146063" y="3429000"/>
            <a:ext cx="408369" cy="125165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`</a:t>
            </a:r>
            <a:endParaRPr lang="ko-KR" altLang="en-US" sz="1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6">
            <a:extLst>
              <a:ext uri="{FF2B5EF4-FFF2-40B4-BE49-F238E27FC236}">
                <a16:creationId xmlns:a16="http://schemas.microsoft.com/office/drawing/2014/main" id="{6E2CE90F-9A84-40D5-9AAD-3F05FBB9D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813" y="3333750"/>
            <a:ext cx="190500" cy="190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wrap="none" lIns="36000" tIns="36000" rIns="36000" bIns="36000" anchor="ctr"/>
          <a:lstStyle>
            <a:lvl1pPr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700" dirty="0">
                <a:solidFill>
                  <a:srgbClr val="FFFFFF"/>
                </a:solidFill>
                <a:latin typeface="+mn-ea"/>
                <a:ea typeface="+mn-ea"/>
              </a:rPr>
              <a:t>1</a:t>
            </a:r>
            <a:endParaRPr lang="ko-KR" altLang="en-US" sz="7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001332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 w="3175"/>
      </a:spPr>
      <a:bodyPr rtlCol="0" anchor="ctr"/>
      <a:lstStyle>
        <a:defPPr algn="ctr">
          <a:defRPr sz="100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62320</TotalTime>
  <Words>206</Words>
  <Application>Microsoft Office PowerPoint</Application>
  <PresentationFormat>와이드스크린</PresentationFormat>
  <Paragraphs>32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나눔고딕</vt:lpstr>
      <vt:lpstr>맑은 고딕</vt:lpstr>
      <vt:lpstr>맑은 고딕</vt:lpstr>
      <vt:lpstr>Arial</vt:lpstr>
      <vt:lpstr>Wingdings</vt:lpstr>
      <vt:lpstr>디자인 사용자 지정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항공 예약 시스템 구축 제안</dc:title>
  <dc:creator>sunghlee</dc:creator>
  <cp:lastModifiedBy>여 승은</cp:lastModifiedBy>
  <cp:revision>7808</cp:revision>
  <cp:lastPrinted>2025-08-21T02:59:43Z</cp:lastPrinted>
  <dcterms:created xsi:type="dcterms:W3CDTF">2016-10-06T04:29:15Z</dcterms:created>
  <dcterms:modified xsi:type="dcterms:W3CDTF">2026-01-09T01:26:59Z</dcterms:modified>
</cp:coreProperties>
</file>