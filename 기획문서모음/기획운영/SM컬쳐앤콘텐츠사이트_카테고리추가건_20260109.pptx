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65" r:id="rId1"/>
  </p:sldMasterIdLst>
  <p:notesMasterIdLst>
    <p:notesMasterId r:id="rId7"/>
  </p:notesMasterIdLst>
  <p:sldIdLst>
    <p:sldId id="260" r:id="rId2"/>
    <p:sldId id="622" r:id="rId3"/>
    <p:sldId id="623" r:id="rId4"/>
    <p:sldId id="624" r:id="rId5"/>
    <p:sldId id="625" r:id="rId6"/>
  </p:sldIdLst>
  <p:sldSz cx="12192000" cy="6858000"/>
  <p:notesSz cx="9866313" cy="673576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772" userDrawn="1">
          <p15:clr>
            <a:srgbClr val="A4A3A4"/>
          </p15:clr>
        </p15:guide>
        <p15:guide id="3" pos="778">
          <p15:clr>
            <a:srgbClr val="A4A3A4"/>
          </p15:clr>
        </p15:guide>
        <p15:guide id="4" pos="370" userDrawn="1">
          <p15:clr>
            <a:srgbClr val="A4A3A4"/>
          </p15:clr>
        </p15:guide>
        <p15:guide id="5" pos="7265" userDrawn="1">
          <p15:clr>
            <a:srgbClr val="A4A3A4"/>
          </p15:clr>
        </p15:guide>
        <p15:guide id="6" orient="horz" pos="981" userDrawn="1">
          <p15:clr>
            <a:srgbClr val="A4A3A4"/>
          </p15:clr>
        </p15:guide>
        <p15:guide id="7" orient="horz" pos="4065" userDrawn="1">
          <p15:clr>
            <a:srgbClr val="A4A3A4"/>
          </p15:clr>
        </p15:guide>
        <p15:guide id="8" pos="529">
          <p15:clr>
            <a:srgbClr val="A4A3A4"/>
          </p15:clr>
        </p15:guide>
        <p15:guide id="9" pos="1300">
          <p15:clr>
            <a:srgbClr val="A4A3A4"/>
          </p15:clr>
        </p15:guide>
        <p15:guide id="10" pos="7061">
          <p15:clr>
            <a:srgbClr val="A4A3A4"/>
          </p15:clr>
        </p15:guide>
        <p15:guide id="11" pos="779">
          <p15:clr>
            <a:srgbClr val="A4A3A4"/>
          </p15:clr>
        </p15:guide>
        <p15:guide id="12" pos="37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22" userDrawn="1">
          <p15:clr>
            <a:srgbClr val="A4A3A4"/>
          </p15:clr>
        </p15:guide>
        <p15:guide id="2" pos="3107" userDrawn="1">
          <p15:clr>
            <a:srgbClr val="A4A3A4"/>
          </p15:clr>
        </p15:guide>
      </p15:notes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go="http://customooxmlschemas.google.com/" r:id="rId125" roundtripDataSignature="AMtx7mjR73HqTNzXwEdWLH/qzlIOuRHt9g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" initials="a" lastIdx="2" clrIdx="0">
    <p:extLst>
      <p:ext uri="{19B8F6BF-5375-455C-9EA6-DF929625EA0E}">
        <p15:presenceInfo xmlns:p15="http://schemas.microsoft.com/office/powerpoint/2012/main" userId="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EADA"/>
    <a:srgbClr val="FFFFFF"/>
    <a:srgbClr val="F2DCDB"/>
    <a:srgbClr val="F2F2F2"/>
    <a:srgbClr val="4F81BD"/>
    <a:srgbClr val="FECB0E"/>
    <a:srgbClr val="F897AB"/>
    <a:srgbClr val="95B3D7"/>
    <a:srgbClr val="1351A5"/>
    <a:srgbClr val="FFD5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3B3251E-1545-4ECF-93FE-F2C1782842DC}">
  <a:tblStyle styleId="{63B3251E-1545-4ECF-93FE-F2C1782842D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844F25C-C96F-40AE-9949-E4CE2838BC14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 b="off" i="off"/>
      <a:tcStyle>
        <a:tcBdr/>
        <a:fill>
          <a:solidFill>
            <a:srgbClr val="D0DEEF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D0DEEF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ED4A5040-AA31-4F8C-B828-556E1729EF7B}" styleName="Table_2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lt1"/>
          </a:solidFill>
        </a:fill>
      </a:tcStyle>
    </a:wholeTbl>
    <a:band1H>
      <a:tcTxStyle b="off" i="off"/>
      <a:tcStyle>
        <a:tcBdr/>
        <a:fill>
          <a:solidFill>
            <a:srgbClr val="FCECE7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FCECE7"/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l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2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50" autoAdjust="0"/>
    <p:restoredTop sz="91844" autoAdjust="0"/>
  </p:normalViewPr>
  <p:slideViewPr>
    <p:cSldViewPr snapToGrid="0">
      <p:cViewPr varScale="1">
        <p:scale>
          <a:sx n="104" d="100"/>
          <a:sy n="104" d="100"/>
        </p:scale>
        <p:origin x="930" y="96"/>
      </p:cViewPr>
      <p:guideLst>
        <p:guide orient="horz" pos="2160"/>
        <p:guide pos="3772"/>
        <p:guide pos="778"/>
        <p:guide pos="370"/>
        <p:guide pos="7265"/>
        <p:guide orient="horz" pos="981"/>
        <p:guide orient="horz" pos="4065"/>
        <p:guide pos="529"/>
        <p:guide pos="1300"/>
        <p:guide pos="7061"/>
        <p:guide pos="779"/>
        <p:guide pos="37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116" d="100"/>
          <a:sy n="116" d="100"/>
        </p:scale>
        <p:origin x="2118" y="90"/>
      </p:cViewPr>
      <p:guideLst>
        <p:guide orient="horz" pos="2122"/>
        <p:guide pos="310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125" Type="http://customschemas.google.com/relationships/presentationmetadata" Target="metadata"/><Relationship Id="rId7" Type="http://schemas.openxmlformats.org/officeDocument/2006/relationships/notesMaster" Target="notesMasters/notesMaster1.xml"/><Relationship Id="rId129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28" Type="http://schemas.openxmlformats.org/officeDocument/2006/relationships/viewProps" Target="viewProps.xml"/><Relationship Id="rId5" Type="http://schemas.openxmlformats.org/officeDocument/2006/relationships/slide" Target="slides/slide4.xml"/><Relationship Id="rId127" Type="http://schemas.openxmlformats.org/officeDocument/2006/relationships/presProps" Target="presProps.xml"/><Relationship Id="rId130" Type="http://schemas.openxmlformats.org/officeDocument/2006/relationships/tableStyles" Target="tableStyles.xml"/><Relationship Id="rId4" Type="http://schemas.openxmlformats.org/officeDocument/2006/relationships/slide" Target="slides/slide3.xml"/><Relationship Id="rId126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2"/>
            <a:ext cx="4275402" cy="337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748" tIns="45362" rIns="90748" bIns="45362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588628" y="2"/>
            <a:ext cx="4275402" cy="337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748" tIns="45362" rIns="90748" bIns="45362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913063" y="841375"/>
            <a:ext cx="4040187" cy="2273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86632" y="3241586"/>
            <a:ext cx="7893050" cy="2652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748" tIns="45362" rIns="90748" bIns="45362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6397807"/>
            <a:ext cx="4275402" cy="337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748" tIns="45362" rIns="90748" bIns="45362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588628" y="6397807"/>
            <a:ext cx="4275402" cy="337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748" tIns="45362" rIns="90748" bIns="45362" anchor="b" anchorCtr="0">
            <a:noAutofit/>
          </a:bodyPr>
          <a:lstStyle/>
          <a:p>
            <a:pPr algn="r">
              <a:buSzPts val="1200"/>
            </a:pPr>
            <a:fld id="{00000000-1234-1234-1234-123412341234}" type="slidenum">
              <a:rPr lang="en-US" altLang="ko-KR" sz="120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pPr algn="r">
                <a:buSzPts val="1200"/>
              </a:pPr>
              <a:t>‹#›</a:t>
            </a:fld>
            <a:endParaRPr lang="en-US"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buSzPts val="1200"/>
            </a:pPr>
            <a:fld id="{00000000-1234-1234-1234-123412341234}" type="slidenum">
              <a:rPr lang="en-US" altLang="ko-KR" sz="120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pPr algn="r">
                <a:buSzPts val="1200"/>
              </a:pPr>
              <a:t>2</a:t>
            </a:fld>
            <a:endParaRPr lang="en-US"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7503577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/>
          <p:cNvCxnSpPr/>
          <p:nvPr userDrawn="1"/>
        </p:nvCxnSpPr>
        <p:spPr>
          <a:xfrm>
            <a:off x="400051" y="4829175"/>
            <a:ext cx="11420475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1624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0138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0"/>
          <p:cNvSpPr>
            <a:spLocks noChangeArrowheads="1"/>
          </p:cNvSpPr>
          <p:nvPr userDrawn="1"/>
        </p:nvSpPr>
        <p:spPr bwMode="auto">
          <a:xfrm>
            <a:off x="409579" y="201611"/>
            <a:ext cx="11410947" cy="19685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ko-KR" sz="800">
              <a:solidFill>
                <a:prstClr val="black">
                  <a:lumMod val="50000"/>
                  <a:lumOff val="50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Rectangle 11"/>
          <p:cNvSpPr>
            <a:spLocks noChangeArrowheads="1"/>
          </p:cNvSpPr>
          <p:nvPr userDrawn="1"/>
        </p:nvSpPr>
        <p:spPr bwMode="auto">
          <a:xfrm>
            <a:off x="409578" y="201611"/>
            <a:ext cx="822327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Project</a:t>
            </a:r>
          </a:p>
        </p:txBody>
      </p:sp>
      <p:sp>
        <p:nvSpPr>
          <p:cNvPr id="11" name="Rectangle 12"/>
          <p:cNvSpPr>
            <a:spLocks noChangeArrowheads="1"/>
          </p:cNvSpPr>
          <p:nvPr userDrawn="1"/>
        </p:nvSpPr>
        <p:spPr bwMode="auto">
          <a:xfrm>
            <a:off x="3405438" y="201611"/>
            <a:ext cx="900459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Name</a:t>
            </a:r>
          </a:p>
        </p:txBody>
      </p:sp>
      <p:sp>
        <p:nvSpPr>
          <p:cNvPr id="13" name="Rectangle 17"/>
          <p:cNvSpPr>
            <a:spLocks noChangeArrowheads="1"/>
          </p:cNvSpPr>
          <p:nvPr userDrawn="1"/>
        </p:nvSpPr>
        <p:spPr bwMode="auto">
          <a:xfrm>
            <a:off x="9997911" y="201611"/>
            <a:ext cx="831700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Date</a:t>
            </a:r>
          </a:p>
        </p:txBody>
      </p:sp>
      <p:sp>
        <p:nvSpPr>
          <p:cNvPr id="17" name="TextBox 16"/>
          <p:cNvSpPr txBox="1"/>
          <p:nvPr userDrawn="1"/>
        </p:nvSpPr>
        <p:spPr>
          <a:xfrm>
            <a:off x="1245493" y="190749"/>
            <a:ext cx="21508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SM C&amp;C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브랜드 사이트</a:t>
            </a:r>
          </a:p>
        </p:txBody>
      </p:sp>
      <p:sp>
        <p:nvSpPr>
          <p:cNvPr id="23" name="직사각형 22"/>
          <p:cNvSpPr/>
          <p:nvPr userDrawn="1"/>
        </p:nvSpPr>
        <p:spPr>
          <a:xfrm>
            <a:off x="406877" y="478173"/>
            <a:ext cx="5687031" cy="5108894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0" lang="ko-KR" altLang="en-US" sz="800">
              <a:solidFill>
                <a:schemeClr val="bg1">
                  <a:lumMod val="50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F640CCC-BD4A-4F0D-8363-28DEDD56823D}"/>
              </a:ext>
            </a:extLst>
          </p:cNvPr>
          <p:cNvSpPr/>
          <p:nvPr userDrawn="1"/>
        </p:nvSpPr>
        <p:spPr>
          <a:xfrm>
            <a:off x="10814371" y="199761"/>
            <a:ext cx="999965" cy="19685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2026-01-09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1B7554A-2870-4533-9A4E-75089271E3A3}"/>
              </a:ext>
            </a:extLst>
          </p:cNvPr>
          <p:cNvSpPr/>
          <p:nvPr userDrawn="1"/>
        </p:nvSpPr>
        <p:spPr>
          <a:xfrm>
            <a:off x="6096001" y="478173"/>
            <a:ext cx="5718336" cy="5107044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0" lang="ko-KR" altLang="en-US" sz="800">
              <a:solidFill>
                <a:schemeClr val="bg1">
                  <a:lumMod val="50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C8E41FC-32CF-44C2-8B8F-A44539F9F155}"/>
              </a:ext>
            </a:extLst>
          </p:cNvPr>
          <p:cNvSpPr/>
          <p:nvPr userDrawn="1"/>
        </p:nvSpPr>
        <p:spPr>
          <a:xfrm>
            <a:off x="6096000" y="476322"/>
            <a:ext cx="5718336" cy="23253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i="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TO-BE</a:t>
            </a:r>
            <a:endParaRPr lang="ko-KR" altLang="en-US" sz="1000" b="1" i="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1D4449A-91B5-4D4F-AE4A-6342E036A0B6}"/>
              </a:ext>
            </a:extLst>
          </p:cNvPr>
          <p:cNvSpPr/>
          <p:nvPr userDrawn="1"/>
        </p:nvSpPr>
        <p:spPr>
          <a:xfrm>
            <a:off x="404785" y="478172"/>
            <a:ext cx="5689123" cy="23068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i="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AS-IS</a:t>
            </a:r>
            <a:endParaRPr lang="ko-KR" altLang="en-US" sz="1000" b="1" i="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D764901-735A-48DB-94F6-263C56FA2088}"/>
              </a:ext>
            </a:extLst>
          </p:cNvPr>
          <p:cNvSpPr/>
          <p:nvPr userDrawn="1"/>
        </p:nvSpPr>
        <p:spPr>
          <a:xfrm>
            <a:off x="404785" y="5587067"/>
            <a:ext cx="11409551" cy="977895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70C0AFC-0FB6-4411-A871-7F34CB001956}"/>
              </a:ext>
            </a:extLst>
          </p:cNvPr>
          <p:cNvSpPr/>
          <p:nvPr userDrawn="1"/>
        </p:nvSpPr>
        <p:spPr>
          <a:xfrm>
            <a:off x="404785" y="5268286"/>
            <a:ext cx="11409551" cy="326513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DC57F0E-38F6-4890-A11E-37ADACD67565}"/>
              </a:ext>
            </a:extLst>
          </p:cNvPr>
          <p:cNvSpPr/>
          <p:nvPr userDrawn="1"/>
        </p:nvSpPr>
        <p:spPr>
          <a:xfrm>
            <a:off x="404784" y="5268683"/>
            <a:ext cx="1479143" cy="33345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61D44C-FFE7-415D-8A45-F72D1C423C33}"/>
              </a:ext>
            </a:extLst>
          </p:cNvPr>
          <p:cNvSpPr txBox="1"/>
          <p:nvPr userDrawn="1"/>
        </p:nvSpPr>
        <p:spPr>
          <a:xfrm>
            <a:off x="776580" y="5276018"/>
            <a:ext cx="11073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PATH</a:t>
            </a:r>
            <a:endParaRPr lang="ko-KR" altLang="en-US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63C069D-9915-46FA-BD10-4B7BDE0603CB}"/>
              </a:ext>
            </a:extLst>
          </p:cNvPr>
          <p:cNvSpPr/>
          <p:nvPr userDrawn="1"/>
        </p:nvSpPr>
        <p:spPr>
          <a:xfrm>
            <a:off x="404784" y="5602134"/>
            <a:ext cx="1479143" cy="962828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Detail Description</a:t>
            </a:r>
            <a:endParaRPr lang="ko-KR" altLang="en-US" sz="14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89453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ChangeArrowheads="1"/>
          </p:cNvSpPr>
          <p:nvPr userDrawn="1"/>
        </p:nvSpPr>
        <p:spPr bwMode="auto">
          <a:xfrm>
            <a:off x="409579" y="423861"/>
            <a:ext cx="11410947" cy="19685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ko-KR" sz="800">
              <a:solidFill>
                <a:prstClr val="black">
                  <a:lumMod val="50000"/>
                  <a:lumOff val="50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Rectangle 10"/>
          <p:cNvSpPr>
            <a:spLocks noChangeArrowheads="1"/>
          </p:cNvSpPr>
          <p:nvPr userDrawn="1"/>
        </p:nvSpPr>
        <p:spPr bwMode="auto">
          <a:xfrm>
            <a:off x="409579" y="201611"/>
            <a:ext cx="11410947" cy="19685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ko-KR" sz="800">
              <a:solidFill>
                <a:prstClr val="black">
                  <a:lumMod val="50000"/>
                  <a:lumOff val="50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Rectangle 11"/>
          <p:cNvSpPr>
            <a:spLocks noChangeArrowheads="1"/>
          </p:cNvSpPr>
          <p:nvPr userDrawn="1"/>
        </p:nvSpPr>
        <p:spPr bwMode="auto">
          <a:xfrm>
            <a:off x="409578" y="201611"/>
            <a:ext cx="822327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Project</a:t>
            </a:r>
          </a:p>
        </p:txBody>
      </p:sp>
      <p:sp>
        <p:nvSpPr>
          <p:cNvPr id="10" name="Rectangle 15"/>
          <p:cNvSpPr>
            <a:spLocks noChangeArrowheads="1"/>
          </p:cNvSpPr>
          <p:nvPr userDrawn="1"/>
        </p:nvSpPr>
        <p:spPr bwMode="auto">
          <a:xfrm>
            <a:off x="409578" y="423861"/>
            <a:ext cx="822327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No.</a:t>
            </a:r>
          </a:p>
        </p:txBody>
      </p:sp>
      <p:sp>
        <p:nvSpPr>
          <p:cNvPr id="11" name="Rectangle 12"/>
          <p:cNvSpPr>
            <a:spLocks noChangeArrowheads="1"/>
          </p:cNvSpPr>
          <p:nvPr userDrawn="1"/>
        </p:nvSpPr>
        <p:spPr bwMode="auto">
          <a:xfrm>
            <a:off x="3405438" y="201611"/>
            <a:ext cx="900459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Name</a:t>
            </a:r>
          </a:p>
        </p:txBody>
      </p:sp>
      <p:sp>
        <p:nvSpPr>
          <p:cNvPr id="12" name="Rectangle 16"/>
          <p:cNvSpPr>
            <a:spLocks noChangeArrowheads="1"/>
          </p:cNvSpPr>
          <p:nvPr userDrawn="1"/>
        </p:nvSpPr>
        <p:spPr bwMode="auto">
          <a:xfrm>
            <a:off x="3405438" y="423861"/>
            <a:ext cx="900459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Route</a:t>
            </a:r>
          </a:p>
        </p:txBody>
      </p:sp>
      <p:sp>
        <p:nvSpPr>
          <p:cNvPr id="13" name="Rectangle 17"/>
          <p:cNvSpPr>
            <a:spLocks noChangeArrowheads="1"/>
          </p:cNvSpPr>
          <p:nvPr userDrawn="1"/>
        </p:nvSpPr>
        <p:spPr bwMode="auto">
          <a:xfrm>
            <a:off x="9997911" y="201611"/>
            <a:ext cx="831700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Date</a:t>
            </a:r>
          </a:p>
        </p:txBody>
      </p:sp>
      <p:sp>
        <p:nvSpPr>
          <p:cNvPr id="14" name="Rectangle 18"/>
          <p:cNvSpPr>
            <a:spLocks noChangeArrowheads="1"/>
          </p:cNvSpPr>
          <p:nvPr userDrawn="1"/>
        </p:nvSpPr>
        <p:spPr bwMode="auto">
          <a:xfrm>
            <a:off x="9997911" y="423861"/>
            <a:ext cx="831700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Type</a:t>
            </a:r>
          </a:p>
        </p:txBody>
      </p:sp>
      <p:sp>
        <p:nvSpPr>
          <p:cNvPr id="15" name="직사각형 14"/>
          <p:cNvSpPr/>
          <p:nvPr userDrawn="1"/>
        </p:nvSpPr>
        <p:spPr>
          <a:xfrm>
            <a:off x="1231904" y="415551"/>
            <a:ext cx="31451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9800CC23-1CEB-4679-8533-849E50F3EED3}" type="slidenum">
              <a:rPr lang="ko-KR" altLang="en-US" sz="8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pPr/>
              <a:t>‹#›</a:t>
            </a:fld>
            <a:endParaRPr lang="ko-KR" altLang="en-US" sz="80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1245493" y="190749"/>
            <a:ext cx="21508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참좋은여행 국내외 항공 개발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40A70B4-5251-41E1-BC31-93133B2D5503}"/>
              </a:ext>
            </a:extLst>
          </p:cNvPr>
          <p:cNvSpPr/>
          <p:nvPr userDrawn="1"/>
        </p:nvSpPr>
        <p:spPr>
          <a:xfrm>
            <a:off x="10814371" y="199761"/>
            <a:ext cx="999965" cy="19685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80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2020-11-27</a:t>
            </a:r>
            <a:endParaRPr lang="ko-KR" altLang="en-US" sz="800">
              <a:solidFill>
                <a:schemeClr val="tx1">
                  <a:lumMod val="65000"/>
                  <a:lumOff val="3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64120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ChangeArrowheads="1"/>
          </p:cNvSpPr>
          <p:nvPr userDrawn="1"/>
        </p:nvSpPr>
        <p:spPr bwMode="auto">
          <a:xfrm>
            <a:off x="409579" y="423861"/>
            <a:ext cx="11410947" cy="19685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ko-KR" sz="800">
              <a:solidFill>
                <a:prstClr val="black">
                  <a:lumMod val="50000"/>
                  <a:lumOff val="50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Rectangle 10"/>
          <p:cNvSpPr>
            <a:spLocks noChangeArrowheads="1"/>
          </p:cNvSpPr>
          <p:nvPr userDrawn="1"/>
        </p:nvSpPr>
        <p:spPr bwMode="auto">
          <a:xfrm>
            <a:off x="409579" y="201611"/>
            <a:ext cx="11410947" cy="19685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ko-KR" sz="800">
              <a:solidFill>
                <a:prstClr val="black">
                  <a:lumMod val="50000"/>
                  <a:lumOff val="50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Rectangle 11"/>
          <p:cNvSpPr>
            <a:spLocks noChangeArrowheads="1"/>
          </p:cNvSpPr>
          <p:nvPr userDrawn="1"/>
        </p:nvSpPr>
        <p:spPr bwMode="auto">
          <a:xfrm>
            <a:off x="409578" y="201611"/>
            <a:ext cx="822327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Project</a:t>
            </a:r>
          </a:p>
        </p:txBody>
      </p:sp>
      <p:sp>
        <p:nvSpPr>
          <p:cNvPr id="10" name="Rectangle 15"/>
          <p:cNvSpPr>
            <a:spLocks noChangeArrowheads="1"/>
          </p:cNvSpPr>
          <p:nvPr userDrawn="1"/>
        </p:nvSpPr>
        <p:spPr bwMode="auto">
          <a:xfrm>
            <a:off x="409578" y="423861"/>
            <a:ext cx="822327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No.</a:t>
            </a:r>
          </a:p>
        </p:txBody>
      </p:sp>
      <p:sp>
        <p:nvSpPr>
          <p:cNvPr id="11" name="Rectangle 12"/>
          <p:cNvSpPr>
            <a:spLocks noChangeArrowheads="1"/>
          </p:cNvSpPr>
          <p:nvPr userDrawn="1"/>
        </p:nvSpPr>
        <p:spPr bwMode="auto">
          <a:xfrm>
            <a:off x="3405438" y="201611"/>
            <a:ext cx="900459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Name</a:t>
            </a:r>
          </a:p>
        </p:txBody>
      </p:sp>
      <p:sp>
        <p:nvSpPr>
          <p:cNvPr id="12" name="Rectangle 16"/>
          <p:cNvSpPr>
            <a:spLocks noChangeArrowheads="1"/>
          </p:cNvSpPr>
          <p:nvPr userDrawn="1"/>
        </p:nvSpPr>
        <p:spPr bwMode="auto">
          <a:xfrm>
            <a:off x="3405438" y="423861"/>
            <a:ext cx="900459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Route</a:t>
            </a:r>
          </a:p>
        </p:txBody>
      </p:sp>
      <p:sp>
        <p:nvSpPr>
          <p:cNvPr id="13" name="Rectangle 17"/>
          <p:cNvSpPr>
            <a:spLocks noChangeArrowheads="1"/>
          </p:cNvSpPr>
          <p:nvPr userDrawn="1"/>
        </p:nvSpPr>
        <p:spPr bwMode="auto">
          <a:xfrm>
            <a:off x="9997911" y="201611"/>
            <a:ext cx="831700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Date</a:t>
            </a:r>
          </a:p>
        </p:txBody>
      </p:sp>
      <p:sp>
        <p:nvSpPr>
          <p:cNvPr id="14" name="Rectangle 18"/>
          <p:cNvSpPr>
            <a:spLocks noChangeArrowheads="1"/>
          </p:cNvSpPr>
          <p:nvPr userDrawn="1"/>
        </p:nvSpPr>
        <p:spPr bwMode="auto">
          <a:xfrm>
            <a:off x="9997911" y="423861"/>
            <a:ext cx="831700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Type</a:t>
            </a:r>
          </a:p>
        </p:txBody>
      </p:sp>
      <p:sp>
        <p:nvSpPr>
          <p:cNvPr id="15" name="직사각형 14"/>
          <p:cNvSpPr/>
          <p:nvPr userDrawn="1"/>
        </p:nvSpPr>
        <p:spPr>
          <a:xfrm>
            <a:off x="1231904" y="415551"/>
            <a:ext cx="31451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9800CC23-1CEB-4679-8533-849E50F3EED3}" type="slidenum">
              <a:rPr lang="ko-KR" altLang="en-US" sz="8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pPr/>
              <a:t>‹#›</a:t>
            </a:fld>
            <a:endParaRPr lang="ko-KR" altLang="en-US" sz="80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1245493" y="190749"/>
            <a:ext cx="21508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참좋은여행 국내외 항공 개발</a:t>
            </a:r>
          </a:p>
        </p:txBody>
      </p:sp>
      <p:sp>
        <p:nvSpPr>
          <p:cNvPr id="16" name="직사각형 15"/>
          <p:cNvSpPr/>
          <p:nvPr userDrawn="1"/>
        </p:nvSpPr>
        <p:spPr>
          <a:xfrm>
            <a:off x="406877" y="825790"/>
            <a:ext cx="3168600" cy="5793124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0" lang="ko-KR" altLang="en-US" sz="8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4A91EA9-30EF-48DD-BC6B-5A93E9C14077}"/>
              </a:ext>
            </a:extLst>
          </p:cNvPr>
          <p:cNvSpPr/>
          <p:nvPr userDrawn="1"/>
        </p:nvSpPr>
        <p:spPr>
          <a:xfrm>
            <a:off x="406877" y="825789"/>
            <a:ext cx="3168600" cy="104485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en-US" altLang="ko-KR" sz="70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Indicator Area</a:t>
            </a:r>
            <a:endParaRPr lang="en-US" altLang="ko-KR" sz="700" dirty="0">
              <a:solidFill>
                <a:schemeClr val="tx1">
                  <a:lumMod val="65000"/>
                  <a:lumOff val="3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40A70B4-5251-41E1-BC31-93133B2D5503}"/>
              </a:ext>
            </a:extLst>
          </p:cNvPr>
          <p:cNvSpPr/>
          <p:nvPr userDrawn="1"/>
        </p:nvSpPr>
        <p:spPr>
          <a:xfrm>
            <a:off x="10814371" y="199761"/>
            <a:ext cx="999965" cy="19685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80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2020-11-27</a:t>
            </a:r>
            <a:endParaRPr lang="ko-KR" altLang="en-US" sz="800">
              <a:solidFill>
                <a:schemeClr val="tx1">
                  <a:lumMod val="65000"/>
                  <a:lumOff val="3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31240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ChangeArrowheads="1"/>
          </p:cNvSpPr>
          <p:nvPr userDrawn="1"/>
        </p:nvSpPr>
        <p:spPr bwMode="auto">
          <a:xfrm>
            <a:off x="409579" y="423861"/>
            <a:ext cx="11410947" cy="19685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ko-KR" sz="800">
              <a:solidFill>
                <a:prstClr val="black">
                  <a:lumMod val="50000"/>
                  <a:lumOff val="50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Rectangle 10"/>
          <p:cNvSpPr>
            <a:spLocks noChangeArrowheads="1"/>
          </p:cNvSpPr>
          <p:nvPr userDrawn="1"/>
        </p:nvSpPr>
        <p:spPr bwMode="auto">
          <a:xfrm>
            <a:off x="409579" y="201611"/>
            <a:ext cx="11410947" cy="19685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ko-KR" sz="800">
              <a:solidFill>
                <a:prstClr val="black">
                  <a:lumMod val="50000"/>
                  <a:lumOff val="50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Rectangle 11"/>
          <p:cNvSpPr>
            <a:spLocks noChangeArrowheads="1"/>
          </p:cNvSpPr>
          <p:nvPr userDrawn="1"/>
        </p:nvSpPr>
        <p:spPr bwMode="auto">
          <a:xfrm>
            <a:off x="409578" y="201611"/>
            <a:ext cx="822327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Project</a:t>
            </a:r>
          </a:p>
        </p:txBody>
      </p:sp>
      <p:sp>
        <p:nvSpPr>
          <p:cNvPr id="10" name="Rectangle 15"/>
          <p:cNvSpPr>
            <a:spLocks noChangeArrowheads="1"/>
          </p:cNvSpPr>
          <p:nvPr userDrawn="1"/>
        </p:nvSpPr>
        <p:spPr bwMode="auto">
          <a:xfrm>
            <a:off x="409578" y="423861"/>
            <a:ext cx="822327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No.</a:t>
            </a:r>
          </a:p>
        </p:txBody>
      </p:sp>
      <p:sp>
        <p:nvSpPr>
          <p:cNvPr id="11" name="Rectangle 12"/>
          <p:cNvSpPr>
            <a:spLocks noChangeArrowheads="1"/>
          </p:cNvSpPr>
          <p:nvPr userDrawn="1"/>
        </p:nvSpPr>
        <p:spPr bwMode="auto">
          <a:xfrm>
            <a:off x="3405438" y="201611"/>
            <a:ext cx="900459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Name</a:t>
            </a:r>
          </a:p>
        </p:txBody>
      </p:sp>
      <p:sp>
        <p:nvSpPr>
          <p:cNvPr id="12" name="Rectangle 16"/>
          <p:cNvSpPr>
            <a:spLocks noChangeArrowheads="1"/>
          </p:cNvSpPr>
          <p:nvPr userDrawn="1"/>
        </p:nvSpPr>
        <p:spPr bwMode="auto">
          <a:xfrm>
            <a:off x="3405438" y="423861"/>
            <a:ext cx="900459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Route</a:t>
            </a:r>
          </a:p>
        </p:txBody>
      </p:sp>
      <p:sp>
        <p:nvSpPr>
          <p:cNvPr id="13" name="Rectangle 17"/>
          <p:cNvSpPr>
            <a:spLocks noChangeArrowheads="1"/>
          </p:cNvSpPr>
          <p:nvPr userDrawn="1"/>
        </p:nvSpPr>
        <p:spPr bwMode="auto">
          <a:xfrm>
            <a:off x="9997911" y="201611"/>
            <a:ext cx="831700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Date</a:t>
            </a:r>
          </a:p>
        </p:txBody>
      </p:sp>
      <p:sp>
        <p:nvSpPr>
          <p:cNvPr id="14" name="Rectangle 18"/>
          <p:cNvSpPr>
            <a:spLocks noChangeArrowheads="1"/>
          </p:cNvSpPr>
          <p:nvPr userDrawn="1"/>
        </p:nvSpPr>
        <p:spPr bwMode="auto">
          <a:xfrm>
            <a:off x="9997911" y="423861"/>
            <a:ext cx="831700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Type</a:t>
            </a:r>
          </a:p>
        </p:txBody>
      </p:sp>
      <p:sp>
        <p:nvSpPr>
          <p:cNvPr id="15" name="직사각형 14"/>
          <p:cNvSpPr/>
          <p:nvPr userDrawn="1"/>
        </p:nvSpPr>
        <p:spPr>
          <a:xfrm>
            <a:off x="1231904" y="415551"/>
            <a:ext cx="31451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9800CC23-1CEB-4679-8533-849E50F3EED3}" type="slidenum">
              <a:rPr lang="ko-KR" altLang="en-US" sz="8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pPr/>
              <a:t>‹#›</a:t>
            </a:fld>
            <a:endParaRPr lang="ko-KR" altLang="en-US" sz="80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1245493" y="190749"/>
            <a:ext cx="21508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참좋은여행 국내외 항공 개발</a:t>
            </a:r>
          </a:p>
        </p:txBody>
      </p:sp>
      <p:sp>
        <p:nvSpPr>
          <p:cNvPr id="16" name="직사각형 15"/>
          <p:cNvSpPr/>
          <p:nvPr userDrawn="1"/>
        </p:nvSpPr>
        <p:spPr>
          <a:xfrm>
            <a:off x="406877" y="825790"/>
            <a:ext cx="3168600" cy="5793124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0" lang="ko-KR" altLang="en-US" sz="8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18" name="직사각형 17"/>
          <p:cNvSpPr/>
          <p:nvPr userDrawn="1"/>
        </p:nvSpPr>
        <p:spPr>
          <a:xfrm>
            <a:off x="3992072" y="825789"/>
            <a:ext cx="3171552" cy="5793125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0" lang="ko-KR" altLang="en-US" sz="800" dirty="0">
              <a:solidFill>
                <a:schemeClr val="bg1">
                  <a:lumMod val="50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4A91EA9-30EF-48DD-BC6B-5A93E9C14077}"/>
              </a:ext>
            </a:extLst>
          </p:cNvPr>
          <p:cNvSpPr/>
          <p:nvPr userDrawn="1"/>
        </p:nvSpPr>
        <p:spPr>
          <a:xfrm>
            <a:off x="406877" y="825789"/>
            <a:ext cx="3168600" cy="104485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en-US" altLang="ko-KR" sz="70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Indicator Area</a:t>
            </a:r>
            <a:endParaRPr lang="en-US" altLang="ko-KR" sz="700" dirty="0">
              <a:solidFill>
                <a:schemeClr val="tx1">
                  <a:lumMod val="65000"/>
                  <a:lumOff val="3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6BCF6D4-2A69-4AB3-8356-2B916A4C00FC}"/>
              </a:ext>
            </a:extLst>
          </p:cNvPr>
          <p:cNvSpPr/>
          <p:nvPr userDrawn="1"/>
        </p:nvSpPr>
        <p:spPr>
          <a:xfrm>
            <a:off x="3992072" y="825788"/>
            <a:ext cx="3168600" cy="104485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en-US" altLang="ko-KR" sz="70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Indicator Area</a:t>
            </a:r>
            <a:endParaRPr lang="en-US" altLang="ko-KR" sz="700" dirty="0">
              <a:solidFill>
                <a:schemeClr val="tx1">
                  <a:lumMod val="65000"/>
                  <a:lumOff val="3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E573EF9-91D0-49B4-B574-E6950D73060B}"/>
              </a:ext>
            </a:extLst>
          </p:cNvPr>
          <p:cNvSpPr/>
          <p:nvPr userDrawn="1"/>
        </p:nvSpPr>
        <p:spPr>
          <a:xfrm>
            <a:off x="10814371" y="199761"/>
            <a:ext cx="999965" cy="19685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80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2020-11-27</a:t>
            </a:r>
            <a:endParaRPr lang="ko-KR" altLang="en-US" sz="800">
              <a:solidFill>
                <a:schemeClr val="tx1">
                  <a:lumMod val="65000"/>
                  <a:lumOff val="3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89453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/>
          <p:cNvCxnSpPr/>
          <p:nvPr userDrawn="1"/>
        </p:nvCxnSpPr>
        <p:spPr>
          <a:xfrm>
            <a:off x="400051" y="4829175"/>
            <a:ext cx="11420475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1624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3078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720" r:id="rId4"/>
    <p:sldLayoutId id="2147483719" r:id="rId5"/>
    <p:sldLayoutId id="2147483706" r:id="rId6"/>
    <p:sldLayoutId id="2147483672" r:id="rId7"/>
    <p:sldLayoutId id="2147483705" r:id="rId8"/>
    <p:sldLayoutId id="2147483721" r:id="rId9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mcultureandcontents.com/ko/management/artist_list.asp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admin.smcultureandcontents.com:7078/siteSmAdmin/portfolio/Artist.asp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admin.smcultureandcontents.com:7078/siteSmAdmin/portfolio/Artist_view.asp" TargetMode="Externa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mcultureandcontents.com/ko/management/artist_view.asp?artist_srl=1136" TargetMode="External"/><Relationship Id="rId2" Type="http://schemas.openxmlformats.org/officeDocument/2006/relationships/hyperlink" Target="https://admin.smcultureandcontents.com:7078/siteSmAdmin/contents/Hot_View.asp" TargetMode="Externa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217B2C6-2D2F-4F2D-BDD2-B69F008392E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2495550" y="5195889"/>
            <a:ext cx="1747838" cy="2349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7851" tIns="33927" rIns="67851" bIns="33927">
            <a:spAutoFit/>
          </a:bodyPr>
          <a:lstStyle/>
          <a:p>
            <a:pPr defTabSz="592138" latinLnBrk="0">
              <a:lnSpc>
                <a:spcPct val="120000"/>
              </a:lnSpc>
              <a:buClr>
                <a:srgbClr val="000000"/>
              </a:buClr>
              <a:buSzPct val="100000"/>
              <a:tabLst>
                <a:tab pos="0" algn="l"/>
                <a:tab pos="674688" algn="l"/>
                <a:tab pos="1352550" algn="l"/>
                <a:tab pos="2032000" algn="l"/>
                <a:tab pos="2708275" algn="l"/>
                <a:tab pos="3386138" algn="l"/>
                <a:tab pos="4065588" algn="l"/>
                <a:tab pos="4741863" algn="l"/>
                <a:tab pos="5419725" algn="l"/>
                <a:tab pos="6097588" algn="l"/>
                <a:tab pos="6777038" algn="l"/>
              </a:tabLst>
              <a:defRPr/>
            </a:pPr>
            <a:r>
              <a:rPr lang="en-US" altLang="ko-KR" sz="1000" dirty="0">
                <a:latin typeface="맑은 고딕" panose="020B0503020000020004" pitchFamily="50" charset="-127"/>
                <a:ea typeface="+mj-ea"/>
                <a:cs typeface="Arial" pitchFamily="34" charset="0"/>
              </a:rPr>
              <a:t>2026.01.09</a:t>
            </a:r>
          </a:p>
        </p:txBody>
      </p:sp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2495550" y="2133601"/>
            <a:ext cx="7345363" cy="11669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7851" tIns="33927" rIns="67851" bIns="33927">
            <a:spAutoFit/>
          </a:bodyPr>
          <a:lstStyle/>
          <a:p>
            <a:pPr defTabSz="592138" latinLnBrk="0">
              <a:lnSpc>
                <a:spcPct val="85000"/>
              </a:lnSpc>
              <a:buClr>
                <a:srgbClr val="000000"/>
              </a:buClr>
              <a:buSzPct val="100000"/>
              <a:tabLst>
                <a:tab pos="0" algn="l"/>
                <a:tab pos="674688" algn="l"/>
                <a:tab pos="1352550" algn="l"/>
                <a:tab pos="2032000" algn="l"/>
                <a:tab pos="2708275" algn="l"/>
                <a:tab pos="3386138" algn="l"/>
                <a:tab pos="4065588" algn="l"/>
                <a:tab pos="4741863" algn="l"/>
                <a:tab pos="5419725" algn="l"/>
                <a:tab pos="6097588" algn="l"/>
                <a:tab pos="6777038" algn="l"/>
              </a:tabLst>
            </a:pPr>
            <a:r>
              <a:rPr lang="en-US" altLang="ko-KR" sz="3200" b="1" dirty="0">
                <a:solidFill>
                  <a:schemeClr val="tx1"/>
                </a:solidFill>
                <a:latin typeface="맑은 고딕" panose="020B0503020000020004" pitchFamily="50" charset="-127"/>
                <a:ea typeface="+mj-ea"/>
                <a:cs typeface="Arial" pitchFamily="34" charset="0"/>
              </a:rPr>
              <a:t>SM C&amp;C </a:t>
            </a:r>
            <a:r>
              <a:rPr lang="ko-KR" altLang="en-US" sz="3200" b="1" dirty="0">
                <a:solidFill>
                  <a:schemeClr val="tx1"/>
                </a:solidFill>
                <a:latin typeface="맑은 고딕" panose="020B0503020000020004" pitchFamily="50" charset="-127"/>
                <a:ea typeface="+mj-ea"/>
                <a:cs typeface="Arial" pitchFamily="34" charset="0"/>
              </a:rPr>
              <a:t>사이트</a:t>
            </a:r>
            <a:endParaRPr lang="en-US" altLang="ko-KR" sz="3200" b="1" dirty="0">
              <a:solidFill>
                <a:schemeClr val="tx1"/>
              </a:solidFill>
              <a:latin typeface="맑은 고딕" panose="020B0503020000020004" pitchFamily="50" charset="-127"/>
              <a:ea typeface="+mj-ea"/>
              <a:cs typeface="Arial" pitchFamily="34" charset="0"/>
            </a:endParaRPr>
          </a:p>
          <a:p>
            <a:pPr defTabSz="592138" latinLnBrk="0">
              <a:lnSpc>
                <a:spcPct val="120000"/>
              </a:lnSpc>
              <a:buClr>
                <a:srgbClr val="000000"/>
              </a:buClr>
              <a:buSzPct val="100000"/>
              <a:tabLst>
                <a:tab pos="0" algn="l"/>
                <a:tab pos="674688" algn="l"/>
                <a:tab pos="1352550" algn="l"/>
                <a:tab pos="2032000" algn="l"/>
                <a:tab pos="2708275" algn="l"/>
                <a:tab pos="3386138" algn="l"/>
                <a:tab pos="4065588" algn="l"/>
                <a:tab pos="4741863" algn="l"/>
                <a:tab pos="5419725" algn="l"/>
                <a:tab pos="6097588" algn="l"/>
                <a:tab pos="6777038" algn="l"/>
              </a:tabLst>
            </a:pPr>
            <a:endParaRPr lang="en-US" altLang="ko-KR" sz="1200" dirty="0">
              <a:solidFill>
                <a:schemeClr val="tx1"/>
              </a:solidFill>
              <a:latin typeface="+mj-ea"/>
              <a:ea typeface="+mj-ea"/>
              <a:cs typeface="Arial" pitchFamily="34" charset="0"/>
            </a:endParaRPr>
          </a:p>
          <a:p>
            <a:pPr lvl="0" latinLnBrk="0">
              <a:lnSpc>
                <a:spcPct val="120000"/>
              </a:lnSpc>
              <a:buClr>
                <a:srgbClr val="000000"/>
              </a:buClr>
              <a:buSzPct val="100000"/>
              <a:defRPr/>
            </a:pPr>
            <a:r>
              <a:rPr lang="ko-KR" altLang="en-US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기획</a:t>
            </a: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 / IT</a:t>
            </a:r>
            <a:r>
              <a:rPr lang="ko-KR" altLang="en-US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개발운영팀</a:t>
            </a:r>
            <a:endParaRPr lang="en-US" altLang="ko-KR" sz="14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lvl="0" latinLnBrk="0">
              <a:lnSpc>
                <a:spcPct val="120000"/>
              </a:lnSpc>
              <a:buClr>
                <a:srgbClr val="000000"/>
              </a:buClr>
              <a:buSzPct val="100000"/>
              <a:defRPr/>
            </a:pPr>
            <a:r>
              <a:rPr lang="en-US" altLang="ko-KR" sz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SM C&amp;C</a:t>
            </a:r>
          </a:p>
        </p:txBody>
      </p:sp>
      <p:pic>
        <p:nvPicPr>
          <p:cNvPr id="7" name="Picture 5">
            <a:extLst>
              <a:ext uri="{FF2B5EF4-FFF2-40B4-BE49-F238E27FC236}">
                <a16:creationId xmlns:a16="http://schemas.microsoft.com/office/drawing/2014/main" id="{DAF3D421-1032-43A1-8937-9C554A6F7E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676" y="1465192"/>
            <a:ext cx="2242706" cy="436633"/>
          </a:xfrm>
          <a:prstGeom prst="rect">
            <a:avLst/>
          </a:prstGeom>
        </p:spPr>
      </p:pic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9D713950-47AB-411D-ADAE-9CE740A2DBAD}"/>
              </a:ext>
            </a:extLst>
          </p:cNvPr>
          <p:cNvCxnSpPr>
            <a:cxnSpLocks/>
          </p:cNvCxnSpPr>
          <p:nvPr/>
        </p:nvCxnSpPr>
        <p:spPr>
          <a:xfrm>
            <a:off x="2578676" y="5089236"/>
            <a:ext cx="617107" cy="0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34380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312366" y="199627"/>
            <a:ext cx="321589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브랜드 사이트 아티스트 페이지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83201" y="5300368"/>
            <a:ext cx="97867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Main &gt; Entertainment &gt;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아티스트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(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hlinkClick r:id="rId3"/>
              </a:rPr>
              <a:t>https://www.smcultureandcontents.com/ko/management/artist_list.asp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)</a:t>
            </a:r>
            <a:endParaRPr lang="ko-KR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21932A-8C48-4179-96F3-B7B64E43E8AD}"/>
              </a:ext>
            </a:extLst>
          </p:cNvPr>
          <p:cNvSpPr txBox="1"/>
          <p:nvPr/>
        </p:nvSpPr>
        <p:spPr>
          <a:xfrm>
            <a:off x="1991517" y="5796023"/>
            <a:ext cx="88217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1. </a:t>
            </a:r>
            <a:r>
              <a: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아티스트 카테고리에 </a:t>
            </a:r>
            <a:r>
              <a:rPr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Singer </a:t>
            </a:r>
            <a:r>
              <a: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추가 요청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6833357-CFDA-4562-B5C6-D4C692E59D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080" y="1632744"/>
            <a:ext cx="5394032" cy="275023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A86C77A-0412-4A3A-812F-6E1E11141B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1890" y="1632744"/>
            <a:ext cx="5394030" cy="2698543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4A408231-7F1E-4E69-9479-700998F7E21A}"/>
              </a:ext>
            </a:extLst>
          </p:cNvPr>
          <p:cNvSpPr/>
          <p:nvPr/>
        </p:nvSpPr>
        <p:spPr>
          <a:xfrm>
            <a:off x="9125528" y="2789382"/>
            <a:ext cx="507999" cy="2770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타원 6">
            <a:extLst>
              <a:ext uri="{FF2B5EF4-FFF2-40B4-BE49-F238E27FC236}">
                <a16:creationId xmlns:a16="http://schemas.microsoft.com/office/drawing/2014/main" id="{DFEA7811-2819-4A9C-A2C0-3B25127FA3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30278" y="2694132"/>
            <a:ext cx="190500" cy="1905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wrap="none" lIns="36000" tIns="36000" rIns="36000" bIns="36000" anchor="ctr"/>
          <a:lstStyle>
            <a:lvl1pPr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latinLnBrk="1" hangingPunct="1"/>
            <a:r>
              <a:rPr lang="en-US" altLang="ko-KR" sz="700" dirty="0">
                <a:solidFill>
                  <a:srgbClr val="FFFFFF"/>
                </a:solidFill>
                <a:latin typeface="+mn-ea"/>
                <a:ea typeface="+mn-ea"/>
              </a:rPr>
              <a:t>1</a:t>
            </a:r>
            <a:endParaRPr lang="ko-KR" altLang="en-US" sz="700" dirty="0">
              <a:solidFill>
                <a:srgbClr val="FFFFFF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919534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312366" y="199627"/>
            <a:ext cx="321589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어드민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_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포트폴리오 관리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_Artist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페이지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21932A-8C48-4179-96F3-B7B64E43E8AD}"/>
              </a:ext>
            </a:extLst>
          </p:cNvPr>
          <p:cNvSpPr txBox="1"/>
          <p:nvPr/>
        </p:nvSpPr>
        <p:spPr>
          <a:xfrm>
            <a:off x="2017001" y="5899546"/>
            <a:ext cx="88217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2. Singer Tab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추가</a:t>
            </a:r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E9E6B4A-2149-4595-9A58-609B521823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364" y="958454"/>
            <a:ext cx="4586164" cy="325631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1278272-3C88-41C8-936B-EA85F42429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2691" y="1341581"/>
            <a:ext cx="3856054" cy="3318798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F8B680BB-C145-4015-B987-23629E105ACC}"/>
              </a:ext>
            </a:extLst>
          </p:cNvPr>
          <p:cNvSpPr/>
          <p:nvPr/>
        </p:nvSpPr>
        <p:spPr>
          <a:xfrm>
            <a:off x="8719128" y="2386445"/>
            <a:ext cx="498763" cy="1905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타원 6">
            <a:extLst>
              <a:ext uri="{FF2B5EF4-FFF2-40B4-BE49-F238E27FC236}">
                <a16:creationId xmlns:a16="http://schemas.microsoft.com/office/drawing/2014/main" id="{BFFB9D0B-2669-442A-A721-A60FBB72DA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23878" y="2204604"/>
            <a:ext cx="190500" cy="1905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wrap="none" lIns="36000" tIns="36000" rIns="36000" bIns="36000" anchor="ctr"/>
          <a:lstStyle>
            <a:lvl1pPr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latinLnBrk="1" hangingPunct="1"/>
            <a:r>
              <a:rPr lang="en-US" altLang="ko-KR" sz="700" dirty="0">
                <a:solidFill>
                  <a:srgbClr val="FFFFFF"/>
                </a:solidFill>
                <a:latin typeface="+mn-ea"/>
                <a:ea typeface="+mn-ea"/>
              </a:rPr>
              <a:t>2</a:t>
            </a:r>
            <a:endParaRPr lang="ko-KR" altLang="en-US" sz="700" dirty="0">
              <a:solidFill>
                <a:srgbClr val="FFFFFF"/>
              </a:solidFill>
              <a:latin typeface="+mn-ea"/>
              <a:ea typeface="+mn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8B8775F-2908-466F-863F-9E68CB023293}"/>
              </a:ext>
            </a:extLst>
          </p:cNvPr>
          <p:cNvSpPr txBox="1"/>
          <p:nvPr/>
        </p:nvSpPr>
        <p:spPr>
          <a:xfrm>
            <a:off x="1883201" y="5300368"/>
            <a:ext cx="97867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어드민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포트폴리오 관리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&gt; Artist (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hlinkClick r:id="rId4"/>
              </a:rPr>
              <a:t>https://admin.smcultureandcontents.com:7078/siteSmAdmin/portfolio/Artist.asp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 ) </a:t>
            </a:r>
            <a:endParaRPr lang="ko-KR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52833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312366" y="199627"/>
            <a:ext cx="321589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어드민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 포트폴리오관리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_Artist_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등록페이지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83201" y="5300368"/>
            <a:ext cx="97867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메인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포트폴리오관리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&gt; Artist &gt;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등록 버튼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(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hlinkClick r:id="rId2"/>
              </a:rPr>
              <a:t>https://admin.smcultureandcontents.com:7078/siteSmAdmin/portfolio/Artist_view.asp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 ) </a:t>
            </a:r>
            <a:endParaRPr lang="ko-KR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21932A-8C48-4179-96F3-B7B64E43E8AD}"/>
              </a:ext>
            </a:extLst>
          </p:cNvPr>
          <p:cNvSpPr txBox="1"/>
          <p:nvPr/>
        </p:nvSpPr>
        <p:spPr>
          <a:xfrm>
            <a:off x="1993027" y="5673188"/>
            <a:ext cx="88217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3.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등록 페이지에서 분류 항목에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Singer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추가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58E4075-CA78-4FFA-A8BB-A94CAF0851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2254" y="1024548"/>
            <a:ext cx="4329400" cy="385686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66F0ADB-903B-49D2-BD09-0499F9B222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2450" y="875237"/>
            <a:ext cx="5167473" cy="4155489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C12E188C-DCD8-43D0-9A88-B35D7B2A7DA4}"/>
              </a:ext>
            </a:extLst>
          </p:cNvPr>
          <p:cNvSpPr/>
          <p:nvPr/>
        </p:nvSpPr>
        <p:spPr>
          <a:xfrm>
            <a:off x="8543638" y="1924627"/>
            <a:ext cx="415636" cy="1905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" name="타원 6">
            <a:extLst>
              <a:ext uri="{FF2B5EF4-FFF2-40B4-BE49-F238E27FC236}">
                <a16:creationId xmlns:a16="http://schemas.microsoft.com/office/drawing/2014/main" id="{E2ECF36A-2350-407D-9A6B-6801B085B7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48387" y="1742786"/>
            <a:ext cx="190500" cy="1905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wrap="none" lIns="36000" tIns="36000" rIns="36000" bIns="36000" anchor="ctr"/>
          <a:lstStyle>
            <a:lvl1pPr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latinLnBrk="1" hangingPunct="1"/>
            <a:r>
              <a:rPr lang="en-US" altLang="ko-KR" sz="700" dirty="0">
                <a:solidFill>
                  <a:srgbClr val="FFFFFF"/>
                </a:solidFill>
                <a:latin typeface="+mn-ea"/>
                <a:ea typeface="+mn-ea"/>
              </a:rPr>
              <a:t>3</a:t>
            </a:r>
            <a:endParaRPr lang="ko-KR" altLang="en-US" sz="700" dirty="0">
              <a:solidFill>
                <a:srgbClr val="FFFFFF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596914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312366" y="199627"/>
            <a:ext cx="321589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어드민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 컨텐츠 관리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_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매니지먼트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Hot issue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관리 등록하기 페이지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83200" y="5300368"/>
            <a:ext cx="103087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메인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컨텐츠 관리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매니지먼트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Hot issue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관리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등록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(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hlinkClick r:id="rId2"/>
              </a:rPr>
              <a:t>https://admin.smcultureandcontents.com:7078/siteSmAdmin/contents/Hot_View.asp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 )</a:t>
            </a:r>
            <a:endParaRPr lang="ko-KR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21932A-8C48-4179-96F3-B7B64E43E8AD}"/>
              </a:ext>
            </a:extLst>
          </p:cNvPr>
          <p:cNvSpPr txBox="1"/>
          <p:nvPr/>
        </p:nvSpPr>
        <p:spPr>
          <a:xfrm>
            <a:off x="1993027" y="5673188"/>
            <a:ext cx="88217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4.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기존에는 배우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예능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/MC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분류만 있었지만 가수 분류 항목 추가 될 수 있도록 수정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가수로 등록된 아티스트가 아래 선택 값으로 노출</a:t>
            </a:r>
            <a:endParaRPr lang="en-US" altLang="ko-KR" sz="12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  <a:p>
            <a:r>
              <a:rPr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   </a:t>
            </a:r>
            <a:r>
              <a: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ㄴ 기존 로직을 정확히 모르지만 </a:t>
            </a:r>
            <a:r>
              <a:rPr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3PAGE, 4PAGE</a:t>
            </a:r>
            <a:r>
              <a: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에서 아티스트 등록 시 </a:t>
            </a:r>
            <a:r>
              <a:rPr lang="ko-KR" altLang="en-US" sz="12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핫이슈</a:t>
            </a:r>
            <a:r>
              <a: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 뉴스 </a:t>
            </a:r>
            <a:r>
              <a:rPr lang="ko-KR" altLang="en-US" sz="12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게시글에</a:t>
            </a:r>
            <a:r>
              <a: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 선택 값으로 노출되며</a:t>
            </a:r>
            <a:endParaRPr lang="en-US" altLang="ko-KR" sz="12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  <a:p>
            <a:r>
              <a:rPr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       </a:t>
            </a:r>
            <a:r>
              <a: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해당 게시글 아티스트 선택 후 저장 시 </a:t>
            </a:r>
            <a:r>
              <a:rPr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hlinkClick r:id="rId3"/>
              </a:rPr>
              <a:t>https://www.smcultureandcontents.com/ko/management/artist_view.asp?artist_srl=1136</a:t>
            </a:r>
            <a:r>
              <a:rPr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 </a:t>
            </a:r>
            <a:r>
              <a: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페이지와 같이 아티스트와 관련된 뉴스가 밑에 목록으로 뜨는 것으로 보임</a:t>
            </a:r>
            <a:r>
              <a:rPr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.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7E04208-925C-4BE2-8DAE-4481F85B71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2841" y="921502"/>
            <a:ext cx="5387082" cy="268794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89E30F9-0B47-4556-AC7C-37316D2E05E5}"/>
              </a:ext>
            </a:extLst>
          </p:cNvPr>
          <p:cNvSpPr txBox="1"/>
          <p:nvPr/>
        </p:nvSpPr>
        <p:spPr>
          <a:xfrm>
            <a:off x="8091054" y="3664769"/>
            <a:ext cx="117301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b="1"/>
              <a:t>가수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9EF9B80-2D45-4A06-B3DA-AF35F58AAFB3}"/>
              </a:ext>
            </a:extLst>
          </p:cNvPr>
          <p:cNvSpPr/>
          <p:nvPr/>
        </p:nvSpPr>
        <p:spPr>
          <a:xfrm>
            <a:off x="8091054" y="3674324"/>
            <a:ext cx="415636" cy="1905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" name="타원 6">
            <a:extLst>
              <a:ext uri="{FF2B5EF4-FFF2-40B4-BE49-F238E27FC236}">
                <a16:creationId xmlns:a16="http://schemas.microsoft.com/office/drawing/2014/main" id="{242F110E-020B-48AD-B90D-91C2C5A69C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5803" y="3492483"/>
            <a:ext cx="190500" cy="1905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wrap="none" lIns="36000" tIns="36000" rIns="36000" bIns="36000" anchor="ctr"/>
          <a:lstStyle>
            <a:lvl1pPr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latinLnBrk="1" hangingPunct="1"/>
            <a:r>
              <a:rPr lang="en-US" altLang="ko-KR" sz="700" dirty="0">
                <a:solidFill>
                  <a:srgbClr val="FFFFFF"/>
                </a:solidFill>
                <a:latin typeface="+mn-ea"/>
                <a:ea typeface="+mn-ea"/>
              </a:rPr>
              <a:t>4</a:t>
            </a:r>
            <a:endParaRPr lang="ko-KR" altLang="en-US" sz="700" dirty="0">
              <a:solidFill>
                <a:srgbClr val="FFFFFF"/>
              </a:solidFill>
              <a:latin typeface="+mn-ea"/>
              <a:ea typeface="+mn-ea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5661598-0635-4676-87F0-4029EDD333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46" y="952286"/>
            <a:ext cx="5097698" cy="3287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805608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>
            <a:lumMod val="20000"/>
            <a:lumOff val="80000"/>
          </a:schemeClr>
        </a:solidFill>
        <a:ln w="3175"/>
      </a:spPr>
      <a:bodyPr rtlCol="0" anchor="ctr"/>
      <a:lstStyle>
        <a:defPPr algn="ctr">
          <a:defRPr sz="1000">
            <a:solidFill>
              <a:schemeClr val="tx1"/>
            </a:solidFill>
            <a:latin typeface="나눔고딕" panose="020D0604000000000000" pitchFamily="50" charset="-127"/>
            <a:ea typeface="나눔고딕" panose="020D0604000000000000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62750</TotalTime>
  <Words>264</Words>
  <Application>Microsoft Office PowerPoint</Application>
  <PresentationFormat>와이드스크린</PresentationFormat>
  <Paragraphs>25</Paragraphs>
  <Slides>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0" baseType="lpstr">
      <vt:lpstr>나눔고딕</vt:lpstr>
      <vt:lpstr>맑은 고딕</vt:lpstr>
      <vt:lpstr>맑은 고딕</vt:lpstr>
      <vt:lpstr>Arial</vt:lpstr>
      <vt:lpstr>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항공 예약 시스템 구축 제안</dc:title>
  <dc:creator>sunghlee</dc:creator>
  <cp:lastModifiedBy>여 승은</cp:lastModifiedBy>
  <cp:revision>7828</cp:revision>
  <cp:lastPrinted>2025-08-21T02:59:43Z</cp:lastPrinted>
  <dcterms:created xsi:type="dcterms:W3CDTF">2016-10-06T04:29:15Z</dcterms:created>
  <dcterms:modified xsi:type="dcterms:W3CDTF">2026-01-09T06:44:15Z</dcterms:modified>
</cp:coreProperties>
</file>