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21" r:id="rId2"/>
    <p:sldId id="312" r:id="rId3"/>
    <p:sldId id="313" r:id="rId4"/>
    <p:sldId id="314" r:id="rId5"/>
    <p:sldId id="316" r:id="rId6"/>
    <p:sldId id="317" r:id="rId7"/>
    <p:sldId id="318" r:id="rId8"/>
    <p:sldId id="319" r:id="rId9"/>
    <p:sldId id="32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F95DE0A-B1E1-4BED-A04E-B0DC16A4F4AA}">
          <p14:sldIdLst>
            <p14:sldId id="321"/>
            <p14:sldId id="312"/>
            <p14:sldId id="313"/>
            <p14:sldId id="314"/>
            <p14:sldId id="316"/>
            <p14:sldId id="317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CFEE"/>
    <a:srgbClr val="6F6FFD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66" autoAdjust="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23F3D-4D62-43F9-8457-2509887437A1}" type="datetimeFigureOut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ED77F-61FF-4DF4-893E-B73277003B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26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획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72356D-51FC-00DE-4219-DA71698663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02856782"/>
              </p:ext>
            </p:extLst>
          </p:nvPr>
        </p:nvGraphicFramePr>
        <p:xfrm>
          <a:off x="87790" y="89350"/>
          <a:ext cx="87423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248">
                  <a:extLst>
                    <a:ext uri="{9D8B030D-6E8A-4147-A177-3AD203B41FA5}">
                      <a16:colId xmlns:a16="http://schemas.microsoft.com/office/drawing/2014/main" val="338628233"/>
                    </a:ext>
                  </a:extLst>
                </a:gridCol>
                <a:gridCol w="1457864">
                  <a:extLst>
                    <a:ext uri="{9D8B030D-6E8A-4147-A177-3AD203B41FA5}">
                      <a16:colId xmlns:a16="http://schemas.microsoft.com/office/drawing/2014/main" val="1505073367"/>
                    </a:ext>
                  </a:extLst>
                </a:gridCol>
                <a:gridCol w="879894">
                  <a:extLst>
                    <a:ext uri="{9D8B030D-6E8A-4147-A177-3AD203B41FA5}">
                      <a16:colId xmlns:a16="http://schemas.microsoft.com/office/drawing/2014/main" val="3531175620"/>
                    </a:ext>
                  </a:extLst>
                </a:gridCol>
                <a:gridCol w="3804249">
                  <a:extLst>
                    <a:ext uri="{9D8B030D-6E8A-4147-A177-3AD203B41FA5}">
                      <a16:colId xmlns:a16="http://schemas.microsoft.com/office/drawing/2014/main" val="6014753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36011974"/>
                    </a:ext>
                  </a:extLst>
                </a:gridCol>
                <a:gridCol w="1238941">
                  <a:extLst>
                    <a:ext uri="{9D8B030D-6E8A-4147-A177-3AD203B41FA5}">
                      <a16:colId xmlns:a16="http://schemas.microsoft.com/office/drawing/2014/main" val="365670307"/>
                    </a:ext>
                  </a:extLst>
                </a:gridCol>
              </a:tblGrid>
              <a:tr h="1825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Path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191528"/>
                  </a:ext>
                </a:extLst>
              </a:tr>
              <a:tr h="182563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06122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C410F4-8109-2E89-0388-F3BA4D03A8B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36211545"/>
              </p:ext>
            </p:extLst>
          </p:nvPr>
        </p:nvGraphicFramePr>
        <p:xfrm>
          <a:off x="87790" y="598931"/>
          <a:ext cx="8742396" cy="6122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2396">
                  <a:extLst>
                    <a:ext uri="{9D8B030D-6E8A-4147-A177-3AD203B41FA5}">
                      <a16:colId xmlns:a16="http://schemas.microsoft.com/office/drawing/2014/main" val="1062592975"/>
                    </a:ext>
                  </a:extLst>
                </a:gridCol>
              </a:tblGrid>
              <a:tr h="612254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670661"/>
                  </a:ext>
                </a:extLst>
              </a:tr>
            </a:tbl>
          </a:graphicData>
        </a:graphic>
      </p:graphicFrame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DC56BC0E-49DB-3127-45B1-F33874D4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96687" y="89350"/>
            <a:ext cx="381000" cy="228600"/>
          </a:xfrm>
        </p:spPr>
        <p:txBody>
          <a:bodyPr/>
          <a:lstStyle>
            <a:lvl1pPr>
              <a:defRPr b="1"/>
            </a:lvl1pPr>
          </a:lstStyle>
          <a:p>
            <a:fld id="{EC013157-A92D-4239-9824-F2A74EFC809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35F5BEF6-CBF8-C81F-AEA9-A9F7C8C2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9201" y="283819"/>
            <a:ext cx="1050985" cy="296862"/>
          </a:xfrm>
        </p:spPr>
        <p:txBody>
          <a:bodyPr/>
          <a:lstStyle>
            <a:lvl1pPr>
              <a:defRPr sz="1050" b="1"/>
            </a:lvl1pPr>
          </a:lstStyle>
          <a:p>
            <a:fld id="{0B9D2A03-3B06-4E0F-B9CE-294AC28C3B51}" type="datetime1">
              <a:rPr lang="ko-KR" altLang="en-US" smtClean="0"/>
              <a:pPr/>
              <a:t>2025-06-24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98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1E236-BBEC-5354-1565-BD6577A6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E2876-45BD-B201-CC63-BE120812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1B9473-4B75-37E6-7535-A09978C4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2A03-3B06-4E0F-B9CE-294AC28C3B51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F358E-E961-9DD7-F3F1-416C44AC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3892E-6870-26BA-4DA6-43F82DCD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01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6AEBA-A560-472A-230C-3112A338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A4E4D-6343-6490-A23D-269C6BC29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DCA03-9AE2-6EED-BD81-C1706A31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95E20-97D8-48C4-A43D-0B1FA895AC80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FA715-FADB-166E-B66E-F75E0A0A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950E0-3017-4C21-D92C-96DCB2A7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90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80D9D-27B3-429C-DFFB-1E63C842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5791E-10FE-60DA-1A3E-C85B0B59C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885FE4-5C1C-98CF-8E3B-026844E7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620769-B98F-A74E-FAFE-1C2FC316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84F4-019E-49F5-87A7-197D28C6E66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950DA1-60F4-5B04-44BD-616777C8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ABE54E-24F3-1464-6CEC-38FCF6E9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65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37235-1C46-31E3-BEC3-092002C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CCA46B-5A09-39C0-CC79-156DE8B3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9E6FF-FC0A-AC59-2647-4D0EC36EB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A9FCDE-FEEE-3CFB-ECE9-6E9779156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CEEC10-68FC-181F-A718-C1F3767EC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D3DED3-33E4-972F-8EAB-AC19C928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55764-C7C3-40A1-A3C2-CEF90BDCFDAB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D492E2-E29F-6BC0-D0F9-EEDA9714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82F22D-0CA9-307F-FADF-A2DD3277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59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9DE28-76B7-6AE1-5185-95DC1A13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107538-FAA6-89B8-AFE2-DA996472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9E93-E2C4-4C15-B0D7-A63FD8CC12E6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20BA4E-9F74-FAC3-A97D-14B29525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A77DEE-1B69-28D4-5076-899FF583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9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523A03-9B7C-26CF-691B-BBAF320B6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9EC4EE-D138-2C63-FE17-BB4A277C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D68D29-31EC-8776-4346-FF1E56D8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237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EF63D-F21C-9AF0-8ED2-5DB1A47D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8F2523-A151-B309-4EF8-93FDEC6C2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EDA03B-D3F4-5606-01FE-3075368F8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6B4D56-6A5B-F355-EB01-CED3D4E4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5E78-4143-4980-88E6-BED27FB689C7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95C05C-A38F-98D4-493B-701024A2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3BD9C1-E500-FC8C-4F95-F60CC286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67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2D3C5-38CF-31B4-29B3-08F7C9C7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4EFB0F-7C95-84BE-C71B-84381C87B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6DD846-5077-A48E-17A4-290F9BCF2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969142-F755-5FC7-1E7F-250EBC34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5588-07E2-44A4-98AE-DE618ADC0FCB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D45E3-DBFE-1940-57E5-6033C43A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3C75E2-0A54-706F-3244-075C9681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275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44C55-42B0-32F5-A783-B5FB46A1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08D4A9-12C8-33A3-B05C-EBEDD2F77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D893C-81F2-9FEF-880E-8C326D5B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FE822-D21A-4A50-9484-106FA69A8DAD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65B91-B5C0-1F45-CFAD-0576BBF2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48C4C-43FE-5B28-C096-2FC0C3D5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595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4BE0A-796D-CB95-871E-5A3B94B6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CDCE8F-FC0C-A9B4-FF30-14C6287A5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20669-7EEB-6323-80D1-F8FAD65D8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E7629-F754-4F61-AD96-F3453117C71E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90E50-536A-1494-0C71-F2A4B01D3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29E2A-0319-EBBF-D0C8-FF5289910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69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DDB897-00EC-4761-91E4-6F0B658E9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522004"/>
              </p:ext>
            </p:extLst>
          </p:nvPr>
        </p:nvGraphicFramePr>
        <p:xfrm>
          <a:off x="198804" y="208621"/>
          <a:ext cx="11774122" cy="669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최초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#4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인증 순서에 대한 설명 추가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check point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확인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#6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900" b="1" dirty="0"/>
                        <a:t>Default </a:t>
                      </a:r>
                      <a:r>
                        <a:rPr lang="ko-KR" altLang="en-US" sz="900" b="0" dirty="0"/>
                        <a:t>값 변경 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생년월일 포맷 자동 설정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#9 </a:t>
                      </a:r>
                      <a:r>
                        <a:rPr lang="ko-KR" altLang="en-US" sz="900" b="0" dirty="0"/>
                        <a:t>마이페이지 휴대폰 인증 안함 설명 추가 </a:t>
                      </a:r>
                      <a:r>
                        <a:rPr lang="en-US" altLang="ko-KR" sz="900" b="0" dirty="0"/>
                        <a:t>check point </a:t>
                      </a:r>
                      <a:r>
                        <a:rPr lang="ko-KR" altLang="en-US" sz="900" b="0"/>
                        <a:t>확인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0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915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5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4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87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11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705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68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226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51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08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66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18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615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0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38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17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00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0AB66A8C-25AD-C0B1-C850-76ED5AB2E156}"/>
              </a:ext>
            </a:extLst>
          </p:cNvPr>
          <p:cNvSpPr/>
          <p:nvPr/>
        </p:nvSpPr>
        <p:spPr>
          <a:xfrm>
            <a:off x="87790" y="580681"/>
            <a:ext cx="8742396" cy="6063559"/>
          </a:xfrm>
          <a:prstGeom prst="rect">
            <a:avLst/>
          </a:prstGeom>
          <a:solidFill>
            <a:schemeClr val="bg1">
              <a:lumMod val="85000"/>
              <a:alpha val="5019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38D2DCA-032A-8090-5917-AEFF13FF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FE5D3D-5A01-4BEE-5FAE-5FEFBE3D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EB5D2-7E11-6E36-701C-48640C1CA0E1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로그인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CABF5-B406-BD15-BF09-D7DF846F027E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로그인 화면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AEBEBD-049F-58C0-EFDE-EB910570B631}"/>
              </a:ext>
            </a:extLst>
          </p:cNvPr>
          <p:cNvSpPr/>
          <p:nvPr/>
        </p:nvSpPr>
        <p:spPr>
          <a:xfrm>
            <a:off x="636710" y="1592491"/>
            <a:ext cx="7200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45AE0C-5185-0661-2D05-9643FC4B3AD7}"/>
              </a:ext>
            </a:extLst>
          </p:cNvPr>
          <p:cNvSpPr/>
          <p:nvPr/>
        </p:nvSpPr>
        <p:spPr>
          <a:xfrm>
            <a:off x="636710" y="1592491"/>
            <a:ext cx="3960000" cy="432000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90AB58-2F7E-03DF-B483-E7A802BB70D4}"/>
              </a:ext>
            </a:extLst>
          </p:cNvPr>
          <p:cNvSpPr/>
          <p:nvPr/>
        </p:nvSpPr>
        <p:spPr>
          <a:xfrm>
            <a:off x="4993790" y="2895211"/>
            <a:ext cx="2520000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C03717-138D-B716-D9C6-3829DDB26E1E}"/>
              </a:ext>
            </a:extLst>
          </p:cNvPr>
          <p:cNvSpPr/>
          <p:nvPr/>
        </p:nvSpPr>
        <p:spPr>
          <a:xfrm>
            <a:off x="4993790" y="3585325"/>
            <a:ext cx="2520000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BB9084-AFC0-7486-6FE5-C6A2BF9BB0D2}"/>
              </a:ext>
            </a:extLst>
          </p:cNvPr>
          <p:cNvSpPr txBox="1"/>
          <p:nvPr/>
        </p:nvSpPr>
        <p:spPr>
          <a:xfrm>
            <a:off x="4919631" y="333084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D5BC56-5D2E-5EDC-3E3C-6459A6DD3D1E}"/>
              </a:ext>
            </a:extLst>
          </p:cNvPr>
          <p:cNvSpPr txBox="1"/>
          <p:nvPr/>
        </p:nvSpPr>
        <p:spPr>
          <a:xfrm>
            <a:off x="4911004" y="2599100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F961230-293E-502A-2A11-E087C6F43C79}"/>
              </a:ext>
            </a:extLst>
          </p:cNvPr>
          <p:cNvSpPr/>
          <p:nvPr/>
        </p:nvSpPr>
        <p:spPr>
          <a:xfrm>
            <a:off x="4993790" y="1811674"/>
            <a:ext cx="2520000" cy="66672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로고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213AC2-EA52-4551-8BD5-B3A26C94AF9E}"/>
              </a:ext>
            </a:extLst>
          </p:cNvPr>
          <p:cNvSpPr/>
          <p:nvPr/>
        </p:nvSpPr>
        <p:spPr>
          <a:xfrm>
            <a:off x="4993790" y="5031001"/>
            <a:ext cx="2520000" cy="66672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SM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C&amp;C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로고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7CD06F-AD73-48D1-56B6-C0AE2F61A5CE}"/>
              </a:ext>
            </a:extLst>
          </p:cNvPr>
          <p:cNvSpPr/>
          <p:nvPr/>
        </p:nvSpPr>
        <p:spPr>
          <a:xfrm>
            <a:off x="4995206" y="4254828"/>
            <a:ext cx="2520000" cy="36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4B167A-F8C1-CCAC-D520-92056A10BE95}"/>
              </a:ext>
            </a:extLst>
          </p:cNvPr>
          <p:cNvSpPr txBox="1"/>
          <p:nvPr/>
        </p:nvSpPr>
        <p:spPr>
          <a:xfrm>
            <a:off x="4919630" y="3953580"/>
            <a:ext cx="1043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⍌ 아이디 저장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8A8FC2-E68E-E8E5-558B-30B9FA43C7C4}"/>
              </a:ext>
            </a:extLst>
          </p:cNvPr>
          <p:cNvSpPr txBox="1"/>
          <p:nvPr/>
        </p:nvSpPr>
        <p:spPr>
          <a:xfrm>
            <a:off x="4993790" y="4692355"/>
            <a:ext cx="252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회원가입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|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비밀번호 찾기</a:t>
            </a: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C9080899-7FF0-1768-12D3-E2D4CD7AA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188313"/>
              </p:ext>
            </p:extLst>
          </p:nvPr>
        </p:nvGraphicFramePr>
        <p:xfrm>
          <a:off x="8895426" y="89350"/>
          <a:ext cx="3213942" cy="3526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42333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로그인 화면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고객사 맞춤 색상 표시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관리자 세팅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고객사 별 로그인 이미지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관리자 세팅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고객사 별 로고 이미지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관리자 세팅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선택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다음 로그인 시 아이디 자동으로 입력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62355"/>
                  </a:ext>
                </a:extLst>
              </a:tr>
              <a:tr h="1552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회원가입 페이지 이동 </a:t>
                      </a:r>
                      <a:r>
                        <a:rPr lang="en-US" altLang="ko-KR" sz="900" b="0" dirty="0"/>
                        <a:t>#2page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638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비밀번호 찾기 페이지 새창으로 열림 </a:t>
                      </a:r>
                      <a:r>
                        <a:rPr lang="en-US" altLang="ko-KR" sz="900" b="0" dirty="0"/>
                        <a:t>#7page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77558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38" name="타원 37">
            <a:extLst>
              <a:ext uri="{FF2B5EF4-FFF2-40B4-BE49-F238E27FC236}">
                <a16:creationId xmlns:a16="http://schemas.microsoft.com/office/drawing/2014/main" id="{FC949D0C-8020-BDD5-F913-9DB69F336760}"/>
              </a:ext>
            </a:extLst>
          </p:cNvPr>
          <p:cNvSpPr/>
          <p:nvPr/>
        </p:nvSpPr>
        <p:spPr>
          <a:xfrm>
            <a:off x="366290" y="81734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A440B2F-BA7D-C947-F44F-CE8E9FAA3CE8}"/>
              </a:ext>
            </a:extLst>
          </p:cNvPr>
          <p:cNvSpPr/>
          <p:nvPr/>
        </p:nvSpPr>
        <p:spPr>
          <a:xfrm>
            <a:off x="644243" y="1608760"/>
            <a:ext cx="3952466" cy="4287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2BF1777-B9DE-9485-37BC-CB1115118F6F}"/>
              </a:ext>
            </a:extLst>
          </p:cNvPr>
          <p:cNvSpPr/>
          <p:nvPr/>
        </p:nvSpPr>
        <p:spPr>
          <a:xfrm>
            <a:off x="559126" y="1508983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B85F782-40AC-C723-E489-06644E205E08}"/>
              </a:ext>
            </a:extLst>
          </p:cNvPr>
          <p:cNvSpPr/>
          <p:nvPr/>
        </p:nvSpPr>
        <p:spPr>
          <a:xfrm>
            <a:off x="5035364" y="1814526"/>
            <a:ext cx="2478425" cy="6921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4B52868-4EB0-541D-7503-09137A0D3732}"/>
              </a:ext>
            </a:extLst>
          </p:cNvPr>
          <p:cNvSpPr/>
          <p:nvPr/>
        </p:nvSpPr>
        <p:spPr>
          <a:xfrm>
            <a:off x="4937273" y="1737540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2F8B426-FE67-4BDB-E950-80690EF56A8E}"/>
              </a:ext>
            </a:extLst>
          </p:cNvPr>
          <p:cNvSpPr/>
          <p:nvPr/>
        </p:nvSpPr>
        <p:spPr>
          <a:xfrm>
            <a:off x="4977498" y="3939823"/>
            <a:ext cx="958324" cy="252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8288E55-9047-BE25-08CD-0EDB1D8718ED}"/>
              </a:ext>
            </a:extLst>
          </p:cNvPr>
          <p:cNvSpPr/>
          <p:nvPr/>
        </p:nvSpPr>
        <p:spPr>
          <a:xfrm>
            <a:off x="5500921" y="4691726"/>
            <a:ext cx="595079" cy="2314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E4ECB07-5C15-757D-C8D3-781853B6B0D0}"/>
              </a:ext>
            </a:extLst>
          </p:cNvPr>
          <p:cNvSpPr/>
          <p:nvPr/>
        </p:nvSpPr>
        <p:spPr>
          <a:xfrm>
            <a:off x="6139880" y="4695919"/>
            <a:ext cx="864770" cy="2170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C393123-1DAA-FA2C-1C5A-E35E51612D51}"/>
              </a:ext>
            </a:extLst>
          </p:cNvPr>
          <p:cNvSpPr/>
          <p:nvPr/>
        </p:nvSpPr>
        <p:spPr>
          <a:xfrm>
            <a:off x="4877850" y="3907184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331F4AA-3295-C414-0264-8A4B0D75B7EF}"/>
              </a:ext>
            </a:extLst>
          </p:cNvPr>
          <p:cNvSpPr/>
          <p:nvPr/>
        </p:nvSpPr>
        <p:spPr>
          <a:xfrm>
            <a:off x="5373541" y="460892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52366EE-00A5-BAB9-84FF-F10CD99822C6}"/>
              </a:ext>
            </a:extLst>
          </p:cNvPr>
          <p:cNvSpPr/>
          <p:nvPr/>
        </p:nvSpPr>
        <p:spPr>
          <a:xfrm>
            <a:off x="6974560" y="4607094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86926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9968-818F-BCFC-A978-070E152C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BF1704D-5F05-8C1B-D8A4-E5D036C1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3CBBBA-FACC-5CB5-F2A6-E945E87F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07A7D5-BE98-4A98-8527-5AFFC05D6E99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약관동의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41AA7-0D76-68C3-3CA3-5098166DFF82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CDBED43-B027-4E84-240D-2801E2E5B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988307"/>
              </p:ext>
            </p:extLst>
          </p:nvPr>
        </p:nvGraphicFramePr>
        <p:xfrm>
          <a:off x="8895426" y="89350"/>
          <a:ext cx="3213942" cy="2824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42333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약관동의 페이지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필수 약관을 모두 선택해야 다음 단계 진행 가능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선택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모든 약관이 </a:t>
                      </a:r>
                      <a:r>
                        <a:rPr lang="ko-KR" altLang="en-US" sz="900" b="1" dirty="0"/>
                        <a:t>전체 선택</a:t>
                      </a:r>
                      <a:r>
                        <a:rPr lang="ko-KR" altLang="en-US" sz="900" b="0" dirty="0"/>
                        <a:t> 되며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ko-KR" altLang="en-US" sz="900" b="0" dirty="0"/>
                        <a:t>약관 하단에 인증 버튼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활성화</a:t>
                      </a:r>
                      <a:r>
                        <a:rPr lang="en-US" altLang="ko-KR" sz="900" b="0" dirty="0"/>
                        <a:t>(#3page)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자세한 약관내용이 펼쳐지도록 함 </a:t>
                      </a:r>
                      <a:r>
                        <a:rPr lang="en-US" altLang="ko-KR" sz="900" b="0" dirty="0"/>
                        <a:t>(2-1</a:t>
                      </a:r>
                      <a:r>
                        <a:rPr lang="ko-KR" altLang="en-US" sz="900" b="0" dirty="0"/>
                        <a:t>번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10A9B3-EE46-151E-E9B1-2E653D779BB6}"/>
              </a:ext>
            </a:extLst>
          </p:cNvPr>
          <p:cNvSpPr txBox="1"/>
          <p:nvPr/>
        </p:nvSpPr>
        <p:spPr>
          <a:xfrm>
            <a:off x="3753753" y="1262006"/>
            <a:ext cx="147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19EBA9E-BA6B-6A97-0734-395EA2E08B94}"/>
              </a:ext>
            </a:extLst>
          </p:cNvPr>
          <p:cNvSpPr/>
          <p:nvPr/>
        </p:nvSpPr>
        <p:spPr>
          <a:xfrm>
            <a:off x="3094253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17BC4C5-EFBE-F7FE-6059-BB08F217FF5B}"/>
              </a:ext>
            </a:extLst>
          </p:cNvPr>
          <p:cNvSpPr/>
          <p:nvPr/>
        </p:nvSpPr>
        <p:spPr>
          <a:xfrm>
            <a:off x="4701371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 descr="방패 선택 표시 단색으로 채워진">
            <a:extLst>
              <a:ext uri="{FF2B5EF4-FFF2-40B4-BE49-F238E27FC236}">
                <a16:creationId xmlns:a16="http://schemas.microsoft.com/office/drawing/2014/main" id="{1A03CDA4-ECCC-2923-84B3-0B7EDE3EE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3720" y="1976163"/>
            <a:ext cx="457200" cy="457200"/>
          </a:xfrm>
          <a:prstGeom prst="rect">
            <a:avLst/>
          </a:prstGeom>
        </p:spPr>
      </p:pic>
      <p:pic>
        <p:nvPicPr>
          <p:cNvPr id="12" name="그래픽 11" descr="문서 윤곽선">
            <a:extLst>
              <a:ext uri="{FF2B5EF4-FFF2-40B4-BE49-F238E27FC236}">
                <a16:creationId xmlns:a16="http://schemas.microsoft.com/office/drawing/2014/main" id="{7C02B577-18D3-5D05-0822-5E7A8666C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2687" y="1977811"/>
            <a:ext cx="485030" cy="4850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D7FC95-005C-55C4-22BF-91CCCB7B6C07}"/>
              </a:ext>
            </a:extLst>
          </p:cNvPr>
          <p:cNvSpPr txBox="1"/>
          <p:nvPr/>
        </p:nvSpPr>
        <p:spPr>
          <a:xfrm>
            <a:off x="3094252" y="2587924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1.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약관동의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C4772-2D15-4C3A-B0A4-E9F61ED56D5A}"/>
              </a:ext>
            </a:extLst>
          </p:cNvPr>
          <p:cNvSpPr txBox="1"/>
          <p:nvPr/>
        </p:nvSpPr>
        <p:spPr>
          <a:xfrm>
            <a:off x="4701370" y="2591302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2.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본인인증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C563DB6-1254-6918-7AA6-2560BDAFA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735168"/>
              </p:ext>
            </p:extLst>
          </p:nvPr>
        </p:nvGraphicFramePr>
        <p:xfrm>
          <a:off x="1129128" y="3064954"/>
          <a:ext cx="6585239" cy="234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957">
                  <a:extLst>
                    <a:ext uri="{9D8B030D-6E8A-4147-A177-3AD203B41FA5}">
                      <a16:colId xmlns:a16="http://schemas.microsoft.com/office/drawing/2014/main" val="2186165991"/>
                    </a:ext>
                  </a:extLst>
                </a:gridCol>
                <a:gridCol w="4068427">
                  <a:extLst>
                    <a:ext uri="{9D8B030D-6E8A-4147-A177-3AD203B41FA5}">
                      <a16:colId xmlns:a16="http://schemas.microsoft.com/office/drawing/2014/main" val="1189158429"/>
                    </a:ext>
                  </a:extLst>
                </a:gridCol>
                <a:gridCol w="2179855">
                  <a:extLst>
                    <a:ext uri="{9D8B030D-6E8A-4147-A177-3AD203B41FA5}">
                      <a16:colId xmlns:a16="http://schemas.microsoft.com/office/drawing/2014/main" val="2555926871"/>
                    </a:ext>
                  </a:extLst>
                </a:gridCol>
              </a:tblGrid>
              <a:tr h="2992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전체 약관에 동의합니다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73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회원 약관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483466"/>
                  </a:ext>
                </a:extLst>
              </a:tr>
              <a:tr h="3338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45628"/>
                  </a:ext>
                </a:extLst>
              </a:tr>
              <a:tr h="968912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회사는 회원제 서비스 제공을 위하여 최소한의 개인정보를 수집하여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고객님이 제공한 모든 개인정보는 별도의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동의가 없는 한 해당 목적 이 외의 다른 목적으로 사용하지 않습니다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고객님은 아래 개인정보 수집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이용에 관한 동의를 거부할 권리가 있습니다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회원가입 시 수집하는 최사한의 개인정보 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필수 항목에 대한 수집 및 이용 동의를 거부하실 경우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회원 가입이 어려울 수 있습니다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5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2997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636577-380A-668E-A9BB-1A189C938EE4}"/>
              </a:ext>
            </a:extLst>
          </p:cNvPr>
          <p:cNvSpPr/>
          <p:nvPr/>
        </p:nvSpPr>
        <p:spPr>
          <a:xfrm>
            <a:off x="1129129" y="3096080"/>
            <a:ext cx="1864238" cy="233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D3051B-D6D9-9F5A-AC10-5796DDDB7B91}"/>
              </a:ext>
            </a:extLst>
          </p:cNvPr>
          <p:cNvSpPr/>
          <p:nvPr/>
        </p:nvSpPr>
        <p:spPr>
          <a:xfrm>
            <a:off x="6979553" y="3779467"/>
            <a:ext cx="705802" cy="209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C6435F7-0C44-549E-F4A0-D555D5FA0ED6}"/>
              </a:ext>
            </a:extLst>
          </p:cNvPr>
          <p:cNvSpPr/>
          <p:nvPr/>
        </p:nvSpPr>
        <p:spPr>
          <a:xfrm>
            <a:off x="1129127" y="4017033"/>
            <a:ext cx="6574266" cy="10435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9F1CAA7-F60D-5846-40AF-D89807EBA33C}"/>
              </a:ext>
            </a:extLst>
          </p:cNvPr>
          <p:cNvSpPr/>
          <p:nvPr/>
        </p:nvSpPr>
        <p:spPr>
          <a:xfrm>
            <a:off x="1040540" y="300969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28602EE-B1A2-7BD1-1B6D-D0547E72CB17}"/>
              </a:ext>
            </a:extLst>
          </p:cNvPr>
          <p:cNvSpPr/>
          <p:nvPr/>
        </p:nvSpPr>
        <p:spPr>
          <a:xfrm>
            <a:off x="7631266" y="3682331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1AB926C-34C5-C005-EC97-24AFFFF2209A}"/>
              </a:ext>
            </a:extLst>
          </p:cNvPr>
          <p:cNvSpPr/>
          <p:nvPr/>
        </p:nvSpPr>
        <p:spPr>
          <a:xfrm>
            <a:off x="1029565" y="396177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A6B2BF-1C71-D405-C008-176846ACAB24}"/>
              </a:ext>
            </a:extLst>
          </p:cNvPr>
          <p:cNvSpPr txBox="1"/>
          <p:nvPr/>
        </p:nvSpPr>
        <p:spPr>
          <a:xfrm>
            <a:off x="948908" y="3928626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2-1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47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50A6-5C05-4BED-AEFA-330285C63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D0C7ED-0D89-A1EF-CC25-C7DE6B82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0CE93C-801C-4A46-D6B2-A25CDA21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6EC1B-AD08-6ED2-A324-B70D3DE26C2E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이메일 인증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AE2C8-6A6A-B377-3943-FD0440B572B1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이메일 인증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7265B4C7-61B1-4F64-8762-F020DF617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28436"/>
              </p:ext>
            </p:extLst>
          </p:nvPr>
        </p:nvGraphicFramePr>
        <p:xfrm>
          <a:off x="8895426" y="89350"/>
          <a:ext cx="3213942" cy="5572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2246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이메일 인증 팝업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1-1</a:t>
                      </a:r>
                      <a:r>
                        <a:rPr lang="ko-KR" altLang="en-US" sz="900" b="0" dirty="0"/>
                        <a:t>번 팝업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회사이메일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각 고객사의 도메인이 노출됨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418822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문구 노출 후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2</a:t>
                      </a:r>
                      <a:r>
                        <a:rPr lang="ko-KR" altLang="en-US" sz="900" b="1" dirty="0"/>
                        <a:t>번 영역</a:t>
                      </a:r>
                      <a:r>
                        <a:rPr lang="ko-KR" altLang="en-US" sz="900" b="0" dirty="0"/>
                        <a:t>이 </a:t>
                      </a:r>
                      <a:r>
                        <a:rPr lang="en-US" altLang="ko-KR" sz="900" dirty="0"/>
                        <a:t>disabled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되며</a:t>
                      </a:r>
                      <a:r>
                        <a:rPr lang="en-US" altLang="ko-KR" sz="900" b="0" dirty="0"/>
                        <a:t>, 4-1</a:t>
                      </a:r>
                      <a:r>
                        <a:rPr lang="ko-KR" altLang="en-US" sz="900" b="0" dirty="0"/>
                        <a:t>영역이 노출 되고 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문구는 </a:t>
                      </a:r>
                      <a:r>
                        <a:rPr lang="en-US" altLang="ko-KR" sz="900" b="1" dirty="0"/>
                        <a:t>“</a:t>
                      </a:r>
                      <a:r>
                        <a:rPr lang="ko-KR" altLang="en-US" sz="900" b="1" dirty="0"/>
                        <a:t>인증</a:t>
                      </a:r>
                      <a:r>
                        <a:rPr lang="en-US" altLang="ko-KR" sz="900" b="1" dirty="0"/>
                        <a:t>”</a:t>
                      </a:r>
                      <a:r>
                        <a:rPr lang="ko-KR" altLang="en-US" sz="900" b="1" dirty="0"/>
                        <a:t>으로 변경 되도록 함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인증번호가 발송 되었습니다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1173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</a:t>
                      </a:r>
                      <a:r>
                        <a:rPr lang="en-US" altLang="ko-KR" sz="900" b="0" dirty="0"/>
                        <a:t>case</a:t>
                      </a:r>
                      <a:r>
                        <a:rPr lang="ko-KR" altLang="en-US" sz="900" b="0" dirty="0"/>
                        <a:t> 참고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/>
                        <a:t>인증번호 불일치 및 제한시간 초과 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아래 문구 노출 후 </a:t>
                      </a:r>
                      <a:r>
                        <a:rPr lang="en-US" altLang="ko-KR" sz="900" b="0" dirty="0"/>
                        <a:t>4-1</a:t>
                      </a:r>
                      <a:r>
                        <a:rPr lang="ko-KR" altLang="en-US" sz="900" b="0" dirty="0"/>
                        <a:t>영역이 사라지고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이메일 입력 란</a:t>
                      </a:r>
                      <a:r>
                        <a:rPr lang="en-US" altLang="ko-KR" sz="900" b="0" dirty="0"/>
                        <a:t>(2</a:t>
                      </a:r>
                      <a:r>
                        <a:rPr lang="ko-KR" altLang="en-US" sz="900" b="0" dirty="0"/>
                        <a:t>번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이 초기화 되며 인증번호 </a:t>
                      </a:r>
                      <a:r>
                        <a:rPr lang="ko-KR" altLang="en-US" sz="900" b="0" dirty="0" err="1"/>
                        <a:t>재발송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인증번호 불일치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인증번호가 다릅니다</a:t>
                      </a:r>
                      <a:r>
                        <a:rPr lang="en-US" altLang="ko-KR" sz="90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                          </a:t>
                      </a:r>
                      <a:r>
                        <a:rPr lang="ko-KR" altLang="en-US" sz="900" dirty="0" err="1"/>
                        <a:t>재발송</a:t>
                      </a:r>
                      <a:r>
                        <a:rPr lang="ko-KR" altLang="en-US" sz="900" dirty="0"/>
                        <a:t> 후 다시 시도해 주세요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제한시간 초과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입력시간이 초과 되었습니다</a:t>
                      </a:r>
                      <a:r>
                        <a:rPr lang="en-US" altLang="ko-KR" sz="900" dirty="0"/>
                        <a:t>..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                       </a:t>
                      </a:r>
                      <a:r>
                        <a:rPr lang="ko-KR" altLang="en-US" sz="900" dirty="0" err="1"/>
                        <a:t>재발송</a:t>
                      </a:r>
                      <a:r>
                        <a:rPr lang="ko-KR" altLang="en-US" sz="900" dirty="0"/>
                        <a:t> 후 다시 시도해 주세요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인증번호 일치 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- </a:t>
                      </a:r>
                      <a:r>
                        <a:rPr lang="ko-KR" altLang="en-US" sz="900" b="0" dirty="0"/>
                        <a:t>아래 문구 노출 후 </a:t>
                      </a:r>
                      <a:r>
                        <a:rPr lang="en-US" altLang="ko-KR" sz="900" b="1" dirty="0"/>
                        <a:t>1</a:t>
                      </a:r>
                      <a:r>
                        <a:rPr lang="ko-KR" altLang="en-US" sz="900" b="1" dirty="0"/>
                        <a:t>번 영역 </a:t>
                      </a:r>
                      <a:r>
                        <a:rPr lang="en-US" altLang="ko-KR" sz="900" b="1" dirty="0"/>
                        <a:t>disabled </a:t>
                      </a:r>
                      <a:r>
                        <a:rPr lang="ko-KR" altLang="en-US" sz="900" b="1" dirty="0"/>
                        <a:t>처리되고 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   </a:t>
                      </a:r>
                      <a:r>
                        <a:rPr lang="ko-KR" altLang="en-US" sz="900" b="1" dirty="0" err="1"/>
                        <a:t>모달</a:t>
                      </a:r>
                      <a:r>
                        <a:rPr lang="ko-KR" altLang="en-US" sz="900" b="1" dirty="0"/>
                        <a:t> 닫힘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  </a:t>
                      </a: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인증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9347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인증번호 제한시간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분</a:t>
                      </a:r>
                      <a:endParaRPr lang="en-US" altLang="ko-KR" sz="900" b="0" dirty="0">
                        <a:solidFill>
                          <a:srgbClr val="C00000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휴대폰 인증 클릭 시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아래 문구 노출</a:t>
                      </a:r>
                      <a:endParaRPr lang="en-US" altLang="ko-KR" sz="900" b="0" dirty="0">
                        <a:solidFill>
                          <a:srgbClr val="C00000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문구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이메일 인증 후 진행 해주세요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rgbClr val="C00000"/>
                          </a:solidFill>
                        </a:rPr>
                      </a:br>
                      <a:br>
                        <a:rPr lang="en-US" altLang="ko-KR" sz="900" b="0" dirty="0">
                          <a:solidFill>
                            <a:srgbClr val="C00000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휴대폰 인증 클릭 시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이메일 인증 먼저 하도록 문구 노출</a:t>
                      </a:r>
                      <a:endParaRPr lang="en-US" altLang="ko-KR" sz="900" b="0" dirty="0">
                        <a:solidFill>
                          <a:srgbClr val="C00000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문구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이메일 인증 먼저 진행 해 주세요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68F10C0-AD6D-C224-8EBE-032C699EBAA8}"/>
              </a:ext>
            </a:extLst>
          </p:cNvPr>
          <p:cNvSpPr txBox="1"/>
          <p:nvPr/>
        </p:nvSpPr>
        <p:spPr>
          <a:xfrm>
            <a:off x="3753753" y="1262006"/>
            <a:ext cx="147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F3D9822-5A1C-7EAF-6018-D76773BBB197}"/>
              </a:ext>
            </a:extLst>
          </p:cNvPr>
          <p:cNvSpPr/>
          <p:nvPr/>
        </p:nvSpPr>
        <p:spPr>
          <a:xfrm>
            <a:off x="3094253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F425394-E0CD-41B3-181E-8302A09646D5}"/>
              </a:ext>
            </a:extLst>
          </p:cNvPr>
          <p:cNvSpPr/>
          <p:nvPr/>
        </p:nvSpPr>
        <p:spPr>
          <a:xfrm>
            <a:off x="4701371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5E4450E-6AFA-A795-2209-20471B9F3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109089"/>
              </p:ext>
            </p:extLst>
          </p:nvPr>
        </p:nvGraphicFramePr>
        <p:xfrm>
          <a:off x="1129128" y="3064954"/>
          <a:ext cx="6585239" cy="234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957">
                  <a:extLst>
                    <a:ext uri="{9D8B030D-6E8A-4147-A177-3AD203B41FA5}">
                      <a16:colId xmlns:a16="http://schemas.microsoft.com/office/drawing/2014/main" val="2186165991"/>
                    </a:ext>
                  </a:extLst>
                </a:gridCol>
                <a:gridCol w="4068427">
                  <a:extLst>
                    <a:ext uri="{9D8B030D-6E8A-4147-A177-3AD203B41FA5}">
                      <a16:colId xmlns:a16="http://schemas.microsoft.com/office/drawing/2014/main" val="1189158429"/>
                    </a:ext>
                  </a:extLst>
                </a:gridCol>
                <a:gridCol w="2179855">
                  <a:extLst>
                    <a:ext uri="{9D8B030D-6E8A-4147-A177-3AD203B41FA5}">
                      <a16:colId xmlns:a16="http://schemas.microsoft.com/office/drawing/2014/main" val="2555926871"/>
                    </a:ext>
                  </a:extLst>
                </a:gridCol>
              </a:tblGrid>
              <a:tr h="2992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전체 약관에 동의합니다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73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회원 약관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483466"/>
                  </a:ext>
                </a:extLst>
              </a:tr>
              <a:tr h="3338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45628"/>
                  </a:ext>
                </a:extLst>
              </a:tr>
              <a:tr h="968912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회사는 회원제 서비스 제공을 위하여 최소한의 개인정보를 수집하여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고객님이 제공한 모든 개인정보는 별도의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동의가 없는 한 해당 목적 이 외의 다른 목적으로 사용하지 않습니다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고객님은 아래 개인정보 수집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이용에 관한 동의를 거부할 권리가 있습니다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회원가입 시 수집하는 최사한의 개인정보 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필수 항목에 대한 수집 및 이용 동의를 거부하실 경우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회원 가입이 어려울 수 있습니다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5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2997"/>
                  </a:ext>
                </a:extLst>
              </a:tr>
            </a:tbl>
          </a:graphicData>
        </a:graphic>
      </p:graphicFrame>
      <p:pic>
        <p:nvPicPr>
          <p:cNvPr id="15" name="그래픽 14" descr="방패 선택 표시 단색으로 채워진">
            <a:extLst>
              <a:ext uri="{FF2B5EF4-FFF2-40B4-BE49-F238E27FC236}">
                <a16:creationId xmlns:a16="http://schemas.microsoft.com/office/drawing/2014/main" id="{CF3CF83C-350A-94FC-FE6B-68A8FAD46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3720" y="1976163"/>
            <a:ext cx="457200" cy="457200"/>
          </a:xfrm>
          <a:prstGeom prst="rect">
            <a:avLst/>
          </a:prstGeom>
        </p:spPr>
      </p:pic>
      <p:pic>
        <p:nvPicPr>
          <p:cNvPr id="16" name="그래픽 15" descr="문서 윤곽선">
            <a:extLst>
              <a:ext uri="{FF2B5EF4-FFF2-40B4-BE49-F238E27FC236}">
                <a16:creationId xmlns:a16="http://schemas.microsoft.com/office/drawing/2014/main" id="{E8B243E5-4A77-3435-BEBC-EC4598529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2687" y="1977811"/>
            <a:ext cx="485030" cy="48503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CA62DC9-05F6-D379-48AF-C49ADDA1E550}"/>
              </a:ext>
            </a:extLst>
          </p:cNvPr>
          <p:cNvSpPr/>
          <p:nvPr/>
        </p:nvSpPr>
        <p:spPr>
          <a:xfrm>
            <a:off x="53490" y="580681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CD21EE-4BB9-319D-2A80-4CCB33D84C4B}"/>
              </a:ext>
            </a:extLst>
          </p:cNvPr>
          <p:cNvSpPr/>
          <p:nvPr/>
        </p:nvSpPr>
        <p:spPr>
          <a:xfrm>
            <a:off x="1129127" y="5497597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이메일 인증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211F920-C0D1-2F34-0399-1C5B60C5F99D}"/>
              </a:ext>
            </a:extLst>
          </p:cNvPr>
          <p:cNvSpPr/>
          <p:nvPr/>
        </p:nvSpPr>
        <p:spPr>
          <a:xfrm>
            <a:off x="1152174" y="5456918"/>
            <a:ext cx="3199629" cy="4821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4B453CF-B415-3BE1-CE4D-F6AA6836729E}"/>
              </a:ext>
            </a:extLst>
          </p:cNvPr>
          <p:cNvSpPr/>
          <p:nvPr/>
        </p:nvSpPr>
        <p:spPr>
          <a:xfrm>
            <a:off x="1070479" y="538417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D5276-FC7B-BAE9-AE53-117C45B74D8A}"/>
              </a:ext>
            </a:extLst>
          </p:cNvPr>
          <p:cNvSpPr txBox="1"/>
          <p:nvPr/>
        </p:nvSpPr>
        <p:spPr>
          <a:xfrm>
            <a:off x="3181732" y="1714205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1.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약관동의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09734-9C23-7ACB-C594-5DD69B457A96}"/>
              </a:ext>
            </a:extLst>
          </p:cNvPr>
          <p:cNvSpPr txBox="1"/>
          <p:nvPr/>
        </p:nvSpPr>
        <p:spPr>
          <a:xfrm>
            <a:off x="4788850" y="1717583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2.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본인인증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60DF68D-151C-FE46-144B-073BB86035A0}"/>
              </a:ext>
            </a:extLst>
          </p:cNvPr>
          <p:cNvSpPr/>
          <p:nvPr/>
        </p:nvSpPr>
        <p:spPr>
          <a:xfrm>
            <a:off x="2422891" y="1449333"/>
            <a:ext cx="3237253" cy="1732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4FE7BF-D6CC-D616-5A49-0C86B11D4AA9}"/>
              </a:ext>
            </a:extLst>
          </p:cNvPr>
          <p:cNvSpPr txBox="1"/>
          <p:nvPr/>
        </p:nvSpPr>
        <p:spPr>
          <a:xfrm>
            <a:off x="2548128" y="1544940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이메일 인증</a:t>
            </a:r>
            <a:endParaRPr lang="ko-KR" altLang="en-US" sz="10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902A130-6567-B31A-9AE6-6FC37EE872E5}"/>
              </a:ext>
            </a:extLst>
          </p:cNvPr>
          <p:cNvSpPr/>
          <p:nvPr/>
        </p:nvSpPr>
        <p:spPr>
          <a:xfrm>
            <a:off x="2586138" y="1901225"/>
            <a:ext cx="1691877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이메일을 입력해주세요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C6135C-8F9C-9F21-7D79-4DF94A3E092B}"/>
              </a:ext>
            </a:extLst>
          </p:cNvPr>
          <p:cNvSpPr txBox="1"/>
          <p:nvPr/>
        </p:nvSpPr>
        <p:spPr>
          <a:xfrm>
            <a:off x="4309734" y="1937875"/>
            <a:ext cx="11833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@smtown.com</a:t>
            </a:r>
            <a:endParaRPr lang="ko-KR" altLang="en-US" sz="1000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8D326C-3124-626B-A6D4-23E3C6CA54B5}"/>
              </a:ext>
            </a:extLst>
          </p:cNvPr>
          <p:cNvSpPr/>
          <p:nvPr/>
        </p:nvSpPr>
        <p:spPr>
          <a:xfrm>
            <a:off x="4092202" y="2830310"/>
            <a:ext cx="1405984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인증번호 발송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9ABBE9-204C-0BE0-C2C3-155806C065F1}"/>
              </a:ext>
            </a:extLst>
          </p:cNvPr>
          <p:cNvSpPr/>
          <p:nvPr/>
        </p:nvSpPr>
        <p:spPr>
          <a:xfrm>
            <a:off x="2596830" y="2830309"/>
            <a:ext cx="1405984" cy="24792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7A8F37-3751-B94F-6D2F-0427781E739F}"/>
              </a:ext>
            </a:extLst>
          </p:cNvPr>
          <p:cNvSpPr/>
          <p:nvPr/>
        </p:nvSpPr>
        <p:spPr>
          <a:xfrm>
            <a:off x="2598928" y="1894713"/>
            <a:ext cx="1652103" cy="3240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9A66A77-9674-9FDE-D12F-6A843692CE47}"/>
              </a:ext>
            </a:extLst>
          </p:cNvPr>
          <p:cNvSpPr/>
          <p:nvPr/>
        </p:nvSpPr>
        <p:spPr>
          <a:xfrm>
            <a:off x="4081025" y="2816658"/>
            <a:ext cx="1417162" cy="28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CA6775C-A5F7-E38A-0855-99898C2A4579}"/>
              </a:ext>
            </a:extLst>
          </p:cNvPr>
          <p:cNvSpPr/>
          <p:nvPr/>
        </p:nvSpPr>
        <p:spPr>
          <a:xfrm>
            <a:off x="2401833" y="1456330"/>
            <a:ext cx="3258312" cy="1725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245A5900-BDF5-FDB7-BC9C-EF4CD289332B}"/>
              </a:ext>
            </a:extLst>
          </p:cNvPr>
          <p:cNvSpPr/>
          <p:nvPr/>
        </p:nvSpPr>
        <p:spPr>
          <a:xfrm>
            <a:off x="2346465" y="134723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21CCA926-7CAE-56CE-A6E2-095FC8F7E446}"/>
              </a:ext>
            </a:extLst>
          </p:cNvPr>
          <p:cNvSpPr/>
          <p:nvPr/>
        </p:nvSpPr>
        <p:spPr>
          <a:xfrm>
            <a:off x="2515316" y="1796691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80E8AD4B-3E24-0D64-5177-49C6ED42BB58}"/>
              </a:ext>
            </a:extLst>
          </p:cNvPr>
          <p:cNvSpPr/>
          <p:nvPr/>
        </p:nvSpPr>
        <p:spPr>
          <a:xfrm>
            <a:off x="3983110" y="275469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D6A15EB-761B-6CBC-A746-E7D039CE0307}"/>
              </a:ext>
            </a:extLst>
          </p:cNvPr>
          <p:cNvSpPr/>
          <p:nvPr/>
        </p:nvSpPr>
        <p:spPr>
          <a:xfrm>
            <a:off x="4351803" y="1882813"/>
            <a:ext cx="1135691" cy="332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B1BF74C-0F3C-DE5B-C5D6-09E1E17F2ABD}"/>
              </a:ext>
            </a:extLst>
          </p:cNvPr>
          <p:cNvSpPr/>
          <p:nvPr/>
        </p:nvSpPr>
        <p:spPr>
          <a:xfrm>
            <a:off x="5393855" y="1793383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58D7C169-622F-9A20-C851-0388E438DFD3}"/>
              </a:ext>
            </a:extLst>
          </p:cNvPr>
          <p:cNvCxnSpPr>
            <a:cxnSpLocks/>
          </p:cNvCxnSpPr>
          <p:nvPr/>
        </p:nvCxnSpPr>
        <p:spPr>
          <a:xfrm flipV="1">
            <a:off x="3094253" y="3295461"/>
            <a:ext cx="488702" cy="2027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B75ABA-AA20-8C65-04FA-7AF8E264D908}"/>
              </a:ext>
            </a:extLst>
          </p:cNvPr>
          <p:cNvSpPr/>
          <p:nvPr/>
        </p:nvSpPr>
        <p:spPr>
          <a:xfrm>
            <a:off x="2598928" y="2360405"/>
            <a:ext cx="2901357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인증번호를 입력해주세요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	               </a:t>
            </a:r>
            <a:r>
              <a:rPr lang="en-US" altLang="ko-KR" sz="900" dirty="0">
                <a:solidFill>
                  <a:srgbClr val="FF0000"/>
                </a:solidFill>
              </a:rPr>
              <a:t>03:00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978648-B783-1DC8-7227-5072844C13AB}"/>
              </a:ext>
            </a:extLst>
          </p:cNvPr>
          <p:cNvSpPr/>
          <p:nvPr/>
        </p:nvSpPr>
        <p:spPr>
          <a:xfrm>
            <a:off x="2548128" y="2300278"/>
            <a:ext cx="3022903" cy="438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A20168A-A6D9-C4CA-26ED-E18DB4978FFF}"/>
              </a:ext>
            </a:extLst>
          </p:cNvPr>
          <p:cNvSpPr/>
          <p:nvPr/>
        </p:nvSpPr>
        <p:spPr>
          <a:xfrm>
            <a:off x="2484390" y="225535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ABF0DB-63DB-D4F6-D272-1FEF69D1291A}"/>
              </a:ext>
            </a:extLst>
          </p:cNvPr>
          <p:cNvSpPr txBox="1"/>
          <p:nvPr/>
        </p:nvSpPr>
        <p:spPr>
          <a:xfrm>
            <a:off x="2403733" y="2222207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4-1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0352F2-CC28-61C2-3B8B-69E10ED9FC6F}"/>
              </a:ext>
            </a:extLst>
          </p:cNvPr>
          <p:cNvSpPr txBox="1"/>
          <p:nvPr/>
        </p:nvSpPr>
        <p:spPr>
          <a:xfrm>
            <a:off x="2258010" y="1329496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1-1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77537DF-D369-4CD2-7899-AFC263BFEC71}"/>
              </a:ext>
            </a:extLst>
          </p:cNvPr>
          <p:cNvSpPr/>
          <p:nvPr/>
        </p:nvSpPr>
        <p:spPr>
          <a:xfrm>
            <a:off x="5913060" y="2852061"/>
            <a:ext cx="1405984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bg1"/>
                </a:solidFill>
              </a:rPr>
              <a:t>인증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4BB0951-06EE-DA6F-E109-F2B33C702D5E}"/>
              </a:ext>
            </a:extLst>
          </p:cNvPr>
          <p:cNvSpPr/>
          <p:nvPr/>
        </p:nvSpPr>
        <p:spPr>
          <a:xfrm>
            <a:off x="5901883" y="2838409"/>
            <a:ext cx="1417162" cy="28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4861252-46F8-DC72-9B92-C76DD6EAC161}"/>
              </a:ext>
            </a:extLst>
          </p:cNvPr>
          <p:cNvSpPr/>
          <p:nvPr/>
        </p:nvSpPr>
        <p:spPr>
          <a:xfrm>
            <a:off x="5803968" y="277644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DC5FAC3-500C-CD0B-C063-51D3724D7298}"/>
              </a:ext>
            </a:extLst>
          </p:cNvPr>
          <p:cNvSpPr/>
          <p:nvPr/>
        </p:nvSpPr>
        <p:spPr>
          <a:xfrm>
            <a:off x="4447364" y="5497597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휴대폰 인증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55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4E90-5BC3-6764-F425-A15EE9C4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DB23E0-C094-CCF1-E090-0770515C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2F7ACD-CBA4-04FD-8338-A0105ACF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B571B-C7E3-AB2B-F2BA-D7FF1F0258BC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휴대폰 인증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3F656-9655-5148-CBB9-4E69DE30DAFD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휴대폰 인증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6939E-D972-D532-AD94-9CFD12A5EDB1}"/>
              </a:ext>
            </a:extLst>
          </p:cNvPr>
          <p:cNvSpPr txBox="1"/>
          <p:nvPr/>
        </p:nvSpPr>
        <p:spPr>
          <a:xfrm>
            <a:off x="3753753" y="1262006"/>
            <a:ext cx="147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6513E3D-3A97-BC8A-E013-0E9A3039C3BA}"/>
              </a:ext>
            </a:extLst>
          </p:cNvPr>
          <p:cNvSpPr/>
          <p:nvPr/>
        </p:nvSpPr>
        <p:spPr>
          <a:xfrm>
            <a:off x="3094253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8868FB5-5FB2-0342-8A84-3A29B8C3D22B}"/>
              </a:ext>
            </a:extLst>
          </p:cNvPr>
          <p:cNvSpPr/>
          <p:nvPr/>
        </p:nvSpPr>
        <p:spPr>
          <a:xfrm>
            <a:off x="4701371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408AB19-7180-956A-30BA-5B748F6720A0}"/>
              </a:ext>
            </a:extLst>
          </p:cNvPr>
          <p:cNvGraphicFramePr>
            <a:graphicFrameLocks noGrp="1"/>
          </p:cNvGraphicFramePr>
          <p:nvPr/>
        </p:nvGraphicFramePr>
        <p:xfrm>
          <a:off x="1129128" y="3064954"/>
          <a:ext cx="6585239" cy="234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957">
                  <a:extLst>
                    <a:ext uri="{9D8B030D-6E8A-4147-A177-3AD203B41FA5}">
                      <a16:colId xmlns:a16="http://schemas.microsoft.com/office/drawing/2014/main" val="2186165991"/>
                    </a:ext>
                  </a:extLst>
                </a:gridCol>
                <a:gridCol w="4068427">
                  <a:extLst>
                    <a:ext uri="{9D8B030D-6E8A-4147-A177-3AD203B41FA5}">
                      <a16:colId xmlns:a16="http://schemas.microsoft.com/office/drawing/2014/main" val="1189158429"/>
                    </a:ext>
                  </a:extLst>
                </a:gridCol>
                <a:gridCol w="2179855">
                  <a:extLst>
                    <a:ext uri="{9D8B030D-6E8A-4147-A177-3AD203B41FA5}">
                      <a16:colId xmlns:a16="http://schemas.microsoft.com/office/drawing/2014/main" val="2555926871"/>
                    </a:ext>
                  </a:extLst>
                </a:gridCol>
              </a:tblGrid>
              <a:tr h="2992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전체 약관에 동의합니다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73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회원 약관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483466"/>
                  </a:ext>
                </a:extLst>
              </a:tr>
              <a:tr h="3338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45628"/>
                  </a:ext>
                </a:extLst>
              </a:tr>
              <a:tr h="968912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회사는 회원제 서비스 제공을 위하여 최소한의 개인정보를 수집하여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고객님이 제공한 모든 개인정보는 별도의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동의가 없는 한 해당 목적 이 외의 다른 목적으로 사용하지 않습니다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고객님은 아래 개인정보 수집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이용에 관한 동의를 거부할 권리가 있습니다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회원가입 시 수집하는 최사한의 개인정보 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필수 항목에 대한 수집 및 이용 동의를 거부하실 경우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회원 가입이 어려울 수 있습니다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5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2997"/>
                  </a:ext>
                </a:extLst>
              </a:tr>
            </a:tbl>
          </a:graphicData>
        </a:graphic>
      </p:graphicFrame>
      <p:pic>
        <p:nvPicPr>
          <p:cNvPr id="15" name="그래픽 14" descr="방패 선택 표시 단색으로 채워진">
            <a:extLst>
              <a:ext uri="{FF2B5EF4-FFF2-40B4-BE49-F238E27FC236}">
                <a16:creationId xmlns:a16="http://schemas.microsoft.com/office/drawing/2014/main" id="{27609E23-5283-F97B-8009-91842CA1C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3720" y="1976163"/>
            <a:ext cx="457200" cy="457200"/>
          </a:xfrm>
          <a:prstGeom prst="rect">
            <a:avLst/>
          </a:prstGeom>
        </p:spPr>
      </p:pic>
      <p:pic>
        <p:nvPicPr>
          <p:cNvPr id="16" name="그래픽 15" descr="문서 윤곽선">
            <a:extLst>
              <a:ext uri="{FF2B5EF4-FFF2-40B4-BE49-F238E27FC236}">
                <a16:creationId xmlns:a16="http://schemas.microsoft.com/office/drawing/2014/main" id="{E0ED20DC-2173-EFBE-8574-253C27DBE2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2687" y="1977811"/>
            <a:ext cx="485030" cy="48503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56C435-24CD-BBB7-4A19-2AE8AE7A2981}"/>
              </a:ext>
            </a:extLst>
          </p:cNvPr>
          <p:cNvSpPr/>
          <p:nvPr/>
        </p:nvSpPr>
        <p:spPr>
          <a:xfrm>
            <a:off x="53490" y="580681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083E7E-B137-98A0-50D9-D9E01FC13F21}"/>
              </a:ext>
            </a:extLst>
          </p:cNvPr>
          <p:cNvSpPr txBox="1"/>
          <p:nvPr/>
        </p:nvSpPr>
        <p:spPr>
          <a:xfrm>
            <a:off x="3181732" y="1714205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1.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약관동의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1E0BE0-C64F-375E-190A-79E944367F07}"/>
              </a:ext>
            </a:extLst>
          </p:cNvPr>
          <p:cNvSpPr/>
          <p:nvPr/>
        </p:nvSpPr>
        <p:spPr>
          <a:xfrm>
            <a:off x="2422891" y="1449333"/>
            <a:ext cx="3237253" cy="1732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041D35-D660-8E35-84D3-FB1B6FD1680E}"/>
              </a:ext>
            </a:extLst>
          </p:cNvPr>
          <p:cNvSpPr txBox="1"/>
          <p:nvPr/>
        </p:nvSpPr>
        <p:spPr>
          <a:xfrm>
            <a:off x="2548128" y="1544940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휴대폰 인증</a:t>
            </a:r>
            <a:endParaRPr lang="ko-KR" altLang="en-US" sz="10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92450B-AD58-D161-2497-2B4CA68CFAC2}"/>
              </a:ext>
            </a:extLst>
          </p:cNvPr>
          <p:cNvSpPr/>
          <p:nvPr/>
        </p:nvSpPr>
        <p:spPr>
          <a:xfrm>
            <a:off x="2586138" y="1901225"/>
            <a:ext cx="2912048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휴대폰번호를 입력해주세요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 (010-1234-5678)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6E3B5F-725B-CDA5-E520-99773A536199}"/>
              </a:ext>
            </a:extLst>
          </p:cNvPr>
          <p:cNvSpPr/>
          <p:nvPr/>
        </p:nvSpPr>
        <p:spPr>
          <a:xfrm>
            <a:off x="4092202" y="2830310"/>
            <a:ext cx="1405984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인증번호 발송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C9EC17-067D-1C7D-AF58-AF3D2A2A1C16}"/>
              </a:ext>
            </a:extLst>
          </p:cNvPr>
          <p:cNvSpPr/>
          <p:nvPr/>
        </p:nvSpPr>
        <p:spPr>
          <a:xfrm>
            <a:off x="2596830" y="2830309"/>
            <a:ext cx="1405984" cy="24792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0BB620-F94E-AB7C-A8A9-FD9EBBC5ED7E}"/>
              </a:ext>
            </a:extLst>
          </p:cNvPr>
          <p:cNvSpPr/>
          <p:nvPr/>
        </p:nvSpPr>
        <p:spPr>
          <a:xfrm>
            <a:off x="2598928" y="1894713"/>
            <a:ext cx="2899258" cy="3240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F46B46F-3528-2A3E-F23B-C3134587DA02}"/>
              </a:ext>
            </a:extLst>
          </p:cNvPr>
          <p:cNvSpPr/>
          <p:nvPr/>
        </p:nvSpPr>
        <p:spPr>
          <a:xfrm>
            <a:off x="4081025" y="2816658"/>
            <a:ext cx="1417162" cy="28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DA84F9B-3E80-874A-F62F-5B2812A3E3E6}"/>
              </a:ext>
            </a:extLst>
          </p:cNvPr>
          <p:cNvSpPr/>
          <p:nvPr/>
        </p:nvSpPr>
        <p:spPr>
          <a:xfrm>
            <a:off x="2401833" y="1456330"/>
            <a:ext cx="3258312" cy="1725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9AFF5A8C-BA6B-3E27-AD50-54F507783DEF}"/>
              </a:ext>
            </a:extLst>
          </p:cNvPr>
          <p:cNvSpPr/>
          <p:nvPr/>
        </p:nvSpPr>
        <p:spPr>
          <a:xfrm>
            <a:off x="2346465" y="134723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8E783BC0-61C7-7794-3743-B6BD3CA131E5}"/>
              </a:ext>
            </a:extLst>
          </p:cNvPr>
          <p:cNvSpPr/>
          <p:nvPr/>
        </p:nvSpPr>
        <p:spPr>
          <a:xfrm>
            <a:off x="2515316" y="1796691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91FCC3A-F2F5-E3B0-CDB0-6C8110CBC8C7}"/>
              </a:ext>
            </a:extLst>
          </p:cNvPr>
          <p:cNvSpPr/>
          <p:nvPr/>
        </p:nvSpPr>
        <p:spPr>
          <a:xfrm>
            <a:off x="3983110" y="275469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75CEA181-A91B-32E9-CC08-A6F45A39B349}"/>
              </a:ext>
            </a:extLst>
          </p:cNvPr>
          <p:cNvCxnSpPr>
            <a:cxnSpLocks/>
          </p:cNvCxnSpPr>
          <p:nvPr/>
        </p:nvCxnSpPr>
        <p:spPr>
          <a:xfrm flipH="1" flipV="1">
            <a:off x="3582955" y="3295461"/>
            <a:ext cx="1502229" cy="20175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4208EE-EBF0-BA4F-1ABD-19EDBF87BC3B}"/>
              </a:ext>
            </a:extLst>
          </p:cNvPr>
          <p:cNvSpPr/>
          <p:nvPr/>
        </p:nvSpPr>
        <p:spPr>
          <a:xfrm>
            <a:off x="2598928" y="2360405"/>
            <a:ext cx="2901357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인증번호를 입력해주세요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	               </a:t>
            </a:r>
            <a:r>
              <a:rPr lang="en-US" altLang="ko-KR" sz="900" dirty="0">
                <a:solidFill>
                  <a:srgbClr val="FF0000"/>
                </a:solidFill>
              </a:rPr>
              <a:t>03:00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5BAD6C-345E-711B-632F-8F0CD6579298}"/>
              </a:ext>
            </a:extLst>
          </p:cNvPr>
          <p:cNvSpPr/>
          <p:nvPr/>
        </p:nvSpPr>
        <p:spPr>
          <a:xfrm>
            <a:off x="2548128" y="2300278"/>
            <a:ext cx="3022903" cy="438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E9D9513-DBD2-0BBC-19F8-08EAA3BB30CA}"/>
              </a:ext>
            </a:extLst>
          </p:cNvPr>
          <p:cNvSpPr/>
          <p:nvPr/>
        </p:nvSpPr>
        <p:spPr>
          <a:xfrm>
            <a:off x="2484390" y="225535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9B331E-93AE-50E3-31FA-14507807E078}"/>
              </a:ext>
            </a:extLst>
          </p:cNvPr>
          <p:cNvSpPr txBox="1"/>
          <p:nvPr/>
        </p:nvSpPr>
        <p:spPr>
          <a:xfrm>
            <a:off x="2403733" y="2222207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2-1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E1CEA9-E8D0-F469-116C-13326DEF544E}"/>
              </a:ext>
            </a:extLst>
          </p:cNvPr>
          <p:cNvSpPr/>
          <p:nvPr/>
        </p:nvSpPr>
        <p:spPr>
          <a:xfrm>
            <a:off x="1129127" y="5497597"/>
            <a:ext cx="3180607" cy="38809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</a:rPr>
              <a:t>이메일 인증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60A4805-9FB0-8B2D-3AF0-C6B0A16A22BE}"/>
              </a:ext>
            </a:extLst>
          </p:cNvPr>
          <p:cNvSpPr/>
          <p:nvPr/>
        </p:nvSpPr>
        <p:spPr>
          <a:xfrm>
            <a:off x="4431365" y="5453236"/>
            <a:ext cx="3231626" cy="4821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9175C1-4BAD-3BE6-9FFB-3F061413A142}"/>
              </a:ext>
            </a:extLst>
          </p:cNvPr>
          <p:cNvSpPr/>
          <p:nvPr/>
        </p:nvSpPr>
        <p:spPr>
          <a:xfrm>
            <a:off x="4447364" y="5497597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휴대폰 인증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E656A17-A956-643B-8988-D23772A3D58D}"/>
              </a:ext>
            </a:extLst>
          </p:cNvPr>
          <p:cNvSpPr/>
          <p:nvPr/>
        </p:nvSpPr>
        <p:spPr>
          <a:xfrm>
            <a:off x="4365669" y="5380494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DBEEE64-50EF-473E-6D5A-3FCADACEA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741487"/>
              </p:ext>
            </p:extLst>
          </p:nvPr>
        </p:nvGraphicFramePr>
        <p:xfrm>
          <a:off x="8895426" y="89350"/>
          <a:ext cx="3213942" cy="5206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2246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휴대폰 인증 팝업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1-1</a:t>
                      </a:r>
                      <a:r>
                        <a:rPr lang="ko-KR" altLang="en-US" sz="900" b="0" dirty="0"/>
                        <a:t>번 팝업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휴대폰번호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문구 노출 후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2</a:t>
                      </a:r>
                      <a:r>
                        <a:rPr lang="ko-KR" altLang="en-US" sz="900" b="1" dirty="0"/>
                        <a:t>번 영역</a:t>
                      </a:r>
                      <a:r>
                        <a:rPr lang="ko-KR" altLang="en-US" sz="900" b="0" dirty="0"/>
                        <a:t>이 </a:t>
                      </a:r>
                      <a:r>
                        <a:rPr lang="en-US" altLang="ko-KR" sz="900" dirty="0"/>
                        <a:t>disabled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되며</a:t>
                      </a:r>
                      <a:r>
                        <a:rPr lang="en-US" altLang="ko-KR" sz="900" b="0" dirty="0"/>
                        <a:t>, 2-1</a:t>
                      </a:r>
                      <a:r>
                        <a:rPr lang="ko-KR" altLang="en-US" sz="900" b="0" dirty="0"/>
                        <a:t>영역이 노출 되고 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문구는 </a:t>
                      </a:r>
                      <a:r>
                        <a:rPr lang="en-US" altLang="ko-KR" sz="900" b="1" dirty="0"/>
                        <a:t>“</a:t>
                      </a:r>
                      <a:r>
                        <a:rPr lang="ko-KR" altLang="en-US" sz="900" b="1" dirty="0"/>
                        <a:t>인증</a:t>
                      </a:r>
                      <a:r>
                        <a:rPr lang="en-US" altLang="ko-KR" sz="900" b="1" dirty="0"/>
                        <a:t>”</a:t>
                      </a:r>
                      <a:r>
                        <a:rPr lang="ko-KR" altLang="en-US" sz="900" b="1" dirty="0"/>
                        <a:t>으로 변경 되도록 함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인증번호가 발송 되었습니다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418822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1" dirty="0"/>
                        <a:t>아래 </a:t>
                      </a:r>
                      <a:r>
                        <a:rPr lang="en-US" altLang="ko-KR" sz="900" b="1" dirty="0"/>
                        <a:t>case</a:t>
                      </a:r>
                      <a:r>
                        <a:rPr lang="ko-KR" altLang="en-US" sz="900" b="1" dirty="0"/>
                        <a:t> 참고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/>
                        <a:t>인증번호 불일치 및 제한시간 초과 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아래 문구 노출 후 </a:t>
                      </a:r>
                      <a:r>
                        <a:rPr lang="en-US" altLang="ko-KR" sz="900" b="0" dirty="0"/>
                        <a:t>2-1</a:t>
                      </a:r>
                      <a:r>
                        <a:rPr lang="ko-KR" altLang="en-US" sz="900" b="0" dirty="0"/>
                        <a:t>영역이 사라지고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이메일 입력 란</a:t>
                      </a:r>
                      <a:r>
                        <a:rPr lang="en-US" altLang="ko-KR" sz="900" b="0" dirty="0"/>
                        <a:t>(2</a:t>
                      </a:r>
                      <a:r>
                        <a:rPr lang="ko-KR" altLang="en-US" sz="900" b="0" dirty="0"/>
                        <a:t>번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이 초기화 되며 인증번호 </a:t>
                      </a:r>
                      <a:r>
                        <a:rPr lang="ko-KR" altLang="en-US" sz="900" b="0" dirty="0" err="1"/>
                        <a:t>재발송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인증번호 불일치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인증번호가 다릅니다</a:t>
                      </a:r>
                      <a:r>
                        <a:rPr lang="en-US" altLang="ko-KR" sz="90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                          </a:t>
                      </a:r>
                      <a:r>
                        <a:rPr lang="ko-KR" altLang="en-US" sz="900" dirty="0" err="1"/>
                        <a:t>재발송</a:t>
                      </a:r>
                      <a:r>
                        <a:rPr lang="ko-KR" altLang="en-US" sz="900" dirty="0"/>
                        <a:t> 후 다시 시도해 주세요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제한시간 초과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입력시간이 초과 되었습니다</a:t>
                      </a:r>
                      <a:r>
                        <a:rPr lang="en-US" altLang="ko-KR" sz="900" dirty="0"/>
                        <a:t>..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                       </a:t>
                      </a:r>
                      <a:r>
                        <a:rPr lang="ko-KR" altLang="en-US" sz="900" dirty="0" err="1"/>
                        <a:t>재발송</a:t>
                      </a:r>
                      <a:r>
                        <a:rPr lang="ko-KR" altLang="en-US" sz="900" dirty="0"/>
                        <a:t> 후 다시 시도해 주세요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인증번호 일치 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- </a:t>
                      </a:r>
                      <a:r>
                        <a:rPr lang="ko-KR" altLang="en-US" sz="900" b="0" dirty="0"/>
                        <a:t>아래 문구 노출 후 </a:t>
                      </a:r>
                      <a:r>
                        <a:rPr lang="ko-KR" altLang="en-US" sz="900" b="1" dirty="0"/>
                        <a:t>회원가입 페이지 이동 </a:t>
                      </a:r>
                      <a:r>
                        <a:rPr lang="en-US" altLang="ko-KR" sz="900" b="1" dirty="0"/>
                        <a:t>#5page</a:t>
                      </a:r>
                      <a:r>
                        <a:rPr lang="en-US" altLang="ko-KR" sz="900" b="0" dirty="0"/>
                        <a:t>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  </a:t>
                      </a: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인증 되었습니다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1173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인증번호 제한시간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C13A7BF2-2BA8-7706-0918-6F4A6A5DDE86}"/>
              </a:ext>
            </a:extLst>
          </p:cNvPr>
          <p:cNvSpPr txBox="1"/>
          <p:nvPr/>
        </p:nvSpPr>
        <p:spPr>
          <a:xfrm>
            <a:off x="2265630" y="1329496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1-1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2E76181-4EF1-0071-9476-25D79E62DC1B}"/>
              </a:ext>
            </a:extLst>
          </p:cNvPr>
          <p:cNvSpPr/>
          <p:nvPr/>
        </p:nvSpPr>
        <p:spPr>
          <a:xfrm>
            <a:off x="5901883" y="2838409"/>
            <a:ext cx="1417162" cy="28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5C9516C-3B1B-D8A8-3C79-4109E538B8C7}"/>
              </a:ext>
            </a:extLst>
          </p:cNvPr>
          <p:cNvSpPr/>
          <p:nvPr/>
        </p:nvSpPr>
        <p:spPr>
          <a:xfrm>
            <a:off x="5913060" y="2852061"/>
            <a:ext cx="1405984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bg1"/>
                </a:solidFill>
              </a:rPr>
              <a:t>인증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40C1E8D-17CD-9CBF-B72B-21F5965941B1}"/>
              </a:ext>
            </a:extLst>
          </p:cNvPr>
          <p:cNvSpPr/>
          <p:nvPr/>
        </p:nvSpPr>
        <p:spPr>
          <a:xfrm>
            <a:off x="5803968" y="277644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73963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79712-E23D-85AB-0EE3-2B5A8790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3C2579C1-1EDF-2AEB-3845-D1CC15CA5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249447"/>
              </p:ext>
            </p:extLst>
          </p:nvPr>
        </p:nvGraphicFramePr>
        <p:xfrm>
          <a:off x="413117" y="1483101"/>
          <a:ext cx="7975698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106">
                  <a:extLst>
                    <a:ext uri="{9D8B030D-6E8A-4147-A177-3AD203B41FA5}">
                      <a16:colId xmlns:a16="http://schemas.microsoft.com/office/drawing/2014/main" val="1237628650"/>
                    </a:ext>
                  </a:extLst>
                </a:gridCol>
                <a:gridCol w="3108219">
                  <a:extLst>
                    <a:ext uri="{9D8B030D-6E8A-4147-A177-3AD203B41FA5}">
                      <a16:colId xmlns:a16="http://schemas.microsoft.com/office/drawing/2014/main" val="830823695"/>
                    </a:ext>
                  </a:extLst>
                </a:gridCol>
                <a:gridCol w="904518">
                  <a:extLst>
                    <a:ext uri="{9D8B030D-6E8A-4147-A177-3AD203B41FA5}">
                      <a16:colId xmlns:a16="http://schemas.microsoft.com/office/drawing/2014/main" val="2778920016"/>
                    </a:ext>
                  </a:extLst>
                </a:gridCol>
                <a:gridCol w="3078855">
                  <a:extLst>
                    <a:ext uri="{9D8B030D-6E8A-4147-A177-3AD203B41FA5}">
                      <a16:colId xmlns:a16="http://schemas.microsoft.com/office/drawing/2014/main" val="91729888"/>
                    </a:ext>
                  </a:extLst>
                </a:gridCol>
              </a:tblGrid>
              <a:tr h="2061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고객사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SM C&amp;C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072946"/>
                  </a:ext>
                </a:extLst>
              </a:tr>
              <a:tr h="2061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이메일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admin@smtown.com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697794"/>
                  </a:ext>
                </a:extLst>
              </a:tr>
              <a:tr h="2061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휴대폰번호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/>
                        <a:t>010-1234-5678</a:t>
                      </a:r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986447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00D168-8BE7-51E6-2A32-7ECD1C14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C724D8-4DA4-652E-552F-74501535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8B3339-8E9A-BA6A-BED1-C2073CB8BD0A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회원가입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5157C-4618-1D51-453E-83EDD1161FFD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회원가입 페이지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D86DD7D-9A1C-21F3-A0D5-B5ED047EB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945227"/>
              </p:ext>
            </p:extLst>
          </p:nvPr>
        </p:nvGraphicFramePr>
        <p:xfrm>
          <a:off x="8895426" y="89350"/>
          <a:ext cx="3213942" cy="563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4112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회원가입 페이지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개인정보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추가정보</a:t>
                      </a:r>
                      <a:r>
                        <a:rPr lang="en-US" altLang="ko-KR" sz="900" b="1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</a:rPr>
                        <a:t>개인정보와 여권정보만 필수 값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사용자 기본정보로 수정할 수 없는 정보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해당 영역은 </a:t>
                      </a:r>
                      <a:r>
                        <a:rPr lang="ko-KR" altLang="en-US" sz="900" b="1" dirty="0"/>
                        <a:t>모두 필수 정보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 err="1"/>
                        <a:t>한글명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영문명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여권정보와 동일하게 작성</a:t>
                      </a:r>
                      <a:br>
                        <a:rPr lang="en-US" altLang="ko-KR" sz="900" b="0" dirty="0"/>
                      </a:b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사번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입력 후 중복체크 클릭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1" dirty="0"/>
                        <a:t>아래 </a:t>
                      </a:r>
                      <a:r>
                        <a:rPr lang="en-US" altLang="ko-KR" sz="900" b="1" dirty="0"/>
                        <a:t>case </a:t>
                      </a:r>
                      <a:r>
                        <a:rPr lang="ko-KR" altLang="en-US" sz="900" b="1" dirty="0"/>
                        <a:t>참고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사번 중복</a:t>
                      </a:r>
                      <a:r>
                        <a:rPr lang="en-US" altLang="ko-KR" sz="900" b="0" dirty="0"/>
                        <a:t>) : “</a:t>
                      </a:r>
                      <a:r>
                        <a:rPr lang="ko-KR" altLang="en-US" sz="900" b="0" dirty="0"/>
                        <a:t>이미 사용중인 사번입니다</a:t>
                      </a:r>
                      <a:r>
                        <a:rPr lang="en-US" altLang="ko-KR" sz="900" b="0" dirty="0"/>
                        <a:t>.” </a:t>
                      </a:r>
                      <a:r>
                        <a:rPr lang="ko-KR" altLang="en-US" sz="900" b="0" dirty="0"/>
                        <a:t>문구 노출 후 입력란 초기화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사용 가능</a:t>
                      </a:r>
                      <a:r>
                        <a:rPr lang="en-US" altLang="ko-KR" sz="900" b="0" dirty="0"/>
                        <a:t>) : “</a:t>
                      </a:r>
                      <a:r>
                        <a:rPr lang="ko-KR" altLang="en-US" sz="900" b="0" dirty="0"/>
                        <a:t>사용 가능한 사번입니다</a:t>
                      </a:r>
                      <a:r>
                        <a:rPr lang="en-US" altLang="ko-KR" sz="900" b="0" dirty="0"/>
                        <a:t>. [</a:t>
                      </a:r>
                      <a:r>
                        <a:rPr lang="ko-KR" altLang="en-US" sz="900" b="0" dirty="0"/>
                        <a:t>아이디</a:t>
                      </a:r>
                      <a:r>
                        <a:rPr lang="en-US" altLang="ko-KR" sz="900" b="0" dirty="0"/>
                        <a:t>:BTMSADMIN]</a:t>
                      </a:r>
                      <a:r>
                        <a:rPr lang="ko-KR" altLang="en-US" sz="900" b="0" dirty="0"/>
                        <a:t>을 확인해 주세요</a:t>
                      </a:r>
                      <a:r>
                        <a:rPr lang="en-US" altLang="ko-KR" sz="900" b="0" dirty="0"/>
                        <a:t>“ </a:t>
                      </a:r>
                      <a:r>
                        <a:rPr lang="ko-KR" altLang="en-US" sz="900" b="0" dirty="0"/>
                        <a:t>문구 노출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3. </a:t>
                      </a:r>
                      <a:r>
                        <a:rPr lang="ko-KR" altLang="en-US" sz="900" b="0" dirty="0"/>
                        <a:t>아이디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고객사식별자 </a:t>
                      </a:r>
                      <a:r>
                        <a:rPr lang="en-US" altLang="ko-KR" sz="900" b="0" dirty="0"/>
                        <a:t>+ </a:t>
                      </a:r>
                      <a:r>
                        <a:rPr lang="ko-KR" altLang="en-US" sz="900" b="0" dirty="0"/>
                        <a:t>사번 조합으로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  </a:t>
                      </a:r>
                      <a:r>
                        <a:rPr lang="ko-KR" altLang="en-US" sz="900" b="0" dirty="0"/>
                        <a:t>사번 중복체크 시 자동으로 입력되는 항목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4. </a:t>
                      </a: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 : </a:t>
                      </a:r>
                      <a:r>
                        <a:rPr lang="ko-KR" altLang="en-US" sz="900" b="0" dirty="0"/>
                        <a:t>해당 항목을 고객사 사용여부에 따라 노출이 안될 수도 있음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5. </a:t>
                      </a:r>
                      <a:r>
                        <a:rPr lang="ko-KR" altLang="en-US" sz="900" b="1" dirty="0"/>
                        <a:t>성별 </a:t>
                      </a:r>
                      <a:r>
                        <a:rPr lang="en-US" altLang="ko-KR" sz="900" b="1" dirty="0"/>
                        <a:t>Default </a:t>
                      </a:r>
                      <a:r>
                        <a:rPr lang="ko-KR" altLang="en-US" sz="900" b="1" dirty="0"/>
                        <a:t>버튼 비활성화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    </a:t>
                      </a:r>
                      <a:r>
                        <a:rPr lang="ko-KR" altLang="en-US" sz="900" b="1" dirty="0"/>
                        <a:t>생년월일 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숫자입력 시 </a:t>
                      </a:r>
                      <a:r>
                        <a:rPr lang="en-US" altLang="ko-KR" sz="900" b="1" dirty="0"/>
                        <a:t>YYYY-MM-DD </a:t>
                      </a:r>
                      <a:r>
                        <a:rPr lang="ko-KR" altLang="en-US" sz="900" b="1" dirty="0"/>
                        <a:t>형식으로 보여주도록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해당영역은 고객사마다 달라지는 영역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/>
                        <a:t>기본세팅은</a:t>
                      </a:r>
                      <a:r>
                        <a:rPr lang="ko-KR" altLang="en-US" sz="900" b="0" dirty="0"/>
                        <a:t> 부서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직급이되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계열사를 사용하는 고객사라면 </a:t>
                      </a: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/>
                        <a:t>개의 영역으로 나눠질 수 있음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767719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숫자만 입력 가능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322423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개인정보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(2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번영역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과 추가정보영역은 고객사마다 필드가 달라질 수 있음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- 1-2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번 영역의 경우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마이페이지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”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에서는 필드가 달라지므로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#8page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참고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우편번호 클릭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우편번호 검색 팝업 노출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41BEB67-08A3-3E94-3779-89A793D333BE}"/>
              </a:ext>
            </a:extLst>
          </p:cNvPr>
          <p:cNvSpPr txBox="1"/>
          <p:nvPr/>
        </p:nvSpPr>
        <p:spPr>
          <a:xfrm>
            <a:off x="3605516" y="978462"/>
            <a:ext cx="1619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/>
              <a:t>회원가입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247FBE-C89F-0CB9-EB7A-1F631EB2AD4B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EB922A-045B-9DF2-B772-4A6990D0EDEB}"/>
              </a:ext>
            </a:extLst>
          </p:cNvPr>
          <p:cNvSpPr/>
          <p:nvPr/>
        </p:nvSpPr>
        <p:spPr>
          <a:xfrm>
            <a:off x="7306000" y="662959"/>
            <a:ext cx="119209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로그인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110793-7AC0-B896-1387-1AC3843706AD}"/>
              </a:ext>
            </a:extLst>
          </p:cNvPr>
          <p:cNvSpPr/>
          <p:nvPr/>
        </p:nvSpPr>
        <p:spPr>
          <a:xfrm>
            <a:off x="281482" y="1172495"/>
            <a:ext cx="1671332" cy="30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개인 정보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0D62006-2E4C-B5AF-D79B-E02BA8163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673800"/>
              </p:ext>
            </p:extLst>
          </p:nvPr>
        </p:nvGraphicFramePr>
        <p:xfrm>
          <a:off x="369943" y="2373575"/>
          <a:ext cx="8128148" cy="16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717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63357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22843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41231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한글명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영문명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2075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사번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/>
                        <a:t>사번 중복체크 시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자동 입력 됩니다</a:t>
                      </a:r>
                      <a:r>
                        <a:rPr lang="en-US" altLang="ko-KR" sz="800" b="0" dirty="0"/>
                        <a:t>.</a:t>
                      </a:r>
                      <a:endParaRPr lang="ko-KR" alt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53751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✓위험 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비밀번호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비밀번호가 일치 하지 않습니다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생년월일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COST CENTER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29279600-72EA-45CA-DCB9-C34BD6615F22}"/>
              </a:ext>
            </a:extLst>
          </p:cNvPr>
          <p:cNvSpPr/>
          <p:nvPr/>
        </p:nvSpPr>
        <p:spPr>
          <a:xfrm>
            <a:off x="1524000" y="2410509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여권이름과 동일하게 작성 해 주세요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DFE085-30C6-2B05-9929-1563115BBFCE}"/>
              </a:ext>
            </a:extLst>
          </p:cNvPr>
          <p:cNvSpPr/>
          <p:nvPr/>
        </p:nvSpPr>
        <p:spPr>
          <a:xfrm>
            <a:off x="5414828" y="2412261"/>
            <a:ext cx="1435552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성 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여권과 동일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3E03494-16C9-7017-DEDC-8DA1888851C4}"/>
              </a:ext>
            </a:extLst>
          </p:cNvPr>
          <p:cNvSpPr/>
          <p:nvPr/>
        </p:nvSpPr>
        <p:spPr>
          <a:xfrm>
            <a:off x="6956459" y="2410509"/>
            <a:ext cx="1435552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이름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여권과 동일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99BC54-B46A-374C-AC69-DCA546ACC377}"/>
              </a:ext>
            </a:extLst>
          </p:cNvPr>
          <p:cNvSpPr/>
          <p:nvPr/>
        </p:nvSpPr>
        <p:spPr>
          <a:xfrm>
            <a:off x="1524000" y="2789550"/>
            <a:ext cx="1722120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회사 사번 작성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6BDACAD-4A53-C3F6-E35B-68DFBE035244}"/>
              </a:ext>
            </a:extLst>
          </p:cNvPr>
          <p:cNvSpPr/>
          <p:nvPr/>
        </p:nvSpPr>
        <p:spPr>
          <a:xfrm>
            <a:off x="3339743" y="2792095"/>
            <a:ext cx="1010364" cy="288287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중복체크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02FB647-DD73-EE95-EEF9-8D55D4AE84E9}"/>
              </a:ext>
            </a:extLst>
          </p:cNvPr>
          <p:cNvSpPr/>
          <p:nvPr/>
        </p:nvSpPr>
        <p:spPr>
          <a:xfrm>
            <a:off x="1524000" y="3173307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영문 대소문자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숫자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특수문자 포함 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자리 이상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8A93012-B67A-ABAD-35B3-78F3DD0FE59F}"/>
              </a:ext>
            </a:extLst>
          </p:cNvPr>
          <p:cNvSpPr/>
          <p:nvPr/>
        </p:nvSpPr>
        <p:spPr>
          <a:xfrm>
            <a:off x="5414828" y="3173307"/>
            <a:ext cx="297718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영문 대소문자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숫자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특수문자 포함 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자리 이상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B9E9818-E588-E1B2-069B-9D702512893B}"/>
              </a:ext>
            </a:extLst>
          </p:cNvPr>
          <p:cNvSpPr/>
          <p:nvPr/>
        </p:nvSpPr>
        <p:spPr>
          <a:xfrm>
            <a:off x="1523999" y="3705852"/>
            <a:ext cx="170966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19900101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28DCF17-7268-9252-9F74-3D9B9C0DA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918309"/>
              </p:ext>
            </p:extLst>
          </p:nvPr>
        </p:nvGraphicFramePr>
        <p:xfrm>
          <a:off x="3339743" y="3716673"/>
          <a:ext cx="1010364" cy="282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82">
                  <a:extLst>
                    <a:ext uri="{9D8B030D-6E8A-4147-A177-3AD203B41FA5}">
                      <a16:colId xmlns:a16="http://schemas.microsoft.com/office/drawing/2014/main" val="2184841557"/>
                    </a:ext>
                  </a:extLst>
                </a:gridCol>
                <a:gridCol w="505182">
                  <a:extLst>
                    <a:ext uri="{9D8B030D-6E8A-4147-A177-3AD203B41FA5}">
                      <a16:colId xmlns:a16="http://schemas.microsoft.com/office/drawing/2014/main" val="3753863067"/>
                    </a:ext>
                  </a:extLst>
                </a:gridCol>
              </a:tblGrid>
              <a:tr h="282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남</a:t>
                      </a:r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967911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D0736102-5A63-29D0-333F-7BAF1E013FCC}"/>
              </a:ext>
            </a:extLst>
          </p:cNvPr>
          <p:cNvSpPr/>
          <p:nvPr/>
        </p:nvSpPr>
        <p:spPr>
          <a:xfrm>
            <a:off x="5414828" y="3716673"/>
            <a:ext cx="297718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8057CDA3-CE09-ED3E-6A1C-299819983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332744"/>
              </p:ext>
            </p:extLst>
          </p:nvPr>
        </p:nvGraphicFramePr>
        <p:xfrm>
          <a:off x="369943" y="4434828"/>
          <a:ext cx="8128148" cy="2204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097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70977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22843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41231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직장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2075"/>
                  </a:ext>
                </a:extLst>
              </a:tr>
              <a:tr h="346776">
                <a:tc v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34091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계열사 </a:t>
                      </a:r>
                      <a:r>
                        <a:rPr lang="en-US" altLang="ko-KR" sz="800" dirty="0"/>
                        <a:t>· </a:t>
                      </a:r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부서 </a:t>
                      </a:r>
                      <a:r>
                        <a:rPr lang="en-US" altLang="ko-KR" sz="800" dirty="0"/>
                        <a:t>· </a:t>
                      </a:r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직급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선호 좌석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선호 기내식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  <a:tr h="379246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마일리지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effectLst/>
                        </a:rPr>
                        <a:t>OZ (Asiana Airlines)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519452"/>
                  </a:ext>
                </a:extLst>
              </a:tr>
              <a:tr h="379246">
                <a:tc v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effectLst/>
                        </a:rPr>
                        <a:t>KE (Korean Air)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929348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B5CC0C6B-2609-6D5D-930E-8A72F29CD752}"/>
              </a:ext>
            </a:extLst>
          </p:cNvPr>
          <p:cNvSpPr/>
          <p:nvPr/>
        </p:nvSpPr>
        <p:spPr>
          <a:xfrm>
            <a:off x="281482" y="4196844"/>
            <a:ext cx="1671332" cy="170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추가 정보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9AB7B38-D3EC-FEA0-7BEB-FC34FCFFF2E4}"/>
              </a:ext>
            </a:extLst>
          </p:cNvPr>
          <p:cNvSpPr/>
          <p:nvPr/>
        </p:nvSpPr>
        <p:spPr>
          <a:xfrm>
            <a:off x="1524000" y="4496917"/>
            <a:ext cx="1722120" cy="26643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09D7F46-0476-A518-1920-DE2C09C7FC9B}"/>
              </a:ext>
            </a:extLst>
          </p:cNvPr>
          <p:cNvSpPr/>
          <p:nvPr/>
        </p:nvSpPr>
        <p:spPr>
          <a:xfrm>
            <a:off x="3339743" y="4486140"/>
            <a:ext cx="1010364" cy="29308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우편번호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B341ECA-1BDB-9228-3D06-4B48A88E7C5D}"/>
              </a:ext>
            </a:extLst>
          </p:cNvPr>
          <p:cNvSpPr/>
          <p:nvPr/>
        </p:nvSpPr>
        <p:spPr>
          <a:xfrm>
            <a:off x="4443730" y="4496917"/>
            <a:ext cx="3948281" cy="26643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24FE733-9CAC-A0E6-03C4-1512C3A5D14C}"/>
              </a:ext>
            </a:extLst>
          </p:cNvPr>
          <p:cNvSpPr/>
          <p:nvPr/>
        </p:nvSpPr>
        <p:spPr>
          <a:xfrm>
            <a:off x="1524000" y="4852901"/>
            <a:ext cx="6868011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C2F3132-35F2-77DD-4259-33666FCDDF80}"/>
              </a:ext>
            </a:extLst>
          </p:cNvPr>
          <p:cNvSpPr/>
          <p:nvPr/>
        </p:nvSpPr>
        <p:spPr>
          <a:xfrm>
            <a:off x="1523999" y="5186660"/>
            <a:ext cx="2258671" cy="2588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계열사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66E7A58-6064-5790-6869-FFD6F86F1992}"/>
              </a:ext>
            </a:extLst>
          </p:cNvPr>
          <p:cNvSpPr/>
          <p:nvPr/>
        </p:nvSpPr>
        <p:spPr>
          <a:xfrm>
            <a:off x="3891946" y="5182852"/>
            <a:ext cx="219372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부서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D6B77E9-83BF-5A23-EFB8-6B74DCF05CA0}"/>
              </a:ext>
            </a:extLst>
          </p:cNvPr>
          <p:cNvSpPr/>
          <p:nvPr/>
        </p:nvSpPr>
        <p:spPr>
          <a:xfrm>
            <a:off x="6194944" y="5190469"/>
            <a:ext cx="219387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직급</a:t>
            </a:r>
          </a:p>
        </p:txBody>
      </p:sp>
      <p:pic>
        <p:nvPicPr>
          <p:cNvPr id="48" name="그래픽 47" descr="위쪽 캐럿 단색으로 채워진">
            <a:extLst>
              <a:ext uri="{FF2B5EF4-FFF2-40B4-BE49-F238E27FC236}">
                <a16:creationId xmlns:a16="http://schemas.microsoft.com/office/drawing/2014/main" id="{4F157059-AA76-94BE-2494-36EF55073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505670" y="5197293"/>
            <a:ext cx="277000" cy="277000"/>
          </a:xfrm>
          <a:prstGeom prst="rect">
            <a:avLst/>
          </a:prstGeom>
        </p:spPr>
      </p:pic>
      <p:pic>
        <p:nvPicPr>
          <p:cNvPr id="49" name="그래픽 48" descr="위쪽 캐럿 단색으로 채워진">
            <a:extLst>
              <a:ext uri="{FF2B5EF4-FFF2-40B4-BE49-F238E27FC236}">
                <a16:creationId xmlns:a16="http://schemas.microsoft.com/office/drawing/2014/main" id="{D46CA6BC-AEB5-C273-123E-208BF19D1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808668" y="5197293"/>
            <a:ext cx="277000" cy="277000"/>
          </a:xfrm>
          <a:prstGeom prst="rect">
            <a:avLst/>
          </a:prstGeom>
        </p:spPr>
      </p:pic>
      <p:pic>
        <p:nvPicPr>
          <p:cNvPr id="50" name="그래픽 49" descr="위쪽 캐럿 단색으로 채워진">
            <a:extLst>
              <a:ext uri="{FF2B5EF4-FFF2-40B4-BE49-F238E27FC236}">
                <a16:creationId xmlns:a16="http://schemas.microsoft.com/office/drawing/2014/main" id="{0C7E1FE0-2136-F5C3-4537-7BDF0F6A3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8083575" y="5188472"/>
            <a:ext cx="277000" cy="277000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11154B-F746-0843-E6EE-2907868C325E}"/>
              </a:ext>
            </a:extLst>
          </p:cNvPr>
          <p:cNvSpPr/>
          <p:nvPr/>
        </p:nvSpPr>
        <p:spPr>
          <a:xfrm>
            <a:off x="5504162" y="5563439"/>
            <a:ext cx="2884653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53" name="그래픽 52" descr="위쪽 캐럿 단색으로 채워진">
            <a:extLst>
              <a:ext uri="{FF2B5EF4-FFF2-40B4-BE49-F238E27FC236}">
                <a16:creationId xmlns:a16="http://schemas.microsoft.com/office/drawing/2014/main" id="{710A3D74-83FF-A9E4-871A-B359E863B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8083575" y="5565910"/>
            <a:ext cx="277000" cy="277000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107AC4A4-9047-6C5E-170D-155B787F0799}"/>
              </a:ext>
            </a:extLst>
          </p:cNvPr>
          <p:cNvSpPr/>
          <p:nvPr/>
        </p:nvSpPr>
        <p:spPr>
          <a:xfrm>
            <a:off x="4523892" y="5927841"/>
            <a:ext cx="3864923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0" i="0" kern="120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마일리지 번호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0EE3C10-1D7C-3FF9-9D54-1CDB35C834D1}"/>
              </a:ext>
            </a:extLst>
          </p:cNvPr>
          <p:cNvSpPr/>
          <p:nvPr/>
        </p:nvSpPr>
        <p:spPr>
          <a:xfrm>
            <a:off x="4523892" y="6323659"/>
            <a:ext cx="3864923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0" i="0" kern="120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마일리지 번호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D2F9D07-8EEA-03FB-E718-98CC4979AED2}"/>
              </a:ext>
            </a:extLst>
          </p:cNvPr>
          <p:cNvSpPr/>
          <p:nvPr/>
        </p:nvSpPr>
        <p:spPr>
          <a:xfrm>
            <a:off x="369943" y="1481104"/>
            <a:ext cx="8019518" cy="713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B4A0928-6C1F-174F-8518-10D75890558D}"/>
              </a:ext>
            </a:extLst>
          </p:cNvPr>
          <p:cNvSpPr/>
          <p:nvPr/>
        </p:nvSpPr>
        <p:spPr>
          <a:xfrm>
            <a:off x="288248" y="137232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3D6A3BE-D9DC-605A-E77A-0552DDCF08ED}"/>
              </a:ext>
            </a:extLst>
          </p:cNvPr>
          <p:cNvSpPr/>
          <p:nvPr/>
        </p:nvSpPr>
        <p:spPr>
          <a:xfrm>
            <a:off x="369943" y="2270084"/>
            <a:ext cx="8018872" cy="18077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B14D78B-4430-E662-E999-3C059BED8177}"/>
              </a:ext>
            </a:extLst>
          </p:cNvPr>
          <p:cNvSpPr/>
          <p:nvPr/>
        </p:nvSpPr>
        <p:spPr>
          <a:xfrm>
            <a:off x="288248" y="2240253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2760CA8-0DAE-4F38-E2DF-069A3DCE6F66}"/>
              </a:ext>
            </a:extLst>
          </p:cNvPr>
          <p:cNvSpPr/>
          <p:nvPr/>
        </p:nvSpPr>
        <p:spPr>
          <a:xfrm>
            <a:off x="355823" y="5165225"/>
            <a:ext cx="8021864" cy="323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7E2DF8E-07F2-CDF1-00D6-5B5BC7BDFEA6}"/>
              </a:ext>
            </a:extLst>
          </p:cNvPr>
          <p:cNvSpPr/>
          <p:nvPr/>
        </p:nvSpPr>
        <p:spPr>
          <a:xfrm>
            <a:off x="4438695" y="5890873"/>
            <a:ext cx="3950120" cy="763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C7FCA845-0C2E-C022-8C33-6EF19A348E19}"/>
              </a:ext>
            </a:extLst>
          </p:cNvPr>
          <p:cNvSpPr/>
          <p:nvPr/>
        </p:nvSpPr>
        <p:spPr>
          <a:xfrm>
            <a:off x="274295" y="508171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094831A-78EA-C23D-153D-31FCB646F589}"/>
              </a:ext>
            </a:extLst>
          </p:cNvPr>
          <p:cNvSpPr/>
          <p:nvPr/>
        </p:nvSpPr>
        <p:spPr>
          <a:xfrm>
            <a:off x="4368797" y="5820352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258813A-7734-4B78-B1EB-A1EC1AD747C0}"/>
              </a:ext>
            </a:extLst>
          </p:cNvPr>
          <p:cNvSpPr/>
          <p:nvPr/>
        </p:nvSpPr>
        <p:spPr>
          <a:xfrm>
            <a:off x="1513369" y="5575382"/>
            <a:ext cx="274615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61" name="그래픽 60" descr="위쪽 캐럿 단색으로 채워진">
            <a:extLst>
              <a:ext uri="{FF2B5EF4-FFF2-40B4-BE49-F238E27FC236}">
                <a16:creationId xmlns:a16="http://schemas.microsoft.com/office/drawing/2014/main" id="{4C04C59D-18F5-4F95-9177-26DE3B063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937456" y="5572509"/>
            <a:ext cx="277000" cy="2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D2E6-1590-2A70-8071-955C209AA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E4CF432-4142-5831-2C87-6B691613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44F6FD-6A4E-9733-4841-BDE5E7BE3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15CBF-B5B6-2D6C-4F55-E5AE0B9AED7D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약관동의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0C776-4A70-8543-6C61-A5B84122A633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C9AFC42C-F2A2-86DD-A2B8-353B608BE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18119"/>
              </p:ext>
            </p:extLst>
          </p:nvPr>
        </p:nvGraphicFramePr>
        <p:xfrm>
          <a:off x="8895426" y="89350"/>
          <a:ext cx="3213942" cy="3491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9711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회원가입페이지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여권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비자</a:t>
                      </a:r>
                      <a:r>
                        <a:rPr lang="en-US" altLang="ko-KR" sz="900" b="1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여권정보 영역으로 모든 정보 필수 값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하단에 </a:t>
                      </a:r>
                      <a:r>
                        <a:rPr lang="en-US" altLang="ko-KR" sz="900" b="0" dirty="0"/>
                        <a:t>2-1 </a:t>
                      </a:r>
                      <a:r>
                        <a:rPr lang="ko-KR" altLang="en-US" sz="900" b="0" dirty="0"/>
                        <a:t>영역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 비자정보 영역 삭제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80420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모든 정보 입력 후 회원가입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회원 가입 성공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아이디에 대한 문구 한번 더 노출 되도록 하고 로그인 페이지로 이동 </a:t>
                      </a:r>
                      <a:r>
                        <a:rPr lang="en-US" altLang="ko-KR" sz="900" b="0" dirty="0"/>
                        <a:t>#1page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회원가입이 완료 되었습니다</a:t>
                      </a:r>
                      <a:r>
                        <a:rPr lang="en-US" altLang="ko-KR" sz="900" b="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       {</a:t>
                      </a:r>
                      <a:r>
                        <a:rPr lang="ko-KR" altLang="en-US" sz="900" b="0" dirty="0"/>
                        <a:t>아이디</a:t>
                      </a:r>
                      <a:r>
                        <a:rPr lang="en-US" altLang="ko-KR" sz="900" b="0" dirty="0"/>
                        <a:t>}</a:t>
                      </a:r>
                      <a:r>
                        <a:rPr lang="ko-KR" altLang="en-US" sz="900" b="0" dirty="0"/>
                        <a:t>로 로그인 해주세요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390141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9FE5B780-0BE9-2CBD-A8B5-C2EFF0BEFA8F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1C76CF-12CB-2B77-3121-92A002EBFF31}"/>
              </a:ext>
            </a:extLst>
          </p:cNvPr>
          <p:cNvSpPr/>
          <p:nvPr/>
        </p:nvSpPr>
        <p:spPr>
          <a:xfrm>
            <a:off x="7306000" y="662959"/>
            <a:ext cx="119209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로그인</a:t>
            </a:r>
            <a:endParaRPr lang="ko-KR" altLang="en-US" sz="10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888C0A9-6461-540E-0897-C11D354D9ADF}"/>
              </a:ext>
            </a:extLst>
          </p:cNvPr>
          <p:cNvSpPr/>
          <p:nvPr/>
        </p:nvSpPr>
        <p:spPr>
          <a:xfrm>
            <a:off x="264274" y="1215185"/>
            <a:ext cx="1671332" cy="170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여권 정보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2F132E3-AD8B-5B92-9101-C0057D29F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112017"/>
              </p:ext>
            </p:extLst>
          </p:nvPr>
        </p:nvGraphicFramePr>
        <p:xfrm>
          <a:off x="348094" y="1461951"/>
          <a:ext cx="8096205" cy="117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91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51711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19217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28886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여권 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4135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국적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발행국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발급일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만료일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8C71A42-9BF2-78AA-570A-8D55ACBF790C}"/>
              </a:ext>
            </a:extLst>
          </p:cNvPr>
          <p:cNvSpPr/>
          <p:nvPr/>
        </p:nvSpPr>
        <p:spPr>
          <a:xfrm>
            <a:off x="1503294" y="1515885"/>
            <a:ext cx="6868011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9A42DB-BFE9-9724-500D-68B05B584393}"/>
              </a:ext>
            </a:extLst>
          </p:cNvPr>
          <p:cNvSpPr/>
          <p:nvPr/>
        </p:nvSpPr>
        <p:spPr>
          <a:xfrm>
            <a:off x="1503294" y="2313119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		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8A5AA2-D94F-408C-03EB-2492A249FCD0}"/>
              </a:ext>
            </a:extLst>
          </p:cNvPr>
          <p:cNvSpPr/>
          <p:nvPr/>
        </p:nvSpPr>
        <p:spPr>
          <a:xfrm>
            <a:off x="5394122" y="2313119"/>
            <a:ext cx="297718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3" name="그래픽 12" descr="플립 달력 단색으로 채워진">
            <a:extLst>
              <a:ext uri="{FF2B5EF4-FFF2-40B4-BE49-F238E27FC236}">
                <a16:creationId xmlns:a16="http://schemas.microsoft.com/office/drawing/2014/main" id="{D4FDC519-DEEE-365A-F745-2FE646B53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9472" y="2359752"/>
            <a:ext cx="197800" cy="197800"/>
          </a:xfrm>
          <a:prstGeom prst="rect">
            <a:avLst/>
          </a:prstGeom>
        </p:spPr>
      </p:pic>
      <p:pic>
        <p:nvPicPr>
          <p:cNvPr id="14" name="그래픽 13" descr="플립 달력 단색으로 채워진">
            <a:extLst>
              <a:ext uri="{FF2B5EF4-FFF2-40B4-BE49-F238E27FC236}">
                <a16:creationId xmlns:a16="http://schemas.microsoft.com/office/drawing/2014/main" id="{AC1331B3-54EF-9DC3-4758-9E94A060B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3858" y="2366837"/>
            <a:ext cx="197800" cy="19780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45A4E4-DF53-DF74-3D57-20BCFFFD3560}"/>
              </a:ext>
            </a:extLst>
          </p:cNvPr>
          <p:cNvSpPr/>
          <p:nvPr/>
        </p:nvSpPr>
        <p:spPr>
          <a:xfrm>
            <a:off x="1509676" y="1886668"/>
            <a:ext cx="2826107" cy="27700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17" name="그래픽 16" descr="위쪽 캐럿 단색으로 채워진">
            <a:extLst>
              <a:ext uri="{FF2B5EF4-FFF2-40B4-BE49-F238E27FC236}">
                <a16:creationId xmlns:a16="http://schemas.microsoft.com/office/drawing/2014/main" id="{39F9ACDB-8C22-0EBF-60C3-C0581A8D1C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006254" y="1919455"/>
            <a:ext cx="277000" cy="2770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F56BEF-22E5-E7D4-C3AD-4F3C9F9C490F}"/>
              </a:ext>
            </a:extLst>
          </p:cNvPr>
          <p:cNvSpPr/>
          <p:nvPr/>
        </p:nvSpPr>
        <p:spPr>
          <a:xfrm>
            <a:off x="5419658" y="1886670"/>
            <a:ext cx="2958029" cy="277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20" name="그래픽 19" descr="위쪽 캐럿 단색으로 채워진">
            <a:extLst>
              <a:ext uri="{FF2B5EF4-FFF2-40B4-BE49-F238E27FC236}">
                <a16:creationId xmlns:a16="http://schemas.microsoft.com/office/drawing/2014/main" id="{090BCB11-E6B7-7974-6F46-B14330BC3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101741" y="1907353"/>
            <a:ext cx="277000" cy="27700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0A26B6-9CC9-E652-E1C8-37B03BDBD781}"/>
              </a:ext>
            </a:extLst>
          </p:cNvPr>
          <p:cNvSpPr/>
          <p:nvPr/>
        </p:nvSpPr>
        <p:spPr>
          <a:xfrm>
            <a:off x="255591" y="2999671"/>
            <a:ext cx="1671332" cy="170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비자 정보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EB4A0322-D61E-39AF-343E-C94840579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33045"/>
              </p:ext>
            </p:extLst>
          </p:nvPr>
        </p:nvGraphicFramePr>
        <p:xfrm>
          <a:off x="339411" y="3246437"/>
          <a:ext cx="8096205" cy="117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91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51711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19217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28886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비자 번호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4135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국적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비자 종류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발급일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만료일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47A8F87E-EE4D-68CA-10CC-2D492C389406}"/>
              </a:ext>
            </a:extLst>
          </p:cNvPr>
          <p:cNvSpPr/>
          <p:nvPr/>
        </p:nvSpPr>
        <p:spPr>
          <a:xfrm>
            <a:off x="1509676" y="3337856"/>
            <a:ext cx="281104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674B23B-149D-151F-E76F-290D7021D0EF}"/>
              </a:ext>
            </a:extLst>
          </p:cNvPr>
          <p:cNvSpPr/>
          <p:nvPr/>
        </p:nvSpPr>
        <p:spPr>
          <a:xfrm>
            <a:off x="1509676" y="4065559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		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DCC8B22-70CE-C335-A675-8D0A8352F7F6}"/>
              </a:ext>
            </a:extLst>
          </p:cNvPr>
          <p:cNvSpPr/>
          <p:nvPr/>
        </p:nvSpPr>
        <p:spPr>
          <a:xfrm>
            <a:off x="5419658" y="4080538"/>
            <a:ext cx="2958029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7" name="그래픽 56" descr="플립 달력 단색으로 채워진">
            <a:extLst>
              <a:ext uri="{FF2B5EF4-FFF2-40B4-BE49-F238E27FC236}">
                <a16:creationId xmlns:a16="http://schemas.microsoft.com/office/drawing/2014/main" id="{48DBAF81-6AA9-F092-555F-A6585176A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0788" y="4121093"/>
            <a:ext cx="197800" cy="197800"/>
          </a:xfrm>
          <a:prstGeom prst="rect">
            <a:avLst/>
          </a:prstGeom>
        </p:spPr>
      </p:pic>
      <p:pic>
        <p:nvPicPr>
          <p:cNvPr id="58" name="그래픽 57" descr="플립 달력 단색으로 채워진">
            <a:extLst>
              <a:ext uri="{FF2B5EF4-FFF2-40B4-BE49-F238E27FC236}">
                <a16:creationId xmlns:a16="http://schemas.microsoft.com/office/drawing/2014/main" id="{F435824E-F212-8C25-7C0F-F35C12D9B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5174" y="4128178"/>
            <a:ext cx="197800" cy="197800"/>
          </a:xfrm>
          <a:prstGeom prst="rect">
            <a:avLst/>
          </a:prstGeom>
        </p:spPr>
      </p:pic>
      <p:sp>
        <p:nvSpPr>
          <p:cNvPr id="59" name="직사각형 58">
            <a:extLst>
              <a:ext uri="{FF2B5EF4-FFF2-40B4-BE49-F238E27FC236}">
                <a16:creationId xmlns:a16="http://schemas.microsoft.com/office/drawing/2014/main" id="{0982A2DE-D8B6-04D3-280B-A7F11488AB37}"/>
              </a:ext>
            </a:extLst>
          </p:cNvPr>
          <p:cNvSpPr/>
          <p:nvPr/>
        </p:nvSpPr>
        <p:spPr>
          <a:xfrm>
            <a:off x="1509676" y="3695913"/>
            <a:ext cx="2826107" cy="27700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60" name="그래픽 59" descr="위쪽 캐럿 단색으로 채워진">
            <a:extLst>
              <a:ext uri="{FF2B5EF4-FFF2-40B4-BE49-F238E27FC236}">
                <a16:creationId xmlns:a16="http://schemas.microsoft.com/office/drawing/2014/main" id="{422CA9EC-615E-C743-063A-E00D7AF58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006254" y="3728700"/>
            <a:ext cx="277000" cy="277000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6295B6CD-E42D-08E1-A24C-13F346E6C5EC}"/>
              </a:ext>
            </a:extLst>
          </p:cNvPr>
          <p:cNvSpPr/>
          <p:nvPr/>
        </p:nvSpPr>
        <p:spPr>
          <a:xfrm>
            <a:off x="5419658" y="3695915"/>
            <a:ext cx="2958029" cy="277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62" name="그래픽 61" descr="위쪽 캐럿 단색으로 채워진">
            <a:extLst>
              <a:ext uri="{FF2B5EF4-FFF2-40B4-BE49-F238E27FC236}">
                <a16:creationId xmlns:a16="http://schemas.microsoft.com/office/drawing/2014/main" id="{FEF081E7-E5FB-8CF5-3D1C-C6FC580178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101741" y="3716598"/>
            <a:ext cx="277000" cy="277000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8012CE62-6891-F977-E5D5-C29E651C438A}"/>
              </a:ext>
            </a:extLst>
          </p:cNvPr>
          <p:cNvSpPr/>
          <p:nvPr/>
        </p:nvSpPr>
        <p:spPr>
          <a:xfrm>
            <a:off x="5419658" y="3337856"/>
            <a:ext cx="2958029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092C9EF-8280-C552-A4AC-9C8454F88DF8}"/>
              </a:ext>
            </a:extLst>
          </p:cNvPr>
          <p:cNvSpPr/>
          <p:nvPr/>
        </p:nvSpPr>
        <p:spPr>
          <a:xfrm>
            <a:off x="7796383" y="2965187"/>
            <a:ext cx="592104" cy="21370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추가</a:t>
            </a: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C264B212-92D7-02D4-15D9-82507194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087733"/>
              </p:ext>
            </p:extLst>
          </p:nvPr>
        </p:nvGraphicFramePr>
        <p:xfrm>
          <a:off x="339411" y="4814951"/>
          <a:ext cx="8096205" cy="117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91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51711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19217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28886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비자 번호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4135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국적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비자 종류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발급일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만료일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68" name="직사각형 67">
            <a:extLst>
              <a:ext uri="{FF2B5EF4-FFF2-40B4-BE49-F238E27FC236}">
                <a16:creationId xmlns:a16="http://schemas.microsoft.com/office/drawing/2014/main" id="{93971FB6-1705-C489-F26A-EB455E5AC899}"/>
              </a:ext>
            </a:extLst>
          </p:cNvPr>
          <p:cNvSpPr/>
          <p:nvPr/>
        </p:nvSpPr>
        <p:spPr>
          <a:xfrm>
            <a:off x="1509676" y="4906370"/>
            <a:ext cx="281104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7758D5A-70DF-943E-5B4B-81BBD2ECD08E}"/>
              </a:ext>
            </a:extLst>
          </p:cNvPr>
          <p:cNvSpPr/>
          <p:nvPr/>
        </p:nvSpPr>
        <p:spPr>
          <a:xfrm>
            <a:off x="1509676" y="5634073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		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E70DA70-E5DC-C1A6-2D62-CE76CC6FCD3F}"/>
              </a:ext>
            </a:extLst>
          </p:cNvPr>
          <p:cNvSpPr/>
          <p:nvPr/>
        </p:nvSpPr>
        <p:spPr>
          <a:xfrm>
            <a:off x="5419658" y="5649052"/>
            <a:ext cx="2958029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1" name="그래픽 70" descr="플립 달력 단색으로 채워진">
            <a:extLst>
              <a:ext uri="{FF2B5EF4-FFF2-40B4-BE49-F238E27FC236}">
                <a16:creationId xmlns:a16="http://schemas.microsoft.com/office/drawing/2014/main" id="{D91A7376-9BD4-CA84-7707-EA4814FB4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0788" y="5689607"/>
            <a:ext cx="197800" cy="197800"/>
          </a:xfrm>
          <a:prstGeom prst="rect">
            <a:avLst/>
          </a:prstGeom>
        </p:spPr>
      </p:pic>
      <p:pic>
        <p:nvPicPr>
          <p:cNvPr id="72" name="그래픽 71" descr="플립 달력 단색으로 채워진">
            <a:extLst>
              <a:ext uri="{FF2B5EF4-FFF2-40B4-BE49-F238E27FC236}">
                <a16:creationId xmlns:a16="http://schemas.microsoft.com/office/drawing/2014/main" id="{5CD547D9-1602-A991-06A1-55232F1BB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5174" y="5696692"/>
            <a:ext cx="197800" cy="197800"/>
          </a:xfrm>
          <a:prstGeom prst="rect">
            <a:avLst/>
          </a:prstGeom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1449E01B-EB45-4D7F-7E9F-93112F66AB84}"/>
              </a:ext>
            </a:extLst>
          </p:cNvPr>
          <p:cNvSpPr/>
          <p:nvPr/>
        </p:nvSpPr>
        <p:spPr>
          <a:xfrm>
            <a:off x="1509676" y="5264427"/>
            <a:ext cx="2826107" cy="27700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74" name="그래픽 73" descr="위쪽 캐럿 단색으로 채워진">
            <a:extLst>
              <a:ext uri="{FF2B5EF4-FFF2-40B4-BE49-F238E27FC236}">
                <a16:creationId xmlns:a16="http://schemas.microsoft.com/office/drawing/2014/main" id="{3A150D10-FE9B-800F-EF52-0E60670B8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006254" y="5297214"/>
            <a:ext cx="277000" cy="277000"/>
          </a:xfrm>
          <a:prstGeom prst="rect">
            <a:avLst/>
          </a:prstGeom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73513FAF-26AD-9970-6B20-A8C711A67693}"/>
              </a:ext>
            </a:extLst>
          </p:cNvPr>
          <p:cNvSpPr/>
          <p:nvPr/>
        </p:nvSpPr>
        <p:spPr>
          <a:xfrm>
            <a:off x="5419658" y="5264429"/>
            <a:ext cx="2958029" cy="277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76" name="그래픽 75" descr="위쪽 캐럿 단색으로 채워진">
            <a:extLst>
              <a:ext uri="{FF2B5EF4-FFF2-40B4-BE49-F238E27FC236}">
                <a16:creationId xmlns:a16="http://schemas.microsoft.com/office/drawing/2014/main" id="{C6D16CA8-ED56-EC9A-EE55-BEC76EC51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101741" y="5285112"/>
            <a:ext cx="277000" cy="277000"/>
          </a:xfrm>
          <a:prstGeom prst="rect">
            <a:avLst/>
          </a:prstGeom>
        </p:spPr>
      </p:pic>
      <p:sp>
        <p:nvSpPr>
          <p:cNvPr id="77" name="직사각형 76">
            <a:extLst>
              <a:ext uri="{FF2B5EF4-FFF2-40B4-BE49-F238E27FC236}">
                <a16:creationId xmlns:a16="http://schemas.microsoft.com/office/drawing/2014/main" id="{30311B1B-A72A-ADFF-0118-9EE17E78A9EB}"/>
              </a:ext>
            </a:extLst>
          </p:cNvPr>
          <p:cNvSpPr/>
          <p:nvPr/>
        </p:nvSpPr>
        <p:spPr>
          <a:xfrm>
            <a:off x="5419658" y="4906370"/>
            <a:ext cx="2958029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9" name="그래픽 78" descr="닫기 단색으로 채워진">
            <a:extLst>
              <a:ext uri="{FF2B5EF4-FFF2-40B4-BE49-F238E27FC236}">
                <a16:creationId xmlns:a16="http://schemas.microsoft.com/office/drawing/2014/main" id="{4F0015B3-7066-BBA1-EB48-26E2003E99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0509" y="4605576"/>
            <a:ext cx="138632" cy="138632"/>
          </a:xfrm>
          <a:prstGeom prst="rect">
            <a:avLst/>
          </a:prstGeom>
        </p:spPr>
      </p:pic>
      <p:sp>
        <p:nvSpPr>
          <p:cNvPr id="80" name="직사각형 79">
            <a:extLst>
              <a:ext uri="{FF2B5EF4-FFF2-40B4-BE49-F238E27FC236}">
                <a16:creationId xmlns:a16="http://schemas.microsoft.com/office/drawing/2014/main" id="{24A67831-37C4-2EAC-AA14-F89D5DEB0506}"/>
              </a:ext>
            </a:extLst>
          </p:cNvPr>
          <p:cNvSpPr/>
          <p:nvPr/>
        </p:nvSpPr>
        <p:spPr>
          <a:xfrm>
            <a:off x="326347" y="1174761"/>
            <a:ext cx="8117952" cy="15724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B09ED9EB-C8E4-470E-6025-6373C8E771B6}"/>
              </a:ext>
            </a:extLst>
          </p:cNvPr>
          <p:cNvSpPr/>
          <p:nvPr/>
        </p:nvSpPr>
        <p:spPr>
          <a:xfrm>
            <a:off x="211446" y="1067832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13BBBC0-9964-7703-EA87-CB34D780C185}"/>
              </a:ext>
            </a:extLst>
          </p:cNvPr>
          <p:cNvSpPr/>
          <p:nvPr/>
        </p:nvSpPr>
        <p:spPr>
          <a:xfrm>
            <a:off x="7779200" y="2921201"/>
            <a:ext cx="638785" cy="304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E40CA36-170E-5DB5-21D5-75C5F2315BD8}"/>
              </a:ext>
            </a:extLst>
          </p:cNvPr>
          <p:cNvSpPr/>
          <p:nvPr/>
        </p:nvSpPr>
        <p:spPr>
          <a:xfrm>
            <a:off x="7678297" y="280354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B87A54D-B55A-4F15-19FF-81787BAFF7D8}"/>
              </a:ext>
            </a:extLst>
          </p:cNvPr>
          <p:cNvSpPr/>
          <p:nvPr/>
        </p:nvSpPr>
        <p:spPr>
          <a:xfrm>
            <a:off x="239531" y="4495083"/>
            <a:ext cx="8210962" cy="1558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FC759767-55E7-F797-71E2-EC46F63669D4}"/>
              </a:ext>
            </a:extLst>
          </p:cNvPr>
          <p:cNvSpPr/>
          <p:nvPr/>
        </p:nvSpPr>
        <p:spPr>
          <a:xfrm>
            <a:off x="140543" y="445207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E77FB1D-0805-7118-BB88-B050FD786345}"/>
              </a:ext>
            </a:extLst>
          </p:cNvPr>
          <p:cNvSpPr/>
          <p:nvPr/>
        </p:nvSpPr>
        <p:spPr>
          <a:xfrm>
            <a:off x="8200616" y="4589752"/>
            <a:ext cx="177176" cy="1775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512E0619-465A-628D-1CB6-D82ECBE59180}"/>
              </a:ext>
            </a:extLst>
          </p:cNvPr>
          <p:cNvSpPr/>
          <p:nvPr/>
        </p:nvSpPr>
        <p:spPr>
          <a:xfrm>
            <a:off x="8072427" y="450255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32EB45-9BE7-3477-33C4-25588DEE77A5}"/>
              </a:ext>
            </a:extLst>
          </p:cNvPr>
          <p:cNvSpPr txBox="1"/>
          <p:nvPr/>
        </p:nvSpPr>
        <p:spPr>
          <a:xfrm>
            <a:off x="58495" y="4427864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2-1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9D3BF9C-F061-D1FC-FE07-00BB5C762A92}"/>
              </a:ext>
            </a:extLst>
          </p:cNvPr>
          <p:cNvSpPr/>
          <p:nvPr/>
        </p:nvSpPr>
        <p:spPr>
          <a:xfrm>
            <a:off x="2805892" y="6199444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DA75F24-048F-AA4A-44F9-D16207508D1C}"/>
              </a:ext>
            </a:extLst>
          </p:cNvPr>
          <p:cNvSpPr/>
          <p:nvPr/>
        </p:nvSpPr>
        <p:spPr>
          <a:xfrm>
            <a:off x="2755392" y="6141007"/>
            <a:ext cx="3231108" cy="501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B7D2C97C-C324-1B47-623D-49301089F6B7}"/>
              </a:ext>
            </a:extLst>
          </p:cNvPr>
          <p:cNvSpPr/>
          <p:nvPr/>
        </p:nvSpPr>
        <p:spPr>
          <a:xfrm>
            <a:off x="2666804" y="608285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22271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FBC5-8174-67FA-33AD-BFF4D9642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70F58D-F247-B91B-21D9-08ED1C09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E97E23-E170-C9DE-ADDA-38C39DC8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65DCD-085C-87EE-FF60-9905954D902A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비밀번호 재설정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26771-6D28-1ED3-FF96-AC8799C8CA76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/>
              <a:t>메인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비밀번호 재설정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E695DF9-0A92-A571-A31E-EEA11FE3D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333371"/>
              </p:ext>
            </p:extLst>
          </p:nvPr>
        </p:nvGraphicFramePr>
        <p:xfrm>
          <a:off x="8895426" y="89350"/>
          <a:ext cx="3213942" cy="4071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42333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비밀번호 재설정페이지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휴대폰 번호로 인증하여 비밀번호 재설정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모든 정보 입력 후 인증번호 발송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 err="1"/>
                        <a:t>버튼명</a:t>
                      </a:r>
                      <a:r>
                        <a:rPr lang="ko-KR" altLang="en-US" sz="900" b="0" dirty="0"/>
                        <a:t> 변경 후 </a:t>
                      </a:r>
                      <a:r>
                        <a:rPr lang="en-US" altLang="ko-KR" sz="900" b="0" dirty="0"/>
                        <a:t>2</a:t>
                      </a:r>
                      <a:r>
                        <a:rPr lang="ko-KR" altLang="en-US" sz="900" b="0" dirty="0"/>
                        <a:t>번 영역 노출되며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입력란 </a:t>
                      </a:r>
                      <a:r>
                        <a:rPr lang="en-US" altLang="ko-KR" sz="900" b="0" dirty="0"/>
                        <a:t>disabled </a:t>
                      </a:r>
                      <a:r>
                        <a:rPr lang="ko-KR" altLang="en-US" sz="900" b="0" dirty="0"/>
                        <a:t>처리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인증번호 입력 후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인증 확인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아래 </a:t>
                      </a:r>
                      <a:r>
                        <a:rPr lang="en-US" altLang="ko-KR" sz="900" b="0" dirty="0"/>
                        <a:t>case </a:t>
                      </a:r>
                      <a:r>
                        <a:rPr lang="ko-KR" altLang="en-US" sz="900" b="0" dirty="0"/>
                        <a:t>참고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인증번호 불일치</a:t>
                      </a:r>
                      <a:r>
                        <a:rPr lang="en-US" altLang="ko-KR" sz="900" b="0" dirty="0"/>
                        <a:t>) : “</a:t>
                      </a:r>
                      <a:r>
                        <a:rPr lang="ko-KR" altLang="en-US" sz="900" b="0" dirty="0"/>
                        <a:t>인증번호가 불일치 합니다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다시 시도 해 주세요</a:t>
                      </a:r>
                      <a:r>
                        <a:rPr lang="en-US" altLang="ko-KR" sz="900" b="0" dirty="0"/>
                        <a:t>” </a:t>
                      </a:r>
                      <a:r>
                        <a:rPr lang="ko-KR" altLang="en-US" sz="900" b="0" dirty="0"/>
                        <a:t>문구 노출 후 </a:t>
                      </a:r>
                      <a:r>
                        <a:rPr lang="en-US" altLang="ko-KR" sz="900" b="0" dirty="0"/>
                        <a:t>1</a:t>
                      </a:r>
                      <a:r>
                        <a:rPr lang="ko-KR" altLang="en-US" sz="900" b="0" dirty="0"/>
                        <a:t>번영역으로 </a:t>
                      </a:r>
                      <a:r>
                        <a:rPr lang="ko-KR" altLang="en-US" sz="900" b="0" dirty="0" err="1"/>
                        <a:t>돌아감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인증번호 일치</a:t>
                      </a:r>
                      <a:r>
                        <a:rPr lang="en-US" altLang="ko-KR" sz="900" b="0" dirty="0"/>
                        <a:t>) : “</a:t>
                      </a:r>
                      <a:r>
                        <a:rPr lang="ko-KR" altLang="en-US" sz="900" b="0" dirty="0"/>
                        <a:t>인증 되었습니다</a:t>
                      </a:r>
                      <a:r>
                        <a:rPr lang="en-US" altLang="ko-KR" sz="900" b="0" dirty="0"/>
                        <a:t>.” </a:t>
                      </a:r>
                      <a:r>
                        <a:rPr lang="ko-KR" altLang="en-US" sz="900" b="0" dirty="0"/>
                        <a:t>문구 노출 후 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/>
                        <a:t>번 영역 노출되며</a:t>
                      </a:r>
                      <a:r>
                        <a:rPr lang="en-US" altLang="ko-KR" sz="900" b="0" dirty="0"/>
                        <a:t>, 2</a:t>
                      </a:r>
                      <a:r>
                        <a:rPr lang="ko-KR" altLang="en-US" sz="900" b="0" dirty="0"/>
                        <a:t>번 입력 란은 모두 </a:t>
                      </a:r>
                      <a:r>
                        <a:rPr lang="en-US" altLang="ko-KR" sz="900" b="0" dirty="0"/>
                        <a:t>disabled </a:t>
                      </a:r>
                      <a:r>
                        <a:rPr lang="ko-KR" altLang="en-US" sz="900" b="0" dirty="0"/>
                        <a:t>처리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새비밀번호 설정 하고 버튼 클릭 시 아래문구 노출 후 </a:t>
                      </a:r>
                      <a:r>
                        <a:rPr lang="ko-KR" altLang="en-US" sz="900" b="0" dirty="0" err="1"/>
                        <a:t>새창</a:t>
                      </a:r>
                      <a:r>
                        <a:rPr lang="ko-KR" altLang="en-US" sz="900" b="0" dirty="0"/>
                        <a:t> 닫힘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비밀번호가 변경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931304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07EC221D-6340-0F50-D964-4F72E856D55A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9CF28D-94D0-6A08-5601-9ED2C8459042}"/>
              </a:ext>
            </a:extLst>
          </p:cNvPr>
          <p:cNvSpPr/>
          <p:nvPr/>
        </p:nvSpPr>
        <p:spPr>
          <a:xfrm>
            <a:off x="7306000" y="662959"/>
            <a:ext cx="119209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로그인</a:t>
            </a:r>
            <a:endParaRPr lang="ko-KR" alt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D9C2F-2E2E-F213-0FB2-9CE19DBF7D4B}"/>
              </a:ext>
            </a:extLst>
          </p:cNvPr>
          <p:cNvSpPr txBox="1"/>
          <p:nvPr/>
        </p:nvSpPr>
        <p:spPr>
          <a:xfrm>
            <a:off x="3512210" y="1239719"/>
            <a:ext cx="1619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/>
              <a:t>비밀번호 재설정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B5DE7C-2C1D-C3F5-9B8A-19597D9404CB}"/>
              </a:ext>
            </a:extLst>
          </p:cNvPr>
          <p:cNvSpPr/>
          <p:nvPr/>
        </p:nvSpPr>
        <p:spPr>
          <a:xfrm>
            <a:off x="380781" y="1749269"/>
            <a:ext cx="2452281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D5546D-E11F-CD01-419F-1DAA5335C698}"/>
              </a:ext>
            </a:extLst>
          </p:cNvPr>
          <p:cNvSpPr/>
          <p:nvPr/>
        </p:nvSpPr>
        <p:spPr>
          <a:xfrm>
            <a:off x="380781" y="2186280"/>
            <a:ext cx="2452281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휴대폰 번호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(010-0000-0000)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B2CCA2-6D9C-A6FE-8FE2-AAAD3453A055}"/>
              </a:ext>
            </a:extLst>
          </p:cNvPr>
          <p:cNvSpPr/>
          <p:nvPr/>
        </p:nvSpPr>
        <p:spPr>
          <a:xfrm>
            <a:off x="370739" y="2658593"/>
            <a:ext cx="2452281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인증번호 발송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0786BCC-067A-146D-5F7D-C353D2E7FCF7}"/>
              </a:ext>
            </a:extLst>
          </p:cNvPr>
          <p:cNvSpPr/>
          <p:nvPr/>
        </p:nvSpPr>
        <p:spPr>
          <a:xfrm>
            <a:off x="3114850" y="1742388"/>
            <a:ext cx="2452281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BTMSADMIN	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EB7358E-8AB6-A2D3-FE0E-08DF4B41D232}"/>
              </a:ext>
            </a:extLst>
          </p:cNvPr>
          <p:cNvSpPr/>
          <p:nvPr/>
        </p:nvSpPr>
        <p:spPr>
          <a:xfrm>
            <a:off x="3114850" y="2179399"/>
            <a:ext cx="2452281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010-1234-5678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9E051AD-8338-B14A-3FBC-E4DE966794F3}"/>
              </a:ext>
            </a:extLst>
          </p:cNvPr>
          <p:cNvSpPr/>
          <p:nvPr/>
        </p:nvSpPr>
        <p:spPr>
          <a:xfrm>
            <a:off x="3114850" y="2616410"/>
            <a:ext cx="2452281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인증번호를 입력해주세요  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             </a:t>
            </a:r>
            <a:r>
              <a:rPr lang="en-US" altLang="ko-KR" sz="900" dirty="0">
                <a:solidFill>
                  <a:srgbClr val="FF0000"/>
                </a:solidFill>
              </a:rPr>
              <a:t>03:00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E34AD16-9F1B-B49D-E1DC-C7D1F19D85D1}"/>
              </a:ext>
            </a:extLst>
          </p:cNvPr>
          <p:cNvSpPr/>
          <p:nvPr/>
        </p:nvSpPr>
        <p:spPr>
          <a:xfrm>
            <a:off x="3114849" y="3063715"/>
            <a:ext cx="2452281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인증번호 확인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F25B4E7-F69F-FCC1-BC69-0CCD6956DD04}"/>
              </a:ext>
            </a:extLst>
          </p:cNvPr>
          <p:cNvSpPr/>
          <p:nvPr/>
        </p:nvSpPr>
        <p:spPr>
          <a:xfrm>
            <a:off x="5826000" y="2623291"/>
            <a:ext cx="2452281" cy="34094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813536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F216D04-A0C4-26C7-C518-C8D999F16240}"/>
              </a:ext>
            </a:extLst>
          </p:cNvPr>
          <p:cNvSpPr/>
          <p:nvPr/>
        </p:nvSpPr>
        <p:spPr>
          <a:xfrm>
            <a:off x="5815958" y="4798947"/>
            <a:ext cx="2452281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비밀번호 변경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417815F-F77E-8681-B204-559000229949}"/>
              </a:ext>
            </a:extLst>
          </p:cNvPr>
          <p:cNvSpPr/>
          <p:nvPr/>
        </p:nvSpPr>
        <p:spPr>
          <a:xfrm>
            <a:off x="5826000" y="3342085"/>
            <a:ext cx="2452281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새 비밀번호 입력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CEAD1AF5-2653-D595-8349-2EE76C0BCFDC}"/>
              </a:ext>
            </a:extLst>
          </p:cNvPr>
          <p:cNvSpPr/>
          <p:nvPr/>
        </p:nvSpPr>
        <p:spPr>
          <a:xfrm>
            <a:off x="5815958" y="4136189"/>
            <a:ext cx="2452281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새 비밀번호 확인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38259FB-3080-C78B-ABD7-241925B83424}"/>
              </a:ext>
            </a:extLst>
          </p:cNvPr>
          <p:cNvSpPr txBox="1"/>
          <p:nvPr/>
        </p:nvSpPr>
        <p:spPr>
          <a:xfrm>
            <a:off x="5748287" y="3065417"/>
            <a:ext cx="25199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새 비밀번호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207BD48-1584-84E4-D4B7-4C3EDA3FEDFF}"/>
              </a:ext>
            </a:extLst>
          </p:cNvPr>
          <p:cNvSpPr txBox="1"/>
          <p:nvPr/>
        </p:nvSpPr>
        <p:spPr>
          <a:xfrm>
            <a:off x="5748286" y="3745742"/>
            <a:ext cx="2529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✓ 위험</a:t>
            </a:r>
            <a:endParaRPr lang="en-US" altLang="ko-KR" sz="800" b="0" i="0" kern="1200" dirty="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✓ 영문 대소문자</a:t>
            </a:r>
            <a:r>
              <a:rPr lang="en-US" altLang="ko-KR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숫자</a:t>
            </a:r>
            <a:r>
              <a:rPr lang="en-US" altLang="ko-KR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특수문자 포함 </a:t>
            </a:r>
            <a:r>
              <a:rPr lang="en-US" altLang="ko-KR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자리 이상</a:t>
            </a:r>
            <a:endParaRPr lang="ko-KR" altLang="en-US" sz="800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A1F10A9-321B-F8F6-D860-A1DA594D63B5}"/>
              </a:ext>
            </a:extLst>
          </p:cNvPr>
          <p:cNvSpPr txBox="1"/>
          <p:nvPr/>
        </p:nvSpPr>
        <p:spPr>
          <a:xfrm>
            <a:off x="5738243" y="4526636"/>
            <a:ext cx="2529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비밀번호가 일치 하지 않습니다</a:t>
            </a:r>
            <a:r>
              <a:rPr lang="en-US" altLang="ko-KR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ko-KR" altLang="en-US" sz="8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925FFA1-9913-FCE4-10B0-071F49D06D28}"/>
              </a:ext>
            </a:extLst>
          </p:cNvPr>
          <p:cNvSpPr/>
          <p:nvPr/>
        </p:nvSpPr>
        <p:spPr>
          <a:xfrm>
            <a:off x="5826000" y="1742689"/>
            <a:ext cx="2452281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BTMSADMIN	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66B655E-11ED-CFB7-15F2-79A7A978AEFB}"/>
              </a:ext>
            </a:extLst>
          </p:cNvPr>
          <p:cNvSpPr/>
          <p:nvPr/>
        </p:nvSpPr>
        <p:spPr>
          <a:xfrm>
            <a:off x="5826000" y="2179700"/>
            <a:ext cx="2452281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010-1234-5678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AF90529-F95E-235F-8D9B-6AB80ED9B15C}"/>
              </a:ext>
            </a:extLst>
          </p:cNvPr>
          <p:cNvSpPr/>
          <p:nvPr/>
        </p:nvSpPr>
        <p:spPr>
          <a:xfrm>
            <a:off x="259735" y="1599634"/>
            <a:ext cx="2673957" cy="15724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49DB8362-1455-CC37-1ABB-AD928D95F624}"/>
              </a:ext>
            </a:extLst>
          </p:cNvPr>
          <p:cNvSpPr/>
          <p:nvPr/>
        </p:nvSpPr>
        <p:spPr>
          <a:xfrm>
            <a:off x="144834" y="149270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7E90B39-BA17-0600-F883-45040B2FE4CB}"/>
              </a:ext>
            </a:extLst>
          </p:cNvPr>
          <p:cNvSpPr/>
          <p:nvPr/>
        </p:nvSpPr>
        <p:spPr>
          <a:xfrm>
            <a:off x="3034695" y="2536563"/>
            <a:ext cx="2660058" cy="463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D4C86061-24CA-70DA-06F1-717B21E49B50}"/>
              </a:ext>
            </a:extLst>
          </p:cNvPr>
          <p:cNvSpPr/>
          <p:nvPr/>
        </p:nvSpPr>
        <p:spPr>
          <a:xfrm>
            <a:off x="2942712" y="2436450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C93A908-8249-485B-B503-A64A443A054D}"/>
              </a:ext>
            </a:extLst>
          </p:cNvPr>
          <p:cNvSpPr/>
          <p:nvPr/>
        </p:nvSpPr>
        <p:spPr>
          <a:xfrm>
            <a:off x="5774907" y="3047823"/>
            <a:ext cx="2546866" cy="20360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9CF886CB-E131-C678-3845-460A4EEBDF0E}"/>
              </a:ext>
            </a:extLst>
          </p:cNvPr>
          <p:cNvSpPr/>
          <p:nvPr/>
        </p:nvSpPr>
        <p:spPr>
          <a:xfrm>
            <a:off x="5686319" y="300418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88076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A1B5-B705-9395-0BFD-55D2A127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4C84B74-CBE1-612F-004A-66AC8653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C18CC6-BC35-44A0-E9C5-6BF055BC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2025-06-24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4200C-4F52-A6A9-4446-A15597D23208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마이페이지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A676A-7F97-A583-F1ED-6319A08C6CA3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/>
              <a:t>마이페이지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6EB411C-BFF9-DDD7-8E82-079B8577D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40378"/>
              </p:ext>
            </p:extLst>
          </p:nvPr>
        </p:nvGraphicFramePr>
        <p:xfrm>
          <a:off x="8895426" y="89350"/>
          <a:ext cx="3213942" cy="3347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4112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마이페이지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개인정보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추가정보</a:t>
                      </a:r>
                      <a:r>
                        <a:rPr lang="en-US" altLang="ko-KR" sz="900" b="1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</a:rPr>
                        <a:t>개인정보와 여권정보만 필수 값</a:t>
                      </a:r>
                      <a:endParaRPr lang="en-US" altLang="ko-KR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수정할 수 없는 정보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해당 영역은 </a:t>
                      </a:r>
                      <a:r>
                        <a:rPr lang="ko-KR" altLang="en-US" sz="900" b="1" dirty="0"/>
                        <a:t>모두 필수 정보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 err="1"/>
                        <a:t>한글명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영문명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여권정보와 동일하게 작성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2. </a:t>
                      </a: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 : </a:t>
                      </a:r>
                      <a:r>
                        <a:rPr lang="ko-KR" altLang="en-US" sz="900" b="0" dirty="0"/>
                        <a:t>해당 항목을 고객사 사용여부에 따라 노출이 안될 수도 있음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문구 노출 후 페이지 </a:t>
                      </a:r>
                      <a:r>
                        <a:rPr lang="en-US" altLang="ko-KR" sz="900" b="0" dirty="0"/>
                        <a:t>reload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 err="1"/>
                        <a:t>히원</a:t>
                      </a:r>
                      <a:r>
                        <a:rPr lang="ko-KR" altLang="en-US" sz="900" b="0" dirty="0"/>
                        <a:t> 정보가 수정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06090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추가정보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여권정보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비자정보 영역은 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회원가입 할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떄와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동일 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#5-6page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참고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마이페이지의 휴대폰번호 변경의 경우 본인인증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BC5D5A7-D23C-EC5D-A3B0-BA97F7F5B238}"/>
              </a:ext>
            </a:extLst>
          </p:cNvPr>
          <p:cNvSpPr txBox="1"/>
          <p:nvPr/>
        </p:nvSpPr>
        <p:spPr>
          <a:xfrm>
            <a:off x="3605516" y="978462"/>
            <a:ext cx="1619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/>
              <a:t>마이페이지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6E9410-71FA-E0C5-93F4-7C0DFBAA088F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0D39DE-1206-7A79-5D96-E43388756612}"/>
              </a:ext>
            </a:extLst>
          </p:cNvPr>
          <p:cNvSpPr/>
          <p:nvPr/>
        </p:nvSpPr>
        <p:spPr>
          <a:xfrm>
            <a:off x="7306000" y="662959"/>
            <a:ext cx="119209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로그인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98C058-801E-002F-B27E-31889688FBA1}"/>
              </a:ext>
            </a:extLst>
          </p:cNvPr>
          <p:cNvSpPr/>
          <p:nvPr/>
        </p:nvSpPr>
        <p:spPr>
          <a:xfrm>
            <a:off x="281482" y="1172495"/>
            <a:ext cx="1671332" cy="30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개인 정보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45FA1CF1-DBD5-1471-9A0F-D8089E554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752381"/>
              </p:ext>
            </p:extLst>
          </p:nvPr>
        </p:nvGraphicFramePr>
        <p:xfrm>
          <a:off x="341657" y="2610750"/>
          <a:ext cx="8128147" cy="758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717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33683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52516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41231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한글명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영문명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2075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휴대폰 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COST CENTER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8D83F888-42A3-BCAD-8802-B169D7BB83C7}"/>
              </a:ext>
            </a:extLst>
          </p:cNvPr>
          <p:cNvSpPr/>
          <p:nvPr/>
        </p:nvSpPr>
        <p:spPr>
          <a:xfrm>
            <a:off x="1495714" y="2647684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tx1"/>
                </a:solidFill>
              </a:rPr>
              <a:t>오지연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891A1A-267C-C162-5842-5885454DA27D}"/>
              </a:ext>
            </a:extLst>
          </p:cNvPr>
          <p:cNvSpPr/>
          <p:nvPr/>
        </p:nvSpPr>
        <p:spPr>
          <a:xfrm>
            <a:off x="5386542" y="2649436"/>
            <a:ext cx="1435552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OH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D76172-70D5-CD40-1047-C301A655142D}"/>
              </a:ext>
            </a:extLst>
          </p:cNvPr>
          <p:cNvSpPr/>
          <p:nvPr/>
        </p:nvSpPr>
        <p:spPr>
          <a:xfrm>
            <a:off x="6928173" y="2647684"/>
            <a:ext cx="1435552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>
                <a:solidFill>
                  <a:schemeClr val="tx1"/>
                </a:solidFill>
              </a:rPr>
              <a:t>JIYEON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E8B7F33-CB13-4B28-C23A-5DE17CB5914B}"/>
              </a:ext>
            </a:extLst>
          </p:cNvPr>
          <p:cNvSpPr/>
          <p:nvPr/>
        </p:nvSpPr>
        <p:spPr>
          <a:xfrm>
            <a:off x="5386542" y="3013208"/>
            <a:ext cx="297718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C6C4735-5EAB-4B07-AB9E-D539CAA7355D}"/>
              </a:ext>
            </a:extLst>
          </p:cNvPr>
          <p:cNvSpPr/>
          <p:nvPr/>
        </p:nvSpPr>
        <p:spPr>
          <a:xfrm>
            <a:off x="336978" y="2524427"/>
            <a:ext cx="8146993" cy="8633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A1E2424-02F4-FE33-1571-119A83C3CDB7}"/>
              </a:ext>
            </a:extLst>
          </p:cNvPr>
          <p:cNvSpPr/>
          <p:nvPr/>
        </p:nvSpPr>
        <p:spPr>
          <a:xfrm>
            <a:off x="248391" y="244091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CC373E4-B1EC-D558-EEE2-E9C9312C1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50475"/>
              </p:ext>
            </p:extLst>
          </p:nvPr>
        </p:nvGraphicFramePr>
        <p:xfrm>
          <a:off x="379654" y="1498731"/>
          <a:ext cx="8137282" cy="790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018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3171190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22843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41231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2636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고객사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SM C&amp;C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2075"/>
                  </a:ext>
                </a:extLst>
              </a:tr>
              <a:tr h="2636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아이디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BTMSADMIN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사번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ADMIN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2636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이메일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admin@smtown.com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생년월일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/>
                        <a:t>19900101 ( </a:t>
                      </a:r>
                      <a:r>
                        <a:rPr lang="ko-KR" altLang="en-US" sz="800" b="0" dirty="0"/>
                        <a:t>남 </a:t>
                      </a:r>
                      <a:r>
                        <a:rPr lang="en-US" altLang="ko-KR" sz="800" b="0" dirty="0"/>
                        <a:t>)</a:t>
                      </a:r>
                      <a:endParaRPr lang="ko-KR" altLang="en-US" sz="8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57" name="직사각형 56">
            <a:extLst>
              <a:ext uri="{FF2B5EF4-FFF2-40B4-BE49-F238E27FC236}">
                <a16:creationId xmlns:a16="http://schemas.microsoft.com/office/drawing/2014/main" id="{402946E5-6988-B95B-357B-47E9BE3731CD}"/>
              </a:ext>
            </a:extLst>
          </p:cNvPr>
          <p:cNvSpPr/>
          <p:nvPr/>
        </p:nvSpPr>
        <p:spPr>
          <a:xfrm>
            <a:off x="369943" y="1445066"/>
            <a:ext cx="8128148" cy="9083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F260A3E4-49FE-8827-B31A-B89B8B7BDBCD}"/>
              </a:ext>
            </a:extLst>
          </p:cNvPr>
          <p:cNvSpPr/>
          <p:nvPr/>
        </p:nvSpPr>
        <p:spPr>
          <a:xfrm>
            <a:off x="288248" y="137232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465C50-6408-5119-135E-654956FC3BB4}"/>
              </a:ext>
            </a:extLst>
          </p:cNvPr>
          <p:cNvSpPr/>
          <p:nvPr/>
        </p:nvSpPr>
        <p:spPr>
          <a:xfrm>
            <a:off x="2805892" y="6199444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수정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1D5D05-6BA4-8F8D-4746-39D9DAB9E27B}"/>
              </a:ext>
            </a:extLst>
          </p:cNvPr>
          <p:cNvSpPr/>
          <p:nvPr/>
        </p:nvSpPr>
        <p:spPr>
          <a:xfrm>
            <a:off x="2755392" y="6141007"/>
            <a:ext cx="3231108" cy="501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8CC30D5-00E2-1A4A-0D56-B8746CA87EC2}"/>
              </a:ext>
            </a:extLst>
          </p:cNvPr>
          <p:cNvSpPr/>
          <p:nvPr/>
        </p:nvSpPr>
        <p:spPr>
          <a:xfrm>
            <a:off x="2666804" y="608285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0E1EF5-2B68-8D85-54F2-501076374B53}"/>
              </a:ext>
            </a:extLst>
          </p:cNvPr>
          <p:cNvSpPr/>
          <p:nvPr/>
        </p:nvSpPr>
        <p:spPr>
          <a:xfrm>
            <a:off x="336978" y="3642236"/>
            <a:ext cx="8179958" cy="228282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추가정보 </a:t>
            </a:r>
            <a:r>
              <a:rPr lang="en-US" altLang="ko-KR" sz="1400" b="1" dirty="0">
                <a:solidFill>
                  <a:schemeClr val="bg1"/>
                </a:solidFill>
              </a:rPr>
              <a:t>/ </a:t>
            </a:r>
            <a:r>
              <a:rPr lang="ko-KR" altLang="en-US" sz="1400" b="1" dirty="0">
                <a:solidFill>
                  <a:schemeClr val="bg1"/>
                </a:solidFill>
              </a:rPr>
              <a:t>여권정보 </a:t>
            </a:r>
            <a:r>
              <a:rPr lang="en-US" altLang="ko-KR" sz="1400" b="1" dirty="0">
                <a:solidFill>
                  <a:schemeClr val="bg1"/>
                </a:solidFill>
              </a:rPr>
              <a:t>/ </a:t>
            </a:r>
            <a:r>
              <a:rPr lang="ko-KR" altLang="en-US" sz="1400" b="1" dirty="0">
                <a:solidFill>
                  <a:schemeClr val="bg1"/>
                </a:solidFill>
              </a:rPr>
              <a:t>비자정보 영역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BAE12-D71D-1589-83B6-5814780798E0}"/>
              </a:ext>
            </a:extLst>
          </p:cNvPr>
          <p:cNvSpPr/>
          <p:nvPr/>
        </p:nvSpPr>
        <p:spPr>
          <a:xfrm>
            <a:off x="1490283" y="3017554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010-1111-1234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6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7430</TotalTime>
  <Words>1680</Words>
  <Application>Microsoft Office PowerPoint</Application>
  <PresentationFormat>와이드스크린</PresentationFormat>
  <Paragraphs>459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leejisoo</dc:creator>
  <cp:lastModifiedBy>이 정연B</cp:lastModifiedBy>
  <cp:revision>1098</cp:revision>
  <dcterms:created xsi:type="dcterms:W3CDTF">2025-03-31T13:16:48Z</dcterms:created>
  <dcterms:modified xsi:type="dcterms:W3CDTF">2025-06-24T07:38:20Z</dcterms:modified>
</cp:coreProperties>
</file>