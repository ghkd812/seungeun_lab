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1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3"/>
  </p:notesMasterIdLst>
  <p:sldIdLst>
    <p:sldId id="267" r:id="rId2"/>
    <p:sldId id="324" r:id="rId3"/>
    <p:sldId id="310" r:id="rId4"/>
    <p:sldId id="311" r:id="rId5"/>
    <p:sldId id="610" r:id="rId6"/>
    <p:sldId id="355" r:id="rId7"/>
    <p:sldId id="607" r:id="rId8"/>
    <p:sldId id="601" r:id="rId9"/>
    <p:sldId id="297" r:id="rId10"/>
    <p:sldId id="298" r:id="rId11"/>
    <p:sldId id="299" r:id="rId12"/>
    <p:sldId id="300" r:id="rId13"/>
    <p:sldId id="301" r:id="rId14"/>
    <p:sldId id="302" r:id="rId15"/>
    <p:sldId id="303" r:id="rId16"/>
    <p:sldId id="325" r:id="rId17"/>
    <p:sldId id="313" r:id="rId18"/>
    <p:sldId id="305" r:id="rId19"/>
    <p:sldId id="612" r:id="rId20"/>
    <p:sldId id="317" r:id="rId21"/>
    <p:sldId id="314" r:id="rId22"/>
    <p:sldId id="608" r:id="rId23"/>
    <p:sldId id="611" r:id="rId24"/>
    <p:sldId id="316" r:id="rId25"/>
    <p:sldId id="615" r:id="rId26"/>
    <p:sldId id="613" r:id="rId27"/>
    <p:sldId id="614" r:id="rId28"/>
    <p:sldId id="609" r:id="rId29"/>
    <p:sldId id="320" r:id="rId30"/>
    <p:sldId id="321" r:id="rId31"/>
    <p:sldId id="323" r:id="rId3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8F95DE0A-B1E1-4BED-A04E-B0DC16A4F4AA}">
          <p14:sldIdLst>
            <p14:sldId id="267"/>
            <p14:sldId id="324"/>
          </p14:sldIdLst>
        </p14:section>
        <p14:section name="별첨" id="{4BA90320-B8EE-4ACD-B8BC-BC71A8767F53}">
          <p14:sldIdLst>
            <p14:sldId id="310"/>
            <p14:sldId id="311"/>
            <p14:sldId id="610"/>
            <p14:sldId id="355"/>
            <p14:sldId id="607"/>
          </p14:sldIdLst>
        </p14:section>
        <p14:section name="BTMS 항공 국제선 조회" id="{575DA0AD-3528-4E41-9DA6-4A43727B284C}">
          <p14:sldIdLst>
            <p14:sldId id="601"/>
            <p14:sldId id="297"/>
            <p14:sldId id="298"/>
            <p14:sldId id="299"/>
            <p14:sldId id="300"/>
            <p14:sldId id="301"/>
            <p14:sldId id="302"/>
            <p14:sldId id="303"/>
            <p14:sldId id="325"/>
            <p14:sldId id="313"/>
            <p14:sldId id="305"/>
            <p14:sldId id="612"/>
            <p14:sldId id="317"/>
            <p14:sldId id="314"/>
          </p14:sldIdLst>
        </p14:section>
        <p14:section name="BTMS 항공 국내선 조회" id="{DA23292A-F80F-47D7-8556-672571056546}">
          <p14:sldIdLst>
            <p14:sldId id="608"/>
            <p14:sldId id="611"/>
            <p14:sldId id="316"/>
            <p14:sldId id="615"/>
            <p14:sldId id="613"/>
            <p14:sldId id="614"/>
          </p14:sldIdLst>
        </p14:section>
        <p14:section name="BTMS 항공예약내역" id="{76D5319B-2470-4ED8-97F4-CE213DCB3582}">
          <p14:sldIdLst>
            <p14:sldId id="609"/>
            <p14:sldId id="320"/>
            <p14:sldId id="321"/>
            <p14:sldId id="32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76FF"/>
    <a:srgbClr val="747474"/>
    <a:srgbClr val="4B9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1" autoAdjust="0"/>
    <p:restoredTop sz="96366" autoAdjust="0"/>
  </p:normalViewPr>
  <p:slideViewPr>
    <p:cSldViewPr snapToGrid="0">
      <p:cViewPr varScale="1">
        <p:scale>
          <a:sx n="113" d="100"/>
          <a:sy n="113" d="100"/>
        </p:scale>
        <p:origin x="3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223F3D-4D62-43F9-8457-2509887437A1}" type="datetimeFigureOut">
              <a:rPr lang="ko-KR" altLang="en-US" smtClean="0"/>
              <a:t>2026-01-15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DED77F-61FF-4DF4-893E-B73277003BE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62269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0488" y="744538"/>
            <a:ext cx="6616700" cy="3722687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6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26627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11557EB-98C2-495E-8EE3-F021375EDF0C}" type="slidenum"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굴림" pitchFamily="50" charset="-127"/>
                <a:ea typeface="굴림" pitchFamily="50" charset="-127"/>
                <a:cs typeface="+mn-cs"/>
              </a:rPr>
              <a:pPr marL="0" marR="0" lvl="0" indent="0" algn="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95250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4" name="Google Shape;2084;p57:notes"/>
          <p:cNvSpPr txBox="1">
            <a:spLocks noGrp="1"/>
          </p:cNvSpPr>
          <p:nvPr>
            <p:ph type="body" idx="1"/>
          </p:nvPr>
        </p:nvSpPr>
        <p:spPr>
          <a:xfrm>
            <a:off x="992664" y="3271381"/>
            <a:ext cx="7941310" cy="2676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85" name="Google Shape;2085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49313"/>
            <a:ext cx="4075112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3" name="Google Shape;2093;p58:notes"/>
          <p:cNvSpPr txBox="1">
            <a:spLocks noGrp="1"/>
          </p:cNvSpPr>
          <p:nvPr>
            <p:ph type="body" idx="1"/>
          </p:nvPr>
        </p:nvSpPr>
        <p:spPr>
          <a:xfrm>
            <a:off x="992664" y="3271381"/>
            <a:ext cx="7941310" cy="2676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94" name="Google Shape;2094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49313"/>
            <a:ext cx="4075112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3" name="Google Shape;2093;p58:notes"/>
          <p:cNvSpPr txBox="1">
            <a:spLocks noGrp="1"/>
          </p:cNvSpPr>
          <p:nvPr>
            <p:ph type="body" idx="1"/>
          </p:nvPr>
        </p:nvSpPr>
        <p:spPr>
          <a:xfrm>
            <a:off x="992664" y="3271381"/>
            <a:ext cx="7941310" cy="2676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94" name="Google Shape;2094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49313"/>
            <a:ext cx="4075112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877182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3" name="Google Shape;2093;p58:notes"/>
          <p:cNvSpPr txBox="1">
            <a:spLocks noGrp="1"/>
          </p:cNvSpPr>
          <p:nvPr>
            <p:ph type="body" idx="1"/>
          </p:nvPr>
        </p:nvSpPr>
        <p:spPr>
          <a:xfrm>
            <a:off x="992664" y="3271381"/>
            <a:ext cx="7941310" cy="2676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94" name="Google Shape;2094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925763" y="849313"/>
            <a:ext cx="4075112" cy="229393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0488" y="744538"/>
            <a:ext cx="6616700" cy="3722687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6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26627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11557EB-98C2-495E-8EE3-F021375EDF0C}" type="slidenum"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굴림" pitchFamily="50" charset="-127"/>
                <a:ea typeface="굴림" pitchFamily="50" charset="-127"/>
                <a:cs typeface="+mn-cs"/>
              </a:rPr>
              <a:pPr marL="0" marR="0" lvl="0" indent="0" algn="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344626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0488" y="744538"/>
            <a:ext cx="6616700" cy="3722687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6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26627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11557EB-98C2-495E-8EE3-F021375EDF0C}" type="slidenum"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굴림" pitchFamily="50" charset="-127"/>
                <a:ea typeface="굴림" pitchFamily="50" charset="-127"/>
                <a:cs typeface="+mn-cs"/>
              </a:rPr>
              <a:pPr marL="0" marR="0" lvl="0" indent="0" algn="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01497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90488" y="744538"/>
            <a:ext cx="6616700" cy="3722687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6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ko-KR" altLang="en-US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26627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11557EB-98C2-495E-8EE3-F021375EDF0C}" type="slidenum">
              <a: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굴림" pitchFamily="50" charset="-127"/>
                <a:ea typeface="굴림" pitchFamily="50" charset="-127"/>
                <a:cs typeface="+mn-cs"/>
              </a:rPr>
              <a:pPr marL="0" marR="0" lvl="0" indent="0" algn="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altLang="ko-K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굴림" pitchFamily="50" charset="-127"/>
              <a:ea typeface="굴림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912889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기획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6E1EB434-159F-3399-F446-27BB19C183D7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882436520"/>
              </p:ext>
            </p:extLst>
          </p:nvPr>
        </p:nvGraphicFramePr>
        <p:xfrm>
          <a:off x="87789" y="655608"/>
          <a:ext cx="8718857" cy="61130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8857">
                  <a:extLst>
                    <a:ext uri="{9D8B030D-6E8A-4147-A177-3AD203B41FA5}">
                      <a16:colId xmlns:a16="http://schemas.microsoft.com/office/drawing/2014/main" val="1062592975"/>
                    </a:ext>
                  </a:extLst>
                </a:gridCol>
              </a:tblGrid>
              <a:tr h="6113041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8670661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67BA8736-A299-5BFC-CBE2-4C480B170DE7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0814881"/>
              </p:ext>
            </p:extLst>
          </p:nvPr>
        </p:nvGraphicFramePr>
        <p:xfrm>
          <a:off x="87787" y="89351"/>
          <a:ext cx="8718859" cy="4876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817731">
                  <a:extLst>
                    <a:ext uri="{9D8B030D-6E8A-4147-A177-3AD203B41FA5}">
                      <a16:colId xmlns:a16="http://schemas.microsoft.com/office/drawing/2014/main" val="144245212"/>
                    </a:ext>
                  </a:extLst>
                </a:gridCol>
                <a:gridCol w="1260629">
                  <a:extLst>
                    <a:ext uri="{9D8B030D-6E8A-4147-A177-3AD203B41FA5}">
                      <a16:colId xmlns:a16="http://schemas.microsoft.com/office/drawing/2014/main" val="1312171750"/>
                    </a:ext>
                  </a:extLst>
                </a:gridCol>
                <a:gridCol w="923278">
                  <a:extLst>
                    <a:ext uri="{9D8B030D-6E8A-4147-A177-3AD203B41FA5}">
                      <a16:colId xmlns:a16="http://schemas.microsoft.com/office/drawing/2014/main" val="3691130576"/>
                    </a:ext>
                  </a:extLst>
                </a:gridCol>
                <a:gridCol w="4113628">
                  <a:extLst>
                    <a:ext uri="{9D8B030D-6E8A-4147-A177-3AD203B41FA5}">
                      <a16:colId xmlns:a16="http://schemas.microsoft.com/office/drawing/2014/main" val="1311706532"/>
                    </a:ext>
                  </a:extLst>
                </a:gridCol>
                <a:gridCol w="577969">
                  <a:extLst>
                    <a:ext uri="{9D8B030D-6E8A-4147-A177-3AD203B41FA5}">
                      <a16:colId xmlns:a16="http://schemas.microsoft.com/office/drawing/2014/main" val="1225408938"/>
                    </a:ext>
                  </a:extLst>
                </a:gridCol>
                <a:gridCol w="1025624">
                  <a:extLst>
                    <a:ext uri="{9D8B030D-6E8A-4147-A177-3AD203B41FA5}">
                      <a16:colId xmlns:a16="http://schemas.microsoft.com/office/drawing/2014/main" val="2196268693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Page</a:t>
                      </a: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Title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Page Path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No.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4080299"/>
                  </a:ext>
                </a:extLst>
              </a:tr>
              <a:tr h="119227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Date.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0713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2782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072356D-51FC-00DE-4219-DA71698663DD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602856782"/>
              </p:ext>
            </p:extLst>
          </p:nvPr>
        </p:nvGraphicFramePr>
        <p:xfrm>
          <a:off x="87790" y="89350"/>
          <a:ext cx="8742396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4248">
                  <a:extLst>
                    <a:ext uri="{9D8B030D-6E8A-4147-A177-3AD203B41FA5}">
                      <a16:colId xmlns:a16="http://schemas.microsoft.com/office/drawing/2014/main" val="338628233"/>
                    </a:ext>
                  </a:extLst>
                </a:gridCol>
                <a:gridCol w="1457864">
                  <a:extLst>
                    <a:ext uri="{9D8B030D-6E8A-4147-A177-3AD203B41FA5}">
                      <a16:colId xmlns:a16="http://schemas.microsoft.com/office/drawing/2014/main" val="1505073367"/>
                    </a:ext>
                  </a:extLst>
                </a:gridCol>
                <a:gridCol w="879894">
                  <a:extLst>
                    <a:ext uri="{9D8B030D-6E8A-4147-A177-3AD203B41FA5}">
                      <a16:colId xmlns:a16="http://schemas.microsoft.com/office/drawing/2014/main" val="3531175620"/>
                    </a:ext>
                  </a:extLst>
                </a:gridCol>
                <a:gridCol w="3804249">
                  <a:extLst>
                    <a:ext uri="{9D8B030D-6E8A-4147-A177-3AD203B41FA5}">
                      <a16:colId xmlns:a16="http://schemas.microsoft.com/office/drawing/2014/main" val="60147531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536011974"/>
                    </a:ext>
                  </a:extLst>
                </a:gridCol>
                <a:gridCol w="1238941">
                  <a:extLst>
                    <a:ext uri="{9D8B030D-6E8A-4147-A177-3AD203B41FA5}">
                      <a16:colId xmlns:a16="http://schemas.microsoft.com/office/drawing/2014/main" val="365670307"/>
                    </a:ext>
                  </a:extLst>
                </a:gridCol>
              </a:tblGrid>
              <a:tr h="182563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Page Title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Page Path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NO.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7191528"/>
                  </a:ext>
                </a:extLst>
              </a:tr>
              <a:tr h="182563"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Date.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4061220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3CC410F4-8109-2E89-0388-F3BA4D03A8BF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836211545"/>
              </p:ext>
            </p:extLst>
          </p:nvPr>
        </p:nvGraphicFramePr>
        <p:xfrm>
          <a:off x="87790" y="598931"/>
          <a:ext cx="8742396" cy="61225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42396">
                  <a:extLst>
                    <a:ext uri="{9D8B030D-6E8A-4147-A177-3AD203B41FA5}">
                      <a16:colId xmlns:a16="http://schemas.microsoft.com/office/drawing/2014/main" val="1062592975"/>
                    </a:ext>
                  </a:extLst>
                </a:gridCol>
              </a:tblGrid>
              <a:tr h="6122543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8670661"/>
                  </a:ext>
                </a:extLst>
              </a:tr>
            </a:tbl>
          </a:graphicData>
        </a:graphic>
      </p:graphicFrame>
      <p:sp>
        <p:nvSpPr>
          <p:cNvPr id="12" name="슬라이드 번호 개체 틀 5">
            <a:extLst>
              <a:ext uri="{FF2B5EF4-FFF2-40B4-BE49-F238E27FC236}">
                <a16:creationId xmlns:a16="http://schemas.microsoft.com/office/drawing/2014/main" id="{DC56BC0E-49DB-3127-45B1-F33874D42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96687" y="89350"/>
            <a:ext cx="381000" cy="228600"/>
          </a:xfrm>
        </p:spPr>
        <p:txBody>
          <a:bodyPr/>
          <a:lstStyle>
            <a:lvl1pPr>
              <a:defRPr b="1"/>
            </a:lvl1pPr>
          </a:lstStyle>
          <a:p>
            <a:fld id="{EC013157-A92D-4239-9824-F2A74EFC809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9" name="날짜 개체 틀 3">
            <a:extLst>
              <a:ext uri="{FF2B5EF4-FFF2-40B4-BE49-F238E27FC236}">
                <a16:creationId xmlns:a16="http://schemas.microsoft.com/office/drawing/2014/main" id="{35F5BEF6-CBF8-C81F-AEA9-A9F7C8C225B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9201" y="283819"/>
            <a:ext cx="1050985" cy="296862"/>
          </a:xfrm>
        </p:spPr>
        <p:txBody>
          <a:bodyPr/>
          <a:lstStyle>
            <a:lvl1pPr>
              <a:defRPr sz="1050" b="1"/>
            </a:lvl1pPr>
          </a:lstStyle>
          <a:p>
            <a:fld id="{0B9D2A03-3B06-4E0F-B9CE-294AC28C3B51}" type="datetime1">
              <a:rPr lang="ko-KR" altLang="en-US" smtClean="0"/>
              <a:pPr/>
              <a:t>2026-01-15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999871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51E236-BBEC-5354-1565-BD6577A6C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5E2876-45BD-B201-CC63-BE120812AD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F1B9473-4B75-37E6-7535-A09978C46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D2A03-3B06-4E0F-B9CE-294AC28C3B51}" type="datetime1">
              <a:rPr lang="ko-KR" altLang="en-US" smtClean="0"/>
              <a:t>2026-01-15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2F358E-E961-9DD7-F3F1-416C44ACE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33892E-6870-26BA-4DA6-43F82DCD3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50189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76AEBA-A560-472A-230C-3112A338C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A9A4E4D-6343-6490-A23D-269C6BC29B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EDCA03-9AE2-6EED-BD81-C1706A312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995E20-97D8-48C4-A43D-0B1FA895AC80}" type="datetime1">
              <a:rPr lang="ko-KR" altLang="en-US" smtClean="0"/>
              <a:t>2026-01-15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C1FA715-FADB-166E-B66E-F75E0A0AC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2E950E0-3017-4C21-D92C-96DCB2A71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889036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E80D9D-27B3-429C-DFFB-1E63C8421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C5791E-10FE-60DA-1A3E-C85B0B59C3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4885FE4-5C1C-98CF-8E3B-026844E7EB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6620769-B98F-A74E-FAFE-1C2FC3162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7584F4-019E-49F5-87A7-197D28C6E665}" type="datetime1">
              <a:rPr lang="ko-KR" altLang="en-US" smtClean="0"/>
              <a:t>2026-01-15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3950DA1-60F4-5B04-44BD-616777C87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CABE54E-24F3-1464-6CEC-38FCF6E9A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52653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137235-1C46-31E3-BEC3-092002C5C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BCCA46B-5A09-39C0-CC79-156DE8B33F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C69E6FF-FC0A-AC59-2647-4D0EC36EB8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BA9FCDE-FEEE-3CFB-ECE9-6E9779156A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1CEEC10-68FC-181F-A718-C1F3767EC4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6D3DED3-33E4-972F-8EAB-AC19C92833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A55764-C7C3-40A1-A3C2-CEF90BDCFDAB}" type="datetime1">
              <a:rPr lang="ko-KR" altLang="en-US" smtClean="0"/>
              <a:t>2026-01-15</a:t>
            </a:fld>
            <a:endParaRPr lang="ko-KR" altLang="en-US" dirty="0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ED492E2-E29F-6BC0-D0F9-EEDA97148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A82F22D-0CA9-307F-FADF-A2DD3277A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505929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39DE28-76B7-6AE1-5185-95DC1A132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D107538-FAA6-89B8-AFE2-DA9964727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D49E93-E2C4-4C15-B0D7-A63FD8CC12E6}" type="datetime1">
              <a:rPr lang="ko-KR" altLang="en-US" smtClean="0"/>
              <a:t>2026-01-15</a:t>
            </a:fld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B20BA4E-9F74-FAC3-A97D-14B295252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FA77DEE-1B69-28D4-5076-899FF583D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68299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C523A03-9B7C-26CF-691B-BBAF320B6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A6618-D80D-4B7E-A45B-A31FDCA0FB45}" type="datetime1">
              <a:rPr lang="ko-KR" altLang="en-US" smtClean="0"/>
              <a:t>2026-01-15</a:t>
            </a:fld>
            <a:endParaRPr lang="ko-KR" altLang="en-US" dirty="0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19EC4EE-D138-2C63-FE17-BB4A277CB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ED68D29-31EC-8776-4346-FF1E56D85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023794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4EF63D-F21C-9AF0-8ED2-5DB1A47DC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8F2523-A151-B309-4EF8-93FDEC6C2D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0EDA03B-D3F4-5606-01FE-3075368F89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F6B4D56-6A5B-F355-EB01-CED3D4E42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255E78-4143-4980-88E6-BED27FB689C7}" type="datetime1">
              <a:rPr lang="ko-KR" altLang="en-US" smtClean="0"/>
              <a:t>2026-01-15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695C05C-A38F-98D4-493B-701024A2C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D3BD9C1-E500-FC8C-4F95-F60CC2868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936790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72D3C5-38CF-31B4-29B3-08F7C9C73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94EFB0F-7C95-84BE-C71B-84381C87B8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76DD846-5077-A48E-17A4-290F9BCF28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E969142-F755-5FC7-1E7F-250EBC341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945588-07E2-44A4-98AE-DE618ADC0FCB}" type="datetime1">
              <a:rPr lang="ko-KR" altLang="en-US" smtClean="0"/>
              <a:t>2026-01-15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2D45E3-DBFE-1940-57E5-6033C43A5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73C75E2-0A54-706F-3244-075C9681A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33275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144C55-42B0-32F5-A783-B5FB46A15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F08D4A9-12C8-33A3-B05C-EBEDD2F77B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6D893C-81F2-9FEF-880E-8C326D5B5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FE822-D21A-4A50-9484-106FA69A8DAD}" type="datetime1">
              <a:rPr lang="ko-KR" altLang="en-US" smtClean="0"/>
              <a:t>2026-01-15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2065B91-B5C0-1F45-CFAD-0576BBF2F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F48C4C-43FE-5B28-C096-2FC0C3D56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55953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DA4BE0A-796D-CB95-871E-5A3B94B6A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1CDCE8F-FC0C-A9B4-FF30-14C6287A5B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B20669-7EEB-6323-80D1-F8FAD65D82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7E7629-F754-4F61-AD96-F3453117C71E}" type="datetime1">
              <a:rPr lang="ko-KR" altLang="en-US" smtClean="0"/>
              <a:t>2026-01-15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890E50-536A-1494-0C71-F2A4B01D34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0029E2A-0319-EBBF-D0C8-FF5289910B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C013157-A92D-4239-9824-F2A74EFC8096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3069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25.xml"/><Relationship Id="rId2" Type="http://schemas.openxmlformats.org/officeDocument/2006/relationships/slide" Target="slide24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" Target="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4.svg"/><Relationship Id="rId7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2.svg"/><Relationship Id="rId4" Type="http://schemas.openxmlformats.org/officeDocument/2006/relationships/image" Target="../media/image1.png"/><Relationship Id="rId9" Type="http://schemas.openxmlformats.org/officeDocument/2006/relationships/image" Target="../media/image8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svg"/><Relationship Id="rId7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2.svg"/><Relationship Id="rId4" Type="http://schemas.openxmlformats.org/officeDocument/2006/relationships/image" Target="../media/image1.png"/><Relationship Id="rId9" Type="http://schemas.openxmlformats.org/officeDocument/2006/relationships/image" Target="../media/image10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svg"/><Relationship Id="rId7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2.svg"/><Relationship Id="rId4" Type="http://schemas.openxmlformats.org/officeDocument/2006/relationships/image" Target="../media/image1.png"/><Relationship Id="rId9" Type="http://schemas.openxmlformats.org/officeDocument/2006/relationships/image" Target="../media/image10.sv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svg"/><Relationship Id="rId7" Type="http://schemas.openxmlformats.org/officeDocument/2006/relationships/image" Target="../media/image6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2.svg"/><Relationship Id="rId5" Type="http://schemas.openxmlformats.org/officeDocument/2006/relationships/image" Target="../media/image2.svg"/><Relationship Id="rId10" Type="http://schemas.openxmlformats.org/officeDocument/2006/relationships/image" Target="../media/image11.png"/><Relationship Id="rId4" Type="http://schemas.openxmlformats.org/officeDocument/2006/relationships/image" Target="../media/image1.png"/><Relationship Id="rId9" Type="http://schemas.openxmlformats.org/officeDocument/2006/relationships/image" Target="../media/image10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5.png"/><Relationship Id="rId18" Type="http://schemas.openxmlformats.org/officeDocument/2006/relationships/image" Target="../media/image20.svg"/><Relationship Id="rId3" Type="http://schemas.openxmlformats.org/officeDocument/2006/relationships/image" Target="../media/image4.svg"/><Relationship Id="rId7" Type="http://schemas.openxmlformats.org/officeDocument/2006/relationships/image" Target="../media/image6.svg"/><Relationship Id="rId12" Type="http://schemas.openxmlformats.org/officeDocument/2006/relationships/image" Target="../media/image14.svg"/><Relationship Id="rId17" Type="http://schemas.openxmlformats.org/officeDocument/2006/relationships/image" Target="../media/image19.png"/><Relationship Id="rId2" Type="http://schemas.openxmlformats.org/officeDocument/2006/relationships/image" Target="../media/image3.png"/><Relationship Id="rId16" Type="http://schemas.openxmlformats.org/officeDocument/2006/relationships/image" Target="../media/image18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3.png"/><Relationship Id="rId5" Type="http://schemas.openxmlformats.org/officeDocument/2006/relationships/image" Target="../media/image2.svg"/><Relationship Id="rId15" Type="http://schemas.openxmlformats.org/officeDocument/2006/relationships/image" Target="../media/image17.png"/><Relationship Id="rId10" Type="http://schemas.openxmlformats.org/officeDocument/2006/relationships/hyperlink" Target="mailto:Jiyeon@smtown.com" TargetMode="External"/><Relationship Id="rId4" Type="http://schemas.openxmlformats.org/officeDocument/2006/relationships/image" Target="../media/image1.png"/><Relationship Id="rId9" Type="http://schemas.openxmlformats.org/officeDocument/2006/relationships/image" Target="../media/image10.svg"/><Relationship Id="rId14" Type="http://schemas.openxmlformats.org/officeDocument/2006/relationships/image" Target="../media/image16.sv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25.xml"/><Relationship Id="rId2" Type="http://schemas.openxmlformats.org/officeDocument/2006/relationships/slide" Target="slide26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mailto:Jiyeon@smtown.com" TargetMode="External"/><Relationship Id="rId7" Type="http://schemas.openxmlformats.org/officeDocument/2006/relationships/image" Target="../media/image10.svg"/><Relationship Id="rId2" Type="http://schemas.openxmlformats.org/officeDocument/2006/relationships/slide" Target="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23.png"/><Relationship Id="rId2" Type="http://schemas.openxmlformats.org/officeDocument/2006/relationships/slide" Target="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12.sv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12.svg"/><Relationship Id="rId7" Type="http://schemas.openxmlformats.org/officeDocument/2006/relationships/image" Target="../media/image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5EF60A3-2310-4153-9E83-F12BDCE7A965}"/>
              </a:ext>
            </a:extLst>
          </p:cNvPr>
          <p:cNvSpPr txBox="1"/>
          <p:nvPr/>
        </p:nvSpPr>
        <p:spPr>
          <a:xfrm>
            <a:off x="1300372" y="2348881"/>
            <a:ext cx="84680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3200" b="1" dirty="0">
                <a:solidFill>
                  <a:prstClr val="black">
                    <a:lumMod val="65000"/>
                    <a:lumOff val="3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BTMS </a:t>
            </a:r>
            <a:r>
              <a:rPr kumimoji="1" lang="ko-KR" altLang="en-US" sz="3200" b="1" dirty="0">
                <a:solidFill>
                  <a:prstClr val="black">
                    <a:lumMod val="65000"/>
                    <a:lumOff val="3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항공 리뉴얼 화면정의서 </a:t>
            </a:r>
            <a:r>
              <a:rPr kumimoji="1" lang="ko-KR" altLang="en-US" sz="3200" b="1" dirty="0" err="1">
                <a:solidFill>
                  <a:prstClr val="black">
                    <a:lumMod val="65000"/>
                    <a:lumOff val="3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표준본</a:t>
            </a:r>
            <a:endParaRPr kumimoji="1" lang="ko-KR" altLang="en-US" sz="1200" b="1" dirty="0">
              <a:solidFill>
                <a:prstClr val="black">
                  <a:lumMod val="65000"/>
                  <a:lumOff val="3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5" name="직선 연결선[R] 7">
            <a:extLst>
              <a:ext uri="{FF2B5EF4-FFF2-40B4-BE49-F238E27FC236}">
                <a16:creationId xmlns:a16="http://schemas.microsoft.com/office/drawing/2014/main" id="{921E3EA9-5200-4ADD-883A-3CED9D4728D1}"/>
              </a:ext>
            </a:extLst>
          </p:cNvPr>
          <p:cNvCxnSpPr>
            <a:cxnSpLocks/>
          </p:cNvCxnSpPr>
          <p:nvPr/>
        </p:nvCxnSpPr>
        <p:spPr>
          <a:xfrm>
            <a:off x="1415480" y="3068960"/>
            <a:ext cx="890830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FB31105-AEAF-40C0-A000-A70D557956E8}"/>
              </a:ext>
            </a:extLst>
          </p:cNvPr>
          <p:cNvSpPr txBox="1"/>
          <p:nvPr/>
        </p:nvSpPr>
        <p:spPr>
          <a:xfrm>
            <a:off x="1369245" y="3794732"/>
            <a:ext cx="2128086" cy="3040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88058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376" dirty="0">
                <a:solidFill>
                  <a:prstClr val="black">
                    <a:lumMod val="65000"/>
                    <a:lumOff val="35000"/>
                  </a:prstClr>
                </a:solidFill>
                <a:latin typeface="맑은 고딕" panose="020F0502020204030204"/>
                <a:ea typeface="Nanum Gothic" panose="020D0604000000000000" pitchFamily="34" charset="-127"/>
              </a:rPr>
              <a:t>2026.01.15</a:t>
            </a:r>
            <a:endParaRPr kumimoji="1" lang="ko-KR" altLang="en-US" sz="1376" dirty="0">
              <a:solidFill>
                <a:prstClr val="black">
                  <a:lumMod val="65000"/>
                  <a:lumOff val="35000"/>
                </a:prstClr>
              </a:solidFill>
              <a:latin typeface="맑은 고딕" panose="020F0502020204030204"/>
              <a:ea typeface="Nanum Gothic" panose="020D0604000000000000" pitchFamily="34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8F014D-DF50-4A27-B85D-EFF677404A12}"/>
              </a:ext>
            </a:extLst>
          </p:cNvPr>
          <p:cNvSpPr txBox="1"/>
          <p:nvPr/>
        </p:nvSpPr>
        <p:spPr>
          <a:xfrm>
            <a:off x="1369246" y="3131348"/>
            <a:ext cx="8300001" cy="6850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88058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926" b="1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Storyboard – </a:t>
            </a:r>
            <a:r>
              <a:rPr kumimoji="1" lang="ko-KR" altLang="en-US" sz="1926" b="1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항공 메인</a:t>
            </a:r>
            <a:endParaRPr kumimoji="1" lang="en-US" altLang="ko-KR" sz="1926" b="1" dirty="0">
              <a:solidFill>
                <a:prstClr val="black">
                  <a:lumMod val="75000"/>
                  <a:lumOff val="2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880584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926" b="1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V2.6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98DDB897-00EC-4761-91E4-6F0B658E98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6528242"/>
              </p:ext>
            </p:extLst>
          </p:nvPr>
        </p:nvGraphicFramePr>
        <p:xfrm>
          <a:off x="198804" y="208621"/>
          <a:ext cx="11774122" cy="6827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251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66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692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31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Version.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Date.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Content.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>
                          <a:solidFill>
                            <a:schemeClr val="tx1"/>
                          </a:solidFill>
                        </a:rPr>
                        <a:t>Owner.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v1.0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20250507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 latinLnBrk="1">
                        <a:buFont typeface="Arial" pitchFamily="34" charset="0"/>
                        <a:buNone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최초 작성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이정연</a:t>
                      </a:r>
                      <a:endParaRPr lang="en-US" altLang="ko-KR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v1.1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20250509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#3 Description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수정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이정연</a:t>
                      </a:r>
                      <a:endParaRPr lang="en-US" altLang="ko-KR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v1.2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20250512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#14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항공예약내역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변경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이정연</a:t>
                      </a:r>
                      <a:endParaRPr lang="en-US" altLang="ko-KR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v1.3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20250521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#2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정렬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UI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변경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이정연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v1.4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20250528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#8  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경유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직항 표시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#12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항공전담팀 요청은 해당 페이지에서 </a:t>
                      </a:r>
                      <a:r>
                        <a:rPr lang="ko-KR" altLang="en-US" sz="9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모달로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띄어 요청 가능하도록 프로세스 수정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이정연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v1.5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20250624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#12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요청 완료 후 문구 추가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좌석등급 초기 세팅 수정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#14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항공예약내역에서 출장규정여부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준수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미준수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확인 가능하도록 추가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이정연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V1.6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20250701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#8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항공 스케줄 조회 시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편명과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수화물 포함 여부 확인 가능하도록 추가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이정연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V1.7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20250715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#9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관리자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&gt;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계정권한관리 페이지에서 사용자별 권한에 따라 </a:t>
                      </a:r>
                      <a:r>
                        <a:rPr lang="ko-KR" altLang="en-US" sz="9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셀프예약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노출 </a:t>
                      </a:r>
                      <a:r>
                        <a:rPr lang="ko-KR" altLang="en-US" sz="9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미노출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CASE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추가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여승은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V1.8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20250716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#3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별첨 예약 프로세스 및 예약 내역 프로세스 및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WIREFRAME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구성 추가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여승은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23014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V1.9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20250717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#20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항공예약 요청 </a:t>
                      </a:r>
                      <a:r>
                        <a:rPr lang="ko-KR" altLang="en-US" sz="9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모달창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CLOSE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버튼 추가 및 </a:t>
                      </a:r>
                      <a:r>
                        <a:rPr lang="ko-KR" altLang="en-US" sz="9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영문명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성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이름 순서 변경 관련 </a:t>
                      </a:r>
                      <a:r>
                        <a:rPr lang="ko-KR" altLang="en-US" sz="9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디스크립션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추가</a:t>
                      </a:r>
                      <a:endParaRPr lang="en-US" altLang="ko-KR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#22 PAGE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국내선 조회 페이지 추가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여승은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79159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V2.0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20250725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#15 PAGE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기업요금 아이콘 추가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여승은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2198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V2.1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20250731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#15 PAGE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기업요금 아이콘 문구 변경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tx1"/>
                          </a:solidFill>
                        </a:rPr>
                        <a:t>여승은</a:t>
                      </a:r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37422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V2.2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20251015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#19PAGE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여행상세일정 경유 페이지 추가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대기시간 추가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#18PAGE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직항 케이스로 변경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여승은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47505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V2.3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20251020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#15PAGE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항공 검색 리스트 경우일 경우 소요시간 수정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[AS-IS]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단순 비행시간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-&gt; [TO-BE]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비행시간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+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경유지 대기시간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여승은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19471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V2.4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20251022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hlinkClick r:id="rId2" action="ppaction://hlinksldjump"/>
                        </a:rPr>
                        <a:t>#24PAGE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국내선 </a:t>
                      </a:r>
                      <a:r>
                        <a:rPr lang="ko-KR" altLang="en-US" sz="9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전담팀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요청 버튼 추가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#25,26PAGE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국내선 </a:t>
                      </a:r>
                      <a:r>
                        <a:rPr lang="ko-KR" altLang="en-US" sz="9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전담팀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요청 페이지 추가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여승은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18745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V2.5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20251027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hlinkClick r:id="rId2" action="ppaction://hlinksldjump"/>
                        </a:rPr>
                        <a:t>#24PAGE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항공운임 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-&gt;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항공요금 기준으로 변경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여승은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02116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V2.6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20260115</a:t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Font typeface="Arial" panose="020B0604020202020204" pitchFamily="34" charset="0"/>
                        <a:buNone/>
                      </a:pP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hlinkClick r:id="rId3" action="ppaction://hlinksldjump"/>
                        </a:rPr>
                        <a:t>#25PAGE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국내선 </a:t>
                      </a:r>
                      <a:r>
                        <a:rPr lang="ko-KR" altLang="en-US" sz="9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셀프예약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시 탑승객 확인 </a:t>
                      </a:r>
                      <a:r>
                        <a:rPr lang="ko-KR" altLang="en-US" sz="9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모달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추가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tx1"/>
                          </a:solidFill>
                        </a:rPr>
                        <a:t>여승은</a:t>
                      </a:r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97050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03680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72263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3510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70086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96607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61891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86157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17084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53837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8000" indent="-108000" latinLnBrk="1">
                        <a:buFont typeface="Arial" panose="020B0604020202020204" pitchFamily="34" charset="0"/>
                        <a:buChar char="•"/>
                      </a:pPr>
                      <a:endParaRPr lang="ko-KR" altLang="en-US" sz="90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11704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80062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직선 연결선 5"/>
          <p:cNvCxnSpPr/>
          <p:nvPr/>
        </p:nvCxnSpPr>
        <p:spPr>
          <a:xfrm>
            <a:off x="555073" y="4009938"/>
            <a:ext cx="11081857" cy="0"/>
          </a:xfrm>
          <a:prstGeom prst="line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/>
          <p:cNvSpPr/>
          <p:nvPr/>
        </p:nvSpPr>
        <p:spPr>
          <a:xfrm>
            <a:off x="0" y="3051950"/>
            <a:ext cx="12192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3600" b="1" dirty="0">
                <a:solidFill>
                  <a:schemeClr val="bg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</a:rPr>
              <a:t>별첨</a:t>
            </a:r>
            <a:endParaRPr lang="en-US" altLang="ko-KR" sz="3600" b="1" dirty="0">
              <a:solidFill>
                <a:schemeClr val="bg1">
                  <a:lumMod val="50000"/>
                </a:schemeClr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1" name="Google Shape;2131;p58"/>
          <p:cNvSpPr txBox="1"/>
          <p:nvPr/>
        </p:nvSpPr>
        <p:spPr>
          <a:xfrm>
            <a:off x="8879786" y="65206"/>
            <a:ext cx="2785005" cy="582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lang="en-US" altLang="ko-KR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ko-KR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. 별첨</a:t>
            </a:r>
            <a:endParaRPr sz="14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" name="직선 연결선 38"/>
          <p:cNvCxnSpPr/>
          <p:nvPr/>
        </p:nvCxnSpPr>
        <p:spPr>
          <a:xfrm>
            <a:off x="3773039" y="5215189"/>
            <a:ext cx="794964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순서도: 수행의 시작/종료 39"/>
          <p:cNvSpPr/>
          <p:nvPr/>
        </p:nvSpPr>
        <p:spPr>
          <a:xfrm>
            <a:off x="4905962" y="459495"/>
            <a:ext cx="1092152" cy="288040"/>
          </a:xfrm>
          <a:prstGeom prst="flowChartTerminator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Start </a:t>
            </a:r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로그인</a:t>
            </a:r>
          </a:p>
        </p:txBody>
      </p:sp>
      <p:sp>
        <p:nvSpPr>
          <p:cNvPr id="41" name="순서도: 처리 40"/>
          <p:cNvSpPr/>
          <p:nvPr/>
        </p:nvSpPr>
        <p:spPr>
          <a:xfrm>
            <a:off x="6213881" y="1162191"/>
            <a:ext cx="1092152" cy="288040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출발 도시 선택</a:t>
            </a:r>
          </a:p>
        </p:txBody>
      </p:sp>
      <p:sp>
        <p:nvSpPr>
          <p:cNvPr id="42" name="순서도: 처리 41"/>
          <p:cNvSpPr/>
          <p:nvPr/>
        </p:nvSpPr>
        <p:spPr>
          <a:xfrm>
            <a:off x="7514030" y="1162191"/>
            <a:ext cx="1092152" cy="288040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도착 도시 선택</a:t>
            </a:r>
          </a:p>
        </p:txBody>
      </p:sp>
      <p:sp>
        <p:nvSpPr>
          <p:cNvPr id="43" name="순서도: 처리 42"/>
          <p:cNvSpPr/>
          <p:nvPr/>
        </p:nvSpPr>
        <p:spPr>
          <a:xfrm>
            <a:off x="8814181" y="1162191"/>
            <a:ext cx="1092152" cy="288040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가는날</a:t>
            </a:r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 선택</a:t>
            </a:r>
          </a:p>
        </p:txBody>
      </p:sp>
      <p:sp>
        <p:nvSpPr>
          <p:cNvPr id="44" name="순서도: 판단 43"/>
          <p:cNvSpPr/>
          <p:nvPr/>
        </p:nvSpPr>
        <p:spPr>
          <a:xfrm>
            <a:off x="10114330" y="1107902"/>
            <a:ext cx="1092152" cy="396618"/>
          </a:xfrm>
          <a:prstGeom prst="flowChartDecision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오는날</a:t>
            </a:r>
            <a:endParaRPr lang="en-US" altLang="ko-KR" sz="800" dirty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  <a:p>
            <a:pPr algn="ctr"/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미정</a:t>
            </a:r>
            <a:r>
              <a:rPr lang="en-US" altLang="ko-KR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?</a:t>
            </a:r>
          </a:p>
        </p:txBody>
      </p:sp>
      <p:sp>
        <p:nvSpPr>
          <p:cNvPr id="45" name="순서도: 처리 44"/>
          <p:cNvSpPr/>
          <p:nvPr/>
        </p:nvSpPr>
        <p:spPr>
          <a:xfrm>
            <a:off x="8814181" y="1706447"/>
            <a:ext cx="1092152" cy="288040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오는날</a:t>
            </a:r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 선택</a:t>
            </a:r>
          </a:p>
        </p:txBody>
      </p:sp>
      <p:sp>
        <p:nvSpPr>
          <p:cNvPr id="46" name="순서도: 처리 45"/>
          <p:cNvSpPr/>
          <p:nvPr/>
        </p:nvSpPr>
        <p:spPr>
          <a:xfrm>
            <a:off x="8814181" y="2029100"/>
            <a:ext cx="1092152" cy="288040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오는날</a:t>
            </a:r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ko-KR" altLang="en-US" sz="800" dirty="0" err="1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미선택</a:t>
            </a:r>
            <a:endParaRPr lang="en-US" altLang="ko-KR" sz="800" dirty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47" name="직선 화살표 연결선 95"/>
          <p:cNvCxnSpPr>
            <a:cxnSpLocks/>
            <a:stCxn id="44" idx="2"/>
            <a:endCxn id="45" idx="3"/>
          </p:cNvCxnSpPr>
          <p:nvPr/>
        </p:nvCxnSpPr>
        <p:spPr>
          <a:xfrm rot="5400000">
            <a:off x="10110398" y="1300456"/>
            <a:ext cx="345947" cy="754075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직선 화살표 연결선 95"/>
          <p:cNvCxnSpPr>
            <a:cxnSpLocks/>
            <a:stCxn id="44" idx="3"/>
            <a:endCxn id="46" idx="3"/>
          </p:cNvCxnSpPr>
          <p:nvPr/>
        </p:nvCxnSpPr>
        <p:spPr>
          <a:xfrm flipH="1">
            <a:off x="9906332" y="1306212"/>
            <a:ext cx="1300151" cy="866909"/>
          </a:xfrm>
          <a:prstGeom prst="bentConnector3">
            <a:avLst>
              <a:gd name="adj1" fmla="val -17583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순서도: 처리 48"/>
          <p:cNvSpPr/>
          <p:nvPr/>
        </p:nvSpPr>
        <p:spPr>
          <a:xfrm>
            <a:off x="7514030" y="1706447"/>
            <a:ext cx="1092152" cy="288040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탑승인원 선택</a:t>
            </a:r>
          </a:p>
        </p:txBody>
      </p:sp>
      <p:sp>
        <p:nvSpPr>
          <p:cNvPr id="50" name="순서도: 처리 49"/>
          <p:cNvSpPr/>
          <p:nvPr/>
        </p:nvSpPr>
        <p:spPr>
          <a:xfrm>
            <a:off x="6213881" y="1706447"/>
            <a:ext cx="1092152" cy="288040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좌석 선택</a:t>
            </a:r>
          </a:p>
        </p:txBody>
      </p:sp>
      <p:sp>
        <p:nvSpPr>
          <p:cNvPr id="51" name="순서도: 문서 50"/>
          <p:cNvSpPr/>
          <p:nvPr/>
        </p:nvSpPr>
        <p:spPr>
          <a:xfrm>
            <a:off x="4913730" y="3138136"/>
            <a:ext cx="1092152" cy="355551"/>
          </a:xfrm>
          <a:prstGeom prst="flowChartDocumen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왕복 </a:t>
            </a:r>
            <a:r>
              <a:rPr lang="en-US" altLang="ko-KR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/</a:t>
            </a:r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편도 항공권 목록출력</a:t>
            </a:r>
          </a:p>
        </p:txBody>
      </p:sp>
      <p:sp>
        <p:nvSpPr>
          <p:cNvPr id="52" name="순서도: 처리 51"/>
          <p:cNvSpPr/>
          <p:nvPr/>
        </p:nvSpPr>
        <p:spPr>
          <a:xfrm>
            <a:off x="4913730" y="1706447"/>
            <a:ext cx="1092152" cy="288040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항공권 검색</a:t>
            </a:r>
          </a:p>
        </p:txBody>
      </p:sp>
      <p:sp>
        <p:nvSpPr>
          <p:cNvPr id="53" name="순서도: 판단 52"/>
          <p:cNvSpPr/>
          <p:nvPr/>
        </p:nvSpPr>
        <p:spPr>
          <a:xfrm>
            <a:off x="4913730" y="2497165"/>
            <a:ext cx="1092152" cy="396618"/>
          </a:xfrm>
          <a:prstGeom prst="flowChartDecision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국제선</a:t>
            </a:r>
            <a:r>
              <a:rPr lang="en-US" altLang="ko-KR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?</a:t>
            </a:r>
          </a:p>
        </p:txBody>
      </p:sp>
      <p:sp>
        <p:nvSpPr>
          <p:cNvPr id="54" name="순서도: 처리 53"/>
          <p:cNvSpPr/>
          <p:nvPr/>
        </p:nvSpPr>
        <p:spPr>
          <a:xfrm>
            <a:off x="6213881" y="3171889"/>
            <a:ext cx="1092152" cy="288040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항공권 선택</a:t>
            </a:r>
          </a:p>
        </p:txBody>
      </p:sp>
      <p:sp>
        <p:nvSpPr>
          <p:cNvPr id="55" name="순서도: 문서 54"/>
          <p:cNvSpPr/>
          <p:nvPr/>
        </p:nvSpPr>
        <p:spPr>
          <a:xfrm>
            <a:off x="6213881" y="2551454"/>
            <a:ext cx="1092152" cy="288039"/>
          </a:xfrm>
          <a:prstGeom prst="flowChartDocumen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가는편</a:t>
            </a:r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 항공권 목록</a:t>
            </a:r>
            <a:endParaRPr lang="en-US" altLang="ko-KR" sz="800" dirty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  <a:p>
            <a:pPr algn="ctr"/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출력</a:t>
            </a:r>
          </a:p>
        </p:txBody>
      </p:sp>
      <p:sp>
        <p:nvSpPr>
          <p:cNvPr id="56" name="순서도: 처리 55"/>
          <p:cNvSpPr/>
          <p:nvPr/>
        </p:nvSpPr>
        <p:spPr>
          <a:xfrm>
            <a:off x="7514030" y="2551454"/>
            <a:ext cx="1092152" cy="288040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가는편</a:t>
            </a:r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 항공권 선택</a:t>
            </a:r>
          </a:p>
        </p:txBody>
      </p:sp>
      <p:sp>
        <p:nvSpPr>
          <p:cNvPr id="57" name="순서도: 문서 56"/>
          <p:cNvSpPr/>
          <p:nvPr/>
        </p:nvSpPr>
        <p:spPr>
          <a:xfrm>
            <a:off x="8814181" y="2551454"/>
            <a:ext cx="1092152" cy="297474"/>
          </a:xfrm>
          <a:prstGeom prst="flowChartDocumen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오는편</a:t>
            </a:r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 항공권 목록</a:t>
            </a:r>
            <a:endParaRPr lang="en-US" altLang="ko-KR" sz="800" dirty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  <a:p>
            <a:pPr algn="ctr"/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출력</a:t>
            </a:r>
          </a:p>
        </p:txBody>
      </p:sp>
      <p:sp>
        <p:nvSpPr>
          <p:cNvPr id="58" name="순서도: 처리 57"/>
          <p:cNvSpPr/>
          <p:nvPr/>
        </p:nvSpPr>
        <p:spPr>
          <a:xfrm>
            <a:off x="10114330" y="2551454"/>
            <a:ext cx="1092152" cy="288040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오는편</a:t>
            </a:r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 항공권 선택</a:t>
            </a:r>
          </a:p>
        </p:txBody>
      </p:sp>
      <p:sp>
        <p:nvSpPr>
          <p:cNvPr id="61" name="순서도: 처리 60"/>
          <p:cNvSpPr/>
          <p:nvPr/>
        </p:nvSpPr>
        <p:spPr>
          <a:xfrm>
            <a:off x="7514030" y="3171889"/>
            <a:ext cx="1092152" cy="288040"/>
          </a:xfrm>
          <a:prstGeom prst="flowChartProcess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예약하기</a:t>
            </a:r>
          </a:p>
        </p:txBody>
      </p:sp>
      <p:cxnSp>
        <p:nvCxnSpPr>
          <p:cNvPr id="63" name="직선 화살표 연결선 62"/>
          <p:cNvCxnSpPr>
            <a:cxnSpLocks/>
            <a:stCxn id="41" idx="3"/>
            <a:endCxn id="42" idx="1"/>
          </p:cNvCxnSpPr>
          <p:nvPr/>
        </p:nvCxnSpPr>
        <p:spPr>
          <a:xfrm>
            <a:off x="7306032" y="1306211"/>
            <a:ext cx="207999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화살표 연결선 63"/>
          <p:cNvCxnSpPr>
            <a:cxnSpLocks/>
            <a:stCxn id="42" idx="3"/>
            <a:endCxn id="43" idx="1"/>
          </p:cNvCxnSpPr>
          <p:nvPr/>
        </p:nvCxnSpPr>
        <p:spPr>
          <a:xfrm>
            <a:off x="8606183" y="1306211"/>
            <a:ext cx="207999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화살표 연결선 64"/>
          <p:cNvCxnSpPr>
            <a:cxnSpLocks/>
            <a:stCxn id="43" idx="3"/>
            <a:endCxn id="44" idx="1"/>
          </p:cNvCxnSpPr>
          <p:nvPr/>
        </p:nvCxnSpPr>
        <p:spPr>
          <a:xfrm>
            <a:off x="9906332" y="1306211"/>
            <a:ext cx="207999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화살표 연결선 65"/>
          <p:cNvCxnSpPr>
            <a:stCxn id="45" idx="1"/>
            <a:endCxn id="49" idx="3"/>
          </p:cNvCxnSpPr>
          <p:nvPr/>
        </p:nvCxnSpPr>
        <p:spPr>
          <a:xfrm flipH="1">
            <a:off x="8606183" y="1850467"/>
            <a:ext cx="207999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화살표 연결선 66"/>
          <p:cNvCxnSpPr>
            <a:stCxn id="49" idx="1"/>
            <a:endCxn id="50" idx="3"/>
          </p:cNvCxnSpPr>
          <p:nvPr/>
        </p:nvCxnSpPr>
        <p:spPr>
          <a:xfrm flipH="1">
            <a:off x="7306032" y="1850467"/>
            <a:ext cx="207999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화살표 연결선 67"/>
          <p:cNvCxnSpPr>
            <a:stCxn id="50" idx="1"/>
            <a:endCxn id="52" idx="3"/>
          </p:cNvCxnSpPr>
          <p:nvPr/>
        </p:nvCxnSpPr>
        <p:spPr>
          <a:xfrm flipH="1">
            <a:off x="6005883" y="1850467"/>
            <a:ext cx="207999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화살표 연결선 68"/>
          <p:cNvCxnSpPr>
            <a:stCxn id="52" idx="2"/>
            <a:endCxn id="53" idx="0"/>
          </p:cNvCxnSpPr>
          <p:nvPr/>
        </p:nvCxnSpPr>
        <p:spPr>
          <a:xfrm>
            <a:off x="5459806" y="1994487"/>
            <a:ext cx="0" cy="502678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화살표 연결선 69"/>
          <p:cNvCxnSpPr>
            <a:cxnSpLocks/>
            <a:stCxn id="53" idx="3"/>
            <a:endCxn id="55" idx="1"/>
          </p:cNvCxnSpPr>
          <p:nvPr/>
        </p:nvCxnSpPr>
        <p:spPr>
          <a:xfrm>
            <a:off x="6005882" y="2695474"/>
            <a:ext cx="207999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화살표 연결선 70"/>
          <p:cNvCxnSpPr>
            <a:cxnSpLocks/>
            <a:stCxn id="55" idx="3"/>
            <a:endCxn id="56" idx="1"/>
          </p:cNvCxnSpPr>
          <p:nvPr/>
        </p:nvCxnSpPr>
        <p:spPr>
          <a:xfrm>
            <a:off x="7306033" y="2695474"/>
            <a:ext cx="207997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화살표 연결선 71"/>
          <p:cNvCxnSpPr>
            <a:cxnSpLocks/>
            <a:stCxn id="56" idx="3"/>
            <a:endCxn id="57" idx="1"/>
          </p:cNvCxnSpPr>
          <p:nvPr/>
        </p:nvCxnSpPr>
        <p:spPr>
          <a:xfrm>
            <a:off x="8606182" y="2695474"/>
            <a:ext cx="207999" cy="4717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72"/>
          <p:cNvCxnSpPr>
            <a:cxnSpLocks/>
            <a:stCxn id="57" idx="3"/>
            <a:endCxn id="58" idx="1"/>
          </p:cNvCxnSpPr>
          <p:nvPr/>
        </p:nvCxnSpPr>
        <p:spPr>
          <a:xfrm flipV="1">
            <a:off x="9906333" y="2695474"/>
            <a:ext cx="207997" cy="4717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화살표 연결선 73"/>
          <p:cNvCxnSpPr>
            <a:stCxn id="53" idx="2"/>
            <a:endCxn id="51" idx="0"/>
          </p:cNvCxnSpPr>
          <p:nvPr/>
        </p:nvCxnSpPr>
        <p:spPr>
          <a:xfrm>
            <a:off x="5459806" y="2893785"/>
            <a:ext cx="0" cy="244351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화살표 연결선 74"/>
          <p:cNvCxnSpPr>
            <a:stCxn id="51" idx="3"/>
            <a:endCxn id="54" idx="1"/>
          </p:cNvCxnSpPr>
          <p:nvPr/>
        </p:nvCxnSpPr>
        <p:spPr>
          <a:xfrm flipV="1">
            <a:off x="6005883" y="3315911"/>
            <a:ext cx="207999" cy="1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화살표 연결선 75"/>
          <p:cNvCxnSpPr>
            <a:stCxn id="54" idx="3"/>
            <a:endCxn id="61" idx="1"/>
          </p:cNvCxnSpPr>
          <p:nvPr/>
        </p:nvCxnSpPr>
        <p:spPr>
          <a:xfrm>
            <a:off x="7306032" y="3315909"/>
            <a:ext cx="207999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화살표 연결선 95"/>
          <p:cNvCxnSpPr>
            <a:cxnSpLocks/>
            <a:stCxn id="58" idx="3"/>
            <a:endCxn id="61" idx="3"/>
          </p:cNvCxnSpPr>
          <p:nvPr/>
        </p:nvCxnSpPr>
        <p:spPr>
          <a:xfrm flipH="1">
            <a:off x="8606182" y="2695474"/>
            <a:ext cx="2600300" cy="620435"/>
          </a:xfrm>
          <a:prstGeom prst="bentConnector3">
            <a:avLst>
              <a:gd name="adj1" fmla="val -8791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/>
          <p:cNvSpPr txBox="1"/>
          <p:nvPr/>
        </p:nvSpPr>
        <p:spPr>
          <a:xfrm>
            <a:off x="5950666" y="2497165"/>
            <a:ext cx="26321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>
                <a:latin typeface="나눔고딕" pitchFamily="50" charset="-127"/>
                <a:ea typeface="나눔고딕" pitchFamily="50" charset="-127"/>
              </a:rPr>
              <a:t>N</a:t>
            </a:r>
            <a:endParaRPr lang="ko-KR" altLang="en-US" sz="80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5459806" y="2873250"/>
            <a:ext cx="2535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>
                <a:latin typeface="나눔고딕" pitchFamily="50" charset="-127"/>
                <a:ea typeface="나눔고딕" pitchFamily="50" charset="-127"/>
              </a:rPr>
              <a:t>Y</a:t>
            </a:r>
            <a:endParaRPr lang="ko-KR" altLang="en-US" sz="80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10660405" y="1498722"/>
            <a:ext cx="70076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latin typeface="나눔고딕" pitchFamily="50" charset="-127"/>
                <a:ea typeface="나눔고딕" pitchFamily="50" charset="-127"/>
              </a:rPr>
              <a:t>N (</a:t>
            </a:r>
            <a:r>
              <a:rPr lang="ko-KR" altLang="en-US" sz="800" dirty="0">
                <a:latin typeface="나눔고딕" pitchFamily="50" charset="-127"/>
                <a:ea typeface="나눔고딕" pitchFamily="50" charset="-127"/>
              </a:rPr>
              <a:t>왕복</a:t>
            </a:r>
            <a:r>
              <a:rPr lang="en-US" altLang="ko-KR" sz="800" dirty="0">
                <a:latin typeface="나눔고딕" pitchFamily="50" charset="-127"/>
                <a:ea typeface="나눔고딕" pitchFamily="50" charset="-127"/>
              </a:rPr>
              <a:t>)</a:t>
            </a:r>
            <a:endParaRPr lang="ko-KR" altLang="en-US" sz="800" dirty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83" name="TextBox 82"/>
          <p:cNvSpPr txBox="1"/>
          <p:nvPr/>
        </p:nvSpPr>
        <p:spPr>
          <a:xfrm>
            <a:off x="11179831" y="1107902"/>
            <a:ext cx="6605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latin typeface="나눔고딕" pitchFamily="50" charset="-127"/>
                <a:ea typeface="나눔고딕" pitchFamily="50" charset="-127"/>
              </a:rPr>
              <a:t>Y (</a:t>
            </a:r>
            <a:r>
              <a:rPr lang="ko-KR" altLang="en-US" sz="800" dirty="0">
                <a:latin typeface="나눔고딕" pitchFamily="50" charset="-127"/>
                <a:ea typeface="나눔고딕" pitchFamily="50" charset="-127"/>
              </a:rPr>
              <a:t>편도</a:t>
            </a:r>
            <a:r>
              <a:rPr lang="en-US" altLang="ko-KR" sz="800" dirty="0">
                <a:latin typeface="나눔고딕" pitchFamily="50" charset="-127"/>
                <a:ea typeface="나눔고딕" pitchFamily="50" charset="-127"/>
              </a:rPr>
              <a:t>)</a:t>
            </a:r>
            <a:endParaRPr lang="ko-KR" altLang="en-US" sz="800" dirty="0"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84" name="직선 화살표 연결선 95"/>
          <p:cNvCxnSpPr>
            <a:stCxn id="46" idx="1"/>
            <a:endCxn id="49" idx="3"/>
          </p:cNvCxnSpPr>
          <p:nvPr/>
        </p:nvCxnSpPr>
        <p:spPr>
          <a:xfrm rot="10800000">
            <a:off x="8606183" y="1850470"/>
            <a:ext cx="207999" cy="322653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순서도: 처리 84"/>
          <p:cNvSpPr/>
          <p:nvPr/>
        </p:nvSpPr>
        <p:spPr>
          <a:xfrm>
            <a:off x="6213879" y="4302033"/>
            <a:ext cx="1092152" cy="288040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출장자 정보 확인</a:t>
            </a:r>
          </a:p>
        </p:txBody>
      </p:sp>
      <p:sp>
        <p:nvSpPr>
          <p:cNvPr id="86" name="순서도: 처리 85"/>
          <p:cNvSpPr/>
          <p:nvPr/>
        </p:nvSpPr>
        <p:spPr>
          <a:xfrm>
            <a:off x="7514029" y="4298643"/>
            <a:ext cx="1092152" cy="288040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탑승객 정보 </a:t>
            </a:r>
            <a:r>
              <a:rPr lang="en-US" altLang="ko-KR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/ </a:t>
            </a:r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여정</a:t>
            </a:r>
            <a:br>
              <a:rPr lang="en-US" altLang="ko-KR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</a:br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최종 확인</a:t>
            </a:r>
          </a:p>
        </p:txBody>
      </p:sp>
      <p:sp>
        <p:nvSpPr>
          <p:cNvPr id="88" name="순서도: 판단 87"/>
          <p:cNvSpPr/>
          <p:nvPr/>
        </p:nvSpPr>
        <p:spPr>
          <a:xfrm>
            <a:off x="7514421" y="3682672"/>
            <a:ext cx="1092152" cy="396618"/>
          </a:xfrm>
          <a:prstGeom prst="flowChartDecision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셀프</a:t>
            </a:r>
            <a:br>
              <a:rPr lang="en-US" altLang="ko-KR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</a:br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예약</a:t>
            </a:r>
            <a:endParaRPr lang="en-US" altLang="ko-KR" sz="800" dirty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7342767" y="3880981"/>
            <a:ext cx="26321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>
                <a:latin typeface="나눔고딕" pitchFamily="50" charset="-127"/>
                <a:ea typeface="나눔고딕" pitchFamily="50" charset="-127"/>
              </a:rPr>
              <a:t>N</a:t>
            </a:r>
            <a:endParaRPr lang="ko-KR" altLang="en-US" sz="80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8060106" y="4079876"/>
            <a:ext cx="2535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>
                <a:latin typeface="나눔고딕" pitchFamily="50" charset="-127"/>
                <a:ea typeface="나눔고딕" pitchFamily="50" charset="-127"/>
              </a:rPr>
              <a:t>Y</a:t>
            </a:r>
            <a:endParaRPr lang="ko-KR" altLang="en-US" sz="800"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91" name="직선 화살표 연결선 90"/>
          <p:cNvCxnSpPr>
            <a:cxnSpLocks/>
            <a:stCxn id="61" idx="2"/>
            <a:endCxn id="88" idx="0"/>
          </p:cNvCxnSpPr>
          <p:nvPr/>
        </p:nvCxnSpPr>
        <p:spPr>
          <a:xfrm>
            <a:off x="8060107" y="3459931"/>
            <a:ext cx="391" cy="222743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순서도: 처리 91"/>
          <p:cNvSpPr/>
          <p:nvPr/>
        </p:nvSpPr>
        <p:spPr>
          <a:xfrm>
            <a:off x="6213881" y="3736961"/>
            <a:ext cx="1092152" cy="288040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전담팀요청</a:t>
            </a:r>
            <a:endParaRPr lang="ko-KR" altLang="en-US" sz="800" dirty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93" name="직선 화살표 연결선 92"/>
          <p:cNvCxnSpPr>
            <a:cxnSpLocks/>
            <a:stCxn id="88" idx="2"/>
            <a:endCxn id="86" idx="0"/>
          </p:cNvCxnSpPr>
          <p:nvPr/>
        </p:nvCxnSpPr>
        <p:spPr>
          <a:xfrm flipH="1">
            <a:off x="8060105" y="4079290"/>
            <a:ext cx="392" cy="219353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화살표 연결선 93"/>
          <p:cNvCxnSpPr>
            <a:cxnSpLocks/>
            <a:stCxn id="88" idx="1"/>
            <a:endCxn id="92" idx="3"/>
          </p:cNvCxnSpPr>
          <p:nvPr/>
        </p:nvCxnSpPr>
        <p:spPr>
          <a:xfrm flipH="1">
            <a:off x="7306033" y="3880981"/>
            <a:ext cx="208388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순서도: 수행의 시작/종료 100"/>
          <p:cNvSpPr/>
          <p:nvPr/>
        </p:nvSpPr>
        <p:spPr>
          <a:xfrm>
            <a:off x="7514030" y="4828272"/>
            <a:ext cx="1092152" cy="288040"/>
          </a:xfrm>
          <a:prstGeom prst="flowChartTerminator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End</a:t>
            </a:r>
            <a:endParaRPr lang="ko-KR" altLang="en-US" sz="800" dirty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03" name="직사각형 102"/>
          <p:cNvSpPr/>
          <p:nvPr/>
        </p:nvSpPr>
        <p:spPr>
          <a:xfrm>
            <a:off x="3779407" y="5215189"/>
            <a:ext cx="764799" cy="1023582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예약내역</a:t>
            </a:r>
          </a:p>
        </p:txBody>
      </p:sp>
      <p:sp>
        <p:nvSpPr>
          <p:cNvPr id="104" name="순서도: 수행의 시작/종료 103"/>
          <p:cNvSpPr/>
          <p:nvPr/>
        </p:nvSpPr>
        <p:spPr>
          <a:xfrm>
            <a:off x="4922119" y="5605531"/>
            <a:ext cx="1092152" cy="288040"/>
          </a:xfrm>
          <a:prstGeom prst="flowChartTerminator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Start</a:t>
            </a:r>
            <a:endParaRPr lang="ko-KR" altLang="en-US" sz="80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05" name="순서도: 처리 104"/>
          <p:cNvSpPr/>
          <p:nvPr/>
        </p:nvSpPr>
        <p:spPr>
          <a:xfrm>
            <a:off x="6222268" y="5605531"/>
            <a:ext cx="1092152" cy="288040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항공권 예약 </a:t>
            </a:r>
            <a:r>
              <a:rPr lang="en-US" altLang="ko-KR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/ </a:t>
            </a:r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결제</a:t>
            </a:r>
            <a:r>
              <a:rPr lang="en-US" altLang="ko-KR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내역 검색 조회</a:t>
            </a:r>
            <a:endParaRPr lang="en-US" altLang="ko-KR" sz="800" dirty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06" name="순서도: 처리 105"/>
          <p:cNvSpPr/>
          <p:nvPr/>
        </p:nvSpPr>
        <p:spPr>
          <a:xfrm>
            <a:off x="7510507" y="5605531"/>
            <a:ext cx="1092152" cy="288040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항공권 </a:t>
            </a:r>
            <a:endParaRPr lang="en-US" altLang="ko-KR" sz="800" dirty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  <a:p>
            <a:pPr algn="ctr"/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예약 내역 리스트</a:t>
            </a:r>
          </a:p>
        </p:txBody>
      </p:sp>
      <p:cxnSp>
        <p:nvCxnSpPr>
          <p:cNvPr id="108" name="직선 화살표 연결선 107"/>
          <p:cNvCxnSpPr>
            <a:stCxn id="105" idx="3"/>
            <a:endCxn id="106" idx="1"/>
          </p:cNvCxnSpPr>
          <p:nvPr/>
        </p:nvCxnSpPr>
        <p:spPr>
          <a:xfrm>
            <a:off x="7314420" y="5749551"/>
            <a:ext cx="196087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직선 화살표 연결선 108"/>
          <p:cNvCxnSpPr>
            <a:stCxn id="104" idx="3"/>
            <a:endCxn id="105" idx="1"/>
          </p:cNvCxnSpPr>
          <p:nvPr/>
        </p:nvCxnSpPr>
        <p:spPr>
          <a:xfrm>
            <a:off x="6014270" y="5749551"/>
            <a:ext cx="207999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순서도: 수행의 시작/종료 109"/>
          <p:cNvSpPr/>
          <p:nvPr/>
        </p:nvSpPr>
        <p:spPr>
          <a:xfrm>
            <a:off x="8810659" y="5605531"/>
            <a:ext cx="1092152" cy="288040"/>
          </a:xfrm>
          <a:prstGeom prst="flowChartTerminator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End</a:t>
            </a:r>
            <a:endParaRPr lang="ko-KR" altLang="en-US" sz="80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111" name="직선 화살표 연결선 110"/>
          <p:cNvCxnSpPr>
            <a:stCxn id="106" idx="3"/>
            <a:endCxn id="110" idx="1"/>
          </p:cNvCxnSpPr>
          <p:nvPr/>
        </p:nvCxnSpPr>
        <p:spPr>
          <a:xfrm>
            <a:off x="8602659" y="5749551"/>
            <a:ext cx="208000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직선 연결선 112"/>
          <p:cNvCxnSpPr>
            <a:cxnSpLocks/>
          </p:cNvCxnSpPr>
          <p:nvPr/>
        </p:nvCxnSpPr>
        <p:spPr>
          <a:xfrm>
            <a:off x="3773039" y="397669"/>
            <a:ext cx="799826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직사각형 113"/>
          <p:cNvSpPr/>
          <p:nvPr/>
        </p:nvSpPr>
        <p:spPr>
          <a:xfrm>
            <a:off x="3779408" y="397668"/>
            <a:ext cx="768107" cy="4817507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FRONT</a:t>
            </a:r>
            <a:br>
              <a:rPr lang="en-US" altLang="ko-KR" sz="800" b="1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</a:br>
            <a:r>
              <a:rPr lang="en-US" altLang="ko-KR" sz="800" b="1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(</a:t>
            </a:r>
            <a:r>
              <a:rPr lang="ko-KR" altLang="en-US" sz="800" b="1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항공</a:t>
            </a:r>
            <a:r>
              <a:rPr lang="en-US" altLang="ko-KR" sz="800" b="1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)</a:t>
            </a:r>
            <a:endParaRPr lang="ko-KR" altLang="en-US" sz="800" b="1" dirty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115" name="직선 연결선 114"/>
          <p:cNvCxnSpPr/>
          <p:nvPr/>
        </p:nvCxnSpPr>
        <p:spPr>
          <a:xfrm>
            <a:off x="4578427" y="6238771"/>
            <a:ext cx="794964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모서리가 둥근 직사각형 116"/>
          <p:cNvSpPr/>
          <p:nvPr/>
        </p:nvSpPr>
        <p:spPr>
          <a:xfrm>
            <a:off x="528526" y="774846"/>
            <a:ext cx="3293132" cy="3600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/>
            <a:r>
              <a:rPr lang="en-US" altLang="ko-KR" b="1" dirty="0">
                <a:solidFill>
                  <a:schemeClr val="bg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  <a:cs typeface="Malgun Gothic"/>
                <a:sym typeface="Malgun Gothic"/>
              </a:rPr>
              <a:t>BMTS </a:t>
            </a:r>
            <a:r>
              <a:rPr lang="ko-KR" altLang="en-US" b="1" dirty="0">
                <a:solidFill>
                  <a:schemeClr val="bg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  <a:cs typeface="Malgun Gothic"/>
                <a:sym typeface="Malgun Gothic"/>
              </a:rPr>
              <a:t>항공권 예약 프로세스 </a:t>
            </a:r>
            <a:br>
              <a:rPr lang="en-US" altLang="ko-KR" b="1" dirty="0">
                <a:solidFill>
                  <a:schemeClr val="bg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  <a:cs typeface="Malgun Gothic"/>
                <a:sym typeface="Malgun Gothic"/>
              </a:rPr>
            </a:br>
            <a:r>
              <a:rPr lang="en-US" altLang="ko-KR" b="1" dirty="0">
                <a:solidFill>
                  <a:schemeClr val="bg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  <a:cs typeface="Malgun Gothic"/>
                <a:sym typeface="Malgun Gothic"/>
              </a:rPr>
              <a:t>(</a:t>
            </a:r>
            <a:r>
              <a:rPr lang="ko-KR" altLang="en-US" b="1" dirty="0">
                <a:solidFill>
                  <a:schemeClr val="bg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  <a:cs typeface="Malgun Gothic"/>
                <a:sym typeface="Malgun Gothic"/>
              </a:rPr>
              <a:t>검색 </a:t>
            </a:r>
            <a:r>
              <a:rPr lang="en-US" altLang="ko-KR" b="1" dirty="0">
                <a:solidFill>
                  <a:schemeClr val="bg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  <a:cs typeface="Malgun Gothic"/>
                <a:sym typeface="Malgun Gothic"/>
              </a:rPr>
              <a:t>/ </a:t>
            </a:r>
            <a:r>
              <a:rPr lang="ko-KR" altLang="en-US" b="1" dirty="0">
                <a:solidFill>
                  <a:schemeClr val="bg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  <a:cs typeface="Malgun Gothic"/>
                <a:sym typeface="Malgun Gothic"/>
              </a:rPr>
              <a:t>예약</a:t>
            </a:r>
            <a:r>
              <a:rPr lang="en-US" altLang="ko-KR" b="1" dirty="0">
                <a:solidFill>
                  <a:schemeClr val="bg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  <a:cs typeface="Malgun Gothic"/>
                <a:sym typeface="Malgun Gothic"/>
              </a:rPr>
              <a:t>)</a:t>
            </a:r>
            <a:endParaRPr lang="ko-KR" altLang="en-US" b="1" dirty="0">
              <a:solidFill>
                <a:schemeClr val="bg1">
                  <a:lumMod val="50000"/>
                </a:schemeClr>
              </a:solidFill>
              <a:latin typeface="나눔고딕" pitchFamily="50" charset="-127"/>
              <a:ea typeface="나눔고딕" pitchFamily="50" charset="-127"/>
              <a:cs typeface="Malgun Gothic"/>
              <a:sym typeface="Malgun Gothic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921F960B-AC08-46AC-9536-83F743A83D53}"/>
              </a:ext>
            </a:extLst>
          </p:cNvPr>
          <p:cNvSpPr txBox="1"/>
          <p:nvPr/>
        </p:nvSpPr>
        <p:spPr>
          <a:xfrm>
            <a:off x="9644412" y="2917033"/>
            <a:ext cx="23342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  <a:t>* </a:t>
            </a:r>
            <a:r>
              <a:rPr lang="ko-KR" altLang="en-US" sz="800" b="1" dirty="0"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  <a:t>국내선 편도의 경우 </a:t>
            </a:r>
            <a:r>
              <a:rPr lang="ko-KR" altLang="en-US" sz="800" b="1" dirty="0" err="1"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  <a:t>가는편만</a:t>
            </a:r>
            <a:r>
              <a:rPr lang="ko-KR" altLang="en-US" sz="800" b="1" dirty="0"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  <a:t> 출력</a:t>
            </a:r>
          </a:p>
        </p:txBody>
      </p:sp>
      <p:cxnSp>
        <p:nvCxnSpPr>
          <p:cNvPr id="119" name="직선 화살표 연결선 118">
            <a:extLst>
              <a:ext uri="{FF2B5EF4-FFF2-40B4-BE49-F238E27FC236}">
                <a16:creationId xmlns:a16="http://schemas.microsoft.com/office/drawing/2014/main" id="{B598CE7F-8E2B-494A-9F24-DBBD9B8F4689}"/>
              </a:ext>
            </a:extLst>
          </p:cNvPr>
          <p:cNvCxnSpPr>
            <a:cxnSpLocks/>
            <a:stCxn id="92" idx="2"/>
            <a:endCxn id="85" idx="0"/>
          </p:cNvCxnSpPr>
          <p:nvPr/>
        </p:nvCxnSpPr>
        <p:spPr>
          <a:xfrm flipH="1">
            <a:off x="6759955" y="4025001"/>
            <a:ext cx="2" cy="277032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" name="순서도: 처리 120">
            <a:extLst>
              <a:ext uri="{FF2B5EF4-FFF2-40B4-BE49-F238E27FC236}">
                <a16:creationId xmlns:a16="http://schemas.microsoft.com/office/drawing/2014/main" id="{FEB525B3-1C6D-4DD3-A46D-D104A43C12CD}"/>
              </a:ext>
            </a:extLst>
          </p:cNvPr>
          <p:cNvSpPr/>
          <p:nvPr/>
        </p:nvSpPr>
        <p:spPr>
          <a:xfrm>
            <a:off x="6213879" y="4828272"/>
            <a:ext cx="1092152" cy="288040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예약</a:t>
            </a:r>
            <a:r>
              <a:rPr lang="en-US" altLang="ko-KR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및 요청하기</a:t>
            </a:r>
          </a:p>
        </p:txBody>
      </p:sp>
      <p:cxnSp>
        <p:nvCxnSpPr>
          <p:cNvPr id="122" name="직선 화살표 연결선 121">
            <a:extLst>
              <a:ext uri="{FF2B5EF4-FFF2-40B4-BE49-F238E27FC236}">
                <a16:creationId xmlns:a16="http://schemas.microsoft.com/office/drawing/2014/main" id="{28C1A2B4-300C-41B9-8609-EC9D1FDF28EF}"/>
              </a:ext>
            </a:extLst>
          </p:cNvPr>
          <p:cNvCxnSpPr>
            <a:cxnSpLocks/>
            <a:stCxn id="85" idx="2"/>
            <a:endCxn id="121" idx="0"/>
          </p:cNvCxnSpPr>
          <p:nvPr/>
        </p:nvCxnSpPr>
        <p:spPr>
          <a:xfrm>
            <a:off x="6759955" y="4590073"/>
            <a:ext cx="0" cy="238199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직선 화살표 연결선 122">
            <a:extLst>
              <a:ext uri="{FF2B5EF4-FFF2-40B4-BE49-F238E27FC236}">
                <a16:creationId xmlns:a16="http://schemas.microsoft.com/office/drawing/2014/main" id="{CD94053B-02AA-4BEF-83AB-537F91CCE72C}"/>
              </a:ext>
            </a:extLst>
          </p:cNvPr>
          <p:cNvCxnSpPr>
            <a:cxnSpLocks/>
            <a:stCxn id="121" idx="3"/>
            <a:endCxn id="101" idx="1"/>
          </p:cNvCxnSpPr>
          <p:nvPr/>
        </p:nvCxnSpPr>
        <p:spPr>
          <a:xfrm>
            <a:off x="7306031" y="4972292"/>
            <a:ext cx="207999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직선 화살표 연결선 123">
            <a:extLst>
              <a:ext uri="{FF2B5EF4-FFF2-40B4-BE49-F238E27FC236}">
                <a16:creationId xmlns:a16="http://schemas.microsoft.com/office/drawing/2014/main" id="{DA7217D5-B235-4FB6-9825-C73586DC7549}"/>
              </a:ext>
            </a:extLst>
          </p:cNvPr>
          <p:cNvCxnSpPr>
            <a:cxnSpLocks/>
            <a:stCxn id="101" idx="2"/>
            <a:endCxn id="106" idx="0"/>
          </p:cNvCxnSpPr>
          <p:nvPr/>
        </p:nvCxnSpPr>
        <p:spPr>
          <a:xfrm flipH="1">
            <a:off x="8056583" y="5116312"/>
            <a:ext cx="3523" cy="489219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TextBox 126">
            <a:extLst>
              <a:ext uri="{FF2B5EF4-FFF2-40B4-BE49-F238E27FC236}">
                <a16:creationId xmlns:a16="http://schemas.microsoft.com/office/drawing/2014/main" id="{4C1B76AF-43D4-4F0F-BC30-416CE6877263}"/>
              </a:ext>
            </a:extLst>
          </p:cNvPr>
          <p:cNvSpPr txBox="1"/>
          <p:nvPr/>
        </p:nvSpPr>
        <p:spPr>
          <a:xfrm>
            <a:off x="8622494" y="4849404"/>
            <a:ext cx="23342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 err="1"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  <a:t>전담팀</a:t>
            </a:r>
            <a:r>
              <a:rPr lang="ko-KR" altLang="en-US" sz="800" b="1" dirty="0"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en-US" altLang="ko-KR" sz="800" b="1" dirty="0"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  <a:t>/ </a:t>
            </a:r>
            <a:r>
              <a:rPr lang="ko-KR" altLang="en-US" sz="800" b="1" dirty="0"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  <a:t>영업팀 메일 발송</a:t>
            </a:r>
          </a:p>
        </p:txBody>
      </p:sp>
      <p:sp>
        <p:nvSpPr>
          <p:cNvPr id="78" name="순서도: 판단 77">
            <a:extLst>
              <a:ext uri="{FF2B5EF4-FFF2-40B4-BE49-F238E27FC236}">
                <a16:creationId xmlns:a16="http://schemas.microsoft.com/office/drawing/2014/main" id="{EC9F99F0-E390-490F-BB74-2A40AC0BE067}"/>
              </a:ext>
            </a:extLst>
          </p:cNvPr>
          <p:cNvSpPr/>
          <p:nvPr/>
        </p:nvSpPr>
        <p:spPr>
          <a:xfrm>
            <a:off x="6193588" y="412493"/>
            <a:ext cx="1092152" cy="396618"/>
          </a:xfrm>
          <a:prstGeom prst="flowChartDecision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출장자 추가</a:t>
            </a:r>
            <a:endParaRPr lang="en-US" altLang="ko-KR" sz="800" dirty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136" name="직선 화살표 연결선 135">
            <a:extLst>
              <a:ext uri="{FF2B5EF4-FFF2-40B4-BE49-F238E27FC236}">
                <a16:creationId xmlns:a16="http://schemas.microsoft.com/office/drawing/2014/main" id="{1054CED1-F708-415B-9328-65B471ACCA41}"/>
              </a:ext>
            </a:extLst>
          </p:cNvPr>
          <p:cNvCxnSpPr>
            <a:cxnSpLocks/>
          </p:cNvCxnSpPr>
          <p:nvPr/>
        </p:nvCxnSpPr>
        <p:spPr>
          <a:xfrm>
            <a:off x="7939756" y="1606444"/>
            <a:ext cx="207999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직선 화살표 연결선 137">
            <a:extLst>
              <a:ext uri="{FF2B5EF4-FFF2-40B4-BE49-F238E27FC236}">
                <a16:creationId xmlns:a16="http://schemas.microsoft.com/office/drawing/2014/main" id="{48D863B9-A56E-423C-9A3A-21C7062B34C5}"/>
              </a:ext>
            </a:extLst>
          </p:cNvPr>
          <p:cNvCxnSpPr>
            <a:cxnSpLocks/>
          </p:cNvCxnSpPr>
          <p:nvPr/>
        </p:nvCxnSpPr>
        <p:spPr>
          <a:xfrm>
            <a:off x="6005732" y="603515"/>
            <a:ext cx="207999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순서도: 처리 139">
            <a:extLst>
              <a:ext uri="{FF2B5EF4-FFF2-40B4-BE49-F238E27FC236}">
                <a16:creationId xmlns:a16="http://schemas.microsoft.com/office/drawing/2014/main" id="{516FBA76-42AD-4E77-943C-8EC297E2F2EA}"/>
              </a:ext>
            </a:extLst>
          </p:cNvPr>
          <p:cNvSpPr/>
          <p:nvPr/>
        </p:nvSpPr>
        <p:spPr>
          <a:xfrm>
            <a:off x="4906112" y="1162191"/>
            <a:ext cx="1092152" cy="288040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출장자 추가 입력</a:t>
            </a:r>
          </a:p>
        </p:txBody>
      </p:sp>
      <p:cxnSp>
        <p:nvCxnSpPr>
          <p:cNvPr id="141" name="직선 화살표 연결선 140">
            <a:extLst>
              <a:ext uri="{FF2B5EF4-FFF2-40B4-BE49-F238E27FC236}">
                <a16:creationId xmlns:a16="http://schemas.microsoft.com/office/drawing/2014/main" id="{B187E362-F970-457E-B1BC-3CAF8D313114}"/>
              </a:ext>
            </a:extLst>
          </p:cNvPr>
          <p:cNvCxnSpPr>
            <a:cxnSpLocks/>
          </p:cNvCxnSpPr>
          <p:nvPr/>
        </p:nvCxnSpPr>
        <p:spPr>
          <a:xfrm>
            <a:off x="6015780" y="1323346"/>
            <a:ext cx="207999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직선 화살표 연결선 95">
            <a:extLst>
              <a:ext uri="{FF2B5EF4-FFF2-40B4-BE49-F238E27FC236}">
                <a16:creationId xmlns:a16="http://schemas.microsoft.com/office/drawing/2014/main" id="{335E8024-614D-4BC4-B425-D80A8C982C79}"/>
              </a:ext>
            </a:extLst>
          </p:cNvPr>
          <p:cNvCxnSpPr>
            <a:cxnSpLocks/>
            <a:stCxn id="78" idx="2"/>
            <a:endCxn id="140" idx="0"/>
          </p:cNvCxnSpPr>
          <p:nvPr/>
        </p:nvCxnSpPr>
        <p:spPr>
          <a:xfrm rot="5400000">
            <a:off x="5919386" y="341913"/>
            <a:ext cx="353080" cy="1287476"/>
          </a:xfrm>
          <a:prstGeom prst="bentConnector3">
            <a:avLst>
              <a:gd name="adj1" fmla="val 3812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6" name="TextBox 145">
            <a:extLst>
              <a:ext uri="{FF2B5EF4-FFF2-40B4-BE49-F238E27FC236}">
                <a16:creationId xmlns:a16="http://schemas.microsoft.com/office/drawing/2014/main" id="{43E32606-996A-4C2B-BA2D-0B69A698ADF5}"/>
              </a:ext>
            </a:extLst>
          </p:cNvPr>
          <p:cNvSpPr txBox="1"/>
          <p:nvPr/>
        </p:nvSpPr>
        <p:spPr>
          <a:xfrm>
            <a:off x="7275585" y="575868"/>
            <a:ext cx="70076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latin typeface="나눔고딕" pitchFamily="50" charset="-127"/>
                <a:ea typeface="나눔고딕" pitchFamily="50" charset="-127"/>
              </a:rPr>
              <a:t>N</a:t>
            </a:r>
            <a:endParaRPr lang="ko-KR" altLang="en-US" sz="800" dirty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6A11BA39-10CE-4A6F-B90D-2F0C327BA4F4}"/>
              </a:ext>
            </a:extLst>
          </p:cNvPr>
          <p:cNvSpPr txBox="1"/>
          <p:nvPr/>
        </p:nvSpPr>
        <p:spPr>
          <a:xfrm>
            <a:off x="6362293" y="710234"/>
            <a:ext cx="6605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latin typeface="나눔고딕" pitchFamily="50" charset="-127"/>
                <a:ea typeface="나눔고딕" pitchFamily="50" charset="-127"/>
              </a:rPr>
              <a:t>Y</a:t>
            </a:r>
            <a:endParaRPr lang="ko-KR" altLang="en-US" sz="800" dirty="0"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148" name="직선 화살표 연결선 95">
            <a:extLst>
              <a:ext uri="{FF2B5EF4-FFF2-40B4-BE49-F238E27FC236}">
                <a16:creationId xmlns:a16="http://schemas.microsoft.com/office/drawing/2014/main" id="{2F20521C-ED9C-45FC-82EB-3FF7BD7D96EA}"/>
              </a:ext>
            </a:extLst>
          </p:cNvPr>
          <p:cNvCxnSpPr>
            <a:cxnSpLocks/>
            <a:stCxn id="78" idx="3"/>
            <a:endCxn id="41" idx="0"/>
          </p:cNvCxnSpPr>
          <p:nvPr/>
        </p:nvCxnSpPr>
        <p:spPr>
          <a:xfrm flipH="1">
            <a:off x="6759957" y="610802"/>
            <a:ext cx="525783" cy="551389"/>
          </a:xfrm>
          <a:prstGeom prst="bentConnector4">
            <a:avLst>
              <a:gd name="adj1" fmla="val -43478"/>
              <a:gd name="adj2" fmla="val 67983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TextBox 161">
            <a:extLst>
              <a:ext uri="{FF2B5EF4-FFF2-40B4-BE49-F238E27FC236}">
                <a16:creationId xmlns:a16="http://schemas.microsoft.com/office/drawing/2014/main" id="{2CD0C739-0B84-4EE6-8CCF-8E17089E1AFD}"/>
              </a:ext>
            </a:extLst>
          </p:cNvPr>
          <p:cNvSpPr txBox="1"/>
          <p:nvPr/>
        </p:nvSpPr>
        <p:spPr>
          <a:xfrm>
            <a:off x="5616467" y="2865728"/>
            <a:ext cx="23342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  <a:t>* </a:t>
            </a:r>
            <a:r>
              <a:rPr lang="ko-KR" altLang="en-US" sz="800" b="1" dirty="0"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  <a:t>국제선만 출장 규정 사용 </a:t>
            </a:r>
            <a:r>
              <a:rPr lang="en-US" altLang="ko-KR" sz="800" b="1" dirty="0"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  <a:t>(</a:t>
            </a:r>
            <a:r>
              <a:rPr lang="ko-KR" altLang="en-US" sz="800" b="1" dirty="0"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  <a:t>준수</a:t>
            </a:r>
            <a:r>
              <a:rPr lang="en-US" altLang="ko-KR" sz="800" b="1" dirty="0"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800" b="1" dirty="0" err="1"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  <a:t>미준수</a:t>
            </a:r>
            <a:r>
              <a:rPr lang="en-US" altLang="ko-KR" sz="800" b="1" dirty="0"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  <a:t>)</a:t>
            </a:r>
            <a:endParaRPr lang="ko-KR" altLang="en-US" sz="800" b="1" dirty="0">
              <a:solidFill>
                <a:srgbClr val="FF0000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87" name="직선 화살표 연결선 95">
            <a:extLst>
              <a:ext uri="{FF2B5EF4-FFF2-40B4-BE49-F238E27FC236}">
                <a16:creationId xmlns:a16="http://schemas.microsoft.com/office/drawing/2014/main" id="{38D95486-E432-411C-8033-27BF4400815C}"/>
              </a:ext>
            </a:extLst>
          </p:cNvPr>
          <p:cNvCxnSpPr>
            <a:cxnSpLocks/>
            <a:stCxn id="86" idx="2"/>
            <a:endCxn id="121" idx="0"/>
          </p:cNvCxnSpPr>
          <p:nvPr/>
        </p:nvCxnSpPr>
        <p:spPr>
          <a:xfrm rot="5400000">
            <a:off x="7289236" y="4057402"/>
            <a:ext cx="241589" cy="1300150"/>
          </a:xfrm>
          <a:prstGeom prst="bentConnector3">
            <a:avLst>
              <a:gd name="adj1" fmla="val 50000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409CCC7A-36F8-44EC-B8EB-ADB0A0EC7CBA}"/>
              </a:ext>
            </a:extLst>
          </p:cNvPr>
          <p:cNvSpPr txBox="1"/>
          <p:nvPr/>
        </p:nvSpPr>
        <p:spPr>
          <a:xfrm>
            <a:off x="7201504" y="5974376"/>
            <a:ext cx="51762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  <a:t>* </a:t>
            </a:r>
            <a:r>
              <a:rPr lang="ko-KR" altLang="en-US" sz="800" b="1" dirty="0" err="1"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  <a:t>전담팀</a:t>
            </a:r>
            <a:r>
              <a:rPr lang="ko-KR" altLang="en-US" sz="800" b="1" dirty="0"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  <a:t> 요청의 경우 영업팀에서 해당 예약을 만들고 고객정보를 </a:t>
            </a:r>
            <a:r>
              <a:rPr lang="ko-KR" altLang="en-US" sz="800" b="1" dirty="0" err="1"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  <a:t>맵핑하지</a:t>
            </a:r>
            <a:r>
              <a:rPr lang="ko-KR" altLang="en-US" sz="800" b="1" dirty="0"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  <a:t> 않으면 예약내역에서 확인 불가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1" name="Google Shape;2131;p58"/>
          <p:cNvSpPr txBox="1"/>
          <p:nvPr/>
        </p:nvSpPr>
        <p:spPr>
          <a:xfrm>
            <a:off x="8856134" y="106304"/>
            <a:ext cx="2785005" cy="582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lang="en-US" altLang="ko-KR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ko-KR" sz="14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. 별첨</a:t>
            </a:r>
            <a:endParaRPr sz="1400" b="1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" name="직선 연결선 38"/>
          <p:cNvCxnSpPr/>
          <p:nvPr/>
        </p:nvCxnSpPr>
        <p:spPr>
          <a:xfrm>
            <a:off x="3830965" y="5009645"/>
            <a:ext cx="794964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순서도: 수행의 시작/종료 39"/>
          <p:cNvSpPr/>
          <p:nvPr/>
        </p:nvSpPr>
        <p:spPr>
          <a:xfrm>
            <a:off x="4890416" y="833035"/>
            <a:ext cx="1092152" cy="288040"/>
          </a:xfrm>
          <a:prstGeom prst="flowChartTerminator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Start </a:t>
            </a:r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로그인</a:t>
            </a:r>
          </a:p>
        </p:txBody>
      </p:sp>
      <p:sp>
        <p:nvSpPr>
          <p:cNvPr id="52" name="순서도: 처리 51"/>
          <p:cNvSpPr/>
          <p:nvPr/>
        </p:nvSpPr>
        <p:spPr>
          <a:xfrm>
            <a:off x="6467912" y="833035"/>
            <a:ext cx="1092152" cy="288040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출장자 정보 입력</a:t>
            </a:r>
          </a:p>
        </p:txBody>
      </p:sp>
      <p:cxnSp>
        <p:nvCxnSpPr>
          <p:cNvPr id="69" name="직선 화살표 연결선 68"/>
          <p:cNvCxnSpPr>
            <a:cxnSpLocks/>
            <a:stCxn id="52" idx="2"/>
            <a:endCxn id="79" idx="0"/>
          </p:cNvCxnSpPr>
          <p:nvPr/>
        </p:nvCxnSpPr>
        <p:spPr>
          <a:xfrm>
            <a:off x="7013988" y="1121075"/>
            <a:ext cx="0" cy="257912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화살표 연결선 73"/>
          <p:cNvCxnSpPr>
            <a:cxnSpLocks/>
            <a:stCxn id="79" idx="2"/>
            <a:endCxn id="102" idx="0"/>
          </p:cNvCxnSpPr>
          <p:nvPr/>
        </p:nvCxnSpPr>
        <p:spPr>
          <a:xfrm>
            <a:off x="7013988" y="1667027"/>
            <a:ext cx="2726" cy="237971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직사각형 102"/>
          <p:cNvSpPr/>
          <p:nvPr/>
        </p:nvSpPr>
        <p:spPr>
          <a:xfrm>
            <a:off x="3779407" y="5022244"/>
            <a:ext cx="764799" cy="1216527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예약내역</a:t>
            </a:r>
          </a:p>
        </p:txBody>
      </p:sp>
      <p:sp>
        <p:nvSpPr>
          <p:cNvPr id="104" name="순서도: 수행의 시작/종료 103"/>
          <p:cNvSpPr/>
          <p:nvPr/>
        </p:nvSpPr>
        <p:spPr>
          <a:xfrm>
            <a:off x="4922119" y="5448885"/>
            <a:ext cx="1092152" cy="288040"/>
          </a:xfrm>
          <a:prstGeom prst="flowChartTerminator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Start</a:t>
            </a:r>
            <a:endParaRPr lang="ko-KR" altLang="en-US" sz="80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05" name="순서도: 처리 104"/>
          <p:cNvSpPr/>
          <p:nvPr/>
        </p:nvSpPr>
        <p:spPr>
          <a:xfrm>
            <a:off x="6222268" y="5448885"/>
            <a:ext cx="1092152" cy="288040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항공권 예약 </a:t>
            </a:r>
            <a:r>
              <a:rPr lang="en-US" altLang="ko-KR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/ </a:t>
            </a:r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결제</a:t>
            </a:r>
            <a:r>
              <a:rPr lang="en-US" altLang="ko-KR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내역 검색 조회</a:t>
            </a:r>
            <a:endParaRPr lang="en-US" altLang="ko-KR" sz="800" dirty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06" name="순서도: 처리 105"/>
          <p:cNvSpPr/>
          <p:nvPr/>
        </p:nvSpPr>
        <p:spPr>
          <a:xfrm>
            <a:off x="7510507" y="5448885"/>
            <a:ext cx="1092152" cy="288040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항공권 </a:t>
            </a:r>
            <a:endParaRPr lang="en-US" altLang="ko-KR" sz="800" dirty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  <a:p>
            <a:pPr algn="ctr"/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예약 내역 리스트</a:t>
            </a:r>
          </a:p>
        </p:txBody>
      </p:sp>
      <p:cxnSp>
        <p:nvCxnSpPr>
          <p:cNvPr id="108" name="직선 화살표 연결선 107"/>
          <p:cNvCxnSpPr>
            <a:stCxn id="105" idx="3"/>
            <a:endCxn id="106" idx="1"/>
          </p:cNvCxnSpPr>
          <p:nvPr/>
        </p:nvCxnSpPr>
        <p:spPr>
          <a:xfrm>
            <a:off x="7314420" y="5592905"/>
            <a:ext cx="196087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직선 화살표 연결선 108"/>
          <p:cNvCxnSpPr>
            <a:stCxn id="104" idx="3"/>
            <a:endCxn id="105" idx="1"/>
          </p:cNvCxnSpPr>
          <p:nvPr/>
        </p:nvCxnSpPr>
        <p:spPr>
          <a:xfrm>
            <a:off x="6014270" y="5592905"/>
            <a:ext cx="207999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순서도: 수행의 시작/종료 109"/>
          <p:cNvSpPr/>
          <p:nvPr/>
        </p:nvSpPr>
        <p:spPr>
          <a:xfrm>
            <a:off x="8810659" y="5448885"/>
            <a:ext cx="1092152" cy="288040"/>
          </a:xfrm>
          <a:prstGeom prst="flowChartTerminator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End</a:t>
            </a:r>
            <a:endParaRPr lang="ko-KR" altLang="en-US" sz="800" dirty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111" name="직선 화살표 연결선 110"/>
          <p:cNvCxnSpPr>
            <a:stCxn id="106" idx="3"/>
            <a:endCxn id="110" idx="1"/>
          </p:cNvCxnSpPr>
          <p:nvPr/>
        </p:nvCxnSpPr>
        <p:spPr>
          <a:xfrm>
            <a:off x="8602659" y="5592905"/>
            <a:ext cx="208000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직선 연결선 112"/>
          <p:cNvCxnSpPr/>
          <p:nvPr/>
        </p:nvCxnSpPr>
        <p:spPr>
          <a:xfrm>
            <a:off x="3773039" y="715715"/>
            <a:ext cx="794964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직사각형 113"/>
          <p:cNvSpPr/>
          <p:nvPr/>
        </p:nvSpPr>
        <p:spPr>
          <a:xfrm>
            <a:off x="3779408" y="715715"/>
            <a:ext cx="768107" cy="4300846"/>
          </a:xfrm>
          <a:prstGeom prst="rect">
            <a:avLst/>
          </a:prstGeom>
          <a:noFill/>
          <a:ln w="952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FRONT</a:t>
            </a:r>
            <a:br>
              <a:rPr lang="en-US" altLang="ko-KR" sz="800" b="1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</a:br>
            <a:r>
              <a:rPr lang="en-US" altLang="ko-KR" sz="800" b="1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(</a:t>
            </a:r>
            <a:r>
              <a:rPr lang="ko-KR" altLang="en-US" sz="800" b="1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요청</a:t>
            </a:r>
            <a:r>
              <a:rPr lang="en-US" altLang="ko-KR" sz="800" b="1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)</a:t>
            </a:r>
            <a:endParaRPr lang="ko-KR" altLang="en-US" sz="800" b="1" dirty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115" name="직선 연결선 114"/>
          <p:cNvCxnSpPr/>
          <p:nvPr/>
        </p:nvCxnSpPr>
        <p:spPr>
          <a:xfrm>
            <a:off x="3773039" y="6231854"/>
            <a:ext cx="794964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모서리가 둥근 직사각형 116"/>
          <p:cNvSpPr/>
          <p:nvPr/>
        </p:nvSpPr>
        <p:spPr>
          <a:xfrm>
            <a:off x="469317" y="632078"/>
            <a:ext cx="3293132" cy="689953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/>
            <a:r>
              <a:rPr lang="en-US" altLang="ko-KR" b="1" dirty="0">
                <a:solidFill>
                  <a:schemeClr val="bg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  <a:cs typeface="Malgun Gothic"/>
                <a:sym typeface="Malgun Gothic"/>
              </a:rPr>
              <a:t>BMTS </a:t>
            </a:r>
            <a:r>
              <a:rPr lang="ko-KR" altLang="en-US" b="1" dirty="0">
                <a:solidFill>
                  <a:schemeClr val="bg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  <a:cs typeface="Malgun Gothic"/>
                <a:sym typeface="Malgun Gothic"/>
              </a:rPr>
              <a:t>항공권 프로세스</a:t>
            </a:r>
            <a:br>
              <a:rPr lang="en-US" altLang="ko-KR" b="1" dirty="0">
                <a:solidFill>
                  <a:schemeClr val="bg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  <a:cs typeface="Malgun Gothic"/>
                <a:sym typeface="Malgun Gothic"/>
              </a:rPr>
            </a:br>
            <a:r>
              <a:rPr lang="en-US" altLang="ko-KR" b="1" dirty="0">
                <a:solidFill>
                  <a:schemeClr val="bg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  <a:cs typeface="Malgun Gothic"/>
                <a:sym typeface="Malgun Gothic"/>
              </a:rPr>
              <a:t>(</a:t>
            </a:r>
            <a:r>
              <a:rPr lang="ko-KR" altLang="en-US" b="1" dirty="0">
                <a:solidFill>
                  <a:schemeClr val="bg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  <a:cs typeface="Malgun Gothic"/>
                <a:sym typeface="Malgun Gothic"/>
              </a:rPr>
              <a:t>요청 예약</a:t>
            </a:r>
            <a:r>
              <a:rPr lang="en-US" altLang="ko-KR" b="1" dirty="0">
                <a:solidFill>
                  <a:schemeClr val="bg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  <a:cs typeface="Malgun Gothic"/>
                <a:sym typeface="Malgun Gothic"/>
              </a:rPr>
              <a:t>)</a:t>
            </a:r>
            <a:endParaRPr lang="ko-KR" altLang="en-US" b="1" dirty="0">
              <a:solidFill>
                <a:schemeClr val="bg1">
                  <a:lumMod val="50000"/>
                </a:schemeClr>
              </a:solidFill>
              <a:latin typeface="나눔고딕" pitchFamily="50" charset="-127"/>
              <a:ea typeface="나눔고딕" pitchFamily="50" charset="-127"/>
              <a:cs typeface="Malgun Gothic"/>
              <a:sym typeface="Malgun Gothic"/>
            </a:endParaRPr>
          </a:p>
        </p:txBody>
      </p:sp>
      <p:cxnSp>
        <p:nvCxnSpPr>
          <p:cNvPr id="124" name="직선 화살표 연결선 123">
            <a:extLst>
              <a:ext uri="{FF2B5EF4-FFF2-40B4-BE49-F238E27FC236}">
                <a16:creationId xmlns:a16="http://schemas.microsoft.com/office/drawing/2014/main" id="{DA7217D5-B235-4FB6-9825-C73586DC7549}"/>
              </a:ext>
            </a:extLst>
          </p:cNvPr>
          <p:cNvCxnSpPr>
            <a:cxnSpLocks/>
            <a:stCxn id="143" idx="2"/>
            <a:endCxn id="154" idx="0"/>
          </p:cNvCxnSpPr>
          <p:nvPr/>
        </p:nvCxnSpPr>
        <p:spPr>
          <a:xfrm flipH="1">
            <a:off x="7013208" y="4027339"/>
            <a:ext cx="780" cy="194696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87384F27-B469-452F-B23F-D06ACAEA11E3}"/>
              </a:ext>
            </a:extLst>
          </p:cNvPr>
          <p:cNvCxnSpPr>
            <a:cxnSpLocks/>
            <a:stCxn id="40" idx="3"/>
          </p:cNvCxnSpPr>
          <p:nvPr/>
        </p:nvCxnSpPr>
        <p:spPr>
          <a:xfrm>
            <a:off x="5982568" y="977055"/>
            <a:ext cx="485344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순서도: 처리 78">
            <a:extLst>
              <a:ext uri="{FF2B5EF4-FFF2-40B4-BE49-F238E27FC236}">
                <a16:creationId xmlns:a16="http://schemas.microsoft.com/office/drawing/2014/main" id="{132D1B95-0D8F-4AE1-94B4-8283C6689BBF}"/>
              </a:ext>
            </a:extLst>
          </p:cNvPr>
          <p:cNvSpPr/>
          <p:nvPr/>
        </p:nvSpPr>
        <p:spPr>
          <a:xfrm>
            <a:off x="6467912" y="1378987"/>
            <a:ext cx="1092152" cy="288040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좌석등급 입력</a:t>
            </a:r>
          </a:p>
        </p:txBody>
      </p:sp>
      <p:sp>
        <p:nvSpPr>
          <p:cNvPr id="95" name="순서도: 처리 94">
            <a:extLst>
              <a:ext uri="{FF2B5EF4-FFF2-40B4-BE49-F238E27FC236}">
                <a16:creationId xmlns:a16="http://schemas.microsoft.com/office/drawing/2014/main" id="{8726B5EF-CF8C-4195-9244-0E5C8A4A7B1C}"/>
              </a:ext>
            </a:extLst>
          </p:cNvPr>
          <p:cNvSpPr/>
          <p:nvPr/>
        </p:nvSpPr>
        <p:spPr>
          <a:xfrm>
            <a:off x="8264583" y="2566051"/>
            <a:ext cx="1092152" cy="288040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출장자 추가 입력</a:t>
            </a:r>
          </a:p>
        </p:txBody>
      </p:sp>
      <p:sp>
        <p:nvSpPr>
          <p:cNvPr id="97" name="순서도: 처리 96">
            <a:extLst>
              <a:ext uri="{FF2B5EF4-FFF2-40B4-BE49-F238E27FC236}">
                <a16:creationId xmlns:a16="http://schemas.microsoft.com/office/drawing/2014/main" id="{7AF34652-A72B-4E8A-9A62-F62F62431341}"/>
              </a:ext>
            </a:extLst>
          </p:cNvPr>
          <p:cNvSpPr/>
          <p:nvPr/>
        </p:nvSpPr>
        <p:spPr>
          <a:xfrm>
            <a:off x="6467912" y="2565134"/>
            <a:ext cx="1092152" cy="288040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출발일</a:t>
            </a:r>
            <a:r>
              <a:rPr lang="en-US" altLang="ko-KR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/ </a:t>
            </a:r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출발시간 등 여정 입력</a:t>
            </a:r>
          </a:p>
        </p:txBody>
      </p:sp>
      <p:sp>
        <p:nvSpPr>
          <p:cNvPr id="102" name="순서도: 판단 101">
            <a:extLst>
              <a:ext uri="{FF2B5EF4-FFF2-40B4-BE49-F238E27FC236}">
                <a16:creationId xmlns:a16="http://schemas.microsoft.com/office/drawing/2014/main" id="{C01E2141-8292-4CF5-B518-BBF9C3760717}"/>
              </a:ext>
            </a:extLst>
          </p:cNvPr>
          <p:cNvSpPr/>
          <p:nvPr/>
        </p:nvSpPr>
        <p:spPr>
          <a:xfrm>
            <a:off x="6470638" y="1904998"/>
            <a:ext cx="1092152" cy="396618"/>
          </a:xfrm>
          <a:prstGeom prst="flowChartDecision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출장자 추가</a:t>
            </a:r>
            <a:endParaRPr lang="en-US" altLang="ko-KR" sz="800" dirty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321D81DA-9CCA-4F98-92B1-87C3001EACE7}"/>
              </a:ext>
            </a:extLst>
          </p:cNvPr>
          <p:cNvSpPr txBox="1"/>
          <p:nvPr/>
        </p:nvSpPr>
        <p:spPr>
          <a:xfrm>
            <a:off x="7513350" y="1903610"/>
            <a:ext cx="24237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latin typeface="나눔고딕" pitchFamily="50" charset="-127"/>
                <a:ea typeface="나눔고딕" pitchFamily="50" charset="-127"/>
              </a:rPr>
              <a:t>Y</a:t>
            </a:r>
            <a:endParaRPr lang="ko-KR" altLang="en-US" sz="800" dirty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69E447C6-AAC2-48E7-8A5F-F1A78E3239CC}"/>
              </a:ext>
            </a:extLst>
          </p:cNvPr>
          <p:cNvSpPr txBox="1"/>
          <p:nvPr/>
        </p:nvSpPr>
        <p:spPr>
          <a:xfrm>
            <a:off x="7022490" y="2279694"/>
            <a:ext cx="20882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latin typeface="나눔고딕" pitchFamily="50" charset="-127"/>
                <a:ea typeface="나눔고딕" pitchFamily="50" charset="-127"/>
              </a:rPr>
              <a:t>N</a:t>
            </a:r>
            <a:endParaRPr lang="ko-KR" altLang="en-US" sz="800" dirty="0"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116" name="직선 화살표 연결선 115">
            <a:extLst>
              <a:ext uri="{FF2B5EF4-FFF2-40B4-BE49-F238E27FC236}">
                <a16:creationId xmlns:a16="http://schemas.microsoft.com/office/drawing/2014/main" id="{80E0214F-7C50-4149-87F1-8DE6448FB24C}"/>
              </a:ext>
            </a:extLst>
          </p:cNvPr>
          <p:cNvCxnSpPr>
            <a:cxnSpLocks/>
            <a:stCxn id="97" idx="2"/>
            <a:endCxn id="134" idx="0"/>
          </p:cNvCxnSpPr>
          <p:nvPr/>
        </p:nvCxnSpPr>
        <p:spPr>
          <a:xfrm>
            <a:off x="7013988" y="2853174"/>
            <a:ext cx="0" cy="310045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직선 화살표 연결선 119">
            <a:extLst>
              <a:ext uri="{FF2B5EF4-FFF2-40B4-BE49-F238E27FC236}">
                <a16:creationId xmlns:a16="http://schemas.microsoft.com/office/drawing/2014/main" id="{2D578A3E-0DDB-44E4-9898-71CFAB66D6F8}"/>
              </a:ext>
            </a:extLst>
          </p:cNvPr>
          <p:cNvCxnSpPr>
            <a:cxnSpLocks/>
            <a:stCxn id="102" idx="2"/>
            <a:endCxn id="97" idx="0"/>
          </p:cNvCxnSpPr>
          <p:nvPr/>
        </p:nvCxnSpPr>
        <p:spPr>
          <a:xfrm flipH="1">
            <a:off x="7013988" y="2301616"/>
            <a:ext cx="2726" cy="263518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화살표 연결선 95">
            <a:extLst>
              <a:ext uri="{FF2B5EF4-FFF2-40B4-BE49-F238E27FC236}">
                <a16:creationId xmlns:a16="http://schemas.microsoft.com/office/drawing/2014/main" id="{833C101B-57A9-4BD7-B037-06D4C492C354}"/>
              </a:ext>
            </a:extLst>
          </p:cNvPr>
          <p:cNvCxnSpPr>
            <a:cxnSpLocks/>
            <a:stCxn id="102" idx="3"/>
            <a:endCxn id="95" idx="0"/>
          </p:cNvCxnSpPr>
          <p:nvPr/>
        </p:nvCxnSpPr>
        <p:spPr>
          <a:xfrm>
            <a:off x="7562790" y="2103307"/>
            <a:ext cx="1247869" cy="462744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순서도: 판단 133">
            <a:extLst>
              <a:ext uri="{FF2B5EF4-FFF2-40B4-BE49-F238E27FC236}">
                <a16:creationId xmlns:a16="http://schemas.microsoft.com/office/drawing/2014/main" id="{7C76AADC-B614-4817-B2B3-F0C6F4ADB7B3}"/>
              </a:ext>
            </a:extLst>
          </p:cNvPr>
          <p:cNvSpPr/>
          <p:nvPr/>
        </p:nvSpPr>
        <p:spPr>
          <a:xfrm>
            <a:off x="6467912" y="3163219"/>
            <a:ext cx="1092152" cy="396618"/>
          </a:xfrm>
          <a:prstGeom prst="flowChartDecision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여정</a:t>
            </a:r>
            <a:br>
              <a:rPr lang="en-US" altLang="ko-KR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</a:br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추가</a:t>
            </a:r>
            <a:endParaRPr lang="en-US" altLang="ko-KR" sz="800" dirty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5E509A24-B18F-453D-87DE-289612255754}"/>
              </a:ext>
            </a:extLst>
          </p:cNvPr>
          <p:cNvSpPr txBox="1"/>
          <p:nvPr/>
        </p:nvSpPr>
        <p:spPr>
          <a:xfrm>
            <a:off x="7510624" y="3158791"/>
            <a:ext cx="24237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latin typeface="나눔고딕" pitchFamily="50" charset="-127"/>
                <a:ea typeface="나눔고딕" pitchFamily="50" charset="-127"/>
              </a:rPr>
              <a:t>Y</a:t>
            </a:r>
            <a:endParaRPr lang="ko-KR" altLang="en-US" sz="800" dirty="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87DBE2FB-00AD-4A5C-8CEE-69B2FD2A004C}"/>
              </a:ext>
            </a:extLst>
          </p:cNvPr>
          <p:cNvSpPr txBox="1"/>
          <p:nvPr/>
        </p:nvSpPr>
        <p:spPr>
          <a:xfrm>
            <a:off x="7019764" y="3534875"/>
            <a:ext cx="20882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latin typeface="나눔고딕" pitchFamily="50" charset="-127"/>
                <a:ea typeface="나눔고딕" pitchFamily="50" charset="-127"/>
              </a:rPr>
              <a:t>N</a:t>
            </a:r>
            <a:endParaRPr lang="ko-KR" altLang="en-US" sz="800" dirty="0"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139" name="직선 화살표 연결선 138">
            <a:extLst>
              <a:ext uri="{FF2B5EF4-FFF2-40B4-BE49-F238E27FC236}">
                <a16:creationId xmlns:a16="http://schemas.microsoft.com/office/drawing/2014/main" id="{E63B41FF-D736-4521-BCAD-619F6B8B504B}"/>
              </a:ext>
            </a:extLst>
          </p:cNvPr>
          <p:cNvCxnSpPr>
            <a:cxnSpLocks/>
            <a:stCxn id="134" idx="2"/>
            <a:endCxn id="143" idx="0"/>
          </p:cNvCxnSpPr>
          <p:nvPr/>
        </p:nvCxnSpPr>
        <p:spPr>
          <a:xfrm>
            <a:off x="7013988" y="3559837"/>
            <a:ext cx="0" cy="179462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직선 화살표 연결선 95">
            <a:extLst>
              <a:ext uri="{FF2B5EF4-FFF2-40B4-BE49-F238E27FC236}">
                <a16:creationId xmlns:a16="http://schemas.microsoft.com/office/drawing/2014/main" id="{95D889F4-4322-4A31-8A7D-95F5BA9DB5E8}"/>
              </a:ext>
            </a:extLst>
          </p:cNvPr>
          <p:cNvCxnSpPr>
            <a:cxnSpLocks/>
          </p:cNvCxnSpPr>
          <p:nvPr/>
        </p:nvCxnSpPr>
        <p:spPr>
          <a:xfrm>
            <a:off x="7560064" y="3358488"/>
            <a:ext cx="1247869" cy="462744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순서도: 처리 142">
            <a:extLst>
              <a:ext uri="{FF2B5EF4-FFF2-40B4-BE49-F238E27FC236}">
                <a16:creationId xmlns:a16="http://schemas.microsoft.com/office/drawing/2014/main" id="{73457A79-1FD5-491C-B7AE-D3DBEACDFB42}"/>
              </a:ext>
            </a:extLst>
          </p:cNvPr>
          <p:cNvSpPr/>
          <p:nvPr/>
        </p:nvSpPr>
        <p:spPr>
          <a:xfrm>
            <a:off x="6467912" y="3739299"/>
            <a:ext cx="1092152" cy="288040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요청사항 입력</a:t>
            </a:r>
          </a:p>
        </p:txBody>
      </p:sp>
      <p:sp>
        <p:nvSpPr>
          <p:cNvPr id="144" name="순서도: 처리 143">
            <a:extLst>
              <a:ext uri="{FF2B5EF4-FFF2-40B4-BE49-F238E27FC236}">
                <a16:creationId xmlns:a16="http://schemas.microsoft.com/office/drawing/2014/main" id="{697EDE86-251B-4EAE-8B3A-B2E579EEBC28}"/>
              </a:ext>
            </a:extLst>
          </p:cNvPr>
          <p:cNvSpPr/>
          <p:nvPr/>
        </p:nvSpPr>
        <p:spPr>
          <a:xfrm>
            <a:off x="8261857" y="3796670"/>
            <a:ext cx="1092152" cy="288040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여정 추가 입력</a:t>
            </a:r>
          </a:p>
        </p:txBody>
      </p:sp>
      <p:sp>
        <p:nvSpPr>
          <p:cNvPr id="146" name="순서도: 수행의 시작/종료 145">
            <a:extLst>
              <a:ext uri="{FF2B5EF4-FFF2-40B4-BE49-F238E27FC236}">
                <a16:creationId xmlns:a16="http://schemas.microsoft.com/office/drawing/2014/main" id="{A71A3D3C-7106-4DAD-884E-F000B0EEF689}"/>
              </a:ext>
            </a:extLst>
          </p:cNvPr>
          <p:cNvSpPr/>
          <p:nvPr/>
        </p:nvSpPr>
        <p:spPr>
          <a:xfrm>
            <a:off x="6473688" y="4721605"/>
            <a:ext cx="1092152" cy="288040"/>
          </a:xfrm>
          <a:prstGeom prst="flowChartTerminator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End</a:t>
            </a:r>
            <a:endParaRPr lang="ko-KR" altLang="en-US" sz="800" dirty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54" name="순서도: 문서 153">
            <a:extLst>
              <a:ext uri="{FF2B5EF4-FFF2-40B4-BE49-F238E27FC236}">
                <a16:creationId xmlns:a16="http://schemas.microsoft.com/office/drawing/2014/main" id="{4EA041CC-830D-4377-8748-D203494A2861}"/>
              </a:ext>
            </a:extLst>
          </p:cNvPr>
          <p:cNvSpPr/>
          <p:nvPr/>
        </p:nvSpPr>
        <p:spPr>
          <a:xfrm>
            <a:off x="6467132" y="4222035"/>
            <a:ext cx="1092152" cy="355551"/>
          </a:xfrm>
          <a:prstGeom prst="flowChartDocumen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예약자</a:t>
            </a:r>
            <a:r>
              <a:rPr lang="en-US" altLang="ko-KR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전담팀에</a:t>
            </a:r>
            <a:br>
              <a:rPr lang="en-US" altLang="ko-KR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</a:br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메일 발송</a:t>
            </a:r>
          </a:p>
        </p:txBody>
      </p:sp>
      <p:cxnSp>
        <p:nvCxnSpPr>
          <p:cNvPr id="165" name="직선 화살표 연결선 164">
            <a:extLst>
              <a:ext uri="{FF2B5EF4-FFF2-40B4-BE49-F238E27FC236}">
                <a16:creationId xmlns:a16="http://schemas.microsoft.com/office/drawing/2014/main" id="{2C8DCBAB-8844-4762-A112-899476065DCF}"/>
              </a:ext>
            </a:extLst>
          </p:cNvPr>
          <p:cNvCxnSpPr>
            <a:cxnSpLocks/>
            <a:stCxn id="154" idx="2"/>
            <a:endCxn id="146" idx="0"/>
          </p:cNvCxnSpPr>
          <p:nvPr/>
        </p:nvCxnSpPr>
        <p:spPr>
          <a:xfrm>
            <a:off x="7013208" y="4554080"/>
            <a:ext cx="6556" cy="167525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직선 화살표 연결선 95">
            <a:extLst>
              <a:ext uri="{FF2B5EF4-FFF2-40B4-BE49-F238E27FC236}">
                <a16:creationId xmlns:a16="http://schemas.microsoft.com/office/drawing/2014/main" id="{B1CF3C06-3786-44A8-BC31-2FD0B0736926}"/>
              </a:ext>
            </a:extLst>
          </p:cNvPr>
          <p:cNvCxnSpPr>
            <a:cxnSpLocks/>
            <a:stCxn id="144" idx="2"/>
            <a:endCxn id="154" idx="3"/>
          </p:cNvCxnSpPr>
          <p:nvPr/>
        </p:nvCxnSpPr>
        <p:spPr>
          <a:xfrm rot="5400000">
            <a:off x="8026059" y="3617936"/>
            <a:ext cx="315101" cy="1248649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4BB443E8-7BCB-4789-B4F9-E88B2C60B06E}"/>
              </a:ext>
            </a:extLst>
          </p:cNvPr>
          <p:cNvSpPr txBox="1"/>
          <p:nvPr/>
        </p:nvSpPr>
        <p:spPr>
          <a:xfrm>
            <a:off x="7631811" y="4751535"/>
            <a:ext cx="233424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 err="1"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  <a:t>전담팀</a:t>
            </a:r>
            <a:r>
              <a:rPr lang="ko-KR" altLang="en-US" sz="800" b="1" dirty="0"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  <a:t> </a:t>
            </a:r>
            <a:r>
              <a:rPr lang="en-US" altLang="ko-KR" sz="800" b="1" dirty="0"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  <a:t>/ </a:t>
            </a:r>
            <a:r>
              <a:rPr lang="ko-KR" altLang="en-US" sz="800" b="1" dirty="0"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  <a:t>영업팀 메일 발송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9E08F8F-72C8-41BE-8F2D-8002C26E2E85}"/>
              </a:ext>
            </a:extLst>
          </p:cNvPr>
          <p:cNvSpPr txBox="1"/>
          <p:nvPr/>
        </p:nvSpPr>
        <p:spPr>
          <a:xfrm>
            <a:off x="7094734" y="5815112"/>
            <a:ext cx="233424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800" b="1" dirty="0"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  <a:t>요청으로 접수된 건은 예약내역에 표시</a:t>
            </a:r>
            <a:r>
              <a:rPr lang="en-US" altLang="ko-KR" sz="800" b="1" dirty="0"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  <a:t>X</a:t>
            </a:r>
          </a:p>
          <a:p>
            <a:r>
              <a:rPr lang="ko-KR" altLang="en-US" sz="800" b="1" dirty="0"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  <a:t>고객 </a:t>
            </a:r>
            <a:r>
              <a:rPr lang="ko-KR" altLang="en-US" sz="800" b="1" dirty="0" err="1"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  <a:t>정보랑</a:t>
            </a:r>
            <a:r>
              <a:rPr lang="ko-KR" altLang="en-US" sz="800" b="1" dirty="0"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  <a:t> 맵핑이 된 케이스만 </a:t>
            </a:r>
            <a:r>
              <a:rPr lang="en-US" altLang="ko-KR" sz="800" b="1" dirty="0">
                <a:solidFill>
                  <a:srgbClr val="FF0000"/>
                </a:solidFill>
                <a:latin typeface="나눔고딕" pitchFamily="50" charset="-127"/>
                <a:ea typeface="나눔고딕" pitchFamily="50" charset="-127"/>
              </a:rPr>
              <a:t>O</a:t>
            </a:r>
            <a:endParaRPr lang="ko-KR" altLang="en-US" sz="800" b="1" dirty="0">
              <a:solidFill>
                <a:srgbClr val="FF0000"/>
              </a:solidFill>
              <a:latin typeface="나눔고딕" pitchFamily="50" charset="-127"/>
              <a:ea typeface="나눔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998389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1" name="Google Shape;2131;p58"/>
          <p:cNvSpPr txBox="1"/>
          <p:nvPr/>
        </p:nvSpPr>
        <p:spPr>
          <a:xfrm>
            <a:off x="8856134" y="106304"/>
            <a:ext cx="2785005" cy="582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Calibri"/>
              <a:buNone/>
            </a:pPr>
            <a:r>
              <a:rPr lang="en-US" altLang="ko-KR" b="1">
                <a:solidFill>
                  <a:schemeClr val="lt1"/>
                </a:solidFill>
                <a:latin typeface="나눔고딕" pitchFamily="50" charset="-127"/>
                <a:ea typeface="나눔고딕" pitchFamily="50" charset="-127"/>
                <a:cs typeface="Calibri"/>
                <a:sym typeface="Calibri"/>
              </a:rPr>
              <a:t>1</a:t>
            </a:r>
            <a:r>
              <a:rPr lang="ko-KR" sz="1400" b="1" i="0" u="none" strike="noStrike" cap="none">
                <a:solidFill>
                  <a:schemeClr val="lt1"/>
                </a:solidFill>
                <a:latin typeface="나눔고딕" pitchFamily="50" charset="-127"/>
                <a:ea typeface="나눔고딕" pitchFamily="50" charset="-127"/>
                <a:cs typeface="Calibri"/>
                <a:sym typeface="Calibri"/>
              </a:rPr>
              <a:t>. 별첨</a:t>
            </a:r>
            <a:endParaRPr sz="1400" b="1" i="0" u="none" strike="noStrike" cap="none">
              <a:solidFill>
                <a:schemeClr val="lt1"/>
              </a:solidFill>
              <a:latin typeface="나눔고딕" pitchFamily="50" charset="-127"/>
              <a:ea typeface="나눔고딕" pitchFamily="50" charset="-127"/>
              <a:cs typeface="Calibri"/>
              <a:sym typeface="Calibri"/>
            </a:endParaRPr>
          </a:p>
        </p:txBody>
      </p:sp>
      <p:sp>
        <p:nvSpPr>
          <p:cNvPr id="117" name="모서리가 둥근 직사각형 116"/>
          <p:cNvSpPr/>
          <p:nvPr/>
        </p:nvSpPr>
        <p:spPr>
          <a:xfrm>
            <a:off x="486275" y="689034"/>
            <a:ext cx="2951519" cy="360000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lvl="0"/>
            <a:r>
              <a:rPr lang="ko-KR" altLang="en-US" b="1" dirty="0">
                <a:solidFill>
                  <a:schemeClr val="bg1">
                    <a:lumMod val="50000"/>
                  </a:schemeClr>
                </a:solidFill>
                <a:latin typeface="나눔고딕" pitchFamily="50" charset="-127"/>
                <a:ea typeface="나눔고딕" pitchFamily="50" charset="-127"/>
                <a:cs typeface="Malgun Gothic"/>
                <a:sym typeface="Malgun Gothic"/>
              </a:rPr>
              <a:t>항공 예약내역 프로세스</a:t>
            </a:r>
          </a:p>
        </p:txBody>
      </p:sp>
      <p:cxnSp>
        <p:nvCxnSpPr>
          <p:cNvPr id="119" name="직선 연결선 118"/>
          <p:cNvCxnSpPr/>
          <p:nvPr/>
        </p:nvCxnSpPr>
        <p:spPr>
          <a:xfrm flipV="1">
            <a:off x="4534337" y="712573"/>
            <a:ext cx="0" cy="5516195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순서도: 수행의 시작/종료 119"/>
          <p:cNvSpPr/>
          <p:nvPr/>
        </p:nvSpPr>
        <p:spPr>
          <a:xfrm>
            <a:off x="4890508" y="925813"/>
            <a:ext cx="1092152" cy="288040"/>
          </a:xfrm>
          <a:prstGeom prst="flowChartTerminator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Start</a:t>
            </a:r>
            <a:endParaRPr lang="ko-KR" altLang="en-US" sz="80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21" name="순서도: 처리 120"/>
          <p:cNvSpPr/>
          <p:nvPr/>
        </p:nvSpPr>
        <p:spPr>
          <a:xfrm>
            <a:off x="6190659" y="925813"/>
            <a:ext cx="1092152" cy="288040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항공권 예약조회</a:t>
            </a:r>
          </a:p>
        </p:txBody>
      </p:sp>
      <p:sp>
        <p:nvSpPr>
          <p:cNvPr id="122" name="순서도: 처리 121"/>
          <p:cNvSpPr/>
          <p:nvPr/>
        </p:nvSpPr>
        <p:spPr>
          <a:xfrm>
            <a:off x="7490808" y="925813"/>
            <a:ext cx="1092152" cy="288040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항공권</a:t>
            </a:r>
            <a:endParaRPr lang="en-US" altLang="ko-KR" sz="800" dirty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  <a:p>
            <a:pPr algn="ctr"/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예약</a:t>
            </a:r>
            <a:r>
              <a:rPr lang="en-US" altLang="ko-KR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/</a:t>
            </a:r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발권내역</a:t>
            </a:r>
          </a:p>
        </p:txBody>
      </p:sp>
      <p:cxnSp>
        <p:nvCxnSpPr>
          <p:cNvPr id="123" name="직선 화살표 연결선 95"/>
          <p:cNvCxnSpPr>
            <a:stCxn id="122" idx="2"/>
            <a:endCxn id="124" idx="0"/>
          </p:cNvCxnSpPr>
          <p:nvPr/>
        </p:nvCxnSpPr>
        <p:spPr>
          <a:xfrm flipH="1">
            <a:off x="8036133" y="1213854"/>
            <a:ext cx="753" cy="568173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순서도: 처리 123"/>
          <p:cNvSpPr/>
          <p:nvPr/>
        </p:nvSpPr>
        <p:spPr>
          <a:xfrm>
            <a:off x="7490055" y="1782026"/>
            <a:ext cx="1092152" cy="288040"/>
          </a:xfrm>
          <a:prstGeom prst="flowChartProcess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내역 리스트</a:t>
            </a:r>
          </a:p>
        </p:txBody>
      </p:sp>
      <p:cxnSp>
        <p:nvCxnSpPr>
          <p:cNvPr id="125" name="직선 화살표 연결선 124"/>
          <p:cNvCxnSpPr>
            <a:stCxn id="120" idx="3"/>
            <a:endCxn id="121" idx="1"/>
          </p:cNvCxnSpPr>
          <p:nvPr/>
        </p:nvCxnSpPr>
        <p:spPr>
          <a:xfrm>
            <a:off x="5982661" y="1069833"/>
            <a:ext cx="207999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직선 화살표 연결선 125"/>
          <p:cNvCxnSpPr>
            <a:stCxn id="121" idx="3"/>
            <a:endCxn id="122" idx="1"/>
          </p:cNvCxnSpPr>
          <p:nvPr/>
        </p:nvCxnSpPr>
        <p:spPr>
          <a:xfrm>
            <a:off x="7282810" y="1069833"/>
            <a:ext cx="207999" cy="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직사각형 126"/>
          <p:cNvSpPr/>
          <p:nvPr/>
        </p:nvSpPr>
        <p:spPr>
          <a:xfrm>
            <a:off x="3766232" y="709489"/>
            <a:ext cx="768107" cy="5529281"/>
          </a:xfrm>
          <a:prstGeom prst="rect">
            <a:avLst/>
          </a:prstGeom>
          <a:noFill/>
          <a:ln w="95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예약내역</a:t>
            </a:r>
          </a:p>
        </p:txBody>
      </p:sp>
      <p:sp>
        <p:nvSpPr>
          <p:cNvPr id="129" name="순서도: 처리 128"/>
          <p:cNvSpPr/>
          <p:nvPr/>
        </p:nvSpPr>
        <p:spPr>
          <a:xfrm>
            <a:off x="6293488" y="3224902"/>
            <a:ext cx="1092152" cy="288040"/>
          </a:xfrm>
          <a:prstGeom prst="flowChartProcess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 err="1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예약상세</a:t>
            </a:r>
            <a:endParaRPr lang="ko-KR" altLang="en-US" sz="800" dirty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31" name="순서도: 데이터 130"/>
          <p:cNvSpPr/>
          <p:nvPr/>
        </p:nvSpPr>
        <p:spPr>
          <a:xfrm>
            <a:off x="4862777" y="3240616"/>
            <a:ext cx="1092152" cy="267130"/>
          </a:xfrm>
          <a:prstGeom prst="flowChartInputOutpu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예약취소</a:t>
            </a:r>
            <a:endParaRPr lang="en-US" altLang="ko-KR" sz="800" dirty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133" name="직선 화살표 연결선 95"/>
          <p:cNvCxnSpPr>
            <a:stCxn id="131" idx="2"/>
            <a:endCxn id="124" idx="1"/>
          </p:cNvCxnSpPr>
          <p:nvPr/>
        </p:nvCxnSpPr>
        <p:spPr>
          <a:xfrm rot="10800000" flipH="1">
            <a:off x="4971991" y="1926047"/>
            <a:ext cx="2518063" cy="1448135"/>
          </a:xfrm>
          <a:prstGeom prst="bentConnector3">
            <a:avLst>
              <a:gd name="adj1" fmla="val -13416"/>
            </a:avLst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순서도: 판단 133"/>
          <p:cNvSpPr/>
          <p:nvPr/>
        </p:nvSpPr>
        <p:spPr>
          <a:xfrm>
            <a:off x="7490055" y="2265726"/>
            <a:ext cx="1092152" cy="396618"/>
          </a:xfrm>
          <a:prstGeom prst="flowChartDecision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취소 예약</a:t>
            </a:r>
            <a:endParaRPr lang="en-US" altLang="ko-KR" sz="800" dirty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35" name="TextBox 134"/>
          <p:cNvSpPr txBox="1"/>
          <p:nvPr/>
        </p:nvSpPr>
        <p:spPr>
          <a:xfrm>
            <a:off x="8043340" y="2639413"/>
            <a:ext cx="26321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>
                <a:latin typeface="나눔고딕" pitchFamily="50" charset="-127"/>
                <a:ea typeface="나눔고딕" pitchFamily="50" charset="-127"/>
              </a:rPr>
              <a:t>N</a:t>
            </a:r>
            <a:endParaRPr lang="ko-KR" altLang="en-US" sz="800">
              <a:latin typeface="나눔고딕" pitchFamily="50" charset="-127"/>
              <a:ea typeface="나눔고딕" pitchFamily="50" charset="-127"/>
            </a:endParaRPr>
          </a:p>
        </p:txBody>
      </p:sp>
      <p:sp>
        <p:nvSpPr>
          <p:cNvPr id="136" name="TextBox 135"/>
          <p:cNvSpPr txBox="1"/>
          <p:nvPr/>
        </p:nvSpPr>
        <p:spPr>
          <a:xfrm>
            <a:off x="7240611" y="2470185"/>
            <a:ext cx="2535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>
                <a:latin typeface="나눔고딕" pitchFamily="50" charset="-127"/>
                <a:ea typeface="나눔고딕" pitchFamily="50" charset="-127"/>
              </a:rPr>
              <a:t>Y</a:t>
            </a:r>
            <a:endParaRPr lang="ko-KR" altLang="en-US" sz="800"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137" name="직선 화살표 연결선 95"/>
          <p:cNvCxnSpPr>
            <a:cxnSpLocks/>
            <a:stCxn id="124" idx="2"/>
            <a:endCxn id="134" idx="0"/>
          </p:cNvCxnSpPr>
          <p:nvPr/>
        </p:nvCxnSpPr>
        <p:spPr>
          <a:xfrm flipH="1">
            <a:off x="8036133" y="2070066"/>
            <a:ext cx="1" cy="19566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직선 화살표 연결선 95"/>
          <p:cNvCxnSpPr>
            <a:cxnSpLocks/>
            <a:stCxn id="134" idx="1"/>
            <a:endCxn id="129" idx="0"/>
          </p:cNvCxnSpPr>
          <p:nvPr/>
        </p:nvCxnSpPr>
        <p:spPr>
          <a:xfrm rot="10800000" flipV="1">
            <a:off x="6839565" y="2464034"/>
            <a:ext cx="650491" cy="760867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순서도: 처리 138"/>
          <p:cNvSpPr/>
          <p:nvPr/>
        </p:nvSpPr>
        <p:spPr>
          <a:xfrm>
            <a:off x="7490055" y="3214753"/>
            <a:ext cx="1092152" cy="288040"/>
          </a:xfrm>
          <a:prstGeom prst="flowChartProcess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발권 및 환불 요청</a:t>
            </a:r>
          </a:p>
        </p:txBody>
      </p:sp>
      <p:sp>
        <p:nvSpPr>
          <p:cNvPr id="142" name="순서도: 처리 141"/>
          <p:cNvSpPr/>
          <p:nvPr/>
        </p:nvSpPr>
        <p:spPr>
          <a:xfrm>
            <a:off x="7490055" y="4476830"/>
            <a:ext cx="1092152" cy="288040"/>
          </a:xfrm>
          <a:prstGeom prst="flowChartProcess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발권 및 환불</a:t>
            </a:r>
            <a:endParaRPr lang="ko-KR" altLang="en-US" sz="800" dirty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144" name="직선 화살표 연결선 143"/>
          <p:cNvCxnSpPr>
            <a:cxnSpLocks/>
            <a:stCxn id="139" idx="2"/>
          </p:cNvCxnSpPr>
          <p:nvPr/>
        </p:nvCxnSpPr>
        <p:spPr>
          <a:xfrm>
            <a:off x="8036131" y="3502793"/>
            <a:ext cx="0" cy="330731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직선 화살표 연결선 145"/>
          <p:cNvCxnSpPr>
            <a:cxnSpLocks/>
            <a:stCxn id="75" idx="2"/>
          </p:cNvCxnSpPr>
          <p:nvPr/>
        </p:nvCxnSpPr>
        <p:spPr>
          <a:xfrm>
            <a:off x="8043340" y="4184103"/>
            <a:ext cx="1" cy="298327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순서도: 수행의 시작/종료 146"/>
          <p:cNvSpPr/>
          <p:nvPr/>
        </p:nvSpPr>
        <p:spPr>
          <a:xfrm>
            <a:off x="7490055" y="5156488"/>
            <a:ext cx="1092152" cy="288040"/>
          </a:xfrm>
          <a:prstGeom prst="flowChartTerminator">
            <a:avLst/>
          </a:prstGeom>
          <a:solidFill>
            <a:schemeClr val="bg1">
              <a:lumMod val="85000"/>
            </a:schemeClr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End</a:t>
            </a:r>
            <a:endParaRPr lang="ko-KR" altLang="en-US" sz="80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148" name="직선 화살표 연결선 147"/>
          <p:cNvCxnSpPr>
            <a:cxnSpLocks/>
            <a:stCxn id="142" idx="2"/>
          </p:cNvCxnSpPr>
          <p:nvPr/>
        </p:nvCxnSpPr>
        <p:spPr>
          <a:xfrm>
            <a:off x="8036131" y="4764870"/>
            <a:ext cx="0" cy="385970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직선 연결선 148"/>
          <p:cNvCxnSpPr/>
          <p:nvPr/>
        </p:nvCxnSpPr>
        <p:spPr>
          <a:xfrm>
            <a:off x="3773039" y="715715"/>
            <a:ext cx="794964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직선 연결선 149"/>
          <p:cNvCxnSpPr/>
          <p:nvPr/>
        </p:nvCxnSpPr>
        <p:spPr>
          <a:xfrm>
            <a:off x="3773039" y="6231854"/>
            <a:ext cx="7949644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F85E5BB6-0A03-4C12-98B0-57551F46810D}"/>
              </a:ext>
            </a:extLst>
          </p:cNvPr>
          <p:cNvCxnSpPr>
            <a:cxnSpLocks/>
            <a:stCxn id="134" idx="2"/>
            <a:endCxn id="139" idx="0"/>
          </p:cNvCxnSpPr>
          <p:nvPr/>
        </p:nvCxnSpPr>
        <p:spPr>
          <a:xfrm>
            <a:off x="8036131" y="2662344"/>
            <a:ext cx="0" cy="552409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순서도: 문서 74">
            <a:extLst>
              <a:ext uri="{FF2B5EF4-FFF2-40B4-BE49-F238E27FC236}">
                <a16:creationId xmlns:a16="http://schemas.microsoft.com/office/drawing/2014/main" id="{AAA65D12-4224-4E58-BCB7-C0571A92CC4F}"/>
              </a:ext>
            </a:extLst>
          </p:cNvPr>
          <p:cNvSpPr/>
          <p:nvPr/>
        </p:nvSpPr>
        <p:spPr>
          <a:xfrm>
            <a:off x="7497264" y="3852058"/>
            <a:ext cx="1092152" cy="355551"/>
          </a:xfrm>
          <a:prstGeom prst="flowChartDocumen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예약자</a:t>
            </a:r>
            <a:r>
              <a:rPr lang="en-US" altLang="ko-KR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, </a:t>
            </a:r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전담팀에</a:t>
            </a:r>
            <a:br>
              <a:rPr lang="en-US" altLang="ko-KR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</a:br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메일 발송</a:t>
            </a:r>
          </a:p>
        </p:txBody>
      </p:sp>
      <p:cxnSp>
        <p:nvCxnSpPr>
          <p:cNvPr id="81" name="직선 화살표 연결선 95">
            <a:extLst>
              <a:ext uri="{FF2B5EF4-FFF2-40B4-BE49-F238E27FC236}">
                <a16:creationId xmlns:a16="http://schemas.microsoft.com/office/drawing/2014/main" id="{F3AE5244-D654-4377-B39E-8751569E7E87}"/>
              </a:ext>
            </a:extLst>
          </p:cNvPr>
          <p:cNvCxnSpPr>
            <a:cxnSpLocks/>
            <a:stCxn id="147" idx="1"/>
            <a:endCxn id="129" idx="2"/>
          </p:cNvCxnSpPr>
          <p:nvPr/>
        </p:nvCxnSpPr>
        <p:spPr>
          <a:xfrm rot="10800000">
            <a:off x="6839565" y="3512942"/>
            <a:ext cx="650491" cy="1787566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C628507E-3BA4-4C6E-9D3D-A56A8215AB03}"/>
              </a:ext>
            </a:extLst>
          </p:cNvPr>
          <p:cNvCxnSpPr>
            <a:cxnSpLocks/>
            <a:endCxn id="93" idx="2"/>
          </p:cNvCxnSpPr>
          <p:nvPr/>
        </p:nvCxnSpPr>
        <p:spPr>
          <a:xfrm flipV="1">
            <a:off x="8043340" y="2931565"/>
            <a:ext cx="1035879" cy="6261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순서도: 데이터 92">
            <a:extLst>
              <a:ext uri="{FF2B5EF4-FFF2-40B4-BE49-F238E27FC236}">
                <a16:creationId xmlns:a16="http://schemas.microsoft.com/office/drawing/2014/main" id="{8875DAD7-1EA9-4C7F-81E4-1DA170B18E0C}"/>
              </a:ext>
            </a:extLst>
          </p:cNvPr>
          <p:cNvSpPr/>
          <p:nvPr/>
        </p:nvSpPr>
        <p:spPr>
          <a:xfrm>
            <a:off x="8970004" y="2798000"/>
            <a:ext cx="1092152" cy="267130"/>
          </a:xfrm>
          <a:prstGeom prst="flowChartInputOutpu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예약</a:t>
            </a:r>
            <a:br>
              <a:rPr lang="en-US" altLang="ko-KR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</a:br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변경</a:t>
            </a:r>
            <a:r>
              <a:rPr lang="en-US" altLang="ko-KR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/</a:t>
            </a:r>
            <a:r>
              <a:rPr lang="ko-KR" altLang="en-US" sz="800" dirty="0">
                <a:solidFill>
                  <a:schemeClr val="tx1"/>
                </a:solidFill>
                <a:latin typeface="나눔고딕" pitchFamily="50" charset="-127"/>
                <a:ea typeface="나눔고딕" pitchFamily="50" charset="-127"/>
              </a:rPr>
              <a:t>환불</a:t>
            </a:r>
            <a:endParaRPr lang="en-US" altLang="ko-KR" sz="800" dirty="0">
              <a:solidFill>
                <a:schemeClr val="tx1"/>
              </a:solidFill>
              <a:latin typeface="나눔고딕" pitchFamily="50" charset="-127"/>
              <a:ea typeface="나눔고딕" pitchFamily="50" charset="-127"/>
            </a:endParaRPr>
          </a:p>
        </p:txBody>
      </p:sp>
      <p:cxnSp>
        <p:nvCxnSpPr>
          <p:cNvPr id="99" name="직선 화살표 연결선 95">
            <a:extLst>
              <a:ext uri="{FF2B5EF4-FFF2-40B4-BE49-F238E27FC236}">
                <a16:creationId xmlns:a16="http://schemas.microsoft.com/office/drawing/2014/main" id="{1E7E5CF1-0A83-40D8-860D-EB47A889B2F6}"/>
              </a:ext>
            </a:extLst>
          </p:cNvPr>
          <p:cNvCxnSpPr>
            <a:cxnSpLocks/>
            <a:stCxn id="93" idx="4"/>
            <a:endCxn id="75" idx="3"/>
          </p:cNvCxnSpPr>
          <p:nvPr/>
        </p:nvCxnSpPr>
        <p:spPr>
          <a:xfrm rot="5400000">
            <a:off x="8570396" y="3084150"/>
            <a:ext cx="964704" cy="926664"/>
          </a:xfrm>
          <a:prstGeom prst="bentConnector2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직선 화살표 연결선 103">
            <a:extLst>
              <a:ext uri="{FF2B5EF4-FFF2-40B4-BE49-F238E27FC236}">
                <a16:creationId xmlns:a16="http://schemas.microsoft.com/office/drawing/2014/main" id="{7794A578-123C-4A12-BF6F-2B73ED4799E5}"/>
              </a:ext>
            </a:extLst>
          </p:cNvPr>
          <p:cNvCxnSpPr>
            <a:cxnSpLocks/>
            <a:stCxn id="129" idx="1"/>
            <a:endCxn id="131" idx="5"/>
          </p:cNvCxnSpPr>
          <p:nvPr/>
        </p:nvCxnSpPr>
        <p:spPr>
          <a:xfrm flipH="1">
            <a:off x="5845714" y="3368922"/>
            <a:ext cx="447774" cy="5259"/>
          </a:xfrm>
          <a:prstGeom prst="straightConnector1">
            <a:avLst/>
          </a:prstGeom>
          <a:ln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내용 개체 틀 8">
            <a:extLst>
              <a:ext uri="{FF2B5EF4-FFF2-40B4-BE49-F238E27FC236}">
                <a16:creationId xmlns:a16="http://schemas.microsoft.com/office/drawing/2014/main" id="{357728BF-1A19-4991-AC5B-62C7F4BF0BD8}"/>
              </a:ext>
            </a:extLst>
          </p:cNvPr>
          <p:cNvSpPr txBox="1">
            <a:spLocks/>
          </p:cNvSpPr>
          <p:nvPr/>
        </p:nvSpPr>
        <p:spPr>
          <a:xfrm>
            <a:off x="4097194" y="531549"/>
            <a:ext cx="3600400" cy="258655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5285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ko-KR" sz="1600">
                <a:solidFill>
                  <a:prstClr val="black"/>
                </a:solidFill>
                <a:latin typeface="+mj-lt"/>
                <a:ea typeface="맑은 고딕" panose="020B0503020000020004" pitchFamily="50" charset="-127"/>
              </a:rPr>
              <a:t>Wire-Frame </a:t>
            </a:r>
            <a:endParaRPr lang="ko-KR" altLang="en-US" sz="1600">
              <a:solidFill>
                <a:prstClr val="black"/>
              </a:solidFill>
              <a:latin typeface="+mj-lt"/>
              <a:ea typeface="맑은 고딕" panose="020B0503020000020004" pitchFamily="50" charset="-127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98763D3-E8E6-4CA5-8BF9-792F9DE943FA}"/>
              </a:ext>
            </a:extLst>
          </p:cNvPr>
          <p:cNvSpPr/>
          <p:nvPr/>
        </p:nvSpPr>
        <p:spPr>
          <a:xfrm>
            <a:off x="3815502" y="1082936"/>
            <a:ext cx="3988534" cy="4926373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kumimoji="1" lang="ko-KR" altLang="en-US" sz="1000" b="1">
              <a:solidFill>
                <a:prstClr val="white">
                  <a:lumMod val="65000"/>
                </a:prstClr>
              </a:solidFill>
              <a:latin typeface="+mj-lt"/>
              <a:ea typeface="맑은 고딕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A796335-B775-4C39-A807-D0E8EE45436E}"/>
              </a:ext>
            </a:extLst>
          </p:cNvPr>
          <p:cNvSpPr/>
          <p:nvPr/>
        </p:nvSpPr>
        <p:spPr>
          <a:xfrm>
            <a:off x="3820586" y="1093806"/>
            <a:ext cx="3983450" cy="23950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000" b="1" dirty="0">
                <a:solidFill>
                  <a:prstClr val="white">
                    <a:lumMod val="65000"/>
                  </a:prstClr>
                </a:solidFill>
                <a:latin typeface="+mj-lt"/>
                <a:ea typeface="맑은 고딕" panose="020B0503020000020004" pitchFamily="50" charset="-127"/>
              </a:rPr>
              <a:t>항공</a:t>
            </a:r>
            <a:r>
              <a:rPr kumimoji="1" lang="en-US" altLang="ko-KR" sz="1000" b="1" dirty="0">
                <a:solidFill>
                  <a:prstClr val="white">
                    <a:lumMod val="65000"/>
                  </a:prstClr>
                </a:solidFill>
                <a:latin typeface="+mj-lt"/>
                <a:ea typeface="맑은 고딕" panose="020B0503020000020004" pitchFamily="50" charset="-127"/>
              </a:rPr>
              <a:t>, </a:t>
            </a:r>
            <a:r>
              <a:rPr kumimoji="1" lang="ko-KR" altLang="en-US" sz="1000" b="1" dirty="0">
                <a:solidFill>
                  <a:prstClr val="white">
                    <a:lumMod val="65000"/>
                  </a:prstClr>
                </a:solidFill>
                <a:latin typeface="+mj-lt"/>
                <a:ea typeface="맑은 고딕" panose="020B0503020000020004" pitchFamily="50" charset="-127"/>
              </a:rPr>
              <a:t>호텔</a:t>
            </a:r>
            <a:r>
              <a:rPr kumimoji="1" lang="en-US" altLang="ko-KR" sz="1000" b="1" dirty="0">
                <a:solidFill>
                  <a:prstClr val="white">
                    <a:lumMod val="65000"/>
                  </a:prstClr>
                </a:solidFill>
                <a:latin typeface="+mj-lt"/>
                <a:ea typeface="맑은 고딕" panose="020B0503020000020004" pitchFamily="50" charset="-127"/>
              </a:rPr>
              <a:t>, </a:t>
            </a:r>
            <a:r>
              <a:rPr kumimoji="1" lang="ko-KR" altLang="en-US" sz="1000" b="1" dirty="0">
                <a:solidFill>
                  <a:prstClr val="white">
                    <a:lumMod val="65000"/>
                  </a:prstClr>
                </a:solidFill>
                <a:latin typeface="+mj-lt"/>
                <a:ea typeface="맑은 고딕" panose="020B0503020000020004" pitchFamily="50" charset="-127"/>
              </a:rPr>
              <a:t>요청</a:t>
            </a:r>
            <a:r>
              <a:rPr kumimoji="1" lang="en-US" altLang="ko-KR" sz="1000" b="1" dirty="0">
                <a:solidFill>
                  <a:prstClr val="white">
                    <a:lumMod val="65000"/>
                  </a:prstClr>
                </a:solidFill>
                <a:latin typeface="+mj-lt"/>
                <a:ea typeface="맑은 고딕" panose="020B0503020000020004" pitchFamily="50" charset="-127"/>
              </a:rPr>
              <a:t>, </a:t>
            </a:r>
            <a:r>
              <a:rPr kumimoji="1" lang="ko-KR" altLang="en-US" sz="1000" b="1" dirty="0">
                <a:solidFill>
                  <a:prstClr val="white">
                    <a:lumMod val="65000"/>
                  </a:prstClr>
                </a:solidFill>
                <a:latin typeface="+mj-lt"/>
                <a:ea typeface="맑은 고딕" panose="020B0503020000020004" pitchFamily="50" charset="-127"/>
              </a:rPr>
              <a:t>관리 카테고리</a:t>
            </a: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B0F8799F-D3B9-48C0-949C-0B96BA36BD3B}"/>
              </a:ext>
            </a:extLst>
          </p:cNvPr>
          <p:cNvCxnSpPr/>
          <p:nvPr/>
        </p:nvCxnSpPr>
        <p:spPr>
          <a:xfrm>
            <a:off x="3820586" y="957591"/>
            <a:ext cx="397184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5376984-695E-493B-9D86-E6D397D16890}"/>
              </a:ext>
            </a:extLst>
          </p:cNvPr>
          <p:cNvSpPr/>
          <p:nvPr/>
        </p:nvSpPr>
        <p:spPr>
          <a:xfrm>
            <a:off x="5536006" y="862869"/>
            <a:ext cx="541006" cy="1644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1000" b="1">
                <a:solidFill>
                  <a:prstClr val="black"/>
                </a:solidFill>
                <a:latin typeface="+mj-lt"/>
                <a:ea typeface="맑은 고딕" panose="020B0503020000020004" pitchFamily="50" charset="-127"/>
              </a:rPr>
              <a:t>100%</a:t>
            </a:r>
            <a:endParaRPr kumimoji="1" lang="ko-KR" altLang="en-US" sz="1000" b="1">
              <a:solidFill>
                <a:prstClr val="black"/>
              </a:solidFill>
              <a:latin typeface="+mj-lt"/>
              <a:ea typeface="맑은 고딕" panose="020B0503020000020004" pitchFamily="50" charset="-127"/>
            </a:endParaRP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650EC465-BE4C-45EE-843D-169E8F3846D2}"/>
              </a:ext>
            </a:extLst>
          </p:cNvPr>
          <p:cNvGrpSpPr/>
          <p:nvPr/>
        </p:nvGrpSpPr>
        <p:grpSpPr>
          <a:xfrm>
            <a:off x="4175542" y="1415933"/>
            <a:ext cx="3167690" cy="164428"/>
            <a:chOff x="1128956" y="1798216"/>
            <a:chExt cx="3167690" cy="164428"/>
          </a:xfrm>
        </p:grpSpPr>
        <p:cxnSp>
          <p:nvCxnSpPr>
            <p:cNvPr id="18" name="직선 화살표 연결선 17">
              <a:extLst>
                <a:ext uri="{FF2B5EF4-FFF2-40B4-BE49-F238E27FC236}">
                  <a16:creationId xmlns:a16="http://schemas.microsoft.com/office/drawing/2014/main" id="{F4127673-4F82-461C-8C98-FF7C8CF01FFF}"/>
                </a:ext>
              </a:extLst>
            </p:cNvPr>
            <p:cNvCxnSpPr/>
            <p:nvPr/>
          </p:nvCxnSpPr>
          <p:spPr>
            <a:xfrm>
              <a:off x="1128956" y="1877698"/>
              <a:ext cx="3167690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DC1D87D5-42E2-49C3-91FF-FD0DA8970D1F}"/>
                </a:ext>
              </a:extLst>
            </p:cNvPr>
            <p:cNvSpPr/>
            <p:nvPr/>
          </p:nvSpPr>
          <p:spPr>
            <a:xfrm>
              <a:off x="2451761" y="1798216"/>
              <a:ext cx="522081" cy="16442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ko-KR" sz="700">
                  <a:solidFill>
                    <a:prstClr val="black"/>
                  </a:solidFill>
                  <a:latin typeface="+mj-lt"/>
                  <a:ea typeface="맑은 고딕" panose="020B0503020000020004" pitchFamily="50" charset="-127"/>
                </a:rPr>
                <a:t>100%</a:t>
              </a:r>
              <a:endParaRPr kumimoji="1" lang="ko-KR" altLang="en-US" sz="700">
                <a:solidFill>
                  <a:prstClr val="black"/>
                </a:solidFill>
                <a:latin typeface="+mj-lt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6547FFB2-8F7D-4CD2-8A8E-16054CC15211}"/>
              </a:ext>
            </a:extLst>
          </p:cNvPr>
          <p:cNvGrpSpPr/>
          <p:nvPr/>
        </p:nvGrpSpPr>
        <p:grpSpPr>
          <a:xfrm>
            <a:off x="7391313" y="3684602"/>
            <a:ext cx="401119" cy="285638"/>
            <a:chOff x="1128956" y="1877698"/>
            <a:chExt cx="3167690" cy="285638"/>
          </a:xfrm>
        </p:grpSpPr>
        <p:cxnSp>
          <p:nvCxnSpPr>
            <p:cNvPr id="39" name="직선 화살표 연결선 38">
              <a:extLst>
                <a:ext uri="{FF2B5EF4-FFF2-40B4-BE49-F238E27FC236}">
                  <a16:creationId xmlns:a16="http://schemas.microsoft.com/office/drawing/2014/main" id="{ED16A2FC-B1D8-4522-A7B4-C8C0D76616D9}"/>
                </a:ext>
              </a:extLst>
            </p:cNvPr>
            <p:cNvCxnSpPr/>
            <p:nvPr/>
          </p:nvCxnSpPr>
          <p:spPr>
            <a:xfrm>
              <a:off x="1128956" y="1877698"/>
              <a:ext cx="3167690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직사각형 39">
              <a:extLst>
                <a:ext uri="{FF2B5EF4-FFF2-40B4-BE49-F238E27FC236}">
                  <a16:creationId xmlns:a16="http://schemas.microsoft.com/office/drawing/2014/main" id="{0D9AAB50-2E79-40E8-89C4-3A98ED396E89}"/>
                </a:ext>
              </a:extLst>
            </p:cNvPr>
            <p:cNvSpPr/>
            <p:nvPr/>
          </p:nvSpPr>
          <p:spPr>
            <a:xfrm>
              <a:off x="1513360" y="2039799"/>
              <a:ext cx="2398906" cy="1235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ko-KR" sz="700" dirty="0">
                  <a:solidFill>
                    <a:prstClr val="black"/>
                  </a:solidFill>
                  <a:latin typeface="+mj-lt"/>
                  <a:ea typeface="맑은 고딕" panose="020B0503020000020004" pitchFamily="50" charset="-127"/>
                </a:rPr>
                <a:t>200</a:t>
              </a:r>
              <a:endParaRPr kumimoji="1" lang="ko-KR" altLang="en-US" sz="700" dirty="0">
                <a:solidFill>
                  <a:prstClr val="black"/>
                </a:solidFill>
                <a:latin typeface="+mj-lt"/>
                <a:ea typeface="맑은 고딕" panose="020B0503020000020004" pitchFamily="50" charset="-127"/>
              </a:endParaRPr>
            </a:p>
          </p:txBody>
        </p:sp>
      </p:grp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767552B8-BEBD-458B-903D-34DEA47C0FB8}"/>
              </a:ext>
            </a:extLst>
          </p:cNvPr>
          <p:cNvSpPr/>
          <p:nvPr/>
        </p:nvSpPr>
        <p:spPr>
          <a:xfrm>
            <a:off x="3832190" y="1600285"/>
            <a:ext cx="3971846" cy="92727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sz="1000" b="1" dirty="0">
                <a:solidFill>
                  <a:prstClr val="white">
                    <a:lumMod val="65000"/>
                  </a:prstClr>
                </a:solidFill>
                <a:latin typeface="+mj-lt"/>
                <a:ea typeface="맑은 고딕" panose="020B0503020000020004" pitchFamily="50" charset="-127"/>
              </a:rPr>
              <a:t>국제선</a:t>
            </a:r>
            <a:r>
              <a:rPr kumimoji="1" lang="en-US" altLang="ko-KR" sz="1000" b="1" dirty="0">
                <a:solidFill>
                  <a:prstClr val="white">
                    <a:lumMod val="65000"/>
                  </a:prstClr>
                </a:solidFill>
                <a:latin typeface="+mj-lt"/>
                <a:ea typeface="맑은 고딕" panose="020B0503020000020004" pitchFamily="50" charset="-127"/>
              </a:rPr>
              <a:t>, </a:t>
            </a:r>
            <a:r>
              <a:rPr kumimoji="1" lang="ko-KR" altLang="en-US" sz="1000" b="1" dirty="0">
                <a:solidFill>
                  <a:prstClr val="white">
                    <a:lumMod val="65000"/>
                  </a:prstClr>
                </a:solidFill>
                <a:latin typeface="+mj-lt"/>
                <a:ea typeface="맑은 고딕" panose="020B0503020000020004" pitchFamily="50" charset="-127"/>
              </a:rPr>
              <a:t>국내선</a:t>
            </a:r>
            <a:r>
              <a:rPr kumimoji="1" lang="en-US" altLang="ko-KR" sz="1000" b="1" dirty="0">
                <a:solidFill>
                  <a:prstClr val="white">
                    <a:lumMod val="65000"/>
                  </a:prstClr>
                </a:solidFill>
                <a:latin typeface="+mj-lt"/>
                <a:ea typeface="맑은 고딕" panose="020B0503020000020004" pitchFamily="50" charset="-127"/>
              </a:rPr>
              <a:t>, </a:t>
            </a:r>
            <a:r>
              <a:rPr kumimoji="1" lang="ko-KR" altLang="en-US" sz="1000" b="1" dirty="0">
                <a:solidFill>
                  <a:prstClr val="white">
                    <a:lumMod val="65000"/>
                  </a:prstClr>
                </a:solidFill>
                <a:latin typeface="+mj-lt"/>
                <a:ea typeface="맑은 고딕" panose="020B0503020000020004" pitchFamily="50" charset="-127"/>
              </a:rPr>
              <a:t>예약내역 탭</a:t>
            </a:r>
            <a:br>
              <a:rPr kumimoji="1" lang="en-US" altLang="ko-KR" sz="1000" b="1" dirty="0">
                <a:solidFill>
                  <a:prstClr val="white">
                    <a:lumMod val="65000"/>
                  </a:prstClr>
                </a:solidFill>
                <a:latin typeface="+mj-lt"/>
                <a:ea typeface="맑은 고딕" panose="020B0503020000020004" pitchFamily="50" charset="-127"/>
              </a:rPr>
            </a:br>
            <a:r>
              <a:rPr kumimoji="1" lang="ko-KR" altLang="en-US" sz="1000" b="1" dirty="0">
                <a:solidFill>
                  <a:prstClr val="white">
                    <a:lumMod val="65000"/>
                  </a:prstClr>
                </a:solidFill>
                <a:latin typeface="+mj-lt"/>
                <a:ea typeface="맑은 고딕" panose="020B0503020000020004" pitchFamily="50" charset="-127"/>
              </a:rPr>
              <a:t>검색 영역</a:t>
            </a:r>
            <a:r>
              <a:rPr kumimoji="1" lang="en-US" altLang="ko-KR" sz="1000" b="1" dirty="0">
                <a:solidFill>
                  <a:prstClr val="white">
                    <a:lumMod val="65000"/>
                  </a:prstClr>
                </a:solidFill>
                <a:latin typeface="+mj-lt"/>
                <a:ea typeface="맑은 고딕" panose="020B0503020000020004" pitchFamily="50" charset="-127"/>
              </a:rPr>
              <a:t> </a:t>
            </a: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690A40AD-F2B3-D04B-9759-E06990CC87EB}"/>
              </a:ext>
            </a:extLst>
          </p:cNvPr>
          <p:cNvCxnSpPr/>
          <p:nvPr/>
        </p:nvCxnSpPr>
        <p:spPr>
          <a:xfrm>
            <a:off x="1488608" y="1073334"/>
            <a:ext cx="9308750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내용 개체 틀 8">
            <a:extLst>
              <a:ext uri="{FF2B5EF4-FFF2-40B4-BE49-F238E27FC236}">
                <a16:creationId xmlns:a16="http://schemas.microsoft.com/office/drawing/2014/main" id="{E80F7E84-F369-E24D-9FC5-A9FC4437F911}"/>
              </a:ext>
            </a:extLst>
          </p:cNvPr>
          <p:cNvSpPr txBox="1">
            <a:spLocks/>
          </p:cNvSpPr>
          <p:nvPr/>
        </p:nvSpPr>
        <p:spPr>
          <a:xfrm>
            <a:off x="9542989" y="1963426"/>
            <a:ext cx="1042908" cy="258655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5285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ko-KR" sz="1600" dirty="0">
                <a:solidFill>
                  <a:prstClr val="black"/>
                </a:solidFill>
                <a:latin typeface="+mj-lt"/>
                <a:ea typeface="맑은 고딕" panose="020B0503020000020004" pitchFamily="50" charset="-127"/>
              </a:rPr>
              <a:t>1Scroll</a:t>
            </a:r>
            <a:endParaRPr lang="ko-KR" altLang="en-US" sz="1600" dirty="0">
              <a:solidFill>
                <a:prstClr val="black"/>
              </a:solidFill>
              <a:latin typeface="+mj-lt"/>
              <a:ea typeface="맑은 고딕" panose="020B0503020000020004" pitchFamily="50" charset="-127"/>
            </a:endParaRPr>
          </a:p>
        </p:txBody>
      </p:sp>
      <p:sp>
        <p:nvSpPr>
          <p:cNvPr id="30" name="내용 개체 틀 8">
            <a:extLst>
              <a:ext uri="{FF2B5EF4-FFF2-40B4-BE49-F238E27FC236}">
                <a16:creationId xmlns:a16="http://schemas.microsoft.com/office/drawing/2014/main" id="{D9E73D1F-4A9F-A742-87FE-F67455A54D45}"/>
              </a:ext>
            </a:extLst>
          </p:cNvPr>
          <p:cNvSpPr txBox="1">
            <a:spLocks/>
          </p:cNvSpPr>
          <p:nvPr/>
        </p:nvSpPr>
        <p:spPr>
          <a:xfrm>
            <a:off x="9542989" y="3548690"/>
            <a:ext cx="1042908" cy="258655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5285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ko-KR" sz="1600" dirty="0">
                <a:solidFill>
                  <a:prstClr val="black"/>
                </a:solidFill>
                <a:latin typeface="+mj-lt"/>
                <a:ea typeface="맑은 고딕" panose="020B0503020000020004" pitchFamily="50" charset="-127"/>
              </a:rPr>
              <a:t>2Scroll</a:t>
            </a:r>
            <a:endParaRPr lang="ko-KR" altLang="en-US" sz="1600" dirty="0">
              <a:solidFill>
                <a:prstClr val="black"/>
              </a:solidFill>
              <a:latin typeface="+mj-lt"/>
              <a:ea typeface="맑은 고딕" panose="020B0503020000020004" pitchFamily="50" charset="-127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A28471FE-D16E-4E2A-ADDE-4925CE195475}"/>
              </a:ext>
            </a:extLst>
          </p:cNvPr>
          <p:cNvSpPr/>
          <p:nvPr/>
        </p:nvSpPr>
        <p:spPr>
          <a:xfrm>
            <a:off x="4244913" y="2729236"/>
            <a:ext cx="3146400" cy="326589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000" b="1" dirty="0">
                <a:solidFill>
                  <a:prstClr val="white">
                    <a:lumMod val="65000"/>
                  </a:prstClr>
                </a:solidFill>
                <a:latin typeface="+mj-lt"/>
                <a:ea typeface="맑은 고딕" panose="020B0503020000020004" pitchFamily="50" charset="-127"/>
              </a:rPr>
              <a:t>검색 결과 리스트 영역</a:t>
            </a: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B96BDD87-B684-438E-A816-7640F12CDCDC}"/>
              </a:ext>
            </a:extLst>
          </p:cNvPr>
          <p:cNvGrpSpPr/>
          <p:nvPr/>
        </p:nvGrpSpPr>
        <p:grpSpPr>
          <a:xfrm>
            <a:off x="3832190" y="3739722"/>
            <a:ext cx="401119" cy="285638"/>
            <a:chOff x="1128956" y="1877698"/>
            <a:chExt cx="3167690" cy="285638"/>
          </a:xfrm>
        </p:grpSpPr>
        <p:cxnSp>
          <p:nvCxnSpPr>
            <p:cNvPr id="42" name="직선 화살표 연결선 41">
              <a:extLst>
                <a:ext uri="{FF2B5EF4-FFF2-40B4-BE49-F238E27FC236}">
                  <a16:creationId xmlns:a16="http://schemas.microsoft.com/office/drawing/2014/main" id="{854E82F7-F5B5-4113-9867-AC1FD7C0093E}"/>
                </a:ext>
              </a:extLst>
            </p:cNvPr>
            <p:cNvCxnSpPr/>
            <p:nvPr/>
          </p:nvCxnSpPr>
          <p:spPr>
            <a:xfrm>
              <a:off x="1128956" y="1877698"/>
              <a:ext cx="3167690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7A9D476F-C8D3-4643-A8D4-6F5EF3282D4D}"/>
                </a:ext>
              </a:extLst>
            </p:cNvPr>
            <p:cNvSpPr/>
            <p:nvPr/>
          </p:nvSpPr>
          <p:spPr>
            <a:xfrm>
              <a:off x="1513360" y="2039799"/>
              <a:ext cx="2398906" cy="12353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ko-KR" sz="700" dirty="0">
                  <a:solidFill>
                    <a:prstClr val="black"/>
                  </a:solidFill>
                  <a:latin typeface="+mj-lt"/>
                  <a:ea typeface="맑은 고딕" panose="020B0503020000020004" pitchFamily="50" charset="-127"/>
                </a:rPr>
                <a:t>200</a:t>
              </a:r>
              <a:endParaRPr kumimoji="1" lang="ko-KR" altLang="en-US" sz="700" dirty="0">
                <a:solidFill>
                  <a:prstClr val="black"/>
                </a:solidFill>
                <a:latin typeface="+mj-lt"/>
                <a:ea typeface="맑은 고딕" panose="020B0503020000020004" pitchFamily="50" charset="-127"/>
              </a:endParaRPr>
            </a:p>
          </p:txBody>
        </p:sp>
      </p:grpSp>
      <p:sp>
        <p:nvSpPr>
          <p:cNvPr id="46" name="내용 개체 틀 8">
            <a:extLst>
              <a:ext uri="{FF2B5EF4-FFF2-40B4-BE49-F238E27FC236}">
                <a16:creationId xmlns:a16="http://schemas.microsoft.com/office/drawing/2014/main" id="{286FD27E-0361-4475-868D-7FE030AB7EF4}"/>
              </a:ext>
            </a:extLst>
          </p:cNvPr>
          <p:cNvSpPr txBox="1">
            <a:spLocks/>
          </p:cNvSpPr>
          <p:nvPr/>
        </p:nvSpPr>
        <p:spPr>
          <a:xfrm>
            <a:off x="9549032" y="5472143"/>
            <a:ext cx="1042908" cy="258655"/>
          </a:xfrm>
          <a:prstGeom prst="rect">
            <a:avLst/>
          </a:prstGeom>
        </p:spPr>
        <p:txBody>
          <a:bodyPr/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95285" indent="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1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altLang="ko-KR" sz="1600" dirty="0">
                <a:solidFill>
                  <a:prstClr val="black"/>
                </a:solidFill>
                <a:latin typeface="+mj-lt"/>
                <a:ea typeface="맑은 고딕" panose="020B0503020000020004" pitchFamily="50" charset="-127"/>
              </a:rPr>
              <a:t>3Scroll</a:t>
            </a:r>
            <a:endParaRPr lang="ko-KR" altLang="en-US" sz="1600" dirty="0">
              <a:solidFill>
                <a:prstClr val="black"/>
              </a:solidFill>
              <a:latin typeface="+mj-lt"/>
              <a:ea typeface="맑은 고딕" panose="020B0503020000020004" pitchFamily="50" charset="-127"/>
            </a:endParaRPr>
          </a:p>
        </p:txBody>
      </p: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43B25102-F9B9-417F-A5E2-64FB6599AD87}"/>
              </a:ext>
            </a:extLst>
          </p:cNvPr>
          <p:cNvCxnSpPr/>
          <p:nvPr/>
        </p:nvCxnSpPr>
        <p:spPr>
          <a:xfrm>
            <a:off x="1422637" y="5351969"/>
            <a:ext cx="9308750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9A5F516-B15D-454F-ABD2-A617424790C1}"/>
              </a:ext>
            </a:extLst>
          </p:cNvPr>
          <p:cNvSpPr/>
          <p:nvPr/>
        </p:nvSpPr>
        <p:spPr>
          <a:xfrm>
            <a:off x="3848677" y="2569838"/>
            <a:ext cx="347560" cy="104970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000" b="1" dirty="0">
                <a:solidFill>
                  <a:prstClr val="white">
                    <a:lumMod val="65000"/>
                  </a:prstClr>
                </a:solidFill>
                <a:latin typeface="+mj-lt"/>
                <a:ea typeface="맑은 고딕" panose="020B0503020000020004" pitchFamily="50" charset="-127"/>
              </a:rPr>
              <a:t>필</a:t>
            </a:r>
            <a:endParaRPr kumimoji="1" lang="en-US" altLang="ko-KR" sz="1000" b="1" dirty="0">
              <a:solidFill>
                <a:prstClr val="white">
                  <a:lumMod val="65000"/>
                </a:prstClr>
              </a:solidFill>
              <a:latin typeface="+mj-lt"/>
              <a:ea typeface="맑은 고딕" panose="020B0503020000020004" pitchFamily="50" charset="-127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000" b="1" dirty="0">
                <a:solidFill>
                  <a:prstClr val="white">
                    <a:lumMod val="65000"/>
                  </a:prstClr>
                </a:solidFill>
                <a:latin typeface="+mj-lt"/>
                <a:ea typeface="맑은 고딕" panose="020B0503020000020004" pitchFamily="50" charset="-127"/>
              </a:rPr>
              <a:t>터</a:t>
            </a:r>
            <a:endParaRPr kumimoji="1" lang="en-US" altLang="ko-KR" sz="1000" b="1" dirty="0">
              <a:solidFill>
                <a:prstClr val="white">
                  <a:lumMod val="65000"/>
                </a:prstClr>
              </a:solidFill>
              <a:latin typeface="+mj-lt"/>
              <a:ea typeface="맑은 고딕" panose="020B0503020000020004" pitchFamily="50" charset="-127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000" b="1" dirty="0">
                <a:solidFill>
                  <a:prstClr val="white">
                    <a:lumMod val="65000"/>
                  </a:prstClr>
                </a:solidFill>
                <a:latin typeface="+mj-lt"/>
                <a:ea typeface="맑은 고딕" panose="020B0503020000020004" pitchFamily="50" charset="-127"/>
              </a:rPr>
              <a:t>영역</a:t>
            </a: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46F7B463-2B0F-439C-8C1D-3F6197F80974}"/>
              </a:ext>
            </a:extLst>
          </p:cNvPr>
          <p:cNvCxnSpPr/>
          <p:nvPr/>
        </p:nvCxnSpPr>
        <p:spPr>
          <a:xfrm>
            <a:off x="1488608" y="3429000"/>
            <a:ext cx="9308750" cy="0"/>
          </a:xfrm>
          <a:prstGeom prst="straightConnector1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40978298-A6B1-4A13-88F8-91A591D82D32}"/>
              </a:ext>
            </a:extLst>
          </p:cNvPr>
          <p:cNvSpPr/>
          <p:nvPr/>
        </p:nvSpPr>
        <p:spPr>
          <a:xfrm>
            <a:off x="4244913" y="2561616"/>
            <a:ext cx="3146400" cy="1420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000" b="1" dirty="0">
                <a:solidFill>
                  <a:prstClr val="white">
                    <a:lumMod val="65000"/>
                  </a:prstClr>
                </a:solidFill>
                <a:latin typeface="+mj-lt"/>
                <a:ea typeface="맑은 고딕" panose="020B0503020000020004" pitchFamily="50" charset="-127"/>
              </a:rPr>
              <a:t>정렬 기능 영역</a:t>
            </a:r>
            <a:endParaRPr kumimoji="1" lang="en-US" altLang="ko-KR" sz="1000" b="1" dirty="0">
              <a:solidFill>
                <a:prstClr val="white">
                  <a:lumMod val="65000"/>
                </a:prstClr>
              </a:solidFill>
              <a:latin typeface="+mj-lt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237587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5EF60A3-2310-4153-9E83-F12BDCE7A965}"/>
              </a:ext>
            </a:extLst>
          </p:cNvPr>
          <p:cNvSpPr txBox="1"/>
          <p:nvPr/>
        </p:nvSpPr>
        <p:spPr>
          <a:xfrm>
            <a:off x="1372380" y="2367353"/>
            <a:ext cx="84680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3200" b="1" dirty="0">
                <a:solidFill>
                  <a:prstClr val="black">
                    <a:lumMod val="65000"/>
                    <a:lumOff val="3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BTMS </a:t>
            </a:r>
            <a:r>
              <a:rPr kumimoji="1" lang="ko-KR" altLang="en-US" sz="3200" b="1" dirty="0">
                <a:solidFill>
                  <a:prstClr val="black">
                    <a:lumMod val="65000"/>
                    <a:lumOff val="3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항공 국제선 조회</a:t>
            </a:r>
            <a:endParaRPr kumimoji="1" lang="ko-KR" altLang="en-US" sz="1200" b="1" dirty="0">
              <a:solidFill>
                <a:prstClr val="black">
                  <a:lumMod val="65000"/>
                  <a:lumOff val="3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5" name="직선 연결선[R] 7">
            <a:extLst>
              <a:ext uri="{FF2B5EF4-FFF2-40B4-BE49-F238E27FC236}">
                <a16:creationId xmlns:a16="http://schemas.microsoft.com/office/drawing/2014/main" id="{921E3EA9-5200-4ADD-883A-3CED9D4728D1}"/>
              </a:ext>
            </a:extLst>
          </p:cNvPr>
          <p:cNvCxnSpPr>
            <a:cxnSpLocks/>
          </p:cNvCxnSpPr>
          <p:nvPr/>
        </p:nvCxnSpPr>
        <p:spPr>
          <a:xfrm>
            <a:off x="1415480" y="3068960"/>
            <a:ext cx="890830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81624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862C65E-2479-C5B5-7A9F-0D7F2434C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9</a:t>
            </a:fld>
            <a:endParaRPr lang="ko-KR" altLang="en-US" dirty="0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B72117C-AE00-7477-22B4-AD2553EE7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A6618-D80D-4B7E-A45B-A31FDCA0FB45}" type="datetime1">
              <a:rPr lang="ko-KR" altLang="en-US" smtClean="0"/>
              <a:t>2026-01-15</a:t>
            </a:fld>
            <a:endParaRPr lang="ko-KR" altLang="en-US" dirty="0"/>
          </a:p>
        </p:txBody>
      </p:sp>
      <p:graphicFrame>
        <p:nvGraphicFramePr>
          <p:cNvPr id="70" name="표 69">
            <a:extLst>
              <a:ext uri="{FF2B5EF4-FFF2-40B4-BE49-F238E27FC236}">
                <a16:creationId xmlns:a16="http://schemas.microsoft.com/office/drawing/2014/main" id="{A777B4E0-0BBD-E3A6-C454-09A0786915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3412989"/>
              </p:ext>
            </p:extLst>
          </p:nvPr>
        </p:nvGraphicFramePr>
        <p:xfrm>
          <a:off x="8895426" y="89350"/>
          <a:ext cx="3208786" cy="65826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586">
                  <a:extLst>
                    <a:ext uri="{9D8B030D-6E8A-4147-A177-3AD203B41FA5}">
                      <a16:colId xmlns:a16="http://schemas.microsoft.com/office/drawing/2014/main" val="2331582862"/>
                    </a:ext>
                  </a:extLst>
                </a:gridCol>
                <a:gridCol w="2891200">
                  <a:extLst>
                    <a:ext uri="{9D8B030D-6E8A-4147-A177-3AD203B41FA5}">
                      <a16:colId xmlns:a16="http://schemas.microsoft.com/office/drawing/2014/main" val="2209047372"/>
                    </a:ext>
                  </a:extLst>
                </a:gridCol>
              </a:tblGrid>
              <a:tr h="37673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1541402"/>
                  </a:ext>
                </a:extLst>
              </a:tr>
              <a:tr h="316723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/>
                        <a:t>국내선 항공편을 조회 하여 여정을 확인 하고</a:t>
                      </a:r>
                      <a:r>
                        <a:rPr lang="en-US" altLang="ko-KR" sz="800" b="1" dirty="0"/>
                        <a:t>,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원하는 여정으로 셀프 예약 및 </a:t>
                      </a:r>
                      <a:r>
                        <a:rPr lang="ko-KR" altLang="en-US" sz="800" b="1" u="none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전담팀</a:t>
                      </a:r>
                      <a:r>
                        <a:rPr lang="ko-KR" altLang="en-US" sz="800" b="1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요청이 가능함</a:t>
                      </a:r>
                      <a:endParaRPr lang="en-US" altLang="ko-KR" sz="800" b="1" u="none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7470636"/>
                  </a:ext>
                </a:extLst>
              </a:tr>
              <a:tr h="21463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ko-KR" altLang="en-US" sz="8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rgbClr val="FF0000"/>
                          </a:solidFill>
                        </a:rPr>
                        <a:t>해당</a:t>
                      </a:r>
                      <a:r>
                        <a:rPr lang="en-US" altLang="ko-KR" sz="800" b="0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800" b="0" dirty="0">
                          <a:solidFill>
                            <a:srgbClr val="FF0000"/>
                          </a:solidFill>
                        </a:rPr>
                        <a:t>영역은</a:t>
                      </a:r>
                      <a:r>
                        <a:rPr lang="en-US" altLang="ko-KR" sz="800" b="0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ko-KR" altLang="en-US" sz="800" b="0" dirty="0">
                          <a:solidFill>
                            <a:srgbClr val="FF0000"/>
                          </a:solidFill>
                        </a:rPr>
                        <a:t>국제</a:t>
                      </a:r>
                      <a:r>
                        <a:rPr lang="en-US" altLang="ko-KR" sz="800" b="0" dirty="0">
                          <a:solidFill>
                            <a:srgbClr val="FF0000"/>
                          </a:solidFill>
                        </a:rPr>
                        <a:t>/</a:t>
                      </a:r>
                      <a:r>
                        <a:rPr lang="ko-KR" altLang="en-US" sz="800" b="0" dirty="0">
                          <a:solidFill>
                            <a:srgbClr val="FF0000"/>
                          </a:solidFill>
                        </a:rPr>
                        <a:t>국내 동일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9734149"/>
                  </a:ext>
                </a:extLst>
              </a:tr>
              <a:tr h="3167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1</a:t>
                      </a:r>
                      <a:endParaRPr lang="ko-KR" altLang="en-US" sz="8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/>
                        <a:t>왕복</a:t>
                      </a:r>
                      <a:r>
                        <a:rPr lang="en-US" altLang="ko-KR" sz="800" b="0" dirty="0"/>
                        <a:t>/</a:t>
                      </a:r>
                      <a:r>
                        <a:rPr lang="ko-KR" altLang="en-US" sz="800" b="0" dirty="0"/>
                        <a:t>편도</a:t>
                      </a:r>
                      <a:r>
                        <a:rPr lang="en-US" altLang="ko-KR" sz="800" b="0" dirty="0"/>
                        <a:t>/</a:t>
                      </a:r>
                      <a:r>
                        <a:rPr lang="ko-KR" altLang="en-US" sz="800" b="0" dirty="0" err="1"/>
                        <a:t>다구간</a:t>
                      </a:r>
                      <a:r>
                        <a:rPr lang="ko-KR" altLang="en-US" sz="800" b="0" dirty="0"/>
                        <a:t> 선택 가능하며</a:t>
                      </a:r>
                      <a:r>
                        <a:rPr lang="en-US" altLang="ko-KR" sz="800" b="0" dirty="0"/>
                        <a:t>, </a:t>
                      </a:r>
                      <a:r>
                        <a:rPr lang="ko-KR" altLang="en-US" sz="800" b="0" dirty="0"/>
                        <a:t>탭으로 구성</a:t>
                      </a:r>
                      <a:endParaRPr lang="en-US" altLang="ko-KR" sz="800" b="0" dirty="0"/>
                    </a:p>
                    <a:p>
                      <a:pPr latinLnBrk="1"/>
                      <a:r>
                        <a:rPr lang="ko-KR" altLang="en-US" sz="800" b="1" dirty="0"/>
                        <a:t>다구간일 경우 </a:t>
                      </a:r>
                      <a:r>
                        <a:rPr lang="en-US" altLang="ko-KR" sz="800" b="1" dirty="0"/>
                        <a:t>#14page</a:t>
                      </a:r>
                      <a:r>
                        <a:rPr lang="ko-KR" altLang="en-US" sz="800" b="1" dirty="0"/>
                        <a:t> 참고</a:t>
                      </a:r>
                      <a:br>
                        <a:rPr lang="en-US" altLang="ko-KR" sz="800" b="1" dirty="0"/>
                      </a:br>
                      <a:endParaRPr lang="en-US" altLang="ko-KR" sz="800" b="1" dirty="0"/>
                    </a:p>
                    <a:p>
                      <a:pPr latinLnBrk="1"/>
                      <a:r>
                        <a:rPr lang="ko-KR" altLang="en-US" sz="800" b="0" dirty="0"/>
                        <a:t>국내 </a:t>
                      </a:r>
                      <a:r>
                        <a:rPr lang="en-US" altLang="ko-KR" sz="800" b="0" dirty="0"/>
                        <a:t>: </a:t>
                      </a:r>
                      <a:r>
                        <a:rPr lang="ko-KR" altLang="en-US" sz="800" b="0" dirty="0"/>
                        <a:t>왕복</a:t>
                      </a:r>
                      <a:r>
                        <a:rPr lang="en-US" altLang="ko-KR" sz="800" b="0" dirty="0"/>
                        <a:t>, </a:t>
                      </a:r>
                      <a:r>
                        <a:rPr lang="ko-KR" altLang="en-US" sz="800" b="0" dirty="0"/>
                        <a:t>편도</a:t>
                      </a:r>
                      <a:endParaRPr lang="en-US" altLang="ko-KR" sz="800" b="0" dirty="0"/>
                    </a:p>
                    <a:p>
                      <a:pPr latinLnBrk="1"/>
                      <a:r>
                        <a:rPr lang="ko-KR" altLang="en-US" sz="800" b="0" dirty="0"/>
                        <a:t>국제 </a:t>
                      </a:r>
                      <a:r>
                        <a:rPr lang="en-US" altLang="ko-KR" sz="800" b="0" dirty="0"/>
                        <a:t>: </a:t>
                      </a:r>
                      <a:r>
                        <a:rPr lang="ko-KR" altLang="en-US" sz="800" b="0" dirty="0"/>
                        <a:t>왕복</a:t>
                      </a:r>
                      <a:r>
                        <a:rPr lang="en-US" altLang="ko-KR" sz="800" b="0" dirty="0"/>
                        <a:t>, </a:t>
                      </a:r>
                      <a:r>
                        <a:rPr lang="ko-KR" altLang="en-US" sz="800" b="0" dirty="0"/>
                        <a:t>편도</a:t>
                      </a:r>
                      <a:r>
                        <a:rPr lang="en-US" altLang="ko-KR" sz="800" b="0" dirty="0"/>
                        <a:t>, </a:t>
                      </a:r>
                      <a:r>
                        <a:rPr lang="ko-KR" altLang="en-US" sz="800" b="0" dirty="0" err="1"/>
                        <a:t>다구간</a:t>
                      </a:r>
                      <a:endParaRPr lang="ko-KR" altLang="en-US" sz="800" b="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289071"/>
                  </a:ext>
                </a:extLst>
              </a:tr>
              <a:tr h="3167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2</a:t>
                      </a:r>
                      <a:endParaRPr lang="ko-KR" altLang="en-US" sz="8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/>
                        <a:t>직항</a:t>
                      </a:r>
                      <a:r>
                        <a:rPr lang="en-US" altLang="ko-KR" sz="800" b="0" dirty="0"/>
                        <a:t>/</a:t>
                      </a:r>
                      <a:r>
                        <a:rPr lang="ko-KR" altLang="en-US" sz="800" b="0" dirty="0"/>
                        <a:t>경유 선택</a:t>
                      </a:r>
                      <a:endParaRPr lang="en-US" altLang="ko-KR" sz="800" b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/>
                        <a:t>default </a:t>
                      </a:r>
                      <a:r>
                        <a:rPr lang="ko-KR" altLang="en-US" sz="800" b="0" dirty="0"/>
                        <a:t>선택 안함 </a:t>
                      </a:r>
                      <a:r>
                        <a:rPr lang="en-US" altLang="ko-KR" sz="800" b="0" dirty="0"/>
                        <a:t>(</a:t>
                      </a:r>
                      <a:r>
                        <a:rPr lang="ko-KR" altLang="en-US" sz="800" b="0" dirty="0"/>
                        <a:t>모든 여정 조회 가능하도록</a:t>
                      </a:r>
                      <a:r>
                        <a:rPr lang="en-US" altLang="ko-KR" sz="800" b="0" dirty="0"/>
                        <a:t>)</a:t>
                      </a:r>
                      <a:endParaRPr lang="ko-KR" altLang="en-US" sz="800" b="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1462875"/>
                  </a:ext>
                </a:extLst>
              </a:tr>
              <a:tr h="3167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3</a:t>
                      </a:r>
                      <a:endParaRPr lang="ko-KR" altLang="en-US" sz="8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출발지 및 도착지 입력</a:t>
                      </a:r>
                      <a:r>
                        <a:rPr lang="ko-KR" altLang="en-US" sz="800" b="0" dirty="0"/>
                        <a:t> </a:t>
                      </a:r>
                      <a:r>
                        <a:rPr lang="en-US" altLang="ko-KR" sz="800" b="0" dirty="0"/>
                        <a:t>(#10page)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Input </a:t>
                      </a:r>
                      <a:r>
                        <a:rPr lang="ko-KR" altLang="en-US" sz="800" dirty="0"/>
                        <a:t>클릭 시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주요도시 슬라이드 노출 되며</a:t>
                      </a:r>
                      <a:r>
                        <a:rPr lang="en-US" altLang="ko-KR" sz="800" dirty="0"/>
                        <a:t>,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텍스트 입력 시에는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도시가 자동 완성 되도록 함</a:t>
                      </a:r>
                      <a:endParaRPr lang="en-US" altLang="ko-KR" sz="80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텍스트 입력은 항공사명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항공사 코드 모두 입력 가능</a:t>
                      </a:r>
                      <a:endParaRPr lang="en-US" altLang="ko-KR" sz="8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1372609"/>
                  </a:ext>
                </a:extLst>
              </a:tr>
              <a:tr h="3167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4</a:t>
                      </a:r>
                      <a:endParaRPr lang="ko-KR" altLang="en-US" sz="8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출발 날짜 및 귀국 날짜 선택</a:t>
                      </a:r>
                      <a:r>
                        <a:rPr lang="en-US" altLang="ko-KR" sz="800" dirty="0"/>
                        <a:t>(#11page)</a:t>
                      </a:r>
                      <a:endParaRPr lang="ko-KR" altLang="en-US" sz="800" b="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5914905"/>
                  </a:ext>
                </a:extLst>
              </a:tr>
              <a:tr h="3167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5</a:t>
                      </a:r>
                      <a:endParaRPr lang="ko-KR" altLang="en-US" sz="8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인원 및 좌석 등급 설정</a:t>
                      </a:r>
                      <a:r>
                        <a:rPr lang="en-US" altLang="ko-KR" sz="800" b="0" dirty="0"/>
                        <a:t>(#12page)</a:t>
                      </a:r>
                      <a:endParaRPr lang="ko-KR" altLang="en-US" sz="8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7891278"/>
                  </a:ext>
                </a:extLst>
              </a:tr>
              <a:tr h="3167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6</a:t>
                      </a:r>
                      <a:endParaRPr lang="ko-KR" altLang="en-US" sz="8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/>
                        <a:t>모든</a:t>
                      </a:r>
                      <a:r>
                        <a:rPr lang="en-US" altLang="ko-KR" sz="800" b="0" dirty="0"/>
                        <a:t> </a:t>
                      </a:r>
                      <a:r>
                        <a:rPr lang="ko-KR" altLang="en-US" sz="800" b="0" dirty="0"/>
                        <a:t>조회 조건 입력 후 조회</a:t>
                      </a:r>
                      <a:r>
                        <a:rPr lang="en-US" altLang="ko-KR" sz="800" b="0" dirty="0"/>
                        <a:t>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/>
                        <a:t>(</a:t>
                      </a:r>
                      <a:r>
                        <a:rPr lang="ko-KR" altLang="en-US" sz="800" b="1" dirty="0"/>
                        <a:t>조회 조건 모두 필수 입력 사항</a:t>
                      </a:r>
                      <a:r>
                        <a:rPr lang="en-US" altLang="ko-KR" sz="800" b="1" dirty="0"/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/>
                        <a:t>하나라도 입력을 안 했을 시</a:t>
                      </a:r>
                      <a:r>
                        <a:rPr lang="en-US" altLang="ko-KR" sz="800" b="1" dirty="0"/>
                        <a:t>,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/>
                        <a:t>입력 안 한 항목에 한하여 경고 메시지 노출</a:t>
                      </a:r>
                      <a:endParaRPr lang="en-US" altLang="ko-KR" sz="800" b="1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rgbClr val="FF0000"/>
                          </a:solidFill>
                        </a:rPr>
                        <a:t>* </a:t>
                      </a:r>
                      <a:r>
                        <a:rPr lang="ko-KR" altLang="en-US" sz="800" dirty="0">
                          <a:solidFill>
                            <a:srgbClr val="FF0000"/>
                          </a:solidFill>
                        </a:rPr>
                        <a:t>출장자는 인원 수 대로 모두 입력 후 조회 가능하도록 함</a:t>
                      </a:r>
                      <a:endParaRPr lang="en-US" altLang="ko-KR" sz="8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5284489"/>
                  </a:ext>
                </a:extLst>
              </a:tr>
              <a:tr h="3167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7</a:t>
                      </a:r>
                      <a:endParaRPr lang="ko-KR" altLang="en-US" sz="8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/>
                        <a:t>인원이 </a:t>
                      </a:r>
                      <a:r>
                        <a:rPr lang="en-US" altLang="ko-KR" sz="800" b="0" dirty="0"/>
                        <a:t>1</a:t>
                      </a:r>
                      <a:r>
                        <a:rPr lang="ko-KR" altLang="en-US" sz="800" b="0" dirty="0"/>
                        <a:t>이상을 선택 했을 경우 노출 되도록 함</a:t>
                      </a:r>
                      <a:endParaRPr lang="en-US" altLang="ko-KR" sz="800" b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/>
                        <a:t>default </a:t>
                      </a:r>
                      <a:r>
                        <a:rPr lang="ko-KR" altLang="en-US" sz="800" b="0" dirty="0"/>
                        <a:t>노출 안함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3246589"/>
                  </a:ext>
                </a:extLst>
              </a:tr>
              <a:tr h="3167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8</a:t>
                      </a:r>
                      <a:endParaRPr lang="ko-KR" altLang="en-US" sz="8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/>
                        <a:t>최초 페이지 진입 시에는 로그인사용자로 세팅 되도록 함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293175"/>
                  </a:ext>
                </a:extLst>
              </a:tr>
              <a:tr h="3167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9</a:t>
                      </a:r>
                      <a:endParaRPr lang="ko-KR" altLang="en-US" sz="8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/>
                        <a:t>1. </a:t>
                      </a:r>
                      <a:r>
                        <a:rPr lang="ko-KR" altLang="en-US" sz="800" b="0" dirty="0"/>
                        <a:t>항공사동맹 </a:t>
                      </a:r>
                      <a:r>
                        <a:rPr lang="en-US" altLang="ko-KR" sz="800" b="0" dirty="0"/>
                        <a:t>: </a:t>
                      </a:r>
                      <a:r>
                        <a:rPr lang="ko-KR" altLang="en-US" sz="800" b="0" dirty="0"/>
                        <a:t>항공사 그룹 필터</a:t>
                      </a:r>
                      <a:endParaRPr lang="en-US" altLang="ko-KR" sz="800" b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/>
                        <a:t>2. </a:t>
                      </a:r>
                      <a:r>
                        <a:rPr lang="ko-KR" altLang="en-US" sz="800" b="0" dirty="0"/>
                        <a:t>항공사 </a:t>
                      </a:r>
                      <a:r>
                        <a:rPr lang="en-US" altLang="ko-KR" sz="800" b="0" dirty="0"/>
                        <a:t>: </a:t>
                      </a:r>
                      <a:r>
                        <a:rPr lang="ko-KR" altLang="en-US" sz="800" b="0" dirty="0" err="1"/>
                        <a:t>조히</a:t>
                      </a:r>
                      <a:r>
                        <a:rPr lang="ko-KR" altLang="en-US" sz="800" b="0" dirty="0"/>
                        <a:t> 된 항공사만 노출 </a:t>
                      </a:r>
                      <a:r>
                        <a:rPr lang="en-US" altLang="ko-KR" sz="800" b="0" dirty="0"/>
                        <a:t>default </a:t>
                      </a:r>
                      <a:r>
                        <a:rPr lang="ko-KR" altLang="en-US" sz="800" b="0" dirty="0"/>
                        <a:t>전체선택</a:t>
                      </a:r>
                      <a:endParaRPr lang="en-US" altLang="ko-KR" sz="800" b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/>
                        <a:t>3. </a:t>
                      </a:r>
                      <a:r>
                        <a:rPr lang="ko-KR" altLang="en-US" sz="800" b="0" dirty="0"/>
                        <a:t>경유횟수 </a:t>
                      </a:r>
                      <a:r>
                        <a:rPr lang="en-US" altLang="ko-KR" sz="800" b="0" dirty="0"/>
                        <a:t>: </a:t>
                      </a:r>
                      <a:r>
                        <a:rPr lang="ko-KR" altLang="en-US" sz="800" b="0" dirty="0"/>
                        <a:t>경유</a:t>
                      </a:r>
                      <a:r>
                        <a:rPr lang="en-US" altLang="ko-KR" sz="800" b="0" dirty="0"/>
                        <a:t>/</a:t>
                      </a:r>
                      <a:r>
                        <a:rPr lang="ko-KR" altLang="en-US" sz="800" b="0" dirty="0"/>
                        <a:t>직항 필터 </a:t>
                      </a:r>
                      <a:endParaRPr lang="en-US" altLang="ko-KR" sz="800" b="1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/>
                        <a:t>4. </a:t>
                      </a:r>
                      <a:r>
                        <a:rPr lang="ko-KR" altLang="en-US" sz="800" b="1" dirty="0" err="1"/>
                        <a:t>규정준수여부</a:t>
                      </a:r>
                      <a:r>
                        <a:rPr lang="ko-KR" altLang="en-US" sz="800" b="1" dirty="0"/>
                        <a:t> </a:t>
                      </a:r>
                      <a:r>
                        <a:rPr lang="en-US" altLang="ko-KR" sz="800" b="1" dirty="0"/>
                        <a:t>: </a:t>
                      </a:r>
                      <a:r>
                        <a:rPr lang="ko-KR" altLang="en-US" sz="800" b="1" dirty="0"/>
                        <a:t>출장규정 사용하는 고객사만 노출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97393"/>
                  </a:ext>
                </a:extLst>
              </a:tr>
              <a:tr h="3167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10</a:t>
                      </a:r>
                      <a:endParaRPr lang="ko-KR" altLang="en-US" sz="8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/>
                        <a:t>정렬 선택</a:t>
                      </a:r>
                      <a:r>
                        <a:rPr lang="en-US" altLang="ko-KR" sz="800" b="0" dirty="0"/>
                        <a:t>, </a:t>
                      </a:r>
                      <a:r>
                        <a:rPr lang="ko-KR" altLang="en-US" sz="800" b="0" dirty="0"/>
                        <a:t>클릭 시 해당 정렬에 맞는 리스트가 노출</a:t>
                      </a:r>
                      <a:endParaRPr lang="en-US" altLang="ko-KR" sz="800" b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/>
                        <a:t>-</a:t>
                      </a:r>
                      <a:r>
                        <a:rPr lang="ko-KR" altLang="en-US" sz="800" b="0" dirty="0" err="1"/>
                        <a:t>중복정렬</a:t>
                      </a:r>
                      <a:r>
                        <a:rPr lang="ko-KR" altLang="en-US" sz="800" b="0" dirty="0"/>
                        <a:t> 가능하며</a:t>
                      </a:r>
                      <a:r>
                        <a:rPr lang="en-US" altLang="ko-KR" sz="800" b="0" dirty="0"/>
                        <a:t>, </a:t>
                      </a:r>
                      <a:r>
                        <a:rPr lang="ko-KR" altLang="en-US" sz="800" b="0" dirty="0"/>
                        <a:t>선택된 순서대로 정렬 되도록 함</a:t>
                      </a:r>
                      <a:endParaRPr lang="en-US" altLang="ko-KR" sz="800" b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/>
                        <a:t>-</a:t>
                      </a:r>
                      <a:r>
                        <a:rPr lang="ko-KR" altLang="en-US" sz="800" b="0" dirty="0"/>
                        <a:t>화살표 방향으로 오름차순 내림차순 파악 가능해야 함</a:t>
                      </a:r>
                      <a:endParaRPr lang="en-US" altLang="ko-KR" sz="800" b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/>
                        <a:t>-</a:t>
                      </a:r>
                      <a:r>
                        <a:rPr lang="ko-KR" altLang="en-US" sz="800" b="0" dirty="0"/>
                        <a:t>별도 텍스트 변경 없음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2840459"/>
                  </a:ext>
                </a:extLst>
              </a:tr>
              <a:tr h="3167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Check point</a:t>
                      </a:r>
                      <a:endParaRPr lang="ko-KR" altLang="en-US" sz="8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460177"/>
                  </a:ext>
                </a:extLst>
              </a:tr>
              <a:tr h="316723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dirty="0"/>
                        <a:t>9-3 : </a:t>
                      </a:r>
                      <a:r>
                        <a:rPr lang="ko-KR" altLang="en-US" sz="800" b="0" dirty="0"/>
                        <a:t>추후</a:t>
                      </a:r>
                      <a:r>
                        <a:rPr lang="en-US" altLang="ko-KR" sz="800" b="0" dirty="0"/>
                        <a:t>, </a:t>
                      </a:r>
                      <a:r>
                        <a:rPr lang="ko-KR" altLang="en-US" sz="800" b="0" dirty="0"/>
                        <a:t>경유 횟수</a:t>
                      </a:r>
                      <a:r>
                        <a:rPr lang="en-US" altLang="ko-KR" sz="800" b="0" dirty="0"/>
                        <a:t>(1</a:t>
                      </a:r>
                      <a:r>
                        <a:rPr lang="ko-KR" altLang="en-US" sz="800" b="0" dirty="0"/>
                        <a:t>회</a:t>
                      </a:r>
                      <a:r>
                        <a:rPr lang="en-US" altLang="ko-KR" sz="800" b="0" dirty="0"/>
                        <a:t>/2</a:t>
                      </a:r>
                      <a:r>
                        <a:rPr lang="ko-KR" altLang="en-US" sz="800" b="0" dirty="0"/>
                        <a:t>회</a:t>
                      </a:r>
                      <a:r>
                        <a:rPr lang="en-US" altLang="ko-KR" sz="800" b="0" dirty="0"/>
                        <a:t>)</a:t>
                      </a:r>
                      <a:r>
                        <a:rPr lang="ko-KR" altLang="en-US" sz="800" b="0" dirty="0"/>
                        <a:t>로 필터 가능한지 확인 예정</a:t>
                      </a:r>
                      <a:endParaRPr lang="en-US" altLang="ko-KR" sz="800" b="0" dirty="0"/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dirty="0"/>
                        <a:t>출장자 영역에서 인원변경 없이 탑승객만 변경 하고 싶을 시</a:t>
                      </a:r>
                      <a:r>
                        <a:rPr lang="en-US" altLang="ko-KR" sz="800" b="0" dirty="0"/>
                        <a:t>, </a:t>
                      </a:r>
                      <a:r>
                        <a:rPr lang="ko-KR" altLang="en-US" sz="800" b="0" dirty="0"/>
                        <a:t>이름 클릭 하면 출장자 입력 영역이 노출 되도록 함</a:t>
                      </a:r>
                      <a:endParaRPr lang="en-US" altLang="ko-KR" sz="800" b="0" dirty="0"/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1" dirty="0"/>
                        <a:t>항공 재 조회 시간 </a:t>
                      </a:r>
                      <a:r>
                        <a:rPr lang="en-US" altLang="ko-KR" sz="800" b="1" dirty="0"/>
                        <a:t>: 30</a:t>
                      </a:r>
                      <a:r>
                        <a:rPr lang="ko-KR" altLang="en-US" sz="800" b="1" dirty="0"/>
                        <a:t>분</a:t>
                      </a:r>
                      <a:endParaRPr lang="en-US" altLang="ko-KR" sz="800" b="1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7885996"/>
                  </a:ext>
                </a:extLst>
              </a:tr>
            </a:tbl>
          </a:graphicData>
        </a:graphic>
      </p:graphicFrame>
      <p:sp>
        <p:nvSpPr>
          <p:cNvPr id="71" name="TextBox 70">
            <a:extLst>
              <a:ext uri="{FF2B5EF4-FFF2-40B4-BE49-F238E27FC236}">
                <a16:creationId xmlns:a16="http://schemas.microsoft.com/office/drawing/2014/main" id="{C4E05F98-6A3E-E0A5-9C40-F379F0EA9A7A}"/>
              </a:ext>
            </a:extLst>
          </p:cNvPr>
          <p:cNvSpPr txBox="1"/>
          <p:nvPr/>
        </p:nvSpPr>
        <p:spPr>
          <a:xfrm>
            <a:off x="992038" y="221039"/>
            <a:ext cx="13433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/>
              <a:t>항공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98EF8E6-E4EC-FC1B-0906-5FEE2E0C0760}"/>
              </a:ext>
            </a:extLst>
          </p:cNvPr>
          <p:cNvSpPr txBox="1"/>
          <p:nvPr/>
        </p:nvSpPr>
        <p:spPr>
          <a:xfrm>
            <a:off x="3375843" y="203355"/>
            <a:ext cx="258014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1000" b="1" dirty="0">
                <a:solidFill>
                  <a:schemeClr val="tx1"/>
                </a:solidFill>
              </a:rPr>
              <a:t>항공 </a:t>
            </a:r>
            <a:r>
              <a:rPr lang="en-US" altLang="ko-KR" sz="1000" b="1" dirty="0">
                <a:solidFill>
                  <a:schemeClr val="tx1"/>
                </a:solidFill>
              </a:rPr>
              <a:t>&gt; </a:t>
            </a:r>
            <a:r>
              <a:rPr lang="ko-KR" altLang="en-US" sz="1000" b="1" dirty="0">
                <a:solidFill>
                  <a:schemeClr val="tx1"/>
                </a:solidFill>
              </a:rPr>
              <a:t>국제선 조회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sp>
        <p:nvSpPr>
          <p:cNvPr id="219" name="직사각형 218">
            <a:extLst>
              <a:ext uri="{FF2B5EF4-FFF2-40B4-BE49-F238E27FC236}">
                <a16:creationId xmlns:a16="http://schemas.microsoft.com/office/drawing/2014/main" id="{81166BEB-84DC-145B-2C34-918F30EF2C37}"/>
              </a:ext>
            </a:extLst>
          </p:cNvPr>
          <p:cNvSpPr/>
          <p:nvPr/>
        </p:nvSpPr>
        <p:spPr>
          <a:xfrm>
            <a:off x="281482" y="658704"/>
            <a:ext cx="896814" cy="46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SM C&amp;C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20" name="직사각형 219">
            <a:extLst>
              <a:ext uri="{FF2B5EF4-FFF2-40B4-BE49-F238E27FC236}">
                <a16:creationId xmlns:a16="http://schemas.microsoft.com/office/drawing/2014/main" id="{D21F7DEF-0C68-64DA-2D33-A10AD6AD5C46}"/>
              </a:ext>
            </a:extLst>
          </p:cNvPr>
          <p:cNvSpPr/>
          <p:nvPr/>
        </p:nvSpPr>
        <p:spPr>
          <a:xfrm>
            <a:off x="1354203" y="658704"/>
            <a:ext cx="5705004" cy="46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ln w="0"/>
                <a:solidFill>
                  <a:schemeClr val="tx1"/>
                </a:solidFill>
              </a:rPr>
              <a:t>항공</a:t>
            </a:r>
            <a:r>
              <a:rPr lang="en-US" altLang="ko-KR" sz="1200" dirty="0">
                <a:ln w="0"/>
                <a:solidFill>
                  <a:schemeClr val="tx1"/>
                </a:solidFill>
              </a:rPr>
              <a:t>	</a:t>
            </a:r>
            <a:r>
              <a:rPr lang="ko-KR" altLang="en-US" sz="1200" dirty="0">
                <a:ln w="0"/>
                <a:solidFill>
                  <a:schemeClr val="tx1"/>
                </a:solidFill>
              </a:rPr>
              <a:t>호텔</a:t>
            </a:r>
            <a:r>
              <a:rPr lang="en-US" altLang="ko-KR" sz="1200" dirty="0">
                <a:ln w="0"/>
                <a:solidFill>
                  <a:schemeClr val="tx1"/>
                </a:solidFill>
              </a:rPr>
              <a:t>	</a:t>
            </a:r>
            <a:r>
              <a:rPr lang="ko-KR" altLang="en-US" sz="1200" dirty="0">
                <a:ln w="0"/>
                <a:solidFill>
                  <a:schemeClr val="tx1"/>
                </a:solidFill>
              </a:rPr>
              <a:t>요청</a:t>
            </a:r>
            <a:endParaRPr lang="ko-KR" altLang="en-US" sz="1200" dirty="0"/>
          </a:p>
        </p:txBody>
      </p:sp>
      <p:sp>
        <p:nvSpPr>
          <p:cNvPr id="221" name="직사각형 220">
            <a:extLst>
              <a:ext uri="{FF2B5EF4-FFF2-40B4-BE49-F238E27FC236}">
                <a16:creationId xmlns:a16="http://schemas.microsoft.com/office/drawing/2014/main" id="{52E761A5-57B9-E059-270E-1C9F9E552A3F}"/>
              </a:ext>
            </a:extLst>
          </p:cNvPr>
          <p:cNvSpPr/>
          <p:nvPr/>
        </p:nvSpPr>
        <p:spPr>
          <a:xfrm>
            <a:off x="7235113" y="658704"/>
            <a:ext cx="1449811" cy="46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n w="0"/>
                <a:solidFill>
                  <a:schemeClr val="tx1"/>
                </a:solidFill>
              </a:rPr>
              <a:t>마이페이지</a:t>
            </a:r>
            <a:r>
              <a:rPr lang="en-US" altLang="ko-KR" sz="1000" dirty="0">
                <a:ln w="0"/>
                <a:solidFill>
                  <a:schemeClr val="tx1"/>
                </a:solidFill>
              </a:rPr>
              <a:t> </a:t>
            </a:r>
            <a:r>
              <a:rPr lang="ko-KR" altLang="en-US" sz="1000" dirty="0">
                <a:ln w="0"/>
                <a:solidFill>
                  <a:schemeClr val="tx1"/>
                </a:solidFill>
              </a:rPr>
              <a:t>로그아웃</a:t>
            </a:r>
            <a:endParaRPr lang="ko-KR" altLang="en-US" sz="1000" dirty="0"/>
          </a:p>
        </p:txBody>
      </p:sp>
      <p:grpSp>
        <p:nvGrpSpPr>
          <p:cNvPr id="223" name="그룹 222">
            <a:extLst>
              <a:ext uri="{FF2B5EF4-FFF2-40B4-BE49-F238E27FC236}">
                <a16:creationId xmlns:a16="http://schemas.microsoft.com/office/drawing/2014/main" id="{C3491E91-1D13-0AC5-F324-8DB49FF49F7D}"/>
              </a:ext>
            </a:extLst>
          </p:cNvPr>
          <p:cNvGrpSpPr/>
          <p:nvPr/>
        </p:nvGrpSpPr>
        <p:grpSpPr>
          <a:xfrm>
            <a:off x="321863" y="1325427"/>
            <a:ext cx="8155462" cy="1849862"/>
            <a:chOff x="395415" y="1502938"/>
            <a:chExt cx="8155462" cy="1849862"/>
          </a:xfrm>
        </p:grpSpPr>
        <p:cxnSp>
          <p:nvCxnSpPr>
            <p:cNvPr id="224" name="직선 연결선 223">
              <a:extLst>
                <a:ext uri="{FF2B5EF4-FFF2-40B4-BE49-F238E27FC236}">
                  <a16:creationId xmlns:a16="http://schemas.microsoft.com/office/drawing/2014/main" id="{2C2756C2-9EB7-B321-0C39-2F3226ABBDDD}"/>
                </a:ext>
              </a:extLst>
            </p:cNvPr>
            <p:cNvCxnSpPr>
              <a:cxnSpLocks/>
            </p:cNvCxnSpPr>
            <p:nvPr/>
          </p:nvCxnSpPr>
          <p:spPr>
            <a:xfrm>
              <a:off x="3841362" y="2479912"/>
              <a:ext cx="0" cy="263205"/>
            </a:xfrm>
            <a:prstGeom prst="line">
              <a:avLst/>
            </a:prstGeom>
            <a:ln w="952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25" name="직사각형 224">
              <a:extLst>
                <a:ext uri="{FF2B5EF4-FFF2-40B4-BE49-F238E27FC236}">
                  <a16:creationId xmlns:a16="http://schemas.microsoft.com/office/drawing/2014/main" id="{57B3F513-950D-3EF5-7742-315381E0E396}"/>
                </a:ext>
              </a:extLst>
            </p:cNvPr>
            <p:cNvSpPr/>
            <p:nvPr/>
          </p:nvSpPr>
          <p:spPr>
            <a:xfrm>
              <a:off x="395417" y="1787611"/>
              <a:ext cx="8155460" cy="1565189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26" name="직사각형 225">
              <a:extLst>
                <a:ext uri="{FF2B5EF4-FFF2-40B4-BE49-F238E27FC236}">
                  <a16:creationId xmlns:a16="http://schemas.microsoft.com/office/drawing/2014/main" id="{68133C5E-C827-2C49-2D64-0D79AD8A7759}"/>
                </a:ext>
              </a:extLst>
            </p:cNvPr>
            <p:cNvSpPr/>
            <p:nvPr/>
          </p:nvSpPr>
          <p:spPr>
            <a:xfrm>
              <a:off x="526700" y="3006842"/>
              <a:ext cx="540000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dirty="0">
                  <a:solidFill>
                    <a:schemeClr val="tx1"/>
                  </a:solidFill>
                </a:rPr>
                <a:t>출장자</a:t>
              </a:r>
            </a:p>
          </p:txBody>
        </p:sp>
        <p:sp>
          <p:nvSpPr>
            <p:cNvPr id="227" name="직사각형 226">
              <a:extLst>
                <a:ext uri="{FF2B5EF4-FFF2-40B4-BE49-F238E27FC236}">
                  <a16:creationId xmlns:a16="http://schemas.microsoft.com/office/drawing/2014/main" id="{1BCC445C-D933-1C1C-8F68-0DE9A01705B4}"/>
                </a:ext>
              </a:extLst>
            </p:cNvPr>
            <p:cNvSpPr/>
            <p:nvPr/>
          </p:nvSpPr>
          <p:spPr>
            <a:xfrm>
              <a:off x="7248542" y="2362206"/>
              <a:ext cx="1080000" cy="5040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</a:rPr>
                <a:t>검색</a:t>
              </a:r>
            </a:p>
          </p:txBody>
        </p:sp>
        <p:grpSp>
          <p:nvGrpSpPr>
            <p:cNvPr id="228" name="그룹 227">
              <a:extLst>
                <a:ext uri="{FF2B5EF4-FFF2-40B4-BE49-F238E27FC236}">
                  <a16:creationId xmlns:a16="http://schemas.microsoft.com/office/drawing/2014/main" id="{4E9A0974-CB20-9031-076E-E18213314C30}"/>
                </a:ext>
              </a:extLst>
            </p:cNvPr>
            <p:cNvGrpSpPr/>
            <p:nvPr/>
          </p:nvGrpSpPr>
          <p:grpSpPr>
            <a:xfrm>
              <a:off x="527220" y="2034332"/>
              <a:ext cx="1383795" cy="180613"/>
              <a:chOff x="527220" y="2034332"/>
              <a:chExt cx="1383795" cy="180613"/>
            </a:xfrm>
          </p:grpSpPr>
          <p:grpSp>
            <p:nvGrpSpPr>
              <p:cNvPr id="247" name="그룹 246">
                <a:extLst>
                  <a:ext uri="{FF2B5EF4-FFF2-40B4-BE49-F238E27FC236}">
                    <a16:creationId xmlns:a16="http://schemas.microsoft.com/office/drawing/2014/main" id="{18C4B475-D218-3FAE-BFF6-64306234E13F}"/>
                  </a:ext>
                </a:extLst>
              </p:cNvPr>
              <p:cNvGrpSpPr/>
              <p:nvPr/>
            </p:nvGrpSpPr>
            <p:grpSpPr>
              <a:xfrm>
                <a:off x="527220" y="2034332"/>
                <a:ext cx="390676" cy="180613"/>
                <a:chOff x="601362" y="2034332"/>
                <a:chExt cx="390676" cy="180613"/>
              </a:xfrm>
            </p:grpSpPr>
            <p:sp>
              <p:nvSpPr>
                <p:cNvPr id="250" name="직사각형 249">
                  <a:extLst>
                    <a:ext uri="{FF2B5EF4-FFF2-40B4-BE49-F238E27FC236}">
                      <a16:creationId xmlns:a16="http://schemas.microsoft.com/office/drawing/2014/main" id="{F96A2C1D-3A21-F06D-F327-8F761A0DEDF2}"/>
                    </a:ext>
                  </a:extLst>
                </p:cNvPr>
                <p:cNvSpPr/>
                <p:nvPr/>
              </p:nvSpPr>
              <p:spPr>
                <a:xfrm>
                  <a:off x="601362" y="2034332"/>
                  <a:ext cx="390676" cy="180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 dirty="0">
                      <a:solidFill>
                        <a:schemeClr val="tx1"/>
                      </a:solidFill>
                    </a:rPr>
                    <a:t>왕복</a:t>
                  </a:r>
                </a:p>
              </p:txBody>
            </p:sp>
            <p:cxnSp>
              <p:nvCxnSpPr>
                <p:cNvPr id="251" name="직선 연결선 250">
                  <a:extLst>
                    <a:ext uri="{FF2B5EF4-FFF2-40B4-BE49-F238E27FC236}">
                      <a16:creationId xmlns:a16="http://schemas.microsoft.com/office/drawing/2014/main" id="{40A17753-BFC2-7040-8410-24A2E1FF5F1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81210" y="2214945"/>
                  <a:ext cx="230981" cy="0"/>
                </a:xfrm>
                <a:prstGeom prst="line">
                  <a:avLst/>
                </a:prstGeom>
                <a:ln w="9525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48" name="직사각형 247">
                <a:extLst>
                  <a:ext uri="{FF2B5EF4-FFF2-40B4-BE49-F238E27FC236}">
                    <a16:creationId xmlns:a16="http://schemas.microsoft.com/office/drawing/2014/main" id="{CB5FF29C-EFE9-43D7-CF6A-1BF58557D5CD}"/>
                  </a:ext>
                </a:extLst>
              </p:cNvPr>
              <p:cNvSpPr/>
              <p:nvPr/>
            </p:nvSpPr>
            <p:spPr>
              <a:xfrm>
                <a:off x="985835" y="2034332"/>
                <a:ext cx="390676" cy="180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>
                    <a:solidFill>
                      <a:schemeClr val="bg1">
                        <a:lumMod val="50000"/>
                      </a:schemeClr>
                    </a:solidFill>
                  </a:rPr>
                  <a:t>편도</a:t>
                </a:r>
              </a:p>
            </p:txBody>
          </p:sp>
          <p:sp>
            <p:nvSpPr>
              <p:cNvPr id="249" name="직사각형 248">
                <a:extLst>
                  <a:ext uri="{FF2B5EF4-FFF2-40B4-BE49-F238E27FC236}">
                    <a16:creationId xmlns:a16="http://schemas.microsoft.com/office/drawing/2014/main" id="{A711A116-009F-F7E8-6ECF-B6C9103EC6FB}"/>
                  </a:ext>
                </a:extLst>
              </p:cNvPr>
              <p:cNvSpPr/>
              <p:nvPr/>
            </p:nvSpPr>
            <p:spPr>
              <a:xfrm>
                <a:off x="1370307" y="2034332"/>
                <a:ext cx="540708" cy="180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 err="1">
                    <a:solidFill>
                      <a:schemeClr val="bg1">
                        <a:lumMod val="50000"/>
                      </a:schemeClr>
                    </a:solidFill>
                  </a:rPr>
                  <a:t>다구간</a:t>
                </a:r>
                <a:endParaRPr lang="ko-KR" altLang="en-US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229" name="그룹 228">
              <a:extLst>
                <a:ext uri="{FF2B5EF4-FFF2-40B4-BE49-F238E27FC236}">
                  <a16:creationId xmlns:a16="http://schemas.microsoft.com/office/drawing/2014/main" id="{4539AF00-595E-2089-A5A5-D649CA25126C}"/>
                </a:ext>
              </a:extLst>
            </p:cNvPr>
            <p:cNvGrpSpPr/>
            <p:nvPr/>
          </p:nvGrpSpPr>
          <p:grpSpPr>
            <a:xfrm>
              <a:off x="2335411" y="2026507"/>
              <a:ext cx="832987" cy="180000"/>
              <a:chOff x="2335411" y="2026507"/>
              <a:chExt cx="832987" cy="180000"/>
            </a:xfrm>
          </p:grpSpPr>
          <p:sp>
            <p:nvSpPr>
              <p:cNvPr id="245" name="직사각형 244">
                <a:extLst>
                  <a:ext uri="{FF2B5EF4-FFF2-40B4-BE49-F238E27FC236}">
                    <a16:creationId xmlns:a16="http://schemas.microsoft.com/office/drawing/2014/main" id="{B034DE10-0AFF-8423-BF2B-4E91162C4E09}"/>
                  </a:ext>
                </a:extLst>
              </p:cNvPr>
              <p:cNvSpPr/>
              <p:nvPr/>
            </p:nvSpPr>
            <p:spPr>
              <a:xfrm>
                <a:off x="2393248" y="2026507"/>
                <a:ext cx="775150" cy="180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>
                    <a:solidFill>
                      <a:schemeClr val="tx1"/>
                    </a:solidFill>
                  </a:rPr>
                  <a:t>직항만 검색</a:t>
                </a:r>
              </a:p>
            </p:txBody>
          </p:sp>
          <p:sp>
            <p:nvSpPr>
              <p:cNvPr id="246" name="직사각형 245">
                <a:extLst>
                  <a:ext uri="{FF2B5EF4-FFF2-40B4-BE49-F238E27FC236}">
                    <a16:creationId xmlns:a16="http://schemas.microsoft.com/office/drawing/2014/main" id="{AAAA8FB1-8E22-62DA-83F6-82558B93EE58}"/>
                  </a:ext>
                </a:extLst>
              </p:cNvPr>
              <p:cNvSpPr/>
              <p:nvPr/>
            </p:nvSpPr>
            <p:spPr>
              <a:xfrm>
                <a:off x="2335411" y="2058842"/>
                <a:ext cx="115330" cy="11533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230" name="직사각형 229">
              <a:extLst>
                <a:ext uri="{FF2B5EF4-FFF2-40B4-BE49-F238E27FC236}">
                  <a16:creationId xmlns:a16="http://schemas.microsoft.com/office/drawing/2014/main" id="{99648278-E52E-0805-FFBB-9B3E4C66B3B2}"/>
                </a:ext>
              </a:extLst>
            </p:cNvPr>
            <p:cNvSpPr/>
            <p:nvPr/>
          </p:nvSpPr>
          <p:spPr>
            <a:xfrm>
              <a:off x="601362" y="2365392"/>
              <a:ext cx="6480000" cy="504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231" name="그룹 230">
              <a:extLst>
                <a:ext uri="{FF2B5EF4-FFF2-40B4-BE49-F238E27FC236}">
                  <a16:creationId xmlns:a16="http://schemas.microsoft.com/office/drawing/2014/main" id="{64DB0A15-47EF-D79A-A758-1767F52A42EE}"/>
                </a:ext>
              </a:extLst>
            </p:cNvPr>
            <p:cNvGrpSpPr/>
            <p:nvPr/>
          </p:nvGrpSpPr>
          <p:grpSpPr>
            <a:xfrm>
              <a:off x="869155" y="2487152"/>
              <a:ext cx="2658079" cy="248804"/>
              <a:chOff x="869155" y="2487152"/>
              <a:chExt cx="2658079" cy="248804"/>
            </a:xfrm>
          </p:grpSpPr>
          <p:sp>
            <p:nvSpPr>
              <p:cNvPr id="240" name="직사각형 239">
                <a:extLst>
                  <a:ext uri="{FF2B5EF4-FFF2-40B4-BE49-F238E27FC236}">
                    <a16:creationId xmlns:a16="http://schemas.microsoft.com/office/drawing/2014/main" id="{7AD92C6E-A0D6-CDB7-27A8-1D45E7DBD89F}"/>
                  </a:ext>
                </a:extLst>
              </p:cNvPr>
              <p:cNvSpPr/>
              <p:nvPr/>
            </p:nvSpPr>
            <p:spPr>
              <a:xfrm>
                <a:off x="869155" y="2524206"/>
                <a:ext cx="94488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>
                    <a:solidFill>
                      <a:schemeClr val="tx1"/>
                    </a:solidFill>
                  </a:rPr>
                  <a:t>서울</a:t>
                </a:r>
                <a:r>
                  <a:rPr lang="en-US" altLang="ko-KR" sz="800" dirty="0">
                    <a:solidFill>
                      <a:schemeClr val="tx1"/>
                    </a:solidFill>
                  </a:rPr>
                  <a:t>/</a:t>
                </a:r>
                <a:r>
                  <a:rPr lang="ko-KR" altLang="en-US" sz="800" dirty="0">
                    <a:solidFill>
                      <a:schemeClr val="tx1"/>
                    </a:solidFill>
                  </a:rPr>
                  <a:t>인천</a:t>
                </a:r>
                <a:r>
                  <a:rPr lang="en-US" altLang="ko-KR" sz="800" dirty="0">
                    <a:solidFill>
                      <a:schemeClr val="tx1"/>
                    </a:solidFill>
                  </a:rPr>
                  <a:t>(ICN)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241" name="그룹 240">
                <a:extLst>
                  <a:ext uri="{FF2B5EF4-FFF2-40B4-BE49-F238E27FC236}">
                    <a16:creationId xmlns:a16="http://schemas.microsoft.com/office/drawing/2014/main" id="{17956717-CB2C-5ADD-BC40-B95FB3BE7C04}"/>
                  </a:ext>
                </a:extLst>
              </p:cNvPr>
              <p:cNvGrpSpPr/>
              <p:nvPr/>
            </p:nvGrpSpPr>
            <p:grpSpPr>
              <a:xfrm>
                <a:off x="1721548" y="2487152"/>
                <a:ext cx="944880" cy="248804"/>
                <a:chOff x="1911015" y="2455402"/>
                <a:chExt cx="944880" cy="248804"/>
              </a:xfrm>
            </p:grpSpPr>
            <p:sp>
              <p:nvSpPr>
                <p:cNvPr id="243" name="직사각형 242">
                  <a:extLst>
                    <a:ext uri="{FF2B5EF4-FFF2-40B4-BE49-F238E27FC236}">
                      <a16:creationId xmlns:a16="http://schemas.microsoft.com/office/drawing/2014/main" id="{F71BB3E6-314B-6B5A-87C2-D051DA2AA4AD}"/>
                    </a:ext>
                  </a:extLst>
                </p:cNvPr>
                <p:cNvSpPr/>
                <p:nvPr/>
              </p:nvSpPr>
              <p:spPr>
                <a:xfrm>
                  <a:off x="1911015" y="2524206"/>
                  <a:ext cx="944880" cy="18000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 dirty="0">
                      <a:solidFill>
                        <a:schemeClr val="tx1"/>
                      </a:solidFill>
                    </a:rPr>
                    <a:t>←</a:t>
                  </a:r>
                </a:p>
              </p:txBody>
            </p:sp>
            <p:sp>
              <p:nvSpPr>
                <p:cNvPr id="244" name="직사각형 243">
                  <a:extLst>
                    <a:ext uri="{FF2B5EF4-FFF2-40B4-BE49-F238E27FC236}">
                      <a16:creationId xmlns:a16="http://schemas.microsoft.com/office/drawing/2014/main" id="{45D6E086-A24B-1C68-EB6A-26E2EA53EF44}"/>
                    </a:ext>
                  </a:extLst>
                </p:cNvPr>
                <p:cNvSpPr/>
                <p:nvPr/>
              </p:nvSpPr>
              <p:spPr>
                <a:xfrm>
                  <a:off x="1911015" y="2455402"/>
                  <a:ext cx="944880" cy="18000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 dirty="0">
                      <a:solidFill>
                        <a:schemeClr val="tx1"/>
                      </a:solidFill>
                    </a:rPr>
                    <a:t>→</a:t>
                  </a:r>
                </a:p>
              </p:txBody>
            </p:sp>
          </p:grpSp>
          <p:sp>
            <p:nvSpPr>
              <p:cNvPr id="242" name="직사각형 241">
                <a:extLst>
                  <a:ext uri="{FF2B5EF4-FFF2-40B4-BE49-F238E27FC236}">
                    <a16:creationId xmlns:a16="http://schemas.microsoft.com/office/drawing/2014/main" id="{F51F74BD-2F31-83D3-AC2B-6C0737405510}"/>
                  </a:ext>
                </a:extLst>
              </p:cNvPr>
              <p:cNvSpPr/>
              <p:nvPr/>
            </p:nvSpPr>
            <p:spPr>
              <a:xfrm>
                <a:off x="2582354" y="2524206"/>
                <a:ext cx="94488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>
                    <a:solidFill>
                      <a:schemeClr val="bg2">
                        <a:lumMod val="50000"/>
                      </a:schemeClr>
                    </a:solidFill>
                  </a:rPr>
                  <a:t>도착지</a:t>
                </a:r>
              </a:p>
            </p:txBody>
          </p:sp>
        </p:grpSp>
        <p:sp>
          <p:nvSpPr>
            <p:cNvPr id="232" name="직사각형 231">
              <a:extLst>
                <a:ext uri="{FF2B5EF4-FFF2-40B4-BE49-F238E27FC236}">
                  <a16:creationId xmlns:a16="http://schemas.microsoft.com/office/drawing/2014/main" id="{D8BA09BA-311D-81F0-9FC0-85BB77159EBA}"/>
                </a:ext>
              </a:extLst>
            </p:cNvPr>
            <p:cNvSpPr/>
            <p:nvPr/>
          </p:nvSpPr>
          <p:spPr>
            <a:xfrm>
              <a:off x="4177014" y="2524206"/>
              <a:ext cx="944880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bg2">
                      <a:lumMod val="50000"/>
                    </a:schemeClr>
                  </a:solidFill>
                </a:rPr>
                <a:t>출장일정</a:t>
              </a:r>
            </a:p>
          </p:txBody>
        </p:sp>
        <p:sp>
          <p:nvSpPr>
            <p:cNvPr id="233" name="직사각형 232">
              <a:extLst>
                <a:ext uri="{FF2B5EF4-FFF2-40B4-BE49-F238E27FC236}">
                  <a16:creationId xmlns:a16="http://schemas.microsoft.com/office/drawing/2014/main" id="{BBCEA339-82F4-E69A-4787-DB87D97EE413}"/>
                </a:ext>
              </a:extLst>
            </p:cNvPr>
            <p:cNvSpPr/>
            <p:nvPr/>
          </p:nvSpPr>
          <p:spPr>
            <a:xfrm>
              <a:off x="5797013" y="2524206"/>
              <a:ext cx="944880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인원 </a:t>
              </a:r>
              <a:r>
                <a:rPr lang="en-US" altLang="ko-KR" sz="800" dirty="0">
                  <a:solidFill>
                    <a:schemeClr val="tx1"/>
                  </a:solidFill>
                </a:rPr>
                <a:t>1 · </a:t>
              </a:r>
              <a:r>
                <a:rPr lang="ko-KR" altLang="en-US" sz="800" dirty="0">
                  <a:solidFill>
                    <a:schemeClr val="tx1"/>
                  </a:solidFill>
                </a:rPr>
                <a:t>일반석</a:t>
              </a:r>
            </a:p>
          </p:txBody>
        </p:sp>
        <p:cxnSp>
          <p:nvCxnSpPr>
            <p:cNvPr id="234" name="직선 연결선 233">
              <a:extLst>
                <a:ext uri="{FF2B5EF4-FFF2-40B4-BE49-F238E27FC236}">
                  <a16:creationId xmlns:a16="http://schemas.microsoft.com/office/drawing/2014/main" id="{35DFB7D6-2465-1A1B-85CF-BCEF50CD63C6}"/>
                </a:ext>
              </a:extLst>
            </p:cNvPr>
            <p:cNvCxnSpPr>
              <a:cxnSpLocks/>
            </p:cNvCxnSpPr>
            <p:nvPr/>
          </p:nvCxnSpPr>
          <p:spPr>
            <a:xfrm>
              <a:off x="5457545" y="2487698"/>
              <a:ext cx="0" cy="263205"/>
            </a:xfrm>
            <a:prstGeom prst="line">
              <a:avLst/>
            </a:prstGeom>
            <a:ln w="952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5" name="직선 연결선 234">
              <a:extLst>
                <a:ext uri="{FF2B5EF4-FFF2-40B4-BE49-F238E27FC236}">
                  <a16:creationId xmlns:a16="http://schemas.microsoft.com/office/drawing/2014/main" id="{23CE6E50-49BC-EAC0-AF1E-EC662A864261}"/>
                </a:ext>
              </a:extLst>
            </p:cNvPr>
            <p:cNvCxnSpPr>
              <a:cxnSpLocks/>
            </p:cNvCxnSpPr>
            <p:nvPr/>
          </p:nvCxnSpPr>
          <p:spPr>
            <a:xfrm>
              <a:off x="3841362" y="2485790"/>
              <a:ext cx="0" cy="263205"/>
            </a:xfrm>
            <a:prstGeom prst="line">
              <a:avLst/>
            </a:prstGeom>
            <a:ln w="952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236" name="그룹 235">
              <a:extLst>
                <a:ext uri="{FF2B5EF4-FFF2-40B4-BE49-F238E27FC236}">
                  <a16:creationId xmlns:a16="http://schemas.microsoft.com/office/drawing/2014/main" id="{A7FE54E5-B402-3607-DFAF-3CFBEB6F5F8F}"/>
                </a:ext>
              </a:extLst>
            </p:cNvPr>
            <p:cNvGrpSpPr/>
            <p:nvPr/>
          </p:nvGrpSpPr>
          <p:grpSpPr>
            <a:xfrm>
              <a:off x="395415" y="1502938"/>
              <a:ext cx="4697636" cy="288000"/>
              <a:chOff x="395415" y="1502938"/>
              <a:chExt cx="4697636" cy="288000"/>
            </a:xfrm>
          </p:grpSpPr>
          <p:sp>
            <p:nvSpPr>
              <p:cNvPr id="237" name="직사각형 236">
                <a:extLst>
                  <a:ext uri="{FF2B5EF4-FFF2-40B4-BE49-F238E27FC236}">
                    <a16:creationId xmlns:a16="http://schemas.microsoft.com/office/drawing/2014/main" id="{E39BE10F-45EA-6DAF-41D5-D145E6FD68A7}"/>
                  </a:ext>
                </a:extLst>
              </p:cNvPr>
              <p:cNvSpPr/>
              <p:nvPr/>
            </p:nvSpPr>
            <p:spPr>
              <a:xfrm>
                <a:off x="395415" y="1502938"/>
                <a:ext cx="1566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dirty="0">
                    <a:solidFill>
                      <a:schemeClr val="tx1"/>
                    </a:solidFill>
                  </a:rPr>
                  <a:t>국제선</a:t>
                </a:r>
              </a:p>
            </p:txBody>
          </p:sp>
          <p:sp>
            <p:nvSpPr>
              <p:cNvPr id="238" name="직사각형 237">
                <a:extLst>
                  <a:ext uri="{FF2B5EF4-FFF2-40B4-BE49-F238E27FC236}">
                    <a16:creationId xmlns:a16="http://schemas.microsoft.com/office/drawing/2014/main" id="{9C1DFE05-6672-8681-A270-F7AC2B07A89C}"/>
                  </a:ext>
                </a:extLst>
              </p:cNvPr>
              <p:cNvSpPr/>
              <p:nvPr/>
            </p:nvSpPr>
            <p:spPr>
              <a:xfrm>
                <a:off x="3527051" y="1502938"/>
                <a:ext cx="1566000" cy="288000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dirty="0">
                    <a:solidFill>
                      <a:schemeClr val="bg1"/>
                    </a:solidFill>
                  </a:rPr>
                  <a:t>예약내역</a:t>
                </a:r>
              </a:p>
            </p:txBody>
          </p:sp>
          <p:sp>
            <p:nvSpPr>
              <p:cNvPr id="239" name="직사각형 238">
                <a:extLst>
                  <a:ext uri="{FF2B5EF4-FFF2-40B4-BE49-F238E27FC236}">
                    <a16:creationId xmlns:a16="http://schemas.microsoft.com/office/drawing/2014/main" id="{BFDF14E7-7DA6-8657-29C7-D0B381C77EF2}"/>
                  </a:ext>
                </a:extLst>
              </p:cNvPr>
              <p:cNvSpPr/>
              <p:nvPr/>
            </p:nvSpPr>
            <p:spPr>
              <a:xfrm>
                <a:off x="1961234" y="1502938"/>
                <a:ext cx="1566000" cy="288000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dirty="0">
                    <a:solidFill>
                      <a:schemeClr val="bg1"/>
                    </a:solidFill>
                  </a:rPr>
                  <a:t>국내선</a:t>
                </a:r>
              </a:p>
            </p:txBody>
          </p:sp>
        </p:grpSp>
      </p:grpSp>
      <p:cxnSp>
        <p:nvCxnSpPr>
          <p:cNvPr id="157" name="직선 연결선 156">
            <a:extLst>
              <a:ext uri="{FF2B5EF4-FFF2-40B4-BE49-F238E27FC236}">
                <a16:creationId xmlns:a16="http://schemas.microsoft.com/office/drawing/2014/main" id="{6004B9E7-0C98-F8EB-6B95-632A6EB2F97B}"/>
              </a:ext>
            </a:extLst>
          </p:cNvPr>
          <p:cNvCxnSpPr>
            <a:cxnSpLocks/>
          </p:cNvCxnSpPr>
          <p:nvPr/>
        </p:nvCxnSpPr>
        <p:spPr>
          <a:xfrm>
            <a:off x="359690" y="4199773"/>
            <a:ext cx="1565819" cy="0"/>
          </a:xfrm>
          <a:prstGeom prst="line">
            <a:avLst/>
          </a:prstGeom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DB0E30FE-32CA-DB1F-81C1-8B379E396C8F}"/>
              </a:ext>
            </a:extLst>
          </p:cNvPr>
          <p:cNvGrpSpPr/>
          <p:nvPr/>
        </p:nvGrpSpPr>
        <p:grpSpPr>
          <a:xfrm>
            <a:off x="269862" y="5187565"/>
            <a:ext cx="1763943" cy="403295"/>
            <a:chOff x="3514096" y="4684199"/>
            <a:chExt cx="1763943" cy="403295"/>
          </a:xfrm>
        </p:grpSpPr>
        <p:cxnSp>
          <p:nvCxnSpPr>
            <p:cNvPr id="135" name="직선 연결선 134">
              <a:extLst>
                <a:ext uri="{FF2B5EF4-FFF2-40B4-BE49-F238E27FC236}">
                  <a16:creationId xmlns:a16="http://schemas.microsoft.com/office/drawing/2014/main" id="{8137738E-32E3-8BEF-19C2-1A6B4D2DB8D3}"/>
                </a:ext>
              </a:extLst>
            </p:cNvPr>
            <p:cNvCxnSpPr>
              <a:cxnSpLocks/>
            </p:cNvCxnSpPr>
            <p:nvPr/>
          </p:nvCxnSpPr>
          <p:spPr>
            <a:xfrm>
              <a:off x="3612313" y="5087494"/>
              <a:ext cx="1565819" cy="0"/>
            </a:xfrm>
            <a:prstGeom prst="line">
              <a:avLst/>
            </a:prstGeom>
            <a:ln w="6350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직사각형 117">
              <a:extLst>
                <a:ext uri="{FF2B5EF4-FFF2-40B4-BE49-F238E27FC236}">
                  <a16:creationId xmlns:a16="http://schemas.microsoft.com/office/drawing/2014/main" id="{28827DFE-2F45-BEFD-FF0F-B9F558455553}"/>
                </a:ext>
              </a:extLst>
            </p:cNvPr>
            <p:cNvSpPr/>
            <p:nvPr/>
          </p:nvSpPr>
          <p:spPr>
            <a:xfrm>
              <a:off x="3514096" y="4684199"/>
              <a:ext cx="944880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b="1" dirty="0">
                  <a:solidFill>
                    <a:schemeClr val="tx1"/>
                  </a:solidFill>
                </a:rPr>
                <a:t>경유 횟수</a:t>
              </a:r>
            </a:p>
          </p:txBody>
        </p:sp>
        <p:grpSp>
          <p:nvGrpSpPr>
            <p:cNvPr id="127" name="그룹 126">
              <a:extLst>
                <a:ext uri="{FF2B5EF4-FFF2-40B4-BE49-F238E27FC236}">
                  <a16:creationId xmlns:a16="http://schemas.microsoft.com/office/drawing/2014/main" id="{7EAF7929-5B2D-D330-43A1-CF48DB688E2A}"/>
                </a:ext>
              </a:extLst>
            </p:cNvPr>
            <p:cNvGrpSpPr/>
            <p:nvPr/>
          </p:nvGrpSpPr>
          <p:grpSpPr>
            <a:xfrm>
              <a:off x="3612311" y="4875694"/>
              <a:ext cx="494216" cy="180000"/>
              <a:chOff x="395415" y="3933668"/>
              <a:chExt cx="494216" cy="180000"/>
            </a:xfrm>
          </p:grpSpPr>
          <p:sp>
            <p:nvSpPr>
              <p:cNvPr id="123" name="직사각형 122">
                <a:extLst>
                  <a:ext uri="{FF2B5EF4-FFF2-40B4-BE49-F238E27FC236}">
                    <a16:creationId xmlns:a16="http://schemas.microsoft.com/office/drawing/2014/main" id="{A08D88F2-89E7-46BC-D5EA-E783D7F350FC}"/>
                  </a:ext>
                </a:extLst>
              </p:cNvPr>
              <p:cNvSpPr/>
              <p:nvPr/>
            </p:nvSpPr>
            <p:spPr>
              <a:xfrm>
                <a:off x="395415" y="3966003"/>
                <a:ext cx="115330" cy="11533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6" name="직사각형 125">
                <a:extLst>
                  <a:ext uri="{FF2B5EF4-FFF2-40B4-BE49-F238E27FC236}">
                    <a16:creationId xmlns:a16="http://schemas.microsoft.com/office/drawing/2014/main" id="{A886151C-6B93-EDB3-ABDF-361F1938D30F}"/>
                  </a:ext>
                </a:extLst>
              </p:cNvPr>
              <p:cNvSpPr/>
              <p:nvPr/>
            </p:nvSpPr>
            <p:spPr>
              <a:xfrm>
                <a:off x="493631" y="3933668"/>
                <a:ext cx="396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>
                    <a:solidFill>
                      <a:schemeClr val="tx1"/>
                    </a:solidFill>
                  </a:rPr>
                  <a:t>전체</a:t>
                </a:r>
              </a:p>
            </p:txBody>
          </p:sp>
        </p:grpSp>
        <p:grpSp>
          <p:nvGrpSpPr>
            <p:cNvPr id="131" name="그룹 130">
              <a:extLst>
                <a:ext uri="{FF2B5EF4-FFF2-40B4-BE49-F238E27FC236}">
                  <a16:creationId xmlns:a16="http://schemas.microsoft.com/office/drawing/2014/main" id="{9D47AF06-9532-49A4-D3E1-A39890E53A6C}"/>
                </a:ext>
              </a:extLst>
            </p:cNvPr>
            <p:cNvGrpSpPr/>
            <p:nvPr/>
          </p:nvGrpSpPr>
          <p:grpSpPr>
            <a:xfrm>
              <a:off x="4783823" y="4875694"/>
              <a:ext cx="494216" cy="180000"/>
              <a:chOff x="395415" y="3933668"/>
              <a:chExt cx="494216" cy="180000"/>
            </a:xfrm>
          </p:grpSpPr>
          <p:sp>
            <p:nvSpPr>
              <p:cNvPr id="132" name="직사각형 131">
                <a:extLst>
                  <a:ext uri="{FF2B5EF4-FFF2-40B4-BE49-F238E27FC236}">
                    <a16:creationId xmlns:a16="http://schemas.microsoft.com/office/drawing/2014/main" id="{BCAF73C5-F9F7-3E87-67B0-FF370BA74126}"/>
                  </a:ext>
                </a:extLst>
              </p:cNvPr>
              <p:cNvSpPr/>
              <p:nvPr/>
            </p:nvSpPr>
            <p:spPr>
              <a:xfrm>
                <a:off x="395415" y="3966003"/>
                <a:ext cx="115330" cy="11533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3" name="직사각형 132">
                <a:extLst>
                  <a:ext uri="{FF2B5EF4-FFF2-40B4-BE49-F238E27FC236}">
                    <a16:creationId xmlns:a16="http://schemas.microsoft.com/office/drawing/2014/main" id="{50EA97F4-E888-DA28-0A21-BB853856BA9D}"/>
                  </a:ext>
                </a:extLst>
              </p:cNvPr>
              <p:cNvSpPr/>
              <p:nvPr/>
            </p:nvSpPr>
            <p:spPr>
              <a:xfrm>
                <a:off x="493631" y="3933668"/>
                <a:ext cx="396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>
                    <a:solidFill>
                      <a:schemeClr val="tx1"/>
                    </a:solidFill>
                  </a:rPr>
                  <a:t>경유</a:t>
                </a:r>
              </a:p>
            </p:txBody>
          </p:sp>
        </p:grpSp>
        <p:grpSp>
          <p:nvGrpSpPr>
            <p:cNvPr id="204" name="그룹 203">
              <a:extLst>
                <a:ext uri="{FF2B5EF4-FFF2-40B4-BE49-F238E27FC236}">
                  <a16:creationId xmlns:a16="http://schemas.microsoft.com/office/drawing/2014/main" id="{39D3B956-6FAB-DD48-8241-B5DDFE918F15}"/>
                </a:ext>
              </a:extLst>
            </p:cNvPr>
            <p:cNvGrpSpPr/>
            <p:nvPr/>
          </p:nvGrpSpPr>
          <p:grpSpPr>
            <a:xfrm>
              <a:off x="4198067" y="4875694"/>
              <a:ext cx="494216" cy="180000"/>
              <a:chOff x="981171" y="3933668"/>
              <a:chExt cx="494216" cy="180000"/>
            </a:xfrm>
          </p:grpSpPr>
          <p:sp>
            <p:nvSpPr>
              <p:cNvPr id="130" name="직사각형 129">
                <a:extLst>
                  <a:ext uri="{FF2B5EF4-FFF2-40B4-BE49-F238E27FC236}">
                    <a16:creationId xmlns:a16="http://schemas.microsoft.com/office/drawing/2014/main" id="{7D362467-5440-262A-4937-4ADAAB0AEE87}"/>
                  </a:ext>
                </a:extLst>
              </p:cNvPr>
              <p:cNvSpPr/>
              <p:nvPr/>
            </p:nvSpPr>
            <p:spPr>
              <a:xfrm>
                <a:off x="1079387" y="3933668"/>
                <a:ext cx="396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>
                    <a:solidFill>
                      <a:schemeClr val="tx1"/>
                    </a:solidFill>
                  </a:rPr>
                  <a:t>직항</a:t>
                </a:r>
              </a:p>
            </p:txBody>
          </p:sp>
          <p:grpSp>
            <p:nvGrpSpPr>
              <p:cNvPr id="198" name="그룹 197">
                <a:extLst>
                  <a:ext uri="{FF2B5EF4-FFF2-40B4-BE49-F238E27FC236}">
                    <a16:creationId xmlns:a16="http://schemas.microsoft.com/office/drawing/2014/main" id="{D5191974-EF88-C3E4-9138-8D763CB1FD69}"/>
                  </a:ext>
                </a:extLst>
              </p:cNvPr>
              <p:cNvGrpSpPr/>
              <p:nvPr/>
            </p:nvGrpSpPr>
            <p:grpSpPr>
              <a:xfrm>
                <a:off x="981171" y="3966003"/>
                <a:ext cx="115330" cy="115330"/>
                <a:chOff x="981171" y="3966003"/>
                <a:chExt cx="115330" cy="115330"/>
              </a:xfrm>
            </p:grpSpPr>
            <p:sp>
              <p:nvSpPr>
                <p:cNvPr id="129" name="직사각형 128">
                  <a:extLst>
                    <a:ext uri="{FF2B5EF4-FFF2-40B4-BE49-F238E27FC236}">
                      <a16:creationId xmlns:a16="http://schemas.microsoft.com/office/drawing/2014/main" id="{22A4593F-FEEE-96EF-49B2-B4B780EA95D8}"/>
                    </a:ext>
                  </a:extLst>
                </p:cNvPr>
                <p:cNvSpPr/>
                <p:nvPr/>
              </p:nvSpPr>
              <p:spPr>
                <a:xfrm>
                  <a:off x="981171" y="3966003"/>
                  <a:ext cx="115330" cy="115330"/>
                </a:xfrm>
                <a:prstGeom prst="rect">
                  <a:avLst/>
                </a:prstGeom>
                <a:solidFill>
                  <a:schemeClr val="bg2">
                    <a:lumMod val="50000"/>
                  </a:schemeClr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accent6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grpSp>
              <p:nvGrpSpPr>
                <p:cNvPr id="197" name="그룹 196">
                  <a:extLst>
                    <a:ext uri="{FF2B5EF4-FFF2-40B4-BE49-F238E27FC236}">
                      <a16:creationId xmlns:a16="http://schemas.microsoft.com/office/drawing/2014/main" id="{7B0C6D9D-F3C9-F160-5138-4D071820009D}"/>
                    </a:ext>
                  </a:extLst>
                </p:cNvPr>
                <p:cNvGrpSpPr/>
                <p:nvPr/>
              </p:nvGrpSpPr>
              <p:grpSpPr>
                <a:xfrm>
                  <a:off x="1002836" y="4005668"/>
                  <a:ext cx="72000" cy="36000"/>
                  <a:chOff x="3413760" y="4836443"/>
                  <a:chExt cx="345002" cy="117028"/>
                </a:xfrm>
              </p:grpSpPr>
              <p:cxnSp>
                <p:nvCxnSpPr>
                  <p:cNvPr id="194" name="직선 연결선 193">
                    <a:extLst>
                      <a:ext uri="{FF2B5EF4-FFF2-40B4-BE49-F238E27FC236}">
                        <a16:creationId xmlns:a16="http://schemas.microsoft.com/office/drawing/2014/main" id="{27BDD96F-4657-9A57-71E0-7A90580073B1}"/>
                      </a:ext>
                    </a:extLst>
                  </p:cNvPr>
                  <p:cNvCxnSpPr/>
                  <p:nvPr/>
                </p:nvCxnSpPr>
                <p:spPr>
                  <a:xfrm>
                    <a:off x="3413760" y="4836443"/>
                    <a:ext cx="117028" cy="117028"/>
                  </a:xfrm>
                  <a:prstGeom prst="line">
                    <a:avLst/>
                  </a:prstGeom>
                  <a:ln w="63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6" name="직선 연결선 195">
                    <a:extLst>
                      <a:ext uri="{FF2B5EF4-FFF2-40B4-BE49-F238E27FC236}">
                        <a16:creationId xmlns:a16="http://schemas.microsoft.com/office/drawing/2014/main" id="{DAB7498A-9BE5-EB3C-DCCD-B27DDFAE6280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3513912" y="4837015"/>
                    <a:ext cx="244850" cy="116456"/>
                  </a:xfrm>
                  <a:prstGeom prst="line">
                    <a:avLst/>
                  </a:prstGeom>
                  <a:ln w="63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764A2236-FCE8-0514-8ACC-71047D8D9E50}"/>
              </a:ext>
            </a:extLst>
          </p:cNvPr>
          <p:cNvGrpSpPr/>
          <p:nvPr/>
        </p:nvGrpSpPr>
        <p:grpSpPr>
          <a:xfrm>
            <a:off x="269294" y="3386555"/>
            <a:ext cx="1764511" cy="726376"/>
            <a:chOff x="297200" y="4049295"/>
            <a:chExt cx="1764511" cy="726376"/>
          </a:xfrm>
        </p:grpSpPr>
        <p:sp>
          <p:nvSpPr>
            <p:cNvPr id="147" name="직사각형 146">
              <a:extLst>
                <a:ext uri="{FF2B5EF4-FFF2-40B4-BE49-F238E27FC236}">
                  <a16:creationId xmlns:a16="http://schemas.microsoft.com/office/drawing/2014/main" id="{D7E4301D-2014-C2CF-86D1-362897775A97}"/>
                </a:ext>
              </a:extLst>
            </p:cNvPr>
            <p:cNvSpPr/>
            <p:nvPr/>
          </p:nvSpPr>
          <p:spPr>
            <a:xfrm>
              <a:off x="297200" y="4049295"/>
              <a:ext cx="944880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b="1" dirty="0">
                  <a:solidFill>
                    <a:schemeClr val="tx1"/>
                  </a:solidFill>
                </a:rPr>
                <a:t>항공사 동맹</a:t>
              </a:r>
            </a:p>
          </p:txBody>
        </p:sp>
        <p:grpSp>
          <p:nvGrpSpPr>
            <p:cNvPr id="148" name="그룹 147">
              <a:extLst>
                <a:ext uri="{FF2B5EF4-FFF2-40B4-BE49-F238E27FC236}">
                  <a16:creationId xmlns:a16="http://schemas.microsoft.com/office/drawing/2014/main" id="{9205E04B-DFD8-48C3-DE8D-EFE2F1B8CC24}"/>
                </a:ext>
              </a:extLst>
            </p:cNvPr>
            <p:cNvGrpSpPr/>
            <p:nvPr/>
          </p:nvGrpSpPr>
          <p:grpSpPr>
            <a:xfrm>
              <a:off x="395415" y="4223034"/>
              <a:ext cx="494216" cy="180000"/>
              <a:chOff x="395415" y="3933668"/>
              <a:chExt cx="494216" cy="180000"/>
            </a:xfrm>
          </p:grpSpPr>
          <p:sp>
            <p:nvSpPr>
              <p:cNvPr id="149" name="직사각형 148">
                <a:extLst>
                  <a:ext uri="{FF2B5EF4-FFF2-40B4-BE49-F238E27FC236}">
                    <a16:creationId xmlns:a16="http://schemas.microsoft.com/office/drawing/2014/main" id="{095DC6C2-F3D3-3B64-0DCE-43CD2B11B80F}"/>
                  </a:ext>
                </a:extLst>
              </p:cNvPr>
              <p:cNvSpPr/>
              <p:nvPr/>
            </p:nvSpPr>
            <p:spPr>
              <a:xfrm>
                <a:off x="395415" y="3966003"/>
                <a:ext cx="115330" cy="11533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0" name="직사각형 149">
                <a:extLst>
                  <a:ext uri="{FF2B5EF4-FFF2-40B4-BE49-F238E27FC236}">
                    <a16:creationId xmlns:a16="http://schemas.microsoft.com/office/drawing/2014/main" id="{B3D60C69-4481-0299-94E0-FE9E9E75A7AB}"/>
                  </a:ext>
                </a:extLst>
              </p:cNvPr>
              <p:cNvSpPr/>
              <p:nvPr/>
            </p:nvSpPr>
            <p:spPr>
              <a:xfrm>
                <a:off x="493631" y="3933668"/>
                <a:ext cx="396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>
                    <a:solidFill>
                      <a:schemeClr val="tx1"/>
                    </a:solidFill>
                  </a:rPr>
                  <a:t>전체</a:t>
                </a:r>
              </a:p>
            </p:txBody>
          </p:sp>
        </p:grpSp>
        <p:grpSp>
          <p:nvGrpSpPr>
            <p:cNvPr id="151" name="그룹 150">
              <a:extLst>
                <a:ext uri="{FF2B5EF4-FFF2-40B4-BE49-F238E27FC236}">
                  <a16:creationId xmlns:a16="http://schemas.microsoft.com/office/drawing/2014/main" id="{ACE0A000-F475-1ABC-F7AE-829E2C7A766A}"/>
                </a:ext>
              </a:extLst>
            </p:cNvPr>
            <p:cNvGrpSpPr/>
            <p:nvPr/>
          </p:nvGrpSpPr>
          <p:grpSpPr>
            <a:xfrm>
              <a:off x="395415" y="4411980"/>
              <a:ext cx="710216" cy="180000"/>
              <a:chOff x="395415" y="3933668"/>
              <a:chExt cx="710216" cy="180000"/>
            </a:xfrm>
          </p:grpSpPr>
          <p:sp>
            <p:nvSpPr>
              <p:cNvPr id="152" name="직사각형 151">
                <a:extLst>
                  <a:ext uri="{FF2B5EF4-FFF2-40B4-BE49-F238E27FC236}">
                    <a16:creationId xmlns:a16="http://schemas.microsoft.com/office/drawing/2014/main" id="{E49C72EF-9141-5BB7-AD91-9D6A51126C5D}"/>
                  </a:ext>
                </a:extLst>
              </p:cNvPr>
              <p:cNvSpPr/>
              <p:nvPr/>
            </p:nvSpPr>
            <p:spPr>
              <a:xfrm>
                <a:off x="395415" y="3966003"/>
                <a:ext cx="115330" cy="11533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3" name="직사각형 152">
                <a:extLst>
                  <a:ext uri="{FF2B5EF4-FFF2-40B4-BE49-F238E27FC236}">
                    <a16:creationId xmlns:a16="http://schemas.microsoft.com/office/drawing/2014/main" id="{756BEEE9-BB8B-8D90-F00E-863123C358BF}"/>
                  </a:ext>
                </a:extLst>
              </p:cNvPr>
              <p:cNvSpPr/>
              <p:nvPr/>
            </p:nvSpPr>
            <p:spPr>
              <a:xfrm>
                <a:off x="493631" y="3933668"/>
                <a:ext cx="612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 err="1">
                    <a:solidFill>
                      <a:schemeClr val="tx1"/>
                    </a:solidFill>
                  </a:rPr>
                  <a:t>원월드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54" name="그룹 153">
              <a:extLst>
                <a:ext uri="{FF2B5EF4-FFF2-40B4-BE49-F238E27FC236}">
                  <a16:creationId xmlns:a16="http://schemas.microsoft.com/office/drawing/2014/main" id="{CADD2BD5-129C-3840-81C1-A508BEB9B7DF}"/>
                </a:ext>
              </a:extLst>
            </p:cNvPr>
            <p:cNvGrpSpPr/>
            <p:nvPr/>
          </p:nvGrpSpPr>
          <p:grpSpPr>
            <a:xfrm>
              <a:off x="1046285" y="4236639"/>
              <a:ext cx="1015426" cy="180000"/>
              <a:chOff x="395415" y="3933667"/>
              <a:chExt cx="1015426" cy="180000"/>
            </a:xfrm>
          </p:grpSpPr>
          <p:sp>
            <p:nvSpPr>
              <p:cNvPr id="155" name="직사각형 154">
                <a:extLst>
                  <a:ext uri="{FF2B5EF4-FFF2-40B4-BE49-F238E27FC236}">
                    <a16:creationId xmlns:a16="http://schemas.microsoft.com/office/drawing/2014/main" id="{8CD2780D-F00F-5E36-65E5-2579115BE447}"/>
                  </a:ext>
                </a:extLst>
              </p:cNvPr>
              <p:cNvSpPr/>
              <p:nvPr/>
            </p:nvSpPr>
            <p:spPr>
              <a:xfrm>
                <a:off x="395415" y="3966002"/>
                <a:ext cx="115330" cy="11533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6" name="직사각형 155">
                <a:extLst>
                  <a:ext uri="{FF2B5EF4-FFF2-40B4-BE49-F238E27FC236}">
                    <a16:creationId xmlns:a16="http://schemas.microsoft.com/office/drawing/2014/main" id="{0951EEA1-6963-91B5-67EE-9EBDDB60E725}"/>
                  </a:ext>
                </a:extLst>
              </p:cNvPr>
              <p:cNvSpPr/>
              <p:nvPr/>
            </p:nvSpPr>
            <p:spPr>
              <a:xfrm>
                <a:off x="493630" y="3933667"/>
                <a:ext cx="917211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 err="1">
                    <a:solidFill>
                      <a:schemeClr val="tx1"/>
                    </a:solidFill>
                  </a:rPr>
                  <a:t>스타얼라이언스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58" name="그룹 157">
              <a:extLst>
                <a:ext uri="{FF2B5EF4-FFF2-40B4-BE49-F238E27FC236}">
                  <a16:creationId xmlns:a16="http://schemas.microsoft.com/office/drawing/2014/main" id="{D0D39801-BBB3-343D-EFE4-D2B1FD635008}"/>
                </a:ext>
              </a:extLst>
            </p:cNvPr>
            <p:cNvGrpSpPr/>
            <p:nvPr/>
          </p:nvGrpSpPr>
          <p:grpSpPr>
            <a:xfrm>
              <a:off x="1046285" y="4403079"/>
              <a:ext cx="710216" cy="180000"/>
              <a:chOff x="395415" y="3933668"/>
              <a:chExt cx="710216" cy="180000"/>
            </a:xfrm>
          </p:grpSpPr>
          <p:sp>
            <p:nvSpPr>
              <p:cNvPr id="159" name="직사각형 158">
                <a:extLst>
                  <a:ext uri="{FF2B5EF4-FFF2-40B4-BE49-F238E27FC236}">
                    <a16:creationId xmlns:a16="http://schemas.microsoft.com/office/drawing/2014/main" id="{9BF550DC-E830-39AD-9286-26C827D86587}"/>
                  </a:ext>
                </a:extLst>
              </p:cNvPr>
              <p:cNvSpPr/>
              <p:nvPr/>
            </p:nvSpPr>
            <p:spPr>
              <a:xfrm>
                <a:off x="395415" y="3966003"/>
                <a:ext cx="115330" cy="11533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0" name="직사각형 159">
                <a:extLst>
                  <a:ext uri="{FF2B5EF4-FFF2-40B4-BE49-F238E27FC236}">
                    <a16:creationId xmlns:a16="http://schemas.microsoft.com/office/drawing/2014/main" id="{1B8BCADB-7A76-7ACF-92F2-6FC4922CC983}"/>
                  </a:ext>
                </a:extLst>
              </p:cNvPr>
              <p:cNvSpPr/>
              <p:nvPr/>
            </p:nvSpPr>
            <p:spPr>
              <a:xfrm>
                <a:off x="493631" y="3933668"/>
                <a:ext cx="612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 err="1">
                    <a:solidFill>
                      <a:schemeClr val="tx1"/>
                    </a:solidFill>
                  </a:rPr>
                  <a:t>스카이팀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62" name="그룹 161">
              <a:extLst>
                <a:ext uri="{FF2B5EF4-FFF2-40B4-BE49-F238E27FC236}">
                  <a16:creationId xmlns:a16="http://schemas.microsoft.com/office/drawing/2014/main" id="{6730EDE1-F3E9-E0B3-61D7-CC354625C3FD}"/>
                </a:ext>
              </a:extLst>
            </p:cNvPr>
            <p:cNvGrpSpPr/>
            <p:nvPr/>
          </p:nvGrpSpPr>
          <p:grpSpPr>
            <a:xfrm>
              <a:off x="395415" y="4595671"/>
              <a:ext cx="710216" cy="180000"/>
              <a:chOff x="395415" y="3933668"/>
              <a:chExt cx="710216" cy="180000"/>
            </a:xfrm>
          </p:grpSpPr>
          <p:sp>
            <p:nvSpPr>
              <p:cNvPr id="163" name="직사각형 162">
                <a:extLst>
                  <a:ext uri="{FF2B5EF4-FFF2-40B4-BE49-F238E27FC236}">
                    <a16:creationId xmlns:a16="http://schemas.microsoft.com/office/drawing/2014/main" id="{39CF157A-8A69-F056-8896-5019085A53E8}"/>
                  </a:ext>
                </a:extLst>
              </p:cNvPr>
              <p:cNvSpPr/>
              <p:nvPr/>
            </p:nvSpPr>
            <p:spPr>
              <a:xfrm>
                <a:off x="395415" y="3966003"/>
                <a:ext cx="115330" cy="11533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4" name="직사각형 163">
                <a:extLst>
                  <a:ext uri="{FF2B5EF4-FFF2-40B4-BE49-F238E27FC236}">
                    <a16:creationId xmlns:a16="http://schemas.microsoft.com/office/drawing/2014/main" id="{3D2C065E-EB7C-5224-70F0-280D7F37249F}"/>
                  </a:ext>
                </a:extLst>
              </p:cNvPr>
              <p:cNvSpPr/>
              <p:nvPr/>
            </p:nvSpPr>
            <p:spPr>
              <a:xfrm>
                <a:off x="493631" y="3933668"/>
                <a:ext cx="612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>
                    <a:solidFill>
                      <a:schemeClr val="tx1"/>
                    </a:solidFill>
                  </a:rPr>
                  <a:t>기타</a:t>
                </a:r>
              </a:p>
            </p:txBody>
          </p:sp>
        </p:grpSp>
        <p:grpSp>
          <p:nvGrpSpPr>
            <p:cNvPr id="199" name="그룹 198">
              <a:extLst>
                <a:ext uri="{FF2B5EF4-FFF2-40B4-BE49-F238E27FC236}">
                  <a16:creationId xmlns:a16="http://schemas.microsoft.com/office/drawing/2014/main" id="{52F8765E-E766-60C8-A664-89A850468A99}"/>
                </a:ext>
              </a:extLst>
            </p:cNvPr>
            <p:cNvGrpSpPr/>
            <p:nvPr/>
          </p:nvGrpSpPr>
          <p:grpSpPr>
            <a:xfrm>
              <a:off x="1049366" y="4437647"/>
              <a:ext cx="115330" cy="115330"/>
              <a:chOff x="981171" y="3966003"/>
              <a:chExt cx="115330" cy="115330"/>
            </a:xfrm>
          </p:grpSpPr>
          <p:sp>
            <p:nvSpPr>
              <p:cNvPr id="200" name="직사각형 199">
                <a:extLst>
                  <a:ext uri="{FF2B5EF4-FFF2-40B4-BE49-F238E27FC236}">
                    <a16:creationId xmlns:a16="http://schemas.microsoft.com/office/drawing/2014/main" id="{4B485E06-5076-956F-5FF8-AB9D1C9D3527}"/>
                  </a:ext>
                </a:extLst>
              </p:cNvPr>
              <p:cNvSpPr/>
              <p:nvPr/>
            </p:nvSpPr>
            <p:spPr>
              <a:xfrm>
                <a:off x="981171" y="3966003"/>
                <a:ext cx="115330" cy="115330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201" name="그룹 200">
                <a:extLst>
                  <a:ext uri="{FF2B5EF4-FFF2-40B4-BE49-F238E27FC236}">
                    <a16:creationId xmlns:a16="http://schemas.microsoft.com/office/drawing/2014/main" id="{BBB2A441-630D-B22B-6150-810A3E2329B6}"/>
                  </a:ext>
                </a:extLst>
              </p:cNvPr>
              <p:cNvGrpSpPr/>
              <p:nvPr/>
            </p:nvGrpSpPr>
            <p:grpSpPr>
              <a:xfrm>
                <a:off x="1002836" y="4005668"/>
                <a:ext cx="72000" cy="36000"/>
                <a:chOff x="3413760" y="4836443"/>
                <a:chExt cx="345002" cy="117028"/>
              </a:xfrm>
            </p:grpSpPr>
            <p:cxnSp>
              <p:nvCxnSpPr>
                <p:cNvPr id="202" name="직선 연결선 201">
                  <a:extLst>
                    <a:ext uri="{FF2B5EF4-FFF2-40B4-BE49-F238E27FC236}">
                      <a16:creationId xmlns:a16="http://schemas.microsoft.com/office/drawing/2014/main" id="{55ABA0DB-CB48-27BE-DC07-53C94658BD5A}"/>
                    </a:ext>
                  </a:extLst>
                </p:cNvPr>
                <p:cNvCxnSpPr/>
                <p:nvPr/>
              </p:nvCxnSpPr>
              <p:spPr>
                <a:xfrm>
                  <a:off x="3413760" y="4836443"/>
                  <a:ext cx="117028" cy="117028"/>
                </a:xfrm>
                <a:prstGeom prst="line">
                  <a:avLst/>
                </a:prstGeom>
                <a:ln w="6350"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3" name="직선 연결선 202">
                  <a:extLst>
                    <a:ext uri="{FF2B5EF4-FFF2-40B4-BE49-F238E27FC236}">
                      <a16:creationId xmlns:a16="http://schemas.microsoft.com/office/drawing/2014/main" id="{C8E4A4ED-35CA-06EC-234E-8B4F1143CC70}"/>
                    </a:ext>
                  </a:extLst>
                </p:cNvPr>
                <p:cNvCxnSpPr/>
                <p:nvPr/>
              </p:nvCxnSpPr>
              <p:spPr>
                <a:xfrm flipV="1">
                  <a:off x="3513912" y="4837015"/>
                  <a:ext cx="244850" cy="116456"/>
                </a:xfrm>
                <a:prstGeom prst="line">
                  <a:avLst/>
                </a:prstGeom>
                <a:ln w="6350"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B929E0A8-D7AD-AF4C-B1B2-F82829BB86C0}"/>
              </a:ext>
            </a:extLst>
          </p:cNvPr>
          <p:cNvGrpSpPr/>
          <p:nvPr/>
        </p:nvGrpSpPr>
        <p:grpSpPr>
          <a:xfrm>
            <a:off x="269294" y="5685036"/>
            <a:ext cx="1810621" cy="440899"/>
            <a:chOff x="325147" y="4975411"/>
            <a:chExt cx="1810621" cy="440899"/>
          </a:xfrm>
        </p:grpSpPr>
        <p:cxnSp>
          <p:nvCxnSpPr>
            <p:cNvPr id="192" name="직선 연결선 191">
              <a:extLst>
                <a:ext uri="{FF2B5EF4-FFF2-40B4-BE49-F238E27FC236}">
                  <a16:creationId xmlns:a16="http://schemas.microsoft.com/office/drawing/2014/main" id="{D057BD73-D6FB-53B2-36F0-99BE8B3849F3}"/>
                </a:ext>
              </a:extLst>
            </p:cNvPr>
            <p:cNvCxnSpPr>
              <a:cxnSpLocks/>
            </p:cNvCxnSpPr>
            <p:nvPr/>
          </p:nvCxnSpPr>
          <p:spPr>
            <a:xfrm>
              <a:off x="389200" y="5416310"/>
              <a:ext cx="1565819" cy="0"/>
            </a:xfrm>
            <a:prstGeom prst="line">
              <a:avLst/>
            </a:prstGeom>
            <a:ln w="6350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2" name="직사각형 181">
              <a:extLst>
                <a:ext uri="{FF2B5EF4-FFF2-40B4-BE49-F238E27FC236}">
                  <a16:creationId xmlns:a16="http://schemas.microsoft.com/office/drawing/2014/main" id="{38F8C54E-B44B-DA0C-4CCD-1F2FD0135D04}"/>
                </a:ext>
              </a:extLst>
            </p:cNvPr>
            <p:cNvSpPr/>
            <p:nvPr/>
          </p:nvSpPr>
          <p:spPr>
            <a:xfrm>
              <a:off x="325147" y="4975411"/>
              <a:ext cx="944880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b="1" dirty="0">
                  <a:solidFill>
                    <a:schemeClr val="tx1"/>
                  </a:solidFill>
                </a:rPr>
                <a:t>규정 준수여부</a:t>
              </a:r>
            </a:p>
          </p:txBody>
        </p:sp>
        <p:grpSp>
          <p:nvGrpSpPr>
            <p:cNvPr id="183" name="그룹 182">
              <a:extLst>
                <a:ext uri="{FF2B5EF4-FFF2-40B4-BE49-F238E27FC236}">
                  <a16:creationId xmlns:a16="http://schemas.microsoft.com/office/drawing/2014/main" id="{34B6B922-9A3C-2F91-2294-2A37F9534219}"/>
                </a:ext>
              </a:extLst>
            </p:cNvPr>
            <p:cNvGrpSpPr/>
            <p:nvPr/>
          </p:nvGrpSpPr>
          <p:grpSpPr>
            <a:xfrm>
              <a:off x="417480" y="5167829"/>
              <a:ext cx="494216" cy="180000"/>
              <a:chOff x="395415" y="3933668"/>
              <a:chExt cx="494216" cy="180000"/>
            </a:xfrm>
          </p:grpSpPr>
          <p:sp>
            <p:nvSpPr>
              <p:cNvPr id="184" name="직사각형 183">
                <a:extLst>
                  <a:ext uri="{FF2B5EF4-FFF2-40B4-BE49-F238E27FC236}">
                    <a16:creationId xmlns:a16="http://schemas.microsoft.com/office/drawing/2014/main" id="{A01EE8F7-90CF-C16D-1CAE-53B6F388B3A5}"/>
                  </a:ext>
                </a:extLst>
              </p:cNvPr>
              <p:cNvSpPr/>
              <p:nvPr/>
            </p:nvSpPr>
            <p:spPr>
              <a:xfrm>
                <a:off x="395415" y="3966003"/>
                <a:ext cx="115330" cy="11533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5" name="직사각형 184">
                <a:extLst>
                  <a:ext uri="{FF2B5EF4-FFF2-40B4-BE49-F238E27FC236}">
                    <a16:creationId xmlns:a16="http://schemas.microsoft.com/office/drawing/2014/main" id="{D38DD742-3FBC-3DF5-C0EC-7FFB424D7D9A}"/>
                  </a:ext>
                </a:extLst>
              </p:cNvPr>
              <p:cNvSpPr/>
              <p:nvPr/>
            </p:nvSpPr>
            <p:spPr>
              <a:xfrm>
                <a:off x="493631" y="3933668"/>
                <a:ext cx="396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>
                    <a:solidFill>
                      <a:schemeClr val="tx1"/>
                    </a:solidFill>
                  </a:rPr>
                  <a:t>전체</a:t>
                </a:r>
              </a:p>
            </p:txBody>
          </p:sp>
        </p:grpSp>
        <p:grpSp>
          <p:nvGrpSpPr>
            <p:cNvPr id="186" name="그룹 185">
              <a:extLst>
                <a:ext uri="{FF2B5EF4-FFF2-40B4-BE49-F238E27FC236}">
                  <a16:creationId xmlns:a16="http://schemas.microsoft.com/office/drawing/2014/main" id="{32747590-D796-8D2C-F06D-61D089A90307}"/>
                </a:ext>
              </a:extLst>
            </p:cNvPr>
            <p:cNvGrpSpPr/>
            <p:nvPr/>
          </p:nvGrpSpPr>
          <p:grpSpPr>
            <a:xfrm>
              <a:off x="957516" y="5167829"/>
              <a:ext cx="494216" cy="180000"/>
              <a:chOff x="395415" y="3933668"/>
              <a:chExt cx="494216" cy="180000"/>
            </a:xfrm>
          </p:grpSpPr>
          <p:sp>
            <p:nvSpPr>
              <p:cNvPr id="187" name="직사각형 186">
                <a:extLst>
                  <a:ext uri="{FF2B5EF4-FFF2-40B4-BE49-F238E27FC236}">
                    <a16:creationId xmlns:a16="http://schemas.microsoft.com/office/drawing/2014/main" id="{B721D620-5A6B-A3D7-3AE7-2ACB7AD1D413}"/>
                  </a:ext>
                </a:extLst>
              </p:cNvPr>
              <p:cNvSpPr/>
              <p:nvPr/>
            </p:nvSpPr>
            <p:spPr>
              <a:xfrm>
                <a:off x="395415" y="3966003"/>
                <a:ext cx="115330" cy="11533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8" name="직사각형 187">
                <a:extLst>
                  <a:ext uri="{FF2B5EF4-FFF2-40B4-BE49-F238E27FC236}">
                    <a16:creationId xmlns:a16="http://schemas.microsoft.com/office/drawing/2014/main" id="{C9FDA6DA-1F51-6397-0260-2452657A56AD}"/>
                  </a:ext>
                </a:extLst>
              </p:cNvPr>
              <p:cNvSpPr/>
              <p:nvPr/>
            </p:nvSpPr>
            <p:spPr>
              <a:xfrm>
                <a:off x="493631" y="3933668"/>
                <a:ext cx="396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>
                    <a:solidFill>
                      <a:schemeClr val="tx1"/>
                    </a:solidFill>
                  </a:rPr>
                  <a:t>준수</a:t>
                </a:r>
              </a:p>
            </p:txBody>
          </p:sp>
        </p:grpSp>
        <p:grpSp>
          <p:nvGrpSpPr>
            <p:cNvPr id="189" name="그룹 188">
              <a:extLst>
                <a:ext uri="{FF2B5EF4-FFF2-40B4-BE49-F238E27FC236}">
                  <a16:creationId xmlns:a16="http://schemas.microsoft.com/office/drawing/2014/main" id="{D20639BB-56CE-FE39-15CA-8DE5894B3BFF}"/>
                </a:ext>
              </a:extLst>
            </p:cNvPr>
            <p:cNvGrpSpPr/>
            <p:nvPr/>
          </p:nvGrpSpPr>
          <p:grpSpPr>
            <a:xfrm>
              <a:off x="1497552" y="5167829"/>
              <a:ext cx="638216" cy="180000"/>
              <a:chOff x="395415" y="3933668"/>
              <a:chExt cx="638216" cy="180000"/>
            </a:xfrm>
          </p:grpSpPr>
          <p:sp>
            <p:nvSpPr>
              <p:cNvPr id="190" name="직사각형 189">
                <a:extLst>
                  <a:ext uri="{FF2B5EF4-FFF2-40B4-BE49-F238E27FC236}">
                    <a16:creationId xmlns:a16="http://schemas.microsoft.com/office/drawing/2014/main" id="{9EB02121-D606-76EB-52C8-E1AB0AF3B34E}"/>
                  </a:ext>
                </a:extLst>
              </p:cNvPr>
              <p:cNvSpPr/>
              <p:nvPr/>
            </p:nvSpPr>
            <p:spPr>
              <a:xfrm>
                <a:off x="395415" y="3966003"/>
                <a:ext cx="115330" cy="11533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1" name="직사각형 190">
                <a:extLst>
                  <a:ext uri="{FF2B5EF4-FFF2-40B4-BE49-F238E27FC236}">
                    <a16:creationId xmlns:a16="http://schemas.microsoft.com/office/drawing/2014/main" id="{C3414BFF-B3F4-BEC3-9BC8-CB0F52518728}"/>
                  </a:ext>
                </a:extLst>
              </p:cNvPr>
              <p:cNvSpPr/>
              <p:nvPr/>
            </p:nvSpPr>
            <p:spPr>
              <a:xfrm>
                <a:off x="493631" y="3933668"/>
                <a:ext cx="540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 err="1">
                    <a:solidFill>
                      <a:schemeClr val="tx1"/>
                    </a:solidFill>
                  </a:rPr>
                  <a:t>미준수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05" name="그룹 204">
              <a:extLst>
                <a:ext uri="{FF2B5EF4-FFF2-40B4-BE49-F238E27FC236}">
                  <a16:creationId xmlns:a16="http://schemas.microsoft.com/office/drawing/2014/main" id="{F1AB7956-2281-2993-34E1-A8AA7CEB2CD5}"/>
                </a:ext>
              </a:extLst>
            </p:cNvPr>
            <p:cNvGrpSpPr/>
            <p:nvPr/>
          </p:nvGrpSpPr>
          <p:grpSpPr>
            <a:xfrm>
              <a:off x="960485" y="5202348"/>
              <a:ext cx="115330" cy="115330"/>
              <a:chOff x="981171" y="3966003"/>
              <a:chExt cx="115330" cy="115330"/>
            </a:xfrm>
          </p:grpSpPr>
          <p:sp>
            <p:nvSpPr>
              <p:cNvPr id="206" name="직사각형 205">
                <a:extLst>
                  <a:ext uri="{FF2B5EF4-FFF2-40B4-BE49-F238E27FC236}">
                    <a16:creationId xmlns:a16="http://schemas.microsoft.com/office/drawing/2014/main" id="{EAFC210B-29CA-E2F4-5064-A87848518615}"/>
                  </a:ext>
                </a:extLst>
              </p:cNvPr>
              <p:cNvSpPr/>
              <p:nvPr/>
            </p:nvSpPr>
            <p:spPr>
              <a:xfrm>
                <a:off x="981171" y="3966003"/>
                <a:ext cx="115330" cy="115330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207" name="그룹 206">
                <a:extLst>
                  <a:ext uri="{FF2B5EF4-FFF2-40B4-BE49-F238E27FC236}">
                    <a16:creationId xmlns:a16="http://schemas.microsoft.com/office/drawing/2014/main" id="{906754F6-F43D-5A52-2A3B-4D06EC9DEABA}"/>
                  </a:ext>
                </a:extLst>
              </p:cNvPr>
              <p:cNvGrpSpPr/>
              <p:nvPr/>
            </p:nvGrpSpPr>
            <p:grpSpPr>
              <a:xfrm>
                <a:off x="1002836" y="4005668"/>
                <a:ext cx="72000" cy="36000"/>
                <a:chOff x="3413760" y="4836443"/>
                <a:chExt cx="345002" cy="117028"/>
              </a:xfrm>
            </p:grpSpPr>
            <p:cxnSp>
              <p:nvCxnSpPr>
                <p:cNvPr id="208" name="직선 연결선 207">
                  <a:extLst>
                    <a:ext uri="{FF2B5EF4-FFF2-40B4-BE49-F238E27FC236}">
                      <a16:creationId xmlns:a16="http://schemas.microsoft.com/office/drawing/2014/main" id="{CF4E8517-5947-4AE6-2006-594492E7D751}"/>
                    </a:ext>
                  </a:extLst>
                </p:cNvPr>
                <p:cNvCxnSpPr/>
                <p:nvPr/>
              </p:nvCxnSpPr>
              <p:spPr>
                <a:xfrm>
                  <a:off x="3413760" y="4836443"/>
                  <a:ext cx="117028" cy="117028"/>
                </a:xfrm>
                <a:prstGeom prst="line">
                  <a:avLst/>
                </a:prstGeom>
                <a:ln w="6350"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9" name="직선 연결선 208">
                  <a:extLst>
                    <a:ext uri="{FF2B5EF4-FFF2-40B4-BE49-F238E27FC236}">
                      <a16:creationId xmlns:a16="http://schemas.microsoft.com/office/drawing/2014/main" id="{DCD1BF4B-4854-7B82-4AEA-2C490E35F1BC}"/>
                    </a:ext>
                  </a:extLst>
                </p:cNvPr>
                <p:cNvCxnSpPr/>
                <p:nvPr/>
              </p:nvCxnSpPr>
              <p:spPr>
                <a:xfrm flipV="1">
                  <a:off x="3513912" y="4837015"/>
                  <a:ext cx="244850" cy="116456"/>
                </a:xfrm>
                <a:prstGeom prst="line">
                  <a:avLst/>
                </a:prstGeom>
                <a:ln w="6350"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252" name="직사각형 251">
            <a:extLst>
              <a:ext uri="{FF2B5EF4-FFF2-40B4-BE49-F238E27FC236}">
                <a16:creationId xmlns:a16="http://schemas.microsoft.com/office/drawing/2014/main" id="{02EF11CC-6971-380C-4F5A-4B4BCFEE5670}"/>
              </a:ext>
            </a:extLst>
          </p:cNvPr>
          <p:cNvSpPr/>
          <p:nvPr/>
        </p:nvSpPr>
        <p:spPr>
          <a:xfrm>
            <a:off x="2079915" y="3394007"/>
            <a:ext cx="2007154" cy="1869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bg2">
                    <a:lumMod val="50000"/>
                  </a:schemeClr>
                </a:solidFill>
              </a:rPr>
              <a:t>총</a:t>
            </a:r>
            <a:r>
              <a:rPr lang="ko-KR" altLang="en-US" sz="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0</a:t>
            </a:r>
            <a:r>
              <a:rPr lang="ko-KR" altLang="en-US" sz="800" dirty="0">
                <a:solidFill>
                  <a:schemeClr val="bg2">
                    <a:lumMod val="50000"/>
                  </a:schemeClr>
                </a:solidFill>
              </a:rPr>
              <a:t>개의 항공이 검색되었습니다</a:t>
            </a:r>
            <a:r>
              <a:rPr lang="en-US" altLang="ko-KR" sz="800" dirty="0">
                <a:solidFill>
                  <a:schemeClr val="bg2">
                    <a:lumMod val="50000"/>
                  </a:schemeClr>
                </a:solidFill>
              </a:rPr>
              <a:t>.</a:t>
            </a:r>
            <a:endParaRPr lang="ko-KR" altLang="en-US" sz="8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2898456C-600A-581C-BE89-45C0D88C3FC8}"/>
              </a:ext>
            </a:extLst>
          </p:cNvPr>
          <p:cNvSpPr/>
          <p:nvPr/>
        </p:nvSpPr>
        <p:spPr>
          <a:xfrm>
            <a:off x="1873189" y="2826622"/>
            <a:ext cx="504000" cy="180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홍길동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04C365E-A7E1-47EA-3D8B-A8E68E8F9418}"/>
              </a:ext>
            </a:extLst>
          </p:cNvPr>
          <p:cNvSpPr/>
          <p:nvPr/>
        </p:nvSpPr>
        <p:spPr>
          <a:xfrm>
            <a:off x="527810" y="2184695"/>
            <a:ext cx="3239999" cy="51037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D96C816-234D-1DD6-6F17-A4F94DD466C5}"/>
              </a:ext>
            </a:extLst>
          </p:cNvPr>
          <p:cNvSpPr/>
          <p:nvPr/>
        </p:nvSpPr>
        <p:spPr>
          <a:xfrm>
            <a:off x="3899443" y="2193798"/>
            <a:ext cx="1399117" cy="51037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2D1FCD2-7F36-3146-398E-23097C02FB71}"/>
              </a:ext>
            </a:extLst>
          </p:cNvPr>
          <p:cNvSpPr/>
          <p:nvPr/>
        </p:nvSpPr>
        <p:spPr>
          <a:xfrm>
            <a:off x="5445063" y="2189238"/>
            <a:ext cx="1627987" cy="51037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7DB70FA-D458-B89F-2A12-2A4DE1747241}"/>
              </a:ext>
            </a:extLst>
          </p:cNvPr>
          <p:cNvSpPr/>
          <p:nvPr/>
        </p:nvSpPr>
        <p:spPr>
          <a:xfrm>
            <a:off x="905697" y="2836053"/>
            <a:ext cx="864000" cy="18000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bg1"/>
                </a:solidFill>
              </a:rPr>
              <a:t>+ </a:t>
            </a:r>
            <a:r>
              <a:rPr lang="ko-KR" altLang="en-US" sz="800" dirty="0">
                <a:solidFill>
                  <a:schemeClr val="bg1"/>
                </a:solidFill>
              </a:rPr>
              <a:t>출장자 등록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5D570C4-81FC-713C-EA8E-1B66D834DD9F}"/>
              </a:ext>
            </a:extLst>
          </p:cNvPr>
          <p:cNvSpPr/>
          <p:nvPr/>
        </p:nvSpPr>
        <p:spPr>
          <a:xfrm>
            <a:off x="851482" y="2799556"/>
            <a:ext cx="985982" cy="2784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" name="직선 연결선 19">
            <a:extLst>
              <a:ext uri="{FF2B5EF4-FFF2-40B4-BE49-F238E27FC236}">
                <a16:creationId xmlns:a16="http://schemas.microsoft.com/office/drawing/2014/main" id="{F73A8477-EFD7-9F61-4778-82AD902BCAD3}"/>
              </a:ext>
            </a:extLst>
          </p:cNvPr>
          <p:cNvCxnSpPr>
            <a:cxnSpLocks/>
          </p:cNvCxnSpPr>
          <p:nvPr/>
        </p:nvCxnSpPr>
        <p:spPr>
          <a:xfrm>
            <a:off x="344416" y="5113669"/>
            <a:ext cx="1565819" cy="0"/>
          </a:xfrm>
          <a:prstGeom prst="line">
            <a:avLst/>
          </a:prstGeom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DA423767-36F4-E081-6BA3-6D7608F20243}"/>
              </a:ext>
            </a:extLst>
          </p:cNvPr>
          <p:cNvGrpSpPr/>
          <p:nvPr/>
        </p:nvGrpSpPr>
        <p:grpSpPr>
          <a:xfrm>
            <a:off x="254020" y="4300451"/>
            <a:ext cx="1764511" cy="726376"/>
            <a:chOff x="297200" y="4049295"/>
            <a:chExt cx="1764511" cy="726376"/>
          </a:xfrm>
        </p:grpSpPr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7B83FCE2-C37D-10AA-4D30-604BD3F86214}"/>
                </a:ext>
              </a:extLst>
            </p:cNvPr>
            <p:cNvSpPr/>
            <p:nvPr/>
          </p:nvSpPr>
          <p:spPr>
            <a:xfrm>
              <a:off x="297200" y="4049295"/>
              <a:ext cx="944880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b="1" dirty="0">
                  <a:solidFill>
                    <a:schemeClr val="tx1"/>
                  </a:solidFill>
                </a:rPr>
                <a:t>항공사</a:t>
              </a:r>
            </a:p>
          </p:txBody>
        </p:sp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FAAB94E1-567C-82A0-A0CC-3D436D9603AA}"/>
                </a:ext>
              </a:extLst>
            </p:cNvPr>
            <p:cNvGrpSpPr/>
            <p:nvPr/>
          </p:nvGrpSpPr>
          <p:grpSpPr>
            <a:xfrm>
              <a:off x="395415" y="4223034"/>
              <a:ext cx="725490" cy="178301"/>
              <a:chOff x="395415" y="3933668"/>
              <a:chExt cx="725490" cy="178301"/>
            </a:xfrm>
          </p:grpSpPr>
          <p:sp>
            <p:nvSpPr>
              <p:cNvPr id="41" name="직사각형 40">
                <a:extLst>
                  <a:ext uri="{FF2B5EF4-FFF2-40B4-BE49-F238E27FC236}">
                    <a16:creationId xmlns:a16="http://schemas.microsoft.com/office/drawing/2014/main" id="{5A3A3F70-801E-B6EF-229E-5D9FDB423670}"/>
                  </a:ext>
                </a:extLst>
              </p:cNvPr>
              <p:cNvSpPr/>
              <p:nvPr/>
            </p:nvSpPr>
            <p:spPr>
              <a:xfrm>
                <a:off x="395415" y="3966003"/>
                <a:ext cx="115330" cy="11533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2" name="직사각형 41">
                <a:extLst>
                  <a:ext uri="{FF2B5EF4-FFF2-40B4-BE49-F238E27FC236}">
                    <a16:creationId xmlns:a16="http://schemas.microsoft.com/office/drawing/2014/main" id="{07981D99-0452-30C9-56F3-BB05F7452D20}"/>
                  </a:ext>
                </a:extLst>
              </p:cNvPr>
              <p:cNvSpPr/>
              <p:nvPr/>
            </p:nvSpPr>
            <p:spPr>
              <a:xfrm>
                <a:off x="493631" y="3933668"/>
                <a:ext cx="627274" cy="17830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>
                    <a:solidFill>
                      <a:schemeClr val="tx1"/>
                    </a:solidFill>
                  </a:rPr>
                  <a:t>대한항공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AF34C679-C375-602E-4C07-13250B18A54D}"/>
                </a:ext>
              </a:extLst>
            </p:cNvPr>
            <p:cNvGrpSpPr/>
            <p:nvPr/>
          </p:nvGrpSpPr>
          <p:grpSpPr>
            <a:xfrm>
              <a:off x="395415" y="4411980"/>
              <a:ext cx="710216" cy="180000"/>
              <a:chOff x="395415" y="3933668"/>
              <a:chExt cx="710216" cy="180000"/>
            </a:xfrm>
          </p:grpSpPr>
          <p:sp>
            <p:nvSpPr>
              <p:cNvPr id="39" name="직사각형 38">
                <a:extLst>
                  <a:ext uri="{FF2B5EF4-FFF2-40B4-BE49-F238E27FC236}">
                    <a16:creationId xmlns:a16="http://schemas.microsoft.com/office/drawing/2014/main" id="{79C274F8-BE8B-9B74-0F5D-3DF3BB29E5DB}"/>
                  </a:ext>
                </a:extLst>
              </p:cNvPr>
              <p:cNvSpPr/>
              <p:nvPr/>
            </p:nvSpPr>
            <p:spPr>
              <a:xfrm>
                <a:off x="395415" y="3966003"/>
                <a:ext cx="115330" cy="11533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0" name="직사각형 39">
                <a:extLst>
                  <a:ext uri="{FF2B5EF4-FFF2-40B4-BE49-F238E27FC236}">
                    <a16:creationId xmlns:a16="http://schemas.microsoft.com/office/drawing/2014/main" id="{04FD9A3E-6E6B-C448-8120-D829EACA020A}"/>
                  </a:ext>
                </a:extLst>
              </p:cNvPr>
              <p:cNvSpPr/>
              <p:nvPr/>
            </p:nvSpPr>
            <p:spPr>
              <a:xfrm>
                <a:off x="493631" y="3933668"/>
                <a:ext cx="612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 err="1">
                    <a:solidFill>
                      <a:schemeClr val="tx1"/>
                    </a:solidFill>
                  </a:rPr>
                  <a:t>진에어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949DF290-83F9-6BE7-9892-591BBF8BF12E}"/>
                </a:ext>
              </a:extLst>
            </p:cNvPr>
            <p:cNvGrpSpPr/>
            <p:nvPr/>
          </p:nvGrpSpPr>
          <p:grpSpPr>
            <a:xfrm>
              <a:off x="1046285" y="4236639"/>
              <a:ext cx="1015426" cy="180000"/>
              <a:chOff x="395415" y="3933667"/>
              <a:chExt cx="1015426" cy="180000"/>
            </a:xfrm>
          </p:grpSpPr>
          <p:sp>
            <p:nvSpPr>
              <p:cNvPr id="37" name="직사각형 36">
                <a:extLst>
                  <a:ext uri="{FF2B5EF4-FFF2-40B4-BE49-F238E27FC236}">
                    <a16:creationId xmlns:a16="http://schemas.microsoft.com/office/drawing/2014/main" id="{615B6733-2AC6-D39A-4D32-6DD19FDF7547}"/>
                  </a:ext>
                </a:extLst>
              </p:cNvPr>
              <p:cNvSpPr/>
              <p:nvPr/>
            </p:nvSpPr>
            <p:spPr>
              <a:xfrm>
                <a:off x="395415" y="3966002"/>
                <a:ext cx="115330" cy="11533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8" name="직사각형 37">
                <a:extLst>
                  <a:ext uri="{FF2B5EF4-FFF2-40B4-BE49-F238E27FC236}">
                    <a16:creationId xmlns:a16="http://schemas.microsoft.com/office/drawing/2014/main" id="{C4B687DB-3F8C-E238-AD07-51A235308920}"/>
                  </a:ext>
                </a:extLst>
              </p:cNvPr>
              <p:cNvSpPr/>
              <p:nvPr/>
            </p:nvSpPr>
            <p:spPr>
              <a:xfrm>
                <a:off x="493630" y="3933667"/>
                <a:ext cx="917211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>
                    <a:solidFill>
                      <a:schemeClr val="tx1"/>
                    </a:solidFill>
                  </a:rPr>
                  <a:t>아시아나</a:t>
                </a:r>
              </a:p>
            </p:txBody>
          </p:sp>
        </p:grpSp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083971BD-7635-BB14-20A5-B961AE78F1BF}"/>
                </a:ext>
              </a:extLst>
            </p:cNvPr>
            <p:cNvGrpSpPr/>
            <p:nvPr/>
          </p:nvGrpSpPr>
          <p:grpSpPr>
            <a:xfrm>
              <a:off x="1046285" y="4403079"/>
              <a:ext cx="710216" cy="180000"/>
              <a:chOff x="395415" y="3933668"/>
              <a:chExt cx="710216" cy="180000"/>
            </a:xfrm>
          </p:grpSpPr>
          <p:sp>
            <p:nvSpPr>
              <p:cNvPr id="35" name="직사각형 34">
                <a:extLst>
                  <a:ext uri="{FF2B5EF4-FFF2-40B4-BE49-F238E27FC236}">
                    <a16:creationId xmlns:a16="http://schemas.microsoft.com/office/drawing/2014/main" id="{8B4DB227-EE99-B86B-CA6B-1B7360D43A6E}"/>
                  </a:ext>
                </a:extLst>
              </p:cNvPr>
              <p:cNvSpPr/>
              <p:nvPr/>
            </p:nvSpPr>
            <p:spPr>
              <a:xfrm>
                <a:off x="395415" y="3966003"/>
                <a:ext cx="115330" cy="11533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6" name="직사각형 35">
                <a:extLst>
                  <a:ext uri="{FF2B5EF4-FFF2-40B4-BE49-F238E27FC236}">
                    <a16:creationId xmlns:a16="http://schemas.microsoft.com/office/drawing/2014/main" id="{0745075E-0A73-5960-C0CA-F3359ABC485A}"/>
                  </a:ext>
                </a:extLst>
              </p:cNvPr>
              <p:cNvSpPr/>
              <p:nvPr/>
            </p:nvSpPr>
            <p:spPr>
              <a:xfrm>
                <a:off x="493631" y="3933668"/>
                <a:ext cx="612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 err="1">
                    <a:solidFill>
                      <a:schemeClr val="tx1"/>
                    </a:solidFill>
                  </a:rPr>
                  <a:t>부산에어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4A4484A1-FD7E-8FC5-217C-122992BE884A}"/>
                </a:ext>
              </a:extLst>
            </p:cNvPr>
            <p:cNvGrpSpPr/>
            <p:nvPr/>
          </p:nvGrpSpPr>
          <p:grpSpPr>
            <a:xfrm>
              <a:off x="395415" y="4595671"/>
              <a:ext cx="710216" cy="180000"/>
              <a:chOff x="395415" y="3933668"/>
              <a:chExt cx="710216" cy="180000"/>
            </a:xfrm>
          </p:grpSpPr>
          <p:sp>
            <p:nvSpPr>
              <p:cNvPr id="33" name="직사각형 32">
                <a:extLst>
                  <a:ext uri="{FF2B5EF4-FFF2-40B4-BE49-F238E27FC236}">
                    <a16:creationId xmlns:a16="http://schemas.microsoft.com/office/drawing/2014/main" id="{EA7569E1-9F2D-8BBA-C4CE-4BBF4BB0AA20}"/>
                  </a:ext>
                </a:extLst>
              </p:cNvPr>
              <p:cNvSpPr/>
              <p:nvPr/>
            </p:nvSpPr>
            <p:spPr>
              <a:xfrm>
                <a:off x="395415" y="3966003"/>
                <a:ext cx="115330" cy="11533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4" name="직사각형 33">
                <a:extLst>
                  <a:ext uri="{FF2B5EF4-FFF2-40B4-BE49-F238E27FC236}">
                    <a16:creationId xmlns:a16="http://schemas.microsoft.com/office/drawing/2014/main" id="{8E8F8465-C6A5-EC48-4F39-9468685054A2}"/>
                  </a:ext>
                </a:extLst>
              </p:cNvPr>
              <p:cNvSpPr/>
              <p:nvPr/>
            </p:nvSpPr>
            <p:spPr>
              <a:xfrm>
                <a:off x="493631" y="3933668"/>
                <a:ext cx="612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>
                    <a:solidFill>
                      <a:schemeClr val="tx1"/>
                    </a:solidFill>
                  </a:rPr>
                  <a:t>독일한공</a:t>
                </a:r>
              </a:p>
            </p:txBody>
          </p:sp>
        </p:grpSp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C19D7521-349D-A6F1-0EB3-C238E171050F}"/>
                </a:ext>
              </a:extLst>
            </p:cNvPr>
            <p:cNvGrpSpPr/>
            <p:nvPr/>
          </p:nvGrpSpPr>
          <p:grpSpPr>
            <a:xfrm>
              <a:off x="1049366" y="4437647"/>
              <a:ext cx="115330" cy="115330"/>
              <a:chOff x="981171" y="3966003"/>
              <a:chExt cx="115330" cy="115330"/>
            </a:xfrm>
          </p:grpSpPr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047278A8-4790-6F4A-8EA5-38CCEB874079}"/>
                  </a:ext>
                </a:extLst>
              </p:cNvPr>
              <p:cNvSpPr/>
              <p:nvPr/>
            </p:nvSpPr>
            <p:spPr>
              <a:xfrm>
                <a:off x="981171" y="3966003"/>
                <a:ext cx="115330" cy="115330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30" name="그룹 29">
                <a:extLst>
                  <a:ext uri="{FF2B5EF4-FFF2-40B4-BE49-F238E27FC236}">
                    <a16:creationId xmlns:a16="http://schemas.microsoft.com/office/drawing/2014/main" id="{A5E98E6A-6412-823A-7CBF-CFD01D667FF0}"/>
                  </a:ext>
                </a:extLst>
              </p:cNvPr>
              <p:cNvGrpSpPr/>
              <p:nvPr/>
            </p:nvGrpSpPr>
            <p:grpSpPr>
              <a:xfrm>
                <a:off x="1002836" y="4005668"/>
                <a:ext cx="72000" cy="36000"/>
                <a:chOff x="3413760" y="4836443"/>
                <a:chExt cx="345002" cy="117028"/>
              </a:xfrm>
            </p:grpSpPr>
            <p:cxnSp>
              <p:nvCxnSpPr>
                <p:cNvPr id="31" name="직선 연결선 30">
                  <a:extLst>
                    <a:ext uri="{FF2B5EF4-FFF2-40B4-BE49-F238E27FC236}">
                      <a16:creationId xmlns:a16="http://schemas.microsoft.com/office/drawing/2014/main" id="{262C0E15-393D-8254-671A-3C946F1A4F86}"/>
                    </a:ext>
                  </a:extLst>
                </p:cNvPr>
                <p:cNvCxnSpPr/>
                <p:nvPr/>
              </p:nvCxnSpPr>
              <p:spPr>
                <a:xfrm>
                  <a:off x="3413760" y="4836443"/>
                  <a:ext cx="117028" cy="117028"/>
                </a:xfrm>
                <a:prstGeom prst="line">
                  <a:avLst/>
                </a:prstGeom>
                <a:ln w="6350"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직선 연결선 31">
                  <a:extLst>
                    <a:ext uri="{FF2B5EF4-FFF2-40B4-BE49-F238E27FC236}">
                      <a16:creationId xmlns:a16="http://schemas.microsoft.com/office/drawing/2014/main" id="{544DC25B-334D-2A36-B480-75913A451E46}"/>
                    </a:ext>
                  </a:extLst>
                </p:cNvPr>
                <p:cNvCxnSpPr/>
                <p:nvPr/>
              </p:nvCxnSpPr>
              <p:spPr>
                <a:xfrm flipV="1">
                  <a:off x="3513912" y="4837015"/>
                  <a:ext cx="244850" cy="116456"/>
                </a:xfrm>
                <a:prstGeom prst="line">
                  <a:avLst/>
                </a:prstGeom>
                <a:ln w="6350"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A392C86A-FCAD-D7F3-8782-DDCBD6EE0BA4}"/>
              </a:ext>
            </a:extLst>
          </p:cNvPr>
          <p:cNvSpPr/>
          <p:nvPr/>
        </p:nvSpPr>
        <p:spPr>
          <a:xfrm>
            <a:off x="470081" y="1795364"/>
            <a:ext cx="1390458" cy="30679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CBBD6D92-B04D-3A46-E86B-D22E32A396E7}"/>
              </a:ext>
            </a:extLst>
          </p:cNvPr>
          <p:cNvSpPr/>
          <p:nvPr/>
        </p:nvSpPr>
        <p:spPr>
          <a:xfrm>
            <a:off x="2000184" y="1802138"/>
            <a:ext cx="1100785" cy="30679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C7291E98-93C2-E9CF-772D-898546B91BC2}"/>
              </a:ext>
            </a:extLst>
          </p:cNvPr>
          <p:cNvSpPr/>
          <p:nvPr/>
        </p:nvSpPr>
        <p:spPr>
          <a:xfrm>
            <a:off x="7117402" y="2156790"/>
            <a:ext cx="1186733" cy="5473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A396529B-0455-98DC-7E66-E0A08A26CF66}"/>
              </a:ext>
            </a:extLst>
          </p:cNvPr>
          <p:cNvSpPr/>
          <p:nvPr/>
        </p:nvSpPr>
        <p:spPr>
          <a:xfrm>
            <a:off x="6303988" y="3370475"/>
            <a:ext cx="2173335" cy="2892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6D5267BD-1E20-1293-1BE9-581D5A418DAA}"/>
              </a:ext>
            </a:extLst>
          </p:cNvPr>
          <p:cNvSpPr/>
          <p:nvPr/>
        </p:nvSpPr>
        <p:spPr>
          <a:xfrm>
            <a:off x="262646" y="3301299"/>
            <a:ext cx="1768124" cy="30168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DC16CBAB-5541-4A84-9683-1A26E70EA03C}"/>
              </a:ext>
            </a:extLst>
          </p:cNvPr>
          <p:cNvSpPr/>
          <p:nvPr/>
        </p:nvSpPr>
        <p:spPr>
          <a:xfrm>
            <a:off x="1899166" y="2805546"/>
            <a:ext cx="478023" cy="27245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313DC0A5-9336-C45A-8ABB-B94BA33A986C}"/>
              </a:ext>
            </a:extLst>
          </p:cNvPr>
          <p:cNvGrpSpPr/>
          <p:nvPr/>
        </p:nvGrpSpPr>
        <p:grpSpPr>
          <a:xfrm>
            <a:off x="344416" y="1681581"/>
            <a:ext cx="276910" cy="215444"/>
            <a:chOff x="4507293" y="1910946"/>
            <a:chExt cx="276910" cy="215444"/>
          </a:xfrm>
        </p:grpSpPr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3490D58C-981D-D6CC-6CE7-FEA730A1C279}"/>
                </a:ext>
              </a:extLst>
            </p:cNvPr>
            <p:cNvSpPr/>
            <p:nvPr/>
          </p:nvSpPr>
          <p:spPr>
            <a:xfrm>
              <a:off x="4536630" y="1922684"/>
              <a:ext cx="171278" cy="18690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655EC375-036F-21A6-FAB9-5FCEC6390FA4}"/>
                </a:ext>
              </a:extLst>
            </p:cNvPr>
            <p:cNvSpPr txBox="1"/>
            <p:nvPr/>
          </p:nvSpPr>
          <p:spPr>
            <a:xfrm>
              <a:off x="4507293" y="1910946"/>
              <a:ext cx="2769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>
                  <a:solidFill>
                    <a:schemeClr val="bg1"/>
                  </a:solidFill>
                </a:rPr>
                <a:t>1</a:t>
              </a:r>
              <a:endParaRPr lang="ko-KR" altLang="en-US" sz="8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D7298695-D844-2B2D-3BA8-5DF68974BD13}"/>
              </a:ext>
            </a:extLst>
          </p:cNvPr>
          <p:cNvGrpSpPr/>
          <p:nvPr/>
        </p:nvGrpSpPr>
        <p:grpSpPr>
          <a:xfrm>
            <a:off x="1890496" y="1709285"/>
            <a:ext cx="276910" cy="215444"/>
            <a:chOff x="4507293" y="1910946"/>
            <a:chExt cx="276910" cy="215444"/>
          </a:xfrm>
        </p:grpSpPr>
        <p:sp>
          <p:nvSpPr>
            <p:cNvPr id="53" name="타원 52">
              <a:extLst>
                <a:ext uri="{FF2B5EF4-FFF2-40B4-BE49-F238E27FC236}">
                  <a16:creationId xmlns:a16="http://schemas.microsoft.com/office/drawing/2014/main" id="{A79184FA-A037-D20B-75B6-C8F07DF24BCA}"/>
                </a:ext>
              </a:extLst>
            </p:cNvPr>
            <p:cNvSpPr/>
            <p:nvPr/>
          </p:nvSpPr>
          <p:spPr>
            <a:xfrm>
              <a:off x="4536630" y="1922684"/>
              <a:ext cx="171278" cy="18690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DF75B931-0101-6316-099B-49C02ECCC869}"/>
                </a:ext>
              </a:extLst>
            </p:cNvPr>
            <p:cNvSpPr txBox="1"/>
            <p:nvPr/>
          </p:nvSpPr>
          <p:spPr>
            <a:xfrm>
              <a:off x="4507293" y="1910946"/>
              <a:ext cx="2769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>
                  <a:solidFill>
                    <a:schemeClr val="bg1"/>
                  </a:solidFill>
                </a:rPr>
                <a:t>2</a:t>
              </a:r>
              <a:endParaRPr lang="ko-KR" altLang="en-US" sz="8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E37C8BE5-4BAC-BC68-2ADB-B9492A3CCC98}"/>
              </a:ext>
            </a:extLst>
          </p:cNvPr>
          <p:cNvGrpSpPr/>
          <p:nvPr/>
        </p:nvGrpSpPr>
        <p:grpSpPr>
          <a:xfrm>
            <a:off x="396176" y="2103437"/>
            <a:ext cx="276910" cy="215444"/>
            <a:chOff x="4507293" y="1910946"/>
            <a:chExt cx="276910" cy="215444"/>
          </a:xfrm>
        </p:grpSpPr>
        <p:sp>
          <p:nvSpPr>
            <p:cNvPr id="56" name="타원 55">
              <a:extLst>
                <a:ext uri="{FF2B5EF4-FFF2-40B4-BE49-F238E27FC236}">
                  <a16:creationId xmlns:a16="http://schemas.microsoft.com/office/drawing/2014/main" id="{431E5DF8-2BAC-1072-2699-9AC05D057955}"/>
                </a:ext>
              </a:extLst>
            </p:cNvPr>
            <p:cNvSpPr/>
            <p:nvPr/>
          </p:nvSpPr>
          <p:spPr>
            <a:xfrm>
              <a:off x="4536630" y="1922684"/>
              <a:ext cx="171278" cy="18690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33343897-EB78-921C-3CC3-50491FDF605E}"/>
                </a:ext>
              </a:extLst>
            </p:cNvPr>
            <p:cNvSpPr txBox="1"/>
            <p:nvPr/>
          </p:nvSpPr>
          <p:spPr>
            <a:xfrm>
              <a:off x="4507293" y="1910946"/>
              <a:ext cx="2769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>
                  <a:solidFill>
                    <a:schemeClr val="bg1"/>
                  </a:solidFill>
                </a:rPr>
                <a:t>3</a:t>
              </a:r>
              <a:endParaRPr lang="ko-KR" altLang="en-US" sz="8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4E92DA29-ADAD-2259-7016-902F6C87399B}"/>
              </a:ext>
            </a:extLst>
          </p:cNvPr>
          <p:cNvGrpSpPr/>
          <p:nvPr/>
        </p:nvGrpSpPr>
        <p:grpSpPr>
          <a:xfrm>
            <a:off x="3801224" y="2110287"/>
            <a:ext cx="276910" cy="215444"/>
            <a:chOff x="4507293" y="1910946"/>
            <a:chExt cx="276910" cy="215444"/>
          </a:xfrm>
        </p:grpSpPr>
        <p:sp>
          <p:nvSpPr>
            <p:cNvPr id="59" name="타원 58">
              <a:extLst>
                <a:ext uri="{FF2B5EF4-FFF2-40B4-BE49-F238E27FC236}">
                  <a16:creationId xmlns:a16="http://schemas.microsoft.com/office/drawing/2014/main" id="{E1ABDBE2-7B97-D11E-EC25-46FF72F474BA}"/>
                </a:ext>
              </a:extLst>
            </p:cNvPr>
            <p:cNvSpPr/>
            <p:nvPr/>
          </p:nvSpPr>
          <p:spPr>
            <a:xfrm>
              <a:off x="4536630" y="1922684"/>
              <a:ext cx="171278" cy="18690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ED9C7DA5-0911-32F0-9DB6-33E199741D02}"/>
                </a:ext>
              </a:extLst>
            </p:cNvPr>
            <p:cNvSpPr txBox="1"/>
            <p:nvPr/>
          </p:nvSpPr>
          <p:spPr>
            <a:xfrm>
              <a:off x="4507293" y="1910946"/>
              <a:ext cx="2769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>
                  <a:solidFill>
                    <a:schemeClr val="bg1"/>
                  </a:solidFill>
                </a:rPr>
                <a:t>4</a:t>
              </a:r>
              <a:endParaRPr lang="ko-KR" altLang="en-US" sz="8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5907799F-C601-048D-DCBA-EEBC39D8A8AA}"/>
              </a:ext>
            </a:extLst>
          </p:cNvPr>
          <p:cNvGrpSpPr/>
          <p:nvPr/>
        </p:nvGrpSpPr>
        <p:grpSpPr>
          <a:xfrm>
            <a:off x="5345713" y="2102157"/>
            <a:ext cx="276910" cy="215444"/>
            <a:chOff x="4507293" y="1910946"/>
            <a:chExt cx="276910" cy="215444"/>
          </a:xfrm>
        </p:grpSpPr>
        <p:sp>
          <p:nvSpPr>
            <p:cNvPr id="62" name="타원 61">
              <a:extLst>
                <a:ext uri="{FF2B5EF4-FFF2-40B4-BE49-F238E27FC236}">
                  <a16:creationId xmlns:a16="http://schemas.microsoft.com/office/drawing/2014/main" id="{DACC202B-E0E9-0690-1227-1FC5400CF59D}"/>
                </a:ext>
              </a:extLst>
            </p:cNvPr>
            <p:cNvSpPr/>
            <p:nvPr/>
          </p:nvSpPr>
          <p:spPr>
            <a:xfrm>
              <a:off x="4536630" y="1922684"/>
              <a:ext cx="171278" cy="18690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45AAE51C-9F9A-F3FB-479C-895D6C1D7DBE}"/>
                </a:ext>
              </a:extLst>
            </p:cNvPr>
            <p:cNvSpPr txBox="1"/>
            <p:nvPr/>
          </p:nvSpPr>
          <p:spPr>
            <a:xfrm>
              <a:off x="4507293" y="1910946"/>
              <a:ext cx="2769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>
                  <a:solidFill>
                    <a:schemeClr val="bg1"/>
                  </a:solidFill>
                </a:rPr>
                <a:t>5</a:t>
              </a:r>
              <a:endParaRPr lang="ko-KR" altLang="en-US" sz="8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64" name="그룹 63">
            <a:extLst>
              <a:ext uri="{FF2B5EF4-FFF2-40B4-BE49-F238E27FC236}">
                <a16:creationId xmlns:a16="http://schemas.microsoft.com/office/drawing/2014/main" id="{EDA67A08-B0D5-92A0-8162-404F0E36DC3D}"/>
              </a:ext>
            </a:extLst>
          </p:cNvPr>
          <p:cNvGrpSpPr/>
          <p:nvPr/>
        </p:nvGrpSpPr>
        <p:grpSpPr>
          <a:xfrm>
            <a:off x="7044187" y="2092835"/>
            <a:ext cx="276910" cy="215444"/>
            <a:chOff x="4507293" y="1910946"/>
            <a:chExt cx="276910" cy="215444"/>
          </a:xfrm>
        </p:grpSpPr>
        <p:sp>
          <p:nvSpPr>
            <p:cNvPr id="65" name="타원 64">
              <a:extLst>
                <a:ext uri="{FF2B5EF4-FFF2-40B4-BE49-F238E27FC236}">
                  <a16:creationId xmlns:a16="http://schemas.microsoft.com/office/drawing/2014/main" id="{F7854116-4887-B8BE-95EE-9D45B4D859AD}"/>
                </a:ext>
              </a:extLst>
            </p:cNvPr>
            <p:cNvSpPr/>
            <p:nvPr/>
          </p:nvSpPr>
          <p:spPr>
            <a:xfrm>
              <a:off x="4536630" y="1922684"/>
              <a:ext cx="171278" cy="18690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97432D88-0080-BD87-1EF1-32C333CD273C}"/>
                </a:ext>
              </a:extLst>
            </p:cNvPr>
            <p:cNvSpPr txBox="1"/>
            <p:nvPr/>
          </p:nvSpPr>
          <p:spPr>
            <a:xfrm>
              <a:off x="4507293" y="1910946"/>
              <a:ext cx="2769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>
                  <a:solidFill>
                    <a:schemeClr val="bg1"/>
                  </a:solidFill>
                </a:rPr>
                <a:t>6</a:t>
              </a:r>
              <a:endParaRPr lang="ko-KR" altLang="en-US" sz="8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5163AA20-CB34-5377-4211-E2DDADD8DF35}"/>
              </a:ext>
            </a:extLst>
          </p:cNvPr>
          <p:cNvGrpSpPr/>
          <p:nvPr/>
        </p:nvGrpSpPr>
        <p:grpSpPr>
          <a:xfrm>
            <a:off x="720089" y="2697824"/>
            <a:ext cx="276910" cy="215444"/>
            <a:chOff x="4507293" y="1910946"/>
            <a:chExt cx="276910" cy="215444"/>
          </a:xfrm>
        </p:grpSpPr>
        <p:sp>
          <p:nvSpPr>
            <p:cNvPr id="68" name="타원 67">
              <a:extLst>
                <a:ext uri="{FF2B5EF4-FFF2-40B4-BE49-F238E27FC236}">
                  <a16:creationId xmlns:a16="http://schemas.microsoft.com/office/drawing/2014/main" id="{6D8161E2-A979-F35E-745E-4CBE1A9A7AE0}"/>
                </a:ext>
              </a:extLst>
            </p:cNvPr>
            <p:cNvSpPr/>
            <p:nvPr/>
          </p:nvSpPr>
          <p:spPr>
            <a:xfrm>
              <a:off x="4536630" y="1922684"/>
              <a:ext cx="171278" cy="18690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4B1BAEF0-8895-3314-C920-28A01E34BB13}"/>
                </a:ext>
              </a:extLst>
            </p:cNvPr>
            <p:cNvSpPr txBox="1"/>
            <p:nvPr/>
          </p:nvSpPr>
          <p:spPr>
            <a:xfrm>
              <a:off x="4507293" y="1910946"/>
              <a:ext cx="2769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>
                  <a:solidFill>
                    <a:schemeClr val="bg1"/>
                  </a:solidFill>
                </a:rPr>
                <a:t>7</a:t>
              </a:r>
              <a:endParaRPr lang="ko-KR" altLang="en-US" sz="8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4D72B59D-FD7B-9FCF-7EF7-47EA628CBD74}"/>
              </a:ext>
            </a:extLst>
          </p:cNvPr>
          <p:cNvGrpSpPr/>
          <p:nvPr/>
        </p:nvGrpSpPr>
        <p:grpSpPr>
          <a:xfrm>
            <a:off x="1787054" y="2696972"/>
            <a:ext cx="276910" cy="215444"/>
            <a:chOff x="4507293" y="1910946"/>
            <a:chExt cx="276910" cy="215444"/>
          </a:xfrm>
        </p:grpSpPr>
        <p:sp>
          <p:nvSpPr>
            <p:cNvPr id="74" name="타원 73">
              <a:extLst>
                <a:ext uri="{FF2B5EF4-FFF2-40B4-BE49-F238E27FC236}">
                  <a16:creationId xmlns:a16="http://schemas.microsoft.com/office/drawing/2014/main" id="{23BF2BFC-B680-83F4-5E9E-BF990679EFEC}"/>
                </a:ext>
              </a:extLst>
            </p:cNvPr>
            <p:cNvSpPr/>
            <p:nvPr/>
          </p:nvSpPr>
          <p:spPr>
            <a:xfrm>
              <a:off x="4536630" y="1922684"/>
              <a:ext cx="171278" cy="18690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30869979-BAF8-B914-C31A-512E90094AD3}"/>
                </a:ext>
              </a:extLst>
            </p:cNvPr>
            <p:cNvSpPr txBox="1"/>
            <p:nvPr/>
          </p:nvSpPr>
          <p:spPr>
            <a:xfrm>
              <a:off x="4507293" y="1910946"/>
              <a:ext cx="2769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>
                  <a:solidFill>
                    <a:schemeClr val="bg1"/>
                  </a:solidFill>
                </a:rPr>
                <a:t>8</a:t>
              </a:r>
              <a:endParaRPr lang="ko-KR" altLang="en-US" sz="8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0071C7BA-A33F-D2EC-648C-C36ED792F359}"/>
              </a:ext>
            </a:extLst>
          </p:cNvPr>
          <p:cNvGrpSpPr/>
          <p:nvPr/>
        </p:nvGrpSpPr>
        <p:grpSpPr>
          <a:xfrm>
            <a:off x="87790" y="3201679"/>
            <a:ext cx="350251" cy="215444"/>
            <a:chOff x="4464244" y="1917811"/>
            <a:chExt cx="350251" cy="215444"/>
          </a:xfrm>
        </p:grpSpPr>
        <p:sp>
          <p:nvSpPr>
            <p:cNvPr id="77" name="타원 76">
              <a:extLst>
                <a:ext uri="{FF2B5EF4-FFF2-40B4-BE49-F238E27FC236}">
                  <a16:creationId xmlns:a16="http://schemas.microsoft.com/office/drawing/2014/main" id="{EF917195-C49E-955A-9A1A-D67BA0D3E12F}"/>
                </a:ext>
              </a:extLst>
            </p:cNvPr>
            <p:cNvSpPr/>
            <p:nvPr/>
          </p:nvSpPr>
          <p:spPr>
            <a:xfrm>
              <a:off x="4536630" y="1922684"/>
              <a:ext cx="171278" cy="18690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61A1F4E3-076D-56CA-D8C0-D475BF2F1638}"/>
                </a:ext>
              </a:extLst>
            </p:cNvPr>
            <p:cNvSpPr txBox="1"/>
            <p:nvPr/>
          </p:nvSpPr>
          <p:spPr>
            <a:xfrm>
              <a:off x="4464244" y="1917811"/>
              <a:ext cx="35025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>
                  <a:solidFill>
                    <a:schemeClr val="bg1"/>
                  </a:solidFill>
                </a:rPr>
                <a:t> 9</a:t>
              </a:r>
              <a:endParaRPr lang="ko-KR" altLang="en-US" sz="8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79" name="그룹 78">
            <a:extLst>
              <a:ext uri="{FF2B5EF4-FFF2-40B4-BE49-F238E27FC236}">
                <a16:creationId xmlns:a16="http://schemas.microsoft.com/office/drawing/2014/main" id="{FCFDC4F6-5AC4-3E55-3609-58157CD66A5A}"/>
              </a:ext>
            </a:extLst>
          </p:cNvPr>
          <p:cNvGrpSpPr/>
          <p:nvPr/>
        </p:nvGrpSpPr>
        <p:grpSpPr>
          <a:xfrm>
            <a:off x="6198359" y="3275335"/>
            <a:ext cx="313287" cy="215444"/>
            <a:chOff x="4473124" y="1910946"/>
            <a:chExt cx="313287" cy="215444"/>
          </a:xfrm>
        </p:grpSpPr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372E7777-F784-77DC-636F-4B64E944414D}"/>
                </a:ext>
              </a:extLst>
            </p:cNvPr>
            <p:cNvSpPr/>
            <p:nvPr/>
          </p:nvSpPr>
          <p:spPr>
            <a:xfrm>
              <a:off x="4536630" y="1922684"/>
              <a:ext cx="171278" cy="18690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8793CD42-3A2E-B820-F308-AF3AFD99F7D3}"/>
                </a:ext>
              </a:extLst>
            </p:cNvPr>
            <p:cNvSpPr txBox="1"/>
            <p:nvPr/>
          </p:nvSpPr>
          <p:spPr>
            <a:xfrm>
              <a:off x="4473124" y="1910946"/>
              <a:ext cx="31328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>
                  <a:solidFill>
                    <a:schemeClr val="bg1"/>
                  </a:solidFill>
                </a:rPr>
                <a:t>10</a:t>
              </a:r>
              <a:endParaRPr lang="ko-KR" altLang="en-US" sz="8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83185CF2-D0DC-12EE-0ABF-0611F82B890E}"/>
              </a:ext>
            </a:extLst>
          </p:cNvPr>
          <p:cNvSpPr/>
          <p:nvPr/>
        </p:nvSpPr>
        <p:spPr>
          <a:xfrm>
            <a:off x="324149" y="1589635"/>
            <a:ext cx="8153175" cy="15952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1B4B4E1D-9CBA-A53B-1BB5-C97B93948836}"/>
              </a:ext>
            </a:extLst>
          </p:cNvPr>
          <p:cNvGrpSpPr/>
          <p:nvPr/>
        </p:nvGrpSpPr>
        <p:grpSpPr>
          <a:xfrm>
            <a:off x="205961" y="1475439"/>
            <a:ext cx="276910" cy="215444"/>
            <a:chOff x="4507293" y="1910946"/>
            <a:chExt cx="276910" cy="215444"/>
          </a:xfrm>
        </p:grpSpPr>
        <p:sp>
          <p:nvSpPr>
            <p:cNvPr id="89" name="타원 88">
              <a:extLst>
                <a:ext uri="{FF2B5EF4-FFF2-40B4-BE49-F238E27FC236}">
                  <a16:creationId xmlns:a16="http://schemas.microsoft.com/office/drawing/2014/main" id="{AE8E29AC-5970-7C09-ACD0-F9B40195A9F3}"/>
                </a:ext>
              </a:extLst>
            </p:cNvPr>
            <p:cNvSpPr/>
            <p:nvPr/>
          </p:nvSpPr>
          <p:spPr>
            <a:xfrm>
              <a:off x="4536630" y="1922684"/>
              <a:ext cx="171278" cy="18690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4E06CB05-C106-D11C-41F1-D413DEB0EABF}"/>
                </a:ext>
              </a:extLst>
            </p:cNvPr>
            <p:cNvSpPr txBox="1"/>
            <p:nvPr/>
          </p:nvSpPr>
          <p:spPr>
            <a:xfrm>
              <a:off x="4507293" y="1910946"/>
              <a:ext cx="2769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>
                  <a:solidFill>
                    <a:schemeClr val="bg1"/>
                  </a:solidFill>
                </a:rPr>
                <a:t>0</a:t>
              </a:r>
              <a:endParaRPr lang="ko-KR" altLang="en-US" sz="8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70" name="직사각형 169">
            <a:extLst>
              <a:ext uri="{FF2B5EF4-FFF2-40B4-BE49-F238E27FC236}">
                <a16:creationId xmlns:a16="http://schemas.microsoft.com/office/drawing/2014/main" id="{5972EF49-35BA-4C35-B325-4B1ED451C91D}"/>
              </a:ext>
            </a:extLst>
          </p:cNvPr>
          <p:cNvSpPr/>
          <p:nvPr/>
        </p:nvSpPr>
        <p:spPr>
          <a:xfrm>
            <a:off x="6354869" y="3394007"/>
            <a:ext cx="2281687" cy="1869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bg2">
                    <a:lumMod val="50000"/>
                  </a:schemeClr>
                </a:solidFill>
              </a:rPr>
              <a:t>요금    비행시간    출발시간    항공사명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169790F2-E721-436B-97A3-2F7D65E2ED5B}"/>
              </a:ext>
            </a:extLst>
          </p:cNvPr>
          <p:cNvGrpSpPr/>
          <p:nvPr/>
        </p:nvGrpSpPr>
        <p:grpSpPr>
          <a:xfrm rot="10800000">
            <a:off x="6675286" y="3464600"/>
            <a:ext cx="60620" cy="45719"/>
            <a:chOff x="6548712" y="4176913"/>
            <a:chExt cx="60620" cy="45719"/>
          </a:xfrm>
        </p:grpSpPr>
        <p:cxnSp>
          <p:nvCxnSpPr>
            <p:cNvPr id="171" name="직선 연결선 170">
              <a:extLst>
                <a:ext uri="{FF2B5EF4-FFF2-40B4-BE49-F238E27FC236}">
                  <a16:creationId xmlns:a16="http://schemas.microsoft.com/office/drawing/2014/main" id="{870E178E-0A23-46D0-B8E2-2EB3C78148B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78372" y="4176913"/>
              <a:ext cx="30960" cy="45719"/>
            </a:xfrm>
            <a:prstGeom prst="line">
              <a:avLst/>
            </a:prstGeom>
            <a:ln w="9525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2" name="직선 연결선 171">
              <a:extLst>
                <a:ext uri="{FF2B5EF4-FFF2-40B4-BE49-F238E27FC236}">
                  <a16:creationId xmlns:a16="http://schemas.microsoft.com/office/drawing/2014/main" id="{A0C50FE0-29BC-45AD-98E3-BCB878465B9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48712" y="4176913"/>
              <a:ext cx="30960" cy="45719"/>
            </a:xfrm>
            <a:prstGeom prst="line">
              <a:avLst/>
            </a:prstGeom>
            <a:ln w="9525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74" name="그룹 173">
            <a:extLst>
              <a:ext uri="{FF2B5EF4-FFF2-40B4-BE49-F238E27FC236}">
                <a16:creationId xmlns:a16="http://schemas.microsoft.com/office/drawing/2014/main" id="{0B9BED0D-9CEB-4964-AA58-D7B71795B6C5}"/>
              </a:ext>
            </a:extLst>
          </p:cNvPr>
          <p:cNvGrpSpPr/>
          <p:nvPr/>
        </p:nvGrpSpPr>
        <p:grpSpPr>
          <a:xfrm>
            <a:off x="7221508" y="3464600"/>
            <a:ext cx="60620" cy="45719"/>
            <a:chOff x="6548712" y="4176913"/>
            <a:chExt cx="60620" cy="45719"/>
          </a:xfrm>
        </p:grpSpPr>
        <p:cxnSp>
          <p:nvCxnSpPr>
            <p:cNvPr id="175" name="직선 연결선 174">
              <a:extLst>
                <a:ext uri="{FF2B5EF4-FFF2-40B4-BE49-F238E27FC236}">
                  <a16:creationId xmlns:a16="http://schemas.microsoft.com/office/drawing/2014/main" id="{F2A5CEC6-0C9A-42B7-A43F-68474FF8DD2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78372" y="4176913"/>
              <a:ext cx="30960" cy="45719"/>
            </a:xfrm>
            <a:prstGeom prst="line">
              <a:avLst/>
            </a:prstGeom>
            <a:ln w="9525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6" name="직선 연결선 175">
              <a:extLst>
                <a:ext uri="{FF2B5EF4-FFF2-40B4-BE49-F238E27FC236}">
                  <a16:creationId xmlns:a16="http://schemas.microsoft.com/office/drawing/2014/main" id="{87EA0245-7523-4B80-9772-89962009193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48712" y="4176913"/>
              <a:ext cx="30960" cy="45719"/>
            </a:xfrm>
            <a:prstGeom prst="line">
              <a:avLst/>
            </a:prstGeom>
            <a:ln w="9525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77" name="그룹 176">
            <a:extLst>
              <a:ext uri="{FF2B5EF4-FFF2-40B4-BE49-F238E27FC236}">
                <a16:creationId xmlns:a16="http://schemas.microsoft.com/office/drawing/2014/main" id="{B3663CB1-FF02-4177-B054-199B51028D63}"/>
              </a:ext>
            </a:extLst>
          </p:cNvPr>
          <p:cNvGrpSpPr/>
          <p:nvPr/>
        </p:nvGrpSpPr>
        <p:grpSpPr>
          <a:xfrm>
            <a:off x="7786370" y="3455026"/>
            <a:ext cx="60620" cy="45719"/>
            <a:chOff x="6548712" y="4176913"/>
            <a:chExt cx="60620" cy="45719"/>
          </a:xfrm>
        </p:grpSpPr>
        <p:cxnSp>
          <p:nvCxnSpPr>
            <p:cNvPr id="178" name="직선 연결선 177">
              <a:extLst>
                <a:ext uri="{FF2B5EF4-FFF2-40B4-BE49-F238E27FC236}">
                  <a16:creationId xmlns:a16="http://schemas.microsoft.com/office/drawing/2014/main" id="{1C835993-961C-4ACB-977D-49E60BFABF5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78372" y="4176913"/>
              <a:ext cx="30960" cy="45719"/>
            </a:xfrm>
            <a:prstGeom prst="line">
              <a:avLst/>
            </a:prstGeom>
            <a:ln w="9525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9" name="직선 연결선 178">
              <a:extLst>
                <a:ext uri="{FF2B5EF4-FFF2-40B4-BE49-F238E27FC236}">
                  <a16:creationId xmlns:a16="http://schemas.microsoft.com/office/drawing/2014/main" id="{D0FA975A-E8F6-403C-8EFC-66EFAE54C9B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48712" y="4176913"/>
              <a:ext cx="30960" cy="45719"/>
            </a:xfrm>
            <a:prstGeom prst="line">
              <a:avLst/>
            </a:prstGeom>
            <a:ln w="9525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80" name="그룹 179">
            <a:extLst>
              <a:ext uri="{FF2B5EF4-FFF2-40B4-BE49-F238E27FC236}">
                <a16:creationId xmlns:a16="http://schemas.microsoft.com/office/drawing/2014/main" id="{3F2F34DC-EF84-4A03-A1A1-DD32200A00AF}"/>
              </a:ext>
            </a:extLst>
          </p:cNvPr>
          <p:cNvGrpSpPr/>
          <p:nvPr/>
        </p:nvGrpSpPr>
        <p:grpSpPr>
          <a:xfrm>
            <a:off x="8351232" y="3464599"/>
            <a:ext cx="60620" cy="45719"/>
            <a:chOff x="6548712" y="4176913"/>
            <a:chExt cx="60620" cy="45719"/>
          </a:xfrm>
        </p:grpSpPr>
        <p:cxnSp>
          <p:nvCxnSpPr>
            <p:cNvPr id="181" name="직선 연결선 180">
              <a:extLst>
                <a:ext uri="{FF2B5EF4-FFF2-40B4-BE49-F238E27FC236}">
                  <a16:creationId xmlns:a16="http://schemas.microsoft.com/office/drawing/2014/main" id="{41EF2CF6-3D54-45F4-864C-CCBFB27DC8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78372" y="4176913"/>
              <a:ext cx="30960" cy="45719"/>
            </a:xfrm>
            <a:prstGeom prst="line">
              <a:avLst/>
            </a:prstGeom>
            <a:ln w="9525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3" name="직선 연결선 192">
              <a:extLst>
                <a:ext uri="{FF2B5EF4-FFF2-40B4-BE49-F238E27FC236}">
                  <a16:creationId xmlns:a16="http://schemas.microsoft.com/office/drawing/2014/main" id="{09152CC1-2297-4BA6-8AA9-3CB9E8A285A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548712" y="4176913"/>
              <a:ext cx="30960" cy="45719"/>
            </a:xfrm>
            <a:prstGeom prst="line">
              <a:avLst/>
            </a:prstGeom>
            <a:ln w="9525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048567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FDC4F-A30C-2AAD-C6CF-FFCB057DA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E884C3-8E52-D334-75E5-041D4024F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10</a:t>
            </a:fld>
            <a:endParaRPr lang="ko-KR" altLang="en-US" dirty="0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5A53415-4325-D7C4-9342-BB887086F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A6618-D80D-4B7E-A45B-A31FDCA0FB45}" type="datetime1">
              <a:rPr lang="ko-KR" altLang="en-US" smtClean="0"/>
              <a:t>2026-01-15</a:t>
            </a:fld>
            <a:endParaRPr lang="ko-KR" altLang="en-US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89EDB76-7098-4464-556F-426F1F0B0632}"/>
              </a:ext>
            </a:extLst>
          </p:cNvPr>
          <p:cNvSpPr txBox="1"/>
          <p:nvPr/>
        </p:nvSpPr>
        <p:spPr>
          <a:xfrm>
            <a:off x="992038" y="221039"/>
            <a:ext cx="13433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>
                <a:solidFill>
                  <a:schemeClr val="tx1"/>
                </a:solidFill>
              </a:rPr>
              <a:t>주요 </a:t>
            </a:r>
            <a:r>
              <a:rPr lang="ko-KR" altLang="en-US" sz="1000" b="1" dirty="0"/>
              <a:t>도시 </a:t>
            </a:r>
            <a:r>
              <a:rPr lang="ko-KR" altLang="en-US" sz="1000" b="1" dirty="0">
                <a:solidFill>
                  <a:schemeClr val="tx1"/>
                </a:solidFill>
              </a:rPr>
              <a:t>리스트</a:t>
            </a:r>
            <a:endParaRPr lang="ko-KR" altLang="en-US" sz="1000" b="1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CFEF56B-8BFB-DFE1-F9B5-2CD7DE7F6A60}"/>
              </a:ext>
            </a:extLst>
          </p:cNvPr>
          <p:cNvSpPr txBox="1"/>
          <p:nvPr/>
        </p:nvSpPr>
        <p:spPr>
          <a:xfrm>
            <a:off x="3355675" y="213760"/>
            <a:ext cx="258014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1000" b="1" dirty="0">
                <a:solidFill>
                  <a:schemeClr val="tx1"/>
                </a:solidFill>
              </a:rPr>
              <a:t>항공 </a:t>
            </a:r>
            <a:r>
              <a:rPr lang="en-US" altLang="ko-KR" sz="1000" b="1" dirty="0">
                <a:solidFill>
                  <a:schemeClr val="tx1"/>
                </a:solidFill>
              </a:rPr>
              <a:t>&gt; </a:t>
            </a:r>
            <a:r>
              <a:rPr lang="ko-KR" altLang="en-US" sz="1000" b="1" dirty="0">
                <a:solidFill>
                  <a:schemeClr val="tx1"/>
                </a:solidFill>
              </a:rPr>
              <a:t>국제선 조회 </a:t>
            </a:r>
            <a:r>
              <a:rPr lang="en-US" altLang="ko-KR" sz="1000" b="1" dirty="0">
                <a:solidFill>
                  <a:schemeClr val="tx1"/>
                </a:solidFill>
              </a:rPr>
              <a:t>&gt; </a:t>
            </a:r>
            <a:r>
              <a:rPr lang="ko-KR" altLang="en-US" sz="1000" b="1" dirty="0">
                <a:solidFill>
                  <a:schemeClr val="tx1"/>
                </a:solidFill>
              </a:rPr>
              <a:t>주요 도시 리스트</a:t>
            </a:r>
          </a:p>
        </p:txBody>
      </p:sp>
      <p:graphicFrame>
        <p:nvGraphicFramePr>
          <p:cNvPr id="232" name="표 231">
            <a:extLst>
              <a:ext uri="{FF2B5EF4-FFF2-40B4-BE49-F238E27FC236}">
                <a16:creationId xmlns:a16="http://schemas.microsoft.com/office/drawing/2014/main" id="{338BA396-2E75-7EFC-1532-846F7695B3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020206"/>
              </p:ext>
            </p:extLst>
          </p:nvPr>
        </p:nvGraphicFramePr>
        <p:xfrm>
          <a:off x="8895426" y="89350"/>
          <a:ext cx="3208784" cy="2510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020">
                  <a:extLst>
                    <a:ext uri="{9D8B030D-6E8A-4147-A177-3AD203B41FA5}">
                      <a16:colId xmlns:a16="http://schemas.microsoft.com/office/drawing/2014/main" val="2331582862"/>
                    </a:ext>
                  </a:extLst>
                </a:gridCol>
                <a:gridCol w="2842764">
                  <a:extLst>
                    <a:ext uri="{9D8B030D-6E8A-4147-A177-3AD203B41FA5}">
                      <a16:colId xmlns:a16="http://schemas.microsoft.com/office/drawing/2014/main" val="2209047372"/>
                    </a:ext>
                  </a:extLst>
                </a:gridCol>
              </a:tblGrid>
              <a:tr h="323687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1541402"/>
                  </a:ext>
                </a:extLst>
              </a:tr>
              <a:tr h="272123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ko-KR" altLang="en-US" sz="900" b="1" dirty="0"/>
                        <a:t>출</a:t>
                      </a:r>
                      <a:r>
                        <a:rPr lang="en-US" altLang="ko-KR" sz="900" b="1" dirty="0"/>
                        <a:t>/</a:t>
                      </a:r>
                      <a:r>
                        <a:rPr lang="ko-KR" altLang="en-US" sz="900" b="1" dirty="0"/>
                        <a:t>도착지 클릭 시</a:t>
                      </a:r>
                      <a:r>
                        <a:rPr lang="en-US" altLang="ko-KR" sz="900" b="1" dirty="0"/>
                        <a:t>, </a:t>
                      </a:r>
                      <a:r>
                        <a:rPr lang="ko-KR" altLang="en-US" sz="900" b="1" dirty="0"/>
                        <a:t>주요 도시  리스트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289071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/>
                        <a:t>1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대륙 탭 선택 시</a:t>
                      </a:r>
                      <a:r>
                        <a:rPr lang="en-US" altLang="ko-KR" sz="900" b="0" dirty="0"/>
                        <a:t>, 2</a:t>
                      </a:r>
                      <a:r>
                        <a:rPr lang="ko-KR" altLang="en-US" sz="900" b="0" dirty="0"/>
                        <a:t>번 영역에</a:t>
                      </a:r>
                      <a:r>
                        <a:rPr lang="en-US" altLang="ko-KR" sz="900" b="0" dirty="0"/>
                        <a:t> </a:t>
                      </a:r>
                      <a:r>
                        <a:rPr lang="ko-KR" altLang="en-US" sz="900" b="0" dirty="0"/>
                        <a:t>해당하는 나라 및 도시 노출</a:t>
                      </a:r>
                      <a:endParaRPr lang="en-US" altLang="ko-KR" sz="900" b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/>
                        <a:t>*</a:t>
                      </a:r>
                      <a:r>
                        <a:rPr lang="ko-KR" altLang="en-US" sz="900" b="0" dirty="0"/>
                        <a:t> 해당 리스트는 현업에서 제공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1462875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/>
                        <a:t>2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원하는 나라 선택 시 입력 란에 노출 되며</a:t>
                      </a:r>
                      <a:r>
                        <a:rPr lang="en-US" altLang="ko-KR" sz="900" b="0" dirty="0"/>
                        <a:t>, </a:t>
                      </a:r>
                      <a:r>
                        <a:rPr lang="ko-KR" altLang="en-US" sz="900" b="0" dirty="0"/>
                        <a:t>주요목적지 슬라이드 닫힘</a:t>
                      </a:r>
                      <a:endParaRPr lang="en-US" altLang="ko-KR" sz="900" b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이 </a:t>
                      </a:r>
                      <a:r>
                        <a:rPr lang="ko-KR" altLang="en-US" sz="900" b="0" dirty="0" err="1"/>
                        <a:t>떄</a:t>
                      </a:r>
                      <a:r>
                        <a:rPr lang="en-US" altLang="ko-KR" sz="900" b="0" dirty="0"/>
                        <a:t>, input</a:t>
                      </a:r>
                      <a:r>
                        <a:rPr lang="ko-KR" altLang="en-US" sz="900" b="0" dirty="0"/>
                        <a:t>에는 </a:t>
                      </a:r>
                      <a:r>
                        <a:rPr lang="ko-KR" altLang="en-US" sz="900" b="1" dirty="0"/>
                        <a:t>도시</a:t>
                      </a:r>
                      <a:r>
                        <a:rPr lang="en-US" altLang="ko-KR" sz="900" b="1" dirty="0"/>
                        <a:t>(</a:t>
                      </a:r>
                      <a:r>
                        <a:rPr lang="ko-KR" altLang="en-US" sz="900" b="1" dirty="0"/>
                        <a:t>도시코드</a:t>
                      </a:r>
                      <a:r>
                        <a:rPr lang="en-US" altLang="ko-KR" sz="900" b="1" dirty="0"/>
                        <a:t>)</a:t>
                      </a:r>
                      <a:r>
                        <a:rPr lang="ko-KR" altLang="en-US" sz="900" b="0" dirty="0"/>
                        <a:t>로 노출 되도록 함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1372609"/>
                  </a:ext>
                </a:extLst>
              </a:tr>
              <a:tr h="27253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Check point</a:t>
                      </a:r>
                      <a:endParaRPr lang="ko-KR" altLang="en-US" sz="10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460177"/>
                  </a:ext>
                </a:extLst>
              </a:tr>
              <a:tr h="635909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br>
                        <a:rPr lang="en-US" altLang="ko-KR" sz="900" b="0" dirty="0"/>
                      </a:br>
                      <a:endParaRPr lang="en-US" altLang="ko-KR" sz="900" b="1" u="none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7885996"/>
                  </a:ext>
                </a:extLst>
              </a:tr>
            </a:tbl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8A91F145-79D8-C44A-2215-CEE971C6785F}"/>
              </a:ext>
            </a:extLst>
          </p:cNvPr>
          <p:cNvSpPr/>
          <p:nvPr/>
        </p:nvSpPr>
        <p:spPr>
          <a:xfrm>
            <a:off x="281482" y="658704"/>
            <a:ext cx="896814" cy="46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SM C&amp;C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08CA875-1D66-1500-D06D-89D0CF7503A1}"/>
              </a:ext>
            </a:extLst>
          </p:cNvPr>
          <p:cNvSpPr/>
          <p:nvPr/>
        </p:nvSpPr>
        <p:spPr>
          <a:xfrm>
            <a:off x="1354203" y="658704"/>
            <a:ext cx="5705004" cy="46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ln w="0"/>
                <a:solidFill>
                  <a:schemeClr val="tx1"/>
                </a:solidFill>
              </a:rPr>
              <a:t>항공</a:t>
            </a:r>
            <a:r>
              <a:rPr lang="en-US" altLang="ko-KR" sz="1200" dirty="0">
                <a:ln w="0"/>
                <a:solidFill>
                  <a:schemeClr val="tx1"/>
                </a:solidFill>
              </a:rPr>
              <a:t>	</a:t>
            </a:r>
            <a:r>
              <a:rPr lang="ko-KR" altLang="en-US" sz="1200" dirty="0">
                <a:ln w="0"/>
                <a:solidFill>
                  <a:schemeClr val="tx1"/>
                </a:solidFill>
              </a:rPr>
              <a:t>호텔</a:t>
            </a:r>
            <a:r>
              <a:rPr lang="en-US" altLang="ko-KR" sz="1200" dirty="0">
                <a:ln w="0"/>
                <a:solidFill>
                  <a:schemeClr val="tx1"/>
                </a:solidFill>
              </a:rPr>
              <a:t>	</a:t>
            </a:r>
            <a:r>
              <a:rPr lang="ko-KR" altLang="en-US" sz="1200" dirty="0">
                <a:ln w="0"/>
                <a:solidFill>
                  <a:schemeClr val="tx1"/>
                </a:solidFill>
              </a:rPr>
              <a:t>요청</a:t>
            </a:r>
            <a:endParaRPr lang="ko-KR" altLang="en-US" sz="12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66DAEDC-01D9-FECA-7FE1-427648094B52}"/>
              </a:ext>
            </a:extLst>
          </p:cNvPr>
          <p:cNvSpPr/>
          <p:nvPr/>
        </p:nvSpPr>
        <p:spPr>
          <a:xfrm>
            <a:off x="7235113" y="658704"/>
            <a:ext cx="1449811" cy="46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n w="0"/>
                <a:solidFill>
                  <a:schemeClr val="tx1"/>
                </a:solidFill>
              </a:rPr>
              <a:t>마이페이지</a:t>
            </a:r>
            <a:r>
              <a:rPr lang="en-US" altLang="ko-KR" sz="1000" dirty="0">
                <a:ln w="0"/>
                <a:solidFill>
                  <a:schemeClr val="tx1"/>
                </a:solidFill>
              </a:rPr>
              <a:t> </a:t>
            </a:r>
            <a:r>
              <a:rPr lang="ko-KR" altLang="en-US" sz="1000" dirty="0">
                <a:ln w="0"/>
                <a:solidFill>
                  <a:schemeClr val="tx1"/>
                </a:solidFill>
              </a:rPr>
              <a:t>로그아웃</a:t>
            </a:r>
            <a:endParaRPr lang="ko-KR" altLang="en-US" sz="1000" dirty="0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6DAE81E-023C-E47A-1DD4-7358425DBF3A}"/>
              </a:ext>
            </a:extLst>
          </p:cNvPr>
          <p:cNvGrpSpPr/>
          <p:nvPr/>
        </p:nvGrpSpPr>
        <p:grpSpPr>
          <a:xfrm>
            <a:off x="281482" y="1318148"/>
            <a:ext cx="8253677" cy="4737867"/>
            <a:chOff x="297200" y="1502938"/>
            <a:chExt cx="8253677" cy="4737867"/>
          </a:xfrm>
        </p:grpSpPr>
        <p:grpSp>
          <p:nvGrpSpPr>
            <p:cNvPr id="338" name="그룹 337">
              <a:extLst>
                <a:ext uri="{FF2B5EF4-FFF2-40B4-BE49-F238E27FC236}">
                  <a16:creationId xmlns:a16="http://schemas.microsoft.com/office/drawing/2014/main" id="{1E5A141F-9B70-4912-D959-681F08F4F69C}"/>
                </a:ext>
              </a:extLst>
            </p:cNvPr>
            <p:cNvGrpSpPr/>
            <p:nvPr/>
          </p:nvGrpSpPr>
          <p:grpSpPr>
            <a:xfrm>
              <a:off x="395415" y="1502938"/>
              <a:ext cx="8155462" cy="1849862"/>
              <a:chOff x="395415" y="1502938"/>
              <a:chExt cx="8155462" cy="1849862"/>
            </a:xfrm>
          </p:grpSpPr>
          <p:cxnSp>
            <p:nvCxnSpPr>
              <p:cNvPr id="339" name="직선 연결선 338">
                <a:extLst>
                  <a:ext uri="{FF2B5EF4-FFF2-40B4-BE49-F238E27FC236}">
                    <a16:creationId xmlns:a16="http://schemas.microsoft.com/office/drawing/2014/main" id="{70941CE6-D39E-3DFB-DEDE-5A26C8542AB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41362" y="2479912"/>
                <a:ext cx="0" cy="263205"/>
              </a:xfrm>
              <a:prstGeom prst="line">
                <a:avLst/>
              </a:prstGeom>
              <a:ln w="9525"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40" name="직사각형 339">
                <a:extLst>
                  <a:ext uri="{FF2B5EF4-FFF2-40B4-BE49-F238E27FC236}">
                    <a16:creationId xmlns:a16="http://schemas.microsoft.com/office/drawing/2014/main" id="{F4C77F58-7312-17EE-8314-E706D931EF21}"/>
                  </a:ext>
                </a:extLst>
              </p:cNvPr>
              <p:cNvSpPr/>
              <p:nvPr/>
            </p:nvSpPr>
            <p:spPr>
              <a:xfrm>
                <a:off x="395417" y="1787611"/>
                <a:ext cx="8155460" cy="1565189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41" name="직사각형 340">
                <a:extLst>
                  <a:ext uri="{FF2B5EF4-FFF2-40B4-BE49-F238E27FC236}">
                    <a16:creationId xmlns:a16="http://schemas.microsoft.com/office/drawing/2014/main" id="{A1A7F8F9-0A20-3037-2253-6C6E613B67B1}"/>
                  </a:ext>
                </a:extLst>
              </p:cNvPr>
              <p:cNvSpPr/>
              <p:nvPr/>
            </p:nvSpPr>
            <p:spPr>
              <a:xfrm>
                <a:off x="526700" y="3006842"/>
                <a:ext cx="540000" cy="180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>
                    <a:solidFill>
                      <a:schemeClr val="tx1"/>
                    </a:solidFill>
                  </a:rPr>
                  <a:t>출장자</a:t>
                </a:r>
              </a:p>
            </p:txBody>
          </p:sp>
          <p:sp>
            <p:nvSpPr>
              <p:cNvPr id="342" name="직사각형 341">
                <a:extLst>
                  <a:ext uri="{FF2B5EF4-FFF2-40B4-BE49-F238E27FC236}">
                    <a16:creationId xmlns:a16="http://schemas.microsoft.com/office/drawing/2014/main" id="{E8945988-D6D2-BE10-17AC-23D8BEA82D58}"/>
                  </a:ext>
                </a:extLst>
              </p:cNvPr>
              <p:cNvSpPr/>
              <p:nvPr/>
            </p:nvSpPr>
            <p:spPr>
              <a:xfrm>
                <a:off x="7248542" y="2362206"/>
                <a:ext cx="1080000" cy="50400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>
                    <a:solidFill>
                      <a:schemeClr val="bg1"/>
                    </a:solidFill>
                  </a:rPr>
                  <a:t>검색</a:t>
                </a:r>
              </a:p>
            </p:txBody>
          </p:sp>
          <p:grpSp>
            <p:nvGrpSpPr>
              <p:cNvPr id="343" name="그룹 342">
                <a:extLst>
                  <a:ext uri="{FF2B5EF4-FFF2-40B4-BE49-F238E27FC236}">
                    <a16:creationId xmlns:a16="http://schemas.microsoft.com/office/drawing/2014/main" id="{D32ED58D-CDB8-DEAD-0AE0-334E79FDED62}"/>
                  </a:ext>
                </a:extLst>
              </p:cNvPr>
              <p:cNvGrpSpPr/>
              <p:nvPr/>
            </p:nvGrpSpPr>
            <p:grpSpPr>
              <a:xfrm>
                <a:off x="527220" y="2034332"/>
                <a:ext cx="1383795" cy="180613"/>
                <a:chOff x="527220" y="2034332"/>
                <a:chExt cx="1383795" cy="180613"/>
              </a:xfrm>
            </p:grpSpPr>
            <p:grpSp>
              <p:nvGrpSpPr>
                <p:cNvPr id="362" name="그룹 361">
                  <a:extLst>
                    <a:ext uri="{FF2B5EF4-FFF2-40B4-BE49-F238E27FC236}">
                      <a16:creationId xmlns:a16="http://schemas.microsoft.com/office/drawing/2014/main" id="{5507BAEB-27C1-D431-7508-927C709B27CC}"/>
                    </a:ext>
                  </a:extLst>
                </p:cNvPr>
                <p:cNvGrpSpPr/>
                <p:nvPr/>
              </p:nvGrpSpPr>
              <p:grpSpPr>
                <a:xfrm>
                  <a:off x="527220" y="2034332"/>
                  <a:ext cx="390676" cy="180613"/>
                  <a:chOff x="601362" y="2034332"/>
                  <a:chExt cx="390676" cy="180613"/>
                </a:xfrm>
              </p:grpSpPr>
              <p:sp>
                <p:nvSpPr>
                  <p:cNvPr id="365" name="직사각형 364">
                    <a:extLst>
                      <a:ext uri="{FF2B5EF4-FFF2-40B4-BE49-F238E27FC236}">
                        <a16:creationId xmlns:a16="http://schemas.microsoft.com/office/drawing/2014/main" id="{241A8C63-E0AC-F776-A194-1A8CD8A555F7}"/>
                      </a:ext>
                    </a:extLst>
                  </p:cNvPr>
                  <p:cNvSpPr/>
                  <p:nvPr/>
                </p:nvSpPr>
                <p:spPr>
                  <a:xfrm>
                    <a:off x="601362" y="2034332"/>
                    <a:ext cx="390676" cy="1800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800" dirty="0">
                        <a:solidFill>
                          <a:schemeClr val="tx1"/>
                        </a:solidFill>
                      </a:rPr>
                      <a:t>왕복</a:t>
                    </a:r>
                  </a:p>
                </p:txBody>
              </p:sp>
              <p:cxnSp>
                <p:nvCxnSpPr>
                  <p:cNvPr id="366" name="직선 연결선 365">
                    <a:extLst>
                      <a:ext uri="{FF2B5EF4-FFF2-40B4-BE49-F238E27FC236}">
                        <a16:creationId xmlns:a16="http://schemas.microsoft.com/office/drawing/2014/main" id="{866D4C0F-1C7A-6E0A-8CB5-6FCFEC8871C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81210" y="2214945"/>
                    <a:ext cx="230981" cy="0"/>
                  </a:xfrm>
                  <a:prstGeom prst="line">
                    <a:avLst/>
                  </a:prstGeom>
                  <a:ln w="9525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363" name="직사각형 362">
                  <a:extLst>
                    <a:ext uri="{FF2B5EF4-FFF2-40B4-BE49-F238E27FC236}">
                      <a16:creationId xmlns:a16="http://schemas.microsoft.com/office/drawing/2014/main" id="{CC3247D4-4D7C-DE23-6025-2E7B7A85667F}"/>
                    </a:ext>
                  </a:extLst>
                </p:cNvPr>
                <p:cNvSpPr/>
                <p:nvPr/>
              </p:nvSpPr>
              <p:spPr>
                <a:xfrm>
                  <a:off x="985835" y="2034332"/>
                  <a:ext cx="390676" cy="180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 dirty="0">
                      <a:solidFill>
                        <a:schemeClr val="bg1">
                          <a:lumMod val="50000"/>
                        </a:schemeClr>
                      </a:solidFill>
                    </a:rPr>
                    <a:t>편도</a:t>
                  </a:r>
                </a:p>
              </p:txBody>
            </p:sp>
            <p:sp>
              <p:nvSpPr>
                <p:cNvPr id="364" name="직사각형 363">
                  <a:extLst>
                    <a:ext uri="{FF2B5EF4-FFF2-40B4-BE49-F238E27FC236}">
                      <a16:creationId xmlns:a16="http://schemas.microsoft.com/office/drawing/2014/main" id="{8532F6CE-F975-3703-75C4-055575AD50FB}"/>
                    </a:ext>
                  </a:extLst>
                </p:cNvPr>
                <p:cNvSpPr/>
                <p:nvPr/>
              </p:nvSpPr>
              <p:spPr>
                <a:xfrm>
                  <a:off x="1370307" y="2034332"/>
                  <a:ext cx="540708" cy="180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 dirty="0" err="1">
                      <a:solidFill>
                        <a:schemeClr val="bg1">
                          <a:lumMod val="50000"/>
                        </a:schemeClr>
                      </a:solidFill>
                    </a:rPr>
                    <a:t>다구간</a:t>
                  </a:r>
                  <a:endParaRPr lang="ko-KR" altLang="en-US" sz="800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p:grpSp>
          <p:grpSp>
            <p:nvGrpSpPr>
              <p:cNvPr id="344" name="그룹 343">
                <a:extLst>
                  <a:ext uri="{FF2B5EF4-FFF2-40B4-BE49-F238E27FC236}">
                    <a16:creationId xmlns:a16="http://schemas.microsoft.com/office/drawing/2014/main" id="{073C4B74-7EE9-628C-C04C-969B2CA86540}"/>
                  </a:ext>
                </a:extLst>
              </p:cNvPr>
              <p:cNvGrpSpPr/>
              <p:nvPr/>
            </p:nvGrpSpPr>
            <p:grpSpPr>
              <a:xfrm>
                <a:off x="2335411" y="2026507"/>
                <a:ext cx="832987" cy="180000"/>
                <a:chOff x="2335411" y="2026507"/>
                <a:chExt cx="832987" cy="180000"/>
              </a:xfrm>
            </p:grpSpPr>
            <p:sp>
              <p:nvSpPr>
                <p:cNvPr id="360" name="직사각형 359">
                  <a:extLst>
                    <a:ext uri="{FF2B5EF4-FFF2-40B4-BE49-F238E27FC236}">
                      <a16:creationId xmlns:a16="http://schemas.microsoft.com/office/drawing/2014/main" id="{6CEE112C-4F4A-6AC3-BF24-4CCBEFB4FB45}"/>
                    </a:ext>
                  </a:extLst>
                </p:cNvPr>
                <p:cNvSpPr/>
                <p:nvPr/>
              </p:nvSpPr>
              <p:spPr>
                <a:xfrm>
                  <a:off x="2393248" y="2026507"/>
                  <a:ext cx="775150" cy="180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 dirty="0">
                      <a:solidFill>
                        <a:schemeClr val="tx1"/>
                      </a:solidFill>
                    </a:rPr>
                    <a:t>직항만 검색</a:t>
                  </a:r>
                </a:p>
              </p:txBody>
            </p:sp>
            <p:sp>
              <p:nvSpPr>
                <p:cNvPr id="361" name="직사각형 360">
                  <a:extLst>
                    <a:ext uri="{FF2B5EF4-FFF2-40B4-BE49-F238E27FC236}">
                      <a16:creationId xmlns:a16="http://schemas.microsoft.com/office/drawing/2014/main" id="{391F58E4-A580-51C9-FE53-E5B92BBD67DD}"/>
                    </a:ext>
                  </a:extLst>
                </p:cNvPr>
                <p:cNvSpPr/>
                <p:nvPr/>
              </p:nvSpPr>
              <p:spPr>
                <a:xfrm>
                  <a:off x="2335411" y="2058842"/>
                  <a:ext cx="115330" cy="11533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accent6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345" name="직사각형 344">
                <a:extLst>
                  <a:ext uri="{FF2B5EF4-FFF2-40B4-BE49-F238E27FC236}">
                    <a16:creationId xmlns:a16="http://schemas.microsoft.com/office/drawing/2014/main" id="{48DF9ACA-4A16-5092-C789-F009C7A02B46}"/>
                  </a:ext>
                </a:extLst>
              </p:cNvPr>
              <p:cNvSpPr/>
              <p:nvPr/>
            </p:nvSpPr>
            <p:spPr>
              <a:xfrm>
                <a:off x="601362" y="2365392"/>
                <a:ext cx="6480000" cy="504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grpSp>
            <p:nvGrpSpPr>
              <p:cNvPr id="346" name="그룹 345">
                <a:extLst>
                  <a:ext uri="{FF2B5EF4-FFF2-40B4-BE49-F238E27FC236}">
                    <a16:creationId xmlns:a16="http://schemas.microsoft.com/office/drawing/2014/main" id="{3990E76A-8D48-98FD-B8F0-C50B6EEA9F94}"/>
                  </a:ext>
                </a:extLst>
              </p:cNvPr>
              <p:cNvGrpSpPr/>
              <p:nvPr/>
            </p:nvGrpSpPr>
            <p:grpSpPr>
              <a:xfrm>
                <a:off x="869155" y="2487152"/>
                <a:ext cx="2658079" cy="248804"/>
                <a:chOff x="869155" y="2487152"/>
                <a:chExt cx="2658079" cy="248804"/>
              </a:xfrm>
            </p:grpSpPr>
            <p:sp>
              <p:nvSpPr>
                <p:cNvPr id="355" name="직사각형 354">
                  <a:extLst>
                    <a:ext uri="{FF2B5EF4-FFF2-40B4-BE49-F238E27FC236}">
                      <a16:creationId xmlns:a16="http://schemas.microsoft.com/office/drawing/2014/main" id="{5DE2A0DE-553F-9DE9-AE2C-EA1BA756BB29}"/>
                    </a:ext>
                  </a:extLst>
                </p:cNvPr>
                <p:cNvSpPr/>
                <p:nvPr/>
              </p:nvSpPr>
              <p:spPr>
                <a:xfrm>
                  <a:off x="869155" y="2524206"/>
                  <a:ext cx="944880" cy="18000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 dirty="0">
                      <a:solidFill>
                        <a:schemeClr val="tx1"/>
                      </a:solidFill>
                    </a:rPr>
                    <a:t>서울</a:t>
                  </a:r>
                  <a:r>
                    <a:rPr lang="en-US" altLang="ko-KR" sz="800" dirty="0">
                      <a:solidFill>
                        <a:schemeClr val="tx1"/>
                      </a:solidFill>
                    </a:rPr>
                    <a:t>/</a:t>
                  </a:r>
                  <a:r>
                    <a:rPr lang="ko-KR" altLang="en-US" sz="800" dirty="0">
                      <a:solidFill>
                        <a:schemeClr val="tx1"/>
                      </a:solidFill>
                    </a:rPr>
                    <a:t>인천</a:t>
                  </a:r>
                  <a:r>
                    <a:rPr lang="en-US" altLang="ko-KR" sz="800" dirty="0">
                      <a:solidFill>
                        <a:schemeClr val="tx1"/>
                      </a:solidFill>
                    </a:rPr>
                    <a:t>(ICN)</a:t>
                  </a:r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356" name="그룹 355">
                  <a:extLst>
                    <a:ext uri="{FF2B5EF4-FFF2-40B4-BE49-F238E27FC236}">
                      <a16:creationId xmlns:a16="http://schemas.microsoft.com/office/drawing/2014/main" id="{74DC8FE9-BF73-20F4-94C5-3C781FB88C84}"/>
                    </a:ext>
                  </a:extLst>
                </p:cNvPr>
                <p:cNvGrpSpPr/>
                <p:nvPr/>
              </p:nvGrpSpPr>
              <p:grpSpPr>
                <a:xfrm>
                  <a:off x="1721548" y="2487152"/>
                  <a:ext cx="944880" cy="248804"/>
                  <a:chOff x="1911015" y="2455402"/>
                  <a:chExt cx="944880" cy="248804"/>
                </a:xfrm>
              </p:grpSpPr>
              <p:sp>
                <p:nvSpPr>
                  <p:cNvPr id="358" name="직사각형 357">
                    <a:extLst>
                      <a:ext uri="{FF2B5EF4-FFF2-40B4-BE49-F238E27FC236}">
                        <a16:creationId xmlns:a16="http://schemas.microsoft.com/office/drawing/2014/main" id="{0F5BCE39-4382-BCD5-480C-48190C1E69A6}"/>
                      </a:ext>
                    </a:extLst>
                  </p:cNvPr>
                  <p:cNvSpPr/>
                  <p:nvPr/>
                </p:nvSpPr>
                <p:spPr>
                  <a:xfrm>
                    <a:off x="1911015" y="2524206"/>
                    <a:ext cx="944880" cy="1800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800" dirty="0">
                        <a:solidFill>
                          <a:schemeClr val="tx1"/>
                        </a:solidFill>
                      </a:rPr>
                      <a:t>←</a:t>
                    </a:r>
                  </a:p>
                </p:txBody>
              </p:sp>
              <p:sp>
                <p:nvSpPr>
                  <p:cNvPr id="359" name="직사각형 358">
                    <a:extLst>
                      <a:ext uri="{FF2B5EF4-FFF2-40B4-BE49-F238E27FC236}">
                        <a16:creationId xmlns:a16="http://schemas.microsoft.com/office/drawing/2014/main" id="{21779AA0-BB7A-1449-24E0-8CCE6F195C13}"/>
                      </a:ext>
                    </a:extLst>
                  </p:cNvPr>
                  <p:cNvSpPr/>
                  <p:nvPr/>
                </p:nvSpPr>
                <p:spPr>
                  <a:xfrm>
                    <a:off x="1911015" y="2455402"/>
                    <a:ext cx="944880" cy="1800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800" dirty="0">
                        <a:solidFill>
                          <a:schemeClr val="tx1"/>
                        </a:solidFill>
                      </a:rPr>
                      <a:t>→</a:t>
                    </a:r>
                  </a:p>
                </p:txBody>
              </p:sp>
            </p:grpSp>
            <p:sp>
              <p:nvSpPr>
                <p:cNvPr id="357" name="직사각형 356">
                  <a:extLst>
                    <a:ext uri="{FF2B5EF4-FFF2-40B4-BE49-F238E27FC236}">
                      <a16:creationId xmlns:a16="http://schemas.microsoft.com/office/drawing/2014/main" id="{C5B5CC3B-605A-F22E-1BB8-7F8061CDA29F}"/>
                    </a:ext>
                  </a:extLst>
                </p:cNvPr>
                <p:cNvSpPr/>
                <p:nvPr/>
              </p:nvSpPr>
              <p:spPr>
                <a:xfrm>
                  <a:off x="2582354" y="2524206"/>
                  <a:ext cx="944880" cy="18000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 dirty="0">
                      <a:solidFill>
                        <a:schemeClr val="bg2">
                          <a:lumMod val="50000"/>
                        </a:schemeClr>
                      </a:solidFill>
                    </a:rPr>
                    <a:t>도착지</a:t>
                  </a:r>
                </a:p>
              </p:txBody>
            </p:sp>
          </p:grpSp>
          <p:sp>
            <p:nvSpPr>
              <p:cNvPr id="347" name="직사각형 346">
                <a:extLst>
                  <a:ext uri="{FF2B5EF4-FFF2-40B4-BE49-F238E27FC236}">
                    <a16:creationId xmlns:a16="http://schemas.microsoft.com/office/drawing/2014/main" id="{22246E2C-76C4-6BE6-28D2-3925AD6D4091}"/>
                  </a:ext>
                </a:extLst>
              </p:cNvPr>
              <p:cNvSpPr/>
              <p:nvPr/>
            </p:nvSpPr>
            <p:spPr>
              <a:xfrm>
                <a:off x="4177014" y="2524206"/>
                <a:ext cx="94488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>
                    <a:solidFill>
                      <a:schemeClr val="bg2">
                        <a:lumMod val="50000"/>
                      </a:schemeClr>
                    </a:solidFill>
                  </a:rPr>
                  <a:t>출장일정</a:t>
                </a:r>
              </a:p>
            </p:txBody>
          </p:sp>
          <p:sp>
            <p:nvSpPr>
              <p:cNvPr id="348" name="직사각형 347">
                <a:extLst>
                  <a:ext uri="{FF2B5EF4-FFF2-40B4-BE49-F238E27FC236}">
                    <a16:creationId xmlns:a16="http://schemas.microsoft.com/office/drawing/2014/main" id="{8AE87B37-C8E0-DCAE-2E08-EB95F2A81C74}"/>
                  </a:ext>
                </a:extLst>
              </p:cNvPr>
              <p:cNvSpPr/>
              <p:nvPr/>
            </p:nvSpPr>
            <p:spPr>
              <a:xfrm>
                <a:off x="5797013" y="2524206"/>
                <a:ext cx="94488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>
                    <a:solidFill>
                      <a:schemeClr val="tx1"/>
                    </a:solidFill>
                  </a:rPr>
                  <a:t>인원 </a:t>
                </a:r>
                <a:r>
                  <a:rPr lang="en-US" altLang="ko-KR" sz="800" dirty="0">
                    <a:solidFill>
                      <a:schemeClr val="tx1"/>
                    </a:solidFill>
                  </a:rPr>
                  <a:t>1 · </a:t>
                </a:r>
                <a:r>
                  <a:rPr lang="ko-KR" altLang="en-US" sz="800" dirty="0">
                    <a:solidFill>
                      <a:schemeClr val="tx1"/>
                    </a:solidFill>
                  </a:rPr>
                  <a:t>일반석</a:t>
                </a:r>
              </a:p>
            </p:txBody>
          </p:sp>
          <p:cxnSp>
            <p:nvCxnSpPr>
              <p:cNvPr id="349" name="직선 연결선 348">
                <a:extLst>
                  <a:ext uri="{FF2B5EF4-FFF2-40B4-BE49-F238E27FC236}">
                    <a16:creationId xmlns:a16="http://schemas.microsoft.com/office/drawing/2014/main" id="{5C623089-3771-9852-3C19-794593215DA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57545" y="2487698"/>
                <a:ext cx="0" cy="263205"/>
              </a:xfrm>
              <a:prstGeom prst="line">
                <a:avLst/>
              </a:prstGeom>
              <a:ln w="9525"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50" name="직선 연결선 349">
                <a:extLst>
                  <a:ext uri="{FF2B5EF4-FFF2-40B4-BE49-F238E27FC236}">
                    <a16:creationId xmlns:a16="http://schemas.microsoft.com/office/drawing/2014/main" id="{6FE29D44-D331-9BAE-1B57-2A98F8B55A1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41362" y="2485790"/>
                <a:ext cx="0" cy="263205"/>
              </a:xfrm>
              <a:prstGeom prst="line">
                <a:avLst/>
              </a:prstGeom>
              <a:ln w="9525"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351" name="그룹 350">
                <a:extLst>
                  <a:ext uri="{FF2B5EF4-FFF2-40B4-BE49-F238E27FC236}">
                    <a16:creationId xmlns:a16="http://schemas.microsoft.com/office/drawing/2014/main" id="{8616B1F2-713B-E38F-32DF-87A3F741F9AE}"/>
                  </a:ext>
                </a:extLst>
              </p:cNvPr>
              <p:cNvGrpSpPr/>
              <p:nvPr/>
            </p:nvGrpSpPr>
            <p:grpSpPr>
              <a:xfrm>
                <a:off x="395415" y="1502938"/>
                <a:ext cx="4697636" cy="288000"/>
                <a:chOff x="395415" y="1502938"/>
                <a:chExt cx="4697636" cy="288000"/>
              </a:xfrm>
            </p:grpSpPr>
            <p:sp>
              <p:nvSpPr>
                <p:cNvPr id="352" name="직사각형 351">
                  <a:extLst>
                    <a:ext uri="{FF2B5EF4-FFF2-40B4-BE49-F238E27FC236}">
                      <a16:creationId xmlns:a16="http://schemas.microsoft.com/office/drawing/2014/main" id="{6D2CDAF2-16C8-5AD7-2D4F-8DD0956FA2E6}"/>
                    </a:ext>
                  </a:extLst>
                </p:cNvPr>
                <p:cNvSpPr/>
                <p:nvPr/>
              </p:nvSpPr>
              <p:spPr>
                <a:xfrm>
                  <a:off x="395415" y="1502938"/>
                  <a:ext cx="1566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accent6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00" dirty="0">
                      <a:solidFill>
                        <a:schemeClr val="tx1"/>
                      </a:solidFill>
                    </a:rPr>
                    <a:t>국제선</a:t>
                  </a:r>
                </a:p>
              </p:txBody>
            </p:sp>
            <p:sp>
              <p:nvSpPr>
                <p:cNvPr id="353" name="직사각형 352">
                  <a:extLst>
                    <a:ext uri="{FF2B5EF4-FFF2-40B4-BE49-F238E27FC236}">
                      <a16:creationId xmlns:a16="http://schemas.microsoft.com/office/drawing/2014/main" id="{A51F8303-68CC-AE99-94AE-400F6934CDA3}"/>
                    </a:ext>
                  </a:extLst>
                </p:cNvPr>
                <p:cNvSpPr/>
                <p:nvPr/>
              </p:nvSpPr>
              <p:spPr>
                <a:xfrm>
                  <a:off x="3527051" y="1502938"/>
                  <a:ext cx="1566000" cy="288000"/>
                </a:xfrm>
                <a:prstGeom prst="rect">
                  <a:avLst/>
                </a:prstGeom>
                <a:solidFill>
                  <a:schemeClr val="bg2">
                    <a:lumMod val="50000"/>
                  </a:schemeClr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accent6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00" dirty="0">
                      <a:solidFill>
                        <a:schemeClr val="bg1"/>
                      </a:solidFill>
                    </a:rPr>
                    <a:t>예약내역</a:t>
                  </a:r>
                </a:p>
              </p:txBody>
            </p:sp>
            <p:sp>
              <p:nvSpPr>
                <p:cNvPr id="354" name="직사각형 353">
                  <a:extLst>
                    <a:ext uri="{FF2B5EF4-FFF2-40B4-BE49-F238E27FC236}">
                      <a16:creationId xmlns:a16="http://schemas.microsoft.com/office/drawing/2014/main" id="{2F7B6400-2DCF-A255-078E-3876E9080269}"/>
                    </a:ext>
                  </a:extLst>
                </p:cNvPr>
                <p:cNvSpPr/>
                <p:nvPr/>
              </p:nvSpPr>
              <p:spPr>
                <a:xfrm>
                  <a:off x="1961234" y="1502938"/>
                  <a:ext cx="1566000" cy="288000"/>
                </a:xfrm>
                <a:prstGeom prst="rect">
                  <a:avLst/>
                </a:prstGeom>
                <a:solidFill>
                  <a:schemeClr val="bg2">
                    <a:lumMod val="50000"/>
                  </a:schemeClr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accent6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00" dirty="0">
                      <a:solidFill>
                        <a:schemeClr val="bg1"/>
                      </a:solidFill>
                    </a:rPr>
                    <a:t>국내선</a:t>
                  </a:r>
                </a:p>
              </p:txBody>
            </p:sp>
          </p:grpSp>
        </p:grp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0E3EBC8D-F7FF-9BCE-310B-38AFD76DF3C8}"/>
                </a:ext>
              </a:extLst>
            </p:cNvPr>
            <p:cNvCxnSpPr>
              <a:cxnSpLocks/>
            </p:cNvCxnSpPr>
            <p:nvPr/>
          </p:nvCxnSpPr>
          <p:spPr>
            <a:xfrm>
              <a:off x="3841362" y="2479912"/>
              <a:ext cx="0" cy="263205"/>
            </a:xfrm>
            <a:prstGeom prst="line">
              <a:avLst/>
            </a:prstGeom>
            <a:ln w="952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110" name="그룹 109">
              <a:extLst>
                <a:ext uri="{FF2B5EF4-FFF2-40B4-BE49-F238E27FC236}">
                  <a16:creationId xmlns:a16="http://schemas.microsoft.com/office/drawing/2014/main" id="{78BE9450-CC43-EC96-2448-AB826AFDBAE6}"/>
                </a:ext>
              </a:extLst>
            </p:cNvPr>
            <p:cNvGrpSpPr/>
            <p:nvPr/>
          </p:nvGrpSpPr>
          <p:grpSpPr>
            <a:xfrm>
              <a:off x="7248542" y="3635149"/>
              <a:ext cx="1080000" cy="252000"/>
              <a:chOff x="7248542" y="3635149"/>
              <a:chExt cx="1080000" cy="252000"/>
            </a:xfrm>
          </p:grpSpPr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445B4B9D-71FB-69DC-C08C-9C4AE197551B}"/>
                  </a:ext>
                </a:extLst>
              </p:cNvPr>
              <p:cNvSpPr/>
              <p:nvPr/>
            </p:nvSpPr>
            <p:spPr>
              <a:xfrm>
                <a:off x="7248542" y="3635149"/>
                <a:ext cx="1080000" cy="252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r>
                  <a:rPr lang="ko-KR" altLang="en-US" sz="800" dirty="0">
                    <a:solidFill>
                      <a:schemeClr val="tx1"/>
                    </a:solidFill>
                  </a:rPr>
                  <a:t>선택</a:t>
                </a:r>
              </a:p>
            </p:txBody>
          </p:sp>
          <p:grpSp>
            <p:nvGrpSpPr>
              <p:cNvPr id="32" name="그룹 31">
                <a:extLst>
                  <a:ext uri="{FF2B5EF4-FFF2-40B4-BE49-F238E27FC236}">
                    <a16:creationId xmlns:a16="http://schemas.microsoft.com/office/drawing/2014/main" id="{AC937C56-4A0C-6550-0759-4A8EBC5F130C}"/>
                  </a:ext>
                </a:extLst>
              </p:cNvPr>
              <p:cNvGrpSpPr/>
              <p:nvPr/>
            </p:nvGrpSpPr>
            <p:grpSpPr>
              <a:xfrm flipH="1">
                <a:off x="8184355" y="3739138"/>
                <a:ext cx="60620" cy="45719"/>
                <a:chOff x="2582354" y="4366054"/>
                <a:chExt cx="443974" cy="226749"/>
              </a:xfrm>
            </p:grpSpPr>
            <p:cxnSp>
              <p:nvCxnSpPr>
                <p:cNvPr id="33" name="직선 연결선 32">
                  <a:extLst>
                    <a:ext uri="{FF2B5EF4-FFF2-40B4-BE49-F238E27FC236}">
                      <a16:creationId xmlns:a16="http://schemas.microsoft.com/office/drawing/2014/main" id="{68D61830-3C51-2E97-5112-50EC4AAE4D1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582354" y="4366054"/>
                  <a:ext cx="226749" cy="226749"/>
                </a:xfrm>
                <a:prstGeom prst="line">
                  <a:avLst/>
                </a:prstGeom>
                <a:ln w="9525"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직선 연결선 33">
                  <a:extLst>
                    <a:ext uri="{FF2B5EF4-FFF2-40B4-BE49-F238E27FC236}">
                      <a16:creationId xmlns:a16="http://schemas.microsoft.com/office/drawing/2014/main" id="{E3A0B8DF-143B-8B79-9842-E29D49F8BEF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799579" y="4366054"/>
                  <a:ext cx="226749" cy="226749"/>
                </a:xfrm>
                <a:prstGeom prst="line">
                  <a:avLst/>
                </a:prstGeom>
                <a:ln w="9525"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BA373A8D-89D0-5BDC-3810-7965D93A7CF5}"/>
                </a:ext>
              </a:extLst>
            </p:cNvPr>
            <p:cNvSpPr/>
            <p:nvPr/>
          </p:nvSpPr>
          <p:spPr>
            <a:xfrm>
              <a:off x="2442517" y="3924069"/>
              <a:ext cx="1708115" cy="19229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bg2">
                      <a:lumMod val="50000"/>
                    </a:schemeClr>
                  </a:solidFill>
                </a:rPr>
                <a:t>총</a:t>
              </a:r>
              <a:r>
                <a:rPr lang="ko-KR" altLang="en-US" sz="80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altLang="ko-KR" sz="80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0</a:t>
              </a:r>
              <a:r>
                <a:rPr lang="ko-KR" altLang="en-US" sz="800" dirty="0">
                  <a:solidFill>
                    <a:schemeClr val="bg2">
                      <a:lumMod val="50000"/>
                    </a:schemeClr>
                  </a:solidFill>
                </a:rPr>
                <a:t>개의 항공이 검색되었습니다</a:t>
              </a:r>
              <a:r>
                <a:rPr lang="en-US" altLang="ko-KR" sz="800" dirty="0">
                  <a:solidFill>
                    <a:schemeClr val="bg2">
                      <a:lumMod val="50000"/>
                    </a:schemeClr>
                  </a:solidFill>
                </a:rPr>
                <a:t>.</a:t>
              </a:r>
              <a:endParaRPr lang="ko-KR" altLang="en-US" sz="8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cxnSp>
          <p:nvCxnSpPr>
            <p:cNvPr id="43" name="직선 연결선 42">
              <a:extLst>
                <a:ext uri="{FF2B5EF4-FFF2-40B4-BE49-F238E27FC236}">
                  <a16:creationId xmlns:a16="http://schemas.microsoft.com/office/drawing/2014/main" id="{D45A95C8-ED0B-E0D7-8154-E57825CBF976}"/>
                </a:ext>
              </a:extLst>
            </p:cNvPr>
            <p:cNvCxnSpPr>
              <a:cxnSpLocks/>
            </p:cNvCxnSpPr>
            <p:nvPr/>
          </p:nvCxnSpPr>
          <p:spPr>
            <a:xfrm>
              <a:off x="395417" y="4234248"/>
              <a:ext cx="1565819" cy="0"/>
            </a:xfrm>
            <a:prstGeom prst="line">
              <a:avLst/>
            </a:prstGeom>
            <a:ln w="6350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직선 연결선 53">
              <a:extLst>
                <a:ext uri="{FF2B5EF4-FFF2-40B4-BE49-F238E27FC236}">
                  <a16:creationId xmlns:a16="http://schemas.microsoft.com/office/drawing/2014/main" id="{E4752744-EB8D-D067-AFCB-B6B01DA803E4}"/>
                </a:ext>
              </a:extLst>
            </p:cNvPr>
            <p:cNvCxnSpPr>
              <a:cxnSpLocks/>
            </p:cNvCxnSpPr>
            <p:nvPr/>
          </p:nvCxnSpPr>
          <p:spPr>
            <a:xfrm>
              <a:off x="395415" y="5495867"/>
              <a:ext cx="1565819" cy="0"/>
            </a:xfrm>
            <a:prstGeom prst="line">
              <a:avLst/>
            </a:prstGeom>
            <a:ln w="6350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직선 연결선 72">
              <a:extLst>
                <a:ext uri="{FF2B5EF4-FFF2-40B4-BE49-F238E27FC236}">
                  <a16:creationId xmlns:a16="http://schemas.microsoft.com/office/drawing/2014/main" id="{DCDBE8A8-884C-D44A-E7F3-98A0E550D6DD}"/>
                </a:ext>
              </a:extLst>
            </p:cNvPr>
            <p:cNvCxnSpPr>
              <a:cxnSpLocks/>
            </p:cNvCxnSpPr>
            <p:nvPr/>
          </p:nvCxnSpPr>
          <p:spPr>
            <a:xfrm>
              <a:off x="395417" y="6240805"/>
              <a:ext cx="1565819" cy="0"/>
            </a:xfrm>
            <a:prstGeom prst="line">
              <a:avLst/>
            </a:prstGeom>
            <a:ln w="6350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7" name="그룹 106">
              <a:extLst>
                <a:ext uri="{FF2B5EF4-FFF2-40B4-BE49-F238E27FC236}">
                  <a16:creationId xmlns:a16="http://schemas.microsoft.com/office/drawing/2014/main" id="{5E96E280-9743-E6AC-28A7-2614F54D166D}"/>
                </a:ext>
              </a:extLst>
            </p:cNvPr>
            <p:cNvGrpSpPr/>
            <p:nvPr/>
          </p:nvGrpSpPr>
          <p:grpSpPr>
            <a:xfrm>
              <a:off x="297200" y="3671149"/>
              <a:ext cx="1763943" cy="442519"/>
              <a:chOff x="297200" y="3671149"/>
              <a:chExt cx="1763943" cy="442519"/>
            </a:xfrm>
          </p:grpSpPr>
          <p:sp>
            <p:nvSpPr>
              <p:cNvPr id="36" name="직사각형 35">
                <a:extLst>
                  <a:ext uri="{FF2B5EF4-FFF2-40B4-BE49-F238E27FC236}">
                    <a16:creationId xmlns:a16="http://schemas.microsoft.com/office/drawing/2014/main" id="{A6300952-0749-F27A-3393-0F9535DDC067}"/>
                  </a:ext>
                </a:extLst>
              </p:cNvPr>
              <p:cNvSpPr/>
              <p:nvPr/>
            </p:nvSpPr>
            <p:spPr>
              <a:xfrm>
                <a:off x="297200" y="3671149"/>
                <a:ext cx="94488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b="1" dirty="0">
                    <a:solidFill>
                      <a:schemeClr val="tx1"/>
                    </a:solidFill>
                  </a:rPr>
                  <a:t>경유 횟수</a:t>
                </a:r>
              </a:p>
            </p:txBody>
          </p:sp>
          <p:grpSp>
            <p:nvGrpSpPr>
              <p:cNvPr id="37" name="그룹 36">
                <a:extLst>
                  <a:ext uri="{FF2B5EF4-FFF2-40B4-BE49-F238E27FC236}">
                    <a16:creationId xmlns:a16="http://schemas.microsoft.com/office/drawing/2014/main" id="{0C11E212-7F31-8895-BEF1-7B6F8B16B11F}"/>
                  </a:ext>
                </a:extLst>
              </p:cNvPr>
              <p:cNvGrpSpPr/>
              <p:nvPr/>
            </p:nvGrpSpPr>
            <p:grpSpPr>
              <a:xfrm>
                <a:off x="395415" y="3933668"/>
                <a:ext cx="494216" cy="180000"/>
                <a:chOff x="395415" y="3933668"/>
                <a:chExt cx="494216" cy="180000"/>
              </a:xfrm>
            </p:grpSpPr>
            <p:sp>
              <p:nvSpPr>
                <p:cNvPr id="38" name="직사각형 37">
                  <a:extLst>
                    <a:ext uri="{FF2B5EF4-FFF2-40B4-BE49-F238E27FC236}">
                      <a16:creationId xmlns:a16="http://schemas.microsoft.com/office/drawing/2014/main" id="{980C6D0F-B845-A6B5-2D1E-EAE168245987}"/>
                    </a:ext>
                  </a:extLst>
                </p:cNvPr>
                <p:cNvSpPr/>
                <p:nvPr/>
              </p:nvSpPr>
              <p:spPr>
                <a:xfrm>
                  <a:off x="395415" y="3966003"/>
                  <a:ext cx="115330" cy="11533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accent6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9" name="직사각형 38">
                  <a:extLst>
                    <a:ext uri="{FF2B5EF4-FFF2-40B4-BE49-F238E27FC236}">
                      <a16:creationId xmlns:a16="http://schemas.microsoft.com/office/drawing/2014/main" id="{CFB14368-8A8E-6A1D-8F8C-155E5EDE1248}"/>
                    </a:ext>
                  </a:extLst>
                </p:cNvPr>
                <p:cNvSpPr/>
                <p:nvPr/>
              </p:nvSpPr>
              <p:spPr>
                <a:xfrm>
                  <a:off x="493631" y="3933668"/>
                  <a:ext cx="396000" cy="18000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ko-KR" altLang="en-US" sz="800" dirty="0">
                      <a:solidFill>
                        <a:schemeClr val="tx1"/>
                      </a:solidFill>
                    </a:rPr>
                    <a:t>전체</a:t>
                  </a:r>
                </a:p>
              </p:txBody>
            </p:sp>
          </p:grpSp>
          <p:grpSp>
            <p:nvGrpSpPr>
              <p:cNvPr id="40" name="그룹 39">
                <a:extLst>
                  <a:ext uri="{FF2B5EF4-FFF2-40B4-BE49-F238E27FC236}">
                    <a16:creationId xmlns:a16="http://schemas.microsoft.com/office/drawing/2014/main" id="{B823594B-05FB-2838-D2F6-0749C644084E}"/>
                  </a:ext>
                </a:extLst>
              </p:cNvPr>
              <p:cNvGrpSpPr/>
              <p:nvPr/>
            </p:nvGrpSpPr>
            <p:grpSpPr>
              <a:xfrm>
                <a:off x="1566927" y="3933668"/>
                <a:ext cx="494216" cy="180000"/>
                <a:chOff x="395415" y="3933668"/>
                <a:chExt cx="494216" cy="180000"/>
              </a:xfrm>
            </p:grpSpPr>
            <p:sp>
              <p:nvSpPr>
                <p:cNvPr id="41" name="직사각형 40">
                  <a:extLst>
                    <a:ext uri="{FF2B5EF4-FFF2-40B4-BE49-F238E27FC236}">
                      <a16:creationId xmlns:a16="http://schemas.microsoft.com/office/drawing/2014/main" id="{9B76AB9C-7A86-6364-3C45-9D3A6C1664AA}"/>
                    </a:ext>
                  </a:extLst>
                </p:cNvPr>
                <p:cNvSpPr/>
                <p:nvPr/>
              </p:nvSpPr>
              <p:spPr>
                <a:xfrm>
                  <a:off x="395415" y="3966003"/>
                  <a:ext cx="115330" cy="11533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accent6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2" name="직사각형 41">
                  <a:extLst>
                    <a:ext uri="{FF2B5EF4-FFF2-40B4-BE49-F238E27FC236}">
                      <a16:creationId xmlns:a16="http://schemas.microsoft.com/office/drawing/2014/main" id="{7569452C-DC5A-4023-6FDA-E738EF5220CF}"/>
                    </a:ext>
                  </a:extLst>
                </p:cNvPr>
                <p:cNvSpPr/>
                <p:nvPr/>
              </p:nvSpPr>
              <p:spPr>
                <a:xfrm>
                  <a:off x="493631" y="3933668"/>
                  <a:ext cx="396000" cy="18000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ko-KR" altLang="en-US" sz="800" dirty="0">
                      <a:solidFill>
                        <a:schemeClr val="tx1"/>
                      </a:solidFill>
                    </a:rPr>
                    <a:t>경유</a:t>
                  </a:r>
                </a:p>
              </p:txBody>
            </p:sp>
          </p:grpSp>
          <p:grpSp>
            <p:nvGrpSpPr>
              <p:cNvPr id="74" name="그룹 73">
                <a:extLst>
                  <a:ext uri="{FF2B5EF4-FFF2-40B4-BE49-F238E27FC236}">
                    <a16:creationId xmlns:a16="http://schemas.microsoft.com/office/drawing/2014/main" id="{D09A54CB-5F1A-EDA6-B885-821BD6BA47A2}"/>
                  </a:ext>
                </a:extLst>
              </p:cNvPr>
              <p:cNvGrpSpPr/>
              <p:nvPr/>
            </p:nvGrpSpPr>
            <p:grpSpPr>
              <a:xfrm>
                <a:off x="981171" y="3933668"/>
                <a:ext cx="494216" cy="180000"/>
                <a:chOff x="981171" y="3933668"/>
                <a:chExt cx="494216" cy="180000"/>
              </a:xfrm>
            </p:grpSpPr>
            <p:sp>
              <p:nvSpPr>
                <p:cNvPr id="75" name="직사각형 74">
                  <a:extLst>
                    <a:ext uri="{FF2B5EF4-FFF2-40B4-BE49-F238E27FC236}">
                      <a16:creationId xmlns:a16="http://schemas.microsoft.com/office/drawing/2014/main" id="{6C7E91F6-37BC-9C94-A6CC-836FF1AE0E41}"/>
                    </a:ext>
                  </a:extLst>
                </p:cNvPr>
                <p:cNvSpPr/>
                <p:nvPr/>
              </p:nvSpPr>
              <p:spPr>
                <a:xfrm>
                  <a:off x="1079387" y="3933668"/>
                  <a:ext cx="396000" cy="18000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ko-KR" altLang="en-US" sz="800" dirty="0">
                      <a:solidFill>
                        <a:schemeClr val="tx1"/>
                      </a:solidFill>
                    </a:rPr>
                    <a:t>직항</a:t>
                  </a:r>
                </a:p>
              </p:txBody>
            </p:sp>
            <p:grpSp>
              <p:nvGrpSpPr>
                <p:cNvPr id="76" name="그룹 75">
                  <a:extLst>
                    <a:ext uri="{FF2B5EF4-FFF2-40B4-BE49-F238E27FC236}">
                      <a16:creationId xmlns:a16="http://schemas.microsoft.com/office/drawing/2014/main" id="{145B37F6-F8DA-3768-81D0-9EE257B46328}"/>
                    </a:ext>
                  </a:extLst>
                </p:cNvPr>
                <p:cNvGrpSpPr/>
                <p:nvPr/>
              </p:nvGrpSpPr>
              <p:grpSpPr>
                <a:xfrm>
                  <a:off x="981171" y="3966003"/>
                  <a:ext cx="115330" cy="115330"/>
                  <a:chOff x="981171" y="3966003"/>
                  <a:chExt cx="115330" cy="115330"/>
                </a:xfrm>
              </p:grpSpPr>
              <p:sp>
                <p:nvSpPr>
                  <p:cNvPr id="77" name="직사각형 76">
                    <a:extLst>
                      <a:ext uri="{FF2B5EF4-FFF2-40B4-BE49-F238E27FC236}">
                        <a16:creationId xmlns:a16="http://schemas.microsoft.com/office/drawing/2014/main" id="{D048E124-25AE-4B05-FFD7-FD632A4F755E}"/>
                      </a:ext>
                    </a:extLst>
                  </p:cNvPr>
                  <p:cNvSpPr/>
                  <p:nvPr/>
                </p:nvSpPr>
                <p:spPr>
                  <a:xfrm>
                    <a:off x="981171" y="3966003"/>
                    <a:ext cx="115330" cy="115330"/>
                  </a:xfrm>
                  <a:prstGeom prst="rect">
                    <a:avLst/>
                  </a:prstGeom>
                  <a:solidFill>
                    <a:schemeClr val="bg2">
                      <a:lumMod val="50000"/>
                    </a:schemeClr>
                  </a:solidFill>
                  <a:ln w="9525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accent6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grpSp>
                <p:nvGrpSpPr>
                  <p:cNvPr id="78" name="그룹 77">
                    <a:extLst>
                      <a:ext uri="{FF2B5EF4-FFF2-40B4-BE49-F238E27FC236}">
                        <a16:creationId xmlns:a16="http://schemas.microsoft.com/office/drawing/2014/main" id="{9344F90A-D6C3-312F-C8D3-DEC057AADE84}"/>
                      </a:ext>
                    </a:extLst>
                  </p:cNvPr>
                  <p:cNvGrpSpPr/>
                  <p:nvPr/>
                </p:nvGrpSpPr>
                <p:grpSpPr>
                  <a:xfrm>
                    <a:off x="1002836" y="4005668"/>
                    <a:ext cx="72000" cy="36000"/>
                    <a:chOff x="3413760" y="4836443"/>
                    <a:chExt cx="345002" cy="117028"/>
                  </a:xfrm>
                </p:grpSpPr>
                <p:cxnSp>
                  <p:nvCxnSpPr>
                    <p:cNvPr id="79" name="직선 연결선 78">
                      <a:extLst>
                        <a:ext uri="{FF2B5EF4-FFF2-40B4-BE49-F238E27FC236}">
                          <a16:creationId xmlns:a16="http://schemas.microsoft.com/office/drawing/2014/main" id="{BE5F82E5-77E5-B8BC-A881-B78883E56A66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413760" y="4836443"/>
                      <a:ext cx="117028" cy="117028"/>
                    </a:xfrm>
                    <a:prstGeom prst="line">
                      <a:avLst/>
                    </a:prstGeom>
                    <a:ln w="6350"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0" name="직선 연결선 79">
                      <a:extLst>
                        <a:ext uri="{FF2B5EF4-FFF2-40B4-BE49-F238E27FC236}">
                          <a16:creationId xmlns:a16="http://schemas.microsoft.com/office/drawing/2014/main" id="{9A4D8E7A-43F1-4C22-F21D-EA4B1BF1770F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3513912" y="4837015"/>
                      <a:ext cx="244850" cy="116456"/>
                    </a:xfrm>
                    <a:prstGeom prst="line">
                      <a:avLst/>
                    </a:prstGeom>
                    <a:ln w="6350"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</p:grpSp>
        <p:grpSp>
          <p:nvGrpSpPr>
            <p:cNvPr id="108" name="그룹 107">
              <a:extLst>
                <a:ext uri="{FF2B5EF4-FFF2-40B4-BE49-F238E27FC236}">
                  <a16:creationId xmlns:a16="http://schemas.microsoft.com/office/drawing/2014/main" id="{885ED305-9EA7-71FE-7E2B-E93075E23B89}"/>
                </a:ext>
              </a:extLst>
            </p:cNvPr>
            <p:cNvGrpSpPr/>
            <p:nvPr/>
          </p:nvGrpSpPr>
          <p:grpSpPr>
            <a:xfrm>
              <a:off x="297200" y="4368888"/>
              <a:ext cx="1764511" cy="992716"/>
              <a:chOff x="297200" y="4368888"/>
              <a:chExt cx="1764511" cy="992716"/>
            </a:xfrm>
          </p:grpSpPr>
          <p:sp>
            <p:nvSpPr>
              <p:cNvPr id="44" name="직사각형 43">
                <a:extLst>
                  <a:ext uri="{FF2B5EF4-FFF2-40B4-BE49-F238E27FC236}">
                    <a16:creationId xmlns:a16="http://schemas.microsoft.com/office/drawing/2014/main" id="{BAED4014-362F-95B1-6486-DA26DF7F6CE2}"/>
                  </a:ext>
                </a:extLst>
              </p:cNvPr>
              <p:cNvSpPr/>
              <p:nvPr/>
            </p:nvSpPr>
            <p:spPr>
              <a:xfrm>
                <a:off x="297200" y="4368888"/>
                <a:ext cx="94488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b="1" dirty="0">
                    <a:solidFill>
                      <a:schemeClr val="tx1"/>
                    </a:solidFill>
                  </a:rPr>
                  <a:t>항공사 동맹</a:t>
                </a:r>
              </a:p>
            </p:txBody>
          </p:sp>
          <p:grpSp>
            <p:nvGrpSpPr>
              <p:cNvPr id="45" name="그룹 44">
                <a:extLst>
                  <a:ext uri="{FF2B5EF4-FFF2-40B4-BE49-F238E27FC236}">
                    <a16:creationId xmlns:a16="http://schemas.microsoft.com/office/drawing/2014/main" id="{FA0A6FC8-BB0B-69CE-4247-E184A88688CA}"/>
                  </a:ext>
                </a:extLst>
              </p:cNvPr>
              <p:cNvGrpSpPr/>
              <p:nvPr/>
            </p:nvGrpSpPr>
            <p:grpSpPr>
              <a:xfrm>
                <a:off x="395415" y="4631407"/>
                <a:ext cx="494216" cy="180000"/>
                <a:chOff x="395415" y="3933668"/>
                <a:chExt cx="494216" cy="180000"/>
              </a:xfrm>
            </p:grpSpPr>
            <p:sp>
              <p:nvSpPr>
                <p:cNvPr id="46" name="직사각형 45">
                  <a:extLst>
                    <a:ext uri="{FF2B5EF4-FFF2-40B4-BE49-F238E27FC236}">
                      <a16:creationId xmlns:a16="http://schemas.microsoft.com/office/drawing/2014/main" id="{78220FA2-60C8-6F67-3F33-54706F35F09C}"/>
                    </a:ext>
                  </a:extLst>
                </p:cNvPr>
                <p:cNvSpPr/>
                <p:nvPr/>
              </p:nvSpPr>
              <p:spPr>
                <a:xfrm>
                  <a:off x="395415" y="3966003"/>
                  <a:ext cx="115330" cy="11533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accent6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7" name="직사각형 46">
                  <a:extLst>
                    <a:ext uri="{FF2B5EF4-FFF2-40B4-BE49-F238E27FC236}">
                      <a16:creationId xmlns:a16="http://schemas.microsoft.com/office/drawing/2014/main" id="{33FF53A8-2803-B79A-1F9D-13CCDCBC95F4}"/>
                    </a:ext>
                  </a:extLst>
                </p:cNvPr>
                <p:cNvSpPr/>
                <p:nvPr/>
              </p:nvSpPr>
              <p:spPr>
                <a:xfrm>
                  <a:off x="493631" y="3933668"/>
                  <a:ext cx="396000" cy="18000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ko-KR" altLang="en-US" sz="800" dirty="0">
                      <a:solidFill>
                        <a:schemeClr val="tx1"/>
                      </a:solidFill>
                    </a:rPr>
                    <a:t>전체</a:t>
                  </a:r>
                </a:p>
              </p:txBody>
            </p:sp>
          </p:grpSp>
          <p:grpSp>
            <p:nvGrpSpPr>
              <p:cNvPr id="48" name="그룹 47">
                <a:extLst>
                  <a:ext uri="{FF2B5EF4-FFF2-40B4-BE49-F238E27FC236}">
                    <a16:creationId xmlns:a16="http://schemas.microsoft.com/office/drawing/2014/main" id="{99A8167C-0DA4-CCBB-0D38-0F71526D1C77}"/>
                  </a:ext>
                </a:extLst>
              </p:cNvPr>
              <p:cNvGrpSpPr/>
              <p:nvPr/>
            </p:nvGrpSpPr>
            <p:grpSpPr>
              <a:xfrm>
                <a:off x="395415" y="4909133"/>
                <a:ext cx="710216" cy="180000"/>
                <a:chOff x="395415" y="3933668"/>
                <a:chExt cx="710216" cy="180000"/>
              </a:xfrm>
            </p:grpSpPr>
            <p:sp>
              <p:nvSpPr>
                <p:cNvPr id="49" name="직사각형 48">
                  <a:extLst>
                    <a:ext uri="{FF2B5EF4-FFF2-40B4-BE49-F238E27FC236}">
                      <a16:creationId xmlns:a16="http://schemas.microsoft.com/office/drawing/2014/main" id="{E39D62C2-F92B-34A8-AB73-02AFB077FB2F}"/>
                    </a:ext>
                  </a:extLst>
                </p:cNvPr>
                <p:cNvSpPr/>
                <p:nvPr/>
              </p:nvSpPr>
              <p:spPr>
                <a:xfrm>
                  <a:off x="395415" y="3966003"/>
                  <a:ext cx="115330" cy="11533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accent6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0" name="직사각형 49">
                  <a:extLst>
                    <a:ext uri="{FF2B5EF4-FFF2-40B4-BE49-F238E27FC236}">
                      <a16:creationId xmlns:a16="http://schemas.microsoft.com/office/drawing/2014/main" id="{31618D2B-8060-8212-E4ED-02E53E6DC211}"/>
                    </a:ext>
                  </a:extLst>
                </p:cNvPr>
                <p:cNvSpPr/>
                <p:nvPr/>
              </p:nvSpPr>
              <p:spPr>
                <a:xfrm>
                  <a:off x="493631" y="3933668"/>
                  <a:ext cx="612000" cy="18000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ko-KR" altLang="en-US" sz="800" dirty="0" err="1">
                      <a:solidFill>
                        <a:schemeClr val="tx1"/>
                      </a:solidFill>
                    </a:rPr>
                    <a:t>원월드</a:t>
                  </a:r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1" name="그룹 50">
                <a:extLst>
                  <a:ext uri="{FF2B5EF4-FFF2-40B4-BE49-F238E27FC236}">
                    <a16:creationId xmlns:a16="http://schemas.microsoft.com/office/drawing/2014/main" id="{407D5487-3F6C-8383-B9B7-7CCC184EEC01}"/>
                  </a:ext>
                </a:extLst>
              </p:cNvPr>
              <p:cNvGrpSpPr/>
              <p:nvPr/>
            </p:nvGrpSpPr>
            <p:grpSpPr>
              <a:xfrm>
                <a:off x="1046285" y="4645012"/>
                <a:ext cx="1015426" cy="180000"/>
                <a:chOff x="395415" y="3933667"/>
                <a:chExt cx="1015426" cy="180000"/>
              </a:xfrm>
            </p:grpSpPr>
            <p:sp>
              <p:nvSpPr>
                <p:cNvPr id="52" name="직사각형 51">
                  <a:extLst>
                    <a:ext uri="{FF2B5EF4-FFF2-40B4-BE49-F238E27FC236}">
                      <a16:creationId xmlns:a16="http://schemas.microsoft.com/office/drawing/2014/main" id="{54D3FF12-80A0-0A1E-E12A-8FB7D7FF8D1C}"/>
                    </a:ext>
                  </a:extLst>
                </p:cNvPr>
                <p:cNvSpPr/>
                <p:nvPr/>
              </p:nvSpPr>
              <p:spPr>
                <a:xfrm>
                  <a:off x="395415" y="3966002"/>
                  <a:ext cx="115330" cy="11533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accent6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3" name="직사각형 52">
                  <a:extLst>
                    <a:ext uri="{FF2B5EF4-FFF2-40B4-BE49-F238E27FC236}">
                      <a16:creationId xmlns:a16="http://schemas.microsoft.com/office/drawing/2014/main" id="{1C16AD7C-B439-BA20-7E69-B5D3A4297BA2}"/>
                    </a:ext>
                  </a:extLst>
                </p:cNvPr>
                <p:cNvSpPr/>
                <p:nvPr/>
              </p:nvSpPr>
              <p:spPr>
                <a:xfrm>
                  <a:off x="493630" y="3933667"/>
                  <a:ext cx="917211" cy="18000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ko-KR" altLang="en-US" sz="800" dirty="0" err="1">
                      <a:solidFill>
                        <a:schemeClr val="tx1"/>
                      </a:solidFill>
                    </a:rPr>
                    <a:t>스타얼라이언스</a:t>
                  </a:r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5" name="그룹 54">
                <a:extLst>
                  <a:ext uri="{FF2B5EF4-FFF2-40B4-BE49-F238E27FC236}">
                    <a16:creationId xmlns:a16="http://schemas.microsoft.com/office/drawing/2014/main" id="{CF9843B5-D089-788D-EB11-67C3102AAE8D}"/>
                  </a:ext>
                </a:extLst>
              </p:cNvPr>
              <p:cNvGrpSpPr/>
              <p:nvPr/>
            </p:nvGrpSpPr>
            <p:grpSpPr>
              <a:xfrm>
                <a:off x="1046285" y="4900232"/>
                <a:ext cx="710216" cy="180000"/>
                <a:chOff x="395415" y="3933668"/>
                <a:chExt cx="710216" cy="180000"/>
              </a:xfrm>
            </p:grpSpPr>
            <p:sp>
              <p:nvSpPr>
                <p:cNvPr id="56" name="직사각형 55">
                  <a:extLst>
                    <a:ext uri="{FF2B5EF4-FFF2-40B4-BE49-F238E27FC236}">
                      <a16:creationId xmlns:a16="http://schemas.microsoft.com/office/drawing/2014/main" id="{6E1C20CC-758A-AB64-1A62-538E62768574}"/>
                    </a:ext>
                  </a:extLst>
                </p:cNvPr>
                <p:cNvSpPr/>
                <p:nvPr/>
              </p:nvSpPr>
              <p:spPr>
                <a:xfrm>
                  <a:off x="395415" y="3966003"/>
                  <a:ext cx="115330" cy="11533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accent6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7" name="직사각형 56">
                  <a:extLst>
                    <a:ext uri="{FF2B5EF4-FFF2-40B4-BE49-F238E27FC236}">
                      <a16:creationId xmlns:a16="http://schemas.microsoft.com/office/drawing/2014/main" id="{171D8D2A-2719-86B6-7262-5EA31D46AD93}"/>
                    </a:ext>
                  </a:extLst>
                </p:cNvPr>
                <p:cNvSpPr/>
                <p:nvPr/>
              </p:nvSpPr>
              <p:spPr>
                <a:xfrm>
                  <a:off x="493631" y="3933668"/>
                  <a:ext cx="612000" cy="18000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ko-KR" altLang="en-US" sz="800" dirty="0" err="1">
                      <a:solidFill>
                        <a:schemeClr val="tx1"/>
                      </a:solidFill>
                    </a:rPr>
                    <a:t>스카이팀</a:t>
                  </a:r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8" name="그룹 57">
                <a:extLst>
                  <a:ext uri="{FF2B5EF4-FFF2-40B4-BE49-F238E27FC236}">
                    <a16:creationId xmlns:a16="http://schemas.microsoft.com/office/drawing/2014/main" id="{67610E39-DC5D-5512-F8D2-6D9541DEB3EA}"/>
                  </a:ext>
                </a:extLst>
              </p:cNvPr>
              <p:cNvGrpSpPr/>
              <p:nvPr/>
            </p:nvGrpSpPr>
            <p:grpSpPr>
              <a:xfrm>
                <a:off x="395415" y="5181604"/>
                <a:ext cx="710216" cy="180000"/>
                <a:chOff x="395415" y="3933668"/>
                <a:chExt cx="710216" cy="180000"/>
              </a:xfrm>
            </p:grpSpPr>
            <p:sp>
              <p:nvSpPr>
                <p:cNvPr id="59" name="직사각형 58">
                  <a:extLst>
                    <a:ext uri="{FF2B5EF4-FFF2-40B4-BE49-F238E27FC236}">
                      <a16:creationId xmlns:a16="http://schemas.microsoft.com/office/drawing/2014/main" id="{720AA93E-51E7-6FE9-86E3-3D72D76D532C}"/>
                    </a:ext>
                  </a:extLst>
                </p:cNvPr>
                <p:cNvSpPr/>
                <p:nvPr/>
              </p:nvSpPr>
              <p:spPr>
                <a:xfrm>
                  <a:off x="395415" y="3966003"/>
                  <a:ext cx="115330" cy="11533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accent6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60" name="직사각형 59">
                  <a:extLst>
                    <a:ext uri="{FF2B5EF4-FFF2-40B4-BE49-F238E27FC236}">
                      <a16:creationId xmlns:a16="http://schemas.microsoft.com/office/drawing/2014/main" id="{3B2CA27E-DD35-DD2A-3FDA-3C136C355ED8}"/>
                    </a:ext>
                  </a:extLst>
                </p:cNvPr>
                <p:cNvSpPr/>
                <p:nvPr/>
              </p:nvSpPr>
              <p:spPr>
                <a:xfrm>
                  <a:off x="493631" y="3933668"/>
                  <a:ext cx="612000" cy="18000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ko-KR" altLang="en-US" sz="800" dirty="0">
                      <a:solidFill>
                        <a:schemeClr val="tx1"/>
                      </a:solidFill>
                    </a:rPr>
                    <a:t>기타</a:t>
                  </a:r>
                </a:p>
              </p:txBody>
            </p:sp>
          </p:grpSp>
          <p:grpSp>
            <p:nvGrpSpPr>
              <p:cNvPr id="81" name="그룹 80">
                <a:extLst>
                  <a:ext uri="{FF2B5EF4-FFF2-40B4-BE49-F238E27FC236}">
                    <a16:creationId xmlns:a16="http://schemas.microsoft.com/office/drawing/2014/main" id="{7CD27707-E55B-ECA1-497A-D60D4D45428C}"/>
                  </a:ext>
                </a:extLst>
              </p:cNvPr>
              <p:cNvGrpSpPr/>
              <p:nvPr/>
            </p:nvGrpSpPr>
            <p:grpSpPr>
              <a:xfrm>
                <a:off x="1049366" y="4934800"/>
                <a:ext cx="115330" cy="115330"/>
                <a:chOff x="981171" y="3966003"/>
                <a:chExt cx="115330" cy="115330"/>
              </a:xfrm>
            </p:grpSpPr>
            <p:sp>
              <p:nvSpPr>
                <p:cNvPr id="82" name="직사각형 81">
                  <a:extLst>
                    <a:ext uri="{FF2B5EF4-FFF2-40B4-BE49-F238E27FC236}">
                      <a16:creationId xmlns:a16="http://schemas.microsoft.com/office/drawing/2014/main" id="{1542D95F-D7F3-FDE7-772E-194267705E75}"/>
                    </a:ext>
                  </a:extLst>
                </p:cNvPr>
                <p:cNvSpPr/>
                <p:nvPr/>
              </p:nvSpPr>
              <p:spPr>
                <a:xfrm>
                  <a:off x="981171" y="3966003"/>
                  <a:ext cx="115330" cy="115330"/>
                </a:xfrm>
                <a:prstGeom prst="rect">
                  <a:avLst/>
                </a:prstGeom>
                <a:solidFill>
                  <a:schemeClr val="bg2">
                    <a:lumMod val="50000"/>
                  </a:schemeClr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accent6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grpSp>
              <p:nvGrpSpPr>
                <p:cNvPr id="83" name="그룹 82">
                  <a:extLst>
                    <a:ext uri="{FF2B5EF4-FFF2-40B4-BE49-F238E27FC236}">
                      <a16:creationId xmlns:a16="http://schemas.microsoft.com/office/drawing/2014/main" id="{C533B956-7EF8-9AD5-27C2-0B34F803D645}"/>
                    </a:ext>
                  </a:extLst>
                </p:cNvPr>
                <p:cNvGrpSpPr/>
                <p:nvPr/>
              </p:nvGrpSpPr>
              <p:grpSpPr>
                <a:xfrm>
                  <a:off x="1002836" y="4005668"/>
                  <a:ext cx="72000" cy="36000"/>
                  <a:chOff x="3413760" y="4836443"/>
                  <a:chExt cx="345002" cy="117028"/>
                </a:xfrm>
              </p:grpSpPr>
              <p:cxnSp>
                <p:nvCxnSpPr>
                  <p:cNvPr id="84" name="직선 연결선 83">
                    <a:extLst>
                      <a:ext uri="{FF2B5EF4-FFF2-40B4-BE49-F238E27FC236}">
                        <a16:creationId xmlns:a16="http://schemas.microsoft.com/office/drawing/2014/main" id="{6BBB1882-FE28-F1AD-AB08-E925B183B97A}"/>
                      </a:ext>
                    </a:extLst>
                  </p:cNvPr>
                  <p:cNvCxnSpPr/>
                  <p:nvPr/>
                </p:nvCxnSpPr>
                <p:spPr>
                  <a:xfrm>
                    <a:off x="3413760" y="4836443"/>
                    <a:ext cx="117028" cy="117028"/>
                  </a:xfrm>
                  <a:prstGeom prst="line">
                    <a:avLst/>
                  </a:prstGeom>
                  <a:ln w="63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5" name="직선 연결선 84">
                    <a:extLst>
                      <a:ext uri="{FF2B5EF4-FFF2-40B4-BE49-F238E27FC236}">
                        <a16:creationId xmlns:a16="http://schemas.microsoft.com/office/drawing/2014/main" id="{629040B4-BE38-E86E-B6ED-BCE4E8546568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3513912" y="4837015"/>
                    <a:ext cx="244850" cy="116456"/>
                  </a:xfrm>
                  <a:prstGeom prst="line">
                    <a:avLst/>
                  </a:prstGeom>
                  <a:ln w="63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grpSp>
          <p:nvGrpSpPr>
            <p:cNvPr id="109" name="그룹 108">
              <a:extLst>
                <a:ext uri="{FF2B5EF4-FFF2-40B4-BE49-F238E27FC236}">
                  <a16:creationId xmlns:a16="http://schemas.microsoft.com/office/drawing/2014/main" id="{3F6488D4-24FD-BA53-2019-CD16C76148DC}"/>
                </a:ext>
              </a:extLst>
            </p:cNvPr>
            <p:cNvGrpSpPr/>
            <p:nvPr/>
          </p:nvGrpSpPr>
          <p:grpSpPr>
            <a:xfrm>
              <a:off x="297200" y="5677706"/>
              <a:ext cx="1816503" cy="442519"/>
              <a:chOff x="297200" y="5677706"/>
              <a:chExt cx="1816503" cy="442519"/>
            </a:xfrm>
          </p:grpSpPr>
          <p:sp>
            <p:nvSpPr>
              <p:cNvPr id="61" name="직사각형 60">
                <a:extLst>
                  <a:ext uri="{FF2B5EF4-FFF2-40B4-BE49-F238E27FC236}">
                    <a16:creationId xmlns:a16="http://schemas.microsoft.com/office/drawing/2014/main" id="{0D602BD7-4CBF-EE17-2396-FE85B2352FF8}"/>
                  </a:ext>
                </a:extLst>
              </p:cNvPr>
              <p:cNvSpPr/>
              <p:nvPr/>
            </p:nvSpPr>
            <p:spPr>
              <a:xfrm>
                <a:off x="297200" y="5677706"/>
                <a:ext cx="94488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b="1" dirty="0">
                    <a:solidFill>
                      <a:schemeClr val="tx1"/>
                    </a:solidFill>
                  </a:rPr>
                  <a:t>규정 준수여부</a:t>
                </a:r>
              </a:p>
            </p:txBody>
          </p:sp>
          <p:grpSp>
            <p:nvGrpSpPr>
              <p:cNvPr id="62" name="그룹 61">
                <a:extLst>
                  <a:ext uri="{FF2B5EF4-FFF2-40B4-BE49-F238E27FC236}">
                    <a16:creationId xmlns:a16="http://schemas.microsoft.com/office/drawing/2014/main" id="{F015DBA6-25BF-ECC5-019F-75B6A3E19DE0}"/>
                  </a:ext>
                </a:extLst>
              </p:cNvPr>
              <p:cNvGrpSpPr/>
              <p:nvPr/>
            </p:nvGrpSpPr>
            <p:grpSpPr>
              <a:xfrm>
                <a:off x="395415" y="5940225"/>
                <a:ext cx="494216" cy="180000"/>
                <a:chOff x="395415" y="3933668"/>
                <a:chExt cx="494216" cy="180000"/>
              </a:xfrm>
            </p:grpSpPr>
            <p:sp>
              <p:nvSpPr>
                <p:cNvPr id="63" name="직사각형 62">
                  <a:extLst>
                    <a:ext uri="{FF2B5EF4-FFF2-40B4-BE49-F238E27FC236}">
                      <a16:creationId xmlns:a16="http://schemas.microsoft.com/office/drawing/2014/main" id="{502470C4-EF80-6882-19C7-DE187293DCA3}"/>
                    </a:ext>
                  </a:extLst>
                </p:cNvPr>
                <p:cNvSpPr/>
                <p:nvPr/>
              </p:nvSpPr>
              <p:spPr>
                <a:xfrm>
                  <a:off x="395415" y="3966003"/>
                  <a:ext cx="115330" cy="11533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accent6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64" name="직사각형 63">
                  <a:extLst>
                    <a:ext uri="{FF2B5EF4-FFF2-40B4-BE49-F238E27FC236}">
                      <a16:creationId xmlns:a16="http://schemas.microsoft.com/office/drawing/2014/main" id="{EFC6A9F3-77F9-25E5-B2E6-56A16386A6A5}"/>
                    </a:ext>
                  </a:extLst>
                </p:cNvPr>
                <p:cNvSpPr/>
                <p:nvPr/>
              </p:nvSpPr>
              <p:spPr>
                <a:xfrm>
                  <a:off x="493631" y="3933668"/>
                  <a:ext cx="396000" cy="18000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ko-KR" altLang="en-US" sz="800" dirty="0">
                      <a:solidFill>
                        <a:schemeClr val="tx1"/>
                      </a:solidFill>
                    </a:rPr>
                    <a:t>전체</a:t>
                  </a:r>
                </a:p>
              </p:txBody>
            </p:sp>
          </p:grpSp>
          <p:grpSp>
            <p:nvGrpSpPr>
              <p:cNvPr id="65" name="그룹 64">
                <a:extLst>
                  <a:ext uri="{FF2B5EF4-FFF2-40B4-BE49-F238E27FC236}">
                    <a16:creationId xmlns:a16="http://schemas.microsoft.com/office/drawing/2014/main" id="{2E9F5B98-C1B0-FB35-57F7-271C01EB6E16}"/>
                  </a:ext>
                </a:extLst>
              </p:cNvPr>
              <p:cNvGrpSpPr/>
              <p:nvPr/>
            </p:nvGrpSpPr>
            <p:grpSpPr>
              <a:xfrm>
                <a:off x="935451" y="5940225"/>
                <a:ext cx="494216" cy="180000"/>
                <a:chOff x="395415" y="3933668"/>
                <a:chExt cx="494216" cy="180000"/>
              </a:xfrm>
            </p:grpSpPr>
            <p:sp>
              <p:nvSpPr>
                <p:cNvPr id="66" name="직사각형 65">
                  <a:extLst>
                    <a:ext uri="{FF2B5EF4-FFF2-40B4-BE49-F238E27FC236}">
                      <a16:creationId xmlns:a16="http://schemas.microsoft.com/office/drawing/2014/main" id="{94CC4FA0-97D8-F6E0-DB9C-743C8E4E8B57}"/>
                    </a:ext>
                  </a:extLst>
                </p:cNvPr>
                <p:cNvSpPr/>
                <p:nvPr/>
              </p:nvSpPr>
              <p:spPr>
                <a:xfrm>
                  <a:off x="395415" y="3966003"/>
                  <a:ext cx="115330" cy="11533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accent6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67" name="직사각형 66">
                  <a:extLst>
                    <a:ext uri="{FF2B5EF4-FFF2-40B4-BE49-F238E27FC236}">
                      <a16:creationId xmlns:a16="http://schemas.microsoft.com/office/drawing/2014/main" id="{2218BD5C-5243-DEEF-CC82-E82FB3BA8215}"/>
                    </a:ext>
                  </a:extLst>
                </p:cNvPr>
                <p:cNvSpPr/>
                <p:nvPr/>
              </p:nvSpPr>
              <p:spPr>
                <a:xfrm>
                  <a:off x="493631" y="3933668"/>
                  <a:ext cx="396000" cy="18000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ko-KR" altLang="en-US" sz="800" dirty="0">
                      <a:solidFill>
                        <a:schemeClr val="tx1"/>
                      </a:solidFill>
                    </a:rPr>
                    <a:t>준수</a:t>
                  </a:r>
                </a:p>
              </p:txBody>
            </p:sp>
          </p:grpSp>
          <p:grpSp>
            <p:nvGrpSpPr>
              <p:cNvPr id="68" name="그룹 67">
                <a:extLst>
                  <a:ext uri="{FF2B5EF4-FFF2-40B4-BE49-F238E27FC236}">
                    <a16:creationId xmlns:a16="http://schemas.microsoft.com/office/drawing/2014/main" id="{521AB1F9-429B-6CE5-E50B-D4F65391DDA7}"/>
                  </a:ext>
                </a:extLst>
              </p:cNvPr>
              <p:cNvGrpSpPr/>
              <p:nvPr/>
            </p:nvGrpSpPr>
            <p:grpSpPr>
              <a:xfrm>
                <a:off x="1475487" y="5940225"/>
                <a:ext cx="638216" cy="180000"/>
                <a:chOff x="395415" y="3933668"/>
                <a:chExt cx="638216" cy="180000"/>
              </a:xfrm>
            </p:grpSpPr>
            <p:sp>
              <p:nvSpPr>
                <p:cNvPr id="69" name="직사각형 68">
                  <a:extLst>
                    <a:ext uri="{FF2B5EF4-FFF2-40B4-BE49-F238E27FC236}">
                      <a16:creationId xmlns:a16="http://schemas.microsoft.com/office/drawing/2014/main" id="{6FFDADAB-AE12-30BB-7BD8-3B7A8A088EBB}"/>
                    </a:ext>
                  </a:extLst>
                </p:cNvPr>
                <p:cNvSpPr/>
                <p:nvPr/>
              </p:nvSpPr>
              <p:spPr>
                <a:xfrm>
                  <a:off x="395415" y="3966003"/>
                  <a:ext cx="115330" cy="11533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accent6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70" name="직사각형 69">
                  <a:extLst>
                    <a:ext uri="{FF2B5EF4-FFF2-40B4-BE49-F238E27FC236}">
                      <a16:creationId xmlns:a16="http://schemas.microsoft.com/office/drawing/2014/main" id="{87D8B97A-96B5-D3C0-60B2-44530A7D79B5}"/>
                    </a:ext>
                  </a:extLst>
                </p:cNvPr>
                <p:cNvSpPr/>
                <p:nvPr/>
              </p:nvSpPr>
              <p:spPr>
                <a:xfrm>
                  <a:off x="493631" y="3933668"/>
                  <a:ext cx="540000" cy="18000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ko-KR" altLang="en-US" sz="800" dirty="0" err="1">
                      <a:solidFill>
                        <a:schemeClr val="tx1"/>
                      </a:solidFill>
                    </a:rPr>
                    <a:t>미준수</a:t>
                  </a:r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86" name="그룹 85">
                <a:extLst>
                  <a:ext uri="{FF2B5EF4-FFF2-40B4-BE49-F238E27FC236}">
                    <a16:creationId xmlns:a16="http://schemas.microsoft.com/office/drawing/2014/main" id="{81A61960-A56D-ACE0-3453-755823A70964}"/>
                  </a:ext>
                </a:extLst>
              </p:cNvPr>
              <p:cNvGrpSpPr/>
              <p:nvPr/>
            </p:nvGrpSpPr>
            <p:grpSpPr>
              <a:xfrm>
                <a:off x="938420" y="5974744"/>
                <a:ext cx="115330" cy="115330"/>
                <a:chOff x="981171" y="3966003"/>
                <a:chExt cx="115330" cy="115330"/>
              </a:xfrm>
            </p:grpSpPr>
            <p:sp>
              <p:nvSpPr>
                <p:cNvPr id="87" name="직사각형 86">
                  <a:extLst>
                    <a:ext uri="{FF2B5EF4-FFF2-40B4-BE49-F238E27FC236}">
                      <a16:creationId xmlns:a16="http://schemas.microsoft.com/office/drawing/2014/main" id="{72CBED92-438E-BAA4-8C74-60D4F73E4133}"/>
                    </a:ext>
                  </a:extLst>
                </p:cNvPr>
                <p:cNvSpPr/>
                <p:nvPr/>
              </p:nvSpPr>
              <p:spPr>
                <a:xfrm>
                  <a:off x="981171" y="3966003"/>
                  <a:ext cx="115330" cy="115330"/>
                </a:xfrm>
                <a:prstGeom prst="rect">
                  <a:avLst/>
                </a:prstGeom>
                <a:solidFill>
                  <a:schemeClr val="bg2">
                    <a:lumMod val="50000"/>
                  </a:schemeClr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accent6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grpSp>
              <p:nvGrpSpPr>
                <p:cNvPr id="88" name="그룹 87">
                  <a:extLst>
                    <a:ext uri="{FF2B5EF4-FFF2-40B4-BE49-F238E27FC236}">
                      <a16:creationId xmlns:a16="http://schemas.microsoft.com/office/drawing/2014/main" id="{AD40B156-BA11-75F8-7806-33F1E48A8FC1}"/>
                    </a:ext>
                  </a:extLst>
                </p:cNvPr>
                <p:cNvGrpSpPr/>
                <p:nvPr/>
              </p:nvGrpSpPr>
              <p:grpSpPr>
                <a:xfrm>
                  <a:off x="1002836" y="4005668"/>
                  <a:ext cx="72000" cy="36000"/>
                  <a:chOff x="3413760" y="4836443"/>
                  <a:chExt cx="345002" cy="117028"/>
                </a:xfrm>
              </p:grpSpPr>
              <p:cxnSp>
                <p:nvCxnSpPr>
                  <p:cNvPr id="89" name="직선 연결선 88">
                    <a:extLst>
                      <a:ext uri="{FF2B5EF4-FFF2-40B4-BE49-F238E27FC236}">
                        <a16:creationId xmlns:a16="http://schemas.microsoft.com/office/drawing/2014/main" id="{86AAE396-F69D-505A-1E62-2BB2CE41314D}"/>
                      </a:ext>
                    </a:extLst>
                  </p:cNvPr>
                  <p:cNvCxnSpPr/>
                  <p:nvPr/>
                </p:nvCxnSpPr>
                <p:spPr>
                  <a:xfrm>
                    <a:off x="3413760" y="4836443"/>
                    <a:ext cx="117028" cy="117028"/>
                  </a:xfrm>
                  <a:prstGeom prst="line">
                    <a:avLst/>
                  </a:prstGeom>
                  <a:ln w="63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0" name="직선 연결선 89">
                    <a:extLst>
                      <a:ext uri="{FF2B5EF4-FFF2-40B4-BE49-F238E27FC236}">
                        <a16:creationId xmlns:a16="http://schemas.microsoft.com/office/drawing/2014/main" id="{3293D303-1502-4258-CDDB-3A6EABC7D69D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3513912" y="4837015"/>
                    <a:ext cx="244850" cy="116456"/>
                  </a:xfrm>
                  <a:prstGeom prst="line">
                    <a:avLst/>
                  </a:prstGeom>
                  <a:ln w="63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980C9986-1105-2A2C-2A61-25745BA17200}"/>
                </a:ext>
              </a:extLst>
            </p:cNvPr>
            <p:cNvSpPr/>
            <p:nvPr/>
          </p:nvSpPr>
          <p:spPr>
            <a:xfrm>
              <a:off x="601362" y="2362206"/>
              <a:ext cx="3239999" cy="51037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36" name="그룹 335">
              <a:extLst>
                <a:ext uri="{FF2B5EF4-FFF2-40B4-BE49-F238E27FC236}">
                  <a16:creationId xmlns:a16="http://schemas.microsoft.com/office/drawing/2014/main" id="{2831DEE7-7810-C578-B730-263D979212F9}"/>
                </a:ext>
              </a:extLst>
            </p:cNvPr>
            <p:cNvGrpSpPr/>
            <p:nvPr/>
          </p:nvGrpSpPr>
          <p:grpSpPr>
            <a:xfrm>
              <a:off x="395417" y="2941383"/>
              <a:ext cx="8155460" cy="2694459"/>
              <a:chOff x="395417" y="2941383"/>
              <a:chExt cx="8155460" cy="2694459"/>
            </a:xfrm>
            <a:effectLst>
              <a:outerShdw blurRad="101600" dist="38100" dir="16200000" rotWithShape="0">
                <a:prstClr val="black">
                  <a:alpha val="15000"/>
                </a:prstClr>
              </a:outerShdw>
            </a:effectLst>
          </p:grpSpPr>
          <p:sp>
            <p:nvSpPr>
              <p:cNvPr id="92" name="직사각형 91">
                <a:extLst>
                  <a:ext uri="{FF2B5EF4-FFF2-40B4-BE49-F238E27FC236}">
                    <a16:creationId xmlns:a16="http://schemas.microsoft.com/office/drawing/2014/main" id="{E85A5D59-BA6E-5452-D504-CC2605D15036}"/>
                  </a:ext>
                </a:extLst>
              </p:cNvPr>
              <p:cNvSpPr/>
              <p:nvPr/>
            </p:nvSpPr>
            <p:spPr>
              <a:xfrm>
                <a:off x="395417" y="2941383"/>
                <a:ext cx="8155460" cy="2694459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3" name="직사각형 92">
                <a:extLst>
                  <a:ext uri="{FF2B5EF4-FFF2-40B4-BE49-F238E27FC236}">
                    <a16:creationId xmlns:a16="http://schemas.microsoft.com/office/drawing/2014/main" id="{E2DE22A2-6045-5C78-F068-E6992C2B48E2}"/>
                  </a:ext>
                </a:extLst>
              </p:cNvPr>
              <p:cNvSpPr/>
              <p:nvPr/>
            </p:nvSpPr>
            <p:spPr>
              <a:xfrm>
                <a:off x="520004" y="3105179"/>
                <a:ext cx="1064215" cy="26883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1000" b="1" dirty="0">
                    <a:solidFill>
                      <a:schemeClr val="tx1"/>
                    </a:solidFill>
                  </a:rPr>
                  <a:t>지역 선택</a:t>
                </a:r>
              </a:p>
            </p:txBody>
          </p:sp>
          <p:grpSp>
            <p:nvGrpSpPr>
              <p:cNvPr id="121" name="그룹 120">
                <a:extLst>
                  <a:ext uri="{FF2B5EF4-FFF2-40B4-BE49-F238E27FC236}">
                    <a16:creationId xmlns:a16="http://schemas.microsoft.com/office/drawing/2014/main" id="{7A03E951-7A9B-05AB-8C59-863E3C1CE435}"/>
                  </a:ext>
                </a:extLst>
              </p:cNvPr>
              <p:cNvGrpSpPr/>
              <p:nvPr/>
            </p:nvGrpSpPr>
            <p:grpSpPr>
              <a:xfrm>
                <a:off x="8225984" y="3185594"/>
                <a:ext cx="108000" cy="108000"/>
                <a:chOff x="5869251" y="3186842"/>
                <a:chExt cx="160846" cy="160846"/>
              </a:xfrm>
            </p:grpSpPr>
            <p:cxnSp>
              <p:nvCxnSpPr>
                <p:cNvPr id="117" name="직선 연결선 116">
                  <a:extLst>
                    <a:ext uri="{FF2B5EF4-FFF2-40B4-BE49-F238E27FC236}">
                      <a16:creationId xmlns:a16="http://schemas.microsoft.com/office/drawing/2014/main" id="{BACAD1E7-6A9A-75C6-E65E-EE98AC77895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869251" y="3186842"/>
                  <a:ext cx="160846" cy="160846"/>
                </a:xfrm>
                <a:prstGeom prst="line">
                  <a:avLst/>
                </a:prstGeom>
                <a:ln w="9525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0" name="직선 연결선 119">
                  <a:extLst>
                    <a:ext uri="{FF2B5EF4-FFF2-40B4-BE49-F238E27FC236}">
                      <a16:creationId xmlns:a16="http://schemas.microsoft.com/office/drawing/2014/main" id="{6C28934E-A84F-B9F5-CF1F-462172DA3E8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869251" y="3186842"/>
                  <a:ext cx="160846" cy="160846"/>
                </a:xfrm>
                <a:prstGeom prst="line">
                  <a:avLst/>
                </a:prstGeom>
                <a:ln w="9525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31" name="그룹 330">
                <a:extLst>
                  <a:ext uri="{FF2B5EF4-FFF2-40B4-BE49-F238E27FC236}">
                    <a16:creationId xmlns:a16="http://schemas.microsoft.com/office/drawing/2014/main" id="{D2A0CE26-58E7-E90F-876F-F141EEE3A76C}"/>
                  </a:ext>
                </a:extLst>
              </p:cNvPr>
              <p:cNvGrpSpPr/>
              <p:nvPr/>
            </p:nvGrpSpPr>
            <p:grpSpPr>
              <a:xfrm>
                <a:off x="603147" y="3523454"/>
                <a:ext cx="7740000" cy="1944000"/>
                <a:chOff x="603147" y="3523454"/>
                <a:chExt cx="7740000" cy="1944000"/>
              </a:xfrm>
            </p:grpSpPr>
            <p:sp>
              <p:nvSpPr>
                <p:cNvPr id="94" name="직사각형 93">
                  <a:extLst>
                    <a:ext uri="{FF2B5EF4-FFF2-40B4-BE49-F238E27FC236}">
                      <a16:creationId xmlns:a16="http://schemas.microsoft.com/office/drawing/2014/main" id="{4006AEF3-BB61-6EAE-70D3-F6C09A24ADB6}"/>
                    </a:ext>
                  </a:extLst>
                </p:cNvPr>
                <p:cNvSpPr/>
                <p:nvPr/>
              </p:nvSpPr>
              <p:spPr>
                <a:xfrm>
                  <a:off x="603147" y="3523454"/>
                  <a:ext cx="7740000" cy="1944000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bg2">
                      <a:lumMod val="9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grpSp>
              <p:nvGrpSpPr>
                <p:cNvPr id="103" name="그룹 102">
                  <a:extLst>
                    <a:ext uri="{FF2B5EF4-FFF2-40B4-BE49-F238E27FC236}">
                      <a16:creationId xmlns:a16="http://schemas.microsoft.com/office/drawing/2014/main" id="{A76C5347-D27F-C05F-C879-D70B49405D24}"/>
                    </a:ext>
                  </a:extLst>
                </p:cNvPr>
                <p:cNvGrpSpPr/>
                <p:nvPr/>
              </p:nvGrpSpPr>
              <p:grpSpPr>
                <a:xfrm>
                  <a:off x="608666" y="3523454"/>
                  <a:ext cx="1352570" cy="1944000"/>
                  <a:chOff x="608664" y="3474558"/>
                  <a:chExt cx="1352570" cy="1944000"/>
                </a:xfrm>
              </p:grpSpPr>
              <p:sp>
                <p:nvSpPr>
                  <p:cNvPr id="95" name="직사각형 94">
                    <a:extLst>
                      <a:ext uri="{FF2B5EF4-FFF2-40B4-BE49-F238E27FC236}">
                        <a16:creationId xmlns:a16="http://schemas.microsoft.com/office/drawing/2014/main" id="{F187024E-3B3A-FEED-34B0-CE3E29A5FE52}"/>
                      </a:ext>
                    </a:extLst>
                  </p:cNvPr>
                  <p:cNvSpPr/>
                  <p:nvPr/>
                </p:nvSpPr>
                <p:spPr>
                  <a:xfrm>
                    <a:off x="608664" y="3474558"/>
                    <a:ext cx="1352570" cy="2412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800" b="1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rPr>
                      <a:t>유럽</a:t>
                    </a:r>
                  </a:p>
                </p:txBody>
              </p:sp>
              <p:sp>
                <p:nvSpPr>
                  <p:cNvPr id="96" name="직사각형 95">
                    <a:extLst>
                      <a:ext uri="{FF2B5EF4-FFF2-40B4-BE49-F238E27FC236}">
                        <a16:creationId xmlns:a16="http://schemas.microsoft.com/office/drawing/2014/main" id="{313A6997-AD0D-D98B-A6F1-0CC0DABA6C99}"/>
                      </a:ext>
                    </a:extLst>
                  </p:cNvPr>
                  <p:cNvSpPr/>
                  <p:nvPr/>
                </p:nvSpPr>
                <p:spPr>
                  <a:xfrm>
                    <a:off x="608664" y="3717815"/>
                    <a:ext cx="1352570" cy="241200"/>
                  </a:xfrm>
                  <a:prstGeom prst="rect">
                    <a:avLst/>
                  </a:prstGeom>
                  <a:solidFill>
                    <a:schemeClr val="bg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800" dirty="0">
                        <a:solidFill>
                          <a:schemeClr val="tx1"/>
                        </a:solidFill>
                      </a:rPr>
                      <a:t>미주</a:t>
                    </a:r>
                  </a:p>
                </p:txBody>
              </p:sp>
              <p:sp>
                <p:nvSpPr>
                  <p:cNvPr id="97" name="직사각형 96">
                    <a:extLst>
                      <a:ext uri="{FF2B5EF4-FFF2-40B4-BE49-F238E27FC236}">
                        <a16:creationId xmlns:a16="http://schemas.microsoft.com/office/drawing/2014/main" id="{B33D606A-6433-347C-DB35-FA6CB469F472}"/>
                      </a:ext>
                    </a:extLst>
                  </p:cNvPr>
                  <p:cNvSpPr/>
                  <p:nvPr/>
                </p:nvSpPr>
                <p:spPr>
                  <a:xfrm>
                    <a:off x="608664" y="3961072"/>
                    <a:ext cx="1352570" cy="241200"/>
                  </a:xfrm>
                  <a:prstGeom prst="rect">
                    <a:avLst/>
                  </a:prstGeom>
                  <a:solidFill>
                    <a:schemeClr val="bg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800" dirty="0">
                        <a:solidFill>
                          <a:schemeClr val="tx1"/>
                        </a:solidFill>
                      </a:rPr>
                      <a:t>동남아</a:t>
                    </a:r>
                  </a:p>
                </p:txBody>
              </p:sp>
              <p:sp>
                <p:nvSpPr>
                  <p:cNvPr id="98" name="직사각형 97">
                    <a:extLst>
                      <a:ext uri="{FF2B5EF4-FFF2-40B4-BE49-F238E27FC236}">
                        <a16:creationId xmlns:a16="http://schemas.microsoft.com/office/drawing/2014/main" id="{E73FA0C3-8B76-D4FB-6C06-5A9255FF5AC2}"/>
                      </a:ext>
                    </a:extLst>
                  </p:cNvPr>
                  <p:cNvSpPr/>
                  <p:nvPr/>
                </p:nvSpPr>
                <p:spPr>
                  <a:xfrm>
                    <a:off x="608664" y="4204329"/>
                    <a:ext cx="1352570" cy="241200"/>
                  </a:xfrm>
                  <a:prstGeom prst="rect">
                    <a:avLst/>
                  </a:prstGeom>
                  <a:solidFill>
                    <a:schemeClr val="bg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800" dirty="0">
                        <a:solidFill>
                          <a:schemeClr val="tx1"/>
                        </a:solidFill>
                      </a:rPr>
                      <a:t>중국</a:t>
                    </a:r>
                  </a:p>
                </p:txBody>
              </p:sp>
              <p:sp>
                <p:nvSpPr>
                  <p:cNvPr id="99" name="직사각형 98">
                    <a:extLst>
                      <a:ext uri="{FF2B5EF4-FFF2-40B4-BE49-F238E27FC236}">
                        <a16:creationId xmlns:a16="http://schemas.microsoft.com/office/drawing/2014/main" id="{6366E22B-3BA8-B0F0-6BB3-A921F276DFA2}"/>
                      </a:ext>
                    </a:extLst>
                  </p:cNvPr>
                  <p:cNvSpPr/>
                  <p:nvPr/>
                </p:nvSpPr>
                <p:spPr>
                  <a:xfrm>
                    <a:off x="608664" y="4447586"/>
                    <a:ext cx="1352570" cy="241200"/>
                  </a:xfrm>
                  <a:prstGeom prst="rect">
                    <a:avLst/>
                  </a:prstGeom>
                  <a:solidFill>
                    <a:schemeClr val="bg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800" dirty="0">
                        <a:solidFill>
                          <a:schemeClr val="tx1"/>
                        </a:solidFill>
                      </a:rPr>
                      <a:t>일본</a:t>
                    </a:r>
                  </a:p>
                </p:txBody>
              </p:sp>
              <p:sp>
                <p:nvSpPr>
                  <p:cNvPr id="100" name="직사각형 99">
                    <a:extLst>
                      <a:ext uri="{FF2B5EF4-FFF2-40B4-BE49-F238E27FC236}">
                        <a16:creationId xmlns:a16="http://schemas.microsoft.com/office/drawing/2014/main" id="{B16CA687-3F75-DDB6-C38B-7F2A77518BD4}"/>
                      </a:ext>
                    </a:extLst>
                  </p:cNvPr>
                  <p:cNvSpPr/>
                  <p:nvPr/>
                </p:nvSpPr>
                <p:spPr>
                  <a:xfrm>
                    <a:off x="608664" y="4690843"/>
                    <a:ext cx="1352570" cy="241200"/>
                  </a:xfrm>
                  <a:prstGeom prst="rect">
                    <a:avLst/>
                  </a:prstGeom>
                  <a:solidFill>
                    <a:schemeClr val="bg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800" dirty="0">
                        <a:solidFill>
                          <a:schemeClr val="tx1"/>
                        </a:solidFill>
                      </a:rPr>
                      <a:t>중동</a:t>
                    </a:r>
                  </a:p>
                </p:txBody>
              </p:sp>
              <p:sp>
                <p:nvSpPr>
                  <p:cNvPr id="101" name="직사각형 100">
                    <a:extLst>
                      <a:ext uri="{FF2B5EF4-FFF2-40B4-BE49-F238E27FC236}">
                        <a16:creationId xmlns:a16="http://schemas.microsoft.com/office/drawing/2014/main" id="{32185F5D-8C4B-A781-D826-7E2C6E122B26}"/>
                      </a:ext>
                    </a:extLst>
                  </p:cNvPr>
                  <p:cNvSpPr/>
                  <p:nvPr/>
                </p:nvSpPr>
                <p:spPr>
                  <a:xfrm>
                    <a:off x="608664" y="4934100"/>
                    <a:ext cx="1352570" cy="241200"/>
                  </a:xfrm>
                  <a:prstGeom prst="rect">
                    <a:avLst/>
                  </a:prstGeom>
                  <a:solidFill>
                    <a:schemeClr val="bg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800" dirty="0">
                        <a:solidFill>
                          <a:schemeClr val="tx1"/>
                        </a:solidFill>
                      </a:rPr>
                      <a:t>서남아</a:t>
                    </a:r>
                  </a:p>
                </p:txBody>
              </p:sp>
              <p:sp>
                <p:nvSpPr>
                  <p:cNvPr id="102" name="직사각형 101">
                    <a:extLst>
                      <a:ext uri="{FF2B5EF4-FFF2-40B4-BE49-F238E27FC236}">
                        <a16:creationId xmlns:a16="http://schemas.microsoft.com/office/drawing/2014/main" id="{6D10F5DD-E060-26E2-E158-66370D2BB325}"/>
                      </a:ext>
                    </a:extLst>
                  </p:cNvPr>
                  <p:cNvSpPr/>
                  <p:nvPr/>
                </p:nvSpPr>
                <p:spPr>
                  <a:xfrm>
                    <a:off x="608664" y="5177358"/>
                    <a:ext cx="1352570" cy="241200"/>
                  </a:xfrm>
                  <a:prstGeom prst="rect">
                    <a:avLst/>
                  </a:prstGeom>
                  <a:solidFill>
                    <a:schemeClr val="bg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800" dirty="0">
                        <a:solidFill>
                          <a:schemeClr val="tx1"/>
                        </a:solidFill>
                      </a:rPr>
                      <a:t>기타</a:t>
                    </a:r>
                  </a:p>
                </p:txBody>
              </p:sp>
            </p:grpSp>
            <p:grpSp>
              <p:nvGrpSpPr>
                <p:cNvPr id="327" name="그룹 326">
                  <a:extLst>
                    <a:ext uri="{FF2B5EF4-FFF2-40B4-BE49-F238E27FC236}">
                      <a16:creationId xmlns:a16="http://schemas.microsoft.com/office/drawing/2014/main" id="{382EDC7D-F72B-5949-FB7B-06F20EC456DB}"/>
                    </a:ext>
                  </a:extLst>
                </p:cNvPr>
                <p:cNvGrpSpPr/>
                <p:nvPr/>
              </p:nvGrpSpPr>
              <p:grpSpPr>
                <a:xfrm>
                  <a:off x="2296034" y="3523454"/>
                  <a:ext cx="1260000" cy="966642"/>
                  <a:chOff x="2296034" y="3523454"/>
                  <a:chExt cx="1260000" cy="966642"/>
                </a:xfrm>
              </p:grpSpPr>
              <p:sp>
                <p:nvSpPr>
                  <p:cNvPr id="122" name="직사각형 121">
                    <a:extLst>
                      <a:ext uri="{FF2B5EF4-FFF2-40B4-BE49-F238E27FC236}">
                        <a16:creationId xmlns:a16="http://schemas.microsoft.com/office/drawing/2014/main" id="{407AC689-4096-C9EB-FC3B-1F1847B5E165}"/>
                      </a:ext>
                    </a:extLst>
                  </p:cNvPr>
                  <p:cNvSpPr/>
                  <p:nvPr/>
                </p:nvSpPr>
                <p:spPr>
                  <a:xfrm>
                    <a:off x="2296034" y="3523454"/>
                    <a:ext cx="1260000" cy="2412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r>
                      <a:rPr lang="ko-KR" altLang="en-US" sz="800" b="1" dirty="0">
                        <a:solidFill>
                          <a:schemeClr val="tx1"/>
                        </a:solidFill>
                      </a:rPr>
                      <a:t>파리</a:t>
                    </a:r>
                  </a:p>
                </p:txBody>
              </p:sp>
              <p:sp>
                <p:nvSpPr>
                  <p:cNvPr id="127" name="직사각형 126">
                    <a:extLst>
                      <a:ext uri="{FF2B5EF4-FFF2-40B4-BE49-F238E27FC236}">
                        <a16:creationId xmlns:a16="http://schemas.microsoft.com/office/drawing/2014/main" id="{D252ED82-D786-909E-54EC-746B9A0CE82D}"/>
                      </a:ext>
                    </a:extLst>
                  </p:cNvPr>
                  <p:cNvSpPr/>
                  <p:nvPr/>
                </p:nvSpPr>
                <p:spPr>
                  <a:xfrm>
                    <a:off x="2296034" y="3765268"/>
                    <a:ext cx="1260000" cy="2412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r>
                      <a:rPr lang="ko-KR" altLang="en-US" sz="800" dirty="0">
                        <a:solidFill>
                          <a:schemeClr val="tx1"/>
                        </a:solidFill>
                      </a:rPr>
                      <a:t>프랑크푸르트</a:t>
                    </a:r>
                  </a:p>
                </p:txBody>
              </p:sp>
              <p:sp>
                <p:nvSpPr>
                  <p:cNvPr id="130" name="직사각형 129">
                    <a:extLst>
                      <a:ext uri="{FF2B5EF4-FFF2-40B4-BE49-F238E27FC236}">
                        <a16:creationId xmlns:a16="http://schemas.microsoft.com/office/drawing/2014/main" id="{7CF0B8C7-220F-99E6-2EAB-54A5567FCA2A}"/>
                      </a:ext>
                    </a:extLst>
                  </p:cNvPr>
                  <p:cNvSpPr/>
                  <p:nvPr/>
                </p:nvSpPr>
                <p:spPr>
                  <a:xfrm>
                    <a:off x="2296034" y="4007082"/>
                    <a:ext cx="1260000" cy="2412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r>
                      <a:rPr lang="ko-KR" altLang="en-US" sz="800" dirty="0">
                        <a:solidFill>
                          <a:schemeClr val="tx1"/>
                        </a:solidFill>
                      </a:rPr>
                      <a:t>뮌헨</a:t>
                    </a:r>
                  </a:p>
                </p:txBody>
              </p:sp>
              <p:sp>
                <p:nvSpPr>
                  <p:cNvPr id="131" name="직사각형 130">
                    <a:extLst>
                      <a:ext uri="{FF2B5EF4-FFF2-40B4-BE49-F238E27FC236}">
                        <a16:creationId xmlns:a16="http://schemas.microsoft.com/office/drawing/2014/main" id="{AF48EC20-7A51-AB08-B351-1CA1B8BC0556}"/>
                      </a:ext>
                    </a:extLst>
                  </p:cNvPr>
                  <p:cNvSpPr/>
                  <p:nvPr/>
                </p:nvSpPr>
                <p:spPr>
                  <a:xfrm>
                    <a:off x="2296034" y="4248896"/>
                    <a:ext cx="1260000" cy="2412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r>
                      <a:rPr lang="ko-KR" altLang="en-US" sz="800" dirty="0">
                        <a:solidFill>
                          <a:schemeClr val="tx1"/>
                        </a:solidFill>
                      </a:rPr>
                      <a:t>바르샤바</a:t>
                    </a:r>
                  </a:p>
                </p:txBody>
              </p:sp>
            </p:grpSp>
            <p:grpSp>
              <p:nvGrpSpPr>
                <p:cNvPr id="328" name="그룹 327">
                  <a:extLst>
                    <a:ext uri="{FF2B5EF4-FFF2-40B4-BE49-F238E27FC236}">
                      <a16:creationId xmlns:a16="http://schemas.microsoft.com/office/drawing/2014/main" id="{8E0C813F-D250-15D8-6B4E-8425BEEA0195}"/>
                    </a:ext>
                  </a:extLst>
                </p:cNvPr>
                <p:cNvGrpSpPr/>
                <p:nvPr/>
              </p:nvGrpSpPr>
              <p:grpSpPr>
                <a:xfrm>
                  <a:off x="3892191" y="3523454"/>
                  <a:ext cx="1260000" cy="966642"/>
                  <a:chOff x="3892191" y="3523454"/>
                  <a:chExt cx="1260000" cy="966642"/>
                </a:xfrm>
              </p:grpSpPr>
              <p:sp>
                <p:nvSpPr>
                  <p:cNvPr id="132" name="직사각형 131">
                    <a:extLst>
                      <a:ext uri="{FF2B5EF4-FFF2-40B4-BE49-F238E27FC236}">
                        <a16:creationId xmlns:a16="http://schemas.microsoft.com/office/drawing/2014/main" id="{3019D6C1-171D-504C-0C9E-980844F29CB6}"/>
                      </a:ext>
                    </a:extLst>
                  </p:cNvPr>
                  <p:cNvSpPr/>
                  <p:nvPr/>
                </p:nvSpPr>
                <p:spPr>
                  <a:xfrm>
                    <a:off x="3892191" y="3523454"/>
                    <a:ext cx="1260000" cy="2412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r>
                      <a:rPr lang="ko-KR" altLang="en-US" sz="800" dirty="0">
                        <a:solidFill>
                          <a:schemeClr val="tx1"/>
                        </a:solidFill>
                      </a:rPr>
                      <a:t>런던</a:t>
                    </a:r>
                  </a:p>
                </p:txBody>
              </p:sp>
              <p:sp>
                <p:nvSpPr>
                  <p:cNvPr id="133" name="직사각형 132">
                    <a:extLst>
                      <a:ext uri="{FF2B5EF4-FFF2-40B4-BE49-F238E27FC236}">
                        <a16:creationId xmlns:a16="http://schemas.microsoft.com/office/drawing/2014/main" id="{6B09EEBB-56CC-CA97-190C-D32B82DAE9A8}"/>
                      </a:ext>
                    </a:extLst>
                  </p:cNvPr>
                  <p:cNvSpPr/>
                  <p:nvPr/>
                </p:nvSpPr>
                <p:spPr>
                  <a:xfrm>
                    <a:off x="3892191" y="3765268"/>
                    <a:ext cx="1260000" cy="2412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r>
                      <a:rPr lang="ko-KR" altLang="en-US" sz="800" dirty="0">
                        <a:solidFill>
                          <a:schemeClr val="tx1"/>
                        </a:solidFill>
                      </a:rPr>
                      <a:t>마드리드</a:t>
                    </a:r>
                  </a:p>
                </p:txBody>
              </p:sp>
              <p:sp>
                <p:nvSpPr>
                  <p:cNvPr id="134" name="직사각형 133">
                    <a:extLst>
                      <a:ext uri="{FF2B5EF4-FFF2-40B4-BE49-F238E27FC236}">
                        <a16:creationId xmlns:a16="http://schemas.microsoft.com/office/drawing/2014/main" id="{EB142E44-3EC6-34CA-1A71-54CBAD301BAF}"/>
                      </a:ext>
                    </a:extLst>
                  </p:cNvPr>
                  <p:cNvSpPr/>
                  <p:nvPr/>
                </p:nvSpPr>
                <p:spPr>
                  <a:xfrm>
                    <a:off x="3892191" y="4007082"/>
                    <a:ext cx="1260000" cy="2412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r>
                      <a:rPr lang="ko-KR" altLang="en-US" sz="800" dirty="0">
                        <a:solidFill>
                          <a:schemeClr val="tx1"/>
                        </a:solidFill>
                      </a:rPr>
                      <a:t>암스테르담</a:t>
                    </a:r>
                  </a:p>
                </p:txBody>
              </p:sp>
              <p:sp>
                <p:nvSpPr>
                  <p:cNvPr id="135" name="직사각형 134">
                    <a:extLst>
                      <a:ext uri="{FF2B5EF4-FFF2-40B4-BE49-F238E27FC236}">
                        <a16:creationId xmlns:a16="http://schemas.microsoft.com/office/drawing/2014/main" id="{D2DC4216-F464-4A2C-3B89-8A7C476F56F4}"/>
                      </a:ext>
                    </a:extLst>
                  </p:cNvPr>
                  <p:cNvSpPr/>
                  <p:nvPr/>
                </p:nvSpPr>
                <p:spPr>
                  <a:xfrm>
                    <a:off x="3892191" y="4248896"/>
                    <a:ext cx="1260000" cy="2412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r>
                      <a:rPr lang="ko-KR" altLang="en-US" sz="800" dirty="0">
                        <a:solidFill>
                          <a:schemeClr val="tx1"/>
                        </a:solidFill>
                      </a:rPr>
                      <a:t>부다페스트</a:t>
                    </a:r>
                  </a:p>
                </p:txBody>
              </p:sp>
            </p:grpSp>
            <p:grpSp>
              <p:nvGrpSpPr>
                <p:cNvPr id="329" name="그룹 328">
                  <a:extLst>
                    <a:ext uri="{FF2B5EF4-FFF2-40B4-BE49-F238E27FC236}">
                      <a16:creationId xmlns:a16="http://schemas.microsoft.com/office/drawing/2014/main" id="{4F8A1A99-062E-EB98-8AF7-D7541980B0E3}"/>
                    </a:ext>
                  </a:extLst>
                </p:cNvPr>
                <p:cNvGrpSpPr/>
                <p:nvPr/>
              </p:nvGrpSpPr>
              <p:grpSpPr>
                <a:xfrm>
                  <a:off x="5487669" y="3523454"/>
                  <a:ext cx="1260000" cy="724828"/>
                  <a:chOff x="5487669" y="3523454"/>
                  <a:chExt cx="1260000" cy="724828"/>
                </a:xfrm>
              </p:grpSpPr>
              <p:sp>
                <p:nvSpPr>
                  <p:cNvPr id="136" name="직사각형 135">
                    <a:extLst>
                      <a:ext uri="{FF2B5EF4-FFF2-40B4-BE49-F238E27FC236}">
                        <a16:creationId xmlns:a16="http://schemas.microsoft.com/office/drawing/2014/main" id="{4C48A2D8-C2FA-32E1-0DD8-E5F66FE64207}"/>
                      </a:ext>
                    </a:extLst>
                  </p:cNvPr>
                  <p:cNvSpPr/>
                  <p:nvPr/>
                </p:nvSpPr>
                <p:spPr>
                  <a:xfrm>
                    <a:off x="5487669" y="3523454"/>
                    <a:ext cx="1260000" cy="2412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r>
                      <a:rPr lang="ko-KR" altLang="en-US" sz="800" dirty="0">
                        <a:solidFill>
                          <a:schemeClr val="tx1"/>
                        </a:solidFill>
                      </a:rPr>
                      <a:t>로마</a:t>
                    </a:r>
                  </a:p>
                </p:txBody>
              </p:sp>
              <p:sp>
                <p:nvSpPr>
                  <p:cNvPr id="137" name="직사각형 136">
                    <a:extLst>
                      <a:ext uri="{FF2B5EF4-FFF2-40B4-BE49-F238E27FC236}">
                        <a16:creationId xmlns:a16="http://schemas.microsoft.com/office/drawing/2014/main" id="{1C7ACF93-EED5-052C-54BB-9EB8FDEEDB0E}"/>
                      </a:ext>
                    </a:extLst>
                  </p:cNvPr>
                  <p:cNvSpPr/>
                  <p:nvPr/>
                </p:nvSpPr>
                <p:spPr>
                  <a:xfrm>
                    <a:off x="5487669" y="3765268"/>
                    <a:ext cx="1260000" cy="2412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r>
                      <a:rPr lang="ko-KR" altLang="en-US" sz="800" dirty="0">
                        <a:solidFill>
                          <a:schemeClr val="tx1"/>
                        </a:solidFill>
                      </a:rPr>
                      <a:t>바르셀로나</a:t>
                    </a:r>
                  </a:p>
                </p:txBody>
              </p:sp>
              <p:sp>
                <p:nvSpPr>
                  <p:cNvPr id="138" name="직사각형 137">
                    <a:extLst>
                      <a:ext uri="{FF2B5EF4-FFF2-40B4-BE49-F238E27FC236}">
                        <a16:creationId xmlns:a16="http://schemas.microsoft.com/office/drawing/2014/main" id="{69C6573F-DB1E-6DB9-03FE-9C46E44C6E55}"/>
                      </a:ext>
                    </a:extLst>
                  </p:cNvPr>
                  <p:cNvSpPr/>
                  <p:nvPr/>
                </p:nvSpPr>
                <p:spPr>
                  <a:xfrm>
                    <a:off x="5487669" y="4007082"/>
                    <a:ext cx="1260000" cy="2412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r>
                      <a:rPr lang="ko-KR" altLang="en-US" sz="800" dirty="0">
                        <a:solidFill>
                          <a:schemeClr val="tx1"/>
                        </a:solidFill>
                      </a:rPr>
                      <a:t>모스크바</a:t>
                    </a:r>
                  </a:p>
                </p:txBody>
              </p:sp>
            </p:grpSp>
            <p:grpSp>
              <p:nvGrpSpPr>
                <p:cNvPr id="330" name="그룹 329">
                  <a:extLst>
                    <a:ext uri="{FF2B5EF4-FFF2-40B4-BE49-F238E27FC236}">
                      <a16:creationId xmlns:a16="http://schemas.microsoft.com/office/drawing/2014/main" id="{2B7861C9-B036-5172-AB9A-0475BD6F3B9A}"/>
                    </a:ext>
                  </a:extLst>
                </p:cNvPr>
                <p:cNvGrpSpPr/>
                <p:nvPr/>
              </p:nvGrpSpPr>
              <p:grpSpPr>
                <a:xfrm>
                  <a:off x="7080320" y="3523454"/>
                  <a:ext cx="1260000" cy="724828"/>
                  <a:chOff x="7080320" y="3523454"/>
                  <a:chExt cx="1260000" cy="724828"/>
                </a:xfrm>
              </p:grpSpPr>
              <p:sp>
                <p:nvSpPr>
                  <p:cNvPr id="238" name="직사각형 237">
                    <a:extLst>
                      <a:ext uri="{FF2B5EF4-FFF2-40B4-BE49-F238E27FC236}">
                        <a16:creationId xmlns:a16="http://schemas.microsoft.com/office/drawing/2014/main" id="{3DCA2055-88EA-BF29-5F9F-BE8E6D7C4163}"/>
                      </a:ext>
                    </a:extLst>
                  </p:cNvPr>
                  <p:cNvSpPr/>
                  <p:nvPr/>
                </p:nvSpPr>
                <p:spPr>
                  <a:xfrm>
                    <a:off x="7080320" y="3523454"/>
                    <a:ext cx="1260000" cy="2412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r>
                      <a:rPr lang="ko-KR" altLang="en-US" sz="800" dirty="0">
                        <a:solidFill>
                          <a:schemeClr val="tx1"/>
                        </a:solidFill>
                      </a:rPr>
                      <a:t>프라하</a:t>
                    </a:r>
                  </a:p>
                </p:txBody>
              </p:sp>
              <p:sp>
                <p:nvSpPr>
                  <p:cNvPr id="239" name="직사각형 238">
                    <a:extLst>
                      <a:ext uri="{FF2B5EF4-FFF2-40B4-BE49-F238E27FC236}">
                        <a16:creationId xmlns:a16="http://schemas.microsoft.com/office/drawing/2014/main" id="{7CAF8F86-05BA-BDAF-92AD-1DBCCCE74474}"/>
                      </a:ext>
                    </a:extLst>
                  </p:cNvPr>
                  <p:cNvSpPr/>
                  <p:nvPr/>
                </p:nvSpPr>
                <p:spPr>
                  <a:xfrm>
                    <a:off x="7080320" y="3765268"/>
                    <a:ext cx="1260000" cy="2412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r>
                      <a:rPr lang="ko-KR" altLang="en-US" sz="800" dirty="0">
                        <a:solidFill>
                          <a:schemeClr val="tx1"/>
                        </a:solidFill>
                      </a:rPr>
                      <a:t>취리히</a:t>
                    </a:r>
                  </a:p>
                </p:txBody>
              </p:sp>
              <p:sp>
                <p:nvSpPr>
                  <p:cNvPr id="240" name="직사각형 239">
                    <a:extLst>
                      <a:ext uri="{FF2B5EF4-FFF2-40B4-BE49-F238E27FC236}">
                        <a16:creationId xmlns:a16="http://schemas.microsoft.com/office/drawing/2014/main" id="{D4877F86-76AA-7C09-6D2B-05E054CABC94}"/>
                      </a:ext>
                    </a:extLst>
                  </p:cNvPr>
                  <p:cNvSpPr/>
                  <p:nvPr/>
                </p:nvSpPr>
                <p:spPr>
                  <a:xfrm>
                    <a:off x="7080320" y="4007082"/>
                    <a:ext cx="1260000" cy="2412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r>
                      <a:rPr lang="ko-KR" altLang="en-US" sz="800" dirty="0">
                        <a:solidFill>
                          <a:schemeClr val="tx1"/>
                        </a:solidFill>
                      </a:rPr>
                      <a:t>헬싱키</a:t>
                    </a:r>
                  </a:p>
                </p:txBody>
              </p:sp>
            </p:grpSp>
          </p:grpSp>
          <p:cxnSp>
            <p:nvCxnSpPr>
              <p:cNvPr id="335" name="직선 연결선 334">
                <a:extLst>
                  <a:ext uri="{FF2B5EF4-FFF2-40B4-BE49-F238E27FC236}">
                    <a16:creationId xmlns:a16="http://schemas.microsoft.com/office/drawing/2014/main" id="{AFAA0939-B444-CBDC-DD61-996A91B268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93248" y="3724908"/>
                <a:ext cx="230981" cy="0"/>
              </a:xfrm>
              <a:prstGeom prst="line">
                <a:avLst/>
              </a:prstGeom>
              <a:ln w="9525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334" name="직선 화살표 연결선 333">
              <a:extLst>
                <a:ext uri="{FF2B5EF4-FFF2-40B4-BE49-F238E27FC236}">
                  <a16:creationId xmlns:a16="http://schemas.microsoft.com/office/drawing/2014/main" id="{78C91E27-7699-881D-7BD7-53031C08E9C9}"/>
                </a:ext>
              </a:extLst>
            </p:cNvPr>
            <p:cNvCxnSpPr/>
            <p:nvPr/>
          </p:nvCxnSpPr>
          <p:spPr>
            <a:xfrm>
              <a:off x="1314716" y="2874444"/>
              <a:ext cx="427388" cy="427388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B6D5E7E6-9965-BC86-55DD-157CE6C0CC6B}"/>
                </a:ext>
              </a:extLst>
            </p:cNvPr>
            <p:cNvSpPr/>
            <p:nvPr/>
          </p:nvSpPr>
          <p:spPr>
            <a:xfrm>
              <a:off x="554154" y="3481752"/>
              <a:ext cx="1436740" cy="204303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CB51C2A2-5157-3FF8-D2B2-D34573C25A33}"/>
                </a:ext>
              </a:extLst>
            </p:cNvPr>
            <p:cNvGrpSpPr/>
            <p:nvPr/>
          </p:nvGrpSpPr>
          <p:grpSpPr>
            <a:xfrm>
              <a:off x="462907" y="3359581"/>
              <a:ext cx="276910" cy="215444"/>
              <a:chOff x="4507293" y="1910946"/>
              <a:chExt cx="276910" cy="215444"/>
            </a:xfrm>
          </p:grpSpPr>
          <p:sp>
            <p:nvSpPr>
              <p:cNvPr id="9" name="타원 8">
                <a:extLst>
                  <a:ext uri="{FF2B5EF4-FFF2-40B4-BE49-F238E27FC236}">
                    <a16:creationId xmlns:a16="http://schemas.microsoft.com/office/drawing/2014/main" id="{EC955391-7B76-C02D-03A6-61785BD67CE4}"/>
                  </a:ext>
                </a:extLst>
              </p:cNvPr>
              <p:cNvSpPr/>
              <p:nvPr/>
            </p:nvSpPr>
            <p:spPr>
              <a:xfrm>
                <a:off x="4536630" y="1922684"/>
                <a:ext cx="171278" cy="186906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9B7E52E-0810-A0BD-5BDE-4BF461E2AD73}"/>
                  </a:ext>
                </a:extLst>
              </p:cNvPr>
              <p:cNvSpPr txBox="1"/>
              <p:nvPr/>
            </p:nvSpPr>
            <p:spPr>
              <a:xfrm>
                <a:off x="4507293" y="1910946"/>
                <a:ext cx="276910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00" b="1" dirty="0">
                    <a:solidFill>
                      <a:schemeClr val="bg1"/>
                    </a:solidFill>
                  </a:rPr>
                  <a:t>1</a:t>
                </a:r>
                <a:endParaRPr lang="ko-KR" altLang="en-US" sz="800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9DBBBC6B-545F-F572-9D1E-E982ADAFE66E}"/>
                </a:ext>
              </a:extLst>
            </p:cNvPr>
            <p:cNvSpPr/>
            <p:nvPr/>
          </p:nvSpPr>
          <p:spPr>
            <a:xfrm>
              <a:off x="2172043" y="3523454"/>
              <a:ext cx="6102591" cy="204303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642DE68C-AA2A-2A87-C87B-438F00D79469}"/>
                </a:ext>
              </a:extLst>
            </p:cNvPr>
            <p:cNvGrpSpPr/>
            <p:nvPr/>
          </p:nvGrpSpPr>
          <p:grpSpPr>
            <a:xfrm>
              <a:off x="2080797" y="3401283"/>
              <a:ext cx="276910" cy="215444"/>
              <a:chOff x="4507293" y="1910946"/>
              <a:chExt cx="276910" cy="215444"/>
            </a:xfrm>
          </p:grpSpPr>
          <p:sp>
            <p:nvSpPr>
              <p:cNvPr id="14" name="타원 13">
                <a:extLst>
                  <a:ext uri="{FF2B5EF4-FFF2-40B4-BE49-F238E27FC236}">
                    <a16:creationId xmlns:a16="http://schemas.microsoft.com/office/drawing/2014/main" id="{BC97C983-B5AE-A003-EB31-922E3206C06E}"/>
                  </a:ext>
                </a:extLst>
              </p:cNvPr>
              <p:cNvSpPr/>
              <p:nvPr/>
            </p:nvSpPr>
            <p:spPr>
              <a:xfrm>
                <a:off x="4536630" y="1922684"/>
                <a:ext cx="171278" cy="186906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A2C4A0A-9338-02EF-BB6E-F5505E0EB921}"/>
                  </a:ext>
                </a:extLst>
              </p:cNvPr>
              <p:cNvSpPr txBox="1"/>
              <p:nvPr/>
            </p:nvSpPr>
            <p:spPr>
              <a:xfrm>
                <a:off x="4507293" y="1910946"/>
                <a:ext cx="276910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00" b="1" dirty="0">
                    <a:solidFill>
                      <a:schemeClr val="bg1"/>
                    </a:solidFill>
                  </a:rPr>
                  <a:t>2</a:t>
                </a:r>
                <a:endParaRPr lang="ko-KR" altLang="en-US" sz="800" b="1" dirty="0">
                  <a:solidFill>
                    <a:schemeClr val="bg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961261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BDF7F-C488-19C2-32B0-48DF624CF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1" name="그룹 240">
            <a:extLst>
              <a:ext uri="{FF2B5EF4-FFF2-40B4-BE49-F238E27FC236}">
                <a16:creationId xmlns:a16="http://schemas.microsoft.com/office/drawing/2014/main" id="{403E1593-05BE-EEE0-A588-F2A9037E0403}"/>
              </a:ext>
            </a:extLst>
          </p:cNvPr>
          <p:cNvGrpSpPr/>
          <p:nvPr/>
        </p:nvGrpSpPr>
        <p:grpSpPr>
          <a:xfrm>
            <a:off x="353082" y="1325427"/>
            <a:ext cx="8155462" cy="1849862"/>
            <a:chOff x="395415" y="1502938"/>
            <a:chExt cx="8155462" cy="1849862"/>
          </a:xfrm>
        </p:grpSpPr>
        <p:cxnSp>
          <p:nvCxnSpPr>
            <p:cNvPr id="242" name="직선 연결선 241">
              <a:extLst>
                <a:ext uri="{FF2B5EF4-FFF2-40B4-BE49-F238E27FC236}">
                  <a16:creationId xmlns:a16="http://schemas.microsoft.com/office/drawing/2014/main" id="{1166CE2F-BF98-1018-FD98-8D4274686F64}"/>
                </a:ext>
              </a:extLst>
            </p:cNvPr>
            <p:cNvCxnSpPr>
              <a:cxnSpLocks/>
            </p:cNvCxnSpPr>
            <p:nvPr/>
          </p:nvCxnSpPr>
          <p:spPr>
            <a:xfrm>
              <a:off x="3841362" y="2479912"/>
              <a:ext cx="0" cy="263205"/>
            </a:xfrm>
            <a:prstGeom prst="line">
              <a:avLst/>
            </a:prstGeom>
            <a:ln w="952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43" name="직사각형 242">
              <a:extLst>
                <a:ext uri="{FF2B5EF4-FFF2-40B4-BE49-F238E27FC236}">
                  <a16:creationId xmlns:a16="http://schemas.microsoft.com/office/drawing/2014/main" id="{55538118-56D7-5123-5533-79E7DBC0F678}"/>
                </a:ext>
              </a:extLst>
            </p:cNvPr>
            <p:cNvSpPr/>
            <p:nvPr/>
          </p:nvSpPr>
          <p:spPr>
            <a:xfrm>
              <a:off x="395417" y="1787611"/>
              <a:ext cx="8155460" cy="1565189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4" name="직사각형 243">
              <a:extLst>
                <a:ext uri="{FF2B5EF4-FFF2-40B4-BE49-F238E27FC236}">
                  <a16:creationId xmlns:a16="http://schemas.microsoft.com/office/drawing/2014/main" id="{16F6B91F-D82C-2334-FCAE-58A2AEE3C3F0}"/>
                </a:ext>
              </a:extLst>
            </p:cNvPr>
            <p:cNvSpPr/>
            <p:nvPr/>
          </p:nvSpPr>
          <p:spPr>
            <a:xfrm>
              <a:off x="526700" y="3006842"/>
              <a:ext cx="540000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dirty="0">
                  <a:solidFill>
                    <a:schemeClr val="tx1"/>
                  </a:solidFill>
                </a:rPr>
                <a:t>출장자</a:t>
              </a:r>
            </a:p>
          </p:txBody>
        </p:sp>
        <p:sp>
          <p:nvSpPr>
            <p:cNvPr id="245" name="직사각형 244">
              <a:extLst>
                <a:ext uri="{FF2B5EF4-FFF2-40B4-BE49-F238E27FC236}">
                  <a16:creationId xmlns:a16="http://schemas.microsoft.com/office/drawing/2014/main" id="{009164A4-09E6-88CA-9469-707BB43BFC7F}"/>
                </a:ext>
              </a:extLst>
            </p:cNvPr>
            <p:cNvSpPr/>
            <p:nvPr/>
          </p:nvSpPr>
          <p:spPr>
            <a:xfrm>
              <a:off x="7248542" y="2362206"/>
              <a:ext cx="1080000" cy="5040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</a:rPr>
                <a:t>검색</a:t>
              </a:r>
            </a:p>
          </p:txBody>
        </p:sp>
        <p:grpSp>
          <p:nvGrpSpPr>
            <p:cNvPr id="246" name="그룹 245">
              <a:extLst>
                <a:ext uri="{FF2B5EF4-FFF2-40B4-BE49-F238E27FC236}">
                  <a16:creationId xmlns:a16="http://schemas.microsoft.com/office/drawing/2014/main" id="{7BE00885-2F90-E7D9-6C72-C5C0734E95D1}"/>
                </a:ext>
              </a:extLst>
            </p:cNvPr>
            <p:cNvGrpSpPr/>
            <p:nvPr/>
          </p:nvGrpSpPr>
          <p:grpSpPr>
            <a:xfrm>
              <a:off x="527220" y="2034332"/>
              <a:ext cx="1383795" cy="180613"/>
              <a:chOff x="527220" y="2034332"/>
              <a:chExt cx="1383795" cy="180613"/>
            </a:xfrm>
          </p:grpSpPr>
          <p:grpSp>
            <p:nvGrpSpPr>
              <p:cNvPr id="265" name="그룹 264">
                <a:extLst>
                  <a:ext uri="{FF2B5EF4-FFF2-40B4-BE49-F238E27FC236}">
                    <a16:creationId xmlns:a16="http://schemas.microsoft.com/office/drawing/2014/main" id="{2F96E9CA-847C-433A-ED8E-EC9D637ECF89}"/>
                  </a:ext>
                </a:extLst>
              </p:cNvPr>
              <p:cNvGrpSpPr/>
              <p:nvPr/>
            </p:nvGrpSpPr>
            <p:grpSpPr>
              <a:xfrm>
                <a:off x="527220" y="2034332"/>
                <a:ext cx="390676" cy="180613"/>
                <a:chOff x="601362" y="2034332"/>
                <a:chExt cx="390676" cy="180613"/>
              </a:xfrm>
            </p:grpSpPr>
            <p:sp>
              <p:nvSpPr>
                <p:cNvPr id="268" name="직사각형 267">
                  <a:extLst>
                    <a:ext uri="{FF2B5EF4-FFF2-40B4-BE49-F238E27FC236}">
                      <a16:creationId xmlns:a16="http://schemas.microsoft.com/office/drawing/2014/main" id="{77F9D968-AC64-04D2-FB8B-DC8549C89180}"/>
                    </a:ext>
                  </a:extLst>
                </p:cNvPr>
                <p:cNvSpPr/>
                <p:nvPr/>
              </p:nvSpPr>
              <p:spPr>
                <a:xfrm>
                  <a:off x="601362" y="2034332"/>
                  <a:ext cx="390676" cy="180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 dirty="0">
                      <a:solidFill>
                        <a:schemeClr val="tx1"/>
                      </a:solidFill>
                    </a:rPr>
                    <a:t>왕복</a:t>
                  </a:r>
                </a:p>
              </p:txBody>
            </p:sp>
            <p:cxnSp>
              <p:nvCxnSpPr>
                <p:cNvPr id="269" name="직선 연결선 268">
                  <a:extLst>
                    <a:ext uri="{FF2B5EF4-FFF2-40B4-BE49-F238E27FC236}">
                      <a16:creationId xmlns:a16="http://schemas.microsoft.com/office/drawing/2014/main" id="{F7813989-B53F-B359-68F1-0AA462B9D11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81210" y="2214945"/>
                  <a:ext cx="230981" cy="0"/>
                </a:xfrm>
                <a:prstGeom prst="line">
                  <a:avLst/>
                </a:prstGeom>
                <a:ln w="9525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66" name="직사각형 265">
                <a:extLst>
                  <a:ext uri="{FF2B5EF4-FFF2-40B4-BE49-F238E27FC236}">
                    <a16:creationId xmlns:a16="http://schemas.microsoft.com/office/drawing/2014/main" id="{56D1A703-8A34-318F-AB9A-F7FDE3D12F23}"/>
                  </a:ext>
                </a:extLst>
              </p:cNvPr>
              <p:cNvSpPr/>
              <p:nvPr/>
            </p:nvSpPr>
            <p:spPr>
              <a:xfrm>
                <a:off x="985835" y="2034332"/>
                <a:ext cx="390676" cy="180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>
                    <a:solidFill>
                      <a:schemeClr val="bg1">
                        <a:lumMod val="50000"/>
                      </a:schemeClr>
                    </a:solidFill>
                  </a:rPr>
                  <a:t>편도</a:t>
                </a:r>
              </a:p>
            </p:txBody>
          </p:sp>
          <p:sp>
            <p:nvSpPr>
              <p:cNvPr id="267" name="직사각형 266">
                <a:extLst>
                  <a:ext uri="{FF2B5EF4-FFF2-40B4-BE49-F238E27FC236}">
                    <a16:creationId xmlns:a16="http://schemas.microsoft.com/office/drawing/2014/main" id="{079A8A5A-6ACC-8063-949C-D1CCEDC2F940}"/>
                  </a:ext>
                </a:extLst>
              </p:cNvPr>
              <p:cNvSpPr/>
              <p:nvPr/>
            </p:nvSpPr>
            <p:spPr>
              <a:xfrm>
                <a:off x="1370307" y="2034332"/>
                <a:ext cx="540708" cy="180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 err="1">
                    <a:solidFill>
                      <a:schemeClr val="bg1">
                        <a:lumMod val="50000"/>
                      </a:schemeClr>
                    </a:solidFill>
                  </a:rPr>
                  <a:t>다구간</a:t>
                </a:r>
                <a:endParaRPr lang="ko-KR" altLang="en-US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247" name="그룹 246">
              <a:extLst>
                <a:ext uri="{FF2B5EF4-FFF2-40B4-BE49-F238E27FC236}">
                  <a16:creationId xmlns:a16="http://schemas.microsoft.com/office/drawing/2014/main" id="{AC213569-C329-241A-9026-A2B68DD9E16C}"/>
                </a:ext>
              </a:extLst>
            </p:cNvPr>
            <p:cNvGrpSpPr/>
            <p:nvPr/>
          </p:nvGrpSpPr>
          <p:grpSpPr>
            <a:xfrm>
              <a:off x="2335411" y="2026507"/>
              <a:ext cx="832987" cy="180000"/>
              <a:chOff x="2335411" y="2026507"/>
              <a:chExt cx="832987" cy="180000"/>
            </a:xfrm>
          </p:grpSpPr>
          <p:sp>
            <p:nvSpPr>
              <p:cNvPr id="263" name="직사각형 262">
                <a:extLst>
                  <a:ext uri="{FF2B5EF4-FFF2-40B4-BE49-F238E27FC236}">
                    <a16:creationId xmlns:a16="http://schemas.microsoft.com/office/drawing/2014/main" id="{14A9A2A1-A65D-565F-45DE-64E8E9E1863E}"/>
                  </a:ext>
                </a:extLst>
              </p:cNvPr>
              <p:cNvSpPr/>
              <p:nvPr/>
            </p:nvSpPr>
            <p:spPr>
              <a:xfrm>
                <a:off x="2393248" y="2026507"/>
                <a:ext cx="775150" cy="180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>
                    <a:solidFill>
                      <a:schemeClr val="tx1"/>
                    </a:solidFill>
                  </a:rPr>
                  <a:t>직항만 검색</a:t>
                </a:r>
              </a:p>
            </p:txBody>
          </p:sp>
          <p:sp>
            <p:nvSpPr>
              <p:cNvPr id="264" name="직사각형 263">
                <a:extLst>
                  <a:ext uri="{FF2B5EF4-FFF2-40B4-BE49-F238E27FC236}">
                    <a16:creationId xmlns:a16="http://schemas.microsoft.com/office/drawing/2014/main" id="{4EEA2F44-1488-75A7-8A89-1C27CDB47B8C}"/>
                  </a:ext>
                </a:extLst>
              </p:cNvPr>
              <p:cNvSpPr/>
              <p:nvPr/>
            </p:nvSpPr>
            <p:spPr>
              <a:xfrm>
                <a:off x="2335411" y="2058842"/>
                <a:ext cx="115330" cy="11533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248" name="직사각형 247">
              <a:extLst>
                <a:ext uri="{FF2B5EF4-FFF2-40B4-BE49-F238E27FC236}">
                  <a16:creationId xmlns:a16="http://schemas.microsoft.com/office/drawing/2014/main" id="{94A29F82-563F-A3C5-2CC3-A5F2AF15A896}"/>
                </a:ext>
              </a:extLst>
            </p:cNvPr>
            <p:cNvSpPr/>
            <p:nvPr/>
          </p:nvSpPr>
          <p:spPr>
            <a:xfrm>
              <a:off x="601362" y="2365392"/>
              <a:ext cx="6480000" cy="504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249" name="그룹 248">
              <a:extLst>
                <a:ext uri="{FF2B5EF4-FFF2-40B4-BE49-F238E27FC236}">
                  <a16:creationId xmlns:a16="http://schemas.microsoft.com/office/drawing/2014/main" id="{5C739845-17F2-3362-501B-133FFD463CAA}"/>
                </a:ext>
              </a:extLst>
            </p:cNvPr>
            <p:cNvGrpSpPr/>
            <p:nvPr/>
          </p:nvGrpSpPr>
          <p:grpSpPr>
            <a:xfrm>
              <a:off x="869155" y="2487152"/>
              <a:ext cx="2658079" cy="248804"/>
              <a:chOff x="869155" y="2487152"/>
              <a:chExt cx="2658079" cy="248804"/>
            </a:xfrm>
          </p:grpSpPr>
          <p:sp>
            <p:nvSpPr>
              <p:cNvPr id="258" name="직사각형 257">
                <a:extLst>
                  <a:ext uri="{FF2B5EF4-FFF2-40B4-BE49-F238E27FC236}">
                    <a16:creationId xmlns:a16="http://schemas.microsoft.com/office/drawing/2014/main" id="{624A8959-7AC7-B71D-7327-97E67F13A531}"/>
                  </a:ext>
                </a:extLst>
              </p:cNvPr>
              <p:cNvSpPr/>
              <p:nvPr/>
            </p:nvSpPr>
            <p:spPr>
              <a:xfrm>
                <a:off x="869155" y="2524206"/>
                <a:ext cx="94488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>
                    <a:solidFill>
                      <a:schemeClr val="tx1"/>
                    </a:solidFill>
                  </a:rPr>
                  <a:t>서울</a:t>
                </a:r>
                <a:r>
                  <a:rPr lang="en-US" altLang="ko-KR" sz="800" dirty="0">
                    <a:solidFill>
                      <a:schemeClr val="tx1"/>
                    </a:solidFill>
                  </a:rPr>
                  <a:t>/</a:t>
                </a:r>
                <a:r>
                  <a:rPr lang="ko-KR" altLang="en-US" sz="800" dirty="0">
                    <a:solidFill>
                      <a:schemeClr val="tx1"/>
                    </a:solidFill>
                  </a:rPr>
                  <a:t>인천</a:t>
                </a:r>
                <a:r>
                  <a:rPr lang="en-US" altLang="ko-KR" sz="800" dirty="0">
                    <a:solidFill>
                      <a:schemeClr val="tx1"/>
                    </a:solidFill>
                  </a:rPr>
                  <a:t>(ICN)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259" name="그룹 258">
                <a:extLst>
                  <a:ext uri="{FF2B5EF4-FFF2-40B4-BE49-F238E27FC236}">
                    <a16:creationId xmlns:a16="http://schemas.microsoft.com/office/drawing/2014/main" id="{3DF20AFC-4E79-F0AE-52DF-33A75D782217}"/>
                  </a:ext>
                </a:extLst>
              </p:cNvPr>
              <p:cNvGrpSpPr/>
              <p:nvPr/>
            </p:nvGrpSpPr>
            <p:grpSpPr>
              <a:xfrm>
                <a:off x="1721548" y="2487152"/>
                <a:ext cx="944880" cy="248804"/>
                <a:chOff x="1911015" y="2455402"/>
                <a:chExt cx="944880" cy="248804"/>
              </a:xfrm>
            </p:grpSpPr>
            <p:sp>
              <p:nvSpPr>
                <p:cNvPr id="261" name="직사각형 260">
                  <a:extLst>
                    <a:ext uri="{FF2B5EF4-FFF2-40B4-BE49-F238E27FC236}">
                      <a16:creationId xmlns:a16="http://schemas.microsoft.com/office/drawing/2014/main" id="{1F423EA8-3CC2-82FF-320D-A8144CF2670B}"/>
                    </a:ext>
                  </a:extLst>
                </p:cNvPr>
                <p:cNvSpPr/>
                <p:nvPr/>
              </p:nvSpPr>
              <p:spPr>
                <a:xfrm>
                  <a:off x="1911015" y="2524206"/>
                  <a:ext cx="944880" cy="18000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 dirty="0">
                      <a:solidFill>
                        <a:schemeClr val="tx1"/>
                      </a:solidFill>
                    </a:rPr>
                    <a:t>←</a:t>
                  </a:r>
                </a:p>
              </p:txBody>
            </p:sp>
            <p:sp>
              <p:nvSpPr>
                <p:cNvPr id="262" name="직사각형 261">
                  <a:extLst>
                    <a:ext uri="{FF2B5EF4-FFF2-40B4-BE49-F238E27FC236}">
                      <a16:creationId xmlns:a16="http://schemas.microsoft.com/office/drawing/2014/main" id="{AFFF8E98-6D2C-6017-0D23-E1E1CBB1802E}"/>
                    </a:ext>
                  </a:extLst>
                </p:cNvPr>
                <p:cNvSpPr/>
                <p:nvPr/>
              </p:nvSpPr>
              <p:spPr>
                <a:xfrm>
                  <a:off x="1911015" y="2455402"/>
                  <a:ext cx="944880" cy="18000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 dirty="0">
                      <a:solidFill>
                        <a:schemeClr val="tx1"/>
                      </a:solidFill>
                    </a:rPr>
                    <a:t>→</a:t>
                  </a:r>
                </a:p>
              </p:txBody>
            </p:sp>
          </p:grpSp>
          <p:sp>
            <p:nvSpPr>
              <p:cNvPr id="260" name="직사각형 259">
                <a:extLst>
                  <a:ext uri="{FF2B5EF4-FFF2-40B4-BE49-F238E27FC236}">
                    <a16:creationId xmlns:a16="http://schemas.microsoft.com/office/drawing/2014/main" id="{0D044A02-7958-AA48-3812-2BA60701A884}"/>
                  </a:ext>
                </a:extLst>
              </p:cNvPr>
              <p:cNvSpPr/>
              <p:nvPr/>
            </p:nvSpPr>
            <p:spPr>
              <a:xfrm>
                <a:off x="2582354" y="2524206"/>
                <a:ext cx="94488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>
                    <a:solidFill>
                      <a:schemeClr val="bg2">
                        <a:lumMod val="50000"/>
                      </a:schemeClr>
                    </a:solidFill>
                  </a:rPr>
                  <a:t>도착지</a:t>
                </a:r>
              </a:p>
            </p:txBody>
          </p:sp>
        </p:grpSp>
        <p:sp>
          <p:nvSpPr>
            <p:cNvPr id="250" name="직사각형 249">
              <a:extLst>
                <a:ext uri="{FF2B5EF4-FFF2-40B4-BE49-F238E27FC236}">
                  <a16:creationId xmlns:a16="http://schemas.microsoft.com/office/drawing/2014/main" id="{69255168-1366-CDC3-C33B-D3C7958C3C7E}"/>
                </a:ext>
              </a:extLst>
            </p:cNvPr>
            <p:cNvSpPr/>
            <p:nvPr/>
          </p:nvSpPr>
          <p:spPr>
            <a:xfrm>
              <a:off x="4177014" y="2524206"/>
              <a:ext cx="944880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bg2">
                      <a:lumMod val="50000"/>
                    </a:schemeClr>
                  </a:solidFill>
                </a:rPr>
                <a:t>출장일정</a:t>
              </a:r>
            </a:p>
          </p:txBody>
        </p:sp>
        <p:sp>
          <p:nvSpPr>
            <p:cNvPr id="251" name="직사각형 250">
              <a:extLst>
                <a:ext uri="{FF2B5EF4-FFF2-40B4-BE49-F238E27FC236}">
                  <a16:creationId xmlns:a16="http://schemas.microsoft.com/office/drawing/2014/main" id="{14CC47BE-488E-78E3-6B24-C6DCCF680E50}"/>
                </a:ext>
              </a:extLst>
            </p:cNvPr>
            <p:cNvSpPr/>
            <p:nvPr/>
          </p:nvSpPr>
          <p:spPr>
            <a:xfrm>
              <a:off x="5797013" y="2524206"/>
              <a:ext cx="944880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인원 </a:t>
              </a:r>
              <a:r>
                <a:rPr lang="en-US" altLang="ko-KR" sz="800" dirty="0">
                  <a:solidFill>
                    <a:schemeClr val="tx1"/>
                  </a:solidFill>
                </a:rPr>
                <a:t>1 · </a:t>
              </a:r>
              <a:r>
                <a:rPr lang="ko-KR" altLang="en-US" sz="800" dirty="0">
                  <a:solidFill>
                    <a:schemeClr val="tx1"/>
                  </a:solidFill>
                </a:rPr>
                <a:t>일반석</a:t>
              </a:r>
            </a:p>
          </p:txBody>
        </p:sp>
        <p:cxnSp>
          <p:nvCxnSpPr>
            <p:cNvPr id="252" name="직선 연결선 251">
              <a:extLst>
                <a:ext uri="{FF2B5EF4-FFF2-40B4-BE49-F238E27FC236}">
                  <a16:creationId xmlns:a16="http://schemas.microsoft.com/office/drawing/2014/main" id="{B81B324C-5407-181F-09E2-E7C17D37FE39}"/>
                </a:ext>
              </a:extLst>
            </p:cNvPr>
            <p:cNvCxnSpPr>
              <a:cxnSpLocks/>
            </p:cNvCxnSpPr>
            <p:nvPr/>
          </p:nvCxnSpPr>
          <p:spPr>
            <a:xfrm>
              <a:off x="5457545" y="2487698"/>
              <a:ext cx="0" cy="263205"/>
            </a:xfrm>
            <a:prstGeom prst="line">
              <a:avLst/>
            </a:prstGeom>
            <a:ln w="952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53" name="직선 연결선 252">
              <a:extLst>
                <a:ext uri="{FF2B5EF4-FFF2-40B4-BE49-F238E27FC236}">
                  <a16:creationId xmlns:a16="http://schemas.microsoft.com/office/drawing/2014/main" id="{9EED470D-54BC-EB9C-CD43-F8FEA85372CF}"/>
                </a:ext>
              </a:extLst>
            </p:cNvPr>
            <p:cNvCxnSpPr>
              <a:cxnSpLocks/>
            </p:cNvCxnSpPr>
            <p:nvPr/>
          </p:nvCxnSpPr>
          <p:spPr>
            <a:xfrm>
              <a:off x="3841362" y="2485790"/>
              <a:ext cx="0" cy="263205"/>
            </a:xfrm>
            <a:prstGeom prst="line">
              <a:avLst/>
            </a:prstGeom>
            <a:ln w="952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254" name="그룹 253">
              <a:extLst>
                <a:ext uri="{FF2B5EF4-FFF2-40B4-BE49-F238E27FC236}">
                  <a16:creationId xmlns:a16="http://schemas.microsoft.com/office/drawing/2014/main" id="{B4678583-4C7B-D27D-3772-CF40043EE4F1}"/>
                </a:ext>
              </a:extLst>
            </p:cNvPr>
            <p:cNvGrpSpPr/>
            <p:nvPr/>
          </p:nvGrpSpPr>
          <p:grpSpPr>
            <a:xfrm>
              <a:off x="395415" y="1502938"/>
              <a:ext cx="4697636" cy="288000"/>
              <a:chOff x="395415" y="1502938"/>
              <a:chExt cx="4697636" cy="288000"/>
            </a:xfrm>
          </p:grpSpPr>
          <p:sp>
            <p:nvSpPr>
              <p:cNvPr id="255" name="직사각형 254">
                <a:extLst>
                  <a:ext uri="{FF2B5EF4-FFF2-40B4-BE49-F238E27FC236}">
                    <a16:creationId xmlns:a16="http://schemas.microsoft.com/office/drawing/2014/main" id="{1A5741C3-B3F5-72C4-F380-D4B3D6239DB1}"/>
                  </a:ext>
                </a:extLst>
              </p:cNvPr>
              <p:cNvSpPr/>
              <p:nvPr/>
            </p:nvSpPr>
            <p:spPr>
              <a:xfrm>
                <a:off x="395415" y="1502938"/>
                <a:ext cx="1566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dirty="0">
                    <a:solidFill>
                      <a:schemeClr val="tx1"/>
                    </a:solidFill>
                  </a:rPr>
                  <a:t>국제선</a:t>
                </a:r>
              </a:p>
            </p:txBody>
          </p:sp>
          <p:sp>
            <p:nvSpPr>
              <p:cNvPr id="256" name="직사각형 255">
                <a:extLst>
                  <a:ext uri="{FF2B5EF4-FFF2-40B4-BE49-F238E27FC236}">
                    <a16:creationId xmlns:a16="http://schemas.microsoft.com/office/drawing/2014/main" id="{8C53EF90-2F3D-451F-0FFF-A60F035DBDF8}"/>
                  </a:ext>
                </a:extLst>
              </p:cNvPr>
              <p:cNvSpPr/>
              <p:nvPr/>
            </p:nvSpPr>
            <p:spPr>
              <a:xfrm>
                <a:off x="3527051" y="1502938"/>
                <a:ext cx="1566000" cy="288000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dirty="0">
                    <a:solidFill>
                      <a:schemeClr val="bg1"/>
                    </a:solidFill>
                  </a:rPr>
                  <a:t>예약내역</a:t>
                </a:r>
              </a:p>
            </p:txBody>
          </p:sp>
          <p:sp>
            <p:nvSpPr>
              <p:cNvPr id="257" name="직사각형 256">
                <a:extLst>
                  <a:ext uri="{FF2B5EF4-FFF2-40B4-BE49-F238E27FC236}">
                    <a16:creationId xmlns:a16="http://schemas.microsoft.com/office/drawing/2014/main" id="{88D5B314-D0D6-3733-2C97-B5CACB46EA83}"/>
                  </a:ext>
                </a:extLst>
              </p:cNvPr>
              <p:cNvSpPr/>
              <p:nvPr/>
            </p:nvSpPr>
            <p:spPr>
              <a:xfrm>
                <a:off x="1961234" y="1502938"/>
                <a:ext cx="1566000" cy="288000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dirty="0">
                    <a:solidFill>
                      <a:schemeClr val="bg1"/>
                    </a:solidFill>
                  </a:rPr>
                  <a:t>국내선</a:t>
                </a:r>
              </a:p>
            </p:txBody>
          </p:sp>
        </p:grpSp>
      </p:grp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1038544-BF2B-489D-8615-3D1A5CE1E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11</a:t>
            </a:fld>
            <a:endParaRPr lang="ko-KR" altLang="en-US" dirty="0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AD89A75-CAB3-3470-8896-DC27771C9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A6618-D80D-4B7E-A45B-A31FDCA0FB45}" type="datetime1">
              <a:rPr lang="ko-KR" altLang="en-US" smtClean="0"/>
              <a:t>2026-01-15</a:t>
            </a:fld>
            <a:endParaRPr lang="ko-KR" altLang="en-US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2B7A1BA-142E-08FD-1669-155ABEF6EEA3}"/>
              </a:ext>
            </a:extLst>
          </p:cNvPr>
          <p:cNvSpPr txBox="1"/>
          <p:nvPr/>
        </p:nvSpPr>
        <p:spPr>
          <a:xfrm>
            <a:off x="992038" y="221039"/>
            <a:ext cx="13433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>
                <a:solidFill>
                  <a:schemeClr val="tx1"/>
                </a:solidFill>
              </a:rPr>
              <a:t>출장일정</a:t>
            </a:r>
            <a:endParaRPr lang="ko-KR" altLang="en-US" sz="1000" b="1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D2AD3D0-403F-30AF-2F84-0ADFA1AA4F2F}"/>
              </a:ext>
            </a:extLst>
          </p:cNvPr>
          <p:cNvSpPr txBox="1"/>
          <p:nvPr/>
        </p:nvSpPr>
        <p:spPr>
          <a:xfrm>
            <a:off x="3355675" y="213760"/>
            <a:ext cx="258014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>
                <a:solidFill>
                  <a:schemeClr val="tx1"/>
                </a:solidFill>
              </a:rPr>
              <a:t>항공 </a:t>
            </a:r>
            <a:r>
              <a:rPr lang="en-US" altLang="ko-KR" sz="1000" b="1" dirty="0">
                <a:solidFill>
                  <a:schemeClr val="tx1"/>
                </a:solidFill>
              </a:rPr>
              <a:t>&gt; </a:t>
            </a:r>
            <a:r>
              <a:rPr lang="ko-KR" altLang="en-US" sz="1000" b="1" dirty="0">
                <a:solidFill>
                  <a:schemeClr val="tx1"/>
                </a:solidFill>
              </a:rPr>
              <a:t>국제선 조회 </a:t>
            </a:r>
            <a:r>
              <a:rPr lang="en-US" altLang="ko-KR" sz="1000" b="1" dirty="0">
                <a:solidFill>
                  <a:schemeClr val="tx1"/>
                </a:solidFill>
              </a:rPr>
              <a:t>&gt; </a:t>
            </a:r>
            <a:r>
              <a:rPr lang="ko-KR" altLang="en-US" sz="1000" b="1" dirty="0"/>
              <a:t>출장일정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graphicFrame>
        <p:nvGraphicFramePr>
          <p:cNvPr id="78" name="표 77">
            <a:extLst>
              <a:ext uri="{FF2B5EF4-FFF2-40B4-BE49-F238E27FC236}">
                <a16:creationId xmlns:a16="http://schemas.microsoft.com/office/drawing/2014/main" id="{FD099C5E-F6A3-885E-BCF9-1C09231A0B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1117608"/>
              </p:ext>
            </p:extLst>
          </p:nvPr>
        </p:nvGraphicFramePr>
        <p:xfrm>
          <a:off x="8913072" y="89351"/>
          <a:ext cx="3208784" cy="20216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020">
                  <a:extLst>
                    <a:ext uri="{9D8B030D-6E8A-4147-A177-3AD203B41FA5}">
                      <a16:colId xmlns:a16="http://schemas.microsoft.com/office/drawing/2014/main" val="3106938995"/>
                    </a:ext>
                  </a:extLst>
                </a:gridCol>
                <a:gridCol w="2842764">
                  <a:extLst>
                    <a:ext uri="{9D8B030D-6E8A-4147-A177-3AD203B41FA5}">
                      <a16:colId xmlns:a16="http://schemas.microsoft.com/office/drawing/2014/main" val="1390605019"/>
                    </a:ext>
                  </a:extLst>
                </a:gridCol>
              </a:tblGrid>
              <a:tr h="29729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2858525"/>
                  </a:ext>
                </a:extLst>
              </a:tr>
              <a:tr h="249935">
                <a:tc gridSpan="2">
                  <a:txBody>
                    <a:bodyPr/>
                    <a:lstStyle/>
                    <a:p>
                      <a:r>
                        <a:rPr lang="ko-KR" altLang="en-US" sz="900" dirty="0"/>
                        <a:t>출장일정 선택 시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달력 노출 </a:t>
                      </a:r>
                      <a:r>
                        <a:rPr lang="en-US" altLang="ko-KR" sz="900" dirty="0"/>
                        <a:t>(</a:t>
                      </a:r>
                      <a:r>
                        <a:rPr lang="ko-KR" altLang="en-US" sz="900" dirty="0"/>
                        <a:t>조회 기간 최대 </a:t>
                      </a:r>
                      <a:r>
                        <a:rPr lang="en-US" altLang="ko-KR" sz="900" dirty="0"/>
                        <a:t>358</a:t>
                      </a:r>
                      <a:r>
                        <a:rPr lang="ko-KR" altLang="en-US" sz="900" dirty="0"/>
                        <a:t>일</a:t>
                      </a:r>
                      <a:r>
                        <a:rPr lang="en-US" altLang="ko-KR" sz="900" dirty="0"/>
                        <a:t>)</a:t>
                      </a:r>
                      <a:endParaRPr lang="ko-KR" altLang="en-US" sz="9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8399392"/>
                  </a:ext>
                </a:extLst>
              </a:tr>
              <a:tr h="587891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/>
                        <a:t>1</a:t>
                      </a:r>
                      <a:endParaRPr lang="ko-KR" altLang="en-US" sz="9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출장 일정 선택</a:t>
                      </a:r>
                      <a:r>
                        <a:rPr lang="en-US" altLang="ko-KR" sz="900" b="0" dirty="0"/>
                        <a:t>(</a:t>
                      </a:r>
                      <a:r>
                        <a:rPr lang="ko-KR" altLang="en-US" sz="900" b="1" dirty="0"/>
                        <a:t>당일부터 선택 가능</a:t>
                      </a:r>
                      <a:r>
                        <a:rPr lang="ko-KR" altLang="en-US" sz="900" b="0" dirty="0"/>
                        <a:t>하도록 함</a:t>
                      </a:r>
                      <a:r>
                        <a:rPr lang="en-US" altLang="ko-KR" sz="900" b="0" dirty="0"/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왕복 </a:t>
                      </a:r>
                      <a:r>
                        <a:rPr lang="en-US" altLang="ko-KR" sz="900" b="0" dirty="0"/>
                        <a:t>: </a:t>
                      </a:r>
                      <a:r>
                        <a:rPr lang="ko-KR" altLang="en-US" sz="900" b="0" dirty="0"/>
                        <a:t>가는 날</a:t>
                      </a:r>
                      <a:r>
                        <a:rPr lang="en-US" altLang="ko-KR" sz="900" b="0" dirty="0"/>
                        <a:t>~</a:t>
                      </a:r>
                      <a:r>
                        <a:rPr lang="ko-KR" altLang="en-US" sz="900" b="0" dirty="0"/>
                        <a:t>오는 날</a:t>
                      </a:r>
                      <a:endParaRPr lang="en-US" altLang="ko-KR" sz="900" b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편도 </a:t>
                      </a:r>
                      <a:r>
                        <a:rPr lang="en-US" altLang="ko-KR" sz="900" b="0" dirty="0"/>
                        <a:t>: </a:t>
                      </a:r>
                      <a:r>
                        <a:rPr lang="ko-KR" altLang="en-US" sz="900" b="0" dirty="0"/>
                        <a:t>가는 날 </a:t>
                      </a:r>
                      <a:endParaRPr lang="en-US" altLang="ko-KR" sz="900" b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 err="1"/>
                        <a:t>다구간</a:t>
                      </a:r>
                      <a:r>
                        <a:rPr lang="ko-KR" altLang="en-US" sz="900" b="0" dirty="0"/>
                        <a:t> </a:t>
                      </a:r>
                      <a:r>
                        <a:rPr lang="en-US" altLang="ko-KR" sz="900" b="0" dirty="0"/>
                        <a:t>: </a:t>
                      </a:r>
                      <a:r>
                        <a:rPr lang="ko-KR" altLang="en-US" sz="900" b="0" dirty="0"/>
                        <a:t>가는 날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3969353"/>
                  </a:ext>
                </a:extLst>
              </a:tr>
              <a:tr h="25031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Check point</a:t>
                      </a:r>
                      <a:endParaRPr lang="ko-KR" altLang="en-US" sz="10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5487668"/>
                  </a:ext>
                </a:extLst>
              </a:tr>
              <a:tr h="58406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왕복일 경우</a:t>
                      </a:r>
                      <a:r>
                        <a:rPr lang="en-US" altLang="ko-KR" sz="900" b="0" dirty="0"/>
                        <a:t>, </a:t>
                      </a:r>
                      <a:r>
                        <a:rPr lang="ko-KR" altLang="en-US" sz="900" b="0" dirty="0"/>
                        <a:t>당일 출장이 있을 수 있으므로 </a:t>
                      </a:r>
                      <a:r>
                        <a:rPr lang="en-US" altLang="ko-KR" sz="900" b="0" dirty="0"/>
                        <a:t>[</a:t>
                      </a:r>
                      <a:r>
                        <a:rPr lang="ko-KR" altLang="en-US" sz="900" b="0" dirty="0"/>
                        <a:t>당일</a:t>
                      </a:r>
                      <a:r>
                        <a:rPr lang="en-US" altLang="ko-KR" sz="900" b="0" dirty="0"/>
                        <a:t>~</a:t>
                      </a:r>
                      <a:r>
                        <a:rPr lang="ko-KR" altLang="en-US" sz="900" b="0" dirty="0"/>
                        <a:t>당일</a:t>
                      </a:r>
                      <a:r>
                        <a:rPr lang="en-US" altLang="ko-KR" sz="900" b="0" dirty="0"/>
                        <a:t>]</a:t>
                      </a:r>
                      <a:r>
                        <a:rPr lang="ko-KR" altLang="en-US" sz="900" b="0" dirty="0"/>
                        <a:t>로도 선택 가능하도록 해야 함</a:t>
                      </a:r>
                      <a:endParaRPr lang="en-US" altLang="ko-KR" sz="900" b="0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6515584"/>
                  </a:ext>
                </a:extLst>
              </a:tr>
            </a:tbl>
          </a:graphicData>
        </a:graphic>
      </p:graphicFrame>
      <p:cxnSp>
        <p:nvCxnSpPr>
          <p:cNvPr id="83" name="직선 연결선 82">
            <a:extLst>
              <a:ext uri="{FF2B5EF4-FFF2-40B4-BE49-F238E27FC236}">
                <a16:creationId xmlns:a16="http://schemas.microsoft.com/office/drawing/2014/main" id="{93613333-D7D7-A2A9-15B5-573A68F3BB99}"/>
              </a:ext>
            </a:extLst>
          </p:cNvPr>
          <p:cNvCxnSpPr>
            <a:cxnSpLocks/>
          </p:cNvCxnSpPr>
          <p:nvPr/>
        </p:nvCxnSpPr>
        <p:spPr>
          <a:xfrm>
            <a:off x="3799029" y="2302401"/>
            <a:ext cx="0" cy="263205"/>
          </a:xfrm>
          <a:prstGeom prst="line">
            <a:avLst/>
          </a:prstGeom>
          <a:ln w="9525">
            <a:solidFill>
              <a:schemeClr val="bg2">
                <a:lumMod val="9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04C2106E-32AC-5D9D-1BB4-F2634DCEEA36}"/>
              </a:ext>
            </a:extLst>
          </p:cNvPr>
          <p:cNvSpPr/>
          <p:nvPr/>
        </p:nvSpPr>
        <p:spPr>
          <a:xfrm>
            <a:off x="484367" y="2829331"/>
            <a:ext cx="540000" cy="1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</a:rPr>
              <a:t>출장자</a:t>
            </a:r>
          </a:p>
        </p:txBody>
      </p:sp>
      <p:sp>
        <p:nvSpPr>
          <p:cNvPr id="211" name="직사각형 210">
            <a:extLst>
              <a:ext uri="{FF2B5EF4-FFF2-40B4-BE49-F238E27FC236}">
                <a16:creationId xmlns:a16="http://schemas.microsoft.com/office/drawing/2014/main" id="{2C37AE8F-9CE6-5B36-6813-7C8FDEB4B3A4}"/>
              </a:ext>
            </a:extLst>
          </p:cNvPr>
          <p:cNvSpPr/>
          <p:nvPr/>
        </p:nvSpPr>
        <p:spPr>
          <a:xfrm>
            <a:off x="281482" y="658704"/>
            <a:ext cx="896814" cy="46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SM C&amp;C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12" name="직사각형 211">
            <a:extLst>
              <a:ext uri="{FF2B5EF4-FFF2-40B4-BE49-F238E27FC236}">
                <a16:creationId xmlns:a16="http://schemas.microsoft.com/office/drawing/2014/main" id="{451AE619-367D-0ED5-08DB-EC646D99996A}"/>
              </a:ext>
            </a:extLst>
          </p:cNvPr>
          <p:cNvSpPr/>
          <p:nvPr/>
        </p:nvSpPr>
        <p:spPr>
          <a:xfrm>
            <a:off x="1354203" y="658704"/>
            <a:ext cx="5705004" cy="46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ln w="0"/>
                <a:solidFill>
                  <a:schemeClr val="tx1"/>
                </a:solidFill>
              </a:rPr>
              <a:t>항공</a:t>
            </a:r>
            <a:r>
              <a:rPr lang="en-US" altLang="ko-KR" sz="1200" dirty="0">
                <a:ln w="0"/>
                <a:solidFill>
                  <a:schemeClr val="tx1"/>
                </a:solidFill>
              </a:rPr>
              <a:t>	</a:t>
            </a:r>
            <a:r>
              <a:rPr lang="ko-KR" altLang="en-US" sz="1200" dirty="0">
                <a:ln w="0"/>
                <a:solidFill>
                  <a:schemeClr val="tx1"/>
                </a:solidFill>
              </a:rPr>
              <a:t>호텔</a:t>
            </a:r>
            <a:r>
              <a:rPr lang="en-US" altLang="ko-KR" sz="1200" dirty="0">
                <a:ln w="0"/>
                <a:solidFill>
                  <a:schemeClr val="tx1"/>
                </a:solidFill>
              </a:rPr>
              <a:t>	</a:t>
            </a:r>
            <a:r>
              <a:rPr lang="ko-KR" altLang="en-US" sz="1200" dirty="0">
                <a:ln w="0"/>
                <a:solidFill>
                  <a:schemeClr val="tx1"/>
                </a:solidFill>
              </a:rPr>
              <a:t>요청</a:t>
            </a:r>
            <a:endParaRPr lang="ko-KR" altLang="en-US" sz="1200" dirty="0"/>
          </a:p>
        </p:txBody>
      </p:sp>
      <p:sp>
        <p:nvSpPr>
          <p:cNvPr id="213" name="직사각형 212">
            <a:extLst>
              <a:ext uri="{FF2B5EF4-FFF2-40B4-BE49-F238E27FC236}">
                <a16:creationId xmlns:a16="http://schemas.microsoft.com/office/drawing/2014/main" id="{94DAD118-CF9C-0D08-4703-F66C1CF6805C}"/>
              </a:ext>
            </a:extLst>
          </p:cNvPr>
          <p:cNvSpPr/>
          <p:nvPr/>
        </p:nvSpPr>
        <p:spPr>
          <a:xfrm>
            <a:off x="7235113" y="658704"/>
            <a:ext cx="1449811" cy="46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n w="0"/>
                <a:solidFill>
                  <a:schemeClr val="tx1"/>
                </a:solidFill>
              </a:rPr>
              <a:t>마이페이지</a:t>
            </a:r>
            <a:r>
              <a:rPr lang="en-US" altLang="ko-KR" sz="1000" dirty="0">
                <a:ln w="0"/>
                <a:solidFill>
                  <a:schemeClr val="tx1"/>
                </a:solidFill>
              </a:rPr>
              <a:t> </a:t>
            </a:r>
            <a:r>
              <a:rPr lang="ko-KR" altLang="en-US" sz="1000" dirty="0">
                <a:ln w="0"/>
                <a:solidFill>
                  <a:schemeClr val="tx1"/>
                </a:solidFill>
              </a:rPr>
              <a:t>로그아웃</a:t>
            </a:r>
            <a:endParaRPr lang="ko-KR" altLang="en-US" sz="1000" dirty="0"/>
          </a:p>
        </p:txBody>
      </p:sp>
      <p:sp>
        <p:nvSpPr>
          <p:cNvPr id="170" name="직사각형 169">
            <a:extLst>
              <a:ext uri="{FF2B5EF4-FFF2-40B4-BE49-F238E27FC236}">
                <a16:creationId xmlns:a16="http://schemas.microsoft.com/office/drawing/2014/main" id="{98484E85-DAC0-ABA2-93D2-48D8F8CF7A87}"/>
              </a:ext>
            </a:extLst>
          </p:cNvPr>
          <p:cNvSpPr/>
          <p:nvPr/>
        </p:nvSpPr>
        <p:spPr>
          <a:xfrm>
            <a:off x="3801653" y="2186603"/>
            <a:ext cx="1613556" cy="51037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40" name="그룹 239">
            <a:extLst>
              <a:ext uri="{FF2B5EF4-FFF2-40B4-BE49-F238E27FC236}">
                <a16:creationId xmlns:a16="http://schemas.microsoft.com/office/drawing/2014/main" id="{D6DB33B0-A8A7-84CB-042E-2A07D95077FA}"/>
              </a:ext>
            </a:extLst>
          </p:cNvPr>
          <p:cNvGrpSpPr/>
          <p:nvPr/>
        </p:nvGrpSpPr>
        <p:grpSpPr>
          <a:xfrm>
            <a:off x="353082" y="2763872"/>
            <a:ext cx="8155460" cy="3517078"/>
            <a:chOff x="395415" y="2941383"/>
            <a:chExt cx="8155460" cy="3517078"/>
          </a:xfrm>
          <a:effectLst>
            <a:outerShdw blurRad="101600" dist="38100" dir="16200000" rotWithShape="0">
              <a:prstClr val="black">
                <a:alpha val="15000"/>
              </a:prstClr>
            </a:outerShdw>
          </a:effectLst>
        </p:grpSpPr>
        <p:sp>
          <p:nvSpPr>
            <p:cNvPr id="172" name="직사각형 171">
              <a:extLst>
                <a:ext uri="{FF2B5EF4-FFF2-40B4-BE49-F238E27FC236}">
                  <a16:creationId xmlns:a16="http://schemas.microsoft.com/office/drawing/2014/main" id="{63427F68-AE84-439D-6794-0F79613BD0C7}"/>
                </a:ext>
              </a:extLst>
            </p:cNvPr>
            <p:cNvSpPr/>
            <p:nvPr/>
          </p:nvSpPr>
          <p:spPr>
            <a:xfrm>
              <a:off x="395415" y="2941383"/>
              <a:ext cx="8155460" cy="351707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3" name="직사각형 172">
              <a:extLst>
                <a:ext uri="{FF2B5EF4-FFF2-40B4-BE49-F238E27FC236}">
                  <a16:creationId xmlns:a16="http://schemas.microsoft.com/office/drawing/2014/main" id="{34803212-6F9F-AC85-1778-45A18C04C356}"/>
                </a:ext>
              </a:extLst>
            </p:cNvPr>
            <p:cNvSpPr/>
            <p:nvPr/>
          </p:nvSpPr>
          <p:spPr>
            <a:xfrm>
              <a:off x="520002" y="3105179"/>
              <a:ext cx="1064215" cy="26883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000" b="1" dirty="0">
                  <a:solidFill>
                    <a:schemeClr val="tx1"/>
                  </a:solidFill>
                </a:rPr>
                <a:t>날짜 선택</a:t>
              </a:r>
            </a:p>
          </p:txBody>
        </p:sp>
        <p:grpSp>
          <p:nvGrpSpPr>
            <p:cNvPr id="174" name="그룹 173">
              <a:extLst>
                <a:ext uri="{FF2B5EF4-FFF2-40B4-BE49-F238E27FC236}">
                  <a16:creationId xmlns:a16="http://schemas.microsoft.com/office/drawing/2014/main" id="{CE3EF305-7961-AA9E-9F45-C7FB1C51B9F3}"/>
                </a:ext>
              </a:extLst>
            </p:cNvPr>
            <p:cNvGrpSpPr/>
            <p:nvPr/>
          </p:nvGrpSpPr>
          <p:grpSpPr>
            <a:xfrm>
              <a:off x="8225982" y="3185594"/>
              <a:ext cx="108000" cy="108000"/>
              <a:chOff x="5869251" y="3186842"/>
              <a:chExt cx="160846" cy="160846"/>
            </a:xfrm>
          </p:grpSpPr>
          <p:cxnSp>
            <p:nvCxnSpPr>
              <p:cNvPr id="205" name="직선 연결선 204">
                <a:extLst>
                  <a:ext uri="{FF2B5EF4-FFF2-40B4-BE49-F238E27FC236}">
                    <a16:creationId xmlns:a16="http://schemas.microsoft.com/office/drawing/2014/main" id="{84B858A6-5F44-AA5A-7EF9-AF82966D389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69251" y="3186842"/>
                <a:ext cx="160846" cy="160846"/>
              </a:xfrm>
              <a:prstGeom prst="line">
                <a:avLst/>
              </a:prstGeom>
              <a:ln w="9525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6" name="직선 연결선 205">
                <a:extLst>
                  <a:ext uri="{FF2B5EF4-FFF2-40B4-BE49-F238E27FC236}">
                    <a16:creationId xmlns:a16="http://schemas.microsoft.com/office/drawing/2014/main" id="{010876E6-C3D9-44A4-9108-DDB19FDC64F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869251" y="3186842"/>
                <a:ext cx="160846" cy="160846"/>
              </a:xfrm>
              <a:prstGeom prst="line">
                <a:avLst/>
              </a:prstGeom>
              <a:ln w="9525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238" name="그룹 237">
              <a:extLst>
                <a:ext uri="{FF2B5EF4-FFF2-40B4-BE49-F238E27FC236}">
                  <a16:creationId xmlns:a16="http://schemas.microsoft.com/office/drawing/2014/main" id="{7ADC48AB-3105-7DDB-AF95-0FE88ACDF112}"/>
                </a:ext>
              </a:extLst>
            </p:cNvPr>
            <p:cNvGrpSpPr/>
            <p:nvPr/>
          </p:nvGrpSpPr>
          <p:grpSpPr>
            <a:xfrm>
              <a:off x="601362" y="4633036"/>
              <a:ext cx="7744611" cy="131219"/>
              <a:chOff x="601362" y="4633036"/>
              <a:chExt cx="7744611" cy="131219"/>
            </a:xfrm>
          </p:grpSpPr>
          <p:grpSp>
            <p:nvGrpSpPr>
              <p:cNvPr id="226" name="그룹 225">
                <a:extLst>
                  <a:ext uri="{FF2B5EF4-FFF2-40B4-BE49-F238E27FC236}">
                    <a16:creationId xmlns:a16="http://schemas.microsoft.com/office/drawing/2014/main" id="{B94A9059-24E7-06DA-C1E0-3B4B6F9F25DC}"/>
                  </a:ext>
                </a:extLst>
              </p:cNvPr>
              <p:cNvGrpSpPr/>
              <p:nvPr/>
            </p:nvGrpSpPr>
            <p:grpSpPr>
              <a:xfrm rot="16200000">
                <a:off x="8248900" y="4667182"/>
                <a:ext cx="128666" cy="65480"/>
                <a:chOff x="3546083" y="5752539"/>
                <a:chExt cx="601278" cy="306000"/>
              </a:xfrm>
            </p:grpSpPr>
            <p:cxnSp>
              <p:nvCxnSpPr>
                <p:cNvPr id="223" name="직선 연결선 222">
                  <a:extLst>
                    <a:ext uri="{FF2B5EF4-FFF2-40B4-BE49-F238E27FC236}">
                      <a16:creationId xmlns:a16="http://schemas.microsoft.com/office/drawing/2014/main" id="{2835A878-2BE0-67BB-7B0A-6FE670A084B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46083" y="5753739"/>
                  <a:ext cx="304800" cy="304800"/>
                </a:xfrm>
                <a:prstGeom prst="line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25" name="직선 연결선 224">
                  <a:extLst>
                    <a:ext uri="{FF2B5EF4-FFF2-40B4-BE49-F238E27FC236}">
                      <a16:creationId xmlns:a16="http://schemas.microsoft.com/office/drawing/2014/main" id="{370F2004-AF2E-5241-8862-CB54EED36B7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41361" y="5752539"/>
                  <a:ext cx="306000" cy="306000"/>
                </a:xfrm>
                <a:prstGeom prst="line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8" name="그룹 227">
                <a:extLst>
                  <a:ext uri="{FF2B5EF4-FFF2-40B4-BE49-F238E27FC236}">
                    <a16:creationId xmlns:a16="http://schemas.microsoft.com/office/drawing/2014/main" id="{DDE5CA06-FAB8-7282-3659-F1CBEFD3276A}"/>
                  </a:ext>
                </a:extLst>
              </p:cNvPr>
              <p:cNvGrpSpPr/>
              <p:nvPr/>
            </p:nvGrpSpPr>
            <p:grpSpPr>
              <a:xfrm rot="5400000">
                <a:off x="569769" y="4664629"/>
                <a:ext cx="128666" cy="65480"/>
                <a:chOff x="3546083" y="5752539"/>
                <a:chExt cx="601278" cy="306000"/>
              </a:xfrm>
            </p:grpSpPr>
            <p:cxnSp>
              <p:nvCxnSpPr>
                <p:cNvPr id="229" name="직선 연결선 228">
                  <a:extLst>
                    <a:ext uri="{FF2B5EF4-FFF2-40B4-BE49-F238E27FC236}">
                      <a16:creationId xmlns:a16="http://schemas.microsoft.com/office/drawing/2014/main" id="{D25175B2-6114-B71D-5070-43B70B0CB22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46083" y="5753739"/>
                  <a:ext cx="304800" cy="304800"/>
                </a:xfrm>
                <a:prstGeom prst="line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30" name="직선 연결선 229">
                  <a:extLst>
                    <a:ext uri="{FF2B5EF4-FFF2-40B4-BE49-F238E27FC236}">
                      <a16:creationId xmlns:a16="http://schemas.microsoft.com/office/drawing/2014/main" id="{A76ADE27-05DB-A0C7-55A6-44A1E883FE8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3841361" y="5752539"/>
                  <a:ext cx="306000" cy="306000"/>
                </a:xfrm>
                <a:prstGeom prst="line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234" name="직사각형 233">
              <a:extLst>
                <a:ext uri="{FF2B5EF4-FFF2-40B4-BE49-F238E27FC236}">
                  <a16:creationId xmlns:a16="http://schemas.microsoft.com/office/drawing/2014/main" id="{E0D6D9C8-9D51-C352-450C-FA069672D86B}"/>
                </a:ext>
              </a:extLst>
            </p:cNvPr>
            <p:cNvSpPr/>
            <p:nvPr/>
          </p:nvSpPr>
          <p:spPr>
            <a:xfrm>
              <a:off x="2463051" y="3433531"/>
              <a:ext cx="720000" cy="26883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>
                  <a:solidFill>
                    <a:schemeClr val="tx1"/>
                  </a:solidFill>
                </a:rPr>
                <a:t>2024.11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  <p:sp>
          <p:nvSpPr>
            <p:cNvPr id="235" name="직사각형 234">
              <a:extLst>
                <a:ext uri="{FF2B5EF4-FFF2-40B4-BE49-F238E27FC236}">
                  <a16:creationId xmlns:a16="http://schemas.microsoft.com/office/drawing/2014/main" id="{0377B8EE-8C9D-0938-F904-CA33BE3A7336}"/>
                </a:ext>
              </a:extLst>
            </p:cNvPr>
            <p:cNvSpPr/>
            <p:nvPr/>
          </p:nvSpPr>
          <p:spPr>
            <a:xfrm>
              <a:off x="5764419" y="3433531"/>
              <a:ext cx="720000" cy="26883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00" b="1" dirty="0">
                  <a:solidFill>
                    <a:schemeClr val="tx1"/>
                  </a:solidFill>
                </a:rPr>
                <a:t>2024.12</a:t>
              </a:r>
              <a:endParaRPr lang="ko-KR" altLang="en-US" sz="1000" b="1" dirty="0">
                <a:solidFill>
                  <a:schemeClr val="tx1"/>
                </a:solidFill>
              </a:endParaRPr>
            </a:p>
          </p:txBody>
        </p:sp>
      </p:grpSp>
      <p:graphicFrame>
        <p:nvGraphicFramePr>
          <p:cNvPr id="231" name="표 230">
            <a:extLst>
              <a:ext uri="{FF2B5EF4-FFF2-40B4-BE49-F238E27FC236}">
                <a16:creationId xmlns:a16="http://schemas.microsoft.com/office/drawing/2014/main" id="{70EDC273-4740-C9A9-C67D-2E72DAA359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988276"/>
              </p:ext>
            </p:extLst>
          </p:nvPr>
        </p:nvGraphicFramePr>
        <p:xfrm>
          <a:off x="1286719" y="3611448"/>
          <a:ext cx="2987999" cy="252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6857">
                  <a:extLst>
                    <a:ext uri="{9D8B030D-6E8A-4147-A177-3AD203B41FA5}">
                      <a16:colId xmlns:a16="http://schemas.microsoft.com/office/drawing/2014/main" val="3720710235"/>
                    </a:ext>
                  </a:extLst>
                </a:gridCol>
                <a:gridCol w="426857">
                  <a:extLst>
                    <a:ext uri="{9D8B030D-6E8A-4147-A177-3AD203B41FA5}">
                      <a16:colId xmlns:a16="http://schemas.microsoft.com/office/drawing/2014/main" val="870718226"/>
                    </a:ext>
                  </a:extLst>
                </a:gridCol>
                <a:gridCol w="426857">
                  <a:extLst>
                    <a:ext uri="{9D8B030D-6E8A-4147-A177-3AD203B41FA5}">
                      <a16:colId xmlns:a16="http://schemas.microsoft.com/office/drawing/2014/main" val="2825244261"/>
                    </a:ext>
                  </a:extLst>
                </a:gridCol>
                <a:gridCol w="426857">
                  <a:extLst>
                    <a:ext uri="{9D8B030D-6E8A-4147-A177-3AD203B41FA5}">
                      <a16:colId xmlns:a16="http://schemas.microsoft.com/office/drawing/2014/main" val="381649099"/>
                    </a:ext>
                  </a:extLst>
                </a:gridCol>
                <a:gridCol w="426857">
                  <a:extLst>
                    <a:ext uri="{9D8B030D-6E8A-4147-A177-3AD203B41FA5}">
                      <a16:colId xmlns:a16="http://schemas.microsoft.com/office/drawing/2014/main" val="3468057464"/>
                    </a:ext>
                  </a:extLst>
                </a:gridCol>
                <a:gridCol w="426857">
                  <a:extLst>
                    <a:ext uri="{9D8B030D-6E8A-4147-A177-3AD203B41FA5}">
                      <a16:colId xmlns:a16="http://schemas.microsoft.com/office/drawing/2014/main" val="1043387287"/>
                    </a:ext>
                  </a:extLst>
                </a:gridCol>
                <a:gridCol w="426857">
                  <a:extLst>
                    <a:ext uri="{9D8B030D-6E8A-4147-A177-3AD203B41FA5}">
                      <a16:colId xmlns:a16="http://schemas.microsoft.com/office/drawing/2014/main" val="39950467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일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금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520433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</a:t>
                      </a:r>
                      <a:endParaRPr lang="ko-KR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5001794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ko-KR" altLang="en-US" sz="1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4</a:t>
                      </a:r>
                      <a:endParaRPr lang="ko-KR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5</a:t>
                      </a:r>
                      <a:endParaRPr lang="ko-KR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6</a:t>
                      </a:r>
                      <a:endParaRPr lang="ko-KR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7</a:t>
                      </a:r>
                      <a:endParaRPr lang="ko-KR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8</a:t>
                      </a:r>
                      <a:endParaRPr lang="ko-KR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9</a:t>
                      </a:r>
                      <a:endParaRPr lang="ko-KR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9468957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10</a:t>
                      </a:r>
                      <a:endParaRPr lang="ko-KR" altLang="en-US" sz="1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11</a:t>
                      </a:r>
                      <a:endParaRPr lang="ko-KR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12</a:t>
                      </a:r>
                      <a:endParaRPr lang="ko-KR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13</a:t>
                      </a:r>
                      <a:endParaRPr lang="ko-KR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14</a:t>
                      </a:r>
                      <a:endParaRPr lang="ko-KR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15</a:t>
                      </a:r>
                      <a:endParaRPr lang="ko-KR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16</a:t>
                      </a:r>
                      <a:endParaRPr lang="ko-KR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0458363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17</a:t>
                      </a:r>
                      <a:endParaRPr lang="ko-KR" altLang="en-US" sz="1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18</a:t>
                      </a:r>
                      <a:endParaRPr lang="ko-KR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19</a:t>
                      </a:r>
                      <a:endParaRPr lang="ko-KR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20</a:t>
                      </a:r>
                      <a:endParaRPr lang="ko-KR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21</a:t>
                      </a:r>
                      <a:endParaRPr lang="ko-KR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22</a:t>
                      </a:r>
                      <a:endParaRPr lang="ko-KR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23</a:t>
                      </a:r>
                      <a:endParaRPr lang="ko-KR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8390475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24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176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25</a:t>
                      </a:r>
                      <a:endParaRPr lang="ko-KR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26</a:t>
                      </a:r>
                      <a:endParaRPr lang="ko-KR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27</a:t>
                      </a:r>
                      <a:endParaRPr lang="ko-KR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28</a:t>
                      </a:r>
                      <a:endParaRPr lang="ko-KR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29</a:t>
                      </a:r>
                      <a:endParaRPr lang="ko-KR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30</a:t>
                      </a:r>
                      <a:endParaRPr lang="ko-KR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903145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13189397"/>
                  </a:ext>
                </a:extLst>
              </a:tr>
            </a:tbl>
          </a:graphicData>
        </a:graphic>
      </p:graphicFrame>
      <p:graphicFrame>
        <p:nvGraphicFramePr>
          <p:cNvPr id="233" name="표 232">
            <a:extLst>
              <a:ext uri="{FF2B5EF4-FFF2-40B4-BE49-F238E27FC236}">
                <a16:creationId xmlns:a16="http://schemas.microsoft.com/office/drawing/2014/main" id="{7EF97CE4-4ED4-1006-A4C6-952C74F63E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0714280"/>
              </p:ext>
            </p:extLst>
          </p:nvPr>
        </p:nvGraphicFramePr>
        <p:xfrm>
          <a:off x="4588087" y="3611448"/>
          <a:ext cx="2987999" cy="2520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26857">
                  <a:extLst>
                    <a:ext uri="{9D8B030D-6E8A-4147-A177-3AD203B41FA5}">
                      <a16:colId xmlns:a16="http://schemas.microsoft.com/office/drawing/2014/main" val="3720710235"/>
                    </a:ext>
                  </a:extLst>
                </a:gridCol>
                <a:gridCol w="426857">
                  <a:extLst>
                    <a:ext uri="{9D8B030D-6E8A-4147-A177-3AD203B41FA5}">
                      <a16:colId xmlns:a16="http://schemas.microsoft.com/office/drawing/2014/main" val="870718226"/>
                    </a:ext>
                  </a:extLst>
                </a:gridCol>
                <a:gridCol w="426857">
                  <a:extLst>
                    <a:ext uri="{9D8B030D-6E8A-4147-A177-3AD203B41FA5}">
                      <a16:colId xmlns:a16="http://schemas.microsoft.com/office/drawing/2014/main" val="2825244261"/>
                    </a:ext>
                  </a:extLst>
                </a:gridCol>
                <a:gridCol w="426857">
                  <a:extLst>
                    <a:ext uri="{9D8B030D-6E8A-4147-A177-3AD203B41FA5}">
                      <a16:colId xmlns:a16="http://schemas.microsoft.com/office/drawing/2014/main" val="381649099"/>
                    </a:ext>
                  </a:extLst>
                </a:gridCol>
                <a:gridCol w="426857">
                  <a:extLst>
                    <a:ext uri="{9D8B030D-6E8A-4147-A177-3AD203B41FA5}">
                      <a16:colId xmlns:a16="http://schemas.microsoft.com/office/drawing/2014/main" val="3468057464"/>
                    </a:ext>
                  </a:extLst>
                </a:gridCol>
                <a:gridCol w="426857">
                  <a:extLst>
                    <a:ext uri="{9D8B030D-6E8A-4147-A177-3AD203B41FA5}">
                      <a16:colId xmlns:a16="http://schemas.microsoft.com/office/drawing/2014/main" val="1043387287"/>
                    </a:ext>
                  </a:extLst>
                </a:gridCol>
                <a:gridCol w="426857">
                  <a:extLst>
                    <a:ext uri="{9D8B030D-6E8A-4147-A177-3AD203B41FA5}">
                      <a16:colId xmlns:a16="http://schemas.microsoft.com/office/drawing/2014/main" val="399504670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rgbClr val="FF0000"/>
                          </a:solidFill>
                        </a:rPr>
                        <a:t>일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화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수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목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금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520433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ko-KR" altLang="en-US" sz="10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17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001794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3</a:t>
                      </a:r>
                      <a:endParaRPr lang="ko-KR" altLang="en-US" sz="1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4</a:t>
                      </a:r>
                      <a:endParaRPr lang="ko-KR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5</a:t>
                      </a:r>
                      <a:endParaRPr lang="ko-KR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6</a:t>
                      </a:r>
                      <a:endParaRPr lang="ko-KR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7</a:t>
                      </a:r>
                      <a:endParaRPr lang="ko-KR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8</a:t>
                      </a:r>
                      <a:endParaRPr lang="ko-KR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9</a:t>
                      </a:r>
                      <a:endParaRPr lang="ko-KR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69468957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10</a:t>
                      </a:r>
                      <a:endParaRPr lang="ko-KR" altLang="en-US" sz="1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11</a:t>
                      </a:r>
                      <a:endParaRPr lang="ko-KR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12</a:t>
                      </a:r>
                      <a:endParaRPr lang="ko-KR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13</a:t>
                      </a:r>
                      <a:endParaRPr lang="ko-KR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14</a:t>
                      </a:r>
                      <a:endParaRPr lang="ko-KR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15</a:t>
                      </a:r>
                      <a:endParaRPr lang="ko-KR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16</a:t>
                      </a:r>
                      <a:endParaRPr lang="ko-KR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60458363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17</a:t>
                      </a:r>
                      <a:endParaRPr lang="ko-KR" altLang="en-US" sz="1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18</a:t>
                      </a:r>
                      <a:endParaRPr lang="ko-KR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19</a:t>
                      </a:r>
                      <a:endParaRPr lang="ko-KR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20</a:t>
                      </a:r>
                      <a:endParaRPr lang="ko-KR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21</a:t>
                      </a:r>
                      <a:endParaRPr lang="ko-KR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22</a:t>
                      </a:r>
                      <a:endParaRPr lang="ko-KR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23</a:t>
                      </a:r>
                      <a:endParaRPr lang="ko-KR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83904756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24</a:t>
                      </a:r>
                      <a:endParaRPr lang="ko-KR" altLang="en-US" sz="1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25</a:t>
                      </a:r>
                      <a:endParaRPr lang="ko-KR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26</a:t>
                      </a:r>
                      <a:endParaRPr lang="ko-KR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27</a:t>
                      </a:r>
                      <a:endParaRPr lang="ko-KR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28</a:t>
                      </a:r>
                      <a:endParaRPr lang="ko-KR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29</a:t>
                      </a:r>
                      <a:endParaRPr lang="ko-KR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30</a:t>
                      </a:r>
                      <a:endParaRPr lang="ko-KR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19031459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rgbClr val="FF0000"/>
                          </a:solidFill>
                        </a:rPr>
                        <a:t>31</a:t>
                      </a:r>
                      <a:endParaRPr lang="ko-KR" altLang="en-US" sz="100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13189397"/>
                  </a:ext>
                </a:extLst>
              </a:tr>
            </a:tbl>
          </a:graphicData>
        </a:graphic>
      </p:graphicFrame>
      <p:sp>
        <p:nvSpPr>
          <p:cNvPr id="236" name="직사각형 235">
            <a:extLst>
              <a:ext uri="{FF2B5EF4-FFF2-40B4-BE49-F238E27FC236}">
                <a16:creationId xmlns:a16="http://schemas.microsoft.com/office/drawing/2014/main" id="{16BC1D5A-8D6C-A260-E268-3A7533C1D66C}"/>
              </a:ext>
            </a:extLst>
          </p:cNvPr>
          <p:cNvSpPr/>
          <p:nvPr/>
        </p:nvSpPr>
        <p:spPr>
          <a:xfrm>
            <a:off x="1238966" y="5652429"/>
            <a:ext cx="532736" cy="984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00" dirty="0">
                <a:solidFill>
                  <a:schemeClr val="bg1"/>
                </a:solidFill>
              </a:rPr>
              <a:t>가는 날</a:t>
            </a:r>
          </a:p>
        </p:txBody>
      </p:sp>
      <p:sp>
        <p:nvSpPr>
          <p:cNvPr id="237" name="직사각형 236">
            <a:extLst>
              <a:ext uri="{FF2B5EF4-FFF2-40B4-BE49-F238E27FC236}">
                <a16:creationId xmlns:a16="http://schemas.microsoft.com/office/drawing/2014/main" id="{570B1B3C-4237-7549-7E26-D01A887C219E}"/>
              </a:ext>
            </a:extLst>
          </p:cNvPr>
          <p:cNvSpPr/>
          <p:nvPr/>
        </p:nvSpPr>
        <p:spPr>
          <a:xfrm>
            <a:off x="7091543" y="4227299"/>
            <a:ext cx="532736" cy="9843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400" dirty="0">
                <a:solidFill>
                  <a:schemeClr val="bg1"/>
                </a:solidFill>
              </a:rPr>
              <a:t>오는 날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FC35588-CD64-A31D-9ED6-EE82E79C4B4D}"/>
              </a:ext>
            </a:extLst>
          </p:cNvPr>
          <p:cNvSpPr/>
          <p:nvPr/>
        </p:nvSpPr>
        <p:spPr>
          <a:xfrm>
            <a:off x="1238525" y="3939800"/>
            <a:ext cx="6337384" cy="20430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D5C4925B-DD95-E199-F126-624134813A0F}"/>
              </a:ext>
            </a:extLst>
          </p:cNvPr>
          <p:cNvGrpSpPr/>
          <p:nvPr/>
        </p:nvGrpSpPr>
        <p:grpSpPr>
          <a:xfrm>
            <a:off x="1147279" y="3817629"/>
            <a:ext cx="280182" cy="215444"/>
            <a:chOff x="4507293" y="1910946"/>
            <a:chExt cx="276910" cy="215444"/>
          </a:xfrm>
        </p:grpSpPr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2109BD49-B5F9-9C09-75F2-C3C3F99E3194}"/>
                </a:ext>
              </a:extLst>
            </p:cNvPr>
            <p:cNvSpPr/>
            <p:nvPr/>
          </p:nvSpPr>
          <p:spPr>
            <a:xfrm>
              <a:off x="4536630" y="1922684"/>
              <a:ext cx="171278" cy="18690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3438D96-4DE2-39BD-95CD-C518F745E353}"/>
                </a:ext>
              </a:extLst>
            </p:cNvPr>
            <p:cNvSpPr txBox="1"/>
            <p:nvPr/>
          </p:nvSpPr>
          <p:spPr>
            <a:xfrm>
              <a:off x="4507293" y="1910946"/>
              <a:ext cx="2769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>
                  <a:solidFill>
                    <a:schemeClr val="bg1"/>
                  </a:solidFill>
                </a:rPr>
                <a:t>1</a:t>
              </a:r>
              <a:endParaRPr lang="ko-KR" altLang="en-US" sz="800" b="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869972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06C38-21AE-2C92-72A7-E2D21282D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79046CB9-FEDF-80E1-3A13-D8B248F73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12</a:t>
            </a:fld>
            <a:endParaRPr lang="ko-KR" altLang="en-US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ABCA3FB-7C65-E05D-A868-A8CA9F77D7D5}"/>
              </a:ext>
            </a:extLst>
          </p:cNvPr>
          <p:cNvSpPr txBox="1"/>
          <p:nvPr/>
        </p:nvSpPr>
        <p:spPr>
          <a:xfrm>
            <a:off x="992038" y="221039"/>
            <a:ext cx="13433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>
                <a:solidFill>
                  <a:schemeClr val="tx1"/>
                </a:solidFill>
              </a:rPr>
              <a:t>인원</a:t>
            </a:r>
            <a:r>
              <a:rPr lang="en-US" altLang="ko-KR" sz="1000" b="1" dirty="0">
                <a:solidFill>
                  <a:schemeClr val="tx1"/>
                </a:solidFill>
              </a:rPr>
              <a:t>/</a:t>
            </a:r>
            <a:r>
              <a:rPr lang="ko-KR" altLang="en-US" sz="1000" b="1" dirty="0">
                <a:solidFill>
                  <a:schemeClr val="tx1"/>
                </a:solidFill>
              </a:rPr>
              <a:t>좌석 선택</a:t>
            </a:r>
            <a:endParaRPr lang="ko-KR" altLang="en-US" sz="1000" b="1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244DE24-74A7-1561-5068-9CA99D68A066}"/>
              </a:ext>
            </a:extLst>
          </p:cNvPr>
          <p:cNvSpPr txBox="1"/>
          <p:nvPr/>
        </p:nvSpPr>
        <p:spPr>
          <a:xfrm>
            <a:off x="3355675" y="213760"/>
            <a:ext cx="28080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>
                <a:solidFill>
                  <a:schemeClr val="tx1"/>
                </a:solidFill>
              </a:rPr>
              <a:t>항공 </a:t>
            </a:r>
            <a:r>
              <a:rPr lang="en-US" altLang="ko-KR" sz="1000" b="1" dirty="0">
                <a:solidFill>
                  <a:schemeClr val="tx1"/>
                </a:solidFill>
              </a:rPr>
              <a:t>&gt; </a:t>
            </a:r>
            <a:r>
              <a:rPr lang="ko-KR" altLang="en-US" sz="1000" b="1" dirty="0">
                <a:solidFill>
                  <a:schemeClr val="tx1"/>
                </a:solidFill>
              </a:rPr>
              <a:t>국제선 조회 </a:t>
            </a:r>
            <a:r>
              <a:rPr lang="en-US" altLang="ko-KR" sz="1000" b="1" dirty="0">
                <a:solidFill>
                  <a:schemeClr val="tx1"/>
                </a:solidFill>
              </a:rPr>
              <a:t>&gt; </a:t>
            </a:r>
            <a:r>
              <a:rPr lang="ko-KR" altLang="en-US" sz="1000" b="1" dirty="0">
                <a:solidFill>
                  <a:schemeClr val="tx1"/>
                </a:solidFill>
              </a:rPr>
              <a:t>인원</a:t>
            </a:r>
            <a:r>
              <a:rPr lang="en-US" altLang="ko-KR" sz="1000" b="1" dirty="0">
                <a:solidFill>
                  <a:schemeClr val="tx1"/>
                </a:solidFill>
              </a:rPr>
              <a:t>/</a:t>
            </a:r>
            <a:r>
              <a:rPr lang="ko-KR" altLang="en-US" sz="1000" b="1" dirty="0">
                <a:solidFill>
                  <a:schemeClr val="tx1"/>
                </a:solidFill>
              </a:rPr>
              <a:t>좌석 선택 </a:t>
            </a:r>
            <a:r>
              <a:rPr lang="en-US" altLang="ko-KR" sz="1000" b="1" dirty="0">
                <a:solidFill>
                  <a:schemeClr val="tx1"/>
                </a:solidFill>
              </a:rPr>
              <a:t>(</a:t>
            </a:r>
            <a:r>
              <a:rPr lang="en-US" altLang="ko-KR" sz="1000" b="1" dirty="0"/>
              <a:t>ver.1)</a:t>
            </a:r>
            <a:endParaRPr lang="ko-KR" altLang="en-US" sz="1000" b="1" dirty="0">
              <a:solidFill>
                <a:schemeClr val="tx1"/>
              </a:solidFill>
            </a:endParaRPr>
          </a:p>
          <a:p>
            <a:pPr latinLnBrk="1"/>
            <a:endParaRPr lang="ko-KR" altLang="en-US" sz="1000" b="1" dirty="0">
              <a:solidFill>
                <a:schemeClr val="tx1"/>
              </a:solidFill>
            </a:endParaRPr>
          </a:p>
        </p:txBody>
      </p:sp>
      <p:graphicFrame>
        <p:nvGraphicFramePr>
          <p:cNvPr id="79" name="표 78">
            <a:extLst>
              <a:ext uri="{FF2B5EF4-FFF2-40B4-BE49-F238E27FC236}">
                <a16:creationId xmlns:a16="http://schemas.microsoft.com/office/drawing/2014/main" id="{542EB9FB-D29D-2845-397F-80ED03A797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1636415"/>
              </p:ext>
            </p:extLst>
          </p:nvPr>
        </p:nvGraphicFramePr>
        <p:xfrm>
          <a:off x="8903862" y="89351"/>
          <a:ext cx="3208784" cy="30543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694">
                  <a:extLst>
                    <a:ext uri="{9D8B030D-6E8A-4147-A177-3AD203B41FA5}">
                      <a16:colId xmlns:a16="http://schemas.microsoft.com/office/drawing/2014/main" val="449230696"/>
                    </a:ext>
                  </a:extLst>
                </a:gridCol>
                <a:gridCol w="2935090">
                  <a:extLst>
                    <a:ext uri="{9D8B030D-6E8A-4147-A177-3AD203B41FA5}">
                      <a16:colId xmlns:a16="http://schemas.microsoft.com/office/drawing/2014/main" val="934294675"/>
                    </a:ext>
                  </a:extLst>
                </a:gridCol>
              </a:tblGrid>
              <a:tr h="323687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0687550"/>
                  </a:ext>
                </a:extLst>
              </a:tr>
              <a:tr h="272123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ko-KR" altLang="en-US" sz="900" b="0" dirty="0" err="1"/>
                        <a:t>전담팀</a:t>
                      </a:r>
                      <a:r>
                        <a:rPr lang="ko-KR" altLang="en-US" sz="900" b="0" dirty="0"/>
                        <a:t> 대표자 및 메일을 설정 할 수 있는 페이지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499294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/>
                        <a:t>1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클릭 시 </a:t>
                      </a:r>
                      <a:r>
                        <a:rPr lang="en-US" altLang="ko-KR" sz="900" dirty="0"/>
                        <a:t>1-1 </a:t>
                      </a:r>
                      <a:r>
                        <a:rPr lang="ko-KR" altLang="en-US" sz="900" dirty="0"/>
                        <a:t>영역 노출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6680531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/>
                        <a:t>2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dirty="0"/>
                        <a:t>+, -</a:t>
                      </a:r>
                      <a:r>
                        <a:rPr lang="ko-KR" altLang="en-US" sz="900" dirty="0"/>
                        <a:t> 를 통해 성인</a:t>
                      </a:r>
                      <a:r>
                        <a:rPr lang="en-US" altLang="ko-KR" sz="900" dirty="0"/>
                        <a:t>/</a:t>
                      </a:r>
                      <a:r>
                        <a:rPr lang="ko-KR" altLang="en-US" sz="900" dirty="0"/>
                        <a:t>소아</a:t>
                      </a:r>
                      <a:r>
                        <a:rPr lang="en-US" altLang="ko-KR" sz="900" dirty="0"/>
                        <a:t>/</a:t>
                      </a:r>
                      <a:r>
                        <a:rPr lang="ko-KR" altLang="en-US" sz="900" dirty="0"/>
                        <a:t>유아 인원 선택 가능하며</a:t>
                      </a:r>
                      <a:r>
                        <a:rPr lang="en-US" altLang="ko-KR" sz="900" dirty="0"/>
                        <a:t>, </a:t>
                      </a:r>
                    </a:p>
                    <a:p>
                      <a:pPr latinLnBrk="1"/>
                      <a:r>
                        <a:rPr lang="ko-KR" altLang="en-US" sz="900" dirty="0"/>
                        <a:t>필수로</a:t>
                      </a:r>
                      <a:r>
                        <a:rPr lang="en-US" altLang="ko-KR" sz="900" dirty="0"/>
                        <a:t> </a:t>
                      </a:r>
                      <a:r>
                        <a:rPr lang="ko-KR" altLang="en-US" sz="900" dirty="0"/>
                        <a:t>최소 </a:t>
                      </a:r>
                      <a:r>
                        <a:rPr lang="en-US" altLang="ko-KR" sz="900" dirty="0"/>
                        <a:t>1</a:t>
                      </a:r>
                      <a:r>
                        <a:rPr lang="ko-KR" altLang="en-US" sz="900" dirty="0"/>
                        <a:t>명 이상 선택 되어야 하므로 성인 인원 영역은 </a:t>
                      </a:r>
                      <a:r>
                        <a:rPr lang="en-US" altLang="ko-KR" sz="900" b="1" dirty="0"/>
                        <a:t>0</a:t>
                      </a:r>
                      <a:r>
                        <a:rPr lang="ko-KR" altLang="en-US" sz="900" b="1" dirty="0"/>
                        <a:t>으로 </a:t>
                      </a:r>
                      <a:r>
                        <a:rPr lang="ko-KR" altLang="en-US" sz="900" b="1" u="sng" dirty="0"/>
                        <a:t>선택 할 수 없도록 </a:t>
                      </a:r>
                      <a:r>
                        <a:rPr lang="ko-KR" altLang="en-US" sz="900" b="1" dirty="0"/>
                        <a:t>제어</a:t>
                      </a:r>
                      <a:r>
                        <a:rPr lang="ko-KR" altLang="en-US" sz="900" dirty="0"/>
                        <a:t> 필요</a:t>
                      </a:r>
                      <a:endParaRPr lang="en-US" altLang="ko-KR" sz="900" dirty="0"/>
                    </a:p>
                    <a:p>
                      <a:pPr latinLnBrk="1"/>
                      <a:r>
                        <a:rPr lang="en-US" altLang="ko-KR" sz="900" dirty="0"/>
                        <a:t>Default </a:t>
                      </a:r>
                      <a:r>
                        <a:rPr lang="ko-KR" altLang="en-US" sz="900" dirty="0"/>
                        <a:t>성인</a:t>
                      </a:r>
                      <a:r>
                        <a:rPr lang="en-US" altLang="ko-KR" sz="900" dirty="0"/>
                        <a:t>1 </a:t>
                      </a:r>
                      <a:r>
                        <a:rPr lang="ko-KR" altLang="en-US" sz="900" dirty="0"/>
                        <a:t>소아</a:t>
                      </a:r>
                      <a:r>
                        <a:rPr lang="en-US" altLang="ko-KR" sz="900" dirty="0"/>
                        <a:t>0 </a:t>
                      </a:r>
                      <a:r>
                        <a:rPr lang="ko-KR" altLang="en-US" sz="900" dirty="0"/>
                        <a:t>유아</a:t>
                      </a:r>
                      <a:r>
                        <a:rPr lang="en-US" altLang="ko-KR" sz="900" dirty="0"/>
                        <a:t>0</a:t>
                      </a:r>
                      <a:endParaRPr lang="ko-KR" altLang="en-US" sz="9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950371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/>
                        <a:t>3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/>
                        <a:t>Default </a:t>
                      </a:r>
                      <a:r>
                        <a:rPr lang="ko-KR" altLang="en-US" sz="900" b="0" dirty="0"/>
                        <a:t>일반석</a:t>
                      </a:r>
                      <a:endParaRPr lang="en-US" altLang="ko-KR" sz="900" b="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1984473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/>
                        <a:t>4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모두 입력 후 클릭 시 </a:t>
                      </a:r>
                      <a:r>
                        <a:rPr lang="en-US" altLang="ko-KR" sz="900" b="0" dirty="0"/>
                        <a:t>1</a:t>
                      </a:r>
                      <a:r>
                        <a:rPr lang="ko-KR" altLang="en-US" sz="900" b="0" dirty="0"/>
                        <a:t>번 영역에 선택 값 노출</a:t>
                      </a:r>
                      <a:endParaRPr lang="en-US" altLang="ko-KR" sz="900" b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/>
                        <a:t>Ex ) </a:t>
                      </a:r>
                      <a:r>
                        <a:rPr lang="ko-KR" altLang="en-US" sz="900" b="0" dirty="0"/>
                        <a:t>인원 </a:t>
                      </a:r>
                      <a:r>
                        <a:rPr lang="en-US" altLang="ko-KR" sz="900" b="0" dirty="0"/>
                        <a:t>2, </a:t>
                      </a:r>
                      <a:r>
                        <a:rPr lang="ko-KR" altLang="en-US" sz="900" b="0" dirty="0" err="1"/>
                        <a:t>프리미엄이코노미</a:t>
                      </a:r>
                      <a:endParaRPr lang="en-US" altLang="ko-KR" sz="900" b="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7843859"/>
                  </a:ext>
                </a:extLst>
              </a:tr>
              <a:tr h="27253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Check point</a:t>
                      </a:r>
                      <a:endParaRPr lang="ko-KR" altLang="en-US" sz="10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194342"/>
                  </a:ext>
                </a:extLst>
              </a:tr>
              <a:tr h="635909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1" u="none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9267137"/>
                  </a:ext>
                </a:extLst>
              </a:tr>
            </a:tbl>
          </a:graphicData>
        </a:graphic>
      </p:graphicFrame>
      <p:grpSp>
        <p:nvGrpSpPr>
          <p:cNvPr id="273" name="그룹 272">
            <a:extLst>
              <a:ext uri="{FF2B5EF4-FFF2-40B4-BE49-F238E27FC236}">
                <a16:creationId xmlns:a16="http://schemas.microsoft.com/office/drawing/2014/main" id="{E57E4209-6D7F-19FE-08F1-FCA2971694EC}"/>
              </a:ext>
            </a:extLst>
          </p:cNvPr>
          <p:cNvGrpSpPr/>
          <p:nvPr/>
        </p:nvGrpSpPr>
        <p:grpSpPr>
          <a:xfrm>
            <a:off x="281482" y="658704"/>
            <a:ext cx="8403442" cy="2694096"/>
            <a:chOff x="281482" y="658704"/>
            <a:chExt cx="8403442" cy="2694096"/>
          </a:xfrm>
        </p:grpSpPr>
        <p:grpSp>
          <p:nvGrpSpPr>
            <p:cNvPr id="101" name="그룹 100">
              <a:extLst>
                <a:ext uri="{FF2B5EF4-FFF2-40B4-BE49-F238E27FC236}">
                  <a16:creationId xmlns:a16="http://schemas.microsoft.com/office/drawing/2014/main" id="{8AB686A3-6819-F234-147C-80E66082FB9C}"/>
                </a:ext>
              </a:extLst>
            </p:cNvPr>
            <p:cNvGrpSpPr/>
            <p:nvPr/>
          </p:nvGrpSpPr>
          <p:grpSpPr>
            <a:xfrm>
              <a:off x="395415" y="1502938"/>
              <a:ext cx="8155462" cy="1849862"/>
              <a:chOff x="395415" y="1502938"/>
              <a:chExt cx="8155462" cy="1849862"/>
            </a:xfrm>
          </p:grpSpPr>
          <p:cxnSp>
            <p:nvCxnSpPr>
              <p:cNvPr id="4" name="직선 연결선 3">
                <a:extLst>
                  <a:ext uri="{FF2B5EF4-FFF2-40B4-BE49-F238E27FC236}">
                    <a16:creationId xmlns:a16="http://schemas.microsoft.com/office/drawing/2014/main" id="{5FAD79F5-D30C-8FA5-444B-B7D22745BFE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41362" y="2479912"/>
                <a:ext cx="0" cy="263205"/>
              </a:xfrm>
              <a:prstGeom prst="line">
                <a:avLst/>
              </a:prstGeom>
              <a:ln w="9525"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63D665F6-515E-1F7F-59E4-F99792FF01E0}"/>
                  </a:ext>
                </a:extLst>
              </p:cNvPr>
              <p:cNvSpPr/>
              <p:nvPr/>
            </p:nvSpPr>
            <p:spPr>
              <a:xfrm>
                <a:off x="395417" y="1787611"/>
                <a:ext cx="8155460" cy="1565189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47562B62-4D50-2385-E166-3A8BDBD35B17}"/>
                  </a:ext>
                </a:extLst>
              </p:cNvPr>
              <p:cNvSpPr/>
              <p:nvPr/>
            </p:nvSpPr>
            <p:spPr>
              <a:xfrm>
                <a:off x="526700" y="3006842"/>
                <a:ext cx="540000" cy="180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>
                    <a:solidFill>
                      <a:schemeClr val="tx1"/>
                    </a:solidFill>
                  </a:rPr>
                  <a:t>출장자</a:t>
                </a:r>
              </a:p>
            </p:txBody>
          </p:sp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7C360134-A780-A050-D97E-173D5B27D7C0}"/>
                  </a:ext>
                </a:extLst>
              </p:cNvPr>
              <p:cNvSpPr/>
              <p:nvPr/>
            </p:nvSpPr>
            <p:spPr>
              <a:xfrm>
                <a:off x="7248542" y="2362206"/>
                <a:ext cx="1080000" cy="50400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>
                    <a:solidFill>
                      <a:schemeClr val="bg1"/>
                    </a:solidFill>
                  </a:rPr>
                  <a:t>검색</a:t>
                </a:r>
              </a:p>
            </p:txBody>
          </p:sp>
          <p:grpSp>
            <p:nvGrpSpPr>
              <p:cNvPr id="12" name="그룹 11">
                <a:extLst>
                  <a:ext uri="{FF2B5EF4-FFF2-40B4-BE49-F238E27FC236}">
                    <a16:creationId xmlns:a16="http://schemas.microsoft.com/office/drawing/2014/main" id="{08DF98E8-2877-B299-52E8-8E19216DEA27}"/>
                  </a:ext>
                </a:extLst>
              </p:cNvPr>
              <p:cNvGrpSpPr/>
              <p:nvPr/>
            </p:nvGrpSpPr>
            <p:grpSpPr>
              <a:xfrm>
                <a:off x="527220" y="2034332"/>
                <a:ext cx="1383795" cy="180613"/>
                <a:chOff x="527220" y="2034332"/>
                <a:chExt cx="1383795" cy="180613"/>
              </a:xfrm>
            </p:grpSpPr>
            <p:grpSp>
              <p:nvGrpSpPr>
                <p:cNvPr id="28" name="그룹 27">
                  <a:extLst>
                    <a:ext uri="{FF2B5EF4-FFF2-40B4-BE49-F238E27FC236}">
                      <a16:creationId xmlns:a16="http://schemas.microsoft.com/office/drawing/2014/main" id="{B338644B-15EB-E025-26A6-38274DF1A33E}"/>
                    </a:ext>
                  </a:extLst>
                </p:cNvPr>
                <p:cNvGrpSpPr/>
                <p:nvPr/>
              </p:nvGrpSpPr>
              <p:grpSpPr>
                <a:xfrm>
                  <a:off x="527220" y="2034332"/>
                  <a:ext cx="390676" cy="180613"/>
                  <a:chOff x="601362" y="2034332"/>
                  <a:chExt cx="390676" cy="180613"/>
                </a:xfrm>
              </p:grpSpPr>
              <p:sp>
                <p:nvSpPr>
                  <p:cNvPr id="31" name="직사각형 30">
                    <a:extLst>
                      <a:ext uri="{FF2B5EF4-FFF2-40B4-BE49-F238E27FC236}">
                        <a16:creationId xmlns:a16="http://schemas.microsoft.com/office/drawing/2014/main" id="{1E3B7BBA-986E-B4EC-AF0F-C9D2FE4DFD7A}"/>
                      </a:ext>
                    </a:extLst>
                  </p:cNvPr>
                  <p:cNvSpPr/>
                  <p:nvPr/>
                </p:nvSpPr>
                <p:spPr>
                  <a:xfrm>
                    <a:off x="601362" y="2034332"/>
                    <a:ext cx="390676" cy="1800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800" dirty="0">
                        <a:solidFill>
                          <a:schemeClr val="tx1"/>
                        </a:solidFill>
                      </a:rPr>
                      <a:t>왕복</a:t>
                    </a:r>
                  </a:p>
                </p:txBody>
              </p:sp>
              <p:cxnSp>
                <p:nvCxnSpPr>
                  <p:cNvPr id="32" name="직선 연결선 31">
                    <a:extLst>
                      <a:ext uri="{FF2B5EF4-FFF2-40B4-BE49-F238E27FC236}">
                        <a16:creationId xmlns:a16="http://schemas.microsoft.com/office/drawing/2014/main" id="{3C5EBF7E-C0E4-E6E4-EA0B-12F24DFFA93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81210" y="2214945"/>
                    <a:ext cx="230981" cy="0"/>
                  </a:xfrm>
                  <a:prstGeom prst="line">
                    <a:avLst/>
                  </a:prstGeom>
                  <a:ln w="9525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9" name="직사각형 28">
                  <a:extLst>
                    <a:ext uri="{FF2B5EF4-FFF2-40B4-BE49-F238E27FC236}">
                      <a16:creationId xmlns:a16="http://schemas.microsoft.com/office/drawing/2014/main" id="{60B9FCDA-C681-3279-E6F8-2F00A7257029}"/>
                    </a:ext>
                  </a:extLst>
                </p:cNvPr>
                <p:cNvSpPr/>
                <p:nvPr/>
              </p:nvSpPr>
              <p:spPr>
                <a:xfrm>
                  <a:off x="985835" y="2034332"/>
                  <a:ext cx="390676" cy="180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 dirty="0">
                      <a:solidFill>
                        <a:schemeClr val="bg1">
                          <a:lumMod val="50000"/>
                        </a:schemeClr>
                      </a:solidFill>
                    </a:rPr>
                    <a:t>편도</a:t>
                  </a:r>
                </a:p>
              </p:txBody>
            </p:sp>
            <p:sp>
              <p:nvSpPr>
                <p:cNvPr id="30" name="직사각형 29">
                  <a:extLst>
                    <a:ext uri="{FF2B5EF4-FFF2-40B4-BE49-F238E27FC236}">
                      <a16:creationId xmlns:a16="http://schemas.microsoft.com/office/drawing/2014/main" id="{77C52130-940A-5FE0-8EDC-4BD22812E92B}"/>
                    </a:ext>
                  </a:extLst>
                </p:cNvPr>
                <p:cNvSpPr/>
                <p:nvPr/>
              </p:nvSpPr>
              <p:spPr>
                <a:xfrm>
                  <a:off x="1370307" y="2034332"/>
                  <a:ext cx="540708" cy="180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 dirty="0" err="1">
                      <a:solidFill>
                        <a:schemeClr val="bg1">
                          <a:lumMod val="50000"/>
                        </a:schemeClr>
                      </a:solidFill>
                    </a:rPr>
                    <a:t>다구간</a:t>
                  </a:r>
                  <a:endParaRPr lang="ko-KR" altLang="en-US" sz="800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p:grpSp>
          <p:grpSp>
            <p:nvGrpSpPr>
              <p:cNvPr id="13" name="그룹 12">
                <a:extLst>
                  <a:ext uri="{FF2B5EF4-FFF2-40B4-BE49-F238E27FC236}">
                    <a16:creationId xmlns:a16="http://schemas.microsoft.com/office/drawing/2014/main" id="{33D5AD40-66F5-EE46-B1CB-40DC060E5D5E}"/>
                  </a:ext>
                </a:extLst>
              </p:cNvPr>
              <p:cNvGrpSpPr/>
              <p:nvPr/>
            </p:nvGrpSpPr>
            <p:grpSpPr>
              <a:xfrm>
                <a:off x="2335411" y="2026507"/>
                <a:ext cx="832987" cy="180000"/>
                <a:chOff x="2335411" y="2026507"/>
                <a:chExt cx="832987" cy="180000"/>
              </a:xfrm>
            </p:grpSpPr>
            <p:sp>
              <p:nvSpPr>
                <p:cNvPr id="26" name="직사각형 25">
                  <a:extLst>
                    <a:ext uri="{FF2B5EF4-FFF2-40B4-BE49-F238E27FC236}">
                      <a16:creationId xmlns:a16="http://schemas.microsoft.com/office/drawing/2014/main" id="{9590493C-9101-5668-8974-63CB8B11731A}"/>
                    </a:ext>
                  </a:extLst>
                </p:cNvPr>
                <p:cNvSpPr/>
                <p:nvPr/>
              </p:nvSpPr>
              <p:spPr>
                <a:xfrm>
                  <a:off x="2393248" y="2026507"/>
                  <a:ext cx="775150" cy="180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 dirty="0">
                      <a:solidFill>
                        <a:schemeClr val="tx1"/>
                      </a:solidFill>
                    </a:rPr>
                    <a:t>직항만 검색</a:t>
                  </a:r>
                </a:p>
              </p:txBody>
            </p:sp>
            <p:sp>
              <p:nvSpPr>
                <p:cNvPr id="27" name="직사각형 26">
                  <a:extLst>
                    <a:ext uri="{FF2B5EF4-FFF2-40B4-BE49-F238E27FC236}">
                      <a16:creationId xmlns:a16="http://schemas.microsoft.com/office/drawing/2014/main" id="{CD0B5A13-FAF5-093F-E473-D5E005E544F1}"/>
                    </a:ext>
                  </a:extLst>
                </p:cNvPr>
                <p:cNvSpPr/>
                <p:nvPr/>
              </p:nvSpPr>
              <p:spPr>
                <a:xfrm>
                  <a:off x="2335411" y="2058842"/>
                  <a:ext cx="115330" cy="11533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accent6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15" name="직사각형 14">
                <a:extLst>
                  <a:ext uri="{FF2B5EF4-FFF2-40B4-BE49-F238E27FC236}">
                    <a16:creationId xmlns:a16="http://schemas.microsoft.com/office/drawing/2014/main" id="{121F71CA-4D52-8225-2105-865584F3CF94}"/>
                  </a:ext>
                </a:extLst>
              </p:cNvPr>
              <p:cNvSpPr/>
              <p:nvPr/>
            </p:nvSpPr>
            <p:spPr>
              <a:xfrm>
                <a:off x="601362" y="2365392"/>
                <a:ext cx="6480000" cy="504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grpSp>
            <p:nvGrpSpPr>
              <p:cNvPr id="16" name="그룹 15">
                <a:extLst>
                  <a:ext uri="{FF2B5EF4-FFF2-40B4-BE49-F238E27FC236}">
                    <a16:creationId xmlns:a16="http://schemas.microsoft.com/office/drawing/2014/main" id="{177C49A2-472E-B839-BB4F-4B21D084FA25}"/>
                  </a:ext>
                </a:extLst>
              </p:cNvPr>
              <p:cNvGrpSpPr/>
              <p:nvPr/>
            </p:nvGrpSpPr>
            <p:grpSpPr>
              <a:xfrm>
                <a:off x="869155" y="2487152"/>
                <a:ext cx="2658079" cy="248804"/>
                <a:chOff x="869155" y="2487152"/>
                <a:chExt cx="2658079" cy="248804"/>
              </a:xfrm>
            </p:grpSpPr>
            <p:sp>
              <p:nvSpPr>
                <p:cNvPr id="21" name="직사각형 20">
                  <a:extLst>
                    <a:ext uri="{FF2B5EF4-FFF2-40B4-BE49-F238E27FC236}">
                      <a16:creationId xmlns:a16="http://schemas.microsoft.com/office/drawing/2014/main" id="{1F1DE2C1-E3F4-6202-A4B7-14DF5D2CA69C}"/>
                    </a:ext>
                  </a:extLst>
                </p:cNvPr>
                <p:cNvSpPr/>
                <p:nvPr/>
              </p:nvSpPr>
              <p:spPr>
                <a:xfrm>
                  <a:off x="869155" y="2524206"/>
                  <a:ext cx="944880" cy="18000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 dirty="0">
                      <a:solidFill>
                        <a:schemeClr val="tx1"/>
                      </a:solidFill>
                    </a:rPr>
                    <a:t>서울</a:t>
                  </a:r>
                  <a:r>
                    <a:rPr lang="en-US" altLang="ko-KR" sz="800" dirty="0">
                      <a:solidFill>
                        <a:schemeClr val="tx1"/>
                      </a:solidFill>
                    </a:rPr>
                    <a:t>/</a:t>
                  </a:r>
                  <a:r>
                    <a:rPr lang="ko-KR" altLang="en-US" sz="800" dirty="0">
                      <a:solidFill>
                        <a:schemeClr val="tx1"/>
                      </a:solidFill>
                    </a:rPr>
                    <a:t>인천</a:t>
                  </a:r>
                  <a:r>
                    <a:rPr lang="en-US" altLang="ko-KR" sz="800" dirty="0">
                      <a:solidFill>
                        <a:schemeClr val="tx1"/>
                      </a:solidFill>
                    </a:rPr>
                    <a:t>(ICN)</a:t>
                  </a:r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22" name="그룹 21">
                  <a:extLst>
                    <a:ext uri="{FF2B5EF4-FFF2-40B4-BE49-F238E27FC236}">
                      <a16:creationId xmlns:a16="http://schemas.microsoft.com/office/drawing/2014/main" id="{D8A88413-F4D9-13F0-8BA1-DD99E2A89FE9}"/>
                    </a:ext>
                  </a:extLst>
                </p:cNvPr>
                <p:cNvGrpSpPr/>
                <p:nvPr/>
              </p:nvGrpSpPr>
              <p:grpSpPr>
                <a:xfrm>
                  <a:off x="1721548" y="2487152"/>
                  <a:ext cx="944880" cy="248804"/>
                  <a:chOff x="1911015" y="2455402"/>
                  <a:chExt cx="944880" cy="248804"/>
                </a:xfrm>
              </p:grpSpPr>
              <p:sp>
                <p:nvSpPr>
                  <p:cNvPr id="24" name="직사각형 23">
                    <a:extLst>
                      <a:ext uri="{FF2B5EF4-FFF2-40B4-BE49-F238E27FC236}">
                        <a16:creationId xmlns:a16="http://schemas.microsoft.com/office/drawing/2014/main" id="{C6231D8D-3B16-8156-F020-ADCF1E6E2B65}"/>
                      </a:ext>
                    </a:extLst>
                  </p:cNvPr>
                  <p:cNvSpPr/>
                  <p:nvPr/>
                </p:nvSpPr>
                <p:spPr>
                  <a:xfrm>
                    <a:off x="1911015" y="2524206"/>
                    <a:ext cx="944880" cy="1800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800" dirty="0">
                        <a:solidFill>
                          <a:schemeClr val="tx1"/>
                        </a:solidFill>
                      </a:rPr>
                      <a:t>←</a:t>
                    </a:r>
                  </a:p>
                </p:txBody>
              </p:sp>
              <p:sp>
                <p:nvSpPr>
                  <p:cNvPr id="25" name="직사각형 24">
                    <a:extLst>
                      <a:ext uri="{FF2B5EF4-FFF2-40B4-BE49-F238E27FC236}">
                        <a16:creationId xmlns:a16="http://schemas.microsoft.com/office/drawing/2014/main" id="{70B216CE-78D8-DF9F-5102-10BDA13D0382}"/>
                      </a:ext>
                    </a:extLst>
                  </p:cNvPr>
                  <p:cNvSpPr/>
                  <p:nvPr/>
                </p:nvSpPr>
                <p:spPr>
                  <a:xfrm>
                    <a:off x="1911015" y="2455402"/>
                    <a:ext cx="944880" cy="1800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800" dirty="0">
                        <a:solidFill>
                          <a:schemeClr val="tx1"/>
                        </a:solidFill>
                      </a:rPr>
                      <a:t>→</a:t>
                    </a:r>
                  </a:p>
                </p:txBody>
              </p:sp>
            </p:grpSp>
            <p:sp>
              <p:nvSpPr>
                <p:cNvPr id="23" name="직사각형 22">
                  <a:extLst>
                    <a:ext uri="{FF2B5EF4-FFF2-40B4-BE49-F238E27FC236}">
                      <a16:creationId xmlns:a16="http://schemas.microsoft.com/office/drawing/2014/main" id="{63ADF89B-9D63-88E7-21DA-9CA99EB7BE74}"/>
                    </a:ext>
                  </a:extLst>
                </p:cNvPr>
                <p:cNvSpPr/>
                <p:nvPr/>
              </p:nvSpPr>
              <p:spPr>
                <a:xfrm>
                  <a:off x="2582354" y="2524206"/>
                  <a:ext cx="944880" cy="18000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 dirty="0">
                      <a:solidFill>
                        <a:schemeClr val="bg2">
                          <a:lumMod val="50000"/>
                        </a:schemeClr>
                      </a:solidFill>
                    </a:rPr>
                    <a:t>도착지</a:t>
                  </a:r>
                </a:p>
              </p:txBody>
            </p:sp>
          </p:grpSp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309D7F91-D38C-FEC7-7A17-BDCD61092057}"/>
                  </a:ext>
                </a:extLst>
              </p:cNvPr>
              <p:cNvSpPr/>
              <p:nvPr/>
            </p:nvSpPr>
            <p:spPr>
              <a:xfrm>
                <a:off x="4177014" y="2524206"/>
                <a:ext cx="94488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>
                    <a:solidFill>
                      <a:schemeClr val="bg2">
                        <a:lumMod val="50000"/>
                      </a:schemeClr>
                    </a:solidFill>
                  </a:rPr>
                  <a:t>여행일정</a:t>
                </a:r>
              </a:p>
            </p:txBody>
          </p:sp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0AACC25C-BFD9-C2F8-CEF0-697480BE3E63}"/>
                  </a:ext>
                </a:extLst>
              </p:cNvPr>
              <p:cNvSpPr/>
              <p:nvPr/>
            </p:nvSpPr>
            <p:spPr>
              <a:xfrm>
                <a:off x="5797013" y="2524206"/>
                <a:ext cx="94488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>
                    <a:solidFill>
                      <a:schemeClr val="tx1"/>
                    </a:solidFill>
                  </a:rPr>
                  <a:t>인원 </a:t>
                </a:r>
                <a:r>
                  <a:rPr lang="en-US" altLang="ko-KR" sz="800" dirty="0">
                    <a:solidFill>
                      <a:schemeClr val="tx1"/>
                    </a:solidFill>
                  </a:rPr>
                  <a:t>1 · </a:t>
                </a:r>
                <a:r>
                  <a:rPr lang="ko-KR" altLang="en-US" sz="800" dirty="0">
                    <a:solidFill>
                      <a:schemeClr val="tx1"/>
                    </a:solidFill>
                  </a:rPr>
                  <a:t>일반석</a:t>
                </a:r>
              </a:p>
            </p:txBody>
          </p:sp>
          <p:cxnSp>
            <p:nvCxnSpPr>
              <p:cNvPr id="19" name="직선 연결선 18">
                <a:extLst>
                  <a:ext uri="{FF2B5EF4-FFF2-40B4-BE49-F238E27FC236}">
                    <a16:creationId xmlns:a16="http://schemas.microsoft.com/office/drawing/2014/main" id="{ACD44695-A3DC-7D43-194F-457FC462A72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57545" y="2487698"/>
                <a:ext cx="0" cy="263205"/>
              </a:xfrm>
              <a:prstGeom prst="line">
                <a:avLst/>
              </a:prstGeom>
              <a:ln w="9525"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0" name="직선 연결선 19">
                <a:extLst>
                  <a:ext uri="{FF2B5EF4-FFF2-40B4-BE49-F238E27FC236}">
                    <a16:creationId xmlns:a16="http://schemas.microsoft.com/office/drawing/2014/main" id="{EE4E14E9-8A08-92FA-1BEE-37E2D90B5E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41362" y="2485790"/>
                <a:ext cx="0" cy="263205"/>
              </a:xfrm>
              <a:prstGeom prst="line">
                <a:avLst/>
              </a:prstGeom>
              <a:ln w="9525"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49" name="그룹 48">
                <a:extLst>
                  <a:ext uri="{FF2B5EF4-FFF2-40B4-BE49-F238E27FC236}">
                    <a16:creationId xmlns:a16="http://schemas.microsoft.com/office/drawing/2014/main" id="{4F1DBD94-1CFC-DAF1-A635-293A95654C56}"/>
                  </a:ext>
                </a:extLst>
              </p:cNvPr>
              <p:cNvGrpSpPr/>
              <p:nvPr/>
            </p:nvGrpSpPr>
            <p:grpSpPr>
              <a:xfrm>
                <a:off x="395415" y="1502938"/>
                <a:ext cx="4697636" cy="288000"/>
                <a:chOff x="395415" y="1502938"/>
                <a:chExt cx="4697636" cy="288000"/>
              </a:xfrm>
            </p:grpSpPr>
            <p:sp>
              <p:nvSpPr>
                <p:cNvPr id="50" name="직사각형 49">
                  <a:extLst>
                    <a:ext uri="{FF2B5EF4-FFF2-40B4-BE49-F238E27FC236}">
                      <a16:creationId xmlns:a16="http://schemas.microsoft.com/office/drawing/2014/main" id="{D506BF5D-D19A-22F5-A395-572A4C201126}"/>
                    </a:ext>
                  </a:extLst>
                </p:cNvPr>
                <p:cNvSpPr/>
                <p:nvPr/>
              </p:nvSpPr>
              <p:spPr>
                <a:xfrm>
                  <a:off x="395415" y="1502938"/>
                  <a:ext cx="1566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accent6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00" dirty="0">
                      <a:solidFill>
                        <a:schemeClr val="tx1"/>
                      </a:solidFill>
                    </a:rPr>
                    <a:t>국제선</a:t>
                  </a:r>
                </a:p>
              </p:txBody>
            </p:sp>
            <p:sp>
              <p:nvSpPr>
                <p:cNvPr id="51" name="직사각형 50">
                  <a:extLst>
                    <a:ext uri="{FF2B5EF4-FFF2-40B4-BE49-F238E27FC236}">
                      <a16:creationId xmlns:a16="http://schemas.microsoft.com/office/drawing/2014/main" id="{2E2574B5-29E4-3E34-C15F-29D9A06FDDD3}"/>
                    </a:ext>
                  </a:extLst>
                </p:cNvPr>
                <p:cNvSpPr/>
                <p:nvPr/>
              </p:nvSpPr>
              <p:spPr>
                <a:xfrm>
                  <a:off x="3527051" y="1502938"/>
                  <a:ext cx="1566000" cy="288000"/>
                </a:xfrm>
                <a:prstGeom prst="rect">
                  <a:avLst/>
                </a:prstGeom>
                <a:solidFill>
                  <a:schemeClr val="bg2">
                    <a:lumMod val="50000"/>
                  </a:schemeClr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accent6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00" dirty="0">
                      <a:solidFill>
                        <a:schemeClr val="bg1"/>
                      </a:solidFill>
                    </a:rPr>
                    <a:t>예약내역</a:t>
                  </a:r>
                </a:p>
              </p:txBody>
            </p:sp>
            <p:sp>
              <p:nvSpPr>
                <p:cNvPr id="52" name="직사각형 51">
                  <a:extLst>
                    <a:ext uri="{FF2B5EF4-FFF2-40B4-BE49-F238E27FC236}">
                      <a16:creationId xmlns:a16="http://schemas.microsoft.com/office/drawing/2014/main" id="{81E78D68-8A21-71A0-DCCD-5A3AC340E90C}"/>
                    </a:ext>
                  </a:extLst>
                </p:cNvPr>
                <p:cNvSpPr/>
                <p:nvPr/>
              </p:nvSpPr>
              <p:spPr>
                <a:xfrm>
                  <a:off x="1961234" y="1502938"/>
                  <a:ext cx="1566000" cy="288000"/>
                </a:xfrm>
                <a:prstGeom prst="rect">
                  <a:avLst/>
                </a:prstGeom>
                <a:solidFill>
                  <a:schemeClr val="bg2">
                    <a:lumMod val="50000"/>
                  </a:schemeClr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accent6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00" dirty="0">
                      <a:solidFill>
                        <a:schemeClr val="bg1"/>
                      </a:solidFill>
                    </a:rPr>
                    <a:t>국내선</a:t>
                  </a:r>
                </a:p>
              </p:txBody>
            </p:sp>
          </p:grpSp>
          <p:sp>
            <p:nvSpPr>
              <p:cNvPr id="98" name="직사각형 97">
                <a:extLst>
                  <a:ext uri="{FF2B5EF4-FFF2-40B4-BE49-F238E27FC236}">
                    <a16:creationId xmlns:a16="http://schemas.microsoft.com/office/drawing/2014/main" id="{66B5FBB2-E501-EB82-CAE6-2C8DFC6A0707}"/>
                  </a:ext>
                </a:extLst>
              </p:cNvPr>
              <p:cNvSpPr/>
              <p:nvPr/>
            </p:nvSpPr>
            <p:spPr>
              <a:xfrm>
                <a:off x="1136661" y="3005020"/>
                <a:ext cx="504000" cy="180000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>
                    <a:solidFill>
                      <a:schemeClr val="tx1"/>
                    </a:solidFill>
                  </a:rPr>
                  <a:t>홍길동</a:t>
                </a:r>
              </a:p>
            </p:txBody>
          </p:sp>
        </p:grp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5CA00B4-0D31-E626-8D87-7F74C2022352}"/>
                </a:ext>
              </a:extLst>
            </p:cNvPr>
            <p:cNvSpPr/>
            <p:nvPr/>
          </p:nvSpPr>
          <p:spPr>
            <a:xfrm>
              <a:off x="281482" y="658704"/>
              <a:ext cx="896814" cy="46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</a:rPr>
                <a:t>SM C&amp;C</a:t>
              </a:r>
              <a:endParaRPr lang="ko-KR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5DBD510-4088-A0D5-4DBB-BD8C920FB66F}"/>
                </a:ext>
              </a:extLst>
            </p:cNvPr>
            <p:cNvSpPr/>
            <p:nvPr/>
          </p:nvSpPr>
          <p:spPr>
            <a:xfrm>
              <a:off x="1354203" y="658704"/>
              <a:ext cx="5705004" cy="46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b="1" dirty="0">
                  <a:ln w="0"/>
                  <a:solidFill>
                    <a:schemeClr val="tx1"/>
                  </a:solidFill>
                </a:rPr>
                <a:t>항공</a:t>
              </a:r>
              <a:r>
                <a:rPr lang="en-US" altLang="ko-KR" sz="1200" dirty="0">
                  <a:ln w="0"/>
                  <a:solidFill>
                    <a:schemeClr val="tx1"/>
                  </a:solidFill>
                </a:rPr>
                <a:t>	</a:t>
              </a:r>
              <a:r>
                <a:rPr lang="ko-KR" altLang="en-US" sz="1200" dirty="0">
                  <a:ln w="0"/>
                  <a:solidFill>
                    <a:schemeClr val="tx1"/>
                  </a:solidFill>
                </a:rPr>
                <a:t>호텔</a:t>
              </a:r>
              <a:r>
                <a:rPr lang="en-US" altLang="ko-KR" sz="1200" dirty="0">
                  <a:ln w="0"/>
                  <a:solidFill>
                    <a:schemeClr val="tx1"/>
                  </a:solidFill>
                </a:rPr>
                <a:t>	</a:t>
              </a:r>
              <a:r>
                <a:rPr lang="ko-KR" altLang="en-US" sz="1200" dirty="0">
                  <a:ln w="0"/>
                  <a:solidFill>
                    <a:schemeClr val="tx1"/>
                  </a:solidFill>
                </a:rPr>
                <a:t>요청</a:t>
              </a:r>
              <a:endParaRPr lang="ko-KR" altLang="en-US" sz="1200" dirty="0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2DD71969-08C0-4342-32DD-FA3AE22169FF}"/>
                </a:ext>
              </a:extLst>
            </p:cNvPr>
            <p:cNvSpPr/>
            <p:nvPr/>
          </p:nvSpPr>
          <p:spPr>
            <a:xfrm>
              <a:off x="7235113" y="658704"/>
              <a:ext cx="1449811" cy="46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ln w="0"/>
                  <a:solidFill>
                    <a:schemeClr val="tx1"/>
                  </a:solidFill>
                </a:rPr>
                <a:t>마이페이지</a:t>
              </a:r>
              <a:r>
                <a:rPr lang="en-US" altLang="ko-KR" sz="1000" dirty="0">
                  <a:ln w="0"/>
                  <a:solidFill>
                    <a:schemeClr val="tx1"/>
                  </a:solidFill>
                </a:rPr>
                <a:t> </a:t>
              </a:r>
              <a:r>
                <a:rPr lang="ko-KR" altLang="en-US" sz="1000" dirty="0">
                  <a:ln w="0"/>
                  <a:solidFill>
                    <a:schemeClr val="tx1"/>
                  </a:solidFill>
                </a:rPr>
                <a:t>로그아웃</a:t>
              </a:r>
              <a:endParaRPr lang="ko-KR" altLang="en-US" sz="1000" dirty="0"/>
            </a:p>
          </p:txBody>
        </p: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EF57F207-52DA-2350-402D-8F196A70F774}"/>
                </a:ext>
              </a:extLst>
            </p:cNvPr>
            <p:cNvSpPr/>
            <p:nvPr/>
          </p:nvSpPr>
          <p:spPr>
            <a:xfrm>
              <a:off x="5454337" y="2374233"/>
              <a:ext cx="1623813" cy="51037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74" name="직사각형 273">
            <a:extLst>
              <a:ext uri="{FF2B5EF4-FFF2-40B4-BE49-F238E27FC236}">
                <a16:creationId xmlns:a16="http://schemas.microsoft.com/office/drawing/2014/main" id="{FAD03626-1C03-05A6-3E43-88FC526CE9CD}"/>
              </a:ext>
            </a:extLst>
          </p:cNvPr>
          <p:cNvSpPr/>
          <p:nvPr/>
        </p:nvSpPr>
        <p:spPr>
          <a:xfrm>
            <a:off x="79354" y="595817"/>
            <a:ext cx="8707394" cy="6103610"/>
          </a:xfrm>
          <a:prstGeom prst="rect">
            <a:avLst/>
          </a:prstGeom>
          <a:solidFill>
            <a:schemeClr val="tx1">
              <a:lumMod val="85000"/>
              <a:lumOff val="1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272" name="그룹 271">
            <a:extLst>
              <a:ext uri="{FF2B5EF4-FFF2-40B4-BE49-F238E27FC236}">
                <a16:creationId xmlns:a16="http://schemas.microsoft.com/office/drawing/2014/main" id="{FD41054B-F96C-4D69-1A9A-CA9D106A671A}"/>
              </a:ext>
            </a:extLst>
          </p:cNvPr>
          <p:cNvGrpSpPr/>
          <p:nvPr/>
        </p:nvGrpSpPr>
        <p:grpSpPr>
          <a:xfrm>
            <a:off x="395415" y="3295411"/>
            <a:ext cx="8155460" cy="3278770"/>
            <a:chOff x="395417" y="3242680"/>
            <a:chExt cx="8155460" cy="3278770"/>
          </a:xfrm>
          <a:effectLst>
            <a:outerShdw blurRad="101600" dist="38100" dir="16200000" rotWithShape="0">
              <a:prstClr val="black">
                <a:alpha val="15000"/>
              </a:prstClr>
            </a:outerShdw>
          </a:effectLst>
        </p:grpSpPr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E9BFAF60-8CA4-5B26-CE25-BC10859DDA55}"/>
                </a:ext>
              </a:extLst>
            </p:cNvPr>
            <p:cNvSpPr/>
            <p:nvPr/>
          </p:nvSpPr>
          <p:spPr>
            <a:xfrm>
              <a:off x="395417" y="3242680"/>
              <a:ext cx="8155460" cy="327877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33DE2A6B-5B39-965E-A459-92BCEF7AF468}"/>
                </a:ext>
              </a:extLst>
            </p:cNvPr>
            <p:cNvSpPr/>
            <p:nvPr/>
          </p:nvSpPr>
          <p:spPr>
            <a:xfrm>
              <a:off x="520004" y="3406476"/>
              <a:ext cx="1201544" cy="26883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1000" b="1" dirty="0">
                  <a:solidFill>
                    <a:schemeClr val="tx1"/>
                  </a:solidFill>
                </a:rPr>
                <a:t>인원 </a:t>
              </a:r>
              <a:r>
                <a:rPr lang="en-US" altLang="ko-KR" sz="1000" b="1" dirty="0">
                  <a:solidFill>
                    <a:schemeClr val="tx1"/>
                  </a:solidFill>
                </a:rPr>
                <a:t>/ </a:t>
              </a:r>
              <a:r>
                <a:rPr lang="ko-KR" altLang="en-US" sz="1000" b="1" dirty="0">
                  <a:solidFill>
                    <a:schemeClr val="tx1"/>
                  </a:solidFill>
                </a:rPr>
                <a:t>좌석 선택</a:t>
              </a:r>
            </a:p>
          </p:txBody>
        </p:sp>
        <p:grpSp>
          <p:nvGrpSpPr>
            <p:cNvPr id="62" name="그룹 61">
              <a:extLst>
                <a:ext uri="{FF2B5EF4-FFF2-40B4-BE49-F238E27FC236}">
                  <a16:creationId xmlns:a16="http://schemas.microsoft.com/office/drawing/2014/main" id="{E7EC6BF3-9A3A-38DD-BF92-32C7132594D4}"/>
                </a:ext>
              </a:extLst>
            </p:cNvPr>
            <p:cNvGrpSpPr/>
            <p:nvPr/>
          </p:nvGrpSpPr>
          <p:grpSpPr>
            <a:xfrm>
              <a:off x="8225984" y="3486891"/>
              <a:ext cx="108000" cy="108000"/>
              <a:chOff x="5869251" y="3186842"/>
              <a:chExt cx="160846" cy="160846"/>
            </a:xfrm>
          </p:grpSpPr>
          <p:cxnSp>
            <p:nvCxnSpPr>
              <p:cNvPr id="96" name="직선 연결선 95">
                <a:extLst>
                  <a:ext uri="{FF2B5EF4-FFF2-40B4-BE49-F238E27FC236}">
                    <a16:creationId xmlns:a16="http://schemas.microsoft.com/office/drawing/2014/main" id="{B37346CB-62A4-43D8-35CD-B1CB27FE3F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69251" y="3186842"/>
                <a:ext cx="160846" cy="160846"/>
              </a:xfrm>
              <a:prstGeom prst="line">
                <a:avLst/>
              </a:prstGeom>
              <a:ln w="9525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7" name="직선 연결선 96">
                <a:extLst>
                  <a:ext uri="{FF2B5EF4-FFF2-40B4-BE49-F238E27FC236}">
                    <a16:creationId xmlns:a16="http://schemas.microsoft.com/office/drawing/2014/main" id="{C5A7BB94-6E5E-6B34-452B-3E40580CB22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869251" y="3186842"/>
                <a:ext cx="160846" cy="160846"/>
              </a:xfrm>
              <a:prstGeom prst="line">
                <a:avLst/>
              </a:prstGeom>
              <a:ln w="9525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110" name="직사각형 109">
              <a:extLst>
                <a:ext uri="{FF2B5EF4-FFF2-40B4-BE49-F238E27FC236}">
                  <a16:creationId xmlns:a16="http://schemas.microsoft.com/office/drawing/2014/main" id="{C09E9A91-18EC-80F3-95B4-321CE3D34C00}"/>
                </a:ext>
              </a:extLst>
            </p:cNvPr>
            <p:cNvSpPr/>
            <p:nvPr/>
          </p:nvSpPr>
          <p:spPr>
            <a:xfrm>
              <a:off x="3843147" y="5991125"/>
              <a:ext cx="1260000" cy="352518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b="1" dirty="0"/>
                <a:t>선택완료</a:t>
              </a:r>
            </a:p>
          </p:txBody>
        </p:sp>
        <p:sp>
          <p:nvSpPr>
            <p:cNvPr id="124" name="직사각형 123">
              <a:extLst>
                <a:ext uri="{FF2B5EF4-FFF2-40B4-BE49-F238E27FC236}">
                  <a16:creationId xmlns:a16="http://schemas.microsoft.com/office/drawing/2014/main" id="{FE3A1519-67E9-B8BA-FC8B-53AF3752518E}"/>
                </a:ext>
              </a:extLst>
            </p:cNvPr>
            <p:cNvSpPr/>
            <p:nvPr/>
          </p:nvSpPr>
          <p:spPr>
            <a:xfrm>
              <a:off x="601362" y="5265558"/>
              <a:ext cx="7739531" cy="55349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800" dirty="0">
                  <a:solidFill>
                    <a:schemeClr val="bg2">
                      <a:lumMod val="25000"/>
                    </a:schemeClr>
                  </a:solidFill>
                </a:rPr>
                <a:t>※ </a:t>
              </a:r>
              <a:r>
                <a:rPr lang="ko-KR" altLang="en-US" sz="800" dirty="0">
                  <a:solidFill>
                    <a:schemeClr val="bg2">
                      <a:lumMod val="25000"/>
                    </a:schemeClr>
                  </a:solidFill>
                </a:rPr>
                <a:t>나이는 탑승일 기준</a:t>
              </a:r>
              <a:r>
                <a:rPr lang="en-US" altLang="ko-KR" sz="800" dirty="0">
                  <a:solidFill>
                    <a:schemeClr val="bg2">
                      <a:lumMod val="25000"/>
                    </a:schemeClr>
                  </a:solidFill>
                </a:rPr>
                <a:t> (</a:t>
              </a:r>
              <a:r>
                <a:rPr lang="ko-KR" altLang="en-US" sz="800" dirty="0">
                  <a:solidFill>
                    <a:schemeClr val="bg2">
                      <a:lumMod val="25000"/>
                    </a:schemeClr>
                  </a:solidFill>
                </a:rPr>
                <a:t>왕복은 최초 탑승일 기준</a:t>
              </a:r>
              <a:r>
                <a:rPr lang="en-US" altLang="ko-KR" sz="800" dirty="0">
                  <a:solidFill>
                    <a:schemeClr val="bg2">
                      <a:lumMod val="25000"/>
                    </a:schemeClr>
                  </a:solidFill>
                </a:rPr>
                <a:t>)</a:t>
              </a:r>
            </a:p>
            <a:p>
              <a:r>
                <a:rPr lang="en-US" altLang="ko-KR" sz="800" dirty="0">
                  <a:solidFill>
                    <a:schemeClr val="bg2">
                      <a:lumMod val="25000"/>
                    </a:schemeClr>
                  </a:solidFill>
                </a:rPr>
                <a:t>※ </a:t>
              </a:r>
              <a:r>
                <a:rPr lang="ko-KR" altLang="en-US" sz="800" dirty="0">
                  <a:solidFill>
                    <a:schemeClr val="bg2">
                      <a:lumMod val="25000"/>
                    </a:schemeClr>
                  </a:solidFill>
                </a:rPr>
                <a:t>소아</a:t>
              </a:r>
              <a:r>
                <a:rPr lang="en-US" altLang="ko-KR" sz="800" dirty="0">
                  <a:solidFill>
                    <a:schemeClr val="bg2">
                      <a:lumMod val="25000"/>
                    </a:schemeClr>
                  </a:solidFill>
                </a:rPr>
                <a:t>, </a:t>
              </a:r>
              <a:r>
                <a:rPr lang="ko-KR" altLang="en-US" sz="800" dirty="0">
                  <a:solidFill>
                    <a:schemeClr val="bg2">
                      <a:lumMod val="25000"/>
                    </a:schemeClr>
                  </a:solidFill>
                </a:rPr>
                <a:t>유아의 경우 탑승 수속 시 생년월일 확인 가능한 서류 지참 필수</a:t>
              </a:r>
            </a:p>
          </p:txBody>
        </p:sp>
        <p:grpSp>
          <p:nvGrpSpPr>
            <p:cNvPr id="271" name="그룹 270">
              <a:extLst>
                <a:ext uri="{FF2B5EF4-FFF2-40B4-BE49-F238E27FC236}">
                  <a16:creationId xmlns:a16="http://schemas.microsoft.com/office/drawing/2014/main" id="{5DEDF669-A829-7D78-C580-00AB7236DC6B}"/>
                </a:ext>
              </a:extLst>
            </p:cNvPr>
            <p:cNvGrpSpPr/>
            <p:nvPr/>
          </p:nvGrpSpPr>
          <p:grpSpPr>
            <a:xfrm>
              <a:off x="526699" y="4137574"/>
              <a:ext cx="3852264" cy="885106"/>
              <a:chOff x="526699" y="4445668"/>
              <a:chExt cx="3852264" cy="885106"/>
            </a:xfrm>
          </p:grpSpPr>
          <p:grpSp>
            <p:nvGrpSpPr>
              <p:cNvPr id="268" name="그룹 267">
                <a:extLst>
                  <a:ext uri="{FF2B5EF4-FFF2-40B4-BE49-F238E27FC236}">
                    <a16:creationId xmlns:a16="http://schemas.microsoft.com/office/drawing/2014/main" id="{5C7B2CD6-6577-58FB-5A28-09332824CEEA}"/>
                  </a:ext>
                </a:extLst>
              </p:cNvPr>
              <p:cNvGrpSpPr/>
              <p:nvPr/>
            </p:nvGrpSpPr>
            <p:grpSpPr>
              <a:xfrm>
                <a:off x="3042516" y="4445668"/>
                <a:ext cx="1336447" cy="712518"/>
                <a:chOff x="3042516" y="4445668"/>
                <a:chExt cx="1336447" cy="712518"/>
              </a:xfrm>
            </p:grpSpPr>
            <p:sp>
              <p:nvSpPr>
                <p:cNvPr id="108" name="직사각형 107">
                  <a:extLst>
                    <a:ext uri="{FF2B5EF4-FFF2-40B4-BE49-F238E27FC236}">
                      <a16:creationId xmlns:a16="http://schemas.microsoft.com/office/drawing/2014/main" id="{356A9E95-977C-3737-7DE5-8AF3E1AEE0B3}"/>
                    </a:ext>
                  </a:extLst>
                </p:cNvPr>
                <p:cNvSpPr/>
                <p:nvPr/>
              </p:nvSpPr>
              <p:spPr>
                <a:xfrm>
                  <a:off x="3058452" y="4445668"/>
                  <a:ext cx="432000" cy="18000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ko-KR" altLang="en-US" sz="800" dirty="0">
                      <a:solidFill>
                        <a:schemeClr val="tx1"/>
                      </a:solidFill>
                    </a:rPr>
                    <a:t>유아</a:t>
                  </a:r>
                </a:p>
              </p:txBody>
            </p:sp>
            <p:grpSp>
              <p:nvGrpSpPr>
                <p:cNvPr id="267" name="그룹 266">
                  <a:extLst>
                    <a:ext uri="{FF2B5EF4-FFF2-40B4-BE49-F238E27FC236}">
                      <a16:creationId xmlns:a16="http://schemas.microsoft.com/office/drawing/2014/main" id="{70A118F1-DB2A-327E-241D-2E8A3BBB4073}"/>
                    </a:ext>
                  </a:extLst>
                </p:cNvPr>
                <p:cNvGrpSpPr/>
                <p:nvPr/>
              </p:nvGrpSpPr>
              <p:grpSpPr>
                <a:xfrm>
                  <a:off x="3123146" y="4672354"/>
                  <a:ext cx="1152000" cy="288000"/>
                  <a:chOff x="3123146" y="4672354"/>
                  <a:chExt cx="1152000" cy="288000"/>
                </a:xfrm>
              </p:grpSpPr>
              <p:grpSp>
                <p:nvGrpSpPr>
                  <p:cNvPr id="215" name="그룹 214">
                    <a:extLst>
                      <a:ext uri="{FF2B5EF4-FFF2-40B4-BE49-F238E27FC236}">
                        <a16:creationId xmlns:a16="http://schemas.microsoft.com/office/drawing/2014/main" id="{3A1824A0-E81E-5F5F-9D5D-187A1C7DC579}"/>
                      </a:ext>
                    </a:extLst>
                  </p:cNvPr>
                  <p:cNvGrpSpPr/>
                  <p:nvPr/>
                </p:nvGrpSpPr>
                <p:grpSpPr>
                  <a:xfrm>
                    <a:off x="3123146" y="4672354"/>
                    <a:ext cx="288000" cy="288000"/>
                    <a:chOff x="1125455" y="4712043"/>
                    <a:chExt cx="216000" cy="216000"/>
                  </a:xfrm>
                </p:grpSpPr>
                <p:sp>
                  <p:nvSpPr>
                    <p:cNvPr id="222" name="직사각형 221">
                      <a:extLst>
                        <a:ext uri="{FF2B5EF4-FFF2-40B4-BE49-F238E27FC236}">
                          <a16:creationId xmlns:a16="http://schemas.microsoft.com/office/drawing/2014/main" id="{38C31444-4C3F-D744-7DC9-145FEAEA186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25455" y="4712043"/>
                      <a:ext cx="216000" cy="2160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6350">
                      <a:solidFill>
                        <a:schemeClr val="bg1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5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cxnSp>
                  <p:nvCxnSpPr>
                    <p:cNvPr id="223" name="직선 연결선 222">
                      <a:extLst>
                        <a:ext uri="{FF2B5EF4-FFF2-40B4-BE49-F238E27FC236}">
                          <a16:creationId xmlns:a16="http://schemas.microsoft.com/office/drawing/2014/main" id="{64595C9B-8799-6DC5-E419-9A06BFEAFFC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179455" y="4820043"/>
                      <a:ext cx="108000" cy="0"/>
                    </a:xfrm>
                    <a:prstGeom prst="line">
                      <a:avLst/>
                    </a:prstGeom>
                    <a:ln w="9525">
                      <a:solidFill>
                        <a:schemeClr val="bg1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31" name="그룹 230">
                    <a:extLst>
                      <a:ext uri="{FF2B5EF4-FFF2-40B4-BE49-F238E27FC236}">
                        <a16:creationId xmlns:a16="http://schemas.microsoft.com/office/drawing/2014/main" id="{BE7D54F8-32CC-8D0B-19B4-97897F5E13E6}"/>
                      </a:ext>
                    </a:extLst>
                  </p:cNvPr>
                  <p:cNvGrpSpPr/>
                  <p:nvPr/>
                </p:nvGrpSpPr>
                <p:grpSpPr>
                  <a:xfrm>
                    <a:off x="3987146" y="4672354"/>
                    <a:ext cx="288000" cy="288000"/>
                    <a:chOff x="4095147" y="4672354"/>
                    <a:chExt cx="288000" cy="288000"/>
                  </a:xfrm>
                </p:grpSpPr>
                <p:sp>
                  <p:nvSpPr>
                    <p:cNvPr id="218" name="직사각형 217">
                      <a:extLst>
                        <a:ext uri="{FF2B5EF4-FFF2-40B4-BE49-F238E27FC236}">
                          <a16:creationId xmlns:a16="http://schemas.microsoft.com/office/drawing/2014/main" id="{E3E591BE-1800-4D14-D930-1140AAB79FA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95147" y="4672354"/>
                      <a:ext cx="288000" cy="2880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6350">
                      <a:solidFill>
                        <a:schemeClr val="bg1">
                          <a:lumMod val="6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5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grpSp>
                  <p:nvGrpSpPr>
                    <p:cNvPr id="219" name="그룹 218">
                      <a:extLst>
                        <a:ext uri="{FF2B5EF4-FFF2-40B4-BE49-F238E27FC236}">
                          <a16:creationId xmlns:a16="http://schemas.microsoft.com/office/drawing/2014/main" id="{65D7D895-6DD9-7532-234B-8892896EDE3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185147" y="4762354"/>
                      <a:ext cx="108000" cy="108000"/>
                      <a:chOff x="1354055" y="5048643"/>
                      <a:chExt cx="108000" cy="108000"/>
                    </a:xfrm>
                  </p:grpSpPr>
                  <p:cxnSp>
                    <p:nvCxnSpPr>
                      <p:cNvPr id="220" name="직선 연결선 219">
                        <a:extLst>
                          <a:ext uri="{FF2B5EF4-FFF2-40B4-BE49-F238E27FC236}">
                            <a16:creationId xmlns:a16="http://schemas.microsoft.com/office/drawing/2014/main" id="{5AC77584-E03E-16B1-5A6B-849A7B097DD1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354055" y="5102643"/>
                        <a:ext cx="108000" cy="0"/>
                      </a:xfrm>
                      <a:prstGeom prst="line">
                        <a:avLst/>
                      </a:prstGeom>
                      <a:ln w="9525"/>
                    </p:spPr>
                    <p:style>
                      <a:lnRef idx="2">
                        <a:schemeClr val="dk1"/>
                      </a:lnRef>
                      <a:fillRef idx="0">
                        <a:schemeClr val="dk1"/>
                      </a:fillRef>
                      <a:effectRef idx="1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21" name="직선 연결선 220">
                        <a:extLst>
                          <a:ext uri="{FF2B5EF4-FFF2-40B4-BE49-F238E27FC236}">
                            <a16:creationId xmlns:a16="http://schemas.microsoft.com/office/drawing/2014/main" id="{132CE954-D9B2-9060-91F3-DDF4A5F3894A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408055" y="5048643"/>
                        <a:ext cx="0" cy="108000"/>
                      </a:xfrm>
                      <a:prstGeom prst="line">
                        <a:avLst/>
                      </a:prstGeom>
                      <a:ln w="9525"/>
                    </p:spPr>
                    <p:style>
                      <a:lnRef idx="2">
                        <a:schemeClr val="dk1"/>
                      </a:lnRef>
                      <a:fillRef idx="0">
                        <a:schemeClr val="dk1"/>
                      </a:fillRef>
                      <a:effectRef idx="1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sp>
                <p:nvSpPr>
                  <p:cNvPr id="217" name="직사각형 216">
                    <a:extLst>
                      <a:ext uri="{FF2B5EF4-FFF2-40B4-BE49-F238E27FC236}">
                        <a16:creationId xmlns:a16="http://schemas.microsoft.com/office/drawing/2014/main" id="{BF494755-321A-45E8-FF1A-C15E66323386}"/>
                      </a:ext>
                    </a:extLst>
                  </p:cNvPr>
                  <p:cNvSpPr/>
                  <p:nvPr/>
                </p:nvSpPr>
                <p:spPr>
                  <a:xfrm>
                    <a:off x="3411146" y="4672354"/>
                    <a:ext cx="576000" cy="288000"/>
                  </a:xfrm>
                  <a:prstGeom prst="rect">
                    <a:avLst/>
                  </a:prstGeom>
                  <a:noFill/>
                  <a:ln w="6350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50" b="1" dirty="0">
                        <a:solidFill>
                          <a:schemeClr val="tx1"/>
                        </a:solidFill>
                      </a:rPr>
                      <a:t>0</a:t>
                    </a:r>
                  </a:p>
                </p:txBody>
              </p:sp>
            </p:grpSp>
            <p:sp>
              <p:nvSpPr>
                <p:cNvPr id="228" name="직사각형 227">
                  <a:extLst>
                    <a:ext uri="{FF2B5EF4-FFF2-40B4-BE49-F238E27FC236}">
                      <a16:creationId xmlns:a16="http://schemas.microsoft.com/office/drawing/2014/main" id="{831ABB52-B117-0FF8-7A65-824503163523}"/>
                    </a:ext>
                  </a:extLst>
                </p:cNvPr>
                <p:cNvSpPr/>
                <p:nvPr/>
              </p:nvSpPr>
              <p:spPr>
                <a:xfrm>
                  <a:off x="3042516" y="4978186"/>
                  <a:ext cx="1336447" cy="18000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ko-KR" altLang="en-US" sz="700" dirty="0">
                      <a:solidFill>
                        <a:schemeClr val="bg1">
                          <a:lumMod val="50000"/>
                        </a:schemeClr>
                      </a:solidFill>
                    </a:rPr>
                    <a:t>만 </a:t>
                  </a:r>
                  <a:r>
                    <a:rPr lang="en-US" altLang="ko-KR" sz="700" dirty="0">
                      <a:solidFill>
                        <a:schemeClr val="bg1">
                          <a:lumMod val="50000"/>
                        </a:schemeClr>
                      </a:solidFill>
                    </a:rPr>
                    <a:t>24</a:t>
                  </a:r>
                  <a:r>
                    <a:rPr lang="ko-KR" altLang="en-US" sz="700" dirty="0">
                      <a:solidFill>
                        <a:schemeClr val="bg1">
                          <a:lumMod val="50000"/>
                        </a:schemeClr>
                      </a:solidFill>
                    </a:rPr>
                    <a:t>개월 미만</a:t>
                  </a:r>
                </a:p>
              </p:txBody>
            </p:sp>
          </p:grpSp>
          <p:grpSp>
            <p:nvGrpSpPr>
              <p:cNvPr id="269" name="그룹 268">
                <a:extLst>
                  <a:ext uri="{FF2B5EF4-FFF2-40B4-BE49-F238E27FC236}">
                    <a16:creationId xmlns:a16="http://schemas.microsoft.com/office/drawing/2014/main" id="{ABDD9AB3-1316-A156-2566-CB5AC70BD0A5}"/>
                  </a:ext>
                </a:extLst>
              </p:cNvPr>
              <p:cNvGrpSpPr/>
              <p:nvPr/>
            </p:nvGrpSpPr>
            <p:grpSpPr>
              <a:xfrm>
                <a:off x="1782517" y="4445668"/>
                <a:ext cx="1336447" cy="885106"/>
                <a:chOff x="1782517" y="4445668"/>
                <a:chExt cx="1336447" cy="885106"/>
              </a:xfrm>
            </p:grpSpPr>
            <p:sp>
              <p:nvSpPr>
                <p:cNvPr id="112" name="직사각형 111">
                  <a:extLst>
                    <a:ext uri="{FF2B5EF4-FFF2-40B4-BE49-F238E27FC236}">
                      <a16:creationId xmlns:a16="http://schemas.microsoft.com/office/drawing/2014/main" id="{AA39FB6B-6644-6FF3-3124-3B74079329EB}"/>
                    </a:ext>
                  </a:extLst>
                </p:cNvPr>
                <p:cNvSpPr/>
                <p:nvPr/>
              </p:nvSpPr>
              <p:spPr>
                <a:xfrm>
                  <a:off x="1792576" y="4445668"/>
                  <a:ext cx="432000" cy="18000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ko-KR" altLang="en-US" sz="800" dirty="0">
                      <a:solidFill>
                        <a:schemeClr val="tx1"/>
                      </a:solidFill>
                    </a:rPr>
                    <a:t>소아</a:t>
                  </a:r>
                </a:p>
              </p:txBody>
            </p:sp>
            <p:sp>
              <p:nvSpPr>
                <p:cNvPr id="226" name="직사각형 225">
                  <a:extLst>
                    <a:ext uri="{FF2B5EF4-FFF2-40B4-BE49-F238E27FC236}">
                      <a16:creationId xmlns:a16="http://schemas.microsoft.com/office/drawing/2014/main" id="{6925B19F-27FB-5EB9-3AB1-4AB37F1C8CB4}"/>
                    </a:ext>
                  </a:extLst>
                </p:cNvPr>
                <p:cNvSpPr/>
                <p:nvPr/>
              </p:nvSpPr>
              <p:spPr>
                <a:xfrm>
                  <a:off x="1782517" y="4978186"/>
                  <a:ext cx="1336447" cy="18000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ko-KR" altLang="en-US" sz="700" dirty="0">
                      <a:solidFill>
                        <a:schemeClr val="bg1">
                          <a:lumMod val="50000"/>
                        </a:schemeClr>
                      </a:solidFill>
                    </a:rPr>
                    <a:t>국내선</a:t>
                  </a:r>
                  <a:r>
                    <a:rPr lang="en-US" altLang="ko-KR" sz="700" dirty="0">
                      <a:solidFill>
                        <a:schemeClr val="bg1">
                          <a:lumMod val="50000"/>
                        </a:schemeClr>
                      </a:solidFill>
                    </a:rPr>
                    <a:t>: </a:t>
                  </a:r>
                  <a:r>
                    <a:rPr lang="ko-KR" altLang="en-US" sz="700" dirty="0">
                      <a:solidFill>
                        <a:schemeClr val="bg1">
                          <a:lumMod val="50000"/>
                        </a:schemeClr>
                      </a:solidFill>
                    </a:rPr>
                    <a:t>만</a:t>
                  </a:r>
                  <a:r>
                    <a:rPr lang="en-US" altLang="ko-KR" sz="700" dirty="0">
                      <a:solidFill>
                        <a:schemeClr val="bg1">
                          <a:lumMod val="50000"/>
                        </a:schemeClr>
                      </a:solidFill>
                    </a:rPr>
                    <a:t> 2</a:t>
                  </a:r>
                  <a:r>
                    <a:rPr lang="ko-KR" altLang="en-US" sz="700" dirty="0">
                      <a:solidFill>
                        <a:schemeClr val="bg1">
                          <a:lumMod val="50000"/>
                        </a:schemeClr>
                      </a:solidFill>
                    </a:rPr>
                    <a:t>세</a:t>
                  </a:r>
                  <a:r>
                    <a:rPr lang="en-US" altLang="ko-KR" sz="700" dirty="0">
                      <a:solidFill>
                        <a:schemeClr val="bg1">
                          <a:lumMod val="50000"/>
                        </a:schemeClr>
                      </a:solidFill>
                    </a:rPr>
                    <a:t>~13</a:t>
                  </a:r>
                  <a:r>
                    <a:rPr lang="ko-KR" altLang="en-US" sz="700" dirty="0">
                      <a:solidFill>
                        <a:schemeClr val="bg1">
                          <a:lumMod val="50000"/>
                        </a:schemeClr>
                      </a:solidFill>
                    </a:rPr>
                    <a:t>세 미만</a:t>
                  </a:r>
                </a:p>
              </p:txBody>
            </p:sp>
            <p:sp>
              <p:nvSpPr>
                <p:cNvPr id="227" name="직사각형 226">
                  <a:extLst>
                    <a:ext uri="{FF2B5EF4-FFF2-40B4-BE49-F238E27FC236}">
                      <a16:creationId xmlns:a16="http://schemas.microsoft.com/office/drawing/2014/main" id="{3FC03994-8494-9FFE-B8FE-F188246356BC}"/>
                    </a:ext>
                  </a:extLst>
                </p:cNvPr>
                <p:cNvSpPr/>
                <p:nvPr/>
              </p:nvSpPr>
              <p:spPr>
                <a:xfrm>
                  <a:off x="1782517" y="5150774"/>
                  <a:ext cx="1336447" cy="18000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ko-KR" altLang="en-US" sz="700" dirty="0">
                      <a:solidFill>
                        <a:schemeClr val="bg1">
                          <a:lumMod val="50000"/>
                        </a:schemeClr>
                      </a:solidFill>
                    </a:rPr>
                    <a:t>국제선</a:t>
                  </a:r>
                  <a:r>
                    <a:rPr lang="en-US" altLang="ko-KR" sz="700" dirty="0">
                      <a:solidFill>
                        <a:schemeClr val="bg1">
                          <a:lumMod val="50000"/>
                        </a:schemeClr>
                      </a:solidFill>
                    </a:rPr>
                    <a:t>: </a:t>
                  </a:r>
                  <a:r>
                    <a:rPr lang="ko-KR" altLang="en-US" sz="700" dirty="0">
                      <a:solidFill>
                        <a:schemeClr val="bg1">
                          <a:lumMod val="50000"/>
                        </a:schemeClr>
                      </a:solidFill>
                    </a:rPr>
                    <a:t>만 </a:t>
                  </a:r>
                  <a:r>
                    <a:rPr lang="en-US" altLang="ko-KR" sz="700" dirty="0">
                      <a:solidFill>
                        <a:schemeClr val="bg1">
                          <a:lumMod val="50000"/>
                        </a:schemeClr>
                      </a:solidFill>
                    </a:rPr>
                    <a:t>2</a:t>
                  </a:r>
                  <a:r>
                    <a:rPr lang="ko-KR" altLang="en-US" sz="700" dirty="0">
                      <a:solidFill>
                        <a:schemeClr val="bg1">
                          <a:lumMod val="50000"/>
                        </a:schemeClr>
                      </a:solidFill>
                    </a:rPr>
                    <a:t>세</a:t>
                  </a:r>
                  <a:r>
                    <a:rPr lang="en-US" altLang="ko-KR" sz="700" dirty="0">
                      <a:solidFill>
                        <a:schemeClr val="bg1">
                          <a:lumMod val="50000"/>
                        </a:schemeClr>
                      </a:solidFill>
                    </a:rPr>
                    <a:t>~12</a:t>
                  </a:r>
                  <a:r>
                    <a:rPr lang="ko-KR" altLang="en-US" sz="700" dirty="0">
                      <a:solidFill>
                        <a:schemeClr val="bg1">
                          <a:lumMod val="50000"/>
                        </a:schemeClr>
                      </a:solidFill>
                    </a:rPr>
                    <a:t>세 미만</a:t>
                  </a:r>
                </a:p>
              </p:txBody>
            </p:sp>
            <p:grpSp>
              <p:nvGrpSpPr>
                <p:cNvPr id="244" name="그룹 243">
                  <a:extLst>
                    <a:ext uri="{FF2B5EF4-FFF2-40B4-BE49-F238E27FC236}">
                      <a16:creationId xmlns:a16="http://schemas.microsoft.com/office/drawing/2014/main" id="{762CEA49-6AFB-F2E9-C93F-EA178AFE8BEF}"/>
                    </a:ext>
                  </a:extLst>
                </p:cNvPr>
                <p:cNvGrpSpPr/>
                <p:nvPr/>
              </p:nvGrpSpPr>
              <p:grpSpPr>
                <a:xfrm>
                  <a:off x="1863146" y="4672354"/>
                  <a:ext cx="1152000" cy="288000"/>
                  <a:chOff x="3123146" y="4672354"/>
                  <a:chExt cx="1152000" cy="288000"/>
                </a:xfrm>
              </p:grpSpPr>
              <p:grpSp>
                <p:nvGrpSpPr>
                  <p:cNvPr id="245" name="그룹 244">
                    <a:extLst>
                      <a:ext uri="{FF2B5EF4-FFF2-40B4-BE49-F238E27FC236}">
                        <a16:creationId xmlns:a16="http://schemas.microsoft.com/office/drawing/2014/main" id="{205F0BF5-763C-0EFE-E146-5DAF11E8B717}"/>
                      </a:ext>
                    </a:extLst>
                  </p:cNvPr>
                  <p:cNvGrpSpPr/>
                  <p:nvPr/>
                </p:nvGrpSpPr>
                <p:grpSpPr>
                  <a:xfrm>
                    <a:off x="3123146" y="4672354"/>
                    <a:ext cx="288000" cy="288000"/>
                    <a:chOff x="1125455" y="4712043"/>
                    <a:chExt cx="216000" cy="216000"/>
                  </a:xfrm>
                </p:grpSpPr>
                <p:sp>
                  <p:nvSpPr>
                    <p:cNvPr id="252" name="직사각형 251">
                      <a:extLst>
                        <a:ext uri="{FF2B5EF4-FFF2-40B4-BE49-F238E27FC236}">
                          <a16:creationId xmlns:a16="http://schemas.microsoft.com/office/drawing/2014/main" id="{D6F54448-80DC-9B44-6471-BF02BBBB0E5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25455" y="4712043"/>
                      <a:ext cx="216000" cy="2160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6350">
                      <a:solidFill>
                        <a:schemeClr val="bg2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5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cxnSp>
                  <p:nvCxnSpPr>
                    <p:cNvPr id="253" name="직선 연결선 252">
                      <a:extLst>
                        <a:ext uri="{FF2B5EF4-FFF2-40B4-BE49-F238E27FC236}">
                          <a16:creationId xmlns:a16="http://schemas.microsoft.com/office/drawing/2014/main" id="{7BF9E58A-78F6-FE8F-654B-D3D5E0D6CCA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179455" y="4820043"/>
                      <a:ext cx="108000" cy="0"/>
                    </a:xfrm>
                    <a:prstGeom prst="line">
                      <a:avLst/>
                    </a:prstGeom>
                    <a:ln w="952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46" name="그룹 245">
                    <a:extLst>
                      <a:ext uri="{FF2B5EF4-FFF2-40B4-BE49-F238E27FC236}">
                        <a16:creationId xmlns:a16="http://schemas.microsoft.com/office/drawing/2014/main" id="{2F0E2F78-5562-819A-39D4-92BC8653967C}"/>
                      </a:ext>
                    </a:extLst>
                  </p:cNvPr>
                  <p:cNvGrpSpPr/>
                  <p:nvPr/>
                </p:nvGrpSpPr>
                <p:grpSpPr>
                  <a:xfrm>
                    <a:off x="3987146" y="4672354"/>
                    <a:ext cx="288000" cy="288000"/>
                    <a:chOff x="4095147" y="4672354"/>
                    <a:chExt cx="288000" cy="288000"/>
                  </a:xfrm>
                </p:grpSpPr>
                <p:sp>
                  <p:nvSpPr>
                    <p:cNvPr id="248" name="직사각형 247">
                      <a:extLst>
                        <a:ext uri="{FF2B5EF4-FFF2-40B4-BE49-F238E27FC236}">
                          <a16:creationId xmlns:a16="http://schemas.microsoft.com/office/drawing/2014/main" id="{3B13A7DD-A0B3-009C-C28C-1EB0B0923ED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95147" y="4672354"/>
                      <a:ext cx="288000" cy="2880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6350">
                      <a:solidFill>
                        <a:schemeClr val="bg2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5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grpSp>
                  <p:nvGrpSpPr>
                    <p:cNvPr id="249" name="그룹 248">
                      <a:extLst>
                        <a:ext uri="{FF2B5EF4-FFF2-40B4-BE49-F238E27FC236}">
                          <a16:creationId xmlns:a16="http://schemas.microsoft.com/office/drawing/2014/main" id="{36BB57C9-5CA0-E8C4-B34A-7E082E2A330E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185147" y="4762354"/>
                      <a:ext cx="108000" cy="108000"/>
                      <a:chOff x="1354055" y="5048643"/>
                      <a:chExt cx="108000" cy="108000"/>
                    </a:xfrm>
                  </p:grpSpPr>
                  <p:cxnSp>
                    <p:nvCxnSpPr>
                      <p:cNvPr id="250" name="직선 연결선 249">
                        <a:extLst>
                          <a:ext uri="{FF2B5EF4-FFF2-40B4-BE49-F238E27FC236}">
                            <a16:creationId xmlns:a16="http://schemas.microsoft.com/office/drawing/2014/main" id="{26341BE7-AA81-5FF3-7BC7-1E0C52329FC4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354055" y="5102643"/>
                        <a:ext cx="108000" cy="0"/>
                      </a:xfrm>
                      <a:prstGeom prst="line">
                        <a:avLst/>
                      </a:prstGeom>
                      <a:ln w="952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dk1"/>
                      </a:lnRef>
                      <a:fillRef idx="0">
                        <a:schemeClr val="dk1"/>
                      </a:fillRef>
                      <a:effectRef idx="1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51" name="직선 연결선 250">
                        <a:extLst>
                          <a:ext uri="{FF2B5EF4-FFF2-40B4-BE49-F238E27FC236}">
                            <a16:creationId xmlns:a16="http://schemas.microsoft.com/office/drawing/2014/main" id="{3E578288-FFE4-0BB0-5E3F-CDD2CC1FA637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408055" y="5048643"/>
                        <a:ext cx="0" cy="108000"/>
                      </a:xfrm>
                      <a:prstGeom prst="line">
                        <a:avLst/>
                      </a:prstGeom>
                      <a:ln w="952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dk1"/>
                      </a:lnRef>
                      <a:fillRef idx="0">
                        <a:schemeClr val="dk1"/>
                      </a:fillRef>
                      <a:effectRef idx="1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sp>
                <p:nvSpPr>
                  <p:cNvPr id="247" name="직사각형 246">
                    <a:extLst>
                      <a:ext uri="{FF2B5EF4-FFF2-40B4-BE49-F238E27FC236}">
                        <a16:creationId xmlns:a16="http://schemas.microsoft.com/office/drawing/2014/main" id="{ABB12303-5BC8-EAD9-31E0-D5C9357E2540}"/>
                      </a:ext>
                    </a:extLst>
                  </p:cNvPr>
                  <p:cNvSpPr/>
                  <p:nvPr/>
                </p:nvSpPr>
                <p:spPr>
                  <a:xfrm>
                    <a:off x="3411146" y="4672354"/>
                    <a:ext cx="576000" cy="288000"/>
                  </a:xfrm>
                  <a:prstGeom prst="rect">
                    <a:avLst/>
                  </a:prstGeom>
                  <a:noFill/>
                  <a:ln w="6350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50" b="1" dirty="0">
                        <a:solidFill>
                          <a:schemeClr val="tx1"/>
                        </a:solidFill>
                      </a:rPr>
                      <a:t>1</a:t>
                    </a:r>
                  </a:p>
                </p:txBody>
              </p:sp>
            </p:grpSp>
          </p:grpSp>
          <p:grpSp>
            <p:nvGrpSpPr>
              <p:cNvPr id="270" name="그룹 269">
                <a:extLst>
                  <a:ext uri="{FF2B5EF4-FFF2-40B4-BE49-F238E27FC236}">
                    <a16:creationId xmlns:a16="http://schemas.microsoft.com/office/drawing/2014/main" id="{0C873F08-49BC-8E9D-CDB9-0CC215396EE3}"/>
                  </a:ext>
                </a:extLst>
              </p:cNvPr>
              <p:cNvGrpSpPr/>
              <p:nvPr/>
            </p:nvGrpSpPr>
            <p:grpSpPr>
              <a:xfrm>
                <a:off x="526699" y="4445668"/>
                <a:ext cx="1336447" cy="885106"/>
                <a:chOff x="526699" y="4445668"/>
                <a:chExt cx="1336447" cy="885106"/>
              </a:xfrm>
            </p:grpSpPr>
            <p:sp>
              <p:nvSpPr>
                <p:cNvPr id="107" name="직사각형 106">
                  <a:extLst>
                    <a:ext uri="{FF2B5EF4-FFF2-40B4-BE49-F238E27FC236}">
                      <a16:creationId xmlns:a16="http://schemas.microsoft.com/office/drawing/2014/main" id="{6F43FA2A-9890-243F-C5EA-1CBA5A0BFC86}"/>
                    </a:ext>
                  </a:extLst>
                </p:cNvPr>
                <p:cNvSpPr/>
                <p:nvPr/>
              </p:nvSpPr>
              <p:spPr>
                <a:xfrm>
                  <a:off x="526700" y="4445668"/>
                  <a:ext cx="432000" cy="18000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ko-KR" altLang="en-US" sz="800" dirty="0">
                      <a:solidFill>
                        <a:schemeClr val="tx1"/>
                      </a:solidFill>
                    </a:rPr>
                    <a:t>성인</a:t>
                  </a:r>
                </a:p>
              </p:txBody>
            </p:sp>
            <p:sp>
              <p:nvSpPr>
                <p:cNvPr id="224" name="직사각형 223">
                  <a:extLst>
                    <a:ext uri="{FF2B5EF4-FFF2-40B4-BE49-F238E27FC236}">
                      <a16:creationId xmlns:a16="http://schemas.microsoft.com/office/drawing/2014/main" id="{D5D6E9D1-E3FB-BFD3-ADF6-04C16260E112}"/>
                    </a:ext>
                  </a:extLst>
                </p:cNvPr>
                <p:cNvSpPr/>
                <p:nvPr/>
              </p:nvSpPr>
              <p:spPr>
                <a:xfrm>
                  <a:off x="526699" y="4978186"/>
                  <a:ext cx="1336447" cy="18000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ko-KR" altLang="en-US" sz="700" dirty="0">
                      <a:solidFill>
                        <a:schemeClr val="bg1">
                          <a:lumMod val="50000"/>
                        </a:schemeClr>
                      </a:solidFill>
                    </a:rPr>
                    <a:t>국내선</a:t>
                  </a:r>
                  <a:r>
                    <a:rPr lang="en-US" altLang="ko-KR" sz="700" dirty="0">
                      <a:solidFill>
                        <a:schemeClr val="bg1">
                          <a:lumMod val="50000"/>
                        </a:schemeClr>
                      </a:solidFill>
                    </a:rPr>
                    <a:t>: </a:t>
                  </a:r>
                  <a:r>
                    <a:rPr lang="ko-KR" altLang="en-US" sz="700" dirty="0">
                      <a:solidFill>
                        <a:schemeClr val="bg1">
                          <a:lumMod val="50000"/>
                        </a:schemeClr>
                      </a:solidFill>
                    </a:rPr>
                    <a:t>만 </a:t>
                  </a:r>
                  <a:r>
                    <a:rPr lang="en-US" altLang="ko-KR" sz="700" dirty="0">
                      <a:solidFill>
                        <a:schemeClr val="bg1">
                          <a:lumMod val="50000"/>
                        </a:schemeClr>
                      </a:solidFill>
                    </a:rPr>
                    <a:t>13</a:t>
                  </a:r>
                  <a:r>
                    <a:rPr lang="ko-KR" altLang="en-US" sz="700" dirty="0">
                      <a:solidFill>
                        <a:schemeClr val="bg1">
                          <a:lumMod val="50000"/>
                        </a:schemeClr>
                      </a:solidFill>
                    </a:rPr>
                    <a:t>세 이상</a:t>
                  </a:r>
                </a:p>
              </p:txBody>
            </p:sp>
            <p:sp>
              <p:nvSpPr>
                <p:cNvPr id="225" name="직사각형 224">
                  <a:extLst>
                    <a:ext uri="{FF2B5EF4-FFF2-40B4-BE49-F238E27FC236}">
                      <a16:creationId xmlns:a16="http://schemas.microsoft.com/office/drawing/2014/main" id="{203CB61C-4C46-DC6B-C2B0-908E05A2E2DB}"/>
                    </a:ext>
                  </a:extLst>
                </p:cNvPr>
                <p:cNvSpPr/>
                <p:nvPr/>
              </p:nvSpPr>
              <p:spPr>
                <a:xfrm>
                  <a:off x="526699" y="5150774"/>
                  <a:ext cx="1336447" cy="18000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ko-KR" altLang="en-US" sz="700" dirty="0">
                      <a:solidFill>
                        <a:schemeClr val="bg1">
                          <a:lumMod val="50000"/>
                        </a:schemeClr>
                      </a:solidFill>
                    </a:rPr>
                    <a:t>국제선</a:t>
                  </a:r>
                  <a:r>
                    <a:rPr lang="en-US" altLang="ko-KR" sz="700" dirty="0">
                      <a:solidFill>
                        <a:schemeClr val="bg1">
                          <a:lumMod val="50000"/>
                        </a:schemeClr>
                      </a:solidFill>
                    </a:rPr>
                    <a:t>: </a:t>
                  </a:r>
                  <a:r>
                    <a:rPr lang="ko-KR" altLang="en-US" sz="700" dirty="0">
                      <a:solidFill>
                        <a:schemeClr val="bg1">
                          <a:lumMod val="50000"/>
                        </a:schemeClr>
                      </a:solidFill>
                    </a:rPr>
                    <a:t>만 </a:t>
                  </a:r>
                  <a:r>
                    <a:rPr lang="en-US" altLang="ko-KR" sz="700" dirty="0">
                      <a:solidFill>
                        <a:schemeClr val="bg1">
                          <a:lumMod val="50000"/>
                        </a:schemeClr>
                      </a:solidFill>
                    </a:rPr>
                    <a:t>12</a:t>
                  </a:r>
                  <a:r>
                    <a:rPr lang="ko-KR" altLang="en-US" sz="700" dirty="0">
                      <a:solidFill>
                        <a:schemeClr val="bg1">
                          <a:lumMod val="50000"/>
                        </a:schemeClr>
                      </a:solidFill>
                    </a:rPr>
                    <a:t>세 이상</a:t>
                  </a:r>
                </a:p>
              </p:txBody>
            </p:sp>
            <p:grpSp>
              <p:nvGrpSpPr>
                <p:cNvPr id="254" name="그룹 253">
                  <a:extLst>
                    <a:ext uri="{FF2B5EF4-FFF2-40B4-BE49-F238E27FC236}">
                      <a16:creationId xmlns:a16="http://schemas.microsoft.com/office/drawing/2014/main" id="{9E6F7872-3658-2B38-2070-4AC345AA0AAB}"/>
                    </a:ext>
                  </a:extLst>
                </p:cNvPr>
                <p:cNvGrpSpPr/>
                <p:nvPr/>
              </p:nvGrpSpPr>
              <p:grpSpPr>
                <a:xfrm>
                  <a:off x="603811" y="4672354"/>
                  <a:ext cx="1152000" cy="288000"/>
                  <a:chOff x="3123146" y="4672354"/>
                  <a:chExt cx="1152000" cy="288000"/>
                </a:xfrm>
              </p:grpSpPr>
              <p:grpSp>
                <p:nvGrpSpPr>
                  <p:cNvPr id="255" name="그룹 254">
                    <a:extLst>
                      <a:ext uri="{FF2B5EF4-FFF2-40B4-BE49-F238E27FC236}">
                        <a16:creationId xmlns:a16="http://schemas.microsoft.com/office/drawing/2014/main" id="{B5A47908-44A8-FF1E-63E8-F4DD40754412}"/>
                      </a:ext>
                    </a:extLst>
                  </p:cNvPr>
                  <p:cNvGrpSpPr/>
                  <p:nvPr/>
                </p:nvGrpSpPr>
                <p:grpSpPr>
                  <a:xfrm>
                    <a:off x="3123146" y="4672354"/>
                    <a:ext cx="288000" cy="288000"/>
                    <a:chOff x="1125455" y="4712043"/>
                    <a:chExt cx="216000" cy="216000"/>
                  </a:xfrm>
                </p:grpSpPr>
                <p:sp>
                  <p:nvSpPr>
                    <p:cNvPr id="262" name="직사각형 261">
                      <a:extLst>
                        <a:ext uri="{FF2B5EF4-FFF2-40B4-BE49-F238E27FC236}">
                          <a16:creationId xmlns:a16="http://schemas.microsoft.com/office/drawing/2014/main" id="{7ACFC0BF-B899-3EFA-6679-C5A2934B623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125455" y="4712043"/>
                      <a:ext cx="216000" cy="2160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6350">
                      <a:solidFill>
                        <a:schemeClr val="bg2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5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cxnSp>
                  <p:nvCxnSpPr>
                    <p:cNvPr id="263" name="직선 연결선 262">
                      <a:extLst>
                        <a:ext uri="{FF2B5EF4-FFF2-40B4-BE49-F238E27FC236}">
                          <a16:creationId xmlns:a16="http://schemas.microsoft.com/office/drawing/2014/main" id="{B73F8E1F-9F72-D9AD-1C02-54D3C53C09C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1179455" y="4820043"/>
                      <a:ext cx="108000" cy="0"/>
                    </a:xfrm>
                    <a:prstGeom prst="line">
                      <a:avLst/>
                    </a:prstGeom>
                    <a:ln w="9525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dk1"/>
                    </a:lnRef>
                    <a:fillRef idx="0">
                      <a:schemeClr val="dk1"/>
                    </a:fillRef>
                    <a:effectRef idx="1">
                      <a:schemeClr val="dk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256" name="그룹 255">
                    <a:extLst>
                      <a:ext uri="{FF2B5EF4-FFF2-40B4-BE49-F238E27FC236}">
                        <a16:creationId xmlns:a16="http://schemas.microsoft.com/office/drawing/2014/main" id="{0E6A83D5-211D-7592-B862-63E7BC954377}"/>
                      </a:ext>
                    </a:extLst>
                  </p:cNvPr>
                  <p:cNvGrpSpPr/>
                  <p:nvPr/>
                </p:nvGrpSpPr>
                <p:grpSpPr>
                  <a:xfrm>
                    <a:off x="3987146" y="4672354"/>
                    <a:ext cx="288000" cy="288000"/>
                    <a:chOff x="4095147" y="4672354"/>
                    <a:chExt cx="288000" cy="288000"/>
                  </a:xfrm>
                </p:grpSpPr>
                <p:sp>
                  <p:nvSpPr>
                    <p:cNvPr id="258" name="직사각형 257">
                      <a:extLst>
                        <a:ext uri="{FF2B5EF4-FFF2-40B4-BE49-F238E27FC236}">
                          <a16:creationId xmlns:a16="http://schemas.microsoft.com/office/drawing/2014/main" id="{7F364F26-30E8-5877-B1C9-B08424A9001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095147" y="4672354"/>
                      <a:ext cx="288000" cy="288000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6350">
                      <a:solidFill>
                        <a:schemeClr val="bg2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sz="1050" b="1" dirty="0">
                        <a:solidFill>
                          <a:schemeClr val="tx1"/>
                        </a:solidFill>
                      </a:endParaRPr>
                    </a:p>
                  </p:txBody>
                </p:sp>
                <p:grpSp>
                  <p:nvGrpSpPr>
                    <p:cNvPr id="259" name="그룹 258">
                      <a:extLst>
                        <a:ext uri="{FF2B5EF4-FFF2-40B4-BE49-F238E27FC236}">
                          <a16:creationId xmlns:a16="http://schemas.microsoft.com/office/drawing/2014/main" id="{9EC4E38B-8E1D-7037-A79F-ECC17016D6F0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185147" y="4762354"/>
                      <a:ext cx="108000" cy="108000"/>
                      <a:chOff x="1354055" y="5048643"/>
                      <a:chExt cx="108000" cy="108000"/>
                    </a:xfrm>
                  </p:grpSpPr>
                  <p:cxnSp>
                    <p:nvCxnSpPr>
                      <p:cNvPr id="260" name="직선 연결선 259">
                        <a:extLst>
                          <a:ext uri="{FF2B5EF4-FFF2-40B4-BE49-F238E27FC236}">
                            <a16:creationId xmlns:a16="http://schemas.microsoft.com/office/drawing/2014/main" id="{C23F7748-BA89-57BA-89C2-BD43B9163DD2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354055" y="5102643"/>
                        <a:ext cx="108000" cy="0"/>
                      </a:xfrm>
                      <a:prstGeom prst="line">
                        <a:avLst/>
                      </a:prstGeom>
                      <a:ln w="952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dk1"/>
                      </a:lnRef>
                      <a:fillRef idx="0">
                        <a:schemeClr val="dk1"/>
                      </a:fillRef>
                      <a:effectRef idx="1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61" name="직선 연결선 260">
                        <a:extLst>
                          <a:ext uri="{FF2B5EF4-FFF2-40B4-BE49-F238E27FC236}">
                            <a16:creationId xmlns:a16="http://schemas.microsoft.com/office/drawing/2014/main" id="{A149845E-1A69-1B76-038B-182C1033E6F8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1408055" y="5048643"/>
                        <a:ext cx="0" cy="108000"/>
                      </a:xfrm>
                      <a:prstGeom prst="line">
                        <a:avLst/>
                      </a:prstGeom>
                      <a:ln w="9525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dk1"/>
                      </a:lnRef>
                      <a:fillRef idx="0">
                        <a:schemeClr val="dk1"/>
                      </a:fillRef>
                      <a:effectRef idx="1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sp>
                <p:nvSpPr>
                  <p:cNvPr id="257" name="직사각형 256">
                    <a:extLst>
                      <a:ext uri="{FF2B5EF4-FFF2-40B4-BE49-F238E27FC236}">
                        <a16:creationId xmlns:a16="http://schemas.microsoft.com/office/drawing/2014/main" id="{AD088CBD-C9C0-7DF6-EF61-C97BDFDD4FDE}"/>
                      </a:ext>
                    </a:extLst>
                  </p:cNvPr>
                  <p:cNvSpPr/>
                  <p:nvPr/>
                </p:nvSpPr>
                <p:spPr>
                  <a:xfrm>
                    <a:off x="3411146" y="4672354"/>
                    <a:ext cx="576000" cy="288000"/>
                  </a:xfrm>
                  <a:prstGeom prst="rect">
                    <a:avLst/>
                  </a:prstGeom>
                  <a:noFill/>
                  <a:ln w="6350"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ko-KR" sz="1050" b="1" dirty="0">
                        <a:solidFill>
                          <a:schemeClr val="tx1"/>
                        </a:solidFill>
                      </a:rPr>
                      <a:t>2</a:t>
                    </a:r>
                  </a:p>
                </p:txBody>
              </p:sp>
            </p:grpSp>
          </p:grpSp>
        </p:grpSp>
        <p:grpSp>
          <p:nvGrpSpPr>
            <p:cNvPr id="266" name="그룹 265">
              <a:extLst>
                <a:ext uri="{FF2B5EF4-FFF2-40B4-BE49-F238E27FC236}">
                  <a16:creationId xmlns:a16="http://schemas.microsoft.com/office/drawing/2014/main" id="{B8FF2571-0980-8335-AB6F-E35078BC1998}"/>
                </a:ext>
              </a:extLst>
            </p:cNvPr>
            <p:cNvGrpSpPr/>
            <p:nvPr/>
          </p:nvGrpSpPr>
          <p:grpSpPr>
            <a:xfrm>
              <a:off x="4563147" y="4155948"/>
              <a:ext cx="3777746" cy="665362"/>
              <a:chOff x="4563147" y="4674319"/>
              <a:chExt cx="3777746" cy="665362"/>
            </a:xfrm>
          </p:grpSpPr>
          <p:sp>
            <p:nvSpPr>
              <p:cNvPr id="229" name="직사각형 228">
                <a:extLst>
                  <a:ext uri="{FF2B5EF4-FFF2-40B4-BE49-F238E27FC236}">
                    <a16:creationId xmlns:a16="http://schemas.microsoft.com/office/drawing/2014/main" id="{CF3B7892-8842-9B78-E0A3-BDD344B00C8F}"/>
                  </a:ext>
                </a:extLst>
              </p:cNvPr>
              <p:cNvSpPr/>
              <p:nvPr/>
            </p:nvSpPr>
            <p:spPr>
              <a:xfrm>
                <a:off x="4563147" y="4676875"/>
                <a:ext cx="1836000" cy="288000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>
                    <a:solidFill>
                      <a:schemeClr val="bg1">
                        <a:lumMod val="50000"/>
                      </a:schemeClr>
                    </a:solidFill>
                  </a:rPr>
                  <a:t>일반석</a:t>
                </a:r>
              </a:p>
            </p:txBody>
          </p:sp>
          <p:sp>
            <p:nvSpPr>
              <p:cNvPr id="230" name="직사각형 229">
                <a:extLst>
                  <a:ext uri="{FF2B5EF4-FFF2-40B4-BE49-F238E27FC236}">
                    <a16:creationId xmlns:a16="http://schemas.microsoft.com/office/drawing/2014/main" id="{486E1C7A-5129-E6E7-6D91-B7802C558180}"/>
                  </a:ext>
                </a:extLst>
              </p:cNvPr>
              <p:cNvSpPr/>
              <p:nvPr/>
            </p:nvSpPr>
            <p:spPr>
              <a:xfrm>
                <a:off x="6504893" y="4674319"/>
                <a:ext cx="1836000" cy="288000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rgbClr val="2176FF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b="1" dirty="0">
                    <a:solidFill>
                      <a:srgbClr val="2176FF"/>
                    </a:solidFill>
                  </a:rPr>
                  <a:t>프리미엄 이코노미석</a:t>
                </a:r>
              </a:p>
            </p:txBody>
          </p:sp>
          <p:sp>
            <p:nvSpPr>
              <p:cNvPr id="264" name="직사각형 263">
                <a:extLst>
                  <a:ext uri="{FF2B5EF4-FFF2-40B4-BE49-F238E27FC236}">
                    <a16:creationId xmlns:a16="http://schemas.microsoft.com/office/drawing/2014/main" id="{6EA65633-5985-E459-65C3-664A6F3FD72C}"/>
                  </a:ext>
                </a:extLst>
              </p:cNvPr>
              <p:cNvSpPr/>
              <p:nvPr/>
            </p:nvSpPr>
            <p:spPr>
              <a:xfrm>
                <a:off x="4563147" y="5051681"/>
                <a:ext cx="1836000" cy="288000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>
                    <a:solidFill>
                      <a:schemeClr val="bg1">
                        <a:lumMod val="50000"/>
                      </a:schemeClr>
                    </a:solidFill>
                  </a:rPr>
                  <a:t>비즈니스석</a:t>
                </a:r>
              </a:p>
            </p:txBody>
          </p:sp>
          <p:sp>
            <p:nvSpPr>
              <p:cNvPr id="265" name="직사각형 264">
                <a:extLst>
                  <a:ext uri="{FF2B5EF4-FFF2-40B4-BE49-F238E27FC236}">
                    <a16:creationId xmlns:a16="http://schemas.microsoft.com/office/drawing/2014/main" id="{C8F419CC-4E8E-2A18-C6D1-6589771D0905}"/>
                  </a:ext>
                </a:extLst>
              </p:cNvPr>
              <p:cNvSpPr/>
              <p:nvPr/>
            </p:nvSpPr>
            <p:spPr>
              <a:xfrm>
                <a:off x="6504893" y="5049125"/>
                <a:ext cx="1836000" cy="288000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>
                    <a:solidFill>
                      <a:schemeClr val="bg1">
                        <a:lumMod val="50000"/>
                      </a:schemeClr>
                    </a:solidFill>
                  </a:rPr>
                  <a:t>일등석</a:t>
                </a:r>
              </a:p>
            </p:txBody>
          </p:sp>
        </p:grpSp>
      </p:grpSp>
      <p:sp>
        <p:nvSpPr>
          <p:cNvPr id="275" name="날짜 개체 틀 1">
            <a:extLst>
              <a:ext uri="{FF2B5EF4-FFF2-40B4-BE49-F238E27FC236}">
                <a16:creationId xmlns:a16="http://schemas.microsoft.com/office/drawing/2014/main" id="{DC31E38B-C77A-6BFA-4819-4D91346C4D8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79201" y="283819"/>
            <a:ext cx="1050985" cy="296862"/>
          </a:xfrm>
        </p:spPr>
        <p:txBody>
          <a:bodyPr/>
          <a:lstStyle/>
          <a:p>
            <a:fld id="{7D9A6618-D80D-4B7E-A45B-A31FDCA0FB45}" type="datetime1">
              <a:rPr lang="ko-KR" altLang="en-US" smtClean="0"/>
              <a:t>2026-01-15</a:t>
            </a:fld>
            <a:endParaRPr lang="ko-KR" altLang="en-US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4DD6EB7-BB75-80BD-30F9-22699F1F1936}"/>
              </a:ext>
            </a:extLst>
          </p:cNvPr>
          <p:cNvSpPr/>
          <p:nvPr/>
        </p:nvSpPr>
        <p:spPr>
          <a:xfrm>
            <a:off x="498113" y="3849612"/>
            <a:ext cx="3857918" cy="13964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87628BFE-F394-0A72-BE4C-D03CFBC33EB4}"/>
              </a:ext>
            </a:extLst>
          </p:cNvPr>
          <p:cNvGrpSpPr/>
          <p:nvPr/>
        </p:nvGrpSpPr>
        <p:grpSpPr>
          <a:xfrm>
            <a:off x="395378" y="3722287"/>
            <a:ext cx="276910" cy="215444"/>
            <a:chOff x="4507293" y="1910946"/>
            <a:chExt cx="276910" cy="215444"/>
          </a:xfrm>
        </p:grpSpPr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93C792A9-ACCA-64D2-DF35-C9935E6AD83F}"/>
                </a:ext>
              </a:extLst>
            </p:cNvPr>
            <p:cNvSpPr/>
            <p:nvPr/>
          </p:nvSpPr>
          <p:spPr>
            <a:xfrm>
              <a:off x="4536630" y="1922684"/>
              <a:ext cx="171278" cy="18690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C19971CA-33B5-5D2F-8ADC-28EA27C66211}"/>
                </a:ext>
              </a:extLst>
            </p:cNvPr>
            <p:cNvSpPr txBox="1"/>
            <p:nvPr/>
          </p:nvSpPr>
          <p:spPr>
            <a:xfrm>
              <a:off x="4507293" y="1910946"/>
              <a:ext cx="2769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>
                  <a:solidFill>
                    <a:schemeClr val="bg1"/>
                  </a:solidFill>
                </a:rPr>
                <a:t>1</a:t>
              </a:r>
              <a:endParaRPr lang="ko-KR" altLang="en-US" sz="800" b="1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82399F62-8F77-442A-24A6-0C9EB32FA3D2}"/>
              </a:ext>
            </a:extLst>
          </p:cNvPr>
          <p:cNvCxnSpPr>
            <a:cxnSpLocks/>
          </p:cNvCxnSpPr>
          <p:nvPr/>
        </p:nvCxnSpPr>
        <p:spPr>
          <a:xfrm flipH="1">
            <a:off x="5193145" y="2884606"/>
            <a:ext cx="261192" cy="34173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E9192C9F-CA50-7C20-7FF4-92E1C3F193DA}"/>
              </a:ext>
            </a:extLst>
          </p:cNvPr>
          <p:cNvSpPr/>
          <p:nvPr/>
        </p:nvSpPr>
        <p:spPr>
          <a:xfrm>
            <a:off x="4503169" y="3838288"/>
            <a:ext cx="3874517" cy="13964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1A6F7F0C-46DC-14D1-C1B0-0FEABC07EC4F}"/>
              </a:ext>
            </a:extLst>
          </p:cNvPr>
          <p:cNvGrpSpPr/>
          <p:nvPr/>
        </p:nvGrpSpPr>
        <p:grpSpPr>
          <a:xfrm>
            <a:off x="4377504" y="3724505"/>
            <a:ext cx="278101" cy="215444"/>
            <a:chOff x="4507293" y="1910946"/>
            <a:chExt cx="276910" cy="215444"/>
          </a:xfrm>
        </p:grpSpPr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CE37A2B6-4853-F218-803D-5CA3EC537AEC}"/>
                </a:ext>
              </a:extLst>
            </p:cNvPr>
            <p:cNvSpPr/>
            <p:nvPr/>
          </p:nvSpPr>
          <p:spPr>
            <a:xfrm>
              <a:off x="4536630" y="1922684"/>
              <a:ext cx="171278" cy="18690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3EF7C369-3A84-2F8B-7941-AA3882BDFFE3}"/>
                </a:ext>
              </a:extLst>
            </p:cNvPr>
            <p:cNvSpPr txBox="1"/>
            <p:nvPr/>
          </p:nvSpPr>
          <p:spPr>
            <a:xfrm>
              <a:off x="4507293" y="1910946"/>
              <a:ext cx="2769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>
                  <a:solidFill>
                    <a:schemeClr val="bg1"/>
                  </a:solidFill>
                </a:rPr>
                <a:t>2</a:t>
              </a:r>
              <a:endParaRPr lang="ko-KR" altLang="en-US" sz="8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5ECC30CC-B341-57D4-69C1-E0BD0FD9FA18}"/>
              </a:ext>
            </a:extLst>
          </p:cNvPr>
          <p:cNvSpPr/>
          <p:nvPr/>
        </p:nvSpPr>
        <p:spPr>
          <a:xfrm>
            <a:off x="3764739" y="6015384"/>
            <a:ext cx="1404125" cy="3955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E1903B02-25F0-A3FA-996D-077930701736}"/>
              </a:ext>
            </a:extLst>
          </p:cNvPr>
          <p:cNvGrpSpPr/>
          <p:nvPr/>
        </p:nvGrpSpPr>
        <p:grpSpPr>
          <a:xfrm>
            <a:off x="3622937" y="5901006"/>
            <a:ext cx="278101" cy="215444"/>
            <a:chOff x="4507293" y="1910946"/>
            <a:chExt cx="276910" cy="215444"/>
          </a:xfrm>
        </p:grpSpPr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D02BE56A-994D-33C1-5C7F-16E38B5040D9}"/>
                </a:ext>
              </a:extLst>
            </p:cNvPr>
            <p:cNvSpPr/>
            <p:nvPr/>
          </p:nvSpPr>
          <p:spPr>
            <a:xfrm>
              <a:off x="4536630" y="1922684"/>
              <a:ext cx="171278" cy="18690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BF6CB387-29A4-399B-5832-B04EC527993F}"/>
                </a:ext>
              </a:extLst>
            </p:cNvPr>
            <p:cNvSpPr txBox="1"/>
            <p:nvPr/>
          </p:nvSpPr>
          <p:spPr>
            <a:xfrm>
              <a:off x="4507293" y="1910946"/>
              <a:ext cx="2769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>
                  <a:solidFill>
                    <a:schemeClr val="bg1"/>
                  </a:solidFill>
                </a:rPr>
                <a:t>3</a:t>
              </a:r>
              <a:endParaRPr lang="ko-KR" altLang="en-US" sz="8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2B7B7785-EAF9-6CBC-7113-2D152F8983E1}"/>
              </a:ext>
            </a:extLst>
          </p:cNvPr>
          <p:cNvGrpSpPr/>
          <p:nvPr/>
        </p:nvGrpSpPr>
        <p:grpSpPr>
          <a:xfrm>
            <a:off x="5337223" y="2244549"/>
            <a:ext cx="278101" cy="215444"/>
            <a:chOff x="4507293" y="1910946"/>
            <a:chExt cx="276910" cy="215444"/>
          </a:xfrm>
        </p:grpSpPr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83252342-A2E4-78E6-4219-1F549A2B38A0}"/>
                </a:ext>
              </a:extLst>
            </p:cNvPr>
            <p:cNvSpPr/>
            <p:nvPr/>
          </p:nvSpPr>
          <p:spPr>
            <a:xfrm>
              <a:off x="4536630" y="1922684"/>
              <a:ext cx="171278" cy="18690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8748D78E-C521-3249-84D0-22CBA70902D4}"/>
                </a:ext>
              </a:extLst>
            </p:cNvPr>
            <p:cNvSpPr txBox="1"/>
            <p:nvPr/>
          </p:nvSpPr>
          <p:spPr>
            <a:xfrm>
              <a:off x="4507293" y="1910946"/>
              <a:ext cx="2769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>
                  <a:solidFill>
                    <a:schemeClr val="bg1"/>
                  </a:solidFill>
                </a:rPr>
                <a:t>1</a:t>
              </a:r>
              <a:endParaRPr lang="ko-KR" altLang="en-US" sz="8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A979652D-20CC-24E1-D6F7-D3CED87BCDF6}"/>
              </a:ext>
            </a:extLst>
          </p:cNvPr>
          <p:cNvGrpSpPr/>
          <p:nvPr/>
        </p:nvGrpSpPr>
        <p:grpSpPr>
          <a:xfrm>
            <a:off x="229377" y="3185378"/>
            <a:ext cx="390676" cy="215444"/>
            <a:chOff x="4458580" y="1910797"/>
            <a:chExt cx="389003" cy="215444"/>
          </a:xfrm>
        </p:grpSpPr>
        <p:sp>
          <p:nvSpPr>
            <p:cNvPr id="55" name="타원 54">
              <a:extLst>
                <a:ext uri="{FF2B5EF4-FFF2-40B4-BE49-F238E27FC236}">
                  <a16:creationId xmlns:a16="http://schemas.microsoft.com/office/drawing/2014/main" id="{14FEFE80-BBA6-5D21-A466-E0B8680C7A30}"/>
                </a:ext>
              </a:extLst>
            </p:cNvPr>
            <p:cNvSpPr/>
            <p:nvPr/>
          </p:nvSpPr>
          <p:spPr>
            <a:xfrm>
              <a:off x="4536630" y="1922684"/>
              <a:ext cx="171278" cy="18690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EE4E9FBA-2C73-5A56-EF46-7AE4613B9E82}"/>
                </a:ext>
              </a:extLst>
            </p:cNvPr>
            <p:cNvSpPr txBox="1"/>
            <p:nvPr/>
          </p:nvSpPr>
          <p:spPr>
            <a:xfrm>
              <a:off x="4458580" y="1910797"/>
              <a:ext cx="38900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>
                  <a:solidFill>
                    <a:schemeClr val="bg1"/>
                  </a:solidFill>
                </a:rPr>
                <a:t>1-1</a:t>
              </a:r>
              <a:endParaRPr lang="ko-KR" altLang="en-US" sz="8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17" name="그룹 116">
            <a:extLst>
              <a:ext uri="{FF2B5EF4-FFF2-40B4-BE49-F238E27FC236}">
                <a16:creationId xmlns:a16="http://schemas.microsoft.com/office/drawing/2014/main" id="{71BD1C58-E5BF-4B92-874F-F26090A5F01B}"/>
              </a:ext>
            </a:extLst>
          </p:cNvPr>
          <p:cNvGrpSpPr/>
          <p:nvPr/>
        </p:nvGrpSpPr>
        <p:grpSpPr>
          <a:xfrm>
            <a:off x="7981888" y="4275858"/>
            <a:ext cx="107734" cy="128557"/>
            <a:chOff x="6832816" y="5804014"/>
            <a:chExt cx="181612" cy="196325"/>
          </a:xfrm>
        </p:grpSpPr>
        <p:cxnSp>
          <p:nvCxnSpPr>
            <p:cNvPr id="118" name="직선 연결선 117">
              <a:extLst>
                <a:ext uri="{FF2B5EF4-FFF2-40B4-BE49-F238E27FC236}">
                  <a16:creationId xmlns:a16="http://schemas.microsoft.com/office/drawing/2014/main" id="{E990F402-D22D-4295-B280-935DE5A5C6D3}"/>
                </a:ext>
              </a:extLst>
            </p:cNvPr>
            <p:cNvCxnSpPr>
              <a:cxnSpLocks/>
            </p:cNvCxnSpPr>
            <p:nvPr/>
          </p:nvCxnSpPr>
          <p:spPr>
            <a:xfrm>
              <a:off x="6832816" y="5886918"/>
              <a:ext cx="76621" cy="113421"/>
            </a:xfrm>
            <a:prstGeom prst="line">
              <a:avLst/>
            </a:prstGeom>
            <a:ln>
              <a:solidFill>
                <a:srgbClr val="87B5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직선 연결선 118">
              <a:extLst>
                <a:ext uri="{FF2B5EF4-FFF2-40B4-BE49-F238E27FC236}">
                  <a16:creationId xmlns:a16="http://schemas.microsoft.com/office/drawing/2014/main" id="{F58C526C-52A7-4B9B-A588-B8158B0F43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00729" y="5804014"/>
              <a:ext cx="113699" cy="196325"/>
            </a:xfrm>
            <a:prstGeom prst="line">
              <a:avLst/>
            </a:prstGeom>
            <a:ln>
              <a:solidFill>
                <a:srgbClr val="87B5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84657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C11A62-FD33-0678-B7CE-12B418C35E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2B6BF98-21C5-61CC-B3D7-D2BEA55EF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13</a:t>
            </a:fld>
            <a:endParaRPr lang="ko-KR" altLang="en-US" dirty="0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75C1B74-4C3A-217C-95C5-F69C14ABE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A6618-D80D-4B7E-A45B-A31FDCA0FB45}" type="datetime1">
              <a:rPr lang="ko-KR" altLang="en-US" smtClean="0"/>
              <a:t>2026-01-15</a:t>
            </a:fld>
            <a:endParaRPr lang="ko-KR" altLang="en-US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CFB2D3D-FD1D-4B3A-E629-E0F14BB2FEE6}"/>
              </a:ext>
            </a:extLst>
          </p:cNvPr>
          <p:cNvSpPr txBox="1"/>
          <p:nvPr/>
        </p:nvSpPr>
        <p:spPr>
          <a:xfrm>
            <a:off x="992038" y="221039"/>
            <a:ext cx="13433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/>
              <a:t>출장자 등록</a:t>
            </a: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A38B3C3E-303F-00C3-2183-09E51E304AD9}"/>
              </a:ext>
            </a:extLst>
          </p:cNvPr>
          <p:cNvGrpSpPr/>
          <p:nvPr/>
        </p:nvGrpSpPr>
        <p:grpSpPr>
          <a:xfrm>
            <a:off x="281482" y="658704"/>
            <a:ext cx="8403442" cy="2694096"/>
            <a:chOff x="281482" y="658704"/>
            <a:chExt cx="8403442" cy="2694096"/>
          </a:xfrm>
        </p:grpSpPr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id="{1BCBDF1D-11C4-CC26-56A6-35BA71006D30}"/>
                </a:ext>
              </a:extLst>
            </p:cNvPr>
            <p:cNvGrpSpPr/>
            <p:nvPr/>
          </p:nvGrpSpPr>
          <p:grpSpPr>
            <a:xfrm>
              <a:off x="395415" y="1502938"/>
              <a:ext cx="8155462" cy="1849862"/>
              <a:chOff x="395415" y="1502938"/>
              <a:chExt cx="8155462" cy="1849862"/>
            </a:xfrm>
          </p:grpSpPr>
          <p:cxnSp>
            <p:nvCxnSpPr>
              <p:cNvPr id="50" name="직선 연결선 49">
                <a:extLst>
                  <a:ext uri="{FF2B5EF4-FFF2-40B4-BE49-F238E27FC236}">
                    <a16:creationId xmlns:a16="http://schemas.microsoft.com/office/drawing/2014/main" id="{8B770485-80C8-E883-96D1-E455AAEC459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41362" y="2479912"/>
                <a:ext cx="0" cy="263205"/>
              </a:xfrm>
              <a:prstGeom prst="line">
                <a:avLst/>
              </a:prstGeom>
              <a:ln w="9525"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1" name="직사각형 50">
                <a:extLst>
                  <a:ext uri="{FF2B5EF4-FFF2-40B4-BE49-F238E27FC236}">
                    <a16:creationId xmlns:a16="http://schemas.microsoft.com/office/drawing/2014/main" id="{CC36094F-9BCE-CD1F-71C1-4F3AC331A921}"/>
                  </a:ext>
                </a:extLst>
              </p:cNvPr>
              <p:cNvSpPr/>
              <p:nvPr/>
            </p:nvSpPr>
            <p:spPr>
              <a:xfrm>
                <a:off x="395417" y="1787611"/>
                <a:ext cx="8155460" cy="1565189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2" name="직사각형 51">
                <a:extLst>
                  <a:ext uri="{FF2B5EF4-FFF2-40B4-BE49-F238E27FC236}">
                    <a16:creationId xmlns:a16="http://schemas.microsoft.com/office/drawing/2014/main" id="{0B289374-1D88-B9FA-FD7D-31DB300A0312}"/>
                  </a:ext>
                </a:extLst>
              </p:cNvPr>
              <p:cNvSpPr/>
              <p:nvPr/>
            </p:nvSpPr>
            <p:spPr>
              <a:xfrm>
                <a:off x="526700" y="3006842"/>
                <a:ext cx="540000" cy="180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>
                    <a:solidFill>
                      <a:schemeClr val="tx1"/>
                    </a:solidFill>
                  </a:rPr>
                  <a:t>출장자</a:t>
                </a:r>
              </a:p>
            </p:txBody>
          </p:sp>
          <p:sp>
            <p:nvSpPr>
              <p:cNvPr id="53" name="직사각형 52">
                <a:extLst>
                  <a:ext uri="{FF2B5EF4-FFF2-40B4-BE49-F238E27FC236}">
                    <a16:creationId xmlns:a16="http://schemas.microsoft.com/office/drawing/2014/main" id="{F851F808-57AC-3F4A-3CA1-39353FA885BD}"/>
                  </a:ext>
                </a:extLst>
              </p:cNvPr>
              <p:cNvSpPr/>
              <p:nvPr/>
            </p:nvSpPr>
            <p:spPr>
              <a:xfrm>
                <a:off x="7248542" y="2362206"/>
                <a:ext cx="1080000" cy="50400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>
                    <a:solidFill>
                      <a:schemeClr val="bg1"/>
                    </a:solidFill>
                  </a:rPr>
                  <a:t>검색</a:t>
                </a:r>
              </a:p>
            </p:txBody>
          </p:sp>
          <p:grpSp>
            <p:nvGrpSpPr>
              <p:cNvPr id="54" name="그룹 53">
                <a:extLst>
                  <a:ext uri="{FF2B5EF4-FFF2-40B4-BE49-F238E27FC236}">
                    <a16:creationId xmlns:a16="http://schemas.microsoft.com/office/drawing/2014/main" id="{6CC5C363-15A9-220E-FD1B-F9F470233788}"/>
                  </a:ext>
                </a:extLst>
              </p:cNvPr>
              <p:cNvGrpSpPr/>
              <p:nvPr/>
            </p:nvGrpSpPr>
            <p:grpSpPr>
              <a:xfrm>
                <a:off x="527220" y="2034332"/>
                <a:ext cx="1383795" cy="180613"/>
                <a:chOff x="527220" y="2034332"/>
                <a:chExt cx="1383795" cy="180613"/>
              </a:xfrm>
            </p:grpSpPr>
            <p:grpSp>
              <p:nvGrpSpPr>
                <p:cNvPr id="78" name="그룹 77">
                  <a:extLst>
                    <a:ext uri="{FF2B5EF4-FFF2-40B4-BE49-F238E27FC236}">
                      <a16:creationId xmlns:a16="http://schemas.microsoft.com/office/drawing/2014/main" id="{E2A60E41-A968-9824-D3A0-D35A4BC7FF39}"/>
                    </a:ext>
                  </a:extLst>
                </p:cNvPr>
                <p:cNvGrpSpPr/>
                <p:nvPr/>
              </p:nvGrpSpPr>
              <p:grpSpPr>
                <a:xfrm>
                  <a:off x="527220" y="2034332"/>
                  <a:ext cx="390676" cy="180613"/>
                  <a:chOff x="601362" y="2034332"/>
                  <a:chExt cx="390676" cy="180613"/>
                </a:xfrm>
              </p:grpSpPr>
              <p:sp>
                <p:nvSpPr>
                  <p:cNvPr id="81" name="직사각형 80">
                    <a:extLst>
                      <a:ext uri="{FF2B5EF4-FFF2-40B4-BE49-F238E27FC236}">
                        <a16:creationId xmlns:a16="http://schemas.microsoft.com/office/drawing/2014/main" id="{659281B3-5D8F-24B0-7838-8F8DFEBD678E}"/>
                      </a:ext>
                    </a:extLst>
                  </p:cNvPr>
                  <p:cNvSpPr/>
                  <p:nvPr/>
                </p:nvSpPr>
                <p:spPr>
                  <a:xfrm>
                    <a:off x="601362" y="2034332"/>
                    <a:ext cx="390676" cy="1800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800" dirty="0">
                        <a:solidFill>
                          <a:schemeClr val="tx1"/>
                        </a:solidFill>
                      </a:rPr>
                      <a:t>왕복</a:t>
                    </a:r>
                  </a:p>
                </p:txBody>
              </p:sp>
              <p:cxnSp>
                <p:nvCxnSpPr>
                  <p:cNvPr id="82" name="직선 연결선 81">
                    <a:extLst>
                      <a:ext uri="{FF2B5EF4-FFF2-40B4-BE49-F238E27FC236}">
                        <a16:creationId xmlns:a16="http://schemas.microsoft.com/office/drawing/2014/main" id="{08FD9166-2C36-76EB-8328-C2F5910A51A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81210" y="2214945"/>
                    <a:ext cx="230981" cy="0"/>
                  </a:xfrm>
                  <a:prstGeom prst="line">
                    <a:avLst/>
                  </a:prstGeom>
                  <a:ln w="9525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79" name="직사각형 78">
                  <a:extLst>
                    <a:ext uri="{FF2B5EF4-FFF2-40B4-BE49-F238E27FC236}">
                      <a16:creationId xmlns:a16="http://schemas.microsoft.com/office/drawing/2014/main" id="{7EA95D29-A2D6-F25F-026B-DF70BC447E3B}"/>
                    </a:ext>
                  </a:extLst>
                </p:cNvPr>
                <p:cNvSpPr/>
                <p:nvPr/>
              </p:nvSpPr>
              <p:spPr>
                <a:xfrm>
                  <a:off x="985835" y="2034332"/>
                  <a:ext cx="390676" cy="180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 dirty="0">
                      <a:solidFill>
                        <a:schemeClr val="bg1">
                          <a:lumMod val="50000"/>
                        </a:schemeClr>
                      </a:solidFill>
                    </a:rPr>
                    <a:t>편도</a:t>
                  </a:r>
                </a:p>
              </p:txBody>
            </p:sp>
            <p:sp>
              <p:nvSpPr>
                <p:cNvPr id="80" name="직사각형 79">
                  <a:extLst>
                    <a:ext uri="{FF2B5EF4-FFF2-40B4-BE49-F238E27FC236}">
                      <a16:creationId xmlns:a16="http://schemas.microsoft.com/office/drawing/2014/main" id="{DF1C94F1-D8D0-7093-CFA9-0E78B3DD115A}"/>
                    </a:ext>
                  </a:extLst>
                </p:cNvPr>
                <p:cNvSpPr/>
                <p:nvPr/>
              </p:nvSpPr>
              <p:spPr>
                <a:xfrm>
                  <a:off x="1370307" y="2034332"/>
                  <a:ext cx="540708" cy="180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 dirty="0" err="1">
                      <a:solidFill>
                        <a:schemeClr val="bg1">
                          <a:lumMod val="50000"/>
                        </a:schemeClr>
                      </a:solidFill>
                    </a:rPr>
                    <a:t>다구간</a:t>
                  </a:r>
                  <a:endParaRPr lang="ko-KR" altLang="en-US" sz="800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p:grpSp>
          <p:grpSp>
            <p:nvGrpSpPr>
              <p:cNvPr id="55" name="그룹 54">
                <a:extLst>
                  <a:ext uri="{FF2B5EF4-FFF2-40B4-BE49-F238E27FC236}">
                    <a16:creationId xmlns:a16="http://schemas.microsoft.com/office/drawing/2014/main" id="{9EAEA6DF-6E5F-EF86-8D1C-912272D800AD}"/>
                  </a:ext>
                </a:extLst>
              </p:cNvPr>
              <p:cNvGrpSpPr/>
              <p:nvPr/>
            </p:nvGrpSpPr>
            <p:grpSpPr>
              <a:xfrm>
                <a:off x="2335411" y="2026507"/>
                <a:ext cx="832987" cy="180000"/>
                <a:chOff x="2335411" y="2026507"/>
                <a:chExt cx="832987" cy="180000"/>
              </a:xfrm>
            </p:grpSpPr>
            <p:sp>
              <p:nvSpPr>
                <p:cNvPr id="76" name="직사각형 75">
                  <a:extLst>
                    <a:ext uri="{FF2B5EF4-FFF2-40B4-BE49-F238E27FC236}">
                      <a16:creationId xmlns:a16="http://schemas.microsoft.com/office/drawing/2014/main" id="{6FFACFE9-9EB9-4ED3-A321-A361444B508C}"/>
                    </a:ext>
                  </a:extLst>
                </p:cNvPr>
                <p:cNvSpPr/>
                <p:nvPr/>
              </p:nvSpPr>
              <p:spPr>
                <a:xfrm>
                  <a:off x="2393248" y="2026507"/>
                  <a:ext cx="775150" cy="180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 dirty="0">
                      <a:solidFill>
                        <a:schemeClr val="tx1"/>
                      </a:solidFill>
                    </a:rPr>
                    <a:t>직항만 검색</a:t>
                  </a:r>
                </a:p>
              </p:txBody>
            </p:sp>
            <p:sp>
              <p:nvSpPr>
                <p:cNvPr id="77" name="직사각형 76">
                  <a:extLst>
                    <a:ext uri="{FF2B5EF4-FFF2-40B4-BE49-F238E27FC236}">
                      <a16:creationId xmlns:a16="http://schemas.microsoft.com/office/drawing/2014/main" id="{3008F0AD-7E8C-FE3A-422A-8600469949B5}"/>
                    </a:ext>
                  </a:extLst>
                </p:cNvPr>
                <p:cNvSpPr/>
                <p:nvPr/>
              </p:nvSpPr>
              <p:spPr>
                <a:xfrm>
                  <a:off x="2335411" y="2058842"/>
                  <a:ext cx="115330" cy="11533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accent6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56" name="직사각형 55">
                <a:extLst>
                  <a:ext uri="{FF2B5EF4-FFF2-40B4-BE49-F238E27FC236}">
                    <a16:creationId xmlns:a16="http://schemas.microsoft.com/office/drawing/2014/main" id="{51EA7F03-AA3A-F46D-DE67-B11CBA2B5FB0}"/>
                  </a:ext>
                </a:extLst>
              </p:cNvPr>
              <p:cNvSpPr/>
              <p:nvPr/>
            </p:nvSpPr>
            <p:spPr>
              <a:xfrm>
                <a:off x="601362" y="2365392"/>
                <a:ext cx="6480000" cy="504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grpSp>
            <p:nvGrpSpPr>
              <p:cNvPr id="57" name="그룹 56">
                <a:extLst>
                  <a:ext uri="{FF2B5EF4-FFF2-40B4-BE49-F238E27FC236}">
                    <a16:creationId xmlns:a16="http://schemas.microsoft.com/office/drawing/2014/main" id="{D38F080C-CFF4-0A8E-EBA8-1A7A321CCDC2}"/>
                  </a:ext>
                </a:extLst>
              </p:cNvPr>
              <p:cNvGrpSpPr/>
              <p:nvPr/>
            </p:nvGrpSpPr>
            <p:grpSpPr>
              <a:xfrm>
                <a:off x="869155" y="2487152"/>
                <a:ext cx="2658079" cy="248804"/>
                <a:chOff x="869155" y="2487152"/>
                <a:chExt cx="2658079" cy="248804"/>
              </a:xfrm>
            </p:grpSpPr>
            <p:sp>
              <p:nvSpPr>
                <p:cNvPr id="69" name="직사각형 68">
                  <a:extLst>
                    <a:ext uri="{FF2B5EF4-FFF2-40B4-BE49-F238E27FC236}">
                      <a16:creationId xmlns:a16="http://schemas.microsoft.com/office/drawing/2014/main" id="{998A54D3-36F3-8111-D77C-CE522C8C3A55}"/>
                    </a:ext>
                  </a:extLst>
                </p:cNvPr>
                <p:cNvSpPr/>
                <p:nvPr/>
              </p:nvSpPr>
              <p:spPr>
                <a:xfrm>
                  <a:off x="869155" y="2524206"/>
                  <a:ext cx="944880" cy="18000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 dirty="0">
                      <a:solidFill>
                        <a:schemeClr val="tx1"/>
                      </a:solidFill>
                    </a:rPr>
                    <a:t>서울</a:t>
                  </a:r>
                  <a:r>
                    <a:rPr lang="en-US" altLang="ko-KR" sz="800" dirty="0">
                      <a:solidFill>
                        <a:schemeClr val="tx1"/>
                      </a:solidFill>
                    </a:rPr>
                    <a:t>/</a:t>
                  </a:r>
                  <a:r>
                    <a:rPr lang="ko-KR" altLang="en-US" sz="800" dirty="0">
                      <a:solidFill>
                        <a:schemeClr val="tx1"/>
                      </a:solidFill>
                    </a:rPr>
                    <a:t>인천</a:t>
                  </a:r>
                  <a:r>
                    <a:rPr lang="en-US" altLang="ko-KR" sz="800" dirty="0">
                      <a:solidFill>
                        <a:schemeClr val="tx1"/>
                      </a:solidFill>
                    </a:rPr>
                    <a:t>(ICN)</a:t>
                  </a:r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70" name="그룹 69">
                  <a:extLst>
                    <a:ext uri="{FF2B5EF4-FFF2-40B4-BE49-F238E27FC236}">
                      <a16:creationId xmlns:a16="http://schemas.microsoft.com/office/drawing/2014/main" id="{2DA2C7B5-E0FF-7688-E186-6E4D40D3EA43}"/>
                    </a:ext>
                  </a:extLst>
                </p:cNvPr>
                <p:cNvGrpSpPr/>
                <p:nvPr/>
              </p:nvGrpSpPr>
              <p:grpSpPr>
                <a:xfrm>
                  <a:off x="1721548" y="2487152"/>
                  <a:ext cx="944880" cy="248804"/>
                  <a:chOff x="1911015" y="2455402"/>
                  <a:chExt cx="944880" cy="248804"/>
                </a:xfrm>
              </p:grpSpPr>
              <p:sp>
                <p:nvSpPr>
                  <p:cNvPr id="74" name="직사각형 73">
                    <a:extLst>
                      <a:ext uri="{FF2B5EF4-FFF2-40B4-BE49-F238E27FC236}">
                        <a16:creationId xmlns:a16="http://schemas.microsoft.com/office/drawing/2014/main" id="{4BC2E924-DADF-F372-1F81-B3ECDA582F0F}"/>
                      </a:ext>
                    </a:extLst>
                  </p:cNvPr>
                  <p:cNvSpPr/>
                  <p:nvPr/>
                </p:nvSpPr>
                <p:spPr>
                  <a:xfrm>
                    <a:off x="1911015" y="2524206"/>
                    <a:ext cx="944880" cy="1800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800" dirty="0">
                        <a:solidFill>
                          <a:schemeClr val="tx1"/>
                        </a:solidFill>
                      </a:rPr>
                      <a:t>←</a:t>
                    </a:r>
                  </a:p>
                </p:txBody>
              </p:sp>
              <p:sp>
                <p:nvSpPr>
                  <p:cNvPr id="75" name="직사각형 74">
                    <a:extLst>
                      <a:ext uri="{FF2B5EF4-FFF2-40B4-BE49-F238E27FC236}">
                        <a16:creationId xmlns:a16="http://schemas.microsoft.com/office/drawing/2014/main" id="{285CD921-A11B-1FF7-E45A-B829554FCF55}"/>
                      </a:ext>
                    </a:extLst>
                  </p:cNvPr>
                  <p:cNvSpPr/>
                  <p:nvPr/>
                </p:nvSpPr>
                <p:spPr>
                  <a:xfrm>
                    <a:off x="1911015" y="2455402"/>
                    <a:ext cx="944880" cy="1800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800" dirty="0">
                        <a:solidFill>
                          <a:schemeClr val="tx1"/>
                        </a:solidFill>
                      </a:rPr>
                      <a:t>→</a:t>
                    </a:r>
                  </a:p>
                </p:txBody>
              </p:sp>
            </p:grpSp>
            <p:sp>
              <p:nvSpPr>
                <p:cNvPr id="73" name="직사각형 72">
                  <a:extLst>
                    <a:ext uri="{FF2B5EF4-FFF2-40B4-BE49-F238E27FC236}">
                      <a16:creationId xmlns:a16="http://schemas.microsoft.com/office/drawing/2014/main" id="{1B7FC5EF-A14C-5FB9-01EF-8B915EA899BC}"/>
                    </a:ext>
                  </a:extLst>
                </p:cNvPr>
                <p:cNvSpPr/>
                <p:nvPr/>
              </p:nvSpPr>
              <p:spPr>
                <a:xfrm>
                  <a:off x="2582354" y="2524206"/>
                  <a:ext cx="944880" cy="18000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 dirty="0">
                      <a:solidFill>
                        <a:schemeClr val="bg2">
                          <a:lumMod val="50000"/>
                        </a:schemeClr>
                      </a:solidFill>
                    </a:rPr>
                    <a:t>도착지</a:t>
                  </a:r>
                </a:p>
              </p:txBody>
            </p:sp>
          </p:grpSp>
          <p:sp>
            <p:nvSpPr>
              <p:cNvPr id="58" name="직사각형 57">
                <a:extLst>
                  <a:ext uri="{FF2B5EF4-FFF2-40B4-BE49-F238E27FC236}">
                    <a16:creationId xmlns:a16="http://schemas.microsoft.com/office/drawing/2014/main" id="{E555D9D6-3D30-2C6F-42BC-94C44A3BED3D}"/>
                  </a:ext>
                </a:extLst>
              </p:cNvPr>
              <p:cNvSpPr/>
              <p:nvPr/>
            </p:nvSpPr>
            <p:spPr>
              <a:xfrm>
                <a:off x="4177014" y="2524206"/>
                <a:ext cx="94488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>
                    <a:solidFill>
                      <a:schemeClr val="bg2">
                        <a:lumMod val="50000"/>
                      </a:schemeClr>
                    </a:solidFill>
                  </a:rPr>
                  <a:t>여행일정</a:t>
                </a:r>
              </a:p>
            </p:txBody>
          </p:sp>
          <p:sp>
            <p:nvSpPr>
              <p:cNvPr id="59" name="직사각형 58">
                <a:extLst>
                  <a:ext uri="{FF2B5EF4-FFF2-40B4-BE49-F238E27FC236}">
                    <a16:creationId xmlns:a16="http://schemas.microsoft.com/office/drawing/2014/main" id="{079463AB-A44A-3EC2-D0B1-77FEF7853F4D}"/>
                  </a:ext>
                </a:extLst>
              </p:cNvPr>
              <p:cNvSpPr/>
              <p:nvPr/>
            </p:nvSpPr>
            <p:spPr>
              <a:xfrm>
                <a:off x="5797013" y="2524206"/>
                <a:ext cx="94488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>
                    <a:solidFill>
                      <a:schemeClr val="tx1"/>
                    </a:solidFill>
                  </a:rPr>
                  <a:t>인원 </a:t>
                </a:r>
                <a:r>
                  <a:rPr lang="en-US" altLang="ko-KR" sz="800" dirty="0">
                    <a:solidFill>
                      <a:schemeClr val="tx1"/>
                    </a:solidFill>
                  </a:rPr>
                  <a:t>1 · </a:t>
                </a:r>
                <a:r>
                  <a:rPr lang="ko-KR" altLang="en-US" sz="800" dirty="0">
                    <a:solidFill>
                      <a:schemeClr val="tx1"/>
                    </a:solidFill>
                  </a:rPr>
                  <a:t>일반석</a:t>
                </a:r>
              </a:p>
            </p:txBody>
          </p:sp>
          <p:cxnSp>
            <p:nvCxnSpPr>
              <p:cNvPr id="60" name="직선 연결선 59">
                <a:extLst>
                  <a:ext uri="{FF2B5EF4-FFF2-40B4-BE49-F238E27FC236}">
                    <a16:creationId xmlns:a16="http://schemas.microsoft.com/office/drawing/2014/main" id="{A3A65E9F-05EA-948E-AD64-F945CD29CB2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57545" y="2487698"/>
                <a:ext cx="0" cy="263205"/>
              </a:xfrm>
              <a:prstGeom prst="line">
                <a:avLst/>
              </a:prstGeom>
              <a:ln w="9525"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61" name="직선 연결선 60">
                <a:extLst>
                  <a:ext uri="{FF2B5EF4-FFF2-40B4-BE49-F238E27FC236}">
                    <a16:creationId xmlns:a16="http://schemas.microsoft.com/office/drawing/2014/main" id="{ED113B82-C3BF-1C11-311B-FCDEE1C38EB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41362" y="2485790"/>
                <a:ext cx="0" cy="263205"/>
              </a:xfrm>
              <a:prstGeom prst="line">
                <a:avLst/>
              </a:prstGeom>
              <a:ln w="9525"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62" name="그룹 61">
                <a:extLst>
                  <a:ext uri="{FF2B5EF4-FFF2-40B4-BE49-F238E27FC236}">
                    <a16:creationId xmlns:a16="http://schemas.microsoft.com/office/drawing/2014/main" id="{8EE2AC25-2F04-7F16-6294-816F8AC05AA4}"/>
                  </a:ext>
                </a:extLst>
              </p:cNvPr>
              <p:cNvGrpSpPr/>
              <p:nvPr/>
            </p:nvGrpSpPr>
            <p:grpSpPr>
              <a:xfrm>
                <a:off x="395415" y="1502938"/>
                <a:ext cx="4697636" cy="288000"/>
                <a:chOff x="395415" y="1502938"/>
                <a:chExt cx="4697636" cy="288000"/>
              </a:xfrm>
            </p:grpSpPr>
            <p:sp>
              <p:nvSpPr>
                <p:cNvPr id="66" name="직사각형 65">
                  <a:extLst>
                    <a:ext uri="{FF2B5EF4-FFF2-40B4-BE49-F238E27FC236}">
                      <a16:creationId xmlns:a16="http://schemas.microsoft.com/office/drawing/2014/main" id="{8CA605DE-C382-B99F-0B14-309E44D33502}"/>
                    </a:ext>
                  </a:extLst>
                </p:cNvPr>
                <p:cNvSpPr/>
                <p:nvPr/>
              </p:nvSpPr>
              <p:spPr>
                <a:xfrm>
                  <a:off x="395415" y="1502938"/>
                  <a:ext cx="1566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accent6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00" dirty="0">
                      <a:solidFill>
                        <a:schemeClr val="tx1"/>
                      </a:solidFill>
                    </a:rPr>
                    <a:t>국제선</a:t>
                  </a:r>
                </a:p>
              </p:txBody>
            </p:sp>
            <p:sp>
              <p:nvSpPr>
                <p:cNvPr id="67" name="직사각형 66">
                  <a:extLst>
                    <a:ext uri="{FF2B5EF4-FFF2-40B4-BE49-F238E27FC236}">
                      <a16:creationId xmlns:a16="http://schemas.microsoft.com/office/drawing/2014/main" id="{0649D429-4316-F9B6-FEED-86AE6EAB06ED}"/>
                    </a:ext>
                  </a:extLst>
                </p:cNvPr>
                <p:cNvSpPr/>
                <p:nvPr/>
              </p:nvSpPr>
              <p:spPr>
                <a:xfrm>
                  <a:off x="3527051" y="1502938"/>
                  <a:ext cx="1566000" cy="288000"/>
                </a:xfrm>
                <a:prstGeom prst="rect">
                  <a:avLst/>
                </a:prstGeom>
                <a:solidFill>
                  <a:schemeClr val="bg2">
                    <a:lumMod val="50000"/>
                  </a:schemeClr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accent6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00" dirty="0">
                      <a:solidFill>
                        <a:schemeClr val="bg1"/>
                      </a:solidFill>
                    </a:rPr>
                    <a:t>예약내역</a:t>
                  </a:r>
                </a:p>
              </p:txBody>
            </p:sp>
            <p:sp>
              <p:nvSpPr>
                <p:cNvPr id="68" name="직사각형 67">
                  <a:extLst>
                    <a:ext uri="{FF2B5EF4-FFF2-40B4-BE49-F238E27FC236}">
                      <a16:creationId xmlns:a16="http://schemas.microsoft.com/office/drawing/2014/main" id="{880EFA2F-27B8-8300-F474-44AA381F3D0F}"/>
                    </a:ext>
                  </a:extLst>
                </p:cNvPr>
                <p:cNvSpPr/>
                <p:nvPr/>
              </p:nvSpPr>
              <p:spPr>
                <a:xfrm>
                  <a:off x="1961234" y="1502938"/>
                  <a:ext cx="1566000" cy="288000"/>
                </a:xfrm>
                <a:prstGeom prst="rect">
                  <a:avLst/>
                </a:prstGeom>
                <a:solidFill>
                  <a:schemeClr val="bg2">
                    <a:lumMod val="50000"/>
                  </a:schemeClr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accent6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00" dirty="0">
                      <a:solidFill>
                        <a:schemeClr val="bg1"/>
                      </a:solidFill>
                    </a:rPr>
                    <a:t>국내선</a:t>
                  </a:r>
                </a:p>
              </p:txBody>
            </p:sp>
          </p:grpSp>
          <p:sp>
            <p:nvSpPr>
              <p:cNvPr id="63" name="직사각형 62">
                <a:extLst>
                  <a:ext uri="{FF2B5EF4-FFF2-40B4-BE49-F238E27FC236}">
                    <a16:creationId xmlns:a16="http://schemas.microsoft.com/office/drawing/2014/main" id="{CF012FBD-34EA-5654-7EC2-F38743329FDE}"/>
                  </a:ext>
                </a:extLst>
              </p:cNvPr>
              <p:cNvSpPr/>
              <p:nvPr/>
            </p:nvSpPr>
            <p:spPr>
              <a:xfrm>
                <a:off x="1136661" y="3005020"/>
                <a:ext cx="864000" cy="180000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dirty="0">
                    <a:solidFill>
                      <a:schemeClr val="bg1"/>
                    </a:solidFill>
                  </a:rPr>
                  <a:t>+ </a:t>
                </a:r>
                <a:r>
                  <a:rPr lang="ko-KR" altLang="en-US" sz="800" dirty="0">
                    <a:solidFill>
                      <a:schemeClr val="bg1"/>
                    </a:solidFill>
                  </a:rPr>
                  <a:t>출장자 등록</a:t>
                </a:r>
              </a:p>
            </p:txBody>
          </p:sp>
        </p:grp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FADABB8D-2F54-572B-25BD-1056A98D4F6E}"/>
                </a:ext>
              </a:extLst>
            </p:cNvPr>
            <p:cNvSpPr/>
            <p:nvPr/>
          </p:nvSpPr>
          <p:spPr>
            <a:xfrm>
              <a:off x="281482" y="658704"/>
              <a:ext cx="896814" cy="46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</a:rPr>
                <a:t>SM C&amp;C</a:t>
              </a:r>
              <a:endParaRPr lang="ko-KR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E8C405BB-CCF2-BF50-223B-A904DE268385}"/>
                </a:ext>
              </a:extLst>
            </p:cNvPr>
            <p:cNvSpPr/>
            <p:nvPr/>
          </p:nvSpPr>
          <p:spPr>
            <a:xfrm>
              <a:off x="1354203" y="658704"/>
              <a:ext cx="5705004" cy="46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b="1" dirty="0">
                  <a:ln w="0"/>
                  <a:solidFill>
                    <a:schemeClr val="tx1"/>
                  </a:solidFill>
                </a:rPr>
                <a:t>항공</a:t>
              </a:r>
              <a:r>
                <a:rPr lang="en-US" altLang="ko-KR" sz="1200" dirty="0">
                  <a:ln w="0"/>
                  <a:solidFill>
                    <a:schemeClr val="tx1"/>
                  </a:solidFill>
                </a:rPr>
                <a:t>	</a:t>
              </a:r>
              <a:r>
                <a:rPr lang="ko-KR" altLang="en-US" sz="1200" dirty="0">
                  <a:ln w="0"/>
                  <a:solidFill>
                    <a:schemeClr val="tx1"/>
                  </a:solidFill>
                </a:rPr>
                <a:t>호텔</a:t>
              </a:r>
              <a:r>
                <a:rPr lang="en-US" altLang="ko-KR" sz="1200" dirty="0">
                  <a:ln w="0"/>
                  <a:solidFill>
                    <a:schemeClr val="tx1"/>
                  </a:solidFill>
                </a:rPr>
                <a:t>	</a:t>
              </a:r>
              <a:r>
                <a:rPr lang="ko-KR" altLang="en-US" sz="1200" dirty="0">
                  <a:ln w="0"/>
                  <a:solidFill>
                    <a:schemeClr val="tx1"/>
                  </a:solidFill>
                </a:rPr>
                <a:t>요청</a:t>
              </a:r>
              <a:endParaRPr lang="ko-KR" altLang="en-US" sz="1200" dirty="0"/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AEC03B13-5FE4-3ECC-C274-9223A87A12A1}"/>
                </a:ext>
              </a:extLst>
            </p:cNvPr>
            <p:cNvSpPr/>
            <p:nvPr/>
          </p:nvSpPr>
          <p:spPr>
            <a:xfrm>
              <a:off x="7235113" y="658704"/>
              <a:ext cx="1449811" cy="46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ln w="0"/>
                  <a:solidFill>
                    <a:schemeClr val="tx1"/>
                  </a:solidFill>
                </a:rPr>
                <a:t>마이페이지</a:t>
              </a:r>
              <a:r>
                <a:rPr lang="en-US" altLang="ko-KR" sz="1000" dirty="0">
                  <a:ln w="0"/>
                  <a:solidFill>
                    <a:schemeClr val="tx1"/>
                  </a:solidFill>
                </a:rPr>
                <a:t> </a:t>
              </a:r>
              <a:r>
                <a:rPr lang="ko-KR" altLang="en-US" sz="1000" dirty="0">
                  <a:ln w="0"/>
                  <a:solidFill>
                    <a:schemeClr val="tx1"/>
                  </a:solidFill>
                </a:rPr>
                <a:t>로그아웃</a:t>
              </a:r>
              <a:endParaRPr lang="ko-KR" altLang="en-US" sz="1000" dirty="0"/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09B7DF80-5F47-B3F6-0F72-B52D5AC5D5C3}"/>
                </a:ext>
              </a:extLst>
            </p:cNvPr>
            <p:cNvSpPr/>
            <p:nvPr/>
          </p:nvSpPr>
          <p:spPr>
            <a:xfrm>
              <a:off x="1136902" y="3005020"/>
              <a:ext cx="863760" cy="18423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26FDEEFC-B7AD-9342-760F-D4AB11E9BEC5}"/>
              </a:ext>
            </a:extLst>
          </p:cNvPr>
          <p:cNvSpPr/>
          <p:nvPr/>
        </p:nvSpPr>
        <p:spPr>
          <a:xfrm>
            <a:off x="106455" y="598532"/>
            <a:ext cx="8707394" cy="6103610"/>
          </a:xfrm>
          <a:prstGeom prst="rect">
            <a:avLst/>
          </a:prstGeom>
          <a:solidFill>
            <a:schemeClr val="tx1">
              <a:lumMod val="85000"/>
              <a:lumOff val="1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91" name="직선 화살표 연결선 190">
            <a:extLst>
              <a:ext uri="{FF2B5EF4-FFF2-40B4-BE49-F238E27FC236}">
                <a16:creationId xmlns:a16="http://schemas.microsoft.com/office/drawing/2014/main" id="{19C3572B-AB39-5747-104D-5B24D6998899}"/>
              </a:ext>
            </a:extLst>
          </p:cNvPr>
          <p:cNvCxnSpPr/>
          <p:nvPr/>
        </p:nvCxnSpPr>
        <p:spPr>
          <a:xfrm>
            <a:off x="2000661" y="3183033"/>
            <a:ext cx="427388" cy="42738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B04D85EF-BBEE-4681-9B52-86051E48A6C8}"/>
              </a:ext>
            </a:extLst>
          </p:cNvPr>
          <p:cNvGrpSpPr/>
          <p:nvPr/>
        </p:nvGrpSpPr>
        <p:grpSpPr>
          <a:xfrm>
            <a:off x="1003483" y="2876336"/>
            <a:ext cx="276910" cy="215444"/>
            <a:chOff x="4507293" y="1910946"/>
            <a:chExt cx="276910" cy="215444"/>
          </a:xfrm>
        </p:grpSpPr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9384EBF2-D205-86E4-CA7B-C3A1BB0AEA2E}"/>
                </a:ext>
              </a:extLst>
            </p:cNvPr>
            <p:cNvSpPr/>
            <p:nvPr/>
          </p:nvSpPr>
          <p:spPr>
            <a:xfrm>
              <a:off x="4536630" y="1922684"/>
              <a:ext cx="171278" cy="18690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F34AAAB-9CD6-E230-8878-584F1B47573D}"/>
                </a:ext>
              </a:extLst>
            </p:cNvPr>
            <p:cNvSpPr txBox="1"/>
            <p:nvPr/>
          </p:nvSpPr>
          <p:spPr>
            <a:xfrm>
              <a:off x="4507293" y="1910946"/>
              <a:ext cx="2769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>
                  <a:solidFill>
                    <a:schemeClr val="bg1"/>
                  </a:solidFill>
                </a:rPr>
                <a:t>1</a:t>
              </a:r>
              <a:endParaRPr lang="ko-KR" altLang="en-US" sz="8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237680DD-2982-D5B9-108D-397D70EBC8CE}"/>
              </a:ext>
            </a:extLst>
          </p:cNvPr>
          <p:cNvGrpSpPr/>
          <p:nvPr/>
        </p:nvGrpSpPr>
        <p:grpSpPr>
          <a:xfrm>
            <a:off x="385765" y="2875853"/>
            <a:ext cx="476784" cy="215444"/>
            <a:chOff x="4456371" y="1910946"/>
            <a:chExt cx="476784" cy="215444"/>
          </a:xfrm>
        </p:grpSpPr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9E14AA49-EF81-0483-550D-A88EE16B5AF8}"/>
                </a:ext>
              </a:extLst>
            </p:cNvPr>
            <p:cNvSpPr/>
            <p:nvPr/>
          </p:nvSpPr>
          <p:spPr>
            <a:xfrm>
              <a:off x="4536630" y="1922684"/>
              <a:ext cx="171278" cy="18690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A60D45D9-D45F-5522-B86E-67352AC1306A}"/>
                </a:ext>
              </a:extLst>
            </p:cNvPr>
            <p:cNvSpPr txBox="1"/>
            <p:nvPr/>
          </p:nvSpPr>
          <p:spPr>
            <a:xfrm>
              <a:off x="4456371" y="1910946"/>
              <a:ext cx="47678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>
                  <a:solidFill>
                    <a:schemeClr val="bg1"/>
                  </a:solidFill>
                </a:rPr>
                <a:t>1-2</a:t>
              </a:r>
              <a:endParaRPr lang="ko-KR" altLang="en-US" sz="800" b="1" dirty="0">
                <a:solidFill>
                  <a:schemeClr val="bg1"/>
                </a:solidFill>
              </a:endParaRPr>
            </a:p>
          </p:txBody>
        </p:sp>
      </p:grpSp>
      <p:graphicFrame>
        <p:nvGraphicFramePr>
          <p:cNvPr id="34" name="표 33">
            <a:extLst>
              <a:ext uri="{FF2B5EF4-FFF2-40B4-BE49-F238E27FC236}">
                <a16:creationId xmlns:a16="http://schemas.microsoft.com/office/drawing/2014/main" id="{62CA3B29-8BFF-D76F-0BBA-C8379B9357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1744533"/>
              </p:ext>
            </p:extLst>
          </p:nvPr>
        </p:nvGraphicFramePr>
        <p:xfrm>
          <a:off x="8903862" y="89351"/>
          <a:ext cx="3208784" cy="4203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694">
                  <a:extLst>
                    <a:ext uri="{9D8B030D-6E8A-4147-A177-3AD203B41FA5}">
                      <a16:colId xmlns:a16="http://schemas.microsoft.com/office/drawing/2014/main" val="449230696"/>
                    </a:ext>
                  </a:extLst>
                </a:gridCol>
                <a:gridCol w="2935090">
                  <a:extLst>
                    <a:ext uri="{9D8B030D-6E8A-4147-A177-3AD203B41FA5}">
                      <a16:colId xmlns:a16="http://schemas.microsoft.com/office/drawing/2014/main" val="934294675"/>
                    </a:ext>
                  </a:extLst>
                </a:gridCol>
              </a:tblGrid>
              <a:tr h="323687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0687550"/>
                  </a:ext>
                </a:extLst>
              </a:tr>
              <a:tr h="272123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ko-KR" altLang="en-US" sz="900" b="0" dirty="0"/>
                        <a:t>출장자 등록 할 수 있는 팝업 창 </a:t>
                      </a:r>
                      <a:endParaRPr lang="en-US" altLang="ko-KR" sz="900" b="0" dirty="0"/>
                    </a:p>
                    <a:p>
                      <a:pPr algn="l" latinLnBrk="1"/>
                      <a:r>
                        <a:rPr lang="en-US" altLang="ko-KR" sz="900" b="0" dirty="0"/>
                        <a:t>(ERP </a:t>
                      </a:r>
                      <a:r>
                        <a:rPr lang="ko-KR" altLang="en-US" sz="900" b="0" dirty="0"/>
                        <a:t>회원만 가능하며</a:t>
                      </a:r>
                      <a:r>
                        <a:rPr lang="en-US" altLang="ko-KR" sz="900" b="0" dirty="0"/>
                        <a:t>, </a:t>
                      </a:r>
                      <a:r>
                        <a:rPr lang="ko-KR" altLang="en-US" sz="900" b="0" dirty="0"/>
                        <a:t>자동완성으로만 입력 가능하도록 함</a:t>
                      </a:r>
                      <a:r>
                        <a:rPr lang="en-US" altLang="ko-KR" sz="900" b="0" dirty="0"/>
                        <a:t>)</a:t>
                      </a:r>
                      <a:endParaRPr lang="ko-KR" altLang="en-US" sz="900" b="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499294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/>
                        <a:t>1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/>
                        <a:t>클릭 시</a:t>
                      </a:r>
                      <a:r>
                        <a:rPr lang="en-US" altLang="ko-KR" sz="900" b="0" dirty="0"/>
                        <a:t>, 1-1 </a:t>
                      </a:r>
                      <a:r>
                        <a:rPr lang="ko-KR" altLang="en-US" sz="900" b="0" dirty="0"/>
                        <a:t>노출 </a:t>
                      </a:r>
                      <a:r>
                        <a:rPr lang="en-US" altLang="ko-KR" sz="900" b="0" dirty="0"/>
                        <a:t>(</a:t>
                      </a:r>
                      <a:r>
                        <a:rPr lang="ko-KR" altLang="en-US" sz="900" b="0" dirty="0" err="1"/>
                        <a:t>모달</a:t>
                      </a:r>
                      <a:r>
                        <a:rPr lang="en-US" altLang="ko-KR" sz="900" b="0" dirty="0"/>
                        <a:t>)</a:t>
                      </a:r>
                      <a:endParaRPr lang="ko-KR" altLang="en-US" sz="900" b="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6680531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/>
                        <a:t>2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/>
                        <a:t>Input </a:t>
                      </a:r>
                      <a:r>
                        <a:rPr lang="ko-KR" altLang="en-US" sz="900" b="0" dirty="0"/>
                        <a:t>으로 텍스트 입력 시</a:t>
                      </a:r>
                      <a:r>
                        <a:rPr lang="en-US" altLang="ko-KR" sz="900" b="0" dirty="0"/>
                        <a:t>, </a:t>
                      </a:r>
                      <a:r>
                        <a:rPr lang="ko-KR" altLang="en-US" sz="900" b="0" dirty="0"/>
                        <a:t>자동완성 기능으로 출장자 입력 하도록 하며</a:t>
                      </a:r>
                      <a:r>
                        <a:rPr lang="en-US" altLang="ko-KR" sz="900" b="0" dirty="0"/>
                        <a:t>, </a:t>
                      </a:r>
                      <a:r>
                        <a:rPr lang="ko-KR" altLang="en-US" sz="900" b="0" dirty="0"/>
                        <a:t>출장자 선택 시 </a:t>
                      </a:r>
                      <a:endParaRPr lang="en-US" altLang="ko-KR" sz="900" b="0" dirty="0"/>
                    </a:p>
                    <a:p>
                      <a:pPr latinLnBrk="1"/>
                      <a:r>
                        <a:rPr lang="ko-KR" altLang="en-US" sz="900" b="0" dirty="0"/>
                        <a:t>탑승객</a:t>
                      </a:r>
                      <a:r>
                        <a:rPr lang="en-US" altLang="ko-KR" sz="900" b="0" dirty="0"/>
                        <a:t>/COSTCENTER/</a:t>
                      </a:r>
                      <a:r>
                        <a:rPr lang="ko-KR" altLang="en-US" sz="900" b="0" dirty="0"/>
                        <a:t>마일리지 값이 세팅 됨 </a:t>
                      </a:r>
                      <a:r>
                        <a:rPr lang="en-US" altLang="ko-KR" sz="900" b="0" dirty="0"/>
                        <a:t>(ERP </a:t>
                      </a:r>
                      <a:r>
                        <a:rPr lang="ko-KR" altLang="en-US" sz="900" b="0" dirty="0"/>
                        <a:t>정보 기준</a:t>
                      </a:r>
                      <a:r>
                        <a:rPr lang="en-US" altLang="ko-KR" sz="900" b="0" dirty="0"/>
                        <a:t>)</a:t>
                      </a:r>
                      <a:endParaRPr lang="ko-KR" altLang="en-US" sz="900" b="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7913463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/>
                        <a:t>3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/>
                        <a:t>COSTCENTER </a:t>
                      </a:r>
                      <a:r>
                        <a:rPr lang="ko-KR" altLang="en-US" sz="900" b="0" dirty="0"/>
                        <a:t>텍스트</a:t>
                      </a:r>
                      <a:r>
                        <a:rPr lang="en-US" altLang="ko-KR" sz="900" b="0" dirty="0"/>
                        <a:t> </a:t>
                      </a:r>
                      <a:r>
                        <a:rPr lang="ko-KR" altLang="en-US" sz="900" b="0" dirty="0"/>
                        <a:t>입력 </a:t>
                      </a:r>
                      <a:r>
                        <a:rPr lang="en-US" altLang="ko-KR" sz="900" b="0" dirty="0"/>
                        <a:t>(input)</a:t>
                      </a:r>
                      <a:r>
                        <a:rPr lang="ko-KR" altLang="en-US" sz="900" b="0" dirty="0"/>
                        <a:t> </a:t>
                      </a:r>
                      <a:endParaRPr lang="en-US" altLang="ko-KR" sz="900" b="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6228778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/>
                        <a:t>4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900" b="0" dirty="0" err="1"/>
                        <a:t>Selectbox</a:t>
                      </a:r>
                      <a:r>
                        <a:rPr lang="en-US" altLang="ko-KR" sz="900" b="0" dirty="0"/>
                        <a:t> : </a:t>
                      </a:r>
                      <a:r>
                        <a:rPr lang="en-US" altLang="ko-KR" sz="900" b="0" dirty="0" err="1"/>
                        <a:t>inputbox</a:t>
                      </a:r>
                      <a:r>
                        <a:rPr lang="en-US" altLang="ko-KR" sz="900" b="0" dirty="0"/>
                        <a:t>(</a:t>
                      </a:r>
                      <a:r>
                        <a:rPr lang="ko-KR" altLang="en-US" sz="900" b="0" dirty="0"/>
                        <a:t>텍스트 입력 부분</a:t>
                      </a:r>
                      <a:r>
                        <a:rPr lang="en-US" altLang="ko-KR" sz="900" b="0" dirty="0"/>
                        <a:t>)</a:t>
                      </a:r>
                    </a:p>
                    <a:p>
                      <a:pPr latinLnBrk="1"/>
                      <a:r>
                        <a:rPr lang="en-US" altLang="ko-KR" sz="900" b="0" dirty="0" err="1"/>
                        <a:t>Selectbox</a:t>
                      </a:r>
                      <a:r>
                        <a:rPr lang="ko-KR" altLang="en-US" sz="900" b="0" dirty="0"/>
                        <a:t> 로 </a:t>
                      </a:r>
                      <a:r>
                        <a:rPr lang="en-US" altLang="ko-KR" sz="900" b="0" dirty="0"/>
                        <a:t>OZ, KE </a:t>
                      </a:r>
                      <a:r>
                        <a:rPr lang="ko-KR" altLang="en-US" sz="900" b="0" dirty="0"/>
                        <a:t>중 선택 시</a:t>
                      </a:r>
                      <a:r>
                        <a:rPr lang="en-US" altLang="ko-KR" sz="900" b="0" dirty="0"/>
                        <a:t>, </a:t>
                      </a:r>
                      <a:r>
                        <a:rPr lang="ko-KR" altLang="en-US" sz="900" b="0" dirty="0"/>
                        <a:t>해당 항공의 마일리지 번호가 </a:t>
                      </a:r>
                      <a:r>
                        <a:rPr lang="en-US" altLang="ko-KR" sz="900" b="0" dirty="0" err="1"/>
                        <a:t>inputbox</a:t>
                      </a:r>
                      <a:r>
                        <a:rPr lang="ko-KR" altLang="en-US" sz="900" b="0" dirty="0"/>
                        <a:t> 로 세팅 되도록 함</a:t>
                      </a:r>
                      <a:endParaRPr lang="en-US" altLang="ko-KR" sz="900" b="0" dirty="0"/>
                    </a:p>
                    <a:p>
                      <a:pPr latinLnBrk="1"/>
                      <a:r>
                        <a:rPr lang="ko-KR" altLang="en-US" sz="900" b="1" dirty="0"/>
                        <a:t>이때</a:t>
                      </a:r>
                      <a:r>
                        <a:rPr lang="en-US" altLang="ko-KR" sz="900" b="1" dirty="0"/>
                        <a:t>, </a:t>
                      </a:r>
                      <a:r>
                        <a:rPr lang="ko-KR" altLang="en-US" sz="900" b="1" dirty="0"/>
                        <a:t>마일리지 번호는 해당 창에서 수정 가능 해야 함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4778459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/>
                        <a:t>5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/>
                        <a:t>모든 정보 입력 하고 클릭 후 </a:t>
                      </a:r>
                      <a:r>
                        <a:rPr lang="en-US" altLang="ko-KR" sz="900" b="0" dirty="0"/>
                        <a:t>1-2 </a:t>
                      </a:r>
                      <a:r>
                        <a:rPr lang="ko-KR" altLang="en-US" sz="900" b="0" dirty="0"/>
                        <a:t>영역에 탑승객 정보가 세팅 되도록 하며 이때 </a:t>
                      </a:r>
                      <a:r>
                        <a:rPr lang="en-US" altLang="ko-KR" sz="900" b="0" dirty="0"/>
                        <a:t>‘</a:t>
                      </a:r>
                      <a:r>
                        <a:rPr lang="ko-KR" altLang="en-US" sz="900" b="0" dirty="0"/>
                        <a:t>출장자등록</a:t>
                      </a:r>
                      <a:r>
                        <a:rPr lang="en-US" altLang="ko-KR" sz="900" b="0" dirty="0"/>
                        <a:t>＇</a:t>
                      </a:r>
                      <a:r>
                        <a:rPr lang="ko-KR" altLang="en-US" sz="900" b="0" dirty="0"/>
                        <a:t>은 노출 </a:t>
                      </a:r>
                      <a:r>
                        <a:rPr lang="ko-KR" altLang="en-US" sz="900" b="0" dirty="0" err="1"/>
                        <a:t>하지않음</a:t>
                      </a:r>
                      <a:endParaRPr lang="ko-KR" altLang="en-US" sz="900" b="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8999514"/>
                  </a:ext>
                </a:extLst>
              </a:tr>
              <a:tr h="27253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Check point</a:t>
                      </a:r>
                      <a:endParaRPr lang="ko-KR" altLang="en-US" sz="10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194342"/>
                  </a:ext>
                </a:extLst>
              </a:tr>
              <a:tr h="635909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>
                          <a:solidFill>
                            <a:srgbClr val="FF0000"/>
                          </a:solidFill>
                        </a:rPr>
                        <a:t>3</a:t>
                      </a:r>
                      <a:r>
                        <a:rPr lang="ko-KR" altLang="en-US" sz="900" b="1" dirty="0">
                          <a:solidFill>
                            <a:srgbClr val="FF0000"/>
                          </a:solidFill>
                        </a:rPr>
                        <a:t>번 영역은 </a:t>
                      </a:r>
                      <a:r>
                        <a:rPr lang="en-US" altLang="ko-KR" sz="900" b="1" dirty="0">
                          <a:solidFill>
                            <a:srgbClr val="FF0000"/>
                          </a:solidFill>
                        </a:rPr>
                        <a:t>COSTCENTER </a:t>
                      </a:r>
                      <a:r>
                        <a:rPr lang="ko-KR" altLang="en-US" sz="900" b="1" dirty="0">
                          <a:solidFill>
                            <a:srgbClr val="FF0000"/>
                          </a:solidFill>
                        </a:rPr>
                        <a:t>사용 하는 고객사에게만 노출 되도록 함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1" u="none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900" b="1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출장자 노출 필드 값 참고</a:t>
                      </a:r>
                      <a:r>
                        <a:rPr lang="en-US" altLang="ko-KR" sz="900" b="1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]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Basic </a:t>
                      </a:r>
                      <a:r>
                        <a:rPr lang="en-US" altLang="ko-KR" sz="900" b="1" u="none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ver</a:t>
                      </a:r>
                      <a:r>
                        <a:rPr lang="en-US" altLang="ko-KR" sz="900" b="1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: </a:t>
                      </a:r>
                      <a:r>
                        <a:rPr lang="ko-KR" altLang="en-US" sz="900" b="1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탐승객 </a:t>
                      </a:r>
                      <a:r>
                        <a:rPr lang="en-US" altLang="ko-KR" sz="900" b="1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900" b="1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마일리지</a:t>
                      </a:r>
                      <a:endParaRPr lang="en-US" altLang="ko-KR" sz="900" b="1" u="none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u="none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Costcenter</a:t>
                      </a:r>
                      <a:r>
                        <a:rPr lang="en-US" altLang="ko-KR" sz="900" b="1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900" b="1" u="none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ver</a:t>
                      </a:r>
                      <a:r>
                        <a:rPr lang="en-US" altLang="ko-KR" sz="900" b="1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: </a:t>
                      </a:r>
                      <a:r>
                        <a:rPr lang="ko-KR" altLang="en-US" sz="900" b="1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탑승객 </a:t>
                      </a:r>
                      <a:r>
                        <a:rPr lang="en-US" altLang="ko-KR" sz="900" b="1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en-US" altLang="ko-KR" sz="900" b="1" u="none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costcenter</a:t>
                      </a:r>
                      <a:r>
                        <a:rPr lang="en-US" altLang="ko-KR" sz="900" b="1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/ </a:t>
                      </a:r>
                      <a:r>
                        <a:rPr lang="ko-KR" altLang="en-US" sz="900" b="1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마일리지</a:t>
                      </a:r>
                      <a:endParaRPr lang="en-US" altLang="ko-KR" sz="900" b="1" u="none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9267137"/>
                  </a:ext>
                </a:extLst>
              </a:tr>
            </a:tbl>
          </a:graphicData>
        </a:graphic>
      </p:graphicFrame>
      <p:sp>
        <p:nvSpPr>
          <p:cNvPr id="35" name="TextBox 34">
            <a:extLst>
              <a:ext uri="{FF2B5EF4-FFF2-40B4-BE49-F238E27FC236}">
                <a16:creationId xmlns:a16="http://schemas.microsoft.com/office/drawing/2014/main" id="{1D5CAC06-0D0B-985E-A951-D5DA37BDA943}"/>
              </a:ext>
            </a:extLst>
          </p:cNvPr>
          <p:cNvSpPr txBox="1"/>
          <p:nvPr/>
        </p:nvSpPr>
        <p:spPr>
          <a:xfrm>
            <a:off x="3355675" y="213760"/>
            <a:ext cx="287579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1000" b="1" dirty="0">
                <a:solidFill>
                  <a:schemeClr val="tx1"/>
                </a:solidFill>
              </a:rPr>
              <a:t>항공 </a:t>
            </a:r>
            <a:r>
              <a:rPr lang="en-US" altLang="ko-KR" sz="1000" b="1" dirty="0">
                <a:solidFill>
                  <a:schemeClr val="tx1"/>
                </a:solidFill>
              </a:rPr>
              <a:t>&gt; </a:t>
            </a:r>
            <a:r>
              <a:rPr lang="ko-KR" altLang="en-US" sz="1000" b="1" dirty="0">
                <a:solidFill>
                  <a:schemeClr val="tx1"/>
                </a:solidFill>
              </a:rPr>
              <a:t>국제선 조회 </a:t>
            </a:r>
            <a:r>
              <a:rPr lang="en-US" altLang="ko-KR" sz="1000" b="1" dirty="0">
                <a:solidFill>
                  <a:schemeClr val="tx1"/>
                </a:solidFill>
              </a:rPr>
              <a:t>&gt; </a:t>
            </a:r>
            <a:r>
              <a:rPr lang="ko-KR" altLang="en-US" sz="1000" b="1" dirty="0">
                <a:solidFill>
                  <a:schemeClr val="tx1"/>
                </a:solidFill>
              </a:rPr>
              <a:t>출장자 등록</a:t>
            </a:r>
          </a:p>
        </p:txBody>
      </p:sp>
      <p:grpSp>
        <p:nvGrpSpPr>
          <p:cNvPr id="247" name="그룹 246">
            <a:extLst>
              <a:ext uri="{FF2B5EF4-FFF2-40B4-BE49-F238E27FC236}">
                <a16:creationId xmlns:a16="http://schemas.microsoft.com/office/drawing/2014/main" id="{C80FDEF6-8219-4CCC-B21B-C14754410246}"/>
              </a:ext>
            </a:extLst>
          </p:cNvPr>
          <p:cNvGrpSpPr/>
          <p:nvPr/>
        </p:nvGrpSpPr>
        <p:grpSpPr>
          <a:xfrm>
            <a:off x="298707" y="3193748"/>
            <a:ext cx="8122618" cy="3374025"/>
            <a:chOff x="1449540" y="3290939"/>
            <a:chExt cx="6446091" cy="3374025"/>
          </a:xfrm>
        </p:grpSpPr>
        <p:sp>
          <p:nvSpPr>
            <p:cNvPr id="248" name="직사각형 247">
              <a:extLst>
                <a:ext uri="{FF2B5EF4-FFF2-40B4-BE49-F238E27FC236}">
                  <a16:creationId xmlns:a16="http://schemas.microsoft.com/office/drawing/2014/main" id="{7430789D-5EAF-46AF-87AF-FFD72817DF73}"/>
                </a:ext>
              </a:extLst>
            </p:cNvPr>
            <p:cNvSpPr/>
            <p:nvPr/>
          </p:nvSpPr>
          <p:spPr>
            <a:xfrm>
              <a:off x="1625376" y="3290939"/>
              <a:ext cx="6270255" cy="3374025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49" name="직사각형 248">
              <a:extLst>
                <a:ext uri="{FF2B5EF4-FFF2-40B4-BE49-F238E27FC236}">
                  <a16:creationId xmlns:a16="http://schemas.microsoft.com/office/drawing/2014/main" id="{5A20B7A4-7B7B-450B-8FDD-5FF801AB007A}"/>
                </a:ext>
              </a:extLst>
            </p:cNvPr>
            <p:cNvSpPr/>
            <p:nvPr/>
          </p:nvSpPr>
          <p:spPr>
            <a:xfrm>
              <a:off x="1449540" y="3398992"/>
              <a:ext cx="1201544" cy="27904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b="1" dirty="0">
                  <a:solidFill>
                    <a:schemeClr val="tx1"/>
                  </a:solidFill>
                </a:rPr>
                <a:t>출장자 등록</a:t>
              </a:r>
            </a:p>
          </p:txBody>
        </p:sp>
        <p:sp>
          <p:nvSpPr>
            <p:cNvPr id="250" name="직사각형 249">
              <a:extLst>
                <a:ext uri="{FF2B5EF4-FFF2-40B4-BE49-F238E27FC236}">
                  <a16:creationId xmlns:a16="http://schemas.microsoft.com/office/drawing/2014/main" id="{CB5E7BDD-A555-4767-A23A-9583E14BED97}"/>
                </a:ext>
              </a:extLst>
            </p:cNvPr>
            <p:cNvSpPr/>
            <p:nvPr/>
          </p:nvSpPr>
          <p:spPr>
            <a:xfrm>
              <a:off x="1535543" y="3460334"/>
              <a:ext cx="4680000" cy="18683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bg1">
                      <a:lumMod val="65000"/>
                    </a:schemeClr>
                  </a:solidFill>
                </a:rPr>
                <a:t>출장자명이 검색 되지 않는 경우</a:t>
              </a:r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</a:rPr>
                <a:t>, </a:t>
              </a:r>
              <a:r>
                <a:rPr lang="ko-KR" altLang="en-US" sz="800" dirty="0" err="1">
                  <a:solidFill>
                    <a:schemeClr val="bg1">
                      <a:lumMod val="65000"/>
                    </a:schemeClr>
                  </a:solidFill>
                </a:rPr>
                <a:t>미등록자이므로</a:t>
              </a:r>
              <a:r>
                <a:rPr lang="ko-KR" altLang="en-US" sz="800" dirty="0">
                  <a:solidFill>
                    <a:schemeClr val="bg1">
                      <a:lumMod val="65000"/>
                    </a:schemeClr>
                  </a:solidFill>
                </a:rPr>
                <a:t> 회원가입 후 진행 부탁드립니다</a:t>
              </a:r>
              <a:r>
                <a:rPr lang="en-US" altLang="ko-KR" sz="8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8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251" name="직사각형 250">
              <a:extLst>
                <a:ext uri="{FF2B5EF4-FFF2-40B4-BE49-F238E27FC236}">
                  <a16:creationId xmlns:a16="http://schemas.microsoft.com/office/drawing/2014/main" id="{5954442A-0DAF-46ED-BB96-BDDDDEDACB35}"/>
                </a:ext>
              </a:extLst>
            </p:cNvPr>
            <p:cNvSpPr/>
            <p:nvPr/>
          </p:nvSpPr>
          <p:spPr>
            <a:xfrm>
              <a:off x="4098002" y="6157373"/>
              <a:ext cx="1260000" cy="365907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b="1" dirty="0"/>
                <a:t>확인</a:t>
              </a:r>
            </a:p>
          </p:txBody>
        </p:sp>
        <p:grpSp>
          <p:nvGrpSpPr>
            <p:cNvPr id="252" name="그룹 251">
              <a:extLst>
                <a:ext uri="{FF2B5EF4-FFF2-40B4-BE49-F238E27FC236}">
                  <a16:creationId xmlns:a16="http://schemas.microsoft.com/office/drawing/2014/main" id="{1925BCC2-DB1F-4362-9331-7ACF71324EB2}"/>
                </a:ext>
              </a:extLst>
            </p:cNvPr>
            <p:cNvGrpSpPr/>
            <p:nvPr/>
          </p:nvGrpSpPr>
          <p:grpSpPr>
            <a:xfrm>
              <a:off x="7629667" y="3379101"/>
              <a:ext cx="108000" cy="112102"/>
              <a:chOff x="7181113" y="3417322"/>
              <a:chExt cx="108000" cy="112102"/>
            </a:xfrm>
          </p:grpSpPr>
          <p:cxnSp>
            <p:nvCxnSpPr>
              <p:cNvPr id="293" name="직선 연결선 292">
                <a:extLst>
                  <a:ext uri="{FF2B5EF4-FFF2-40B4-BE49-F238E27FC236}">
                    <a16:creationId xmlns:a16="http://schemas.microsoft.com/office/drawing/2014/main" id="{8F426281-7643-4200-9F30-A346D9E5B85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181113" y="3417322"/>
                <a:ext cx="108000" cy="112102"/>
              </a:xfrm>
              <a:prstGeom prst="line">
                <a:avLst/>
              </a:prstGeom>
              <a:ln w="9525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94" name="직선 연결선 293">
                <a:extLst>
                  <a:ext uri="{FF2B5EF4-FFF2-40B4-BE49-F238E27FC236}">
                    <a16:creationId xmlns:a16="http://schemas.microsoft.com/office/drawing/2014/main" id="{DB0D8AF9-A6AC-4E89-A47D-01D5225F762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181113" y="3417322"/>
                <a:ext cx="108000" cy="112102"/>
              </a:xfrm>
              <a:prstGeom prst="line">
                <a:avLst/>
              </a:prstGeom>
              <a:ln w="9525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253" name="그룹 252">
              <a:extLst>
                <a:ext uri="{FF2B5EF4-FFF2-40B4-BE49-F238E27FC236}">
                  <a16:creationId xmlns:a16="http://schemas.microsoft.com/office/drawing/2014/main" id="{7DA6D24D-9FA3-4854-B2F8-340C4A30FA0E}"/>
                </a:ext>
              </a:extLst>
            </p:cNvPr>
            <p:cNvGrpSpPr/>
            <p:nvPr/>
          </p:nvGrpSpPr>
          <p:grpSpPr>
            <a:xfrm>
              <a:off x="1585609" y="3731506"/>
              <a:ext cx="6053622" cy="2265958"/>
              <a:chOff x="1417242" y="3687473"/>
              <a:chExt cx="6053622" cy="2265958"/>
            </a:xfrm>
          </p:grpSpPr>
          <p:sp>
            <p:nvSpPr>
              <p:cNvPr id="263" name="직사각형 262">
                <a:extLst>
                  <a:ext uri="{FF2B5EF4-FFF2-40B4-BE49-F238E27FC236}">
                    <a16:creationId xmlns:a16="http://schemas.microsoft.com/office/drawing/2014/main" id="{D4ACE6A7-EE14-4632-8EE3-AB042FD23660}"/>
                  </a:ext>
                </a:extLst>
              </p:cNvPr>
              <p:cNvSpPr/>
              <p:nvPr/>
            </p:nvSpPr>
            <p:spPr>
              <a:xfrm>
                <a:off x="2224713" y="3939680"/>
                <a:ext cx="1093770" cy="298939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강슬기</a:t>
                </a:r>
              </a:p>
            </p:txBody>
          </p:sp>
          <p:sp>
            <p:nvSpPr>
              <p:cNvPr id="264" name="직사각형 263">
                <a:extLst>
                  <a:ext uri="{FF2B5EF4-FFF2-40B4-BE49-F238E27FC236}">
                    <a16:creationId xmlns:a16="http://schemas.microsoft.com/office/drawing/2014/main" id="{E9763E0E-163F-4E15-99D9-92FF2DD8824D}"/>
                  </a:ext>
                </a:extLst>
              </p:cNvPr>
              <p:cNvSpPr/>
              <p:nvPr/>
            </p:nvSpPr>
            <p:spPr>
              <a:xfrm>
                <a:off x="1634114" y="3992327"/>
                <a:ext cx="622788" cy="1799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>
                    <a:solidFill>
                      <a:schemeClr val="tx1"/>
                    </a:solidFill>
                  </a:rPr>
                  <a:t>탑승객 </a:t>
                </a:r>
                <a:r>
                  <a:rPr lang="en-US" altLang="ko-KR" sz="800" dirty="0">
                    <a:solidFill>
                      <a:schemeClr val="tx1"/>
                    </a:solidFill>
                  </a:rPr>
                  <a:t>1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265" name="그룹 264">
                <a:extLst>
                  <a:ext uri="{FF2B5EF4-FFF2-40B4-BE49-F238E27FC236}">
                    <a16:creationId xmlns:a16="http://schemas.microsoft.com/office/drawing/2014/main" id="{08CE78D6-A2E7-4970-B7B4-F68AD3673CD8}"/>
                  </a:ext>
                </a:extLst>
              </p:cNvPr>
              <p:cNvGrpSpPr/>
              <p:nvPr/>
            </p:nvGrpSpPr>
            <p:grpSpPr>
              <a:xfrm>
                <a:off x="5554298" y="3918893"/>
                <a:ext cx="1916566" cy="2034538"/>
                <a:chOff x="4982720" y="4135993"/>
                <a:chExt cx="1916566" cy="2034538"/>
              </a:xfrm>
            </p:grpSpPr>
            <p:sp>
              <p:nvSpPr>
                <p:cNvPr id="285" name="직사각형 284">
                  <a:extLst>
                    <a:ext uri="{FF2B5EF4-FFF2-40B4-BE49-F238E27FC236}">
                      <a16:creationId xmlns:a16="http://schemas.microsoft.com/office/drawing/2014/main" id="{D8AAEB07-78DF-41CE-9F92-461767EF955B}"/>
                    </a:ext>
                  </a:extLst>
                </p:cNvPr>
                <p:cNvSpPr/>
                <p:nvPr/>
              </p:nvSpPr>
              <p:spPr>
                <a:xfrm>
                  <a:off x="5669090" y="4135993"/>
                  <a:ext cx="1230195" cy="298939"/>
                </a:xfrm>
                <a:prstGeom prst="rect">
                  <a:avLst/>
                </a:prstGeom>
                <a:solidFill>
                  <a:schemeClr val="bg1"/>
                </a:solidFill>
                <a:ln w="63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US" altLang="ko-KR" sz="800" dirty="0">
                      <a:solidFill>
                        <a:schemeClr val="bg1">
                          <a:lumMod val="50000"/>
                        </a:schemeClr>
                      </a:solidFill>
                    </a:rPr>
                    <a:t>111111111111</a:t>
                  </a:r>
                  <a:endParaRPr lang="ko-KR" altLang="en-US" sz="800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86" name="직사각형 285">
                  <a:extLst>
                    <a:ext uri="{FF2B5EF4-FFF2-40B4-BE49-F238E27FC236}">
                      <a16:creationId xmlns:a16="http://schemas.microsoft.com/office/drawing/2014/main" id="{8A830BEC-31EC-4784-BB24-4D7BD6DCE7CC}"/>
                    </a:ext>
                  </a:extLst>
                </p:cNvPr>
                <p:cNvSpPr/>
                <p:nvPr/>
              </p:nvSpPr>
              <p:spPr>
                <a:xfrm>
                  <a:off x="4982721" y="4135993"/>
                  <a:ext cx="554775" cy="298939"/>
                </a:xfrm>
                <a:prstGeom prst="rect">
                  <a:avLst/>
                </a:prstGeom>
                <a:solidFill>
                  <a:schemeClr val="bg1"/>
                </a:solidFill>
                <a:ln w="63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US" altLang="ko-KR" sz="800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OZ</a:t>
                  </a:r>
                  <a:endParaRPr lang="ko-KR" altLang="en-US" sz="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endParaRPr>
                </a:p>
              </p:txBody>
            </p:sp>
            <p:sp>
              <p:nvSpPr>
                <p:cNvPr id="287" name="직사각형 286">
                  <a:extLst>
                    <a:ext uri="{FF2B5EF4-FFF2-40B4-BE49-F238E27FC236}">
                      <a16:creationId xmlns:a16="http://schemas.microsoft.com/office/drawing/2014/main" id="{4EEDFCD6-B915-4BFE-B758-9D4797CABBD5}"/>
                    </a:ext>
                  </a:extLst>
                </p:cNvPr>
                <p:cNvSpPr/>
                <p:nvPr/>
              </p:nvSpPr>
              <p:spPr>
                <a:xfrm>
                  <a:off x="5669090" y="4555421"/>
                  <a:ext cx="1230195" cy="298939"/>
                </a:xfrm>
                <a:prstGeom prst="rect">
                  <a:avLst/>
                </a:prstGeom>
                <a:solidFill>
                  <a:schemeClr val="bg1"/>
                </a:solidFill>
                <a:ln w="63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US" altLang="ko-KR" sz="800" dirty="0">
                      <a:solidFill>
                        <a:schemeClr val="bg1">
                          <a:lumMod val="50000"/>
                        </a:schemeClr>
                      </a:solidFill>
                    </a:rPr>
                    <a:t>111111111111</a:t>
                  </a:r>
                  <a:endParaRPr lang="ko-KR" altLang="en-US" sz="800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88" name="직사각형 287">
                  <a:extLst>
                    <a:ext uri="{FF2B5EF4-FFF2-40B4-BE49-F238E27FC236}">
                      <a16:creationId xmlns:a16="http://schemas.microsoft.com/office/drawing/2014/main" id="{B9B31AF3-EE2A-48FD-A77D-CEBFCB059E6B}"/>
                    </a:ext>
                  </a:extLst>
                </p:cNvPr>
                <p:cNvSpPr/>
                <p:nvPr/>
              </p:nvSpPr>
              <p:spPr>
                <a:xfrm>
                  <a:off x="4982721" y="4555421"/>
                  <a:ext cx="554775" cy="298939"/>
                </a:xfrm>
                <a:prstGeom prst="rect">
                  <a:avLst/>
                </a:prstGeom>
                <a:solidFill>
                  <a:schemeClr val="bg1"/>
                </a:solidFill>
                <a:ln w="63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US" altLang="ko-KR" sz="800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OZ</a:t>
                  </a:r>
                  <a:endParaRPr lang="ko-KR" altLang="en-US" sz="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endParaRPr>
                </a:p>
              </p:txBody>
            </p:sp>
            <p:sp>
              <p:nvSpPr>
                <p:cNvPr id="289" name="직사각형 288">
                  <a:extLst>
                    <a:ext uri="{FF2B5EF4-FFF2-40B4-BE49-F238E27FC236}">
                      <a16:creationId xmlns:a16="http://schemas.microsoft.com/office/drawing/2014/main" id="{3496164C-F5E4-42DF-96BA-9B694D1380FA}"/>
                    </a:ext>
                  </a:extLst>
                </p:cNvPr>
                <p:cNvSpPr/>
                <p:nvPr/>
              </p:nvSpPr>
              <p:spPr>
                <a:xfrm>
                  <a:off x="5669091" y="5183327"/>
                  <a:ext cx="1230195" cy="298939"/>
                </a:xfrm>
                <a:prstGeom prst="rect">
                  <a:avLst/>
                </a:prstGeom>
                <a:solidFill>
                  <a:schemeClr val="bg1"/>
                </a:solidFill>
                <a:ln w="63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US" altLang="ko-KR" sz="800" dirty="0">
                      <a:solidFill>
                        <a:schemeClr val="bg1">
                          <a:lumMod val="50000"/>
                        </a:schemeClr>
                      </a:solidFill>
                    </a:rPr>
                    <a:t>111111111111</a:t>
                  </a:r>
                  <a:endParaRPr lang="ko-KR" altLang="en-US" sz="800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90" name="직사각형 289">
                  <a:extLst>
                    <a:ext uri="{FF2B5EF4-FFF2-40B4-BE49-F238E27FC236}">
                      <a16:creationId xmlns:a16="http://schemas.microsoft.com/office/drawing/2014/main" id="{84D8A8DA-9CB3-49E9-9CEE-1D85D1517455}"/>
                    </a:ext>
                  </a:extLst>
                </p:cNvPr>
                <p:cNvSpPr/>
                <p:nvPr/>
              </p:nvSpPr>
              <p:spPr>
                <a:xfrm>
                  <a:off x="4982721" y="5183328"/>
                  <a:ext cx="554775" cy="298938"/>
                </a:xfrm>
                <a:prstGeom prst="rect">
                  <a:avLst/>
                </a:prstGeom>
                <a:solidFill>
                  <a:schemeClr val="bg1"/>
                </a:solidFill>
                <a:ln w="63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US" altLang="ko-KR" sz="800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OZ</a:t>
                  </a:r>
                  <a:endParaRPr lang="ko-KR" altLang="en-US" sz="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endParaRPr>
                </a:p>
              </p:txBody>
            </p:sp>
            <p:sp>
              <p:nvSpPr>
                <p:cNvPr id="291" name="직사각형 290">
                  <a:extLst>
                    <a:ext uri="{FF2B5EF4-FFF2-40B4-BE49-F238E27FC236}">
                      <a16:creationId xmlns:a16="http://schemas.microsoft.com/office/drawing/2014/main" id="{766C3794-3CE9-4C63-9B7F-E16536153C17}"/>
                    </a:ext>
                  </a:extLst>
                </p:cNvPr>
                <p:cNvSpPr/>
                <p:nvPr/>
              </p:nvSpPr>
              <p:spPr>
                <a:xfrm>
                  <a:off x="5669091" y="5871592"/>
                  <a:ext cx="1230195" cy="298939"/>
                </a:xfrm>
                <a:prstGeom prst="rect">
                  <a:avLst/>
                </a:prstGeom>
                <a:solidFill>
                  <a:schemeClr val="bg1"/>
                </a:solidFill>
                <a:ln w="63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US" altLang="ko-KR" sz="800" dirty="0">
                      <a:solidFill>
                        <a:schemeClr val="bg1">
                          <a:lumMod val="50000"/>
                        </a:schemeClr>
                      </a:solidFill>
                    </a:rPr>
                    <a:t>111111111111</a:t>
                  </a:r>
                  <a:endParaRPr lang="ko-KR" altLang="en-US" sz="800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92" name="직사각형 291">
                  <a:extLst>
                    <a:ext uri="{FF2B5EF4-FFF2-40B4-BE49-F238E27FC236}">
                      <a16:creationId xmlns:a16="http://schemas.microsoft.com/office/drawing/2014/main" id="{0BA7EA60-15FB-4158-A61C-06D8C2AA14DE}"/>
                    </a:ext>
                  </a:extLst>
                </p:cNvPr>
                <p:cNvSpPr/>
                <p:nvPr/>
              </p:nvSpPr>
              <p:spPr>
                <a:xfrm>
                  <a:off x="4982720" y="5871592"/>
                  <a:ext cx="554775" cy="298939"/>
                </a:xfrm>
                <a:prstGeom prst="rect">
                  <a:avLst/>
                </a:prstGeom>
                <a:solidFill>
                  <a:schemeClr val="bg1"/>
                </a:solidFill>
                <a:ln w="63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US" altLang="ko-KR" sz="800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OZ</a:t>
                  </a:r>
                  <a:endParaRPr lang="ko-KR" altLang="en-US" sz="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endParaRPr>
                </a:p>
              </p:txBody>
            </p:sp>
          </p:grpSp>
          <p:sp>
            <p:nvSpPr>
              <p:cNvPr id="266" name="직사각형 265">
                <a:extLst>
                  <a:ext uri="{FF2B5EF4-FFF2-40B4-BE49-F238E27FC236}">
                    <a16:creationId xmlns:a16="http://schemas.microsoft.com/office/drawing/2014/main" id="{287F0134-45B7-4613-921A-0B840B8E51CF}"/>
                  </a:ext>
                </a:extLst>
              </p:cNvPr>
              <p:cNvSpPr/>
              <p:nvPr/>
            </p:nvSpPr>
            <p:spPr>
              <a:xfrm>
                <a:off x="1417242" y="3687473"/>
                <a:ext cx="622788" cy="1799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b="1" dirty="0">
                    <a:solidFill>
                      <a:srgbClr val="2176FF"/>
                    </a:solidFill>
                  </a:rPr>
                  <a:t>성인</a:t>
                </a:r>
              </a:p>
            </p:txBody>
          </p:sp>
          <p:grpSp>
            <p:nvGrpSpPr>
              <p:cNvPr id="267" name="그룹 266">
                <a:extLst>
                  <a:ext uri="{FF2B5EF4-FFF2-40B4-BE49-F238E27FC236}">
                    <a16:creationId xmlns:a16="http://schemas.microsoft.com/office/drawing/2014/main" id="{6A77DDCD-AED4-4BE0-A205-29F0094EA432}"/>
                  </a:ext>
                </a:extLst>
              </p:cNvPr>
              <p:cNvGrpSpPr/>
              <p:nvPr/>
            </p:nvGrpSpPr>
            <p:grpSpPr>
              <a:xfrm>
                <a:off x="1625134" y="4338321"/>
                <a:ext cx="1689189" cy="298939"/>
                <a:chOff x="1088891" y="4145067"/>
                <a:chExt cx="1689189" cy="298939"/>
              </a:xfrm>
            </p:grpSpPr>
            <p:sp>
              <p:nvSpPr>
                <p:cNvPr id="283" name="직사각형 282">
                  <a:extLst>
                    <a:ext uri="{FF2B5EF4-FFF2-40B4-BE49-F238E27FC236}">
                      <a16:creationId xmlns:a16="http://schemas.microsoft.com/office/drawing/2014/main" id="{748400D7-639C-4492-BA59-FB08CC4EAB3A}"/>
                    </a:ext>
                  </a:extLst>
                </p:cNvPr>
                <p:cNvSpPr/>
                <p:nvPr/>
              </p:nvSpPr>
              <p:spPr>
                <a:xfrm>
                  <a:off x="1693126" y="4145067"/>
                  <a:ext cx="1084954" cy="298939"/>
                </a:xfrm>
                <a:prstGeom prst="rect">
                  <a:avLst/>
                </a:prstGeom>
                <a:solidFill>
                  <a:schemeClr val="bg1"/>
                </a:solidFill>
                <a:ln w="63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ko-KR" altLang="en-US" sz="800" dirty="0">
                      <a:solidFill>
                        <a:schemeClr val="bg1">
                          <a:lumMod val="50000"/>
                        </a:schemeClr>
                      </a:solidFill>
                    </a:rPr>
                    <a:t>홍길동</a:t>
                  </a:r>
                  <a:r>
                    <a:rPr lang="en-US" altLang="ko-KR" sz="800" dirty="0">
                      <a:solidFill>
                        <a:schemeClr val="bg1">
                          <a:lumMod val="50000"/>
                        </a:schemeClr>
                      </a:solidFill>
                    </a:rPr>
                    <a:t>(HONGGILDONG)</a:t>
                  </a:r>
                  <a:endParaRPr lang="ko-KR" altLang="en-US" sz="800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84" name="직사각형 283">
                  <a:extLst>
                    <a:ext uri="{FF2B5EF4-FFF2-40B4-BE49-F238E27FC236}">
                      <a16:creationId xmlns:a16="http://schemas.microsoft.com/office/drawing/2014/main" id="{3DDF1C0E-ABDF-40A1-A00A-42282A94EFDE}"/>
                    </a:ext>
                  </a:extLst>
                </p:cNvPr>
                <p:cNvSpPr/>
                <p:nvPr/>
              </p:nvSpPr>
              <p:spPr>
                <a:xfrm>
                  <a:off x="1088891" y="4204772"/>
                  <a:ext cx="622788" cy="179999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 dirty="0">
                      <a:solidFill>
                        <a:schemeClr val="tx1"/>
                      </a:solidFill>
                    </a:rPr>
                    <a:t>탑승객 </a:t>
                  </a:r>
                  <a:r>
                    <a:rPr lang="en-US" altLang="ko-KR" sz="800" dirty="0">
                      <a:solidFill>
                        <a:schemeClr val="tx1"/>
                      </a:solidFill>
                    </a:rPr>
                    <a:t>2</a:t>
                  </a:r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268" name="직사각형 267">
                <a:extLst>
                  <a:ext uri="{FF2B5EF4-FFF2-40B4-BE49-F238E27FC236}">
                    <a16:creationId xmlns:a16="http://schemas.microsoft.com/office/drawing/2014/main" id="{000CD096-598D-472A-A052-5F04050C72F3}"/>
                  </a:ext>
                </a:extLst>
              </p:cNvPr>
              <p:cNvSpPr/>
              <p:nvPr/>
            </p:nvSpPr>
            <p:spPr>
              <a:xfrm>
                <a:off x="4905687" y="3974773"/>
                <a:ext cx="720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>
                    <a:solidFill>
                      <a:schemeClr val="tx1"/>
                    </a:solidFill>
                  </a:rPr>
                  <a:t>마일리지</a:t>
                </a:r>
              </a:p>
            </p:txBody>
          </p:sp>
          <p:cxnSp>
            <p:nvCxnSpPr>
              <p:cNvPr id="269" name="직선 연결선 268">
                <a:extLst>
                  <a:ext uri="{FF2B5EF4-FFF2-40B4-BE49-F238E27FC236}">
                    <a16:creationId xmlns:a16="http://schemas.microsoft.com/office/drawing/2014/main" id="{B83CC2ED-CCFA-40F9-A636-0459BE3BBEC6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5991577" y="4067247"/>
                <a:ext cx="45539" cy="45540"/>
              </a:xfrm>
              <a:prstGeom prst="line">
                <a:avLst/>
              </a:prstGeom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0" name="직선 연결선 269">
                <a:extLst>
                  <a:ext uri="{FF2B5EF4-FFF2-40B4-BE49-F238E27FC236}">
                    <a16:creationId xmlns:a16="http://schemas.microsoft.com/office/drawing/2014/main" id="{D49F825F-CCA4-42A8-B7D0-4ACD644EE110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5947281" y="4067068"/>
                <a:ext cx="45719" cy="45719"/>
              </a:xfrm>
              <a:prstGeom prst="line">
                <a:avLst/>
              </a:prstGeom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71" name="직사각형 270">
                <a:extLst>
                  <a:ext uri="{FF2B5EF4-FFF2-40B4-BE49-F238E27FC236}">
                    <a16:creationId xmlns:a16="http://schemas.microsoft.com/office/drawing/2014/main" id="{518AC192-5ED2-46CB-9844-EC38E86D1EC8}"/>
                  </a:ext>
                </a:extLst>
              </p:cNvPr>
              <p:cNvSpPr/>
              <p:nvPr/>
            </p:nvSpPr>
            <p:spPr>
              <a:xfrm>
                <a:off x="4910684" y="4394201"/>
                <a:ext cx="720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>
                    <a:solidFill>
                      <a:schemeClr val="tx1"/>
                    </a:solidFill>
                  </a:rPr>
                  <a:t>마일리지</a:t>
                </a:r>
              </a:p>
            </p:txBody>
          </p:sp>
          <p:cxnSp>
            <p:nvCxnSpPr>
              <p:cNvPr id="272" name="직선 연결선 271">
                <a:extLst>
                  <a:ext uri="{FF2B5EF4-FFF2-40B4-BE49-F238E27FC236}">
                    <a16:creationId xmlns:a16="http://schemas.microsoft.com/office/drawing/2014/main" id="{ABB1055B-73C1-42DD-99D0-14F7139A4D2C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5996577" y="4486675"/>
                <a:ext cx="45539" cy="45540"/>
              </a:xfrm>
              <a:prstGeom prst="line">
                <a:avLst/>
              </a:prstGeom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3" name="직선 연결선 272">
                <a:extLst>
                  <a:ext uri="{FF2B5EF4-FFF2-40B4-BE49-F238E27FC236}">
                    <a16:creationId xmlns:a16="http://schemas.microsoft.com/office/drawing/2014/main" id="{D5A95FC1-64BE-40BC-BAD6-1CD8F51F215A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5952279" y="4486496"/>
                <a:ext cx="45719" cy="45719"/>
              </a:xfrm>
              <a:prstGeom prst="line">
                <a:avLst/>
              </a:prstGeom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74" name="직사각형 273">
                <a:extLst>
                  <a:ext uri="{FF2B5EF4-FFF2-40B4-BE49-F238E27FC236}">
                    <a16:creationId xmlns:a16="http://schemas.microsoft.com/office/drawing/2014/main" id="{547867DB-C9E1-4F5A-9A61-D7962014B639}"/>
                  </a:ext>
                </a:extLst>
              </p:cNvPr>
              <p:cNvSpPr/>
              <p:nvPr/>
            </p:nvSpPr>
            <p:spPr>
              <a:xfrm>
                <a:off x="4912704" y="5031327"/>
                <a:ext cx="720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>
                    <a:solidFill>
                      <a:schemeClr val="tx1"/>
                    </a:solidFill>
                  </a:rPr>
                  <a:t>마일리지</a:t>
                </a:r>
              </a:p>
            </p:txBody>
          </p:sp>
          <p:cxnSp>
            <p:nvCxnSpPr>
              <p:cNvPr id="275" name="직선 연결선 274">
                <a:extLst>
                  <a:ext uri="{FF2B5EF4-FFF2-40B4-BE49-F238E27FC236}">
                    <a16:creationId xmlns:a16="http://schemas.microsoft.com/office/drawing/2014/main" id="{F0DAB656-FD17-45FC-8483-7D4147FA82D5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6019081" y="5114581"/>
                <a:ext cx="45539" cy="45540"/>
              </a:xfrm>
              <a:prstGeom prst="line">
                <a:avLst/>
              </a:prstGeom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6" name="직선 연결선 275">
                <a:extLst>
                  <a:ext uri="{FF2B5EF4-FFF2-40B4-BE49-F238E27FC236}">
                    <a16:creationId xmlns:a16="http://schemas.microsoft.com/office/drawing/2014/main" id="{A77F5011-2E83-4D24-A770-625F1D199773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5974783" y="5114402"/>
                <a:ext cx="45719" cy="45719"/>
              </a:xfrm>
              <a:prstGeom prst="line">
                <a:avLst/>
              </a:prstGeom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80" name="직사각형 279">
                <a:extLst>
                  <a:ext uri="{FF2B5EF4-FFF2-40B4-BE49-F238E27FC236}">
                    <a16:creationId xmlns:a16="http://schemas.microsoft.com/office/drawing/2014/main" id="{D21B9CB1-53C1-4930-B9B2-9942430E719B}"/>
                  </a:ext>
                </a:extLst>
              </p:cNvPr>
              <p:cNvSpPr/>
              <p:nvPr/>
            </p:nvSpPr>
            <p:spPr>
              <a:xfrm>
                <a:off x="4931417" y="5710372"/>
                <a:ext cx="720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>
                    <a:solidFill>
                      <a:schemeClr val="tx1"/>
                    </a:solidFill>
                  </a:rPr>
                  <a:t>마일리지</a:t>
                </a:r>
              </a:p>
            </p:txBody>
          </p:sp>
          <p:cxnSp>
            <p:nvCxnSpPr>
              <p:cNvPr id="281" name="직선 연결선 280">
                <a:extLst>
                  <a:ext uri="{FF2B5EF4-FFF2-40B4-BE49-F238E27FC236}">
                    <a16:creationId xmlns:a16="http://schemas.microsoft.com/office/drawing/2014/main" id="{864BFBE5-6E29-4961-B0C7-B1D0C125F7C3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 flipV="1">
                <a:off x="6017310" y="5802846"/>
                <a:ext cx="45539" cy="45540"/>
              </a:xfrm>
              <a:prstGeom prst="line">
                <a:avLst/>
              </a:prstGeom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82" name="직선 연결선 281">
                <a:extLst>
                  <a:ext uri="{FF2B5EF4-FFF2-40B4-BE49-F238E27FC236}">
                    <a16:creationId xmlns:a16="http://schemas.microsoft.com/office/drawing/2014/main" id="{B65CC535-2E39-499E-AE85-F366B03F3D39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5973012" y="5802667"/>
                <a:ext cx="45719" cy="45719"/>
              </a:xfrm>
              <a:prstGeom prst="line">
                <a:avLst/>
              </a:prstGeom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254" name="그룹 253">
              <a:extLst>
                <a:ext uri="{FF2B5EF4-FFF2-40B4-BE49-F238E27FC236}">
                  <a16:creationId xmlns:a16="http://schemas.microsoft.com/office/drawing/2014/main" id="{742DC440-24BF-4718-A7C1-E22F90DAF634}"/>
                </a:ext>
              </a:extLst>
            </p:cNvPr>
            <p:cNvGrpSpPr/>
            <p:nvPr/>
          </p:nvGrpSpPr>
          <p:grpSpPr>
            <a:xfrm>
              <a:off x="1582322" y="4729696"/>
              <a:ext cx="1916177" cy="570722"/>
              <a:chOff x="1413955" y="4685663"/>
              <a:chExt cx="1916177" cy="570722"/>
            </a:xfrm>
          </p:grpSpPr>
          <p:grpSp>
            <p:nvGrpSpPr>
              <p:cNvPr id="259" name="그룹 258">
                <a:extLst>
                  <a:ext uri="{FF2B5EF4-FFF2-40B4-BE49-F238E27FC236}">
                    <a16:creationId xmlns:a16="http://schemas.microsoft.com/office/drawing/2014/main" id="{01050E60-2C75-411F-B3F1-A1B58F4EB9B9}"/>
                  </a:ext>
                </a:extLst>
              </p:cNvPr>
              <p:cNvGrpSpPr/>
              <p:nvPr/>
            </p:nvGrpSpPr>
            <p:grpSpPr>
              <a:xfrm>
                <a:off x="1611662" y="4957446"/>
                <a:ext cx="1718470" cy="298939"/>
                <a:chOff x="1075419" y="4154675"/>
                <a:chExt cx="1718470" cy="298939"/>
              </a:xfrm>
            </p:grpSpPr>
            <p:sp>
              <p:nvSpPr>
                <p:cNvPr id="261" name="직사각형 260">
                  <a:extLst>
                    <a:ext uri="{FF2B5EF4-FFF2-40B4-BE49-F238E27FC236}">
                      <a16:creationId xmlns:a16="http://schemas.microsoft.com/office/drawing/2014/main" id="{7A6A0F09-6FA2-4A1B-822C-5A2EDFA4536A}"/>
                    </a:ext>
                  </a:extLst>
                </p:cNvPr>
                <p:cNvSpPr/>
                <p:nvPr/>
              </p:nvSpPr>
              <p:spPr>
                <a:xfrm>
                  <a:off x="1693124" y="4154675"/>
                  <a:ext cx="1100765" cy="298939"/>
                </a:xfrm>
                <a:prstGeom prst="rect">
                  <a:avLst/>
                </a:prstGeom>
                <a:solidFill>
                  <a:schemeClr val="bg1"/>
                </a:solidFill>
                <a:ln w="635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ko-KR" altLang="en-US" sz="800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</a:rPr>
                    <a:t>김민</a:t>
                  </a:r>
                  <a:endParaRPr lang="ko-KR" altLang="en-US" sz="800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262" name="직사각형 261">
                  <a:extLst>
                    <a:ext uri="{FF2B5EF4-FFF2-40B4-BE49-F238E27FC236}">
                      <a16:creationId xmlns:a16="http://schemas.microsoft.com/office/drawing/2014/main" id="{CDB12438-E325-4CF4-B1BA-EB078F271E87}"/>
                    </a:ext>
                  </a:extLst>
                </p:cNvPr>
                <p:cNvSpPr/>
                <p:nvPr/>
              </p:nvSpPr>
              <p:spPr>
                <a:xfrm>
                  <a:off x="1075419" y="4233781"/>
                  <a:ext cx="622788" cy="16955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 dirty="0">
                      <a:solidFill>
                        <a:schemeClr val="tx1"/>
                      </a:solidFill>
                    </a:rPr>
                    <a:t>탑승객 </a:t>
                  </a:r>
                  <a:r>
                    <a:rPr lang="en-US" altLang="ko-KR" sz="800" dirty="0">
                      <a:solidFill>
                        <a:schemeClr val="tx1"/>
                      </a:solidFill>
                    </a:rPr>
                    <a:t>3</a:t>
                  </a:r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</p:grpSp>
          <p:sp>
            <p:nvSpPr>
              <p:cNvPr id="260" name="직사각형 259">
                <a:extLst>
                  <a:ext uri="{FF2B5EF4-FFF2-40B4-BE49-F238E27FC236}">
                    <a16:creationId xmlns:a16="http://schemas.microsoft.com/office/drawing/2014/main" id="{4581919A-414D-4133-B9A8-63B21D02A633}"/>
                  </a:ext>
                </a:extLst>
              </p:cNvPr>
              <p:cNvSpPr/>
              <p:nvPr/>
            </p:nvSpPr>
            <p:spPr>
              <a:xfrm>
                <a:off x="1413955" y="4685663"/>
                <a:ext cx="622788" cy="17999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b="1" dirty="0">
                    <a:solidFill>
                      <a:srgbClr val="2176FF"/>
                    </a:solidFill>
                  </a:rPr>
                  <a:t>유아</a:t>
                </a:r>
              </a:p>
            </p:txBody>
          </p:sp>
        </p:grpSp>
        <p:grpSp>
          <p:nvGrpSpPr>
            <p:cNvPr id="255" name="그룹 254">
              <a:extLst>
                <a:ext uri="{FF2B5EF4-FFF2-40B4-BE49-F238E27FC236}">
                  <a16:creationId xmlns:a16="http://schemas.microsoft.com/office/drawing/2014/main" id="{89124B20-1EBA-4BCF-8DCC-62B05615F319}"/>
                </a:ext>
              </a:extLst>
            </p:cNvPr>
            <p:cNvGrpSpPr/>
            <p:nvPr/>
          </p:nvGrpSpPr>
          <p:grpSpPr>
            <a:xfrm>
              <a:off x="1784216" y="5672071"/>
              <a:ext cx="1719419" cy="298939"/>
              <a:chOff x="1090054" y="4148483"/>
              <a:chExt cx="1719419" cy="298939"/>
            </a:xfrm>
          </p:grpSpPr>
          <p:sp>
            <p:nvSpPr>
              <p:cNvPr id="257" name="직사각형 256">
                <a:extLst>
                  <a:ext uri="{FF2B5EF4-FFF2-40B4-BE49-F238E27FC236}">
                    <a16:creationId xmlns:a16="http://schemas.microsoft.com/office/drawing/2014/main" id="{A1284B00-CB38-44E1-AA57-838935765D89}"/>
                  </a:ext>
                </a:extLst>
              </p:cNvPr>
              <p:cNvSpPr/>
              <p:nvPr/>
            </p:nvSpPr>
            <p:spPr>
              <a:xfrm>
                <a:off x="1682729" y="4148483"/>
                <a:ext cx="1126744" cy="298939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>
                    <a:solidFill>
                      <a:schemeClr val="bg1">
                        <a:lumMod val="50000"/>
                      </a:schemeClr>
                    </a:solidFill>
                  </a:rPr>
                  <a:t>홍길동</a:t>
                </a:r>
                <a:r>
                  <a:rPr lang="en-US" altLang="ko-KR" sz="800" dirty="0">
                    <a:solidFill>
                      <a:schemeClr val="bg1">
                        <a:lumMod val="50000"/>
                      </a:schemeClr>
                    </a:solidFill>
                  </a:rPr>
                  <a:t>(HONGGILDONG</a:t>
                </a:r>
                <a:endParaRPr lang="ko-KR" altLang="en-US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58" name="직사각형 257">
                <a:extLst>
                  <a:ext uri="{FF2B5EF4-FFF2-40B4-BE49-F238E27FC236}">
                    <a16:creationId xmlns:a16="http://schemas.microsoft.com/office/drawing/2014/main" id="{A5273130-C762-4963-B8D8-BA45AF16A5B9}"/>
                  </a:ext>
                </a:extLst>
              </p:cNvPr>
              <p:cNvSpPr/>
              <p:nvPr/>
            </p:nvSpPr>
            <p:spPr>
              <a:xfrm>
                <a:off x="1090054" y="4213178"/>
                <a:ext cx="622788" cy="16955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>
                    <a:solidFill>
                      <a:schemeClr val="tx1"/>
                    </a:solidFill>
                  </a:rPr>
                  <a:t>탑승객 </a:t>
                </a:r>
                <a:r>
                  <a:rPr lang="en-US" altLang="ko-KR" sz="800" dirty="0">
                    <a:solidFill>
                      <a:schemeClr val="tx1"/>
                    </a:solidFill>
                  </a:rPr>
                  <a:t>4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56" name="직사각형 255">
              <a:extLst>
                <a:ext uri="{FF2B5EF4-FFF2-40B4-BE49-F238E27FC236}">
                  <a16:creationId xmlns:a16="http://schemas.microsoft.com/office/drawing/2014/main" id="{E6D7C7A3-5B4C-41E5-B1C9-246E1BFD8E40}"/>
                </a:ext>
              </a:extLst>
            </p:cNvPr>
            <p:cNvSpPr/>
            <p:nvPr/>
          </p:nvSpPr>
          <p:spPr>
            <a:xfrm>
              <a:off x="1582084" y="5375584"/>
              <a:ext cx="622788" cy="1799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b="1" dirty="0">
                  <a:solidFill>
                    <a:srgbClr val="2176FF"/>
                  </a:solidFill>
                </a:rPr>
                <a:t>소아</a:t>
              </a:r>
            </a:p>
          </p:txBody>
        </p:sp>
      </p:grpSp>
      <p:cxnSp>
        <p:nvCxnSpPr>
          <p:cNvPr id="295" name="직선 화살표 연결선 294">
            <a:extLst>
              <a:ext uri="{FF2B5EF4-FFF2-40B4-BE49-F238E27FC236}">
                <a16:creationId xmlns:a16="http://schemas.microsoft.com/office/drawing/2014/main" id="{ACD92511-C51D-4F8D-850C-5422AC89BCDF}"/>
              </a:ext>
            </a:extLst>
          </p:cNvPr>
          <p:cNvCxnSpPr>
            <a:cxnSpLocks/>
          </p:cNvCxnSpPr>
          <p:nvPr/>
        </p:nvCxnSpPr>
        <p:spPr>
          <a:xfrm>
            <a:off x="1999676" y="3117619"/>
            <a:ext cx="165482" cy="18756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6" name="직사각형 295">
            <a:extLst>
              <a:ext uri="{FF2B5EF4-FFF2-40B4-BE49-F238E27FC236}">
                <a16:creationId xmlns:a16="http://schemas.microsoft.com/office/drawing/2014/main" id="{81516778-6B0C-4A0D-9F06-E4E573374902}"/>
              </a:ext>
            </a:extLst>
          </p:cNvPr>
          <p:cNvSpPr/>
          <p:nvPr/>
        </p:nvSpPr>
        <p:spPr>
          <a:xfrm>
            <a:off x="5093051" y="3840136"/>
            <a:ext cx="3061048" cy="4093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97" name="그룹 296">
            <a:extLst>
              <a:ext uri="{FF2B5EF4-FFF2-40B4-BE49-F238E27FC236}">
                <a16:creationId xmlns:a16="http://schemas.microsoft.com/office/drawing/2014/main" id="{8443115E-DA52-4562-9990-04073173C0FE}"/>
              </a:ext>
            </a:extLst>
          </p:cNvPr>
          <p:cNvGrpSpPr/>
          <p:nvPr/>
        </p:nvGrpSpPr>
        <p:grpSpPr>
          <a:xfrm>
            <a:off x="5042620" y="3687246"/>
            <a:ext cx="276910" cy="215444"/>
            <a:chOff x="4507293" y="1910946"/>
            <a:chExt cx="276910" cy="215444"/>
          </a:xfrm>
        </p:grpSpPr>
        <p:sp>
          <p:nvSpPr>
            <p:cNvPr id="298" name="타원 297">
              <a:extLst>
                <a:ext uri="{FF2B5EF4-FFF2-40B4-BE49-F238E27FC236}">
                  <a16:creationId xmlns:a16="http://schemas.microsoft.com/office/drawing/2014/main" id="{52263E5B-018B-4032-A311-2E97249D51BB}"/>
                </a:ext>
              </a:extLst>
            </p:cNvPr>
            <p:cNvSpPr/>
            <p:nvPr/>
          </p:nvSpPr>
          <p:spPr>
            <a:xfrm>
              <a:off x="4536630" y="1922684"/>
              <a:ext cx="171278" cy="18690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9" name="TextBox 298">
              <a:extLst>
                <a:ext uri="{FF2B5EF4-FFF2-40B4-BE49-F238E27FC236}">
                  <a16:creationId xmlns:a16="http://schemas.microsoft.com/office/drawing/2014/main" id="{7F5332CF-2E42-4F95-A04C-D14E7D66C2CB}"/>
                </a:ext>
              </a:extLst>
            </p:cNvPr>
            <p:cNvSpPr txBox="1"/>
            <p:nvPr/>
          </p:nvSpPr>
          <p:spPr>
            <a:xfrm>
              <a:off x="4507293" y="1910946"/>
              <a:ext cx="2769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>
                  <a:solidFill>
                    <a:schemeClr val="bg1"/>
                  </a:solidFill>
                </a:rPr>
                <a:t>4</a:t>
              </a:r>
              <a:endParaRPr lang="ko-KR" altLang="en-US" sz="8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300" name="직사각형 299">
            <a:extLst>
              <a:ext uri="{FF2B5EF4-FFF2-40B4-BE49-F238E27FC236}">
                <a16:creationId xmlns:a16="http://schemas.microsoft.com/office/drawing/2014/main" id="{80917133-B062-4C0E-A488-CC7ABDC8BAE7}"/>
              </a:ext>
            </a:extLst>
          </p:cNvPr>
          <p:cNvSpPr/>
          <p:nvPr/>
        </p:nvSpPr>
        <p:spPr>
          <a:xfrm>
            <a:off x="1493510" y="5205107"/>
            <a:ext cx="1393529" cy="499384"/>
          </a:xfrm>
          <a:prstGeom prst="rect">
            <a:avLst/>
          </a:prstGeom>
          <a:solidFill>
            <a:schemeClr val="bg1"/>
          </a:solidFill>
          <a:ln w="6350">
            <a:solidFill>
              <a:srgbClr val="8080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914400">
              <a:lnSpc>
                <a:spcPct val="150000"/>
              </a:lnSpc>
            </a:pPr>
            <a:r>
              <a:rPr lang="ko-KR" altLang="en-US" sz="800" dirty="0">
                <a:solidFill>
                  <a:srgbClr val="5F5F5F"/>
                </a:solidFill>
                <a:latin typeface="+mj-lt"/>
                <a:ea typeface="나눔고딕" panose="020D0604000000000000" pitchFamily="50" charset="-127"/>
                <a:cs typeface="Segoe UI" panose="020B0502040204020203" pitchFamily="34" charset="0"/>
              </a:rPr>
              <a:t>김민우 </a:t>
            </a:r>
            <a:r>
              <a:rPr lang="en-US" altLang="ko-KR" sz="800" dirty="0">
                <a:solidFill>
                  <a:srgbClr val="5F5F5F"/>
                </a:solidFill>
                <a:latin typeface="+mj-lt"/>
                <a:ea typeface="나눔고딕" panose="020D0604000000000000" pitchFamily="50" charset="-127"/>
                <a:cs typeface="Segoe UI" panose="020B0502040204020203" pitchFamily="34" charset="0"/>
              </a:rPr>
              <a:t>: BTMSADMIN</a:t>
            </a:r>
          </a:p>
          <a:p>
            <a:pPr defTabSz="914400">
              <a:lnSpc>
                <a:spcPct val="150000"/>
              </a:lnSpc>
            </a:pPr>
            <a:r>
              <a:rPr lang="ko-KR" altLang="en-US" sz="800" dirty="0">
                <a:solidFill>
                  <a:srgbClr val="5F5F5F"/>
                </a:solidFill>
                <a:latin typeface="+mj-lt"/>
                <a:ea typeface="나눔고딕" panose="020D0604000000000000" pitchFamily="50" charset="-127"/>
                <a:cs typeface="Segoe UI" panose="020B0502040204020203" pitchFamily="34" charset="0"/>
              </a:rPr>
              <a:t>김민철 </a:t>
            </a:r>
            <a:r>
              <a:rPr lang="en-US" altLang="ko-KR" sz="800" dirty="0">
                <a:solidFill>
                  <a:srgbClr val="5F5F5F"/>
                </a:solidFill>
                <a:latin typeface="+mj-lt"/>
                <a:ea typeface="나눔고딕" panose="020D0604000000000000" pitchFamily="50" charset="-127"/>
                <a:cs typeface="Segoe UI" panose="020B0502040204020203" pitchFamily="34" charset="0"/>
              </a:rPr>
              <a:t>: BTMSDEV</a:t>
            </a:r>
            <a:endParaRPr lang="ko-KR" altLang="en-US" sz="800" dirty="0">
              <a:solidFill>
                <a:srgbClr val="5F5F5F"/>
              </a:solidFill>
              <a:latin typeface="+mj-lt"/>
              <a:ea typeface="나눔고딕" panose="020D0604000000000000" pitchFamily="50" charset="-127"/>
              <a:cs typeface="Segoe UI" panose="020B0502040204020203" pitchFamily="34" charset="0"/>
            </a:endParaRPr>
          </a:p>
        </p:txBody>
      </p:sp>
      <p:sp>
        <p:nvSpPr>
          <p:cNvPr id="301" name="직사각형 300">
            <a:extLst>
              <a:ext uri="{FF2B5EF4-FFF2-40B4-BE49-F238E27FC236}">
                <a16:creationId xmlns:a16="http://schemas.microsoft.com/office/drawing/2014/main" id="{36951975-8E66-441F-89DF-7B0458085907}"/>
              </a:ext>
            </a:extLst>
          </p:cNvPr>
          <p:cNvSpPr/>
          <p:nvPr/>
        </p:nvSpPr>
        <p:spPr>
          <a:xfrm>
            <a:off x="1445350" y="4886555"/>
            <a:ext cx="1473939" cy="3918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2" name="직사각형 301">
            <a:extLst>
              <a:ext uri="{FF2B5EF4-FFF2-40B4-BE49-F238E27FC236}">
                <a16:creationId xmlns:a16="http://schemas.microsoft.com/office/drawing/2014/main" id="{4A67C06B-376C-4FDC-BD90-1B2F5EC78610}"/>
              </a:ext>
            </a:extLst>
          </p:cNvPr>
          <p:cNvSpPr/>
          <p:nvPr/>
        </p:nvSpPr>
        <p:spPr>
          <a:xfrm>
            <a:off x="3619487" y="6022331"/>
            <a:ext cx="1604211" cy="4191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03" name="그룹 302">
            <a:extLst>
              <a:ext uri="{FF2B5EF4-FFF2-40B4-BE49-F238E27FC236}">
                <a16:creationId xmlns:a16="http://schemas.microsoft.com/office/drawing/2014/main" id="{16B50331-CC26-4135-822B-EB4C872D5CAF}"/>
              </a:ext>
            </a:extLst>
          </p:cNvPr>
          <p:cNvGrpSpPr/>
          <p:nvPr/>
        </p:nvGrpSpPr>
        <p:grpSpPr>
          <a:xfrm>
            <a:off x="3482189" y="5959254"/>
            <a:ext cx="276910" cy="215444"/>
            <a:chOff x="4507293" y="1910946"/>
            <a:chExt cx="276910" cy="215444"/>
          </a:xfrm>
        </p:grpSpPr>
        <p:sp>
          <p:nvSpPr>
            <p:cNvPr id="304" name="타원 303">
              <a:extLst>
                <a:ext uri="{FF2B5EF4-FFF2-40B4-BE49-F238E27FC236}">
                  <a16:creationId xmlns:a16="http://schemas.microsoft.com/office/drawing/2014/main" id="{2ECA108C-5CC1-4CAF-A510-D0953876D064}"/>
                </a:ext>
              </a:extLst>
            </p:cNvPr>
            <p:cNvSpPr/>
            <p:nvPr/>
          </p:nvSpPr>
          <p:spPr>
            <a:xfrm>
              <a:off x="4536630" y="1922684"/>
              <a:ext cx="171278" cy="18690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5" name="TextBox 304">
              <a:extLst>
                <a:ext uri="{FF2B5EF4-FFF2-40B4-BE49-F238E27FC236}">
                  <a16:creationId xmlns:a16="http://schemas.microsoft.com/office/drawing/2014/main" id="{72EA8FC4-7E85-4CDE-9195-E8446F70365E}"/>
                </a:ext>
              </a:extLst>
            </p:cNvPr>
            <p:cNvSpPr txBox="1"/>
            <p:nvPr/>
          </p:nvSpPr>
          <p:spPr>
            <a:xfrm>
              <a:off x="4507293" y="1910946"/>
              <a:ext cx="2769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>
                  <a:solidFill>
                    <a:schemeClr val="bg1"/>
                  </a:solidFill>
                </a:rPr>
                <a:t>5</a:t>
              </a:r>
              <a:endParaRPr lang="ko-KR" altLang="en-US" sz="8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306" name="Selection Overlay">
            <a:extLst>
              <a:ext uri="{FF2B5EF4-FFF2-40B4-BE49-F238E27FC236}">
                <a16:creationId xmlns:a16="http://schemas.microsoft.com/office/drawing/2014/main" id="{BF5F1DD2-505E-4266-9E05-6688373F3B22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1552783" y="5264287"/>
            <a:ext cx="1323563" cy="186907"/>
          </a:xfrm>
          <a:prstGeom prst="rect">
            <a:avLst/>
          </a:prstGeom>
          <a:solidFill>
            <a:srgbClr val="5B9BD5">
              <a:alpha val="21961"/>
            </a:srgb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dirty="0">
              <a:solidFill>
                <a:srgbClr val="5F5F5F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307" name="그룹 306">
            <a:extLst>
              <a:ext uri="{FF2B5EF4-FFF2-40B4-BE49-F238E27FC236}">
                <a16:creationId xmlns:a16="http://schemas.microsoft.com/office/drawing/2014/main" id="{F201FA0C-0F65-4DA3-B669-D78FF5146A19}"/>
              </a:ext>
            </a:extLst>
          </p:cNvPr>
          <p:cNvGrpSpPr/>
          <p:nvPr/>
        </p:nvGrpSpPr>
        <p:grpSpPr>
          <a:xfrm>
            <a:off x="428964" y="3202398"/>
            <a:ext cx="443853" cy="215444"/>
            <a:chOff x="4445319" y="1896893"/>
            <a:chExt cx="443853" cy="215444"/>
          </a:xfrm>
        </p:grpSpPr>
        <p:sp>
          <p:nvSpPr>
            <p:cNvPr id="308" name="타원 307">
              <a:extLst>
                <a:ext uri="{FF2B5EF4-FFF2-40B4-BE49-F238E27FC236}">
                  <a16:creationId xmlns:a16="http://schemas.microsoft.com/office/drawing/2014/main" id="{0D7C85F9-22E5-4E52-B873-42D3E3E9F321}"/>
                </a:ext>
              </a:extLst>
            </p:cNvPr>
            <p:cNvSpPr/>
            <p:nvPr/>
          </p:nvSpPr>
          <p:spPr>
            <a:xfrm>
              <a:off x="4536630" y="1922684"/>
              <a:ext cx="171278" cy="18690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9" name="TextBox 308">
              <a:extLst>
                <a:ext uri="{FF2B5EF4-FFF2-40B4-BE49-F238E27FC236}">
                  <a16:creationId xmlns:a16="http://schemas.microsoft.com/office/drawing/2014/main" id="{A9CC8BDF-4085-4D4F-85A2-2848B2F612BA}"/>
                </a:ext>
              </a:extLst>
            </p:cNvPr>
            <p:cNvSpPr txBox="1"/>
            <p:nvPr/>
          </p:nvSpPr>
          <p:spPr>
            <a:xfrm>
              <a:off x="4445319" y="1896893"/>
              <a:ext cx="4438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>
                  <a:solidFill>
                    <a:schemeClr val="bg1"/>
                  </a:solidFill>
                </a:rPr>
                <a:t>1-1</a:t>
              </a:r>
              <a:endParaRPr lang="ko-KR" altLang="en-US" sz="8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10" name="그룹 309">
            <a:extLst>
              <a:ext uri="{FF2B5EF4-FFF2-40B4-BE49-F238E27FC236}">
                <a16:creationId xmlns:a16="http://schemas.microsoft.com/office/drawing/2014/main" id="{E739606C-0512-4A0B-A4EA-ACB2D227E72B}"/>
              </a:ext>
            </a:extLst>
          </p:cNvPr>
          <p:cNvGrpSpPr/>
          <p:nvPr/>
        </p:nvGrpSpPr>
        <p:grpSpPr>
          <a:xfrm>
            <a:off x="3750979" y="3885961"/>
            <a:ext cx="1265639" cy="1985207"/>
            <a:chOff x="169826" y="4483718"/>
            <a:chExt cx="1265639" cy="1985207"/>
          </a:xfrm>
        </p:grpSpPr>
        <p:sp>
          <p:nvSpPr>
            <p:cNvPr id="311" name="직사각형 310">
              <a:extLst>
                <a:ext uri="{FF2B5EF4-FFF2-40B4-BE49-F238E27FC236}">
                  <a16:creationId xmlns:a16="http://schemas.microsoft.com/office/drawing/2014/main" id="{DBABEF49-93A7-45D4-A621-75084950E188}"/>
                </a:ext>
              </a:extLst>
            </p:cNvPr>
            <p:cNvSpPr/>
            <p:nvPr/>
          </p:nvSpPr>
          <p:spPr>
            <a:xfrm>
              <a:off x="169827" y="4483718"/>
              <a:ext cx="1265638" cy="29893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800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TEST_TEST</a:t>
              </a:r>
              <a:endPara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312" name="직사각형 311">
              <a:extLst>
                <a:ext uri="{FF2B5EF4-FFF2-40B4-BE49-F238E27FC236}">
                  <a16:creationId xmlns:a16="http://schemas.microsoft.com/office/drawing/2014/main" id="{CA33D23D-6A23-43D4-93E7-628092E3E2D2}"/>
                </a:ext>
              </a:extLst>
            </p:cNvPr>
            <p:cNvSpPr/>
            <p:nvPr/>
          </p:nvSpPr>
          <p:spPr>
            <a:xfrm>
              <a:off x="169826" y="4888129"/>
              <a:ext cx="1265638" cy="29893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313" name="직사각형 312">
              <a:extLst>
                <a:ext uri="{FF2B5EF4-FFF2-40B4-BE49-F238E27FC236}">
                  <a16:creationId xmlns:a16="http://schemas.microsoft.com/office/drawing/2014/main" id="{B119D299-1F08-49F0-9838-815C43CD4555}"/>
                </a:ext>
              </a:extLst>
            </p:cNvPr>
            <p:cNvSpPr/>
            <p:nvPr/>
          </p:nvSpPr>
          <p:spPr>
            <a:xfrm>
              <a:off x="169826" y="5505882"/>
              <a:ext cx="1265638" cy="29893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314" name="직사각형 313">
              <a:extLst>
                <a:ext uri="{FF2B5EF4-FFF2-40B4-BE49-F238E27FC236}">
                  <a16:creationId xmlns:a16="http://schemas.microsoft.com/office/drawing/2014/main" id="{40718EFC-3962-4E8C-B7C6-8E8F584FC5C5}"/>
                </a:ext>
              </a:extLst>
            </p:cNvPr>
            <p:cNvSpPr/>
            <p:nvPr/>
          </p:nvSpPr>
          <p:spPr>
            <a:xfrm>
              <a:off x="169826" y="6169986"/>
              <a:ext cx="1265638" cy="29893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</p:grpSp>
      <p:grpSp>
        <p:nvGrpSpPr>
          <p:cNvPr id="315" name="그룹 314">
            <a:extLst>
              <a:ext uri="{FF2B5EF4-FFF2-40B4-BE49-F238E27FC236}">
                <a16:creationId xmlns:a16="http://schemas.microsoft.com/office/drawing/2014/main" id="{D545DFDA-EF81-4CC6-BC1F-DDBAFE767270}"/>
              </a:ext>
            </a:extLst>
          </p:cNvPr>
          <p:cNvGrpSpPr/>
          <p:nvPr/>
        </p:nvGrpSpPr>
        <p:grpSpPr>
          <a:xfrm>
            <a:off x="1314446" y="4771684"/>
            <a:ext cx="276910" cy="215444"/>
            <a:chOff x="4507293" y="1910946"/>
            <a:chExt cx="276910" cy="215444"/>
          </a:xfrm>
        </p:grpSpPr>
        <p:sp>
          <p:nvSpPr>
            <p:cNvPr id="316" name="타원 315">
              <a:extLst>
                <a:ext uri="{FF2B5EF4-FFF2-40B4-BE49-F238E27FC236}">
                  <a16:creationId xmlns:a16="http://schemas.microsoft.com/office/drawing/2014/main" id="{469D926E-0576-48EE-B13A-F235E1C7A6D0}"/>
                </a:ext>
              </a:extLst>
            </p:cNvPr>
            <p:cNvSpPr/>
            <p:nvPr/>
          </p:nvSpPr>
          <p:spPr>
            <a:xfrm>
              <a:off x="4536630" y="1922684"/>
              <a:ext cx="171278" cy="18690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7" name="TextBox 316">
              <a:extLst>
                <a:ext uri="{FF2B5EF4-FFF2-40B4-BE49-F238E27FC236}">
                  <a16:creationId xmlns:a16="http://schemas.microsoft.com/office/drawing/2014/main" id="{8361D820-3C63-4F76-9EAC-0B7163696390}"/>
                </a:ext>
              </a:extLst>
            </p:cNvPr>
            <p:cNvSpPr txBox="1"/>
            <p:nvPr/>
          </p:nvSpPr>
          <p:spPr>
            <a:xfrm>
              <a:off x="4507293" y="1910946"/>
              <a:ext cx="2769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>
                  <a:solidFill>
                    <a:schemeClr val="bg1"/>
                  </a:solidFill>
                </a:rPr>
                <a:t>2</a:t>
              </a:r>
              <a:endParaRPr lang="ko-KR" altLang="en-US" sz="8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18" name="그룹 317">
            <a:extLst>
              <a:ext uri="{FF2B5EF4-FFF2-40B4-BE49-F238E27FC236}">
                <a16:creationId xmlns:a16="http://schemas.microsoft.com/office/drawing/2014/main" id="{4237D50B-EC22-4CC6-B31E-6DF5825BAA8D}"/>
              </a:ext>
            </a:extLst>
          </p:cNvPr>
          <p:cNvGrpSpPr/>
          <p:nvPr/>
        </p:nvGrpSpPr>
        <p:grpSpPr>
          <a:xfrm>
            <a:off x="1265720" y="5233396"/>
            <a:ext cx="443853" cy="215444"/>
            <a:chOff x="4445319" y="1896893"/>
            <a:chExt cx="443853" cy="215444"/>
          </a:xfrm>
        </p:grpSpPr>
        <p:sp>
          <p:nvSpPr>
            <p:cNvPr id="319" name="타원 318">
              <a:extLst>
                <a:ext uri="{FF2B5EF4-FFF2-40B4-BE49-F238E27FC236}">
                  <a16:creationId xmlns:a16="http://schemas.microsoft.com/office/drawing/2014/main" id="{2D2808A6-0DD1-4BE6-8F0B-157477F11A3D}"/>
                </a:ext>
              </a:extLst>
            </p:cNvPr>
            <p:cNvSpPr/>
            <p:nvPr/>
          </p:nvSpPr>
          <p:spPr>
            <a:xfrm>
              <a:off x="4536630" y="1922684"/>
              <a:ext cx="171278" cy="18690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0" name="TextBox 319">
              <a:extLst>
                <a:ext uri="{FF2B5EF4-FFF2-40B4-BE49-F238E27FC236}">
                  <a16:creationId xmlns:a16="http://schemas.microsoft.com/office/drawing/2014/main" id="{08771693-D663-4CC7-9294-D5C53B0C5A53}"/>
                </a:ext>
              </a:extLst>
            </p:cNvPr>
            <p:cNvSpPr txBox="1"/>
            <p:nvPr/>
          </p:nvSpPr>
          <p:spPr>
            <a:xfrm>
              <a:off x="4445319" y="1896893"/>
              <a:ext cx="4438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>
                  <a:solidFill>
                    <a:schemeClr val="bg1"/>
                  </a:solidFill>
                </a:rPr>
                <a:t>2-1</a:t>
              </a:r>
              <a:endParaRPr lang="ko-KR" altLang="en-US" sz="8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321" name="직사각형 320">
            <a:extLst>
              <a:ext uri="{FF2B5EF4-FFF2-40B4-BE49-F238E27FC236}">
                <a16:creationId xmlns:a16="http://schemas.microsoft.com/office/drawing/2014/main" id="{4DFDC7F9-5CA8-4B74-986A-1AE8F8D0BD3C}"/>
              </a:ext>
            </a:extLst>
          </p:cNvPr>
          <p:cNvSpPr/>
          <p:nvPr/>
        </p:nvSpPr>
        <p:spPr>
          <a:xfrm>
            <a:off x="2803132" y="3949805"/>
            <a:ext cx="1080000" cy="18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COST CENTER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322" name="직사각형 321">
            <a:extLst>
              <a:ext uri="{FF2B5EF4-FFF2-40B4-BE49-F238E27FC236}">
                <a16:creationId xmlns:a16="http://schemas.microsoft.com/office/drawing/2014/main" id="{247F17EF-17B4-4179-BF59-A6691A04F846}"/>
              </a:ext>
            </a:extLst>
          </p:cNvPr>
          <p:cNvSpPr/>
          <p:nvPr/>
        </p:nvSpPr>
        <p:spPr>
          <a:xfrm>
            <a:off x="2803132" y="4362358"/>
            <a:ext cx="1080000" cy="18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COST CENTER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323" name="직사각형 322">
            <a:extLst>
              <a:ext uri="{FF2B5EF4-FFF2-40B4-BE49-F238E27FC236}">
                <a16:creationId xmlns:a16="http://schemas.microsoft.com/office/drawing/2014/main" id="{A6964150-E62F-4C18-8712-FBEF1E93278A}"/>
              </a:ext>
            </a:extLst>
          </p:cNvPr>
          <p:cNvSpPr/>
          <p:nvPr/>
        </p:nvSpPr>
        <p:spPr>
          <a:xfrm>
            <a:off x="2803132" y="4992039"/>
            <a:ext cx="1080000" cy="18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COST CENTER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324" name="직사각형 323">
            <a:extLst>
              <a:ext uri="{FF2B5EF4-FFF2-40B4-BE49-F238E27FC236}">
                <a16:creationId xmlns:a16="http://schemas.microsoft.com/office/drawing/2014/main" id="{50FC9399-437C-4DCB-B96E-3C6DEAC6F955}"/>
              </a:ext>
            </a:extLst>
          </p:cNvPr>
          <p:cNvSpPr/>
          <p:nvPr/>
        </p:nvSpPr>
        <p:spPr>
          <a:xfrm>
            <a:off x="2803132" y="5645382"/>
            <a:ext cx="1080000" cy="18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COST CENTER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325" name="직사각형 324">
            <a:extLst>
              <a:ext uri="{FF2B5EF4-FFF2-40B4-BE49-F238E27FC236}">
                <a16:creationId xmlns:a16="http://schemas.microsoft.com/office/drawing/2014/main" id="{655DFF90-AD17-44D2-B4C8-8328CE21ACD8}"/>
              </a:ext>
            </a:extLst>
          </p:cNvPr>
          <p:cNvSpPr/>
          <p:nvPr/>
        </p:nvSpPr>
        <p:spPr>
          <a:xfrm>
            <a:off x="2994898" y="3814315"/>
            <a:ext cx="2077059" cy="222861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26" name="그룹 325">
            <a:extLst>
              <a:ext uri="{FF2B5EF4-FFF2-40B4-BE49-F238E27FC236}">
                <a16:creationId xmlns:a16="http://schemas.microsoft.com/office/drawing/2014/main" id="{12598958-F6BA-48EF-9998-200E90633810}"/>
              </a:ext>
            </a:extLst>
          </p:cNvPr>
          <p:cNvGrpSpPr/>
          <p:nvPr/>
        </p:nvGrpSpPr>
        <p:grpSpPr>
          <a:xfrm>
            <a:off x="2862822" y="3711666"/>
            <a:ext cx="276910" cy="215444"/>
            <a:chOff x="4507293" y="1910946"/>
            <a:chExt cx="276910" cy="215444"/>
          </a:xfrm>
        </p:grpSpPr>
        <p:sp>
          <p:nvSpPr>
            <p:cNvPr id="327" name="타원 326">
              <a:extLst>
                <a:ext uri="{FF2B5EF4-FFF2-40B4-BE49-F238E27FC236}">
                  <a16:creationId xmlns:a16="http://schemas.microsoft.com/office/drawing/2014/main" id="{A24B5255-2B4E-4010-9AE7-16AB31FA991C}"/>
                </a:ext>
              </a:extLst>
            </p:cNvPr>
            <p:cNvSpPr/>
            <p:nvPr/>
          </p:nvSpPr>
          <p:spPr>
            <a:xfrm>
              <a:off x="4536630" y="1922684"/>
              <a:ext cx="171278" cy="18690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8" name="TextBox 327">
              <a:extLst>
                <a:ext uri="{FF2B5EF4-FFF2-40B4-BE49-F238E27FC236}">
                  <a16:creationId xmlns:a16="http://schemas.microsoft.com/office/drawing/2014/main" id="{A02F8362-0FDE-4DE8-BC25-350D0266E7AD}"/>
                </a:ext>
              </a:extLst>
            </p:cNvPr>
            <p:cNvSpPr txBox="1"/>
            <p:nvPr/>
          </p:nvSpPr>
          <p:spPr>
            <a:xfrm>
              <a:off x="4507293" y="1910946"/>
              <a:ext cx="2769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>
                  <a:solidFill>
                    <a:schemeClr val="bg1"/>
                  </a:solidFill>
                </a:rPr>
                <a:t>3</a:t>
              </a:r>
              <a:endParaRPr lang="ko-KR" altLang="en-US" sz="800" b="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661684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7CC853-1067-35E1-08AB-E68CD3031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그룹 32">
            <a:extLst>
              <a:ext uri="{FF2B5EF4-FFF2-40B4-BE49-F238E27FC236}">
                <a16:creationId xmlns:a16="http://schemas.microsoft.com/office/drawing/2014/main" id="{8B5280E7-D110-25E2-DBEA-E6452260D152}"/>
              </a:ext>
            </a:extLst>
          </p:cNvPr>
          <p:cNvGrpSpPr/>
          <p:nvPr/>
        </p:nvGrpSpPr>
        <p:grpSpPr>
          <a:xfrm>
            <a:off x="7304707" y="5214332"/>
            <a:ext cx="1080000" cy="252000"/>
            <a:chOff x="7248542" y="3635149"/>
            <a:chExt cx="1080000" cy="252000"/>
          </a:xfrm>
        </p:grpSpPr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12B44AB1-B6A2-69B9-2880-1BF5623D55AC}"/>
                </a:ext>
              </a:extLst>
            </p:cNvPr>
            <p:cNvSpPr/>
            <p:nvPr/>
          </p:nvSpPr>
          <p:spPr>
            <a:xfrm>
              <a:off x="7248542" y="3635149"/>
              <a:ext cx="1080000" cy="252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r>
                <a:rPr lang="ko-KR" altLang="en-US" sz="800" dirty="0">
                  <a:solidFill>
                    <a:schemeClr val="tx1"/>
                  </a:solidFill>
                </a:rPr>
                <a:t>선택</a:t>
              </a:r>
            </a:p>
          </p:txBody>
        </p:sp>
        <p:grpSp>
          <p:nvGrpSpPr>
            <p:cNvPr id="35" name="그룹 34">
              <a:extLst>
                <a:ext uri="{FF2B5EF4-FFF2-40B4-BE49-F238E27FC236}">
                  <a16:creationId xmlns:a16="http://schemas.microsoft.com/office/drawing/2014/main" id="{EE88251C-803E-8B81-1B44-A315745F39F8}"/>
                </a:ext>
              </a:extLst>
            </p:cNvPr>
            <p:cNvGrpSpPr/>
            <p:nvPr/>
          </p:nvGrpSpPr>
          <p:grpSpPr>
            <a:xfrm flipH="1">
              <a:off x="8184355" y="3739138"/>
              <a:ext cx="60620" cy="45719"/>
              <a:chOff x="2582354" y="4366054"/>
              <a:chExt cx="443974" cy="226749"/>
            </a:xfrm>
          </p:grpSpPr>
          <p:cxnSp>
            <p:nvCxnSpPr>
              <p:cNvPr id="36" name="직선 연결선 35">
                <a:extLst>
                  <a:ext uri="{FF2B5EF4-FFF2-40B4-BE49-F238E27FC236}">
                    <a16:creationId xmlns:a16="http://schemas.microsoft.com/office/drawing/2014/main" id="{1CBEE8A5-A966-3F45-D796-6F249C74F8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82354" y="4366054"/>
                <a:ext cx="226749" cy="226749"/>
              </a:xfrm>
              <a:prstGeom prst="line">
                <a:avLst/>
              </a:prstGeom>
              <a:ln w="9525">
                <a:solidFill>
                  <a:schemeClr val="bg2">
                    <a:lumMod val="50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7" name="직선 연결선 36">
                <a:extLst>
                  <a:ext uri="{FF2B5EF4-FFF2-40B4-BE49-F238E27FC236}">
                    <a16:creationId xmlns:a16="http://schemas.microsoft.com/office/drawing/2014/main" id="{6EA34565-EB99-FC03-AC52-EE22B4C81B4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99579" y="4366054"/>
                <a:ext cx="226749" cy="226749"/>
              </a:xfrm>
              <a:prstGeom prst="line">
                <a:avLst/>
              </a:prstGeom>
              <a:ln w="9525">
                <a:solidFill>
                  <a:schemeClr val="bg2">
                    <a:lumMod val="50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CD227BA5-A1CC-C5F1-69F7-1DFCB6CE1D52}"/>
              </a:ext>
            </a:extLst>
          </p:cNvPr>
          <p:cNvSpPr/>
          <p:nvPr/>
        </p:nvSpPr>
        <p:spPr>
          <a:xfrm>
            <a:off x="2291134" y="5372529"/>
            <a:ext cx="2077900" cy="1222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bg2">
                    <a:lumMod val="50000"/>
                  </a:schemeClr>
                </a:solidFill>
              </a:rPr>
              <a:t>총</a:t>
            </a:r>
            <a:r>
              <a:rPr lang="ko-KR" altLang="en-US" sz="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00</a:t>
            </a:r>
            <a:r>
              <a:rPr lang="ko-KR" altLang="en-US" sz="800" dirty="0">
                <a:solidFill>
                  <a:schemeClr val="bg2">
                    <a:lumMod val="50000"/>
                  </a:schemeClr>
                </a:solidFill>
              </a:rPr>
              <a:t>개의 항공이 검색되었습니다</a:t>
            </a:r>
            <a:r>
              <a:rPr lang="en-US" altLang="ko-KR" sz="800" dirty="0">
                <a:solidFill>
                  <a:schemeClr val="bg2">
                    <a:lumMod val="50000"/>
                  </a:schemeClr>
                </a:solidFill>
              </a:rPr>
              <a:t>.</a:t>
            </a:r>
            <a:endParaRPr lang="ko-KR" altLang="en-US" sz="8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2524FE4-854A-4782-A5C7-A0F1EF46A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14</a:t>
            </a:fld>
            <a:endParaRPr lang="ko-KR" altLang="en-US" dirty="0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EE76684-777D-4624-2754-5D8BBFE907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A6618-D80D-4B7E-A45B-A31FDCA0FB45}" type="datetime1">
              <a:rPr lang="ko-KR" altLang="en-US" smtClean="0"/>
              <a:t>2026-01-15</a:t>
            </a:fld>
            <a:endParaRPr lang="ko-KR" altLang="en-US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0B56E1D-10A9-399B-51E3-AA9205C5F7C4}"/>
              </a:ext>
            </a:extLst>
          </p:cNvPr>
          <p:cNvSpPr txBox="1"/>
          <p:nvPr/>
        </p:nvSpPr>
        <p:spPr>
          <a:xfrm>
            <a:off x="992038" y="221039"/>
            <a:ext cx="13433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 err="1"/>
              <a:t>다구간</a:t>
            </a:r>
            <a:r>
              <a:rPr lang="ko-KR" altLang="en-US" sz="1000" b="1" dirty="0"/>
              <a:t> 조회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85A46E3-DADD-202D-79AE-F836C3EAADCF}"/>
              </a:ext>
            </a:extLst>
          </p:cNvPr>
          <p:cNvSpPr txBox="1"/>
          <p:nvPr/>
        </p:nvSpPr>
        <p:spPr>
          <a:xfrm>
            <a:off x="3355675" y="213760"/>
            <a:ext cx="368789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1000" b="1" dirty="0">
                <a:solidFill>
                  <a:schemeClr val="tx1"/>
                </a:solidFill>
              </a:rPr>
              <a:t>항공 </a:t>
            </a:r>
            <a:r>
              <a:rPr lang="en-US" altLang="ko-KR" sz="1000" b="1" dirty="0">
                <a:solidFill>
                  <a:schemeClr val="tx1"/>
                </a:solidFill>
              </a:rPr>
              <a:t>&gt; </a:t>
            </a:r>
            <a:r>
              <a:rPr lang="ko-KR" altLang="en-US" sz="1000" b="1" dirty="0">
                <a:solidFill>
                  <a:schemeClr val="tx1"/>
                </a:solidFill>
              </a:rPr>
              <a:t>국제선 조회 </a:t>
            </a:r>
            <a:r>
              <a:rPr lang="en-US" altLang="ko-KR" sz="1000" b="1" dirty="0">
                <a:solidFill>
                  <a:schemeClr val="tx1"/>
                </a:solidFill>
              </a:rPr>
              <a:t>&gt; </a:t>
            </a:r>
            <a:r>
              <a:rPr lang="ko-KR" altLang="en-US" sz="1000" b="1" dirty="0" err="1"/>
              <a:t>다구간</a:t>
            </a:r>
            <a:r>
              <a:rPr lang="ko-KR" altLang="en-US" sz="1000" b="1" dirty="0"/>
              <a:t> 조회 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graphicFrame>
        <p:nvGraphicFramePr>
          <p:cNvPr id="40" name="표 39">
            <a:extLst>
              <a:ext uri="{FF2B5EF4-FFF2-40B4-BE49-F238E27FC236}">
                <a16:creationId xmlns:a16="http://schemas.microsoft.com/office/drawing/2014/main" id="{04940EB0-6254-7C1A-3579-57046564D4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2844562"/>
              </p:ext>
            </p:extLst>
          </p:nvPr>
        </p:nvGraphicFramePr>
        <p:xfrm>
          <a:off x="8895422" y="89351"/>
          <a:ext cx="3208784" cy="29648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694">
                  <a:extLst>
                    <a:ext uri="{9D8B030D-6E8A-4147-A177-3AD203B41FA5}">
                      <a16:colId xmlns:a16="http://schemas.microsoft.com/office/drawing/2014/main" val="449230696"/>
                    </a:ext>
                  </a:extLst>
                </a:gridCol>
                <a:gridCol w="2935090">
                  <a:extLst>
                    <a:ext uri="{9D8B030D-6E8A-4147-A177-3AD203B41FA5}">
                      <a16:colId xmlns:a16="http://schemas.microsoft.com/office/drawing/2014/main" val="934294675"/>
                    </a:ext>
                  </a:extLst>
                </a:gridCol>
              </a:tblGrid>
              <a:tr h="323687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0687550"/>
                  </a:ext>
                </a:extLst>
              </a:tr>
              <a:tr h="272123">
                <a:tc gridSpan="2">
                  <a:txBody>
                    <a:bodyPr/>
                    <a:lstStyle/>
                    <a:p>
                      <a:pPr algn="l" latinLnBrk="1"/>
                      <a:endParaRPr lang="en-US" altLang="ko-KR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499294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/>
                        <a:t>1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출</a:t>
                      </a:r>
                      <a:r>
                        <a:rPr lang="en-US" altLang="ko-KR" sz="900" dirty="0"/>
                        <a:t>/</a:t>
                      </a:r>
                      <a:r>
                        <a:rPr lang="ko-KR" altLang="en-US" sz="900" dirty="0"/>
                        <a:t>도착지 입력 란으로 입력 방식은 </a:t>
                      </a:r>
                      <a:r>
                        <a:rPr lang="en-US" altLang="ko-KR" sz="900" dirty="0"/>
                        <a:t>#9page </a:t>
                      </a:r>
                      <a:r>
                        <a:rPr lang="ko-KR" altLang="en-US" sz="900" dirty="0"/>
                        <a:t>와 동일 하나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b="1" u="sng" dirty="0" err="1"/>
                        <a:t>다음여정이</a:t>
                      </a:r>
                      <a:r>
                        <a:rPr lang="ko-KR" altLang="en-US" sz="900" b="1" u="sng" dirty="0"/>
                        <a:t> 존재하는 경우</a:t>
                      </a:r>
                      <a:r>
                        <a:rPr lang="en-US" altLang="ko-KR" sz="900" b="1" u="sng" dirty="0"/>
                        <a:t>,</a:t>
                      </a:r>
                      <a:r>
                        <a:rPr lang="ko-KR" altLang="en-US" sz="900" b="1" u="sng" dirty="0"/>
                        <a:t> 도착지 입력 시 다음여정의 출발지에도 전 여정의 도착지가 자동 세팅 가능하도록 함 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6680531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/>
                        <a:t>2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클릭 시</a:t>
                      </a:r>
                      <a:r>
                        <a:rPr lang="en-US" altLang="ko-KR" sz="900" dirty="0"/>
                        <a:t>, 2-1</a:t>
                      </a:r>
                      <a:r>
                        <a:rPr lang="ko-KR" altLang="en-US" sz="900" dirty="0"/>
                        <a:t>영역이 하단에 추가 됨</a:t>
                      </a:r>
                      <a:endParaRPr lang="en-US" altLang="ko-KR" sz="9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1032202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/>
                        <a:t>3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클릭 시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해당 여정 삭제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4721397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/>
                        <a:t>4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모든 조회 조건 입력 후 클릭 시 여정 조회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2881176"/>
                  </a:ext>
                </a:extLst>
              </a:tr>
              <a:tr h="27253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Check point</a:t>
                      </a:r>
                      <a:endParaRPr lang="ko-KR" altLang="en-US" sz="10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194342"/>
                  </a:ext>
                </a:extLst>
              </a:tr>
              <a:tr h="635909"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/>
                        <a:t>모든 조회 조건은 필수 값임</a:t>
                      </a:r>
                      <a:endParaRPr lang="en-US" altLang="ko-KR" sz="900" b="1" dirty="0"/>
                    </a:p>
                    <a:p>
                      <a:pPr latinLnBrk="1"/>
                      <a:r>
                        <a:rPr lang="ko-KR" altLang="en-US" sz="900" b="1" dirty="0"/>
                        <a:t>초기 세팅은 여정 </a:t>
                      </a:r>
                      <a:r>
                        <a:rPr lang="en-US" altLang="ko-KR" sz="900" b="1" dirty="0"/>
                        <a:t>2</a:t>
                      </a:r>
                      <a:r>
                        <a:rPr lang="ko-KR" altLang="en-US" sz="900" b="1" dirty="0"/>
                        <a:t>개</a:t>
                      </a:r>
                      <a:endParaRPr lang="en-US" altLang="ko-KR" sz="900" b="1" dirty="0"/>
                    </a:p>
                    <a:p>
                      <a:pPr latinLnBrk="1"/>
                      <a:endParaRPr lang="ko-KR" altLang="en-US" sz="900" b="1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1" u="none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9267137"/>
                  </a:ext>
                </a:extLst>
              </a:tr>
            </a:tbl>
          </a:graphicData>
        </a:graphic>
      </p:graphicFrame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6CA759A2-9E2A-05FE-9304-CCF17DF65813}"/>
              </a:ext>
            </a:extLst>
          </p:cNvPr>
          <p:cNvSpPr/>
          <p:nvPr/>
        </p:nvSpPr>
        <p:spPr>
          <a:xfrm>
            <a:off x="281482" y="658704"/>
            <a:ext cx="896814" cy="46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SM C&amp;C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053EB4B7-6414-52C7-2CE8-BB0C9FB85838}"/>
              </a:ext>
            </a:extLst>
          </p:cNvPr>
          <p:cNvSpPr/>
          <p:nvPr/>
        </p:nvSpPr>
        <p:spPr>
          <a:xfrm>
            <a:off x="1354203" y="658704"/>
            <a:ext cx="5705004" cy="46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ln w="0"/>
                <a:solidFill>
                  <a:schemeClr val="tx1"/>
                </a:solidFill>
              </a:rPr>
              <a:t>항공</a:t>
            </a:r>
            <a:r>
              <a:rPr lang="en-US" altLang="ko-KR" sz="1200" dirty="0">
                <a:ln w="0"/>
                <a:solidFill>
                  <a:schemeClr val="tx1"/>
                </a:solidFill>
              </a:rPr>
              <a:t>	</a:t>
            </a:r>
            <a:r>
              <a:rPr lang="ko-KR" altLang="en-US" sz="1200" dirty="0">
                <a:ln w="0"/>
                <a:solidFill>
                  <a:schemeClr val="tx1"/>
                </a:solidFill>
              </a:rPr>
              <a:t>호텔</a:t>
            </a:r>
            <a:r>
              <a:rPr lang="en-US" altLang="ko-KR" sz="1200" dirty="0">
                <a:ln w="0"/>
                <a:solidFill>
                  <a:schemeClr val="tx1"/>
                </a:solidFill>
              </a:rPr>
              <a:t>	</a:t>
            </a:r>
            <a:r>
              <a:rPr lang="ko-KR" altLang="en-US" sz="1200" dirty="0">
                <a:ln w="0"/>
                <a:solidFill>
                  <a:schemeClr val="tx1"/>
                </a:solidFill>
              </a:rPr>
              <a:t>요청</a:t>
            </a:r>
            <a:endParaRPr lang="ko-KR" altLang="en-US" sz="1200" dirty="0"/>
          </a:p>
        </p:txBody>
      </p:sp>
      <p:sp>
        <p:nvSpPr>
          <p:cNvPr id="114" name="직사각형 113">
            <a:extLst>
              <a:ext uri="{FF2B5EF4-FFF2-40B4-BE49-F238E27FC236}">
                <a16:creationId xmlns:a16="http://schemas.microsoft.com/office/drawing/2014/main" id="{A2EF6F0B-DD35-A809-77FB-3A48FFAA6375}"/>
              </a:ext>
            </a:extLst>
          </p:cNvPr>
          <p:cNvSpPr/>
          <p:nvPr/>
        </p:nvSpPr>
        <p:spPr>
          <a:xfrm>
            <a:off x="7235113" y="658704"/>
            <a:ext cx="1449811" cy="46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n w="0"/>
                <a:solidFill>
                  <a:schemeClr val="tx1"/>
                </a:solidFill>
              </a:rPr>
              <a:t>마이페이지</a:t>
            </a:r>
            <a:r>
              <a:rPr lang="en-US" altLang="ko-KR" sz="1000" dirty="0">
                <a:ln w="0"/>
                <a:solidFill>
                  <a:schemeClr val="tx1"/>
                </a:solidFill>
              </a:rPr>
              <a:t> </a:t>
            </a:r>
            <a:r>
              <a:rPr lang="ko-KR" altLang="en-US" sz="1000" dirty="0">
                <a:ln w="0"/>
                <a:solidFill>
                  <a:schemeClr val="tx1"/>
                </a:solidFill>
              </a:rPr>
              <a:t>로그아웃</a:t>
            </a:r>
            <a:endParaRPr lang="ko-KR" altLang="en-US" sz="1000" dirty="0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D3931CF9-BA39-293E-E2DC-07F96147BBEA}"/>
              </a:ext>
            </a:extLst>
          </p:cNvPr>
          <p:cNvGrpSpPr/>
          <p:nvPr/>
        </p:nvGrpSpPr>
        <p:grpSpPr>
          <a:xfrm>
            <a:off x="291304" y="1325427"/>
            <a:ext cx="8155460" cy="3624328"/>
            <a:chOff x="395415" y="1502938"/>
            <a:chExt cx="8155460" cy="3624328"/>
          </a:xfrm>
        </p:grpSpPr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31BBE5D2-E0EA-4A21-1D7A-45F0F9995327}"/>
                </a:ext>
              </a:extLst>
            </p:cNvPr>
            <p:cNvCxnSpPr>
              <a:cxnSpLocks/>
            </p:cNvCxnSpPr>
            <p:nvPr/>
          </p:nvCxnSpPr>
          <p:spPr>
            <a:xfrm>
              <a:off x="3841362" y="2479912"/>
              <a:ext cx="0" cy="263205"/>
            </a:xfrm>
            <a:prstGeom prst="line">
              <a:avLst/>
            </a:prstGeom>
            <a:ln w="952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325A217A-3418-2BB6-433E-05A66D91CDD2}"/>
                </a:ext>
              </a:extLst>
            </p:cNvPr>
            <p:cNvSpPr/>
            <p:nvPr/>
          </p:nvSpPr>
          <p:spPr>
            <a:xfrm>
              <a:off x="395415" y="1790938"/>
              <a:ext cx="8155460" cy="333632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BC358CEA-241B-17B9-14BF-7424997F616A}"/>
                </a:ext>
              </a:extLst>
            </p:cNvPr>
            <p:cNvSpPr/>
            <p:nvPr/>
          </p:nvSpPr>
          <p:spPr>
            <a:xfrm>
              <a:off x="526700" y="4810232"/>
              <a:ext cx="540000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dirty="0">
                  <a:solidFill>
                    <a:schemeClr val="tx1"/>
                  </a:solidFill>
                </a:rPr>
                <a:t>출장자</a:t>
              </a:r>
            </a:p>
          </p:txBody>
        </p: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7C183F54-D50C-FAFD-239E-C006455D5005}"/>
                </a:ext>
              </a:extLst>
            </p:cNvPr>
            <p:cNvGrpSpPr/>
            <p:nvPr/>
          </p:nvGrpSpPr>
          <p:grpSpPr>
            <a:xfrm>
              <a:off x="527220" y="2034332"/>
              <a:ext cx="1383795" cy="180613"/>
              <a:chOff x="527220" y="2034332"/>
              <a:chExt cx="1383795" cy="180613"/>
            </a:xfrm>
          </p:grpSpPr>
          <p:grpSp>
            <p:nvGrpSpPr>
              <p:cNvPr id="28" name="그룹 27">
                <a:extLst>
                  <a:ext uri="{FF2B5EF4-FFF2-40B4-BE49-F238E27FC236}">
                    <a16:creationId xmlns:a16="http://schemas.microsoft.com/office/drawing/2014/main" id="{4DABFA61-0753-62D0-4CCA-62E3FFC7D1C1}"/>
                  </a:ext>
                </a:extLst>
              </p:cNvPr>
              <p:cNvGrpSpPr/>
              <p:nvPr/>
            </p:nvGrpSpPr>
            <p:grpSpPr>
              <a:xfrm>
                <a:off x="527220" y="2034332"/>
                <a:ext cx="1291353" cy="180613"/>
                <a:chOff x="601362" y="2034332"/>
                <a:chExt cx="1291353" cy="180613"/>
              </a:xfrm>
            </p:grpSpPr>
            <p:sp>
              <p:nvSpPr>
                <p:cNvPr id="31" name="직사각형 30">
                  <a:extLst>
                    <a:ext uri="{FF2B5EF4-FFF2-40B4-BE49-F238E27FC236}">
                      <a16:creationId xmlns:a16="http://schemas.microsoft.com/office/drawing/2014/main" id="{1AEC0EB3-7D76-7BCA-E689-20300307B28F}"/>
                    </a:ext>
                  </a:extLst>
                </p:cNvPr>
                <p:cNvSpPr/>
                <p:nvPr/>
              </p:nvSpPr>
              <p:spPr>
                <a:xfrm>
                  <a:off x="601362" y="2034332"/>
                  <a:ext cx="390676" cy="180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 dirty="0">
                      <a:solidFill>
                        <a:schemeClr val="bg1">
                          <a:lumMod val="50000"/>
                        </a:schemeClr>
                      </a:solidFill>
                    </a:rPr>
                    <a:t>왕복</a:t>
                  </a:r>
                </a:p>
              </p:txBody>
            </p:sp>
            <p:cxnSp>
              <p:nvCxnSpPr>
                <p:cNvPr id="32" name="직선 연결선 31">
                  <a:extLst>
                    <a:ext uri="{FF2B5EF4-FFF2-40B4-BE49-F238E27FC236}">
                      <a16:creationId xmlns:a16="http://schemas.microsoft.com/office/drawing/2014/main" id="{A3E20760-34D7-5A03-5B18-9F0A38C5278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536892" y="2214945"/>
                  <a:ext cx="355823" cy="0"/>
                </a:xfrm>
                <a:prstGeom prst="line">
                  <a:avLst/>
                </a:prstGeom>
                <a:ln w="9525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C846AA88-9E19-7BAA-AB1F-7B4DD7F18C89}"/>
                  </a:ext>
                </a:extLst>
              </p:cNvPr>
              <p:cNvSpPr/>
              <p:nvPr/>
            </p:nvSpPr>
            <p:spPr>
              <a:xfrm>
                <a:off x="985835" y="2034332"/>
                <a:ext cx="390676" cy="180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>
                    <a:solidFill>
                      <a:schemeClr val="bg1">
                        <a:lumMod val="50000"/>
                      </a:schemeClr>
                    </a:solidFill>
                  </a:rPr>
                  <a:t>편도</a:t>
                </a:r>
              </a:p>
            </p:txBody>
          </p:sp>
          <p:sp>
            <p:nvSpPr>
              <p:cNvPr id="30" name="직사각형 29">
                <a:extLst>
                  <a:ext uri="{FF2B5EF4-FFF2-40B4-BE49-F238E27FC236}">
                    <a16:creationId xmlns:a16="http://schemas.microsoft.com/office/drawing/2014/main" id="{564D0670-EEA8-7B18-4CA0-A8B4FABF467B}"/>
                  </a:ext>
                </a:extLst>
              </p:cNvPr>
              <p:cNvSpPr/>
              <p:nvPr/>
            </p:nvSpPr>
            <p:spPr>
              <a:xfrm>
                <a:off x="1370307" y="2034332"/>
                <a:ext cx="540708" cy="180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 err="1">
                    <a:solidFill>
                      <a:schemeClr val="tx1"/>
                    </a:solidFill>
                  </a:rPr>
                  <a:t>다구간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96566467-9133-6479-C454-61D3D659308B}"/>
                </a:ext>
              </a:extLst>
            </p:cNvPr>
            <p:cNvGrpSpPr/>
            <p:nvPr/>
          </p:nvGrpSpPr>
          <p:grpSpPr>
            <a:xfrm>
              <a:off x="2335411" y="2026507"/>
              <a:ext cx="832987" cy="180000"/>
              <a:chOff x="2335411" y="2026507"/>
              <a:chExt cx="832987" cy="180000"/>
            </a:xfrm>
          </p:grpSpPr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E2408426-F5F9-8D23-E6D8-8E8A5AB4DA68}"/>
                  </a:ext>
                </a:extLst>
              </p:cNvPr>
              <p:cNvSpPr/>
              <p:nvPr/>
            </p:nvSpPr>
            <p:spPr>
              <a:xfrm>
                <a:off x="2393248" y="2026507"/>
                <a:ext cx="775150" cy="180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>
                    <a:solidFill>
                      <a:schemeClr val="tx1"/>
                    </a:solidFill>
                  </a:rPr>
                  <a:t>직항만 검색</a:t>
                </a:r>
              </a:p>
            </p:txBody>
          </p:sp>
          <p:sp>
            <p:nvSpPr>
              <p:cNvPr id="27" name="직사각형 26">
                <a:extLst>
                  <a:ext uri="{FF2B5EF4-FFF2-40B4-BE49-F238E27FC236}">
                    <a16:creationId xmlns:a16="http://schemas.microsoft.com/office/drawing/2014/main" id="{66E96343-E094-EE3D-3FA6-44FC8475DDBC}"/>
                  </a:ext>
                </a:extLst>
              </p:cNvPr>
              <p:cNvSpPr/>
              <p:nvPr/>
            </p:nvSpPr>
            <p:spPr>
              <a:xfrm>
                <a:off x="2335411" y="2058842"/>
                <a:ext cx="115330" cy="11533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18CCE81C-8804-682D-9216-48C6502B0ECC}"/>
                </a:ext>
              </a:extLst>
            </p:cNvPr>
            <p:cNvGrpSpPr/>
            <p:nvPr/>
          </p:nvGrpSpPr>
          <p:grpSpPr>
            <a:xfrm>
              <a:off x="395415" y="1502938"/>
              <a:ext cx="4697636" cy="288000"/>
              <a:chOff x="395415" y="1502938"/>
              <a:chExt cx="4697636" cy="288000"/>
            </a:xfrm>
          </p:grpSpPr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37810ED9-3902-18E6-EFFB-90E162F296C7}"/>
                  </a:ext>
                </a:extLst>
              </p:cNvPr>
              <p:cNvSpPr/>
              <p:nvPr/>
            </p:nvSpPr>
            <p:spPr>
              <a:xfrm>
                <a:off x="395415" y="1502938"/>
                <a:ext cx="1566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dirty="0">
                    <a:solidFill>
                      <a:schemeClr val="tx1"/>
                    </a:solidFill>
                  </a:rPr>
                  <a:t>국제선</a:t>
                </a:r>
              </a:p>
            </p:txBody>
          </p:sp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8DD61E33-09FC-E6DC-FE0E-7BAD107D29A3}"/>
                  </a:ext>
                </a:extLst>
              </p:cNvPr>
              <p:cNvSpPr/>
              <p:nvPr/>
            </p:nvSpPr>
            <p:spPr>
              <a:xfrm>
                <a:off x="3527051" y="1502938"/>
                <a:ext cx="1566000" cy="288000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dirty="0">
                    <a:solidFill>
                      <a:schemeClr val="bg1"/>
                    </a:solidFill>
                  </a:rPr>
                  <a:t>예약내역</a:t>
                </a:r>
              </a:p>
            </p:txBody>
          </p:sp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B9FFE2DF-029A-4DB7-FB74-5BA31AFDDDA8}"/>
                  </a:ext>
                </a:extLst>
              </p:cNvPr>
              <p:cNvSpPr/>
              <p:nvPr/>
            </p:nvSpPr>
            <p:spPr>
              <a:xfrm>
                <a:off x="1961234" y="1502938"/>
                <a:ext cx="1566000" cy="288000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dirty="0">
                    <a:solidFill>
                      <a:schemeClr val="bg1"/>
                    </a:solidFill>
                  </a:rPr>
                  <a:t>국내선</a:t>
                </a:r>
              </a:p>
            </p:txBody>
          </p:sp>
        </p:grpSp>
        <p:sp>
          <p:nvSpPr>
            <p:cNvPr id="117" name="직사각형 116">
              <a:extLst>
                <a:ext uri="{FF2B5EF4-FFF2-40B4-BE49-F238E27FC236}">
                  <a16:creationId xmlns:a16="http://schemas.microsoft.com/office/drawing/2014/main" id="{4E8E191E-B024-7A65-B3DC-8C977E72D41C}"/>
                </a:ext>
              </a:extLst>
            </p:cNvPr>
            <p:cNvSpPr/>
            <p:nvPr/>
          </p:nvSpPr>
          <p:spPr>
            <a:xfrm>
              <a:off x="1136661" y="4810232"/>
              <a:ext cx="504000" cy="1800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홍길동</a:t>
              </a:r>
            </a:p>
          </p:txBody>
        </p:sp>
        <p:sp>
          <p:nvSpPr>
            <p:cNvPr id="118" name="직사각형 117">
              <a:extLst>
                <a:ext uri="{FF2B5EF4-FFF2-40B4-BE49-F238E27FC236}">
                  <a16:creationId xmlns:a16="http://schemas.microsoft.com/office/drawing/2014/main" id="{EC8E80AC-B400-BFEC-2654-FDE5B0F7006A}"/>
                </a:ext>
              </a:extLst>
            </p:cNvPr>
            <p:cNvSpPr/>
            <p:nvPr/>
          </p:nvSpPr>
          <p:spPr>
            <a:xfrm>
              <a:off x="1727949" y="4810232"/>
              <a:ext cx="504000" cy="1800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홍길동</a:t>
              </a:r>
            </a:p>
          </p:txBody>
        </p:sp>
        <p:sp>
          <p:nvSpPr>
            <p:cNvPr id="119" name="직사각형 118">
              <a:extLst>
                <a:ext uri="{FF2B5EF4-FFF2-40B4-BE49-F238E27FC236}">
                  <a16:creationId xmlns:a16="http://schemas.microsoft.com/office/drawing/2014/main" id="{D67C88B2-E02A-40F2-C6DC-051B79A135D3}"/>
                </a:ext>
              </a:extLst>
            </p:cNvPr>
            <p:cNvSpPr/>
            <p:nvPr/>
          </p:nvSpPr>
          <p:spPr>
            <a:xfrm>
              <a:off x="2319236" y="4810232"/>
              <a:ext cx="504000" cy="1800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홍길동</a:t>
              </a:r>
            </a:p>
          </p:txBody>
        </p:sp>
        <p:grpSp>
          <p:nvGrpSpPr>
            <p:cNvPr id="146" name="그룹 145">
              <a:extLst>
                <a:ext uri="{FF2B5EF4-FFF2-40B4-BE49-F238E27FC236}">
                  <a16:creationId xmlns:a16="http://schemas.microsoft.com/office/drawing/2014/main" id="{43A9A3F4-870F-03A6-8E90-DB651CCF89F6}"/>
                </a:ext>
              </a:extLst>
            </p:cNvPr>
            <p:cNvGrpSpPr/>
            <p:nvPr/>
          </p:nvGrpSpPr>
          <p:grpSpPr>
            <a:xfrm>
              <a:off x="601362" y="2365392"/>
              <a:ext cx="7727180" cy="504000"/>
              <a:chOff x="601362" y="2365392"/>
              <a:chExt cx="7727180" cy="504000"/>
            </a:xfrm>
          </p:grpSpPr>
          <p:grpSp>
            <p:nvGrpSpPr>
              <p:cNvPr id="121" name="그룹 120">
                <a:extLst>
                  <a:ext uri="{FF2B5EF4-FFF2-40B4-BE49-F238E27FC236}">
                    <a16:creationId xmlns:a16="http://schemas.microsoft.com/office/drawing/2014/main" id="{FD0636D0-6114-341F-B535-A6D0B693EC97}"/>
                  </a:ext>
                </a:extLst>
              </p:cNvPr>
              <p:cNvGrpSpPr/>
              <p:nvPr/>
            </p:nvGrpSpPr>
            <p:grpSpPr>
              <a:xfrm>
                <a:off x="601362" y="2365392"/>
                <a:ext cx="7727180" cy="504000"/>
                <a:chOff x="601362" y="2365392"/>
                <a:chExt cx="8300155" cy="504000"/>
              </a:xfrm>
            </p:grpSpPr>
            <p:sp>
              <p:nvSpPr>
                <p:cNvPr id="11" name="직사각형 10">
                  <a:extLst>
                    <a:ext uri="{FF2B5EF4-FFF2-40B4-BE49-F238E27FC236}">
                      <a16:creationId xmlns:a16="http://schemas.microsoft.com/office/drawing/2014/main" id="{D3AD8DBD-2F7E-B05C-1CF9-B9B214174B4F}"/>
                    </a:ext>
                  </a:extLst>
                </p:cNvPr>
                <p:cNvSpPr/>
                <p:nvPr/>
              </p:nvSpPr>
              <p:spPr>
                <a:xfrm>
                  <a:off x="601362" y="2365392"/>
                  <a:ext cx="8300155" cy="504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accent6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21" name="직사각형 20">
                  <a:extLst>
                    <a:ext uri="{FF2B5EF4-FFF2-40B4-BE49-F238E27FC236}">
                      <a16:creationId xmlns:a16="http://schemas.microsoft.com/office/drawing/2014/main" id="{FB6E24D9-0369-FD8A-8117-847685BA88A3}"/>
                    </a:ext>
                  </a:extLst>
                </p:cNvPr>
                <p:cNvSpPr/>
                <p:nvPr/>
              </p:nvSpPr>
              <p:spPr>
                <a:xfrm>
                  <a:off x="1415922" y="2524206"/>
                  <a:ext cx="944880" cy="18000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 dirty="0">
                      <a:solidFill>
                        <a:schemeClr val="tx1"/>
                      </a:solidFill>
                    </a:rPr>
                    <a:t>서울</a:t>
                  </a:r>
                  <a:r>
                    <a:rPr lang="en-US" altLang="ko-KR" sz="800" dirty="0">
                      <a:solidFill>
                        <a:schemeClr val="tx1"/>
                      </a:solidFill>
                    </a:rPr>
                    <a:t>/</a:t>
                  </a:r>
                  <a:r>
                    <a:rPr lang="ko-KR" altLang="en-US" sz="800" dirty="0">
                      <a:solidFill>
                        <a:schemeClr val="tx1"/>
                      </a:solidFill>
                    </a:rPr>
                    <a:t>인천</a:t>
                  </a:r>
                  <a:r>
                    <a:rPr lang="en-US" altLang="ko-KR" sz="800" dirty="0">
                      <a:solidFill>
                        <a:schemeClr val="tx1"/>
                      </a:solidFill>
                    </a:rPr>
                    <a:t>(ICN)</a:t>
                  </a:r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22" name="그룹 21">
                  <a:extLst>
                    <a:ext uri="{FF2B5EF4-FFF2-40B4-BE49-F238E27FC236}">
                      <a16:creationId xmlns:a16="http://schemas.microsoft.com/office/drawing/2014/main" id="{97BA3AF9-EBF5-0B52-680D-BB9700082E1B}"/>
                    </a:ext>
                  </a:extLst>
                </p:cNvPr>
                <p:cNvGrpSpPr/>
                <p:nvPr/>
              </p:nvGrpSpPr>
              <p:grpSpPr>
                <a:xfrm>
                  <a:off x="2708856" y="2487152"/>
                  <a:ext cx="944880" cy="248804"/>
                  <a:chOff x="1911015" y="2455402"/>
                  <a:chExt cx="944880" cy="248804"/>
                </a:xfrm>
              </p:grpSpPr>
              <p:sp>
                <p:nvSpPr>
                  <p:cNvPr id="24" name="직사각형 23">
                    <a:extLst>
                      <a:ext uri="{FF2B5EF4-FFF2-40B4-BE49-F238E27FC236}">
                        <a16:creationId xmlns:a16="http://schemas.microsoft.com/office/drawing/2014/main" id="{022244EC-F78F-0D5B-0004-AB32F3462A9E}"/>
                      </a:ext>
                    </a:extLst>
                  </p:cNvPr>
                  <p:cNvSpPr/>
                  <p:nvPr/>
                </p:nvSpPr>
                <p:spPr>
                  <a:xfrm>
                    <a:off x="1911015" y="2524206"/>
                    <a:ext cx="944880" cy="1800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800" dirty="0">
                        <a:solidFill>
                          <a:schemeClr val="tx1"/>
                        </a:solidFill>
                      </a:rPr>
                      <a:t>←</a:t>
                    </a:r>
                  </a:p>
                </p:txBody>
              </p:sp>
              <p:sp>
                <p:nvSpPr>
                  <p:cNvPr id="25" name="직사각형 24">
                    <a:extLst>
                      <a:ext uri="{FF2B5EF4-FFF2-40B4-BE49-F238E27FC236}">
                        <a16:creationId xmlns:a16="http://schemas.microsoft.com/office/drawing/2014/main" id="{A6C73148-1895-32CC-F694-8CD5EA54C6FA}"/>
                      </a:ext>
                    </a:extLst>
                  </p:cNvPr>
                  <p:cNvSpPr/>
                  <p:nvPr/>
                </p:nvSpPr>
                <p:spPr>
                  <a:xfrm>
                    <a:off x="1911015" y="2455402"/>
                    <a:ext cx="944880" cy="1800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800" dirty="0">
                        <a:solidFill>
                          <a:schemeClr val="tx1"/>
                        </a:solidFill>
                      </a:rPr>
                      <a:t>→</a:t>
                    </a:r>
                  </a:p>
                </p:txBody>
              </p:sp>
            </p:grpSp>
            <p:sp>
              <p:nvSpPr>
                <p:cNvPr id="23" name="직사각형 22">
                  <a:extLst>
                    <a:ext uri="{FF2B5EF4-FFF2-40B4-BE49-F238E27FC236}">
                      <a16:creationId xmlns:a16="http://schemas.microsoft.com/office/drawing/2014/main" id="{FCF5184D-B78D-3311-9E76-7E68E39FBA58}"/>
                    </a:ext>
                  </a:extLst>
                </p:cNvPr>
                <p:cNvSpPr/>
                <p:nvPr/>
              </p:nvSpPr>
              <p:spPr>
                <a:xfrm>
                  <a:off x="3998281" y="2524206"/>
                  <a:ext cx="944880" cy="18000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 dirty="0">
                      <a:solidFill>
                        <a:schemeClr val="bg2">
                          <a:lumMod val="50000"/>
                        </a:schemeClr>
                      </a:solidFill>
                    </a:rPr>
                    <a:t>도착지</a:t>
                  </a:r>
                </a:p>
              </p:txBody>
            </p:sp>
            <p:sp>
              <p:nvSpPr>
                <p:cNvPr id="13" name="직사각형 12">
                  <a:extLst>
                    <a:ext uri="{FF2B5EF4-FFF2-40B4-BE49-F238E27FC236}">
                      <a16:creationId xmlns:a16="http://schemas.microsoft.com/office/drawing/2014/main" id="{77C7961E-8F01-3728-5973-3BCB3BC521B8}"/>
                    </a:ext>
                  </a:extLst>
                </p:cNvPr>
                <p:cNvSpPr/>
                <p:nvPr/>
              </p:nvSpPr>
              <p:spPr>
                <a:xfrm>
                  <a:off x="6569102" y="2524206"/>
                  <a:ext cx="944880" cy="18000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 dirty="0">
                      <a:solidFill>
                        <a:schemeClr val="bg2">
                          <a:lumMod val="50000"/>
                        </a:schemeClr>
                      </a:solidFill>
                    </a:rPr>
                    <a:t>여행일정</a:t>
                  </a:r>
                </a:p>
              </p:txBody>
            </p:sp>
            <p:cxnSp>
              <p:nvCxnSpPr>
                <p:cNvPr id="15" name="직선 연결선 14">
                  <a:extLst>
                    <a:ext uri="{FF2B5EF4-FFF2-40B4-BE49-F238E27FC236}">
                      <a16:creationId xmlns:a16="http://schemas.microsoft.com/office/drawing/2014/main" id="{66BE1682-07BE-D747-CFB2-C74136A9276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54542" y="2487152"/>
                  <a:ext cx="0" cy="263205"/>
                </a:xfrm>
                <a:prstGeom prst="line">
                  <a:avLst/>
                </a:prstGeom>
                <a:ln w="9525">
                  <a:solidFill>
                    <a:schemeClr val="bg2">
                      <a:lumMod val="9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41" name="직선 연결선 140">
                <a:extLst>
                  <a:ext uri="{FF2B5EF4-FFF2-40B4-BE49-F238E27FC236}">
                    <a16:creationId xmlns:a16="http://schemas.microsoft.com/office/drawing/2014/main" id="{E7F306D6-B594-FBDF-FFF1-A7C99E779BE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95119" y="2485790"/>
                <a:ext cx="0" cy="263205"/>
              </a:xfrm>
              <a:prstGeom prst="line">
                <a:avLst/>
              </a:prstGeom>
              <a:ln w="9525"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47" name="그룹 146">
              <a:extLst>
                <a:ext uri="{FF2B5EF4-FFF2-40B4-BE49-F238E27FC236}">
                  <a16:creationId xmlns:a16="http://schemas.microsoft.com/office/drawing/2014/main" id="{3BBB050A-DD9F-9BDF-B9A1-471E2B8AC459}"/>
                </a:ext>
              </a:extLst>
            </p:cNvPr>
            <p:cNvGrpSpPr/>
            <p:nvPr/>
          </p:nvGrpSpPr>
          <p:grpSpPr>
            <a:xfrm>
              <a:off x="601362" y="2954625"/>
              <a:ext cx="7727180" cy="504000"/>
              <a:chOff x="601362" y="2365392"/>
              <a:chExt cx="7727180" cy="504000"/>
            </a:xfrm>
          </p:grpSpPr>
          <p:grpSp>
            <p:nvGrpSpPr>
              <p:cNvPr id="148" name="그룹 147">
                <a:extLst>
                  <a:ext uri="{FF2B5EF4-FFF2-40B4-BE49-F238E27FC236}">
                    <a16:creationId xmlns:a16="http://schemas.microsoft.com/office/drawing/2014/main" id="{0204E96A-DAC3-C1BE-269D-62825AEE0F77}"/>
                  </a:ext>
                </a:extLst>
              </p:cNvPr>
              <p:cNvGrpSpPr/>
              <p:nvPr/>
            </p:nvGrpSpPr>
            <p:grpSpPr>
              <a:xfrm>
                <a:off x="601362" y="2365392"/>
                <a:ext cx="7727180" cy="504000"/>
                <a:chOff x="601362" y="2365392"/>
                <a:chExt cx="8300155" cy="504000"/>
              </a:xfrm>
            </p:grpSpPr>
            <p:sp>
              <p:nvSpPr>
                <p:cNvPr id="153" name="직사각형 152">
                  <a:extLst>
                    <a:ext uri="{FF2B5EF4-FFF2-40B4-BE49-F238E27FC236}">
                      <a16:creationId xmlns:a16="http://schemas.microsoft.com/office/drawing/2014/main" id="{3F37EA14-27E8-7BE2-6D2C-1146D54B4DFC}"/>
                    </a:ext>
                  </a:extLst>
                </p:cNvPr>
                <p:cNvSpPr/>
                <p:nvPr/>
              </p:nvSpPr>
              <p:spPr>
                <a:xfrm>
                  <a:off x="601362" y="2365392"/>
                  <a:ext cx="8300155" cy="504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accent6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154" name="직사각형 153">
                  <a:extLst>
                    <a:ext uri="{FF2B5EF4-FFF2-40B4-BE49-F238E27FC236}">
                      <a16:creationId xmlns:a16="http://schemas.microsoft.com/office/drawing/2014/main" id="{9BFB20AD-5BA2-52EE-3DB3-F254C9C755C5}"/>
                    </a:ext>
                  </a:extLst>
                </p:cNvPr>
                <p:cNvSpPr/>
                <p:nvPr/>
              </p:nvSpPr>
              <p:spPr>
                <a:xfrm>
                  <a:off x="1415922" y="2524206"/>
                  <a:ext cx="944880" cy="18000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 dirty="0">
                      <a:solidFill>
                        <a:schemeClr val="tx1"/>
                      </a:solidFill>
                    </a:rPr>
                    <a:t>서울</a:t>
                  </a:r>
                  <a:r>
                    <a:rPr lang="en-US" altLang="ko-KR" sz="800" dirty="0">
                      <a:solidFill>
                        <a:schemeClr val="tx1"/>
                      </a:solidFill>
                    </a:rPr>
                    <a:t>/</a:t>
                  </a:r>
                  <a:r>
                    <a:rPr lang="ko-KR" altLang="en-US" sz="800" dirty="0">
                      <a:solidFill>
                        <a:schemeClr val="tx1"/>
                      </a:solidFill>
                    </a:rPr>
                    <a:t>인천</a:t>
                  </a:r>
                  <a:r>
                    <a:rPr lang="en-US" altLang="ko-KR" sz="800" dirty="0">
                      <a:solidFill>
                        <a:schemeClr val="tx1"/>
                      </a:solidFill>
                    </a:rPr>
                    <a:t>(ICN)</a:t>
                  </a:r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155" name="그룹 154">
                  <a:extLst>
                    <a:ext uri="{FF2B5EF4-FFF2-40B4-BE49-F238E27FC236}">
                      <a16:creationId xmlns:a16="http://schemas.microsoft.com/office/drawing/2014/main" id="{9F28A5A9-85B0-866A-74AD-928679151191}"/>
                    </a:ext>
                  </a:extLst>
                </p:cNvPr>
                <p:cNvGrpSpPr/>
                <p:nvPr/>
              </p:nvGrpSpPr>
              <p:grpSpPr>
                <a:xfrm>
                  <a:off x="2708856" y="2487152"/>
                  <a:ext cx="944880" cy="248804"/>
                  <a:chOff x="1911015" y="2455402"/>
                  <a:chExt cx="944880" cy="248804"/>
                </a:xfrm>
              </p:grpSpPr>
              <p:sp>
                <p:nvSpPr>
                  <p:cNvPr id="159" name="직사각형 158">
                    <a:extLst>
                      <a:ext uri="{FF2B5EF4-FFF2-40B4-BE49-F238E27FC236}">
                        <a16:creationId xmlns:a16="http://schemas.microsoft.com/office/drawing/2014/main" id="{198CF5F3-4682-3D16-8AC4-C6064451A7DC}"/>
                      </a:ext>
                    </a:extLst>
                  </p:cNvPr>
                  <p:cNvSpPr/>
                  <p:nvPr/>
                </p:nvSpPr>
                <p:spPr>
                  <a:xfrm>
                    <a:off x="1911015" y="2524206"/>
                    <a:ext cx="944880" cy="1800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800" dirty="0">
                        <a:solidFill>
                          <a:schemeClr val="tx1"/>
                        </a:solidFill>
                      </a:rPr>
                      <a:t>←</a:t>
                    </a:r>
                  </a:p>
                </p:txBody>
              </p:sp>
              <p:sp>
                <p:nvSpPr>
                  <p:cNvPr id="160" name="직사각형 159">
                    <a:extLst>
                      <a:ext uri="{FF2B5EF4-FFF2-40B4-BE49-F238E27FC236}">
                        <a16:creationId xmlns:a16="http://schemas.microsoft.com/office/drawing/2014/main" id="{ABEF1C87-8217-17BA-73BC-21EE2D11EA0D}"/>
                      </a:ext>
                    </a:extLst>
                  </p:cNvPr>
                  <p:cNvSpPr/>
                  <p:nvPr/>
                </p:nvSpPr>
                <p:spPr>
                  <a:xfrm>
                    <a:off x="1911015" y="2455402"/>
                    <a:ext cx="944880" cy="1800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800" dirty="0">
                        <a:solidFill>
                          <a:schemeClr val="tx1"/>
                        </a:solidFill>
                      </a:rPr>
                      <a:t>→</a:t>
                    </a:r>
                  </a:p>
                </p:txBody>
              </p:sp>
            </p:grpSp>
            <p:sp>
              <p:nvSpPr>
                <p:cNvPr id="156" name="직사각형 155">
                  <a:extLst>
                    <a:ext uri="{FF2B5EF4-FFF2-40B4-BE49-F238E27FC236}">
                      <a16:creationId xmlns:a16="http://schemas.microsoft.com/office/drawing/2014/main" id="{671D944E-17B4-B87B-CD0B-934C2F167339}"/>
                    </a:ext>
                  </a:extLst>
                </p:cNvPr>
                <p:cNvSpPr/>
                <p:nvPr/>
              </p:nvSpPr>
              <p:spPr>
                <a:xfrm>
                  <a:off x="3998281" y="2524206"/>
                  <a:ext cx="944880" cy="18000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 dirty="0">
                      <a:solidFill>
                        <a:schemeClr val="bg2">
                          <a:lumMod val="50000"/>
                        </a:schemeClr>
                      </a:solidFill>
                    </a:rPr>
                    <a:t>도착지</a:t>
                  </a:r>
                </a:p>
              </p:txBody>
            </p:sp>
            <p:sp>
              <p:nvSpPr>
                <p:cNvPr id="157" name="직사각형 156">
                  <a:extLst>
                    <a:ext uri="{FF2B5EF4-FFF2-40B4-BE49-F238E27FC236}">
                      <a16:creationId xmlns:a16="http://schemas.microsoft.com/office/drawing/2014/main" id="{B06E2B00-9923-EA72-3BFC-D94ADFB46F7A}"/>
                    </a:ext>
                  </a:extLst>
                </p:cNvPr>
                <p:cNvSpPr/>
                <p:nvPr/>
              </p:nvSpPr>
              <p:spPr>
                <a:xfrm>
                  <a:off x="6569102" y="2524206"/>
                  <a:ext cx="944880" cy="18000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 dirty="0">
                      <a:solidFill>
                        <a:schemeClr val="bg2">
                          <a:lumMod val="50000"/>
                        </a:schemeClr>
                      </a:solidFill>
                    </a:rPr>
                    <a:t>여행일정</a:t>
                  </a:r>
                </a:p>
              </p:txBody>
            </p:sp>
            <p:cxnSp>
              <p:nvCxnSpPr>
                <p:cNvPr id="158" name="직선 연결선 157">
                  <a:extLst>
                    <a:ext uri="{FF2B5EF4-FFF2-40B4-BE49-F238E27FC236}">
                      <a16:creationId xmlns:a16="http://schemas.microsoft.com/office/drawing/2014/main" id="{B437D04C-F8E3-F34F-DC1E-8CE98AC9D07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54542" y="2487152"/>
                  <a:ext cx="0" cy="263205"/>
                </a:xfrm>
                <a:prstGeom prst="line">
                  <a:avLst/>
                </a:prstGeom>
                <a:ln w="9525">
                  <a:solidFill>
                    <a:schemeClr val="bg2">
                      <a:lumMod val="9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49" name="직선 연결선 148">
                <a:extLst>
                  <a:ext uri="{FF2B5EF4-FFF2-40B4-BE49-F238E27FC236}">
                    <a16:creationId xmlns:a16="http://schemas.microsoft.com/office/drawing/2014/main" id="{B3F44C0F-B688-8383-40C0-CFDBA2A7A05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95119" y="2485790"/>
                <a:ext cx="0" cy="263205"/>
              </a:xfrm>
              <a:prstGeom prst="line">
                <a:avLst/>
              </a:prstGeom>
              <a:ln w="9525"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76" name="그룹 175">
              <a:extLst>
                <a:ext uri="{FF2B5EF4-FFF2-40B4-BE49-F238E27FC236}">
                  <a16:creationId xmlns:a16="http://schemas.microsoft.com/office/drawing/2014/main" id="{B2283109-CB5C-46BD-5AFD-174FF1D62CEF}"/>
                </a:ext>
              </a:extLst>
            </p:cNvPr>
            <p:cNvGrpSpPr/>
            <p:nvPr/>
          </p:nvGrpSpPr>
          <p:grpSpPr>
            <a:xfrm>
              <a:off x="601362" y="3543858"/>
              <a:ext cx="7727180" cy="504000"/>
              <a:chOff x="601362" y="2365392"/>
              <a:chExt cx="7727180" cy="504000"/>
            </a:xfrm>
          </p:grpSpPr>
          <p:grpSp>
            <p:nvGrpSpPr>
              <p:cNvPr id="177" name="그룹 176">
                <a:extLst>
                  <a:ext uri="{FF2B5EF4-FFF2-40B4-BE49-F238E27FC236}">
                    <a16:creationId xmlns:a16="http://schemas.microsoft.com/office/drawing/2014/main" id="{27F193D6-7EBF-50C2-3E07-5CC0123AC439}"/>
                  </a:ext>
                </a:extLst>
              </p:cNvPr>
              <p:cNvGrpSpPr/>
              <p:nvPr/>
            </p:nvGrpSpPr>
            <p:grpSpPr>
              <a:xfrm>
                <a:off x="601362" y="2365392"/>
                <a:ext cx="7727180" cy="504000"/>
                <a:chOff x="601362" y="2365392"/>
                <a:chExt cx="8300155" cy="504000"/>
              </a:xfrm>
            </p:grpSpPr>
            <p:sp>
              <p:nvSpPr>
                <p:cNvPr id="182" name="직사각형 181">
                  <a:extLst>
                    <a:ext uri="{FF2B5EF4-FFF2-40B4-BE49-F238E27FC236}">
                      <a16:creationId xmlns:a16="http://schemas.microsoft.com/office/drawing/2014/main" id="{920AF522-D0D7-3B31-4E68-11D2FF887E40}"/>
                    </a:ext>
                  </a:extLst>
                </p:cNvPr>
                <p:cNvSpPr/>
                <p:nvPr/>
              </p:nvSpPr>
              <p:spPr>
                <a:xfrm>
                  <a:off x="601362" y="2365392"/>
                  <a:ext cx="8300155" cy="504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accent6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183" name="직사각형 182">
                  <a:extLst>
                    <a:ext uri="{FF2B5EF4-FFF2-40B4-BE49-F238E27FC236}">
                      <a16:creationId xmlns:a16="http://schemas.microsoft.com/office/drawing/2014/main" id="{2E44631C-C133-E9BC-7BDF-78F601062BD7}"/>
                    </a:ext>
                  </a:extLst>
                </p:cNvPr>
                <p:cNvSpPr/>
                <p:nvPr/>
              </p:nvSpPr>
              <p:spPr>
                <a:xfrm>
                  <a:off x="1415922" y="2524206"/>
                  <a:ext cx="944880" cy="18000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 dirty="0">
                      <a:solidFill>
                        <a:schemeClr val="tx1"/>
                      </a:solidFill>
                    </a:rPr>
                    <a:t>서울</a:t>
                  </a:r>
                  <a:r>
                    <a:rPr lang="en-US" altLang="ko-KR" sz="800" dirty="0">
                      <a:solidFill>
                        <a:schemeClr val="tx1"/>
                      </a:solidFill>
                    </a:rPr>
                    <a:t>/</a:t>
                  </a:r>
                  <a:r>
                    <a:rPr lang="ko-KR" altLang="en-US" sz="800" dirty="0">
                      <a:solidFill>
                        <a:schemeClr val="tx1"/>
                      </a:solidFill>
                    </a:rPr>
                    <a:t>인천</a:t>
                  </a:r>
                  <a:r>
                    <a:rPr lang="en-US" altLang="ko-KR" sz="800" dirty="0">
                      <a:solidFill>
                        <a:schemeClr val="tx1"/>
                      </a:solidFill>
                    </a:rPr>
                    <a:t>(ICN)</a:t>
                  </a:r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184" name="그룹 183">
                  <a:extLst>
                    <a:ext uri="{FF2B5EF4-FFF2-40B4-BE49-F238E27FC236}">
                      <a16:creationId xmlns:a16="http://schemas.microsoft.com/office/drawing/2014/main" id="{D8345B6E-39C6-F08D-06BD-5043D09590F0}"/>
                    </a:ext>
                  </a:extLst>
                </p:cNvPr>
                <p:cNvGrpSpPr/>
                <p:nvPr/>
              </p:nvGrpSpPr>
              <p:grpSpPr>
                <a:xfrm>
                  <a:off x="2708856" y="2487152"/>
                  <a:ext cx="944880" cy="248804"/>
                  <a:chOff x="1911015" y="2455402"/>
                  <a:chExt cx="944880" cy="248804"/>
                </a:xfrm>
              </p:grpSpPr>
              <p:sp>
                <p:nvSpPr>
                  <p:cNvPr id="188" name="직사각형 187">
                    <a:extLst>
                      <a:ext uri="{FF2B5EF4-FFF2-40B4-BE49-F238E27FC236}">
                        <a16:creationId xmlns:a16="http://schemas.microsoft.com/office/drawing/2014/main" id="{2EFD3516-1ECC-3B7C-FA61-16E161E885FF}"/>
                      </a:ext>
                    </a:extLst>
                  </p:cNvPr>
                  <p:cNvSpPr/>
                  <p:nvPr/>
                </p:nvSpPr>
                <p:spPr>
                  <a:xfrm>
                    <a:off x="1911015" y="2524206"/>
                    <a:ext cx="944880" cy="1800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800" dirty="0">
                        <a:solidFill>
                          <a:schemeClr val="tx1"/>
                        </a:solidFill>
                      </a:rPr>
                      <a:t>←</a:t>
                    </a:r>
                  </a:p>
                </p:txBody>
              </p:sp>
              <p:sp>
                <p:nvSpPr>
                  <p:cNvPr id="189" name="직사각형 188">
                    <a:extLst>
                      <a:ext uri="{FF2B5EF4-FFF2-40B4-BE49-F238E27FC236}">
                        <a16:creationId xmlns:a16="http://schemas.microsoft.com/office/drawing/2014/main" id="{87B46D35-92B2-903A-D9B5-A7D04CED4D0F}"/>
                      </a:ext>
                    </a:extLst>
                  </p:cNvPr>
                  <p:cNvSpPr/>
                  <p:nvPr/>
                </p:nvSpPr>
                <p:spPr>
                  <a:xfrm>
                    <a:off x="1911015" y="2455402"/>
                    <a:ext cx="944880" cy="1800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800" dirty="0">
                        <a:solidFill>
                          <a:schemeClr val="tx1"/>
                        </a:solidFill>
                      </a:rPr>
                      <a:t>→</a:t>
                    </a:r>
                  </a:p>
                </p:txBody>
              </p:sp>
            </p:grpSp>
            <p:sp>
              <p:nvSpPr>
                <p:cNvPr id="185" name="직사각형 184">
                  <a:extLst>
                    <a:ext uri="{FF2B5EF4-FFF2-40B4-BE49-F238E27FC236}">
                      <a16:creationId xmlns:a16="http://schemas.microsoft.com/office/drawing/2014/main" id="{57F83C57-28D1-7D2A-2F7A-8A3A62E67542}"/>
                    </a:ext>
                  </a:extLst>
                </p:cNvPr>
                <p:cNvSpPr/>
                <p:nvPr/>
              </p:nvSpPr>
              <p:spPr>
                <a:xfrm>
                  <a:off x="3998281" y="2524206"/>
                  <a:ext cx="944880" cy="18000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 dirty="0">
                      <a:solidFill>
                        <a:schemeClr val="bg2">
                          <a:lumMod val="50000"/>
                        </a:schemeClr>
                      </a:solidFill>
                    </a:rPr>
                    <a:t>도착지</a:t>
                  </a:r>
                </a:p>
              </p:txBody>
            </p:sp>
            <p:sp>
              <p:nvSpPr>
                <p:cNvPr id="186" name="직사각형 185">
                  <a:extLst>
                    <a:ext uri="{FF2B5EF4-FFF2-40B4-BE49-F238E27FC236}">
                      <a16:creationId xmlns:a16="http://schemas.microsoft.com/office/drawing/2014/main" id="{3B001FBA-105E-73A1-5851-30DB0709C61F}"/>
                    </a:ext>
                  </a:extLst>
                </p:cNvPr>
                <p:cNvSpPr/>
                <p:nvPr/>
              </p:nvSpPr>
              <p:spPr>
                <a:xfrm>
                  <a:off x="6569102" y="2524206"/>
                  <a:ext cx="944880" cy="18000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 dirty="0">
                      <a:solidFill>
                        <a:schemeClr val="bg2">
                          <a:lumMod val="50000"/>
                        </a:schemeClr>
                      </a:solidFill>
                    </a:rPr>
                    <a:t>여행일정</a:t>
                  </a:r>
                </a:p>
              </p:txBody>
            </p:sp>
            <p:cxnSp>
              <p:nvCxnSpPr>
                <p:cNvPr id="187" name="직선 연결선 186">
                  <a:extLst>
                    <a:ext uri="{FF2B5EF4-FFF2-40B4-BE49-F238E27FC236}">
                      <a16:creationId xmlns:a16="http://schemas.microsoft.com/office/drawing/2014/main" id="{CCA217F8-9015-C2EE-D707-351397AF782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54542" y="2487152"/>
                  <a:ext cx="0" cy="263205"/>
                </a:xfrm>
                <a:prstGeom prst="line">
                  <a:avLst/>
                </a:prstGeom>
                <a:ln w="9525">
                  <a:solidFill>
                    <a:schemeClr val="bg2">
                      <a:lumMod val="90000"/>
                    </a:schemeClr>
                  </a:solidFill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78" name="직선 연결선 177">
                <a:extLst>
                  <a:ext uri="{FF2B5EF4-FFF2-40B4-BE49-F238E27FC236}">
                    <a16:creationId xmlns:a16="http://schemas.microsoft.com/office/drawing/2014/main" id="{AA81C074-F77D-15E1-9552-753AE41E44A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795119" y="2485790"/>
                <a:ext cx="0" cy="263205"/>
              </a:xfrm>
              <a:prstGeom prst="line">
                <a:avLst/>
              </a:prstGeom>
              <a:ln w="9525"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179" name="그룹 178">
                <a:extLst>
                  <a:ext uri="{FF2B5EF4-FFF2-40B4-BE49-F238E27FC236}">
                    <a16:creationId xmlns:a16="http://schemas.microsoft.com/office/drawing/2014/main" id="{49FC157F-9536-121D-E9B5-01A107599860}"/>
                  </a:ext>
                </a:extLst>
              </p:cNvPr>
              <p:cNvGrpSpPr/>
              <p:nvPr/>
            </p:nvGrpSpPr>
            <p:grpSpPr>
              <a:xfrm>
                <a:off x="8007831" y="2564754"/>
                <a:ext cx="108000" cy="108000"/>
                <a:chOff x="8225982" y="3539622"/>
                <a:chExt cx="108000" cy="108000"/>
              </a:xfrm>
            </p:grpSpPr>
            <p:cxnSp>
              <p:nvCxnSpPr>
                <p:cNvPr id="180" name="직선 연결선 179">
                  <a:extLst>
                    <a:ext uri="{FF2B5EF4-FFF2-40B4-BE49-F238E27FC236}">
                      <a16:creationId xmlns:a16="http://schemas.microsoft.com/office/drawing/2014/main" id="{0075FD54-C19D-BB18-0FDA-CE78DEAD9C1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225982" y="3539622"/>
                  <a:ext cx="108000" cy="108000"/>
                </a:xfrm>
                <a:prstGeom prst="line">
                  <a:avLst/>
                </a:prstGeom>
                <a:ln w="9525">
                  <a:solidFill>
                    <a:srgbClr val="FF0000"/>
                  </a:solidFill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81" name="직선 연결선 180">
                  <a:extLst>
                    <a:ext uri="{FF2B5EF4-FFF2-40B4-BE49-F238E27FC236}">
                      <a16:creationId xmlns:a16="http://schemas.microsoft.com/office/drawing/2014/main" id="{6B2D415E-3899-216A-35BF-4B2C2924715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8225982" y="3539622"/>
                  <a:ext cx="108000" cy="108000"/>
                </a:xfrm>
                <a:prstGeom prst="line">
                  <a:avLst/>
                </a:prstGeom>
                <a:ln w="9525">
                  <a:solidFill>
                    <a:srgbClr val="FF0000"/>
                  </a:solidFill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06" name="그룹 205">
              <a:extLst>
                <a:ext uri="{FF2B5EF4-FFF2-40B4-BE49-F238E27FC236}">
                  <a16:creationId xmlns:a16="http://schemas.microsoft.com/office/drawing/2014/main" id="{524BD4D2-A842-E12C-A7B9-5FD350A67F88}"/>
                </a:ext>
              </a:extLst>
            </p:cNvPr>
            <p:cNvGrpSpPr/>
            <p:nvPr/>
          </p:nvGrpSpPr>
          <p:grpSpPr>
            <a:xfrm>
              <a:off x="601362" y="4133091"/>
              <a:ext cx="7727180" cy="504000"/>
              <a:chOff x="601362" y="4133091"/>
              <a:chExt cx="7727180" cy="504000"/>
            </a:xfrm>
          </p:grpSpPr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FC2FB3CE-6494-0897-ECE9-6C605DEDCDF9}"/>
                  </a:ext>
                </a:extLst>
              </p:cNvPr>
              <p:cNvSpPr/>
              <p:nvPr/>
            </p:nvSpPr>
            <p:spPr>
              <a:xfrm>
                <a:off x="7248542" y="4133091"/>
                <a:ext cx="1080000" cy="50400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b="1" dirty="0">
                    <a:solidFill>
                      <a:schemeClr val="bg1"/>
                    </a:solidFill>
                  </a:rPr>
                  <a:t>검색</a:t>
                </a:r>
              </a:p>
            </p:txBody>
          </p:sp>
          <p:grpSp>
            <p:nvGrpSpPr>
              <p:cNvPr id="205" name="그룹 204">
                <a:extLst>
                  <a:ext uri="{FF2B5EF4-FFF2-40B4-BE49-F238E27FC236}">
                    <a16:creationId xmlns:a16="http://schemas.microsoft.com/office/drawing/2014/main" id="{F5509E0B-4950-1C89-E841-EA78906C6FBB}"/>
                  </a:ext>
                </a:extLst>
              </p:cNvPr>
              <p:cNvGrpSpPr/>
              <p:nvPr/>
            </p:nvGrpSpPr>
            <p:grpSpPr>
              <a:xfrm>
                <a:off x="601362" y="4133091"/>
                <a:ext cx="4797446" cy="504000"/>
                <a:chOff x="601362" y="4115012"/>
                <a:chExt cx="4797446" cy="504000"/>
              </a:xfrm>
            </p:grpSpPr>
            <p:sp>
              <p:nvSpPr>
                <p:cNvPr id="196" name="직사각형 195">
                  <a:extLst>
                    <a:ext uri="{FF2B5EF4-FFF2-40B4-BE49-F238E27FC236}">
                      <a16:creationId xmlns:a16="http://schemas.microsoft.com/office/drawing/2014/main" id="{AA62709C-2F7E-4486-55B1-B182557072D0}"/>
                    </a:ext>
                  </a:extLst>
                </p:cNvPr>
                <p:cNvSpPr/>
                <p:nvPr/>
              </p:nvSpPr>
              <p:spPr>
                <a:xfrm>
                  <a:off x="601362" y="4115012"/>
                  <a:ext cx="4797446" cy="504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accent6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197" name="직사각형 196">
                  <a:extLst>
                    <a:ext uri="{FF2B5EF4-FFF2-40B4-BE49-F238E27FC236}">
                      <a16:creationId xmlns:a16="http://schemas.microsoft.com/office/drawing/2014/main" id="{F0868A5E-10EE-4350-FE8E-FF7498755315}"/>
                    </a:ext>
                  </a:extLst>
                </p:cNvPr>
                <p:cNvSpPr/>
                <p:nvPr/>
              </p:nvSpPr>
              <p:spPr>
                <a:xfrm>
                  <a:off x="1329083" y="4273826"/>
                  <a:ext cx="946664" cy="18000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 dirty="0">
                      <a:solidFill>
                        <a:schemeClr val="tx1"/>
                      </a:solidFill>
                    </a:rPr>
                    <a:t>인원 </a:t>
                  </a:r>
                  <a:r>
                    <a:rPr lang="en-US" altLang="ko-KR" sz="800" dirty="0">
                      <a:solidFill>
                        <a:schemeClr val="tx1"/>
                      </a:solidFill>
                    </a:rPr>
                    <a:t>1 · </a:t>
                  </a:r>
                  <a:r>
                    <a:rPr lang="ko-KR" altLang="en-US" sz="800" dirty="0">
                      <a:solidFill>
                        <a:schemeClr val="tx1"/>
                      </a:solidFill>
                    </a:rPr>
                    <a:t>일반석</a:t>
                  </a:r>
                </a:p>
              </p:txBody>
            </p:sp>
          </p:grpSp>
          <p:sp>
            <p:nvSpPr>
              <p:cNvPr id="204" name="직사각형 203">
                <a:extLst>
                  <a:ext uri="{FF2B5EF4-FFF2-40B4-BE49-F238E27FC236}">
                    <a16:creationId xmlns:a16="http://schemas.microsoft.com/office/drawing/2014/main" id="{F12459ED-272B-9B5F-1F7F-5A878407E26E}"/>
                  </a:ext>
                </a:extLst>
              </p:cNvPr>
              <p:cNvSpPr/>
              <p:nvPr/>
            </p:nvSpPr>
            <p:spPr>
              <a:xfrm>
                <a:off x="5511749" y="4133091"/>
                <a:ext cx="1623852" cy="504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2">
                    <a:lumMod val="2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b="1" dirty="0">
                    <a:solidFill>
                      <a:schemeClr val="bg2">
                        <a:lumMod val="25000"/>
                      </a:schemeClr>
                    </a:solidFill>
                  </a:rPr>
                  <a:t>여정추가</a:t>
                </a:r>
              </a:p>
            </p:txBody>
          </p:sp>
        </p:grpSp>
        <p:cxnSp>
          <p:nvCxnSpPr>
            <p:cNvPr id="4" name="직선 연결선 3">
              <a:extLst>
                <a:ext uri="{FF2B5EF4-FFF2-40B4-BE49-F238E27FC236}">
                  <a16:creationId xmlns:a16="http://schemas.microsoft.com/office/drawing/2014/main" id="{CED4912C-2C91-6065-3662-3ED165B1BF2D}"/>
                </a:ext>
              </a:extLst>
            </p:cNvPr>
            <p:cNvCxnSpPr>
              <a:cxnSpLocks/>
            </p:cNvCxnSpPr>
            <p:nvPr/>
          </p:nvCxnSpPr>
          <p:spPr>
            <a:xfrm>
              <a:off x="8024762" y="3150550"/>
              <a:ext cx="108000" cy="108000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7559CD25-DC8F-9AA3-B423-AB4550A0373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24762" y="3150550"/>
              <a:ext cx="108000" cy="108000"/>
            </a:xfrm>
            <a:prstGeom prst="line">
              <a:avLst/>
            </a:prstGeom>
            <a:ln w="9525">
              <a:solidFill>
                <a:srgbClr val="FF0000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9DB0B49E-EC17-6A83-0B62-8AFA17889E8E}"/>
              </a:ext>
            </a:extLst>
          </p:cNvPr>
          <p:cNvGrpSpPr/>
          <p:nvPr/>
        </p:nvGrpSpPr>
        <p:grpSpPr>
          <a:xfrm>
            <a:off x="306578" y="5085170"/>
            <a:ext cx="1764511" cy="726376"/>
            <a:chOff x="297200" y="4049295"/>
            <a:chExt cx="1764511" cy="726376"/>
          </a:xfrm>
        </p:grpSpPr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F84C87EF-F052-AD3A-8B2C-E4560F8E9266}"/>
                </a:ext>
              </a:extLst>
            </p:cNvPr>
            <p:cNvSpPr/>
            <p:nvPr/>
          </p:nvSpPr>
          <p:spPr>
            <a:xfrm>
              <a:off x="297200" y="4049295"/>
              <a:ext cx="944880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b="1" dirty="0">
                  <a:solidFill>
                    <a:schemeClr val="tx1"/>
                  </a:solidFill>
                </a:rPr>
                <a:t>항공사 동맹</a:t>
              </a:r>
            </a:p>
          </p:txBody>
        </p:sp>
        <p:grpSp>
          <p:nvGrpSpPr>
            <p:cNvPr id="42" name="그룹 41">
              <a:extLst>
                <a:ext uri="{FF2B5EF4-FFF2-40B4-BE49-F238E27FC236}">
                  <a16:creationId xmlns:a16="http://schemas.microsoft.com/office/drawing/2014/main" id="{C935BD12-19C5-0F41-B829-8F66110A435F}"/>
                </a:ext>
              </a:extLst>
            </p:cNvPr>
            <p:cNvGrpSpPr/>
            <p:nvPr/>
          </p:nvGrpSpPr>
          <p:grpSpPr>
            <a:xfrm>
              <a:off x="395415" y="4223034"/>
              <a:ext cx="494216" cy="180000"/>
              <a:chOff x="395415" y="3933668"/>
              <a:chExt cx="494216" cy="180000"/>
            </a:xfrm>
          </p:grpSpPr>
          <p:sp>
            <p:nvSpPr>
              <p:cNvPr id="81" name="직사각형 80">
                <a:extLst>
                  <a:ext uri="{FF2B5EF4-FFF2-40B4-BE49-F238E27FC236}">
                    <a16:creationId xmlns:a16="http://schemas.microsoft.com/office/drawing/2014/main" id="{F9ECE5D0-B970-9887-CB00-26761D5865E9}"/>
                  </a:ext>
                </a:extLst>
              </p:cNvPr>
              <p:cNvSpPr/>
              <p:nvPr/>
            </p:nvSpPr>
            <p:spPr>
              <a:xfrm>
                <a:off x="395415" y="3966003"/>
                <a:ext cx="115330" cy="11533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2" name="직사각형 81">
                <a:extLst>
                  <a:ext uri="{FF2B5EF4-FFF2-40B4-BE49-F238E27FC236}">
                    <a16:creationId xmlns:a16="http://schemas.microsoft.com/office/drawing/2014/main" id="{37FD21F6-5A70-2F0F-FBB2-07D7126A0E7C}"/>
                  </a:ext>
                </a:extLst>
              </p:cNvPr>
              <p:cNvSpPr/>
              <p:nvPr/>
            </p:nvSpPr>
            <p:spPr>
              <a:xfrm>
                <a:off x="493631" y="3933668"/>
                <a:ext cx="396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>
                    <a:solidFill>
                      <a:schemeClr val="tx1"/>
                    </a:solidFill>
                  </a:rPr>
                  <a:t>전체</a:t>
                </a:r>
              </a:p>
            </p:txBody>
          </p:sp>
        </p:grpSp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80C2ABA0-5796-2D94-0A86-6DE95EC17CF1}"/>
                </a:ext>
              </a:extLst>
            </p:cNvPr>
            <p:cNvGrpSpPr/>
            <p:nvPr/>
          </p:nvGrpSpPr>
          <p:grpSpPr>
            <a:xfrm>
              <a:off x="395415" y="4411980"/>
              <a:ext cx="710216" cy="180000"/>
              <a:chOff x="395415" y="3933668"/>
              <a:chExt cx="710216" cy="180000"/>
            </a:xfrm>
          </p:grpSpPr>
          <p:sp>
            <p:nvSpPr>
              <p:cNvPr id="79" name="직사각형 78">
                <a:extLst>
                  <a:ext uri="{FF2B5EF4-FFF2-40B4-BE49-F238E27FC236}">
                    <a16:creationId xmlns:a16="http://schemas.microsoft.com/office/drawing/2014/main" id="{1AF09917-C439-5FA4-0B5F-6CDE359F0CD3}"/>
                  </a:ext>
                </a:extLst>
              </p:cNvPr>
              <p:cNvSpPr/>
              <p:nvPr/>
            </p:nvSpPr>
            <p:spPr>
              <a:xfrm>
                <a:off x="395415" y="3966003"/>
                <a:ext cx="115330" cy="11533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0" name="직사각형 79">
                <a:extLst>
                  <a:ext uri="{FF2B5EF4-FFF2-40B4-BE49-F238E27FC236}">
                    <a16:creationId xmlns:a16="http://schemas.microsoft.com/office/drawing/2014/main" id="{0B6CAAD5-7A24-A584-D546-533960AA6E9A}"/>
                  </a:ext>
                </a:extLst>
              </p:cNvPr>
              <p:cNvSpPr/>
              <p:nvPr/>
            </p:nvSpPr>
            <p:spPr>
              <a:xfrm>
                <a:off x="493631" y="3933668"/>
                <a:ext cx="612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 err="1">
                    <a:solidFill>
                      <a:schemeClr val="tx1"/>
                    </a:solidFill>
                  </a:rPr>
                  <a:t>원월드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EB4BD5E9-9EFD-1195-1157-B49058D597AB}"/>
                </a:ext>
              </a:extLst>
            </p:cNvPr>
            <p:cNvGrpSpPr/>
            <p:nvPr/>
          </p:nvGrpSpPr>
          <p:grpSpPr>
            <a:xfrm>
              <a:off x="1046285" y="4236639"/>
              <a:ext cx="1015426" cy="180000"/>
              <a:chOff x="395415" y="3933667"/>
              <a:chExt cx="1015426" cy="180000"/>
            </a:xfrm>
          </p:grpSpPr>
          <p:sp>
            <p:nvSpPr>
              <p:cNvPr id="58" name="직사각형 57">
                <a:extLst>
                  <a:ext uri="{FF2B5EF4-FFF2-40B4-BE49-F238E27FC236}">
                    <a16:creationId xmlns:a16="http://schemas.microsoft.com/office/drawing/2014/main" id="{4004BFCC-E54A-A850-C36E-A010C1F8D1C1}"/>
                  </a:ext>
                </a:extLst>
              </p:cNvPr>
              <p:cNvSpPr/>
              <p:nvPr/>
            </p:nvSpPr>
            <p:spPr>
              <a:xfrm>
                <a:off x="395415" y="3966002"/>
                <a:ext cx="115330" cy="11533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7" name="직사각형 76">
                <a:extLst>
                  <a:ext uri="{FF2B5EF4-FFF2-40B4-BE49-F238E27FC236}">
                    <a16:creationId xmlns:a16="http://schemas.microsoft.com/office/drawing/2014/main" id="{83CE50C6-F82C-D21A-972F-F35CD04B6E20}"/>
                  </a:ext>
                </a:extLst>
              </p:cNvPr>
              <p:cNvSpPr/>
              <p:nvPr/>
            </p:nvSpPr>
            <p:spPr>
              <a:xfrm>
                <a:off x="493630" y="3933667"/>
                <a:ext cx="917211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 err="1">
                    <a:solidFill>
                      <a:schemeClr val="tx1"/>
                    </a:solidFill>
                  </a:rPr>
                  <a:t>스타얼라이언스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5" name="그룹 44">
              <a:extLst>
                <a:ext uri="{FF2B5EF4-FFF2-40B4-BE49-F238E27FC236}">
                  <a16:creationId xmlns:a16="http://schemas.microsoft.com/office/drawing/2014/main" id="{C3F8CB33-3B1A-35B0-191E-C574E116C19F}"/>
                </a:ext>
              </a:extLst>
            </p:cNvPr>
            <p:cNvGrpSpPr/>
            <p:nvPr/>
          </p:nvGrpSpPr>
          <p:grpSpPr>
            <a:xfrm>
              <a:off x="1046285" y="4403079"/>
              <a:ext cx="710216" cy="180000"/>
              <a:chOff x="395415" y="3933668"/>
              <a:chExt cx="710216" cy="180000"/>
            </a:xfrm>
          </p:grpSpPr>
          <p:sp>
            <p:nvSpPr>
              <p:cNvPr id="56" name="직사각형 55">
                <a:extLst>
                  <a:ext uri="{FF2B5EF4-FFF2-40B4-BE49-F238E27FC236}">
                    <a16:creationId xmlns:a16="http://schemas.microsoft.com/office/drawing/2014/main" id="{28527DFA-AF6F-6916-BFF7-BD681ADC4214}"/>
                  </a:ext>
                </a:extLst>
              </p:cNvPr>
              <p:cNvSpPr/>
              <p:nvPr/>
            </p:nvSpPr>
            <p:spPr>
              <a:xfrm>
                <a:off x="395415" y="3966003"/>
                <a:ext cx="115330" cy="11533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7" name="직사각형 56">
                <a:extLst>
                  <a:ext uri="{FF2B5EF4-FFF2-40B4-BE49-F238E27FC236}">
                    <a16:creationId xmlns:a16="http://schemas.microsoft.com/office/drawing/2014/main" id="{7424592A-6414-8F6F-A0EC-3E23517276BA}"/>
                  </a:ext>
                </a:extLst>
              </p:cNvPr>
              <p:cNvSpPr/>
              <p:nvPr/>
            </p:nvSpPr>
            <p:spPr>
              <a:xfrm>
                <a:off x="493631" y="3933668"/>
                <a:ext cx="612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 err="1">
                    <a:solidFill>
                      <a:schemeClr val="tx1"/>
                    </a:solidFill>
                  </a:rPr>
                  <a:t>스카이팀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0858AA74-485B-D786-43B5-C06CCABF237E}"/>
                </a:ext>
              </a:extLst>
            </p:cNvPr>
            <p:cNvGrpSpPr/>
            <p:nvPr/>
          </p:nvGrpSpPr>
          <p:grpSpPr>
            <a:xfrm>
              <a:off x="395415" y="4595671"/>
              <a:ext cx="710216" cy="180000"/>
              <a:chOff x="395415" y="3933668"/>
              <a:chExt cx="710216" cy="180000"/>
            </a:xfrm>
          </p:grpSpPr>
          <p:sp>
            <p:nvSpPr>
              <p:cNvPr id="54" name="직사각형 53">
                <a:extLst>
                  <a:ext uri="{FF2B5EF4-FFF2-40B4-BE49-F238E27FC236}">
                    <a16:creationId xmlns:a16="http://schemas.microsoft.com/office/drawing/2014/main" id="{A945C5C9-DBDE-DE4D-1D8C-68CF8C8BC7CE}"/>
                  </a:ext>
                </a:extLst>
              </p:cNvPr>
              <p:cNvSpPr/>
              <p:nvPr/>
            </p:nvSpPr>
            <p:spPr>
              <a:xfrm>
                <a:off x="395415" y="3966003"/>
                <a:ext cx="115330" cy="11533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5" name="직사각형 54">
                <a:extLst>
                  <a:ext uri="{FF2B5EF4-FFF2-40B4-BE49-F238E27FC236}">
                    <a16:creationId xmlns:a16="http://schemas.microsoft.com/office/drawing/2014/main" id="{DDFE1653-07E4-1391-7A53-388238AE26F7}"/>
                  </a:ext>
                </a:extLst>
              </p:cNvPr>
              <p:cNvSpPr/>
              <p:nvPr/>
            </p:nvSpPr>
            <p:spPr>
              <a:xfrm>
                <a:off x="493631" y="3933668"/>
                <a:ext cx="612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>
                    <a:solidFill>
                      <a:schemeClr val="tx1"/>
                    </a:solidFill>
                  </a:rPr>
                  <a:t>기타</a:t>
                </a:r>
              </a:p>
            </p:txBody>
          </p:sp>
        </p:grpSp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D24D729A-0A9B-A647-EFF0-95A1BD5EE1F5}"/>
                </a:ext>
              </a:extLst>
            </p:cNvPr>
            <p:cNvGrpSpPr/>
            <p:nvPr/>
          </p:nvGrpSpPr>
          <p:grpSpPr>
            <a:xfrm>
              <a:off x="1049366" y="4437647"/>
              <a:ext cx="115330" cy="115330"/>
              <a:chOff x="981171" y="3966003"/>
              <a:chExt cx="115330" cy="115330"/>
            </a:xfrm>
          </p:grpSpPr>
          <p:sp>
            <p:nvSpPr>
              <p:cNvPr id="50" name="직사각형 49">
                <a:extLst>
                  <a:ext uri="{FF2B5EF4-FFF2-40B4-BE49-F238E27FC236}">
                    <a16:creationId xmlns:a16="http://schemas.microsoft.com/office/drawing/2014/main" id="{A94DA9FC-C846-7469-35EF-CA6A9A040087}"/>
                  </a:ext>
                </a:extLst>
              </p:cNvPr>
              <p:cNvSpPr/>
              <p:nvPr/>
            </p:nvSpPr>
            <p:spPr>
              <a:xfrm>
                <a:off x="981171" y="3966003"/>
                <a:ext cx="115330" cy="115330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51" name="그룹 50">
                <a:extLst>
                  <a:ext uri="{FF2B5EF4-FFF2-40B4-BE49-F238E27FC236}">
                    <a16:creationId xmlns:a16="http://schemas.microsoft.com/office/drawing/2014/main" id="{6D29F07B-068F-6158-BE14-8B1834EF7568}"/>
                  </a:ext>
                </a:extLst>
              </p:cNvPr>
              <p:cNvGrpSpPr/>
              <p:nvPr/>
            </p:nvGrpSpPr>
            <p:grpSpPr>
              <a:xfrm>
                <a:off x="1002836" y="4005668"/>
                <a:ext cx="72000" cy="36000"/>
                <a:chOff x="3413760" y="4836443"/>
                <a:chExt cx="345002" cy="117028"/>
              </a:xfrm>
            </p:grpSpPr>
            <p:cxnSp>
              <p:nvCxnSpPr>
                <p:cNvPr id="52" name="직선 연결선 51">
                  <a:extLst>
                    <a:ext uri="{FF2B5EF4-FFF2-40B4-BE49-F238E27FC236}">
                      <a16:creationId xmlns:a16="http://schemas.microsoft.com/office/drawing/2014/main" id="{99D15625-0EF1-B8C8-2823-C6807503392A}"/>
                    </a:ext>
                  </a:extLst>
                </p:cNvPr>
                <p:cNvCxnSpPr/>
                <p:nvPr/>
              </p:nvCxnSpPr>
              <p:spPr>
                <a:xfrm>
                  <a:off x="3413760" y="4836443"/>
                  <a:ext cx="117028" cy="117028"/>
                </a:xfrm>
                <a:prstGeom prst="line">
                  <a:avLst/>
                </a:prstGeom>
                <a:ln w="6350"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직선 연결선 52">
                  <a:extLst>
                    <a:ext uri="{FF2B5EF4-FFF2-40B4-BE49-F238E27FC236}">
                      <a16:creationId xmlns:a16="http://schemas.microsoft.com/office/drawing/2014/main" id="{FFDFD76C-D529-1A7F-82D2-9B6293500CE1}"/>
                    </a:ext>
                  </a:extLst>
                </p:cNvPr>
                <p:cNvCxnSpPr/>
                <p:nvPr/>
              </p:nvCxnSpPr>
              <p:spPr>
                <a:xfrm flipV="1">
                  <a:off x="3513912" y="4837015"/>
                  <a:ext cx="244850" cy="116456"/>
                </a:xfrm>
                <a:prstGeom prst="line">
                  <a:avLst/>
                </a:prstGeom>
                <a:ln w="6350"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83" name="그룹 82">
            <a:extLst>
              <a:ext uri="{FF2B5EF4-FFF2-40B4-BE49-F238E27FC236}">
                <a16:creationId xmlns:a16="http://schemas.microsoft.com/office/drawing/2014/main" id="{E228768F-2FEF-04D9-A088-FA637297A5E4}"/>
              </a:ext>
            </a:extLst>
          </p:cNvPr>
          <p:cNvGrpSpPr/>
          <p:nvPr/>
        </p:nvGrpSpPr>
        <p:grpSpPr>
          <a:xfrm>
            <a:off x="281482" y="5929036"/>
            <a:ext cx="1764511" cy="542685"/>
            <a:chOff x="297200" y="4049295"/>
            <a:chExt cx="1764511" cy="542685"/>
          </a:xfrm>
        </p:grpSpPr>
        <p:sp>
          <p:nvSpPr>
            <p:cNvPr id="84" name="직사각형 83">
              <a:extLst>
                <a:ext uri="{FF2B5EF4-FFF2-40B4-BE49-F238E27FC236}">
                  <a16:creationId xmlns:a16="http://schemas.microsoft.com/office/drawing/2014/main" id="{42C6B9EC-C5B4-8822-2407-D0D04B1619A7}"/>
                </a:ext>
              </a:extLst>
            </p:cNvPr>
            <p:cNvSpPr/>
            <p:nvPr/>
          </p:nvSpPr>
          <p:spPr>
            <a:xfrm>
              <a:off x="297200" y="4049295"/>
              <a:ext cx="944880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b="1" dirty="0">
                  <a:solidFill>
                    <a:schemeClr val="tx1"/>
                  </a:solidFill>
                </a:rPr>
                <a:t>항공사</a:t>
              </a:r>
            </a:p>
          </p:txBody>
        </p:sp>
        <p:grpSp>
          <p:nvGrpSpPr>
            <p:cNvPr id="85" name="그룹 84">
              <a:extLst>
                <a:ext uri="{FF2B5EF4-FFF2-40B4-BE49-F238E27FC236}">
                  <a16:creationId xmlns:a16="http://schemas.microsoft.com/office/drawing/2014/main" id="{6A36EC15-960A-1F8F-5B7B-D81E7B163310}"/>
                </a:ext>
              </a:extLst>
            </p:cNvPr>
            <p:cNvGrpSpPr/>
            <p:nvPr/>
          </p:nvGrpSpPr>
          <p:grpSpPr>
            <a:xfrm>
              <a:off x="395415" y="4223034"/>
              <a:ext cx="725490" cy="178301"/>
              <a:chOff x="395415" y="3933668"/>
              <a:chExt cx="725490" cy="178301"/>
            </a:xfrm>
          </p:grpSpPr>
          <p:sp>
            <p:nvSpPr>
              <p:cNvPr id="107" name="직사각형 106">
                <a:extLst>
                  <a:ext uri="{FF2B5EF4-FFF2-40B4-BE49-F238E27FC236}">
                    <a16:creationId xmlns:a16="http://schemas.microsoft.com/office/drawing/2014/main" id="{90D218C7-6C00-2DC8-8D2E-E3FEF034C28C}"/>
                  </a:ext>
                </a:extLst>
              </p:cNvPr>
              <p:cNvSpPr/>
              <p:nvPr/>
            </p:nvSpPr>
            <p:spPr>
              <a:xfrm>
                <a:off x="395415" y="3966003"/>
                <a:ext cx="115330" cy="11533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8" name="직사각형 107">
                <a:extLst>
                  <a:ext uri="{FF2B5EF4-FFF2-40B4-BE49-F238E27FC236}">
                    <a16:creationId xmlns:a16="http://schemas.microsoft.com/office/drawing/2014/main" id="{38DE4DCE-16BD-7129-3FA7-59DD6E5F16EF}"/>
                  </a:ext>
                </a:extLst>
              </p:cNvPr>
              <p:cNvSpPr/>
              <p:nvPr/>
            </p:nvSpPr>
            <p:spPr>
              <a:xfrm>
                <a:off x="493631" y="3933668"/>
                <a:ext cx="627274" cy="17830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>
                    <a:solidFill>
                      <a:schemeClr val="tx1"/>
                    </a:solidFill>
                  </a:rPr>
                  <a:t>대한항공</a:t>
                </a:r>
              </a:p>
            </p:txBody>
          </p:sp>
        </p:grpSp>
        <p:grpSp>
          <p:nvGrpSpPr>
            <p:cNvPr id="86" name="그룹 85">
              <a:extLst>
                <a:ext uri="{FF2B5EF4-FFF2-40B4-BE49-F238E27FC236}">
                  <a16:creationId xmlns:a16="http://schemas.microsoft.com/office/drawing/2014/main" id="{9D268D6D-9A5D-0A3E-B9D7-C51A5BFE5D31}"/>
                </a:ext>
              </a:extLst>
            </p:cNvPr>
            <p:cNvGrpSpPr/>
            <p:nvPr/>
          </p:nvGrpSpPr>
          <p:grpSpPr>
            <a:xfrm>
              <a:off x="395415" y="4411980"/>
              <a:ext cx="710216" cy="180000"/>
              <a:chOff x="395415" y="3933668"/>
              <a:chExt cx="710216" cy="180000"/>
            </a:xfrm>
          </p:grpSpPr>
          <p:sp>
            <p:nvSpPr>
              <p:cNvPr id="105" name="직사각형 104">
                <a:extLst>
                  <a:ext uri="{FF2B5EF4-FFF2-40B4-BE49-F238E27FC236}">
                    <a16:creationId xmlns:a16="http://schemas.microsoft.com/office/drawing/2014/main" id="{2F012127-6544-13A3-9CAE-B1E1FCDBAC07}"/>
                  </a:ext>
                </a:extLst>
              </p:cNvPr>
              <p:cNvSpPr/>
              <p:nvPr/>
            </p:nvSpPr>
            <p:spPr>
              <a:xfrm>
                <a:off x="395415" y="3966003"/>
                <a:ext cx="115330" cy="11533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6" name="직사각형 105">
                <a:extLst>
                  <a:ext uri="{FF2B5EF4-FFF2-40B4-BE49-F238E27FC236}">
                    <a16:creationId xmlns:a16="http://schemas.microsoft.com/office/drawing/2014/main" id="{DB75602A-F3CE-A777-1AB9-22C4967FD718}"/>
                  </a:ext>
                </a:extLst>
              </p:cNvPr>
              <p:cNvSpPr/>
              <p:nvPr/>
            </p:nvSpPr>
            <p:spPr>
              <a:xfrm>
                <a:off x="493631" y="3933668"/>
                <a:ext cx="612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 err="1">
                    <a:solidFill>
                      <a:schemeClr val="tx1"/>
                    </a:solidFill>
                  </a:rPr>
                  <a:t>진에어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87" name="그룹 86">
              <a:extLst>
                <a:ext uri="{FF2B5EF4-FFF2-40B4-BE49-F238E27FC236}">
                  <a16:creationId xmlns:a16="http://schemas.microsoft.com/office/drawing/2014/main" id="{5A2A8AAC-9974-A8E4-AE98-C5CCFECAF731}"/>
                </a:ext>
              </a:extLst>
            </p:cNvPr>
            <p:cNvGrpSpPr/>
            <p:nvPr/>
          </p:nvGrpSpPr>
          <p:grpSpPr>
            <a:xfrm>
              <a:off x="1046285" y="4236639"/>
              <a:ext cx="1015426" cy="180000"/>
              <a:chOff x="395415" y="3933667"/>
              <a:chExt cx="1015426" cy="180000"/>
            </a:xfrm>
          </p:grpSpPr>
          <p:sp>
            <p:nvSpPr>
              <p:cNvPr id="103" name="직사각형 102">
                <a:extLst>
                  <a:ext uri="{FF2B5EF4-FFF2-40B4-BE49-F238E27FC236}">
                    <a16:creationId xmlns:a16="http://schemas.microsoft.com/office/drawing/2014/main" id="{5455049C-A978-8433-A766-C342B22BF00C}"/>
                  </a:ext>
                </a:extLst>
              </p:cNvPr>
              <p:cNvSpPr/>
              <p:nvPr/>
            </p:nvSpPr>
            <p:spPr>
              <a:xfrm>
                <a:off x="395415" y="3966002"/>
                <a:ext cx="115330" cy="11533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4" name="직사각형 103">
                <a:extLst>
                  <a:ext uri="{FF2B5EF4-FFF2-40B4-BE49-F238E27FC236}">
                    <a16:creationId xmlns:a16="http://schemas.microsoft.com/office/drawing/2014/main" id="{1450628E-5548-14E6-B790-4CE04C4FA2A1}"/>
                  </a:ext>
                </a:extLst>
              </p:cNvPr>
              <p:cNvSpPr/>
              <p:nvPr/>
            </p:nvSpPr>
            <p:spPr>
              <a:xfrm>
                <a:off x="493630" y="3933667"/>
                <a:ext cx="917211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>
                    <a:solidFill>
                      <a:schemeClr val="tx1"/>
                    </a:solidFill>
                  </a:rPr>
                  <a:t>아시아나</a:t>
                </a:r>
              </a:p>
            </p:txBody>
          </p:sp>
        </p:grpSp>
        <p:grpSp>
          <p:nvGrpSpPr>
            <p:cNvPr id="88" name="그룹 87">
              <a:extLst>
                <a:ext uri="{FF2B5EF4-FFF2-40B4-BE49-F238E27FC236}">
                  <a16:creationId xmlns:a16="http://schemas.microsoft.com/office/drawing/2014/main" id="{44F74EBD-37D7-19BF-B73D-4FAC854C99BD}"/>
                </a:ext>
              </a:extLst>
            </p:cNvPr>
            <p:cNvGrpSpPr/>
            <p:nvPr/>
          </p:nvGrpSpPr>
          <p:grpSpPr>
            <a:xfrm>
              <a:off x="1046285" y="4403079"/>
              <a:ext cx="710216" cy="180000"/>
              <a:chOff x="395415" y="3933668"/>
              <a:chExt cx="710216" cy="180000"/>
            </a:xfrm>
          </p:grpSpPr>
          <p:sp>
            <p:nvSpPr>
              <p:cNvPr id="101" name="직사각형 100">
                <a:extLst>
                  <a:ext uri="{FF2B5EF4-FFF2-40B4-BE49-F238E27FC236}">
                    <a16:creationId xmlns:a16="http://schemas.microsoft.com/office/drawing/2014/main" id="{8EB4AB9E-6A1B-3E06-CA59-37AFA01B98BB}"/>
                  </a:ext>
                </a:extLst>
              </p:cNvPr>
              <p:cNvSpPr/>
              <p:nvPr/>
            </p:nvSpPr>
            <p:spPr>
              <a:xfrm>
                <a:off x="395415" y="3966003"/>
                <a:ext cx="115330" cy="11533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2" name="직사각형 101">
                <a:extLst>
                  <a:ext uri="{FF2B5EF4-FFF2-40B4-BE49-F238E27FC236}">
                    <a16:creationId xmlns:a16="http://schemas.microsoft.com/office/drawing/2014/main" id="{7C4A5E44-E923-019E-73FB-FBD09AE5714C}"/>
                  </a:ext>
                </a:extLst>
              </p:cNvPr>
              <p:cNvSpPr/>
              <p:nvPr/>
            </p:nvSpPr>
            <p:spPr>
              <a:xfrm>
                <a:off x="493631" y="3933668"/>
                <a:ext cx="612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 err="1">
                    <a:solidFill>
                      <a:schemeClr val="tx1"/>
                    </a:solidFill>
                  </a:rPr>
                  <a:t>부산에어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92" name="그룹 91">
              <a:extLst>
                <a:ext uri="{FF2B5EF4-FFF2-40B4-BE49-F238E27FC236}">
                  <a16:creationId xmlns:a16="http://schemas.microsoft.com/office/drawing/2014/main" id="{BACA7048-9055-2CB4-769A-B8BF3D85D50B}"/>
                </a:ext>
              </a:extLst>
            </p:cNvPr>
            <p:cNvGrpSpPr/>
            <p:nvPr/>
          </p:nvGrpSpPr>
          <p:grpSpPr>
            <a:xfrm>
              <a:off x="1049366" y="4437647"/>
              <a:ext cx="115330" cy="115330"/>
              <a:chOff x="981171" y="3966003"/>
              <a:chExt cx="115330" cy="115330"/>
            </a:xfrm>
          </p:grpSpPr>
          <p:sp>
            <p:nvSpPr>
              <p:cNvPr id="93" name="직사각형 92">
                <a:extLst>
                  <a:ext uri="{FF2B5EF4-FFF2-40B4-BE49-F238E27FC236}">
                    <a16:creationId xmlns:a16="http://schemas.microsoft.com/office/drawing/2014/main" id="{6D4EEA68-7497-4CEA-6DCB-090394851506}"/>
                  </a:ext>
                </a:extLst>
              </p:cNvPr>
              <p:cNvSpPr/>
              <p:nvPr/>
            </p:nvSpPr>
            <p:spPr>
              <a:xfrm>
                <a:off x="981171" y="3966003"/>
                <a:ext cx="115330" cy="115330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96" name="그룹 95">
                <a:extLst>
                  <a:ext uri="{FF2B5EF4-FFF2-40B4-BE49-F238E27FC236}">
                    <a16:creationId xmlns:a16="http://schemas.microsoft.com/office/drawing/2014/main" id="{522D76EE-F82E-4AA9-7908-8F24F0A5237D}"/>
                  </a:ext>
                </a:extLst>
              </p:cNvPr>
              <p:cNvGrpSpPr/>
              <p:nvPr/>
            </p:nvGrpSpPr>
            <p:grpSpPr>
              <a:xfrm>
                <a:off x="1002836" y="4005668"/>
                <a:ext cx="72000" cy="36000"/>
                <a:chOff x="3413760" y="4836443"/>
                <a:chExt cx="345002" cy="117028"/>
              </a:xfrm>
            </p:grpSpPr>
            <p:cxnSp>
              <p:nvCxnSpPr>
                <p:cNvPr id="97" name="직선 연결선 96">
                  <a:extLst>
                    <a:ext uri="{FF2B5EF4-FFF2-40B4-BE49-F238E27FC236}">
                      <a16:creationId xmlns:a16="http://schemas.microsoft.com/office/drawing/2014/main" id="{81BE29A6-8D37-BA58-D73A-883224D406DA}"/>
                    </a:ext>
                  </a:extLst>
                </p:cNvPr>
                <p:cNvCxnSpPr/>
                <p:nvPr/>
              </p:nvCxnSpPr>
              <p:spPr>
                <a:xfrm>
                  <a:off x="3413760" y="4836443"/>
                  <a:ext cx="117028" cy="117028"/>
                </a:xfrm>
                <a:prstGeom prst="line">
                  <a:avLst/>
                </a:prstGeom>
                <a:ln w="6350"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" name="직선 연결선 97">
                  <a:extLst>
                    <a:ext uri="{FF2B5EF4-FFF2-40B4-BE49-F238E27FC236}">
                      <a16:creationId xmlns:a16="http://schemas.microsoft.com/office/drawing/2014/main" id="{42299827-742B-DDA0-021B-386CA36AD831}"/>
                    </a:ext>
                  </a:extLst>
                </p:cNvPr>
                <p:cNvCxnSpPr/>
                <p:nvPr/>
              </p:nvCxnSpPr>
              <p:spPr>
                <a:xfrm flipV="1">
                  <a:off x="3513912" y="4837015"/>
                  <a:ext cx="244850" cy="116456"/>
                </a:xfrm>
                <a:prstGeom prst="line">
                  <a:avLst/>
                </a:prstGeom>
                <a:ln w="6350"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cxnSp>
        <p:nvCxnSpPr>
          <p:cNvPr id="109" name="직선 연결선 108">
            <a:extLst>
              <a:ext uri="{FF2B5EF4-FFF2-40B4-BE49-F238E27FC236}">
                <a16:creationId xmlns:a16="http://schemas.microsoft.com/office/drawing/2014/main" id="{00F180FB-CA95-A7E4-F8F6-F9F8A950460C}"/>
              </a:ext>
            </a:extLst>
          </p:cNvPr>
          <p:cNvCxnSpPr>
            <a:cxnSpLocks/>
          </p:cNvCxnSpPr>
          <p:nvPr/>
        </p:nvCxnSpPr>
        <p:spPr>
          <a:xfrm>
            <a:off x="322277" y="5870815"/>
            <a:ext cx="1565819" cy="0"/>
          </a:xfrm>
          <a:prstGeom prst="line">
            <a:avLst/>
          </a:prstGeom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B079A449-F118-830A-5045-A5771F85C36D}"/>
              </a:ext>
            </a:extLst>
          </p:cNvPr>
          <p:cNvSpPr/>
          <p:nvPr/>
        </p:nvSpPr>
        <p:spPr>
          <a:xfrm>
            <a:off x="477913" y="3392288"/>
            <a:ext cx="7746518" cy="4836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164CA3A3-3D34-8616-24EF-4256F3A7524E}"/>
              </a:ext>
            </a:extLst>
          </p:cNvPr>
          <p:cNvGrpSpPr/>
          <p:nvPr/>
        </p:nvGrpSpPr>
        <p:grpSpPr>
          <a:xfrm>
            <a:off x="291304" y="3270373"/>
            <a:ext cx="437871" cy="215444"/>
            <a:chOff x="4451580" y="1903940"/>
            <a:chExt cx="437871" cy="215444"/>
          </a:xfrm>
        </p:grpSpPr>
        <p:sp>
          <p:nvSpPr>
            <p:cNvPr id="115" name="타원 114">
              <a:extLst>
                <a:ext uri="{FF2B5EF4-FFF2-40B4-BE49-F238E27FC236}">
                  <a16:creationId xmlns:a16="http://schemas.microsoft.com/office/drawing/2014/main" id="{8E126DEC-2DA5-A167-D0AA-1E37FD0A3566}"/>
                </a:ext>
              </a:extLst>
            </p:cNvPr>
            <p:cNvSpPr/>
            <p:nvPr/>
          </p:nvSpPr>
          <p:spPr>
            <a:xfrm>
              <a:off x="4536630" y="1922684"/>
              <a:ext cx="171278" cy="18690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17883BC5-D1A9-259E-1A06-86DE5A21B9C8}"/>
                </a:ext>
              </a:extLst>
            </p:cNvPr>
            <p:cNvSpPr txBox="1"/>
            <p:nvPr/>
          </p:nvSpPr>
          <p:spPr>
            <a:xfrm>
              <a:off x="4451580" y="1903940"/>
              <a:ext cx="437871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>
                  <a:solidFill>
                    <a:schemeClr val="bg1"/>
                  </a:solidFill>
                </a:rPr>
                <a:t>2-1</a:t>
              </a:r>
              <a:endParaRPr lang="ko-KR" altLang="en-US" sz="8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BEB4C1D8-2E21-E7F2-32A8-E1CF7B7AD22A}"/>
              </a:ext>
            </a:extLst>
          </p:cNvPr>
          <p:cNvSpPr/>
          <p:nvPr/>
        </p:nvSpPr>
        <p:spPr>
          <a:xfrm>
            <a:off x="7763782" y="2881564"/>
            <a:ext cx="460649" cy="3648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22" name="그룹 121">
            <a:extLst>
              <a:ext uri="{FF2B5EF4-FFF2-40B4-BE49-F238E27FC236}">
                <a16:creationId xmlns:a16="http://schemas.microsoft.com/office/drawing/2014/main" id="{209D0494-5CE7-B04E-8417-3D12258550AA}"/>
              </a:ext>
            </a:extLst>
          </p:cNvPr>
          <p:cNvGrpSpPr/>
          <p:nvPr/>
        </p:nvGrpSpPr>
        <p:grpSpPr>
          <a:xfrm>
            <a:off x="7632886" y="2766655"/>
            <a:ext cx="276910" cy="215444"/>
            <a:chOff x="4507293" y="1910946"/>
            <a:chExt cx="276910" cy="215444"/>
          </a:xfrm>
        </p:grpSpPr>
        <p:sp>
          <p:nvSpPr>
            <p:cNvPr id="123" name="타원 122">
              <a:extLst>
                <a:ext uri="{FF2B5EF4-FFF2-40B4-BE49-F238E27FC236}">
                  <a16:creationId xmlns:a16="http://schemas.microsoft.com/office/drawing/2014/main" id="{FF97E735-6ADD-1228-0D28-90C152A205BC}"/>
                </a:ext>
              </a:extLst>
            </p:cNvPr>
            <p:cNvSpPr/>
            <p:nvPr/>
          </p:nvSpPr>
          <p:spPr>
            <a:xfrm>
              <a:off x="4536630" y="1922684"/>
              <a:ext cx="171278" cy="18690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DDFD4AB7-7256-5465-4CDB-EF5628A8AB11}"/>
                </a:ext>
              </a:extLst>
            </p:cNvPr>
            <p:cNvSpPr txBox="1"/>
            <p:nvPr/>
          </p:nvSpPr>
          <p:spPr>
            <a:xfrm>
              <a:off x="4507293" y="1910946"/>
              <a:ext cx="2769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>
                  <a:solidFill>
                    <a:schemeClr val="bg1"/>
                  </a:solidFill>
                </a:rPr>
                <a:t>3</a:t>
              </a:r>
              <a:endParaRPr lang="ko-KR" altLang="en-US" sz="8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D44C33EA-EA22-0896-6FDF-C94BD1F0D862}"/>
              </a:ext>
            </a:extLst>
          </p:cNvPr>
          <p:cNvSpPr/>
          <p:nvPr/>
        </p:nvSpPr>
        <p:spPr>
          <a:xfrm>
            <a:off x="5388590" y="3945402"/>
            <a:ext cx="1651368" cy="5556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26" name="그룹 125">
            <a:extLst>
              <a:ext uri="{FF2B5EF4-FFF2-40B4-BE49-F238E27FC236}">
                <a16:creationId xmlns:a16="http://schemas.microsoft.com/office/drawing/2014/main" id="{D9B8975F-A0B0-1175-041C-7A578BDEDA74}"/>
              </a:ext>
            </a:extLst>
          </p:cNvPr>
          <p:cNvGrpSpPr/>
          <p:nvPr/>
        </p:nvGrpSpPr>
        <p:grpSpPr>
          <a:xfrm>
            <a:off x="5249226" y="3847428"/>
            <a:ext cx="276910" cy="215444"/>
            <a:chOff x="4507293" y="1910946"/>
            <a:chExt cx="276910" cy="215444"/>
          </a:xfrm>
        </p:grpSpPr>
        <p:sp>
          <p:nvSpPr>
            <p:cNvPr id="127" name="타원 126">
              <a:extLst>
                <a:ext uri="{FF2B5EF4-FFF2-40B4-BE49-F238E27FC236}">
                  <a16:creationId xmlns:a16="http://schemas.microsoft.com/office/drawing/2014/main" id="{9CDB074D-F641-CFCD-46F1-3FD74B480127}"/>
                </a:ext>
              </a:extLst>
            </p:cNvPr>
            <p:cNvSpPr/>
            <p:nvPr/>
          </p:nvSpPr>
          <p:spPr>
            <a:xfrm>
              <a:off x="4536630" y="1922684"/>
              <a:ext cx="171278" cy="18690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04B55BAD-EE12-4DBF-8C80-E45EE69E4C92}"/>
                </a:ext>
              </a:extLst>
            </p:cNvPr>
            <p:cNvSpPr txBox="1"/>
            <p:nvPr/>
          </p:nvSpPr>
          <p:spPr>
            <a:xfrm>
              <a:off x="4507293" y="1910946"/>
              <a:ext cx="2769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>
                  <a:solidFill>
                    <a:schemeClr val="bg1"/>
                  </a:solidFill>
                </a:rPr>
                <a:t>2</a:t>
              </a:r>
              <a:endParaRPr lang="ko-KR" altLang="en-US" sz="8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29" name="직사각형 128">
            <a:extLst>
              <a:ext uri="{FF2B5EF4-FFF2-40B4-BE49-F238E27FC236}">
                <a16:creationId xmlns:a16="http://schemas.microsoft.com/office/drawing/2014/main" id="{A31FE530-9401-5DD8-E8B8-93914786BD25}"/>
              </a:ext>
            </a:extLst>
          </p:cNvPr>
          <p:cNvSpPr/>
          <p:nvPr/>
        </p:nvSpPr>
        <p:spPr>
          <a:xfrm>
            <a:off x="430588" y="2159851"/>
            <a:ext cx="4818638" cy="55148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0" name="그룹 129">
            <a:extLst>
              <a:ext uri="{FF2B5EF4-FFF2-40B4-BE49-F238E27FC236}">
                <a16:creationId xmlns:a16="http://schemas.microsoft.com/office/drawing/2014/main" id="{63695133-C1CC-CF5D-40FB-77A00C2A2256}"/>
              </a:ext>
            </a:extLst>
          </p:cNvPr>
          <p:cNvGrpSpPr/>
          <p:nvPr/>
        </p:nvGrpSpPr>
        <p:grpSpPr>
          <a:xfrm>
            <a:off x="299691" y="2044942"/>
            <a:ext cx="276910" cy="215444"/>
            <a:chOff x="4507293" y="1910946"/>
            <a:chExt cx="276910" cy="215444"/>
          </a:xfrm>
        </p:grpSpPr>
        <p:sp>
          <p:nvSpPr>
            <p:cNvPr id="131" name="타원 130">
              <a:extLst>
                <a:ext uri="{FF2B5EF4-FFF2-40B4-BE49-F238E27FC236}">
                  <a16:creationId xmlns:a16="http://schemas.microsoft.com/office/drawing/2014/main" id="{8F218E76-9D89-AF51-6FD9-7C4A65E41D0D}"/>
                </a:ext>
              </a:extLst>
            </p:cNvPr>
            <p:cNvSpPr/>
            <p:nvPr/>
          </p:nvSpPr>
          <p:spPr>
            <a:xfrm>
              <a:off x="4536630" y="1922684"/>
              <a:ext cx="171278" cy="18690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74C5CB0B-BB72-5CC8-42DA-280D12FB428C}"/>
                </a:ext>
              </a:extLst>
            </p:cNvPr>
            <p:cNvSpPr txBox="1"/>
            <p:nvPr/>
          </p:nvSpPr>
          <p:spPr>
            <a:xfrm>
              <a:off x="4507293" y="1910946"/>
              <a:ext cx="2769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>
                  <a:solidFill>
                    <a:schemeClr val="bg1"/>
                  </a:solidFill>
                </a:rPr>
                <a:t>1</a:t>
              </a:r>
              <a:endParaRPr lang="ko-KR" altLang="en-US" sz="8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54228F61-BB48-B0AC-9F4E-61822E0A1416}"/>
              </a:ext>
            </a:extLst>
          </p:cNvPr>
          <p:cNvSpPr/>
          <p:nvPr/>
        </p:nvSpPr>
        <p:spPr>
          <a:xfrm>
            <a:off x="7094967" y="3945402"/>
            <a:ext cx="1145553" cy="55567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E587C0DC-69E1-B7E2-6A68-3210E4C69EC9}"/>
              </a:ext>
            </a:extLst>
          </p:cNvPr>
          <p:cNvGrpSpPr/>
          <p:nvPr/>
        </p:nvGrpSpPr>
        <p:grpSpPr>
          <a:xfrm>
            <a:off x="6955603" y="3847428"/>
            <a:ext cx="276910" cy="215444"/>
            <a:chOff x="4507293" y="1910946"/>
            <a:chExt cx="276910" cy="215444"/>
          </a:xfrm>
        </p:grpSpPr>
        <p:sp>
          <p:nvSpPr>
            <p:cNvPr id="135" name="타원 134">
              <a:extLst>
                <a:ext uri="{FF2B5EF4-FFF2-40B4-BE49-F238E27FC236}">
                  <a16:creationId xmlns:a16="http://schemas.microsoft.com/office/drawing/2014/main" id="{83688405-C9A8-DBFE-B98A-EF1F208B6B49}"/>
                </a:ext>
              </a:extLst>
            </p:cNvPr>
            <p:cNvSpPr/>
            <p:nvPr/>
          </p:nvSpPr>
          <p:spPr>
            <a:xfrm>
              <a:off x="4536630" y="1922684"/>
              <a:ext cx="171278" cy="18690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7D6399AB-489D-0071-3576-8986343D5CD1}"/>
                </a:ext>
              </a:extLst>
            </p:cNvPr>
            <p:cNvSpPr txBox="1"/>
            <p:nvPr/>
          </p:nvSpPr>
          <p:spPr>
            <a:xfrm>
              <a:off x="4507293" y="1910946"/>
              <a:ext cx="2769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>
                  <a:solidFill>
                    <a:schemeClr val="bg1"/>
                  </a:solidFill>
                </a:rPr>
                <a:t>4</a:t>
              </a:r>
              <a:endParaRPr lang="ko-KR" altLang="en-US" sz="800" b="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472946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98B2E-BB4C-3AE6-0089-998FE3546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4E0C4AC-7475-17F4-0EE8-BCB4A24B4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15</a:t>
            </a:fld>
            <a:endParaRPr lang="ko-KR" altLang="en-US" dirty="0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EC91A1A-B4EB-5852-CB04-CD7E5B4F4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A6618-D80D-4B7E-A45B-A31FDCA0FB45}" type="datetime1">
              <a:rPr lang="ko-KR" altLang="en-US" smtClean="0"/>
              <a:t>2026-01-15</a:t>
            </a:fld>
            <a:endParaRPr lang="ko-KR" altLang="en-US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8CB0E38-5746-1D5F-13F1-4AC8051F5ED6}"/>
              </a:ext>
            </a:extLst>
          </p:cNvPr>
          <p:cNvSpPr txBox="1"/>
          <p:nvPr/>
        </p:nvSpPr>
        <p:spPr>
          <a:xfrm>
            <a:off x="992038" y="221039"/>
            <a:ext cx="13433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/>
              <a:t>항공 조회 리스트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3DBEB0A-EEC0-442A-1F78-942A4703181F}"/>
              </a:ext>
            </a:extLst>
          </p:cNvPr>
          <p:cNvSpPr txBox="1"/>
          <p:nvPr/>
        </p:nvSpPr>
        <p:spPr>
          <a:xfrm>
            <a:off x="3343528" y="188509"/>
            <a:ext cx="368789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1000" b="1" dirty="0">
                <a:solidFill>
                  <a:schemeClr val="tx1"/>
                </a:solidFill>
              </a:rPr>
              <a:t>항공 </a:t>
            </a:r>
            <a:r>
              <a:rPr lang="en-US" altLang="ko-KR" sz="1000" b="1" dirty="0">
                <a:solidFill>
                  <a:schemeClr val="tx1"/>
                </a:solidFill>
              </a:rPr>
              <a:t>&gt; </a:t>
            </a:r>
            <a:r>
              <a:rPr lang="ko-KR" altLang="en-US" sz="1000" b="1" dirty="0">
                <a:solidFill>
                  <a:schemeClr val="tx1"/>
                </a:solidFill>
              </a:rPr>
              <a:t>국제선 조회 </a:t>
            </a:r>
            <a:r>
              <a:rPr lang="en-US" altLang="ko-KR" sz="1000" b="1" dirty="0">
                <a:solidFill>
                  <a:schemeClr val="tx1"/>
                </a:solidFill>
              </a:rPr>
              <a:t>&gt; </a:t>
            </a:r>
            <a:r>
              <a:rPr lang="ko-KR" altLang="en-US" sz="1000" b="1" dirty="0"/>
              <a:t>조회 리스트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graphicFrame>
        <p:nvGraphicFramePr>
          <p:cNvPr id="40" name="표 39">
            <a:extLst>
              <a:ext uri="{FF2B5EF4-FFF2-40B4-BE49-F238E27FC236}">
                <a16:creationId xmlns:a16="http://schemas.microsoft.com/office/drawing/2014/main" id="{927EF666-FBBB-3F6E-7349-F905936F85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069674"/>
              </p:ext>
            </p:extLst>
          </p:nvPr>
        </p:nvGraphicFramePr>
        <p:xfrm>
          <a:off x="8895422" y="89351"/>
          <a:ext cx="3338632" cy="48374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542">
                  <a:extLst>
                    <a:ext uri="{9D8B030D-6E8A-4147-A177-3AD203B41FA5}">
                      <a16:colId xmlns:a16="http://schemas.microsoft.com/office/drawing/2014/main" val="449230696"/>
                    </a:ext>
                  </a:extLst>
                </a:gridCol>
                <a:gridCol w="2935090">
                  <a:extLst>
                    <a:ext uri="{9D8B030D-6E8A-4147-A177-3AD203B41FA5}">
                      <a16:colId xmlns:a16="http://schemas.microsoft.com/office/drawing/2014/main" val="934294675"/>
                    </a:ext>
                  </a:extLst>
                </a:gridCol>
              </a:tblGrid>
              <a:tr h="323687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0687550"/>
                  </a:ext>
                </a:extLst>
              </a:tr>
              <a:tr h="272123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ko-KR" altLang="en-US" sz="900" b="1" dirty="0"/>
                        <a:t>항공 조회 리스트</a:t>
                      </a:r>
                      <a:endParaRPr lang="en-US" altLang="ko-KR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499294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/>
                        <a:t>1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항공 조회 리스트 결과가 노출되며</a:t>
                      </a:r>
                      <a:r>
                        <a:rPr lang="en-US" altLang="ko-KR" sz="900" dirty="0"/>
                        <a:t>,</a:t>
                      </a:r>
                    </a:p>
                    <a:p>
                      <a:pPr latinLnBrk="1"/>
                      <a:r>
                        <a:rPr lang="en-US" altLang="ko-KR" sz="900" dirty="0"/>
                        <a:t>1-1</a:t>
                      </a:r>
                      <a:r>
                        <a:rPr lang="ko-KR" altLang="en-US" sz="900" dirty="0"/>
                        <a:t>영역에는 검색한 여정을 간소화 하여 노출 함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6680531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/>
                        <a:t>1-2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/>
                        <a:t>소요시간</a:t>
                      </a:r>
                      <a:endParaRPr lang="en-US" altLang="ko-KR" sz="900" b="1" dirty="0"/>
                    </a:p>
                    <a:p>
                      <a:pPr latinLnBrk="1"/>
                      <a:r>
                        <a:rPr lang="en-US" altLang="ko-KR" sz="900" dirty="0"/>
                        <a:t>- </a:t>
                      </a:r>
                      <a:r>
                        <a:rPr lang="ko-KR" altLang="en-US" sz="900" b="1" dirty="0"/>
                        <a:t>직항일 경우 </a:t>
                      </a:r>
                      <a:r>
                        <a:rPr lang="en-US" altLang="ko-KR" sz="900" dirty="0"/>
                        <a:t>{</a:t>
                      </a:r>
                      <a:r>
                        <a:rPr lang="ko-KR" altLang="en-US" sz="900" dirty="0"/>
                        <a:t>비행시간</a:t>
                      </a:r>
                      <a:r>
                        <a:rPr lang="en-US" altLang="ko-KR" sz="900" dirty="0"/>
                        <a:t>}</a:t>
                      </a:r>
                      <a:r>
                        <a:rPr lang="ko-KR" altLang="en-US" sz="900" dirty="0"/>
                        <a:t>만 노출</a:t>
                      </a:r>
                      <a:endParaRPr lang="en-US" altLang="ko-KR" sz="900" dirty="0"/>
                    </a:p>
                    <a:p>
                      <a:pPr latinLnBrk="1"/>
                      <a:r>
                        <a:rPr lang="en-US" altLang="ko-KR" sz="900" dirty="0"/>
                        <a:t>- </a:t>
                      </a:r>
                      <a:r>
                        <a:rPr lang="ko-KR" altLang="en-US" sz="900" b="1" dirty="0"/>
                        <a:t>경유일 경우 </a:t>
                      </a:r>
                      <a:r>
                        <a:rPr lang="en-US" altLang="ko-KR" sz="900" dirty="0"/>
                        <a:t>{</a:t>
                      </a:r>
                      <a:r>
                        <a:rPr lang="ko-KR" altLang="en-US" sz="900" dirty="0"/>
                        <a:t>비행시간</a:t>
                      </a:r>
                      <a:r>
                        <a:rPr lang="en-US" altLang="ko-KR" sz="900" dirty="0"/>
                        <a:t>}</a:t>
                      </a:r>
                      <a:r>
                        <a:rPr lang="ko-KR" altLang="en-US" sz="900" dirty="0"/>
                        <a:t> </a:t>
                      </a:r>
                      <a:r>
                        <a:rPr lang="en-US" altLang="ko-KR" sz="900" dirty="0"/>
                        <a:t>+ {</a:t>
                      </a:r>
                      <a:r>
                        <a:rPr lang="ko-KR" altLang="en-US" sz="900" dirty="0"/>
                        <a:t>경유지 대기시간</a:t>
                      </a:r>
                      <a:r>
                        <a:rPr lang="en-US" altLang="ko-KR" sz="900" dirty="0"/>
                        <a:t>}</a:t>
                      </a:r>
                      <a:r>
                        <a:rPr lang="ko-KR" altLang="en-US" sz="900" dirty="0"/>
                        <a:t>을 노출</a:t>
                      </a:r>
                      <a:endParaRPr lang="en-US" altLang="ko-KR" sz="900" dirty="0"/>
                    </a:p>
                    <a:p>
                      <a:pPr latinLnBrk="1"/>
                      <a:r>
                        <a:rPr lang="ko-KR" altLang="en-US" sz="900" dirty="0"/>
                        <a:t>여행 상세 일정도 동일 </a:t>
                      </a:r>
                      <a:r>
                        <a:rPr lang="en-US" altLang="ko-KR" sz="900" dirty="0"/>
                        <a:t>(</a:t>
                      </a:r>
                      <a:r>
                        <a:rPr lang="en-US" altLang="ko-KR" sz="900" dirty="0">
                          <a:hlinkClick r:id="rId2" action="ppaction://hlinksldjump"/>
                        </a:rPr>
                        <a:t>#9PAGE</a:t>
                      </a:r>
                      <a:r>
                        <a:rPr lang="en-US" altLang="ko-KR" sz="900" dirty="0"/>
                        <a:t> </a:t>
                      </a:r>
                      <a:r>
                        <a:rPr lang="ko-KR" altLang="en-US" sz="900" dirty="0"/>
                        <a:t>참고</a:t>
                      </a:r>
                      <a:r>
                        <a:rPr lang="en-US" altLang="ko-KR" sz="900" dirty="0"/>
                        <a:t>)</a:t>
                      </a:r>
                      <a:endParaRPr lang="ko-KR" altLang="en-US" sz="9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5700640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/>
                        <a:t>2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클릭 시 상세 여정정보 노출 </a:t>
                      </a:r>
                      <a:r>
                        <a:rPr lang="en-US" altLang="ko-KR" sz="900" dirty="0"/>
                        <a:t>#18page</a:t>
                      </a:r>
                      <a:endParaRPr lang="ko-KR" altLang="en-US" sz="9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1438607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/>
                        <a:t>3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 err="1"/>
                        <a:t>셀프예약</a:t>
                      </a:r>
                      <a:r>
                        <a:rPr lang="ko-KR" altLang="en-US" sz="900" b="1" dirty="0"/>
                        <a:t> 버튼 </a:t>
                      </a:r>
                      <a:endParaRPr lang="en-US" altLang="ko-KR" sz="900" b="1" dirty="0"/>
                    </a:p>
                    <a:p>
                      <a:pPr latinLnBrk="1"/>
                      <a:r>
                        <a:rPr lang="ko-KR" altLang="en-US" sz="900" dirty="0"/>
                        <a:t>클릭 시  탑승객 정보 </a:t>
                      </a:r>
                      <a:r>
                        <a:rPr lang="ko-KR" altLang="en-US" sz="900" dirty="0" err="1"/>
                        <a:t>확인창</a:t>
                      </a:r>
                      <a:r>
                        <a:rPr lang="ko-KR" altLang="en-US" sz="900" dirty="0"/>
                        <a:t> 노출 </a:t>
                      </a:r>
                      <a:r>
                        <a:rPr lang="en-US" altLang="ko-KR" sz="900" dirty="0"/>
                        <a:t>#19page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042766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/>
                        <a:t>4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/>
                        <a:t>클릭 시  </a:t>
                      </a:r>
                      <a:r>
                        <a:rPr lang="ko-KR" altLang="en-US" sz="900" dirty="0" err="1"/>
                        <a:t>전담팀</a:t>
                      </a:r>
                      <a:r>
                        <a:rPr lang="ko-KR" altLang="en-US" sz="900" dirty="0"/>
                        <a:t> 요청 </a:t>
                      </a:r>
                      <a:r>
                        <a:rPr lang="ko-KR" altLang="en-US" sz="900" dirty="0" err="1"/>
                        <a:t>모달</a:t>
                      </a:r>
                      <a:r>
                        <a:rPr lang="ko-KR" altLang="en-US" sz="900" dirty="0"/>
                        <a:t> 노출 </a:t>
                      </a:r>
                      <a:r>
                        <a:rPr lang="en-US" altLang="ko-KR" sz="900" dirty="0"/>
                        <a:t>#20page</a:t>
                      </a:r>
                      <a:endParaRPr lang="ko-KR" altLang="en-US" sz="9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484420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/>
                        <a:t>5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출장규정 준수 여부 표시되며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출장규정 사용하지 않는 고객사에게는 노출 하지 않음</a:t>
                      </a:r>
                      <a:endParaRPr lang="en-US" altLang="ko-KR" sz="900" dirty="0"/>
                    </a:p>
                    <a:p>
                      <a:pPr latinLnBrk="1"/>
                      <a:r>
                        <a:rPr lang="ko-KR" altLang="en-US" sz="900" b="1" dirty="0" err="1"/>
                        <a:t>미준수일</a:t>
                      </a:r>
                      <a:r>
                        <a:rPr lang="ko-KR" altLang="en-US" sz="900" b="1" dirty="0"/>
                        <a:t> 경우</a:t>
                      </a:r>
                      <a:r>
                        <a:rPr lang="en-US" altLang="ko-KR" sz="900" b="1" dirty="0"/>
                        <a:t>, </a:t>
                      </a:r>
                      <a:r>
                        <a:rPr lang="ko-KR" altLang="en-US" sz="900" b="1" dirty="0"/>
                        <a:t>해당 영역 클릭 시 </a:t>
                      </a:r>
                      <a:r>
                        <a:rPr lang="ko-KR" altLang="en-US" sz="900" b="1" dirty="0" err="1"/>
                        <a:t>미준수</a:t>
                      </a:r>
                      <a:r>
                        <a:rPr lang="ko-KR" altLang="en-US" sz="900" b="1" dirty="0"/>
                        <a:t> 사유 노출 </a:t>
                      </a:r>
                      <a:r>
                        <a:rPr lang="en-US" altLang="ko-KR" sz="900" b="1" dirty="0"/>
                        <a:t>#17page </a:t>
                      </a:r>
                      <a:r>
                        <a:rPr lang="ko-KR" altLang="en-US" sz="900" b="1" dirty="0"/>
                        <a:t>참고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4342241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/>
                        <a:t>6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/>
                        <a:t>기업전용요금 아이콘 표시</a:t>
                      </a:r>
                      <a:endParaRPr lang="en-US" altLang="ko-KR" sz="900" b="1" dirty="0"/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en-US" altLang="ko-KR" sz="900" b="0" dirty="0" err="1"/>
                        <a:t>Topas</a:t>
                      </a:r>
                      <a:r>
                        <a:rPr lang="en-US" altLang="ko-KR" sz="900" b="0" dirty="0"/>
                        <a:t> API</a:t>
                      </a:r>
                      <a:r>
                        <a:rPr lang="ko-KR" altLang="en-US" sz="900" b="0" dirty="0"/>
                        <a:t>에서 </a:t>
                      </a:r>
                      <a:r>
                        <a:rPr lang="en-US" altLang="ko-KR" sz="900" b="0" dirty="0" err="1"/>
                        <a:t>coprld</a:t>
                      </a:r>
                      <a:r>
                        <a:rPr lang="en-US" altLang="ko-KR" sz="900" b="0" dirty="0"/>
                        <a:t> </a:t>
                      </a:r>
                      <a:r>
                        <a:rPr lang="ko-KR" altLang="en-US" sz="900" b="0" dirty="0"/>
                        <a:t>값이 있으면 기업요금 아이콘 노출</a:t>
                      </a:r>
                      <a:endParaRPr lang="en-US" altLang="ko-KR" sz="900" b="0" dirty="0"/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900" b="0" dirty="0"/>
                        <a:t>없을 경우 </a:t>
                      </a:r>
                      <a:r>
                        <a:rPr lang="ko-KR" altLang="en-US" sz="900" b="0" dirty="0" err="1"/>
                        <a:t>미노출</a:t>
                      </a:r>
                      <a:endParaRPr lang="en-US" altLang="ko-KR" sz="900" b="0" dirty="0"/>
                    </a:p>
                    <a:p>
                      <a:pPr latinLnBrk="1"/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5691597"/>
                  </a:ext>
                </a:extLst>
              </a:tr>
              <a:tr h="27253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Check point</a:t>
                      </a:r>
                      <a:endParaRPr lang="ko-KR" altLang="en-US" sz="10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194342"/>
                  </a:ext>
                </a:extLst>
              </a:tr>
              <a:tr h="635909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900" b="0" u="none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전담팀</a:t>
                      </a:r>
                      <a:r>
                        <a:rPr lang="ko-KR" altLang="en-US" sz="900" b="0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요청은 현재 국제에만 존재함</a:t>
                      </a:r>
                      <a:endParaRPr lang="en-US" altLang="ko-KR" sz="900" b="0" u="none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9267137"/>
                  </a:ext>
                </a:extLst>
              </a:tr>
            </a:tbl>
          </a:graphicData>
        </a:graphic>
      </p:graphicFrame>
      <p:sp>
        <p:nvSpPr>
          <p:cNvPr id="63" name="직사각형 62">
            <a:extLst>
              <a:ext uri="{FF2B5EF4-FFF2-40B4-BE49-F238E27FC236}">
                <a16:creationId xmlns:a16="http://schemas.microsoft.com/office/drawing/2014/main" id="{23B0F211-A5EF-DAFC-2026-B7BB34F7AB14}"/>
              </a:ext>
            </a:extLst>
          </p:cNvPr>
          <p:cNvSpPr/>
          <p:nvPr/>
        </p:nvSpPr>
        <p:spPr>
          <a:xfrm>
            <a:off x="281482" y="658704"/>
            <a:ext cx="896814" cy="46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SM C&amp;C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5DE0D556-6D67-EC15-9865-C6E20E6163D9}"/>
              </a:ext>
            </a:extLst>
          </p:cNvPr>
          <p:cNvSpPr/>
          <p:nvPr/>
        </p:nvSpPr>
        <p:spPr>
          <a:xfrm>
            <a:off x="1354203" y="658704"/>
            <a:ext cx="5705004" cy="46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ln w="0"/>
                <a:solidFill>
                  <a:schemeClr val="tx1"/>
                </a:solidFill>
              </a:rPr>
              <a:t>항공</a:t>
            </a:r>
            <a:r>
              <a:rPr lang="en-US" altLang="ko-KR" sz="1200" dirty="0">
                <a:ln w="0"/>
                <a:solidFill>
                  <a:schemeClr val="tx1"/>
                </a:solidFill>
              </a:rPr>
              <a:t>	</a:t>
            </a:r>
            <a:r>
              <a:rPr lang="ko-KR" altLang="en-US" sz="1200" dirty="0">
                <a:ln w="0"/>
                <a:solidFill>
                  <a:schemeClr val="tx1"/>
                </a:solidFill>
              </a:rPr>
              <a:t>호텔</a:t>
            </a:r>
            <a:r>
              <a:rPr lang="en-US" altLang="ko-KR" sz="1200" dirty="0">
                <a:ln w="0"/>
                <a:solidFill>
                  <a:schemeClr val="tx1"/>
                </a:solidFill>
              </a:rPr>
              <a:t>	</a:t>
            </a:r>
            <a:r>
              <a:rPr lang="ko-KR" altLang="en-US" sz="1200" dirty="0">
                <a:ln w="0"/>
                <a:solidFill>
                  <a:schemeClr val="tx1"/>
                </a:solidFill>
              </a:rPr>
              <a:t>요청</a:t>
            </a:r>
            <a:endParaRPr lang="ko-KR" altLang="en-US" sz="1200" dirty="0"/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0B6BF052-DFB7-3908-86C5-676BFD4997BB}"/>
              </a:ext>
            </a:extLst>
          </p:cNvPr>
          <p:cNvSpPr/>
          <p:nvPr/>
        </p:nvSpPr>
        <p:spPr>
          <a:xfrm>
            <a:off x="7235113" y="658704"/>
            <a:ext cx="1449811" cy="46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n w="0"/>
                <a:solidFill>
                  <a:schemeClr val="tx1"/>
                </a:solidFill>
              </a:rPr>
              <a:t>마이페이지</a:t>
            </a:r>
            <a:r>
              <a:rPr lang="en-US" altLang="ko-KR" sz="1000" dirty="0">
                <a:ln w="0"/>
                <a:solidFill>
                  <a:schemeClr val="tx1"/>
                </a:solidFill>
              </a:rPr>
              <a:t> </a:t>
            </a:r>
            <a:r>
              <a:rPr lang="ko-KR" altLang="en-US" sz="1000" dirty="0">
                <a:ln w="0"/>
                <a:solidFill>
                  <a:schemeClr val="tx1"/>
                </a:solidFill>
              </a:rPr>
              <a:t>로그아웃</a:t>
            </a:r>
            <a:endParaRPr lang="ko-KR" altLang="en-US" sz="1000" dirty="0"/>
          </a:p>
        </p:txBody>
      </p:sp>
      <p:grpSp>
        <p:nvGrpSpPr>
          <p:cNvPr id="132" name="그룹 131">
            <a:extLst>
              <a:ext uri="{FF2B5EF4-FFF2-40B4-BE49-F238E27FC236}">
                <a16:creationId xmlns:a16="http://schemas.microsoft.com/office/drawing/2014/main" id="{04CF7217-A311-B6BB-B253-ED3AAF78786A}"/>
              </a:ext>
            </a:extLst>
          </p:cNvPr>
          <p:cNvGrpSpPr/>
          <p:nvPr/>
        </p:nvGrpSpPr>
        <p:grpSpPr>
          <a:xfrm>
            <a:off x="281482" y="1318148"/>
            <a:ext cx="8155462" cy="1849862"/>
            <a:chOff x="395415" y="1502938"/>
            <a:chExt cx="8155462" cy="1849862"/>
          </a:xfrm>
        </p:grpSpPr>
        <p:cxnSp>
          <p:nvCxnSpPr>
            <p:cNvPr id="133" name="직선 연결선 132">
              <a:extLst>
                <a:ext uri="{FF2B5EF4-FFF2-40B4-BE49-F238E27FC236}">
                  <a16:creationId xmlns:a16="http://schemas.microsoft.com/office/drawing/2014/main" id="{84811A6D-7122-7F89-F8F4-D77A1CA2BD00}"/>
                </a:ext>
              </a:extLst>
            </p:cNvPr>
            <p:cNvCxnSpPr>
              <a:cxnSpLocks/>
            </p:cNvCxnSpPr>
            <p:nvPr/>
          </p:nvCxnSpPr>
          <p:spPr>
            <a:xfrm>
              <a:off x="3841362" y="2479912"/>
              <a:ext cx="0" cy="263205"/>
            </a:xfrm>
            <a:prstGeom prst="line">
              <a:avLst/>
            </a:prstGeom>
            <a:ln w="952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34" name="직사각형 133">
              <a:extLst>
                <a:ext uri="{FF2B5EF4-FFF2-40B4-BE49-F238E27FC236}">
                  <a16:creationId xmlns:a16="http://schemas.microsoft.com/office/drawing/2014/main" id="{7079F31E-B577-28C8-4EC0-CDE95A17897F}"/>
                </a:ext>
              </a:extLst>
            </p:cNvPr>
            <p:cNvSpPr/>
            <p:nvPr/>
          </p:nvSpPr>
          <p:spPr>
            <a:xfrm>
              <a:off x="395417" y="1787611"/>
              <a:ext cx="8155460" cy="1565189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" name="직사각형 134">
              <a:extLst>
                <a:ext uri="{FF2B5EF4-FFF2-40B4-BE49-F238E27FC236}">
                  <a16:creationId xmlns:a16="http://schemas.microsoft.com/office/drawing/2014/main" id="{8C03253B-E2C1-A7CD-E6A1-97F6A79D0C07}"/>
                </a:ext>
              </a:extLst>
            </p:cNvPr>
            <p:cNvSpPr/>
            <p:nvPr/>
          </p:nvSpPr>
          <p:spPr>
            <a:xfrm>
              <a:off x="526700" y="3006842"/>
              <a:ext cx="540000" cy="180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dirty="0">
                  <a:solidFill>
                    <a:schemeClr val="tx1"/>
                  </a:solidFill>
                </a:rPr>
                <a:t>출장자</a:t>
              </a:r>
            </a:p>
          </p:txBody>
        </p:sp>
        <p:sp>
          <p:nvSpPr>
            <p:cNvPr id="136" name="직사각형 135">
              <a:extLst>
                <a:ext uri="{FF2B5EF4-FFF2-40B4-BE49-F238E27FC236}">
                  <a16:creationId xmlns:a16="http://schemas.microsoft.com/office/drawing/2014/main" id="{02D641B9-E379-7EA7-44F1-B2BEBFEAA223}"/>
                </a:ext>
              </a:extLst>
            </p:cNvPr>
            <p:cNvSpPr/>
            <p:nvPr/>
          </p:nvSpPr>
          <p:spPr>
            <a:xfrm>
              <a:off x="7248542" y="2362206"/>
              <a:ext cx="1080000" cy="50400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bg1"/>
                  </a:solidFill>
                </a:rPr>
                <a:t>검색</a:t>
              </a:r>
            </a:p>
          </p:txBody>
        </p:sp>
        <p:grpSp>
          <p:nvGrpSpPr>
            <p:cNvPr id="137" name="그룹 136">
              <a:extLst>
                <a:ext uri="{FF2B5EF4-FFF2-40B4-BE49-F238E27FC236}">
                  <a16:creationId xmlns:a16="http://schemas.microsoft.com/office/drawing/2014/main" id="{8C462F09-563A-465A-8BA0-EBB37552A8F0}"/>
                </a:ext>
              </a:extLst>
            </p:cNvPr>
            <p:cNvGrpSpPr/>
            <p:nvPr/>
          </p:nvGrpSpPr>
          <p:grpSpPr>
            <a:xfrm>
              <a:off x="527220" y="2034332"/>
              <a:ext cx="1383795" cy="180613"/>
              <a:chOff x="527220" y="2034332"/>
              <a:chExt cx="1383795" cy="180613"/>
            </a:xfrm>
          </p:grpSpPr>
          <p:grpSp>
            <p:nvGrpSpPr>
              <p:cNvPr id="156" name="그룹 155">
                <a:extLst>
                  <a:ext uri="{FF2B5EF4-FFF2-40B4-BE49-F238E27FC236}">
                    <a16:creationId xmlns:a16="http://schemas.microsoft.com/office/drawing/2014/main" id="{37F11259-0893-FBDD-4631-70A6B0608AEC}"/>
                  </a:ext>
                </a:extLst>
              </p:cNvPr>
              <p:cNvGrpSpPr/>
              <p:nvPr/>
            </p:nvGrpSpPr>
            <p:grpSpPr>
              <a:xfrm>
                <a:off x="527220" y="2034332"/>
                <a:ext cx="390676" cy="180613"/>
                <a:chOff x="601362" y="2034332"/>
                <a:chExt cx="390676" cy="180613"/>
              </a:xfrm>
            </p:grpSpPr>
            <p:sp>
              <p:nvSpPr>
                <p:cNvPr id="159" name="직사각형 158">
                  <a:extLst>
                    <a:ext uri="{FF2B5EF4-FFF2-40B4-BE49-F238E27FC236}">
                      <a16:creationId xmlns:a16="http://schemas.microsoft.com/office/drawing/2014/main" id="{8FEBE366-EA52-BD32-71C2-7777306FFE17}"/>
                    </a:ext>
                  </a:extLst>
                </p:cNvPr>
                <p:cNvSpPr/>
                <p:nvPr/>
              </p:nvSpPr>
              <p:spPr>
                <a:xfrm>
                  <a:off x="601362" y="2034332"/>
                  <a:ext cx="390676" cy="180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 dirty="0">
                      <a:solidFill>
                        <a:schemeClr val="tx1"/>
                      </a:solidFill>
                    </a:rPr>
                    <a:t>왕복</a:t>
                  </a:r>
                </a:p>
              </p:txBody>
            </p:sp>
            <p:cxnSp>
              <p:nvCxnSpPr>
                <p:cNvPr id="160" name="직선 연결선 159">
                  <a:extLst>
                    <a:ext uri="{FF2B5EF4-FFF2-40B4-BE49-F238E27FC236}">
                      <a16:creationId xmlns:a16="http://schemas.microsoft.com/office/drawing/2014/main" id="{0447A89E-59F4-7D64-9A6E-C0FEF796C55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81210" y="2214945"/>
                  <a:ext cx="230981" cy="0"/>
                </a:xfrm>
                <a:prstGeom prst="line">
                  <a:avLst/>
                </a:prstGeom>
                <a:ln w="9525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57" name="직사각형 156">
                <a:extLst>
                  <a:ext uri="{FF2B5EF4-FFF2-40B4-BE49-F238E27FC236}">
                    <a16:creationId xmlns:a16="http://schemas.microsoft.com/office/drawing/2014/main" id="{D8EF1A1B-69E3-9E2B-E23E-FA7923938CE1}"/>
                  </a:ext>
                </a:extLst>
              </p:cNvPr>
              <p:cNvSpPr/>
              <p:nvPr/>
            </p:nvSpPr>
            <p:spPr>
              <a:xfrm>
                <a:off x="985835" y="2034332"/>
                <a:ext cx="390676" cy="180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>
                    <a:solidFill>
                      <a:schemeClr val="bg1">
                        <a:lumMod val="50000"/>
                      </a:schemeClr>
                    </a:solidFill>
                  </a:rPr>
                  <a:t>편도</a:t>
                </a:r>
              </a:p>
            </p:txBody>
          </p:sp>
          <p:sp>
            <p:nvSpPr>
              <p:cNvPr id="158" name="직사각형 157">
                <a:extLst>
                  <a:ext uri="{FF2B5EF4-FFF2-40B4-BE49-F238E27FC236}">
                    <a16:creationId xmlns:a16="http://schemas.microsoft.com/office/drawing/2014/main" id="{695E8532-F46F-DCCF-9F14-0D0DFE5DFB7C}"/>
                  </a:ext>
                </a:extLst>
              </p:cNvPr>
              <p:cNvSpPr/>
              <p:nvPr/>
            </p:nvSpPr>
            <p:spPr>
              <a:xfrm>
                <a:off x="1370307" y="2034332"/>
                <a:ext cx="540708" cy="180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 err="1">
                    <a:solidFill>
                      <a:schemeClr val="bg1">
                        <a:lumMod val="50000"/>
                      </a:schemeClr>
                    </a:solidFill>
                  </a:rPr>
                  <a:t>다구간</a:t>
                </a:r>
                <a:endParaRPr lang="ko-KR" altLang="en-US" sz="800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38" name="그룹 137">
              <a:extLst>
                <a:ext uri="{FF2B5EF4-FFF2-40B4-BE49-F238E27FC236}">
                  <a16:creationId xmlns:a16="http://schemas.microsoft.com/office/drawing/2014/main" id="{8C4432A0-AD51-58F3-5A59-6529119AC716}"/>
                </a:ext>
              </a:extLst>
            </p:cNvPr>
            <p:cNvGrpSpPr/>
            <p:nvPr/>
          </p:nvGrpSpPr>
          <p:grpSpPr>
            <a:xfrm>
              <a:off x="2335411" y="2026507"/>
              <a:ext cx="832987" cy="180000"/>
              <a:chOff x="2335411" y="2026507"/>
              <a:chExt cx="832987" cy="180000"/>
            </a:xfrm>
          </p:grpSpPr>
          <p:sp>
            <p:nvSpPr>
              <p:cNvPr id="154" name="직사각형 153">
                <a:extLst>
                  <a:ext uri="{FF2B5EF4-FFF2-40B4-BE49-F238E27FC236}">
                    <a16:creationId xmlns:a16="http://schemas.microsoft.com/office/drawing/2014/main" id="{5226453B-7B2D-F8BE-F200-74ADE8989E14}"/>
                  </a:ext>
                </a:extLst>
              </p:cNvPr>
              <p:cNvSpPr/>
              <p:nvPr/>
            </p:nvSpPr>
            <p:spPr>
              <a:xfrm>
                <a:off x="2393248" y="2026507"/>
                <a:ext cx="775150" cy="180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>
                    <a:solidFill>
                      <a:schemeClr val="tx1"/>
                    </a:solidFill>
                  </a:rPr>
                  <a:t>직항만 검색</a:t>
                </a:r>
              </a:p>
            </p:txBody>
          </p:sp>
          <p:sp>
            <p:nvSpPr>
              <p:cNvPr id="155" name="직사각형 154">
                <a:extLst>
                  <a:ext uri="{FF2B5EF4-FFF2-40B4-BE49-F238E27FC236}">
                    <a16:creationId xmlns:a16="http://schemas.microsoft.com/office/drawing/2014/main" id="{E241745F-B30C-9A12-D325-D358B8D2796B}"/>
                  </a:ext>
                </a:extLst>
              </p:cNvPr>
              <p:cNvSpPr/>
              <p:nvPr/>
            </p:nvSpPr>
            <p:spPr>
              <a:xfrm>
                <a:off x="2335411" y="2058842"/>
                <a:ext cx="115330" cy="11533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39" name="직사각형 138">
              <a:extLst>
                <a:ext uri="{FF2B5EF4-FFF2-40B4-BE49-F238E27FC236}">
                  <a16:creationId xmlns:a16="http://schemas.microsoft.com/office/drawing/2014/main" id="{89BD270D-94F5-8A94-B630-70E6F77685F6}"/>
                </a:ext>
              </a:extLst>
            </p:cNvPr>
            <p:cNvSpPr/>
            <p:nvPr/>
          </p:nvSpPr>
          <p:spPr>
            <a:xfrm>
              <a:off x="601362" y="2365392"/>
              <a:ext cx="6480000" cy="504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140" name="그룹 139">
              <a:extLst>
                <a:ext uri="{FF2B5EF4-FFF2-40B4-BE49-F238E27FC236}">
                  <a16:creationId xmlns:a16="http://schemas.microsoft.com/office/drawing/2014/main" id="{0E15DF7E-5423-A436-2DD2-2C3CC2FA9EB0}"/>
                </a:ext>
              </a:extLst>
            </p:cNvPr>
            <p:cNvGrpSpPr/>
            <p:nvPr/>
          </p:nvGrpSpPr>
          <p:grpSpPr>
            <a:xfrm>
              <a:off x="869155" y="2487152"/>
              <a:ext cx="2658079" cy="248804"/>
              <a:chOff x="869155" y="2487152"/>
              <a:chExt cx="2658079" cy="248804"/>
            </a:xfrm>
          </p:grpSpPr>
          <p:sp>
            <p:nvSpPr>
              <p:cNvPr id="149" name="직사각형 148">
                <a:extLst>
                  <a:ext uri="{FF2B5EF4-FFF2-40B4-BE49-F238E27FC236}">
                    <a16:creationId xmlns:a16="http://schemas.microsoft.com/office/drawing/2014/main" id="{270FB56B-C04F-21EC-D954-8666CDE6E486}"/>
                  </a:ext>
                </a:extLst>
              </p:cNvPr>
              <p:cNvSpPr/>
              <p:nvPr/>
            </p:nvSpPr>
            <p:spPr>
              <a:xfrm>
                <a:off x="869155" y="2524206"/>
                <a:ext cx="94488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>
                    <a:solidFill>
                      <a:schemeClr val="tx1"/>
                    </a:solidFill>
                  </a:rPr>
                  <a:t>서울</a:t>
                </a:r>
                <a:r>
                  <a:rPr lang="en-US" altLang="ko-KR" sz="800" dirty="0">
                    <a:solidFill>
                      <a:schemeClr val="tx1"/>
                    </a:solidFill>
                  </a:rPr>
                  <a:t>/</a:t>
                </a:r>
                <a:r>
                  <a:rPr lang="ko-KR" altLang="en-US" sz="800" dirty="0">
                    <a:solidFill>
                      <a:schemeClr val="tx1"/>
                    </a:solidFill>
                  </a:rPr>
                  <a:t>인천</a:t>
                </a:r>
                <a:r>
                  <a:rPr lang="en-US" altLang="ko-KR" sz="800" dirty="0">
                    <a:solidFill>
                      <a:schemeClr val="tx1"/>
                    </a:solidFill>
                  </a:rPr>
                  <a:t>(ICN)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50" name="그룹 149">
                <a:extLst>
                  <a:ext uri="{FF2B5EF4-FFF2-40B4-BE49-F238E27FC236}">
                    <a16:creationId xmlns:a16="http://schemas.microsoft.com/office/drawing/2014/main" id="{218A8D87-FE03-73B3-9FDE-5B443134AC93}"/>
                  </a:ext>
                </a:extLst>
              </p:cNvPr>
              <p:cNvGrpSpPr/>
              <p:nvPr/>
            </p:nvGrpSpPr>
            <p:grpSpPr>
              <a:xfrm>
                <a:off x="1721548" y="2487152"/>
                <a:ext cx="944880" cy="248804"/>
                <a:chOff x="1911015" y="2455402"/>
                <a:chExt cx="944880" cy="248804"/>
              </a:xfrm>
            </p:grpSpPr>
            <p:sp>
              <p:nvSpPr>
                <p:cNvPr id="152" name="직사각형 151">
                  <a:extLst>
                    <a:ext uri="{FF2B5EF4-FFF2-40B4-BE49-F238E27FC236}">
                      <a16:creationId xmlns:a16="http://schemas.microsoft.com/office/drawing/2014/main" id="{F4948C5C-A7FB-4F4E-DBE0-E5B78FABC10F}"/>
                    </a:ext>
                  </a:extLst>
                </p:cNvPr>
                <p:cNvSpPr/>
                <p:nvPr/>
              </p:nvSpPr>
              <p:spPr>
                <a:xfrm>
                  <a:off x="1911015" y="2524206"/>
                  <a:ext cx="944880" cy="18000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 dirty="0">
                      <a:solidFill>
                        <a:schemeClr val="tx1"/>
                      </a:solidFill>
                    </a:rPr>
                    <a:t>←</a:t>
                  </a:r>
                </a:p>
              </p:txBody>
            </p:sp>
            <p:sp>
              <p:nvSpPr>
                <p:cNvPr id="153" name="직사각형 152">
                  <a:extLst>
                    <a:ext uri="{FF2B5EF4-FFF2-40B4-BE49-F238E27FC236}">
                      <a16:creationId xmlns:a16="http://schemas.microsoft.com/office/drawing/2014/main" id="{5849E48C-BA64-4B31-7727-82C97D087812}"/>
                    </a:ext>
                  </a:extLst>
                </p:cNvPr>
                <p:cNvSpPr/>
                <p:nvPr/>
              </p:nvSpPr>
              <p:spPr>
                <a:xfrm>
                  <a:off x="1911015" y="2455402"/>
                  <a:ext cx="944880" cy="18000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 dirty="0">
                      <a:solidFill>
                        <a:schemeClr val="tx1"/>
                      </a:solidFill>
                    </a:rPr>
                    <a:t>→</a:t>
                  </a:r>
                </a:p>
              </p:txBody>
            </p:sp>
          </p:grpSp>
          <p:sp>
            <p:nvSpPr>
              <p:cNvPr id="151" name="직사각형 150">
                <a:extLst>
                  <a:ext uri="{FF2B5EF4-FFF2-40B4-BE49-F238E27FC236}">
                    <a16:creationId xmlns:a16="http://schemas.microsoft.com/office/drawing/2014/main" id="{A461DAE5-4724-63F3-4BDB-61DA5D26AD29}"/>
                  </a:ext>
                </a:extLst>
              </p:cNvPr>
              <p:cNvSpPr/>
              <p:nvPr/>
            </p:nvSpPr>
            <p:spPr>
              <a:xfrm>
                <a:off x="2582354" y="2524206"/>
                <a:ext cx="94488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>
                    <a:solidFill>
                      <a:schemeClr val="bg2">
                        <a:lumMod val="50000"/>
                      </a:schemeClr>
                    </a:solidFill>
                  </a:rPr>
                  <a:t>도착지</a:t>
                </a:r>
              </a:p>
            </p:txBody>
          </p:sp>
        </p:grpSp>
        <p:sp>
          <p:nvSpPr>
            <p:cNvPr id="141" name="직사각형 140">
              <a:extLst>
                <a:ext uri="{FF2B5EF4-FFF2-40B4-BE49-F238E27FC236}">
                  <a16:creationId xmlns:a16="http://schemas.microsoft.com/office/drawing/2014/main" id="{612AD716-F20C-E112-0063-54B15647CCD9}"/>
                </a:ext>
              </a:extLst>
            </p:cNvPr>
            <p:cNvSpPr/>
            <p:nvPr/>
          </p:nvSpPr>
          <p:spPr>
            <a:xfrm>
              <a:off x="4177014" y="2524206"/>
              <a:ext cx="944880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bg2">
                      <a:lumMod val="50000"/>
                    </a:schemeClr>
                  </a:solidFill>
                </a:rPr>
                <a:t>여행일정</a:t>
              </a:r>
            </a:p>
          </p:txBody>
        </p:sp>
        <p:sp>
          <p:nvSpPr>
            <p:cNvPr id="142" name="직사각형 141">
              <a:extLst>
                <a:ext uri="{FF2B5EF4-FFF2-40B4-BE49-F238E27FC236}">
                  <a16:creationId xmlns:a16="http://schemas.microsoft.com/office/drawing/2014/main" id="{9EE3F063-6B13-8471-0D60-773714818D09}"/>
                </a:ext>
              </a:extLst>
            </p:cNvPr>
            <p:cNvSpPr/>
            <p:nvPr/>
          </p:nvSpPr>
          <p:spPr>
            <a:xfrm>
              <a:off x="5797013" y="2524206"/>
              <a:ext cx="944880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인원 </a:t>
              </a:r>
              <a:r>
                <a:rPr lang="en-US" altLang="ko-KR" sz="800" dirty="0">
                  <a:solidFill>
                    <a:schemeClr val="tx1"/>
                  </a:solidFill>
                </a:rPr>
                <a:t>1 · </a:t>
              </a:r>
              <a:r>
                <a:rPr lang="ko-KR" altLang="en-US" sz="800" dirty="0">
                  <a:solidFill>
                    <a:schemeClr val="tx1"/>
                  </a:solidFill>
                </a:rPr>
                <a:t>일반석</a:t>
              </a:r>
            </a:p>
          </p:txBody>
        </p:sp>
        <p:cxnSp>
          <p:nvCxnSpPr>
            <p:cNvPr id="143" name="직선 연결선 142">
              <a:extLst>
                <a:ext uri="{FF2B5EF4-FFF2-40B4-BE49-F238E27FC236}">
                  <a16:creationId xmlns:a16="http://schemas.microsoft.com/office/drawing/2014/main" id="{D713F6D9-1F3D-2377-9C0B-E532F779C109}"/>
                </a:ext>
              </a:extLst>
            </p:cNvPr>
            <p:cNvCxnSpPr>
              <a:cxnSpLocks/>
            </p:cNvCxnSpPr>
            <p:nvPr/>
          </p:nvCxnSpPr>
          <p:spPr>
            <a:xfrm>
              <a:off x="5457545" y="2487698"/>
              <a:ext cx="0" cy="263205"/>
            </a:xfrm>
            <a:prstGeom prst="line">
              <a:avLst/>
            </a:prstGeom>
            <a:ln w="952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4" name="직선 연결선 143">
              <a:extLst>
                <a:ext uri="{FF2B5EF4-FFF2-40B4-BE49-F238E27FC236}">
                  <a16:creationId xmlns:a16="http://schemas.microsoft.com/office/drawing/2014/main" id="{1F70DC30-F1A7-DD6F-42F5-5DE22C5C1CDB}"/>
                </a:ext>
              </a:extLst>
            </p:cNvPr>
            <p:cNvCxnSpPr>
              <a:cxnSpLocks/>
            </p:cNvCxnSpPr>
            <p:nvPr/>
          </p:nvCxnSpPr>
          <p:spPr>
            <a:xfrm>
              <a:off x="3841362" y="2485790"/>
              <a:ext cx="0" cy="263205"/>
            </a:xfrm>
            <a:prstGeom prst="line">
              <a:avLst/>
            </a:prstGeom>
            <a:ln w="952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145" name="그룹 144">
              <a:extLst>
                <a:ext uri="{FF2B5EF4-FFF2-40B4-BE49-F238E27FC236}">
                  <a16:creationId xmlns:a16="http://schemas.microsoft.com/office/drawing/2014/main" id="{64497E00-9716-1DA5-74E2-91F25A388FD5}"/>
                </a:ext>
              </a:extLst>
            </p:cNvPr>
            <p:cNvGrpSpPr/>
            <p:nvPr/>
          </p:nvGrpSpPr>
          <p:grpSpPr>
            <a:xfrm>
              <a:off x="395415" y="1502938"/>
              <a:ext cx="4697636" cy="288000"/>
              <a:chOff x="395415" y="1502938"/>
              <a:chExt cx="4697636" cy="288000"/>
            </a:xfrm>
          </p:grpSpPr>
          <p:sp>
            <p:nvSpPr>
              <p:cNvPr id="146" name="직사각형 145">
                <a:extLst>
                  <a:ext uri="{FF2B5EF4-FFF2-40B4-BE49-F238E27FC236}">
                    <a16:creationId xmlns:a16="http://schemas.microsoft.com/office/drawing/2014/main" id="{69677F8C-6672-565B-DFCD-00A846C2E5A8}"/>
                  </a:ext>
                </a:extLst>
              </p:cNvPr>
              <p:cNvSpPr/>
              <p:nvPr/>
            </p:nvSpPr>
            <p:spPr>
              <a:xfrm>
                <a:off x="395415" y="1502938"/>
                <a:ext cx="1566000" cy="288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dirty="0">
                    <a:solidFill>
                      <a:schemeClr val="tx1"/>
                    </a:solidFill>
                  </a:rPr>
                  <a:t>국제선</a:t>
                </a:r>
              </a:p>
            </p:txBody>
          </p:sp>
          <p:sp>
            <p:nvSpPr>
              <p:cNvPr id="147" name="직사각형 146">
                <a:extLst>
                  <a:ext uri="{FF2B5EF4-FFF2-40B4-BE49-F238E27FC236}">
                    <a16:creationId xmlns:a16="http://schemas.microsoft.com/office/drawing/2014/main" id="{776D6375-183B-E0A0-75BD-C2947B73E616}"/>
                  </a:ext>
                </a:extLst>
              </p:cNvPr>
              <p:cNvSpPr/>
              <p:nvPr/>
            </p:nvSpPr>
            <p:spPr>
              <a:xfrm>
                <a:off x="3527051" y="1502938"/>
                <a:ext cx="1566000" cy="288000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dirty="0">
                    <a:solidFill>
                      <a:schemeClr val="bg1"/>
                    </a:solidFill>
                  </a:rPr>
                  <a:t>예약내역</a:t>
                </a:r>
              </a:p>
            </p:txBody>
          </p:sp>
          <p:sp>
            <p:nvSpPr>
              <p:cNvPr id="148" name="직사각형 147">
                <a:extLst>
                  <a:ext uri="{FF2B5EF4-FFF2-40B4-BE49-F238E27FC236}">
                    <a16:creationId xmlns:a16="http://schemas.microsoft.com/office/drawing/2014/main" id="{23A686B3-B27E-CC0D-5CC7-991FCD4960B1}"/>
                  </a:ext>
                </a:extLst>
              </p:cNvPr>
              <p:cNvSpPr/>
              <p:nvPr/>
            </p:nvSpPr>
            <p:spPr>
              <a:xfrm>
                <a:off x="1961234" y="1502938"/>
                <a:ext cx="1566000" cy="288000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dirty="0">
                    <a:solidFill>
                      <a:schemeClr val="bg1"/>
                    </a:solidFill>
                  </a:rPr>
                  <a:t>국내선</a:t>
                </a:r>
              </a:p>
            </p:txBody>
          </p:sp>
        </p:grpSp>
      </p:grpSp>
      <p:grpSp>
        <p:nvGrpSpPr>
          <p:cNvPr id="161" name="그룹 160">
            <a:extLst>
              <a:ext uri="{FF2B5EF4-FFF2-40B4-BE49-F238E27FC236}">
                <a16:creationId xmlns:a16="http://schemas.microsoft.com/office/drawing/2014/main" id="{A035B494-46FE-8D43-C81E-11E2020D2D58}"/>
              </a:ext>
            </a:extLst>
          </p:cNvPr>
          <p:cNvGrpSpPr/>
          <p:nvPr/>
        </p:nvGrpSpPr>
        <p:grpSpPr>
          <a:xfrm>
            <a:off x="7210883" y="3254388"/>
            <a:ext cx="1080000" cy="252000"/>
            <a:chOff x="7248542" y="3635149"/>
            <a:chExt cx="1080000" cy="252000"/>
          </a:xfrm>
        </p:grpSpPr>
        <p:sp>
          <p:nvSpPr>
            <p:cNvPr id="162" name="직사각형 161">
              <a:extLst>
                <a:ext uri="{FF2B5EF4-FFF2-40B4-BE49-F238E27FC236}">
                  <a16:creationId xmlns:a16="http://schemas.microsoft.com/office/drawing/2014/main" id="{284B35A7-5377-FEA9-9EC9-402E2C3D1B92}"/>
                </a:ext>
              </a:extLst>
            </p:cNvPr>
            <p:cNvSpPr/>
            <p:nvPr/>
          </p:nvSpPr>
          <p:spPr>
            <a:xfrm>
              <a:off x="7248542" y="3635149"/>
              <a:ext cx="1080000" cy="252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r>
                <a:rPr lang="ko-KR" altLang="en-US" sz="800" dirty="0">
                  <a:solidFill>
                    <a:schemeClr val="tx1"/>
                  </a:solidFill>
                </a:rPr>
                <a:t>선택</a:t>
              </a:r>
            </a:p>
          </p:txBody>
        </p:sp>
        <p:grpSp>
          <p:nvGrpSpPr>
            <p:cNvPr id="163" name="그룹 162">
              <a:extLst>
                <a:ext uri="{FF2B5EF4-FFF2-40B4-BE49-F238E27FC236}">
                  <a16:creationId xmlns:a16="http://schemas.microsoft.com/office/drawing/2014/main" id="{6B196460-F3D0-A5B6-3D6A-55CA4B46E1F8}"/>
                </a:ext>
              </a:extLst>
            </p:cNvPr>
            <p:cNvGrpSpPr/>
            <p:nvPr/>
          </p:nvGrpSpPr>
          <p:grpSpPr>
            <a:xfrm flipH="1">
              <a:off x="8184355" y="3739138"/>
              <a:ext cx="60620" cy="45719"/>
              <a:chOff x="2582354" y="4366054"/>
              <a:chExt cx="443974" cy="226749"/>
            </a:xfrm>
          </p:grpSpPr>
          <p:cxnSp>
            <p:nvCxnSpPr>
              <p:cNvPr id="164" name="직선 연결선 163">
                <a:extLst>
                  <a:ext uri="{FF2B5EF4-FFF2-40B4-BE49-F238E27FC236}">
                    <a16:creationId xmlns:a16="http://schemas.microsoft.com/office/drawing/2014/main" id="{05702824-622F-9623-4B3F-20DC198BEBB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82354" y="4366054"/>
                <a:ext cx="226749" cy="226749"/>
              </a:xfrm>
              <a:prstGeom prst="line">
                <a:avLst/>
              </a:prstGeom>
              <a:ln w="9525">
                <a:solidFill>
                  <a:schemeClr val="bg2">
                    <a:lumMod val="50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5" name="직선 연결선 164">
                <a:extLst>
                  <a:ext uri="{FF2B5EF4-FFF2-40B4-BE49-F238E27FC236}">
                    <a16:creationId xmlns:a16="http://schemas.microsoft.com/office/drawing/2014/main" id="{C8C503D2-2BDB-4AC9-D445-71635E448C5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99579" y="4366054"/>
                <a:ext cx="226749" cy="226749"/>
              </a:xfrm>
              <a:prstGeom prst="line">
                <a:avLst/>
              </a:prstGeom>
              <a:ln w="9525">
                <a:solidFill>
                  <a:schemeClr val="bg2">
                    <a:lumMod val="50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66" name="직사각형 165">
            <a:extLst>
              <a:ext uri="{FF2B5EF4-FFF2-40B4-BE49-F238E27FC236}">
                <a16:creationId xmlns:a16="http://schemas.microsoft.com/office/drawing/2014/main" id="{15DF2629-24F8-EE4F-BD36-B7EE8D5C9D36}"/>
              </a:ext>
            </a:extLst>
          </p:cNvPr>
          <p:cNvSpPr/>
          <p:nvPr/>
        </p:nvSpPr>
        <p:spPr>
          <a:xfrm>
            <a:off x="2013558" y="3282530"/>
            <a:ext cx="2007154" cy="1869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bg2">
                    <a:lumMod val="50000"/>
                  </a:schemeClr>
                </a:solidFill>
              </a:rPr>
              <a:t>총</a:t>
            </a:r>
            <a:r>
              <a:rPr lang="ko-KR" altLang="en-US" sz="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100</a:t>
            </a:r>
            <a:r>
              <a:rPr lang="ko-KR" altLang="en-US" sz="800" dirty="0">
                <a:solidFill>
                  <a:schemeClr val="bg2">
                    <a:lumMod val="50000"/>
                  </a:schemeClr>
                </a:solidFill>
              </a:rPr>
              <a:t>개의 항공이 검색되었습니다</a:t>
            </a:r>
            <a:r>
              <a:rPr lang="en-US" altLang="ko-KR" sz="800" dirty="0">
                <a:solidFill>
                  <a:schemeClr val="bg2">
                    <a:lumMod val="50000"/>
                  </a:schemeClr>
                </a:solidFill>
              </a:rPr>
              <a:t>.</a:t>
            </a:r>
            <a:endParaRPr lang="ko-KR" altLang="en-US" sz="8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23" name="직사각형 222">
            <a:extLst>
              <a:ext uri="{FF2B5EF4-FFF2-40B4-BE49-F238E27FC236}">
                <a16:creationId xmlns:a16="http://schemas.microsoft.com/office/drawing/2014/main" id="{FB6E28F0-0D4F-89B9-3392-78DC7B491C35}"/>
              </a:ext>
            </a:extLst>
          </p:cNvPr>
          <p:cNvSpPr/>
          <p:nvPr/>
        </p:nvSpPr>
        <p:spPr>
          <a:xfrm>
            <a:off x="1022728" y="2820990"/>
            <a:ext cx="504000" cy="180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홍길동</a:t>
            </a:r>
          </a:p>
        </p:txBody>
      </p:sp>
      <p:sp>
        <p:nvSpPr>
          <p:cNvPr id="224" name="직사각형 223">
            <a:extLst>
              <a:ext uri="{FF2B5EF4-FFF2-40B4-BE49-F238E27FC236}">
                <a16:creationId xmlns:a16="http://schemas.microsoft.com/office/drawing/2014/main" id="{E7A0903C-8A46-3302-9DD2-35C2CE417CA4}"/>
              </a:ext>
            </a:extLst>
          </p:cNvPr>
          <p:cNvSpPr/>
          <p:nvPr/>
        </p:nvSpPr>
        <p:spPr>
          <a:xfrm>
            <a:off x="1614016" y="2820990"/>
            <a:ext cx="504000" cy="180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홍길동</a:t>
            </a:r>
          </a:p>
        </p:txBody>
      </p:sp>
      <p:sp>
        <p:nvSpPr>
          <p:cNvPr id="225" name="직사각형 224">
            <a:extLst>
              <a:ext uri="{FF2B5EF4-FFF2-40B4-BE49-F238E27FC236}">
                <a16:creationId xmlns:a16="http://schemas.microsoft.com/office/drawing/2014/main" id="{C5B64B13-58AE-1E64-5359-938CF51DEC93}"/>
              </a:ext>
            </a:extLst>
          </p:cNvPr>
          <p:cNvSpPr/>
          <p:nvPr/>
        </p:nvSpPr>
        <p:spPr>
          <a:xfrm>
            <a:off x="2205303" y="2820990"/>
            <a:ext cx="504000" cy="180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dirty="0">
                <a:solidFill>
                  <a:schemeClr val="tx1"/>
                </a:solidFill>
              </a:rPr>
              <a:t>홍길동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E5636756-C09B-2612-B72E-3B9C6951224F}"/>
              </a:ext>
            </a:extLst>
          </p:cNvPr>
          <p:cNvGrpSpPr/>
          <p:nvPr/>
        </p:nvGrpSpPr>
        <p:grpSpPr>
          <a:xfrm>
            <a:off x="2080055" y="3566440"/>
            <a:ext cx="6279367" cy="1356184"/>
            <a:chOff x="2113703" y="4230639"/>
            <a:chExt cx="6279367" cy="1512000"/>
          </a:xfrm>
        </p:grpSpPr>
        <p:sp>
          <p:nvSpPr>
            <p:cNvPr id="226" name="직사각형 225">
              <a:extLst>
                <a:ext uri="{FF2B5EF4-FFF2-40B4-BE49-F238E27FC236}">
                  <a16:creationId xmlns:a16="http://schemas.microsoft.com/office/drawing/2014/main" id="{C444FECA-C7A6-6FB2-9E22-D61F68B5CA91}"/>
                </a:ext>
              </a:extLst>
            </p:cNvPr>
            <p:cNvSpPr/>
            <p:nvPr/>
          </p:nvSpPr>
          <p:spPr>
            <a:xfrm>
              <a:off x="2113703" y="4230639"/>
              <a:ext cx="6214839" cy="151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82" name="직사각형 481">
              <a:extLst>
                <a:ext uri="{FF2B5EF4-FFF2-40B4-BE49-F238E27FC236}">
                  <a16:creationId xmlns:a16="http://schemas.microsoft.com/office/drawing/2014/main" id="{AEBA0BBB-2920-E9C3-6A01-325970AA113E}"/>
                </a:ext>
              </a:extLst>
            </p:cNvPr>
            <p:cNvSpPr/>
            <p:nvPr/>
          </p:nvSpPr>
          <p:spPr>
            <a:xfrm>
              <a:off x="6358171" y="5220042"/>
              <a:ext cx="900000" cy="365907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 err="1"/>
                <a:t>셀프예약</a:t>
              </a:r>
              <a:endParaRPr lang="ko-KR" altLang="en-US" sz="900" dirty="0"/>
            </a:p>
          </p:txBody>
        </p:sp>
        <p:sp>
          <p:nvSpPr>
            <p:cNvPr id="483" name="직사각형 482">
              <a:extLst>
                <a:ext uri="{FF2B5EF4-FFF2-40B4-BE49-F238E27FC236}">
                  <a16:creationId xmlns:a16="http://schemas.microsoft.com/office/drawing/2014/main" id="{33B3E610-EA9D-1C88-481A-DEE6F3443F85}"/>
                </a:ext>
              </a:extLst>
            </p:cNvPr>
            <p:cNvSpPr/>
            <p:nvPr/>
          </p:nvSpPr>
          <p:spPr>
            <a:xfrm>
              <a:off x="7329201" y="5220042"/>
              <a:ext cx="900000" cy="365907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전담팀요청</a:t>
              </a:r>
              <a:endParaRPr lang="ko-KR" altLang="en-US" sz="9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B9109951-AB4B-7EEC-E2B6-A7A469B8CF8C}"/>
                </a:ext>
              </a:extLst>
            </p:cNvPr>
            <p:cNvGrpSpPr/>
            <p:nvPr/>
          </p:nvGrpSpPr>
          <p:grpSpPr>
            <a:xfrm>
              <a:off x="6910877" y="4976347"/>
              <a:ext cx="1402471" cy="162600"/>
              <a:chOff x="6910877" y="4739317"/>
              <a:chExt cx="1402471" cy="162600"/>
            </a:xfrm>
          </p:grpSpPr>
          <p:sp>
            <p:nvSpPr>
              <p:cNvPr id="485" name="직사각형 484">
                <a:extLst>
                  <a:ext uri="{FF2B5EF4-FFF2-40B4-BE49-F238E27FC236}">
                    <a16:creationId xmlns:a16="http://schemas.microsoft.com/office/drawing/2014/main" id="{4E1C8AC4-9F76-28A0-B093-E5FD6D0FD939}"/>
                  </a:ext>
                </a:extLst>
              </p:cNvPr>
              <p:cNvSpPr/>
              <p:nvPr/>
            </p:nvSpPr>
            <p:spPr>
              <a:xfrm>
                <a:off x="6910877" y="4764955"/>
                <a:ext cx="554002" cy="13696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>
                    <a:solidFill>
                      <a:schemeClr val="tx1"/>
                    </a:solidFill>
                  </a:rPr>
                  <a:t>총 요금</a:t>
                </a:r>
              </a:p>
            </p:txBody>
          </p:sp>
          <p:sp>
            <p:nvSpPr>
              <p:cNvPr id="486" name="직사각형 485">
                <a:extLst>
                  <a:ext uri="{FF2B5EF4-FFF2-40B4-BE49-F238E27FC236}">
                    <a16:creationId xmlns:a16="http://schemas.microsoft.com/office/drawing/2014/main" id="{EDB3DCA7-8DA6-861B-AD35-F3E999671B6B}"/>
                  </a:ext>
                </a:extLst>
              </p:cNvPr>
              <p:cNvSpPr/>
              <p:nvPr/>
            </p:nvSpPr>
            <p:spPr>
              <a:xfrm>
                <a:off x="7235113" y="4739317"/>
                <a:ext cx="1005024" cy="13696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100" b="1" dirty="0">
                    <a:solidFill>
                      <a:srgbClr val="4B90FF"/>
                    </a:solidFill>
                  </a:rPr>
                  <a:t>1,582,650</a:t>
                </a:r>
                <a:endParaRPr lang="ko-KR" altLang="en-US" sz="1100" b="1" dirty="0">
                  <a:solidFill>
                    <a:srgbClr val="4B90FF"/>
                  </a:solidFill>
                </a:endParaRPr>
              </a:p>
            </p:txBody>
          </p:sp>
          <p:sp>
            <p:nvSpPr>
              <p:cNvPr id="487" name="직사각형 486">
                <a:extLst>
                  <a:ext uri="{FF2B5EF4-FFF2-40B4-BE49-F238E27FC236}">
                    <a16:creationId xmlns:a16="http://schemas.microsoft.com/office/drawing/2014/main" id="{1F6FD9C9-14B1-B0FC-BF91-D7B30EA4C072}"/>
                  </a:ext>
                </a:extLst>
              </p:cNvPr>
              <p:cNvSpPr/>
              <p:nvPr/>
            </p:nvSpPr>
            <p:spPr>
              <a:xfrm>
                <a:off x="8011880" y="4764954"/>
                <a:ext cx="301468" cy="13696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>
                    <a:solidFill>
                      <a:schemeClr val="tx1"/>
                    </a:solidFill>
                  </a:rPr>
                  <a:t>원</a:t>
                </a:r>
              </a:p>
            </p:txBody>
          </p:sp>
        </p:grpSp>
        <p:sp>
          <p:nvSpPr>
            <p:cNvPr id="488" name="사각형: 둥근 모서리 487">
              <a:extLst>
                <a:ext uri="{FF2B5EF4-FFF2-40B4-BE49-F238E27FC236}">
                  <a16:creationId xmlns:a16="http://schemas.microsoft.com/office/drawing/2014/main" id="{A6EE583A-01D5-881D-35DA-482862682FCA}"/>
                </a:ext>
              </a:extLst>
            </p:cNvPr>
            <p:cNvSpPr/>
            <p:nvPr/>
          </p:nvSpPr>
          <p:spPr>
            <a:xfrm>
              <a:off x="2231123" y="4365278"/>
              <a:ext cx="364440" cy="180000"/>
            </a:xfrm>
            <a:prstGeom prst="roundRect">
              <a:avLst/>
            </a:prstGeom>
            <a:solidFill>
              <a:srgbClr val="4B90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600" dirty="0"/>
                <a:t>준수</a:t>
              </a:r>
            </a:p>
          </p:txBody>
        </p:sp>
        <p:sp>
          <p:nvSpPr>
            <p:cNvPr id="489" name="사각형: 둥근 모서리 488">
              <a:extLst>
                <a:ext uri="{FF2B5EF4-FFF2-40B4-BE49-F238E27FC236}">
                  <a16:creationId xmlns:a16="http://schemas.microsoft.com/office/drawing/2014/main" id="{85DABB3A-DED8-0F00-F4B9-7A36FA563049}"/>
                </a:ext>
              </a:extLst>
            </p:cNvPr>
            <p:cNvSpPr/>
            <p:nvPr/>
          </p:nvSpPr>
          <p:spPr>
            <a:xfrm>
              <a:off x="2653229" y="4365278"/>
              <a:ext cx="389280" cy="182138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600" dirty="0">
                  <a:solidFill>
                    <a:schemeClr val="tx1"/>
                  </a:solidFill>
                </a:rPr>
                <a:t>경유</a:t>
              </a:r>
            </a:p>
          </p:txBody>
        </p:sp>
        <p:pic>
          <p:nvPicPr>
            <p:cNvPr id="491" name="그래픽 490" descr="초승달 윤곽선">
              <a:extLst>
                <a:ext uri="{FF2B5EF4-FFF2-40B4-BE49-F238E27FC236}">
                  <a16:creationId xmlns:a16="http://schemas.microsoft.com/office/drawing/2014/main" id="{D15BB4CD-4896-FEFF-BDFD-27BA48577E7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234662" y="4721214"/>
              <a:ext cx="180001" cy="180001"/>
            </a:xfrm>
            <a:prstGeom prst="rect">
              <a:avLst/>
            </a:prstGeom>
          </p:spPr>
        </p:pic>
        <p:sp>
          <p:nvSpPr>
            <p:cNvPr id="493" name="직사각형 492">
              <a:extLst>
                <a:ext uri="{FF2B5EF4-FFF2-40B4-BE49-F238E27FC236}">
                  <a16:creationId xmlns:a16="http://schemas.microsoft.com/office/drawing/2014/main" id="{CC5B707A-4D11-7C30-AE2D-C9A037FCD5DC}"/>
                </a:ext>
              </a:extLst>
            </p:cNvPr>
            <p:cNvSpPr/>
            <p:nvPr/>
          </p:nvSpPr>
          <p:spPr>
            <a:xfrm>
              <a:off x="2395403" y="4723554"/>
              <a:ext cx="595055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b="1" dirty="0">
                  <a:solidFill>
                    <a:schemeClr val="tx1"/>
                  </a:solidFill>
                </a:rPr>
                <a:t>대한항공</a:t>
              </a:r>
            </a:p>
          </p:txBody>
        </p:sp>
        <p:grpSp>
          <p:nvGrpSpPr>
            <p:cNvPr id="509" name="그룹 508">
              <a:extLst>
                <a:ext uri="{FF2B5EF4-FFF2-40B4-BE49-F238E27FC236}">
                  <a16:creationId xmlns:a16="http://schemas.microsoft.com/office/drawing/2014/main" id="{86493765-A5E1-59A6-CF3A-F2E80D70B825}"/>
                </a:ext>
              </a:extLst>
            </p:cNvPr>
            <p:cNvGrpSpPr/>
            <p:nvPr/>
          </p:nvGrpSpPr>
          <p:grpSpPr>
            <a:xfrm>
              <a:off x="3598300" y="4721214"/>
              <a:ext cx="595055" cy="356897"/>
              <a:chOff x="3380359" y="4711131"/>
              <a:chExt cx="595055" cy="356897"/>
            </a:xfrm>
          </p:grpSpPr>
          <p:sp>
            <p:nvSpPr>
              <p:cNvPr id="494" name="직사각형 493">
                <a:extLst>
                  <a:ext uri="{FF2B5EF4-FFF2-40B4-BE49-F238E27FC236}">
                    <a16:creationId xmlns:a16="http://schemas.microsoft.com/office/drawing/2014/main" id="{F8625FCB-5FD3-3FF8-3843-72AECE137CFB}"/>
                  </a:ext>
                </a:extLst>
              </p:cNvPr>
              <p:cNvSpPr/>
              <p:nvPr/>
            </p:nvSpPr>
            <p:spPr>
              <a:xfrm>
                <a:off x="3380359" y="4711131"/>
                <a:ext cx="595055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b="1" dirty="0">
                    <a:solidFill>
                      <a:schemeClr val="tx1"/>
                    </a:solidFill>
                  </a:rPr>
                  <a:t>20:10</a:t>
                </a:r>
                <a:endParaRPr lang="ko-KR" altLang="en-US" sz="8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96" name="직사각형 495">
                <a:extLst>
                  <a:ext uri="{FF2B5EF4-FFF2-40B4-BE49-F238E27FC236}">
                    <a16:creationId xmlns:a16="http://schemas.microsoft.com/office/drawing/2014/main" id="{EE0CF9B7-AA53-FF30-DFE1-2CBDBA1F568E}"/>
                  </a:ext>
                </a:extLst>
              </p:cNvPr>
              <p:cNvSpPr/>
              <p:nvPr/>
            </p:nvSpPr>
            <p:spPr>
              <a:xfrm>
                <a:off x="3380359" y="4888028"/>
                <a:ext cx="595055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700" dirty="0">
                    <a:solidFill>
                      <a:schemeClr val="bg2">
                        <a:lumMod val="50000"/>
                      </a:schemeClr>
                    </a:solidFill>
                  </a:rPr>
                  <a:t>INC</a:t>
                </a:r>
                <a:endParaRPr lang="ko-KR" altLang="en-US" sz="70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510" name="그룹 509">
              <a:extLst>
                <a:ext uri="{FF2B5EF4-FFF2-40B4-BE49-F238E27FC236}">
                  <a16:creationId xmlns:a16="http://schemas.microsoft.com/office/drawing/2014/main" id="{B00E1E6C-6C5A-B40A-6A73-B7FFA4A3DFAF}"/>
                </a:ext>
              </a:extLst>
            </p:cNvPr>
            <p:cNvGrpSpPr/>
            <p:nvPr/>
          </p:nvGrpSpPr>
          <p:grpSpPr>
            <a:xfrm>
              <a:off x="5640866" y="4721214"/>
              <a:ext cx="595055" cy="356897"/>
              <a:chOff x="4878956" y="4711131"/>
              <a:chExt cx="595055" cy="356897"/>
            </a:xfrm>
          </p:grpSpPr>
          <p:sp>
            <p:nvSpPr>
              <p:cNvPr id="495" name="직사각형 494">
                <a:extLst>
                  <a:ext uri="{FF2B5EF4-FFF2-40B4-BE49-F238E27FC236}">
                    <a16:creationId xmlns:a16="http://schemas.microsoft.com/office/drawing/2014/main" id="{508BFC23-5B98-9EDA-0CC3-388FE2F79673}"/>
                  </a:ext>
                </a:extLst>
              </p:cNvPr>
              <p:cNvSpPr/>
              <p:nvPr/>
            </p:nvSpPr>
            <p:spPr>
              <a:xfrm>
                <a:off x="4878956" y="4711131"/>
                <a:ext cx="595055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b="1" dirty="0">
                    <a:solidFill>
                      <a:schemeClr val="tx1"/>
                    </a:solidFill>
                  </a:rPr>
                  <a:t>19:40</a:t>
                </a:r>
                <a:endParaRPr lang="ko-KR" altLang="en-US" sz="8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97" name="직사각형 496">
                <a:extLst>
                  <a:ext uri="{FF2B5EF4-FFF2-40B4-BE49-F238E27FC236}">
                    <a16:creationId xmlns:a16="http://schemas.microsoft.com/office/drawing/2014/main" id="{2C1501D3-1ED2-0214-3FA4-B5D319715E13}"/>
                  </a:ext>
                </a:extLst>
              </p:cNvPr>
              <p:cNvSpPr/>
              <p:nvPr/>
            </p:nvSpPr>
            <p:spPr>
              <a:xfrm>
                <a:off x="4878956" y="4888028"/>
                <a:ext cx="595055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700" dirty="0">
                    <a:solidFill>
                      <a:schemeClr val="bg2">
                        <a:lumMod val="50000"/>
                      </a:schemeClr>
                    </a:solidFill>
                  </a:rPr>
                  <a:t>YYZ</a:t>
                </a:r>
                <a:endParaRPr lang="ko-KR" altLang="en-US" sz="70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514" name="그룹 513">
              <a:extLst>
                <a:ext uri="{FF2B5EF4-FFF2-40B4-BE49-F238E27FC236}">
                  <a16:creationId xmlns:a16="http://schemas.microsoft.com/office/drawing/2014/main" id="{F235A6F3-0668-F0BB-006A-61D838B62F20}"/>
                </a:ext>
              </a:extLst>
            </p:cNvPr>
            <p:cNvGrpSpPr/>
            <p:nvPr/>
          </p:nvGrpSpPr>
          <p:grpSpPr>
            <a:xfrm>
              <a:off x="4201631" y="4876802"/>
              <a:ext cx="1457702" cy="219035"/>
              <a:chOff x="4201631" y="4876802"/>
              <a:chExt cx="1457702" cy="219035"/>
            </a:xfrm>
          </p:grpSpPr>
          <p:grpSp>
            <p:nvGrpSpPr>
              <p:cNvPr id="507" name="그룹 506">
                <a:extLst>
                  <a:ext uri="{FF2B5EF4-FFF2-40B4-BE49-F238E27FC236}">
                    <a16:creationId xmlns:a16="http://schemas.microsoft.com/office/drawing/2014/main" id="{7564677D-FA40-EC0C-51AB-801C78BAEBF3}"/>
                  </a:ext>
                </a:extLst>
              </p:cNvPr>
              <p:cNvGrpSpPr/>
              <p:nvPr/>
            </p:nvGrpSpPr>
            <p:grpSpPr>
              <a:xfrm>
                <a:off x="4201631" y="4876802"/>
                <a:ext cx="1457702" cy="45720"/>
                <a:chOff x="4377932" y="5397386"/>
                <a:chExt cx="1457702" cy="45720"/>
              </a:xfrm>
            </p:grpSpPr>
            <p:cxnSp>
              <p:nvCxnSpPr>
                <p:cNvPr id="503" name="직선 연결선 502">
                  <a:extLst>
                    <a:ext uri="{FF2B5EF4-FFF2-40B4-BE49-F238E27FC236}">
                      <a16:creationId xmlns:a16="http://schemas.microsoft.com/office/drawing/2014/main" id="{F55D1942-83F3-4032-F6A8-86C42BFE71E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383006" y="5420246"/>
                  <a:ext cx="1452628" cy="0"/>
                </a:xfrm>
                <a:prstGeom prst="line">
                  <a:avLst/>
                </a:prstGeom>
                <a:ln w="6350"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01" name="타원 500">
                  <a:extLst>
                    <a:ext uri="{FF2B5EF4-FFF2-40B4-BE49-F238E27FC236}">
                      <a16:creationId xmlns:a16="http://schemas.microsoft.com/office/drawing/2014/main" id="{48CDE24D-C6F6-464B-C082-AD1B72B767F1}"/>
                    </a:ext>
                  </a:extLst>
                </p:cNvPr>
                <p:cNvSpPr/>
                <p:nvPr/>
              </p:nvSpPr>
              <p:spPr>
                <a:xfrm>
                  <a:off x="4377932" y="5397387"/>
                  <a:ext cx="45719" cy="45719"/>
                </a:xfrm>
                <a:prstGeom prst="ellipse">
                  <a:avLst/>
                </a:prstGeom>
                <a:solidFill>
                  <a:schemeClr val="bg2">
                    <a:lumMod val="50000"/>
                  </a:schemeClr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bg2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506" name="타원 505">
                  <a:extLst>
                    <a:ext uri="{FF2B5EF4-FFF2-40B4-BE49-F238E27FC236}">
                      <a16:creationId xmlns:a16="http://schemas.microsoft.com/office/drawing/2014/main" id="{911A118D-18C2-FF92-62BE-EC52BBD25704}"/>
                    </a:ext>
                  </a:extLst>
                </p:cNvPr>
                <p:cNvSpPr/>
                <p:nvPr/>
              </p:nvSpPr>
              <p:spPr>
                <a:xfrm>
                  <a:off x="5789912" y="5397386"/>
                  <a:ext cx="45722" cy="45720"/>
                </a:xfrm>
                <a:prstGeom prst="ellipse">
                  <a:avLst/>
                </a:prstGeom>
                <a:solidFill>
                  <a:schemeClr val="bg2">
                    <a:lumMod val="50000"/>
                  </a:schemeClr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bg2">
                        <a:lumMod val="50000"/>
                      </a:schemeClr>
                    </a:solidFill>
                  </a:endParaRPr>
                </a:p>
              </p:txBody>
            </p:sp>
          </p:grpSp>
          <p:sp>
            <p:nvSpPr>
              <p:cNvPr id="513" name="직사각형 512">
                <a:extLst>
                  <a:ext uri="{FF2B5EF4-FFF2-40B4-BE49-F238E27FC236}">
                    <a16:creationId xmlns:a16="http://schemas.microsoft.com/office/drawing/2014/main" id="{AC35B7AC-48C1-D40F-17EF-1D24FE0E4888}"/>
                  </a:ext>
                </a:extLst>
              </p:cNvPr>
              <p:cNvSpPr/>
              <p:nvPr/>
            </p:nvSpPr>
            <p:spPr>
              <a:xfrm>
                <a:off x="4552723" y="4915837"/>
                <a:ext cx="760592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600" dirty="0">
                    <a:solidFill>
                      <a:schemeClr val="bg2">
                        <a:lumMod val="50000"/>
                      </a:schemeClr>
                    </a:solidFill>
                  </a:rPr>
                  <a:t>14</a:t>
                </a:r>
                <a:r>
                  <a:rPr lang="ko-KR" altLang="en-US" sz="600" dirty="0">
                    <a:solidFill>
                      <a:schemeClr val="bg2">
                        <a:lumMod val="50000"/>
                      </a:schemeClr>
                    </a:solidFill>
                  </a:rPr>
                  <a:t>시간 </a:t>
                </a:r>
                <a:r>
                  <a:rPr lang="en-US" altLang="ko-KR" sz="600" dirty="0">
                    <a:solidFill>
                      <a:schemeClr val="bg2">
                        <a:lumMod val="50000"/>
                      </a:schemeClr>
                    </a:solidFill>
                  </a:rPr>
                  <a:t>20</a:t>
                </a:r>
                <a:r>
                  <a:rPr lang="ko-KR" altLang="en-US" sz="600" dirty="0">
                    <a:solidFill>
                      <a:schemeClr val="bg2">
                        <a:lumMod val="50000"/>
                      </a:schemeClr>
                    </a:solidFill>
                  </a:rPr>
                  <a:t>분</a:t>
                </a:r>
              </a:p>
            </p:txBody>
          </p:sp>
        </p:grpSp>
        <p:grpSp>
          <p:nvGrpSpPr>
            <p:cNvPr id="515" name="그룹 514">
              <a:extLst>
                <a:ext uri="{FF2B5EF4-FFF2-40B4-BE49-F238E27FC236}">
                  <a16:creationId xmlns:a16="http://schemas.microsoft.com/office/drawing/2014/main" id="{032A5CC7-50A8-A64C-ADAD-5D9F6621F2E2}"/>
                </a:ext>
              </a:extLst>
            </p:cNvPr>
            <p:cNvGrpSpPr/>
            <p:nvPr/>
          </p:nvGrpSpPr>
          <p:grpSpPr>
            <a:xfrm>
              <a:off x="3598300" y="5226099"/>
              <a:ext cx="595055" cy="356897"/>
              <a:chOff x="3380359" y="4711131"/>
              <a:chExt cx="595055" cy="356897"/>
            </a:xfrm>
          </p:grpSpPr>
          <p:sp>
            <p:nvSpPr>
              <p:cNvPr id="516" name="직사각형 515">
                <a:extLst>
                  <a:ext uri="{FF2B5EF4-FFF2-40B4-BE49-F238E27FC236}">
                    <a16:creationId xmlns:a16="http://schemas.microsoft.com/office/drawing/2014/main" id="{55C76E79-2CFE-6292-1180-E7D7EA65934E}"/>
                  </a:ext>
                </a:extLst>
              </p:cNvPr>
              <p:cNvSpPr/>
              <p:nvPr/>
            </p:nvSpPr>
            <p:spPr>
              <a:xfrm>
                <a:off x="3380359" y="4711131"/>
                <a:ext cx="595055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b="1" dirty="0">
                    <a:solidFill>
                      <a:schemeClr val="tx1"/>
                    </a:solidFill>
                  </a:rPr>
                  <a:t>20:10</a:t>
                </a:r>
                <a:endParaRPr lang="ko-KR" altLang="en-US" sz="8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17" name="직사각형 516">
                <a:extLst>
                  <a:ext uri="{FF2B5EF4-FFF2-40B4-BE49-F238E27FC236}">
                    <a16:creationId xmlns:a16="http://schemas.microsoft.com/office/drawing/2014/main" id="{B1D9E4CA-405C-B699-2B24-70D84B12B0C5}"/>
                  </a:ext>
                </a:extLst>
              </p:cNvPr>
              <p:cNvSpPr/>
              <p:nvPr/>
            </p:nvSpPr>
            <p:spPr>
              <a:xfrm>
                <a:off x="3380359" y="4888028"/>
                <a:ext cx="595055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700" dirty="0">
                    <a:solidFill>
                      <a:schemeClr val="bg2">
                        <a:lumMod val="50000"/>
                      </a:schemeClr>
                    </a:solidFill>
                  </a:rPr>
                  <a:t>INC</a:t>
                </a:r>
                <a:endParaRPr lang="ko-KR" altLang="en-US" sz="70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518" name="그룹 517">
              <a:extLst>
                <a:ext uri="{FF2B5EF4-FFF2-40B4-BE49-F238E27FC236}">
                  <a16:creationId xmlns:a16="http://schemas.microsoft.com/office/drawing/2014/main" id="{97D9697E-38D9-43D3-ED74-21A5AEFADA5A}"/>
                </a:ext>
              </a:extLst>
            </p:cNvPr>
            <p:cNvGrpSpPr/>
            <p:nvPr/>
          </p:nvGrpSpPr>
          <p:grpSpPr>
            <a:xfrm>
              <a:off x="5640866" y="5226099"/>
              <a:ext cx="595055" cy="356897"/>
              <a:chOff x="4878956" y="4711131"/>
              <a:chExt cx="595055" cy="356897"/>
            </a:xfrm>
          </p:grpSpPr>
          <p:sp>
            <p:nvSpPr>
              <p:cNvPr id="519" name="직사각형 518">
                <a:extLst>
                  <a:ext uri="{FF2B5EF4-FFF2-40B4-BE49-F238E27FC236}">
                    <a16:creationId xmlns:a16="http://schemas.microsoft.com/office/drawing/2014/main" id="{FFA20316-7CF7-BB87-32FF-DE7567D0AED0}"/>
                  </a:ext>
                </a:extLst>
              </p:cNvPr>
              <p:cNvSpPr/>
              <p:nvPr/>
            </p:nvSpPr>
            <p:spPr>
              <a:xfrm>
                <a:off x="4878956" y="4711131"/>
                <a:ext cx="595055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b="1" dirty="0">
                    <a:solidFill>
                      <a:schemeClr val="tx1"/>
                    </a:solidFill>
                  </a:rPr>
                  <a:t>19:40</a:t>
                </a:r>
                <a:endParaRPr lang="ko-KR" altLang="en-US" sz="8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20" name="직사각형 519">
                <a:extLst>
                  <a:ext uri="{FF2B5EF4-FFF2-40B4-BE49-F238E27FC236}">
                    <a16:creationId xmlns:a16="http://schemas.microsoft.com/office/drawing/2014/main" id="{C3E7C768-5033-62B6-CE2C-730EC98B1E27}"/>
                  </a:ext>
                </a:extLst>
              </p:cNvPr>
              <p:cNvSpPr/>
              <p:nvPr/>
            </p:nvSpPr>
            <p:spPr>
              <a:xfrm>
                <a:off x="4878956" y="4888028"/>
                <a:ext cx="595055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700" dirty="0">
                    <a:solidFill>
                      <a:schemeClr val="bg2">
                        <a:lumMod val="50000"/>
                      </a:schemeClr>
                    </a:solidFill>
                  </a:rPr>
                  <a:t>YYZ</a:t>
                </a:r>
                <a:endParaRPr lang="ko-KR" altLang="en-US" sz="70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521" name="그룹 520">
              <a:extLst>
                <a:ext uri="{FF2B5EF4-FFF2-40B4-BE49-F238E27FC236}">
                  <a16:creationId xmlns:a16="http://schemas.microsoft.com/office/drawing/2014/main" id="{A5334852-14A8-1107-E3A2-EAF0DAEE1138}"/>
                </a:ext>
              </a:extLst>
            </p:cNvPr>
            <p:cNvGrpSpPr/>
            <p:nvPr/>
          </p:nvGrpSpPr>
          <p:grpSpPr>
            <a:xfrm>
              <a:off x="4196971" y="5376344"/>
              <a:ext cx="1462362" cy="206652"/>
              <a:chOff x="4196971" y="4879854"/>
              <a:chExt cx="1462362" cy="206652"/>
            </a:xfrm>
          </p:grpSpPr>
          <p:grpSp>
            <p:nvGrpSpPr>
              <p:cNvPr id="522" name="그룹 521">
                <a:extLst>
                  <a:ext uri="{FF2B5EF4-FFF2-40B4-BE49-F238E27FC236}">
                    <a16:creationId xmlns:a16="http://schemas.microsoft.com/office/drawing/2014/main" id="{28965C3F-6705-534F-FF7F-07BDDC258F9A}"/>
                  </a:ext>
                </a:extLst>
              </p:cNvPr>
              <p:cNvGrpSpPr/>
              <p:nvPr/>
            </p:nvGrpSpPr>
            <p:grpSpPr>
              <a:xfrm>
                <a:off x="4196971" y="4879854"/>
                <a:ext cx="1462362" cy="45720"/>
                <a:chOff x="4373272" y="5400438"/>
                <a:chExt cx="1462362" cy="45720"/>
              </a:xfrm>
            </p:grpSpPr>
            <p:cxnSp>
              <p:nvCxnSpPr>
                <p:cNvPr id="525" name="직선 연결선 524">
                  <a:extLst>
                    <a:ext uri="{FF2B5EF4-FFF2-40B4-BE49-F238E27FC236}">
                      <a16:creationId xmlns:a16="http://schemas.microsoft.com/office/drawing/2014/main" id="{917E864F-07AE-4D7C-FF20-9C62F3310C9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391114" y="5423298"/>
                  <a:ext cx="1444520" cy="0"/>
                </a:xfrm>
                <a:prstGeom prst="line">
                  <a:avLst/>
                </a:prstGeom>
                <a:ln w="6350"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26" name="타원 525">
                  <a:extLst>
                    <a:ext uri="{FF2B5EF4-FFF2-40B4-BE49-F238E27FC236}">
                      <a16:creationId xmlns:a16="http://schemas.microsoft.com/office/drawing/2014/main" id="{87AA9CF7-62F4-9305-B275-DB067A49AF9B}"/>
                    </a:ext>
                  </a:extLst>
                </p:cNvPr>
                <p:cNvSpPr/>
                <p:nvPr/>
              </p:nvSpPr>
              <p:spPr>
                <a:xfrm>
                  <a:off x="4373272" y="5400438"/>
                  <a:ext cx="45722" cy="45720"/>
                </a:xfrm>
                <a:prstGeom prst="ellipse">
                  <a:avLst/>
                </a:prstGeom>
                <a:solidFill>
                  <a:schemeClr val="bg2">
                    <a:lumMod val="50000"/>
                  </a:schemeClr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solidFill>
                      <a:schemeClr val="bg2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527" name="타원 526">
                  <a:extLst>
                    <a:ext uri="{FF2B5EF4-FFF2-40B4-BE49-F238E27FC236}">
                      <a16:creationId xmlns:a16="http://schemas.microsoft.com/office/drawing/2014/main" id="{7248B974-0349-7F8B-010C-47746C945DC6}"/>
                    </a:ext>
                  </a:extLst>
                </p:cNvPr>
                <p:cNvSpPr/>
                <p:nvPr/>
              </p:nvSpPr>
              <p:spPr>
                <a:xfrm>
                  <a:off x="5789912" y="5400438"/>
                  <a:ext cx="45722" cy="45720"/>
                </a:xfrm>
                <a:prstGeom prst="ellipse">
                  <a:avLst/>
                </a:prstGeom>
                <a:solidFill>
                  <a:schemeClr val="bg2">
                    <a:lumMod val="50000"/>
                  </a:schemeClr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bg2">
                        <a:lumMod val="50000"/>
                      </a:schemeClr>
                    </a:solidFill>
                  </a:endParaRPr>
                </a:p>
              </p:txBody>
            </p:sp>
          </p:grpSp>
          <p:sp>
            <p:nvSpPr>
              <p:cNvPr id="524" name="직사각형 523">
                <a:extLst>
                  <a:ext uri="{FF2B5EF4-FFF2-40B4-BE49-F238E27FC236}">
                    <a16:creationId xmlns:a16="http://schemas.microsoft.com/office/drawing/2014/main" id="{45E1D2D7-0DDE-A814-8C3F-E417C6264732}"/>
                  </a:ext>
                </a:extLst>
              </p:cNvPr>
              <p:cNvSpPr/>
              <p:nvPr/>
            </p:nvSpPr>
            <p:spPr>
              <a:xfrm>
                <a:off x="4556309" y="4906506"/>
                <a:ext cx="760592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600" dirty="0">
                    <a:solidFill>
                      <a:schemeClr val="bg2">
                        <a:lumMod val="50000"/>
                      </a:schemeClr>
                    </a:solidFill>
                  </a:rPr>
                  <a:t>14</a:t>
                </a:r>
                <a:r>
                  <a:rPr lang="ko-KR" altLang="en-US" sz="600" dirty="0">
                    <a:solidFill>
                      <a:schemeClr val="bg2">
                        <a:lumMod val="50000"/>
                      </a:schemeClr>
                    </a:solidFill>
                  </a:rPr>
                  <a:t>시간 </a:t>
                </a:r>
                <a:r>
                  <a:rPr lang="en-US" altLang="ko-KR" sz="600" dirty="0">
                    <a:solidFill>
                      <a:schemeClr val="bg2">
                        <a:lumMod val="50000"/>
                      </a:schemeClr>
                    </a:solidFill>
                  </a:rPr>
                  <a:t>20</a:t>
                </a:r>
                <a:r>
                  <a:rPr lang="ko-KR" altLang="en-US" sz="600" dirty="0">
                    <a:solidFill>
                      <a:schemeClr val="bg2">
                        <a:lumMod val="50000"/>
                      </a:schemeClr>
                    </a:solidFill>
                  </a:rPr>
                  <a:t>분</a:t>
                </a:r>
              </a:p>
            </p:txBody>
          </p:sp>
        </p:grpSp>
        <p:pic>
          <p:nvPicPr>
            <p:cNvPr id="531" name="그래픽 530" descr="초승달 윤곽선">
              <a:extLst>
                <a:ext uri="{FF2B5EF4-FFF2-40B4-BE49-F238E27FC236}">
                  <a16:creationId xmlns:a16="http://schemas.microsoft.com/office/drawing/2014/main" id="{6A1FD60B-406E-782C-C7B6-A1DAAD207BF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234662" y="5312257"/>
              <a:ext cx="180001" cy="180001"/>
            </a:xfrm>
            <a:prstGeom prst="rect">
              <a:avLst/>
            </a:prstGeom>
          </p:spPr>
        </p:pic>
        <p:sp>
          <p:nvSpPr>
            <p:cNvPr id="532" name="직사각형 531">
              <a:extLst>
                <a:ext uri="{FF2B5EF4-FFF2-40B4-BE49-F238E27FC236}">
                  <a16:creationId xmlns:a16="http://schemas.microsoft.com/office/drawing/2014/main" id="{3C9BD072-7B25-27BD-61E6-0F97163C89FF}"/>
                </a:ext>
              </a:extLst>
            </p:cNvPr>
            <p:cNvSpPr/>
            <p:nvPr/>
          </p:nvSpPr>
          <p:spPr>
            <a:xfrm>
              <a:off x="2395012" y="5312257"/>
              <a:ext cx="1227738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b="1" dirty="0" err="1">
                  <a:solidFill>
                    <a:schemeClr val="tx1"/>
                  </a:solidFill>
                </a:rPr>
                <a:t>가루다인도네시아항공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FC0DC1AC-FB14-F6F2-131A-FF9023729EF0}"/>
                </a:ext>
              </a:extLst>
            </p:cNvPr>
            <p:cNvGrpSpPr/>
            <p:nvPr/>
          </p:nvGrpSpPr>
          <p:grpSpPr>
            <a:xfrm>
              <a:off x="7165332" y="4365278"/>
              <a:ext cx="1227738" cy="180000"/>
              <a:chOff x="7197113" y="4365278"/>
              <a:chExt cx="1227738" cy="180000"/>
            </a:xfrm>
          </p:grpSpPr>
          <p:sp>
            <p:nvSpPr>
              <p:cNvPr id="4" name="직사각형 3">
                <a:extLst>
                  <a:ext uri="{FF2B5EF4-FFF2-40B4-BE49-F238E27FC236}">
                    <a16:creationId xmlns:a16="http://schemas.microsoft.com/office/drawing/2014/main" id="{0922E4F2-2423-977D-38BE-51C3DB63963F}"/>
                  </a:ext>
                </a:extLst>
              </p:cNvPr>
              <p:cNvSpPr/>
              <p:nvPr/>
            </p:nvSpPr>
            <p:spPr>
              <a:xfrm>
                <a:off x="7197113" y="4365278"/>
                <a:ext cx="443046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u="sng" dirty="0">
                    <a:solidFill>
                      <a:schemeClr val="tx1"/>
                    </a:solidFill>
                  </a:rPr>
                  <a:t>규정</a:t>
                </a:r>
              </a:p>
            </p:txBody>
          </p:sp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890C1393-6FF3-E078-B9E9-702243607938}"/>
                  </a:ext>
                </a:extLst>
              </p:cNvPr>
              <p:cNvSpPr/>
              <p:nvPr/>
            </p:nvSpPr>
            <p:spPr>
              <a:xfrm>
                <a:off x="7501913" y="4365278"/>
                <a:ext cx="922938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u="sng" dirty="0">
                    <a:solidFill>
                      <a:schemeClr val="tx1"/>
                    </a:solidFill>
                  </a:rPr>
                  <a:t>여행 상세일정</a:t>
                </a:r>
              </a:p>
            </p:txBody>
          </p:sp>
        </p:grp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E43175E6-5BE4-34B1-8928-469AAFD127A6}"/>
              </a:ext>
            </a:extLst>
          </p:cNvPr>
          <p:cNvGrpSpPr/>
          <p:nvPr/>
        </p:nvGrpSpPr>
        <p:grpSpPr>
          <a:xfrm>
            <a:off x="2080055" y="5009628"/>
            <a:ext cx="6279367" cy="1442540"/>
            <a:chOff x="2113703" y="3020526"/>
            <a:chExt cx="6279367" cy="1728000"/>
          </a:xfrm>
        </p:grpSpPr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6F08E5E7-6494-CC4E-F64D-44079B5FB219}"/>
                </a:ext>
              </a:extLst>
            </p:cNvPr>
            <p:cNvSpPr/>
            <p:nvPr/>
          </p:nvSpPr>
          <p:spPr>
            <a:xfrm>
              <a:off x="2113703" y="3020526"/>
              <a:ext cx="6214839" cy="1728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60E0A004-DDFD-686F-33A2-9AACF2C2CFA8}"/>
                </a:ext>
              </a:extLst>
            </p:cNvPr>
            <p:cNvSpPr/>
            <p:nvPr/>
          </p:nvSpPr>
          <p:spPr>
            <a:xfrm>
              <a:off x="6358171" y="4224230"/>
              <a:ext cx="900000" cy="365907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 err="1"/>
                <a:t>셀프예약</a:t>
              </a:r>
              <a:endParaRPr lang="ko-KR" altLang="en-US" sz="900" dirty="0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A2D86E5B-AFC8-404B-116E-530E61765DF2}"/>
                </a:ext>
              </a:extLst>
            </p:cNvPr>
            <p:cNvSpPr/>
            <p:nvPr/>
          </p:nvSpPr>
          <p:spPr>
            <a:xfrm>
              <a:off x="7329201" y="4224230"/>
              <a:ext cx="900000" cy="365907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전담팀요청</a:t>
              </a:r>
              <a:endParaRPr lang="ko-KR" altLang="en-US" sz="9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737F8780-0123-D011-349B-80AEE12071A1}"/>
                </a:ext>
              </a:extLst>
            </p:cNvPr>
            <p:cNvGrpSpPr/>
            <p:nvPr/>
          </p:nvGrpSpPr>
          <p:grpSpPr>
            <a:xfrm>
              <a:off x="6910877" y="3980534"/>
              <a:ext cx="1402471" cy="162601"/>
              <a:chOff x="6910877" y="4739316"/>
              <a:chExt cx="1402471" cy="162601"/>
            </a:xfrm>
          </p:grpSpPr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7D17C6D0-755E-7DED-2D03-F0F05B758141}"/>
                  </a:ext>
                </a:extLst>
              </p:cNvPr>
              <p:cNvSpPr/>
              <p:nvPr/>
            </p:nvSpPr>
            <p:spPr>
              <a:xfrm>
                <a:off x="6910877" y="4764955"/>
                <a:ext cx="554002" cy="13696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>
                    <a:solidFill>
                      <a:schemeClr val="tx1"/>
                    </a:solidFill>
                  </a:rPr>
                  <a:t>총 요금</a:t>
                </a:r>
              </a:p>
            </p:txBody>
          </p:sp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B25805FA-148E-ADC9-2027-637A93F4B34F}"/>
                  </a:ext>
                </a:extLst>
              </p:cNvPr>
              <p:cNvSpPr/>
              <p:nvPr/>
            </p:nvSpPr>
            <p:spPr>
              <a:xfrm>
                <a:off x="7235113" y="4739316"/>
                <a:ext cx="1005024" cy="13696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100" b="1" dirty="0">
                    <a:solidFill>
                      <a:srgbClr val="4B90FF"/>
                    </a:solidFill>
                  </a:rPr>
                  <a:t>1,582,650</a:t>
                </a:r>
                <a:endParaRPr lang="ko-KR" altLang="en-US" sz="1100" b="1" dirty="0">
                  <a:solidFill>
                    <a:srgbClr val="4B90FF"/>
                  </a:solidFill>
                </a:endParaRPr>
              </a:p>
            </p:txBody>
          </p:sp>
          <p:sp>
            <p:nvSpPr>
              <p:cNvPr id="15" name="직사각형 14">
                <a:extLst>
                  <a:ext uri="{FF2B5EF4-FFF2-40B4-BE49-F238E27FC236}">
                    <a16:creationId xmlns:a16="http://schemas.microsoft.com/office/drawing/2014/main" id="{1F419F44-013F-5D3B-6409-C07ABA25589D}"/>
                  </a:ext>
                </a:extLst>
              </p:cNvPr>
              <p:cNvSpPr/>
              <p:nvPr/>
            </p:nvSpPr>
            <p:spPr>
              <a:xfrm>
                <a:off x="8011880" y="4764955"/>
                <a:ext cx="301468" cy="13696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>
                    <a:solidFill>
                      <a:schemeClr val="tx1"/>
                    </a:solidFill>
                  </a:rPr>
                  <a:t>원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CE4EC497-839C-BE42-F6BB-C6497FB263AB}"/>
                </a:ext>
              </a:extLst>
            </p:cNvPr>
            <p:cNvSpPr/>
            <p:nvPr/>
          </p:nvSpPr>
          <p:spPr>
            <a:xfrm>
              <a:off x="2231123" y="3155165"/>
              <a:ext cx="432000" cy="151575"/>
            </a:xfrm>
            <a:prstGeom prst="round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600" dirty="0" err="1"/>
                <a:t>미준수</a:t>
              </a:r>
              <a:endParaRPr lang="ko-KR" altLang="en-US" sz="600" dirty="0"/>
            </a:p>
          </p:txBody>
        </p:sp>
        <p:sp>
          <p:nvSpPr>
            <p:cNvPr id="17" name="사각형: 둥근 모서리 16">
              <a:extLst>
                <a:ext uri="{FF2B5EF4-FFF2-40B4-BE49-F238E27FC236}">
                  <a16:creationId xmlns:a16="http://schemas.microsoft.com/office/drawing/2014/main" id="{A8E3E9C6-1C0E-71C1-6EDD-2421474C4CC6}"/>
                </a:ext>
              </a:extLst>
            </p:cNvPr>
            <p:cNvSpPr/>
            <p:nvPr/>
          </p:nvSpPr>
          <p:spPr>
            <a:xfrm>
              <a:off x="3160795" y="3148046"/>
              <a:ext cx="651986" cy="180000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600" dirty="0">
                  <a:solidFill>
                    <a:schemeClr val="tx1"/>
                  </a:solidFill>
                </a:rPr>
                <a:t>잔여좌석 </a:t>
              </a:r>
              <a:r>
                <a:rPr lang="en-US" altLang="ko-KR" sz="600" dirty="0">
                  <a:solidFill>
                    <a:schemeClr val="tx1"/>
                  </a:solidFill>
                </a:rPr>
                <a:t>9</a:t>
              </a:r>
              <a:r>
                <a:rPr lang="ko-KR" altLang="en-US" sz="600" dirty="0">
                  <a:solidFill>
                    <a:schemeClr val="tx1"/>
                  </a:solidFill>
                </a:rPr>
                <a:t>석</a:t>
              </a:r>
            </a:p>
          </p:txBody>
        </p:sp>
        <p:pic>
          <p:nvPicPr>
            <p:cNvPr id="18" name="그래픽 17" descr="초승달 윤곽선">
              <a:extLst>
                <a:ext uri="{FF2B5EF4-FFF2-40B4-BE49-F238E27FC236}">
                  <a16:creationId xmlns:a16="http://schemas.microsoft.com/office/drawing/2014/main" id="{480ABB00-D872-799E-3BA2-4DF710C5E5F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234662" y="3511101"/>
              <a:ext cx="180001" cy="180001"/>
            </a:xfrm>
            <a:prstGeom prst="rect">
              <a:avLst/>
            </a:prstGeom>
          </p:spPr>
        </p:pic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D9A40453-A056-A649-1311-67AD8152B54C}"/>
                </a:ext>
              </a:extLst>
            </p:cNvPr>
            <p:cNvSpPr/>
            <p:nvPr/>
          </p:nvSpPr>
          <p:spPr>
            <a:xfrm>
              <a:off x="2395403" y="3513441"/>
              <a:ext cx="595055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b="1" dirty="0">
                  <a:solidFill>
                    <a:schemeClr val="tx1"/>
                  </a:solidFill>
                </a:rPr>
                <a:t>대한항공</a:t>
              </a:r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960FADA0-765D-153C-090D-A89720408710}"/>
                </a:ext>
              </a:extLst>
            </p:cNvPr>
            <p:cNvGrpSpPr/>
            <p:nvPr/>
          </p:nvGrpSpPr>
          <p:grpSpPr>
            <a:xfrm>
              <a:off x="3598300" y="3511101"/>
              <a:ext cx="595055" cy="356897"/>
              <a:chOff x="3380359" y="4711131"/>
              <a:chExt cx="595055" cy="356897"/>
            </a:xfrm>
          </p:grpSpPr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DF1A0AFA-3938-85A2-9DF8-6EFEB5D48131}"/>
                  </a:ext>
                </a:extLst>
              </p:cNvPr>
              <p:cNvSpPr/>
              <p:nvPr/>
            </p:nvSpPr>
            <p:spPr>
              <a:xfrm>
                <a:off x="3380359" y="4711131"/>
                <a:ext cx="595055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b="1" dirty="0">
                    <a:solidFill>
                      <a:schemeClr val="tx1"/>
                    </a:solidFill>
                  </a:rPr>
                  <a:t>20:10</a:t>
                </a:r>
                <a:endParaRPr lang="ko-KR" altLang="en-US" sz="8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직사각형 21">
                <a:extLst>
                  <a:ext uri="{FF2B5EF4-FFF2-40B4-BE49-F238E27FC236}">
                    <a16:creationId xmlns:a16="http://schemas.microsoft.com/office/drawing/2014/main" id="{3CAA0BB9-C515-1EBA-D437-E2F39C6B45F1}"/>
                  </a:ext>
                </a:extLst>
              </p:cNvPr>
              <p:cNvSpPr/>
              <p:nvPr/>
            </p:nvSpPr>
            <p:spPr>
              <a:xfrm>
                <a:off x="3380359" y="4888028"/>
                <a:ext cx="595055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700" dirty="0">
                    <a:solidFill>
                      <a:schemeClr val="bg2">
                        <a:lumMod val="50000"/>
                      </a:schemeClr>
                    </a:solidFill>
                  </a:rPr>
                  <a:t>INC</a:t>
                </a:r>
                <a:endParaRPr lang="ko-KR" altLang="en-US" sz="70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88830645-4262-34F6-D030-C805F59B88DE}"/>
                </a:ext>
              </a:extLst>
            </p:cNvPr>
            <p:cNvGrpSpPr/>
            <p:nvPr/>
          </p:nvGrpSpPr>
          <p:grpSpPr>
            <a:xfrm>
              <a:off x="5640866" y="3511101"/>
              <a:ext cx="595055" cy="356897"/>
              <a:chOff x="4878956" y="4711131"/>
              <a:chExt cx="595055" cy="356897"/>
            </a:xfrm>
          </p:grpSpPr>
          <p:sp>
            <p:nvSpPr>
              <p:cNvPr id="24" name="직사각형 23">
                <a:extLst>
                  <a:ext uri="{FF2B5EF4-FFF2-40B4-BE49-F238E27FC236}">
                    <a16:creationId xmlns:a16="http://schemas.microsoft.com/office/drawing/2014/main" id="{49210529-8B9E-1DEE-D5E7-BA4C4D591AF1}"/>
                  </a:ext>
                </a:extLst>
              </p:cNvPr>
              <p:cNvSpPr/>
              <p:nvPr/>
            </p:nvSpPr>
            <p:spPr>
              <a:xfrm>
                <a:off x="4878956" y="4711131"/>
                <a:ext cx="595055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b="1" dirty="0">
                    <a:solidFill>
                      <a:schemeClr val="tx1"/>
                    </a:solidFill>
                  </a:rPr>
                  <a:t>19:40</a:t>
                </a:r>
                <a:endParaRPr lang="ko-KR" altLang="en-US" sz="8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직사각형 24">
                <a:extLst>
                  <a:ext uri="{FF2B5EF4-FFF2-40B4-BE49-F238E27FC236}">
                    <a16:creationId xmlns:a16="http://schemas.microsoft.com/office/drawing/2014/main" id="{F20321B2-09AF-DDA2-BA95-AF762ACD6879}"/>
                  </a:ext>
                </a:extLst>
              </p:cNvPr>
              <p:cNvSpPr/>
              <p:nvPr/>
            </p:nvSpPr>
            <p:spPr>
              <a:xfrm>
                <a:off x="4878956" y="4888028"/>
                <a:ext cx="595055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700" dirty="0">
                    <a:solidFill>
                      <a:schemeClr val="bg2">
                        <a:lumMod val="50000"/>
                      </a:schemeClr>
                    </a:solidFill>
                  </a:rPr>
                  <a:t>YYZ</a:t>
                </a:r>
                <a:endParaRPr lang="ko-KR" altLang="en-US" sz="70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FA5613C2-3EF3-188E-63A8-6A5E11BBBFD9}"/>
                </a:ext>
              </a:extLst>
            </p:cNvPr>
            <p:cNvGrpSpPr/>
            <p:nvPr/>
          </p:nvGrpSpPr>
          <p:grpSpPr>
            <a:xfrm>
              <a:off x="4201631" y="3666689"/>
              <a:ext cx="1457702" cy="219035"/>
              <a:chOff x="4201631" y="4876802"/>
              <a:chExt cx="1457702" cy="219035"/>
            </a:xfrm>
          </p:grpSpPr>
          <p:grpSp>
            <p:nvGrpSpPr>
              <p:cNvPr id="27" name="그룹 26">
                <a:extLst>
                  <a:ext uri="{FF2B5EF4-FFF2-40B4-BE49-F238E27FC236}">
                    <a16:creationId xmlns:a16="http://schemas.microsoft.com/office/drawing/2014/main" id="{1568E100-818A-66BB-CB07-79D7CEB96BAC}"/>
                  </a:ext>
                </a:extLst>
              </p:cNvPr>
              <p:cNvGrpSpPr/>
              <p:nvPr/>
            </p:nvGrpSpPr>
            <p:grpSpPr>
              <a:xfrm>
                <a:off x="4201631" y="4876802"/>
                <a:ext cx="1457702" cy="45720"/>
                <a:chOff x="4377932" y="5397386"/>
                <a:chExt cx="1457702" cy="45720"/>
              </a:xfrm>
            </p:grpSpPr>
            <p:cxnSp>
              <p:nvCxnSpPr>
                <p:cNvPr id="30" name="직선 연결선 29">
                  <a:extLst>
                    <a:ext uri="{FF2B5EF4-FFF2-40B4-BE49-F238E27FC236}">
                      <a16:creationId xmlns:a16="http://schemas.microsoft.com/office/drawing/2014/main" id="{FB499A88-DCF2-3FF1-469E-73C3E805FDE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383006" y="5420246"/>
                  <a:ext cx="1452628" cy="0"/>
                </a:xfrm>
                <a:prstGeom prst="line">
                  <a:avLst/>
                </a:prstGeom>
                <a:ln w="6350"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1" name="타원 30">
                  <a:extLst>
                    <a:ext uri="{FF2B5EF4-FFF2-40B4-BE49-F238E27FC236}">
                      <a16:creationId xmlns:a16="http://schemas.microsoft.com/office/drawing/2014/main" id="{A780A56E-63CA-3E2B-16CA-D7292799C1C7}"/>
                    </a:ext>
                  </a:extLst>
                </p:cNvPr>
                <p:cNvSpPr/>
                <p:nvPr/>
              </p:nvSpPr>
              <p:spPr>
                <a:xfrm>
                  <a:off x="4377932" y="5397387"/>
                  <a:ext cx="45719" cy="45719"/>
                </a:xfrm>
                <a:prstGeom prst="ellipse">
                  <a:avLst/>
                </a:prstGeom>
                <a:solidFill>
                  <a:schemeClr val="bg2">
                    <a:lumMod val="50000"/>
                  </a:schemeClr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bg2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32" name="타원 31">
                  <a:extLst>
                    <a:ext uri="{FF2B5EF4-FFF2-40B4-BE49-F238E27FC236}">
                      <a16:creationId xmlns:a16="http://schemas.microsoft.com/office/drawing/2014/main" id="{8CD857D1-33AA-994F-F82B-EC40BF564A61}"/>
                    </a:ext>
                  </a:extLst>
                </p:cNvPr>
                <p:cNvSpPr/>
                <p:nvPr/>
              </p:nvSpPr>
              <p:spPr>
                <a:xfrm>
                  <a:off x="5789912" y="5397386"/>
                  <a:ext cx="45722" cy="45720"/>
                </a:xfrm>
                <a:prstGeom prst="ellipse">
                  <a:avLst/>
                </a:prstGeom>
                <a:solidFill>
                  <a:schemeClr val="bg2">
                    <a:lumMod val="50000"/>
                  </a:schemeClr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bg2">
                        <a:lumMod val="50000"/>
                      </a:schemeClr>
                    </a:solidFill>
                  </a:endParaRPr>
                </a:p>
              </p:txBody>
            </p:sp>
          </p:grpSp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8EA93451-1ADF-0221-2A05-244FC2F373EF}"/>
                  </a:ext>
                </a:extLst>
              </p:cNvPr>
              <p:cNvSpPr/>
              <p:nvPr/>
            </p:nvSpPr>
            <p:spPr>
              <a:xfrm>
                <a:off x="4552723" y="4915837"/>
                <a:ext cx="760592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600" dirty="0">
                    <a:solidFill>
                      <a:schemeClr val="bg2">
                        <a:lumMod val="50000"/>
                      </a:schemeClr>
                    </a:solidFill>
                  </a:rPr>
                  <a:t>14</a:t>
                </a:r>
                <a:r>
                  <a:rPr lang="ko-KR" altLang="en-US" sz="600" dirty="0">
                    <a:solidFill>
                      <a:schemeClr val="bg2">
                        <a:lumMod val="50000"/>
                      </a:schemeClr>
                    </a:solidFill>
                  </a:rPr>
                  <a:t>시간 </a:t>
                </a:r>
                <a:r>
                  <a:rPr lang="en-US" altLang="ko-KR" sz="600" dirty="0">
                    <a:solidFill>
                      <a:schemeClr val="bg2">
                        <a:lumMod val="50000"/>
                      </a:schemeClr>
                    </a:solidFill>
                  </a:rPr>
                  <a:t>20</a:t>
                </a:r>
                <a:r>
                  <a:rPr lang="ko-KR" altLang="en-US" sz="600" dirty="0">
                    <a:solidFill>
                      <a:schemeClr val="bg2">
                        <a:lumMod val="50000"/>
                      </a:schemeClr>
                    </a:solidFill>
                  </a:rPr>
                  <a:t>분</a:t>
                </a:r>
              </a:p>
            </p:txBody>
          </p:sp>
        </p:grpSp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5A9954D6-7AA8-4BE9-BBE2-DBB7060EA25D}"/>
                </a:ext>
              </a:extLst>
            </p:cNvPr>
            <p:cNvGrpSpPr/>
            <p:nvPr/>
          </p:nvGrpSpPr>
          <p:grpSpPr>
            <a:xfrm>
              <a:off x="3598300" y="4230287"/>
              <a:ext cx="595055" cy="356897"/>
              <a:chOff x="3380359" y="4711131"/>
              <a:chExt cx="595055" cy="356897"/>
            </a:xfrm>
          </p:grpSpPr>
          <p:sp>
            <p:nvSpPr>
              <p:cNvPr id="34" name="직사각형 33">
                <a:extLst>
                  <a:ext uri="{FF2B5EF4-FFF2-40B4-BE49-F238E27FC236}">
                    <a16:creationId xmlns:a16="http://schemas.microsoft.com/office/drawing/2014/main" id="{9149854C-B4E8-59AB-A7F5-6DE32F90E1D0}"/>
                  </a:ext>
                </a:extLst>
              </p:cNvPr>
              <p:cNvSpPr/>
              <p:nvPr/>
            </p:nvSpPr>
            <p:spPr>
              <a:xfrm>
                <a:off x="3380359" y="4711131"/>
                <a:ext cx="595055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b="1" dirty="0">
                    <a:solidFill>
                      <a:schemeClr val="tx1"/>
                    </a:solidFill>
                  </a:rPr>
                  <a:t>20:10</a:t>
                </a:r>
                <a:endParaRPr lang="ko-KR" altLang="en-US" sz="8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5" name="직사각형 34">
                <a:extLst>
                  <a:ext uri="{FF2B5EF4-FFF2-40B4-BE49-F238E27FC236}">
                    <a16:creationId xmlns:a16="http://schemas.microsoft.com/office/drawing/2014/main" id="{B0EA9D86-1244-0F13-A658-F1845B4A7540}"/>
                  </a:ext>
                </a:extLst>
              </p:cNvPr>
              <p:cNvSpPr/>
              <p:nvPr/>
            </p:nvSpPr>
            <p:spPr>
              <a:xfrm>
                <a:off x="3380359" y="4888028"/>
                <a:ext cx="595055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700" dirty="0">
                    <a:solidFill>
                      <a:schemeClr val="bg2">
                        <a:lumMod val="50000"/>
                      </a:schemeClr>
                    </a:solidFill>
                  </a:rPr>
                  <a:t>INC</a:t>
                </a:r>
                <a:endParaRPr lang="ko-KR" altLang="en-US" sz="70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6" name="그룹 35">
              <a:extLst>
                <a:ext uri="{FF2B5EF4-FFF2-40B4-BE49-F238E27FC236}">
                  <a16:creationId xmlns:a16="http://schemas.microsoft.com/office/drawing/2014/main" id="{5DB006A8-3876-42D2-761B-5C298326FF14}"/>
                </a:ext>
              </a:extLst>
            </p:cNvPr>
            <p:cNvGrpSpPr/>
            <p:nvPr/>
          </p:nvGrpSpPr>
          <p:grpSpPr>
            <a:xfrm>
              <a:off x="5640866" y="4230287"/>
              <a:ext cx="595055" cy="356897"/>
              <a:chOff x="4878956" y="4711131"/>
              <a:chExt cx="595055" cy="356897"/>
            </a:xfrm>
          </p:grpSpPr>
          <p:sp>
            <p:nvSpPr>
              <p:cNvPr id="37" name="직사각형 36">
                <a:extLst>
                  <a:ext uri="{FF2B5EF4-FFF2-40B4-BE49-F238E27FC236}">
                    <a16:creationId xmlns:a16="http://schemas.microsoft.com/office/drawing/2014/main" id="{AF0E4E79-0BF3-4ACF-B256-A814ACDB0EDC}"/>
                  </a:ext>
                </a:extLst>
              </p:cNvPr>
              <p:cNvSpPr/>
              <p:nvPr/>
            </p:nvSpPr>
            <p:spPr>
              <a:xfrm>
                <a:off x="4878956" y="4711131"/>
                <a:ext cx="595055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b="1" dirty="0">
                    <a:solidFill>
                      <a:schemeClr val="tx1"/>
                    </a:solidFill>
                  </a:rPr>
                  <a:t>19:40</a:t>
                </a:r>
                <a:endParaRPr lang="ko-KR" altLang="en-US" sz="8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직사각형 37">
                <a:extLst>
                  <a:ext uri="{FF2B5EF4-FFF2-40B4-BE49-F238E27FC236}">
                    <a16:creationId xmlns:a16="http://schemas.microsoft.com/office/drawing/2014/main" id="{288A9CBC-A4CF-ADD3-9AB5-75DF8F43FED4}"/>
                  </a:ext>
                </a:extLst>
              </p:cNvPr>
              <p:cNvSpPr/>
              <p:nvPr/>
            </p:nvSpPr>
            <p:spPr>
              <a:xfrm>
                <a:off x="4878956" y="4888028"/>
                <a:ext cx="595055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700" dirty="0">
                    <a:solidFill>
                      <a:schemeClr val="bg2">
                        <a:lumMod val="50000"/>
                      </a:schemeClr>
                    </a:solidFill>
                  </a:rPr>
                  <a:t>YYZ</a:t>
                </a:r>
                <a:endParaRPr lang="ko-KR" altLang="en-US" sz="70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E649C99A-AA85-9F9B-A4CD-2534A5880BFC}"/>
                </a:ext>
              </a:extLst>
            </p:cNvPr>
            <p:cNvGrpSpPr/>
            <p:nvPr/>
          </p:nvGrpSpPr>
          <p:grpSpPr>
            <a:xfrm>
              <a:off x="4196971" y="4380532"/>
              <a:ext cx="1462362" cy="206652"/>
              <a:chOff x="4196971" y="4879854"/>
              <a:chExt cx="1462362" cy="206652"/>
            </a:xfrm>
          </p:grpSpPr>
          <p:grpSp>
            <p:nvGrpSpPr>
              <p:cNvPr id="41" name="그룹 40">
                <a:extLst>
                  <a:ext uri="{FF2B5EF4-FFF2-40B4-BE49-F238E27FC236}">
                    <a16:creationId xmlns:a16="http://schemas.microsoft.com/office/drawing/2014/main" id="{9DFA2671-15EA-3F91-47F8-B61DA0CE56F9}"/>
                  </a:ext>
                </a:extLst>
              </p:cNvPr>
              <p:cNvGrpSpPr/>
              <p:nvPr/>
            </p:nvGrpSpPr>
            <p:grpSpPr>
              <a:xfrm>
                <a:off x="4196971" y="4879854"/>
                <a:ext cx="1462362" cy="45720"/>
                <a:chOff x="4373272" y="5400438"/>
                <a:chExt cx="1462362" cy="45720"/>
              </a:xfrm>
            </p:grpSpPr>
            <p:cxnSp>
              <p:nvCxnSpPr>
                <p:cNvPr id="44" name="직선 연결선 43">
                  <a:extLst>
                    <a:ext uri="{FF2B5EF4-FFF2-40B4-BE49-F238E27FC236}">
                      <a16:creationId xmlns:a16="http://schemas.microsoft.com/office/drawing/2014/main" id="{529D82BE-F23C-B34E-4D41-FE6B3A8ED1E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391114" y="5423298"/>
                  <a:ext cx="1444520" cy="0"/>
                </a:xfrm>
                <a:prstGeom prst="line">
                  <a:avLst/>
                </a:prstGeom>
                <a:ln w="6350"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5" name="타원 44">
                  <a:extLst>
                    <a:ext uri="{FF2B5EF4-FFF2-40B4-BE49-F238E27FC236}">
                      <a16:creationId xmlns:a16="http://schemas.microsoft.com/office/drawing/2014/main" id="{D8666107-E1B4-DC65-2B7C-3FE774052C4F}"/>
                    </a:ext>
                  </a:extLst>
                </p:cNvPr>
                <p:cNvSpPr/>
                <p:nvPr/>
              </p:nvSpPr>
              <p:spPr>
                <a:xfrm>
                  <a:off x="4373272" y="5400438"/>
                  <a:ext cx="45722" cy="45720"/>
                </a:xfrm>
                <a:prstGeom prst="ellipse">
                  <a:avLst/>
                </a:prstGeom>
                <a:solidFill>
                  <a:schemeClr val="bg2">
                    <a:lumMod val="50000"/>
                  </a:schemeClr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solidFill>
                      <a:schemeClr val="bg2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46" name="타원 45">
                  <a:extLst>
                    <a:ext uri="{FF2B5EF4-FFF2-40B4-BE49-F238E27FC236}">
                      <a16:creationId xmlns:a16="http://schemas.microsoft.com/office/drawing/2014/main" id="{D41417E1-9C55-4994-6F8E-E9EF3D2EF510}"/>
                    </a:ext>
                  </a:extLst>
                </p:cNvPr>
                <p:cNvSpPr/>
                <p:nvPr/>
              </p:nvSpPr>
              <p:spPr>
                <a:xfrm>
                  <a:off x="5789912" y="5400438"/>
                  <a:ext cx="45722" cy="45720"/>
                </a:xfrm>
                <a:prstGeom prst="ellipse">
                  <a:avLst/>
                </a:prstGeom>
                <a:solidFill>
                  <a:schemeClr val="bg2">
                    <a:lumMod val="50000"/>
                  </a:schemeClr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bg2">
                        <a:lumMod val="50000"/>
                      </a:schemeClr>
                    </a:solidFill>
                  </a:endParaRPr>
                </a:p>
              </p:txBody>
            </p:sp>
          </p:grpSp>
          <p:sp>
            <p:nvSpPr>
              <p:cNvPr id="43" name="직사각형 42">
                <a:extLst>
                  <a:ext uri="{FF2B5EF4-FFF2-40B4-BE49-F238E27FC236}">
                    <a16:creationId xmlns:a16="http://schemas.microsoft.com/office/drawing/2014/main" id="{15B443F3-FB8C-5153-90A6-CCE3A3732D1C}"/>
                  </a:ext>
                </a:extLst>
              </p:cNvPr>
              <p:cNvSpPr/>
              <p:nvPr/>
            </p:nvSpPr>
            <p:spPr>
              <a:xfrm>
                <a:off x="4556309" y="4906506"/>
                <a:ext cx="760592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600" dirty="0">
                    <a:solidFill>
                      <a:schemeClr val="bg2">
                        <a:lumMod val="50000"/>
                      </a:schemeClr>
                    </a:solidFill>
                  </a:rPr>
                  <a:t>14</a:t>
                </a:r>
                <a:r>
                  <a:rPr lang="ko-KR" altLang="en-US" sz="600" dirty="0">
                    <a:solidFill>
                      <a:schemeClr val="bg2">
                        <a:lumMod val="50000"/>
                      </a:schemeClr>
                    </a:solidFill>
                  </a:rPr>
                  <a:t>시간 </a:t>
                </a:r>
                <a:r>
                  <a:rPr lang="en-US" altLang="ko-KR" sz="600" dirty="0">
                    <a:solidFill>
                      <a:schemeClr val="bg2">
                        <a:lumMod val="50000"/>
                      </a:schemeClr>
                    </a:solidFill>
                  </a:rPr>
                  <a:t>20</a:t>
                </a:r>
                <a:r>
                  <a:rPr lang="ko-KR" altLang="en-US" sz="600" dirty="0">
                    <a:solidFill>
                      <a:schemeClr val="bg2">
                        <a:lumMod val="50000"/>
                      </a:schemeClr>
                    </a:solidFill>
                  </a:rPr>
                  <a:t>분</a:t>
                </a:r>
              </a:p>
            </p:txBody>
          </p:sp>
        </p:grpSp>
        <p:pic>
          <p:nvPicPr>
            <p:cNvPr id="47" name="그래픽 46" descr="초승달 윤곽선">
              <a:extLst>
                <a:ext uri="{FF2B5EF4-FFF2-40B4-BE49-F238E27FC236}">
                  <a16:creationId xmlns:a16="http://schemas.microsoft.com/office/drawing/2014/main" id="{9B5361BE-405A-6D5E-B84F-FA4EDD4C5D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234662" y="4316445"/>
              <a:ext cx="180001" cy="180001"/>
            </a:xfrm>
            <a:prstGeom prst="rect">
              <a:avLst/>
            </a:prstGeom>
          </p:spPr>
        </p:pic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2C2AF38D-E66D-46C4-830F-6B3E6E0D6EEA}"/>
                </a:ext>
              </a:extLst>
            </p:cNvPr>
            <p:cNvSpPr/>
            <p:nvPr/>
          </p:nvSpPr>
          <p:spPr>
            <a:xfrm>
              <a:off x="2395012" y="4316445"/>
              <a:ext cx="1227738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b="1" dirty="0">
                  <a:solidFill>
                    <a:schemeClr val="tx1"/>
                  </a:solidFill>
                </a:rPr>
                <a:t>대한항공</a:t>
              </a:r>
            </a:p>
          </p:txBody>
        </p:sp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D9E64013-7F23-FDF9-7E48-4311762DECB4}"/>
                </a:ext>
              </a:extLst>
            </p:cNvPr>
            <p:cNvGrpSpPr/>
            <p:nvPr/>
          </p:nvGrpSpPr>
          <p:grpSpPr>
            <a:xfrm>
              <a:off x="7165332" y="3155165"/>
              <a:ext cx="1227738" cy="180000"/>
              <a:chOff x="7197113" y="4365278"/>
              <a:chExt cx="1227738" cy="180000"/>
            </a:xfrm>
          </p:grpSpPr>
          <p:sp>
            <p:nvSpPr>
              <p:cNvPr id="50" name="직사각형 49">
                <a:extLst>
                  <a:ext uri="{FF2B5EF4-FFF2-40B4-BE49-F238E27FC236}">
                    <a16:creationId xmlns:a16="http://schemas.microsoft.com/office/drawing/2014/main" id="{04F09B63-BC49-8AFD-3FD2-421DF16C9836}"/>
                  </a:ext>
                </a:extLst>
              </p:cNvPr>
              <p:cNvSpPr/>
              <p:nvPr/>
            </p:nvSpPr>
            <p:spPr>
              <a:xfrm>
                <a:off x="7197113" y="4365278"/>
                <a:ext cx="443046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u="sng" dirty="0">
                    <a:solidFill>
                      <a:schemeClr val="tx1"/>
                    </a:solidFill>
                  </a:rPr>
                  <a:t>규정</a:t>
                </a:r>
              </a:p>
            </p:txBody>
          </p:sp>
          <p:sp>
            <p:nvSpPr>
              <p:cNvPr id="51" name="직사각형 50">
                <a:extLst>
                  <a:ext uri="{FF2B5EF4-FFF2-40B4-BE49-F238E27FC236}">
                    <a16:creationId xmlns:a16="http://schemas.microsoft.com/office/drawing/2014/main" id="{7E35745A-D44D-423D-24AE-D64D496EC382}"/>
                  </a:ext>
                </a:extLst>
              </p:cNvPr>
              <p:cNvSpPr/>
              <p:nvPr/>
            </p:nvSpPr>
            <p:spPr>
              <a:xfrm>
                <a:off x="7501913" y="4365278"/>
                <a:ext cx="922938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u="sng" dirty="0">
                    <a:solidFill>
                      <a:schemeClr val="tx1"/>
                    </a:solidFill>
                  </a:rPr>
                  <a:t>여행 상세일정</a:t>
                </a:r>
              </a:p>
            </p:txBody>
          </p:sp>
        </p:grpSp>
      </p:grp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22B33528-D217-91C7-BC37-79FFFF0761EE}"/>
              </a:ext>
            </a:extLst>
          </p:cNvPr>
          <p:cNvSpPr/>
          <p:nvPr/>
        </p:nvSpPr>
        <p:spPr>
          <a:xfrm>
            <a:off x="1977322" y="3225086"/>
            <a:ext cx="6459622" cy="341915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84400134-D82B-80CD-C188-A49BBE5BDA5B}"/>
              </a:ext>
            </a:extLst>
          </p:cNvPr>
          <p:cNvGrpSpPr/>
          <p:nvPr/>
        </p:nvGrpSpPr>
        <p:grpSpPr>
          <a:xfrm>
            <a:off x="1846425" y="3110178"/>
            <a:ext cx="276910" cy="215444"/>
            <a:chOff x="4507293" y="1910946"/>
            <a:chExt cx="276910" cy="215444"/>
          </a:xfrm>
        </p:grpSpPr>
        <p:sp>
          <p:nvSpPr>
            <p:cNvPr id="58" name="타원 57">
              <a:extLst>
                <a:ext uri="{FF2B5EF4-FFF2-40B4-BE49-F238E27FC236}">
                  <a16:creationId xmlns:a16="http://schemas.microsoft.com/office/drawing/2014/main" id="{9AB295D0-A32E-4952-AE68-0677276E061B}"/>
                </a:ext>
              </a:extLst>
            </p:cNvPr>
            <p:cNvSpPr/>
            <p:nvPr/>
          </p:nvSpPr>
          <p:spPr>
            <a:xfrm>
              <a:off x="4536630" y="1922684"/>
              <a:ext cx="171278" cy="18690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DB21ADF8-BBB9-F60C-E93B-62F4F0DB4A53}"/>
                </a:ext>
              </a:extLst>
            </p:cNvPr>
            <p:cNvSpPr txBox="1"/>
            <p:nvPr/>
          </p:nvSpPr>
          <p:spPr>
            <a:xfrm>
              <a:off x="4507293" y="1910946"/>
              <a:ext cx="2769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>
                  <a:solidFill>
                    <a:schemeClr val="bg1"/>
                  </a:solidFill>
                </a:rPr>
                <a:t>1</a:t>
              </a:r>
              <a:endParaRPr lang="ko-KR" altLang="en-US" sz="8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36F70BA1-01C7-AE13-2C06-34488FFD9893}"/>
              </a:ext>
            </a:extLst>
          </p:cNvPr>
          <p:cNvSpPr/>
          <p:nvPr/>
        </p:nvSpPr>
        <p:spPr>
          <a:xfrm>
            <a:off x="6283883" y="4412779"/>
            <a:ext cx="951230" cy="42508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F434E8B7-56AC-D8FF-A3C2-FDE2C7F4CF18}"/>
              </a:ext>
            </a:extLst>
          </p:cNvPr>
          <p:cNvGrpSpPr/>
          <p:nvPr/>
        </p:nvGrpSpPr>
        <p:grpSpPr>
          <a:xfrm>
            <a:off x="6155963" y="4321150"/>
            <a:ext cx="276910" cy="215444"/>
            <a:chOff x="4507293" y="1910946"/>
            <a:chExt cx="276910" cy="215444"/>
          </a:xfrm>
        </p:grpSpPr>
        <p:sp>
          <p:nvSpPr>
            <p:cNvPr id="62" name="타원 61">
              <a:extLst>
                <a:ext uri="{FF2B5EF4-FFF2-40B4-BE49-F238E27FC236}">
                  <a16:creationId xmlns:a16="http://schemas.microsoft.com/office/drawing/2014/main" id="{32385780-C1B7-66F8-95D7-FBF93619945A}"/>
                </a:ext>
              </a:extLst>
            </p:cNvPr>
            <p:cNvSpPr/>
            <p:nvPr/>
          </p:nvSpPr>
          <p:spPr>
            <a:xfrm>
              <a:off x="4536630" y="1922684"/>
              <a:ext cx="171278" cy="18690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48" name="TextBox 447">
              <a:extLst>
                <a:ext uri="{FF2B5EF4-FFF2-40B4-BE49-F238E27FC236}">
                  <a16:creationId xmlns:a16="http://schemas.microsoft.com/office/drawing/2014/main" id="{6E07EE65-9DA2-6E42-16E2-1A75EDA86703}"/>
                </a:ext>
              </a:extLst>
            </p:cNvPr>
            <p:cNvSpPr txBox="1"/>
            <p:nvPr/>
          </p:nvSpPr>
          <p:spPr>
            <a:xfrm>
              <a:off x="4507293" y="1910946"/>
              <a:ext cx="2769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>
                  <a:solidFill>
                    <a:schemeClr val="bg1"/>
                  </a:solidFill>
                </a:rPr>
                <a:t>3</a:t>
              </a:r>
              <a:endParaRPr lang="ko-KR" altLang="en-US" sz="8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449" name="직사각형 448">
            <a:extLst>
              <a:ext uri="{FF2B5EF4-FFF2-40B4-BE49-F238E27FC236}">
                <a16:creationId xmlns:a16="http://schemas.microsoft.com/office/drawing/2014/main" id="{CEB301EC-A2C3-7445-2CFC-CF9BCCD5D4F1}"/>
              </a:ext>
            </a:extLst>
          </p:cNvPr>
          <p:cNvSpPr/>
          <p:nvPr/>
        </p:nvSpPr>
        <p:spPr>
          <a:xfrm>
            <a:off x="7295553" y="4392475"/>
            <a:ext cx="951230" cy="42508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50" name="그룹 449">
            <a:extLst>
              <a:ext uri="{FF2B5EF4-FFF2-40B4-BE49-F238E27FC236}">
                <a16:creationId xmlns:a16="http://schemas.microsoft.com/office/drawing/2014/main" id="{F4FB0F88-C1BA-79C3-31AA-1774C5E91C51}"/>
              </a:ext>
            </a:extLst>
          </p:cNvPr>
          <p:cNvGrpSpPr/>
          <p:nvPr/>
        </p:nvGrpSpPr>
        <p:grpSpPr>
          <a:xfrm>
            <a:off x="7167633" y="4300846"/>
            <a:ext cx="276910" cy="215444"/>
            <a:chOff x="4507293" y="1910946"/>
            <a:chExt cx="276910" cy="215444"/>
          </a:xfrm>
        </p:grpSpPr>
        <p:sp>
          <p:nvSpPr>
            <p:cNvPr id="451" name="타원 450">
              <a:extLst>
                <a:ext uri="{FF2B5EF4-FFF2-40B4-BE49-F238E27FC236}">
                  <a16:creationId xmlns:a16="http://schemas.microsoft.com/office/drawing/2014/main" id="{1322B37C-7FC4-89BB-6985-4A9EAE7E1281}"/>
                </a:ext>
              </a:extLst>
            </p:cNvPr>
            <p:cNvSpPr/>
            <p:nvPr/>
          </p:nvSpPr>
          <p:spPr>
            <a:xfrm>
              <a:off x="4536630" y="1922684"/>
              <a:ext cx="171278" cy="18690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2" name="TextBox 451">
              <a:extLst>
                <a:ext uri="{FF2B5EF4-FFF2-40B4-BE49-F238E27FC236}">
                  <a16:creationId xmlns:a16="http://schemas.microsoft.com/office/drawing/2014/main" id="{93D30AD2-1EEE-3512-0E10-3B06978EF3B0}"/>
                </a:ext>
              </a:extLst>
            </p:cNvPr>
            <p:cNvSpPr txBox="1"/>
            <p:nvPr/>
          </p:nvSpPr>
          <p:spPr>
            <a:xfrm>
              <a:off x="4507293" y="1910946"/>
              <a:ext cx="2769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>
                  <a:solidFill>
                    <a:schemeClr val="bg1"/>
                  </a:solidFill>
                </a:rPr>
                <a:t>4</a:t>
              </a:r>
              <a:endParaRPr lang="ko-KR" altLang="en-US" sz="8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453" name="직사각형 452">
            <a:extLst>
              <a:ext uri="{FF2B5EF4-FFF2-40B4-BE49-F238E27FC236}">
                <a16:creationId xmlns:a16="http://schemas.microsoft.com/office/drawing/2014/main" id="{E985316B-DD00-0107-16C7-EAA02E802928}"/>
              </a:ext>
            </a:extLst>
          </p:cNvPr>
          <p:cNvSpPr/>
          <p:nvPr/>
        </p:nvSpPr>
        <p:spPr>
          <a:xfrm>
            <a:off x="7470925" y="3641209"/>
            <a:ext cx="819958" cy="31227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54" name="그룹 453">
            <a:extLst>
              <a:ext uri="{FF2B5EF4-FFF2-40B4-BE49-F238E27FC236}">
                <a16:creationId xmlns:a16="http://schemas.microsoft.com/office/drawing/2014/main" id="{5F22FFE3-5CC9-622D-D5AC-8D5BB0531C31}"/>
              </a:ext>
            </a:extLst>
          </p:cNvPr>
          <p:cNvGrpSpPr/>
          <p:nvPr/>
        </p:nvGrpSpPr>
        <p:grpSpPr>
          <a:xfrm>
            <a:off x="7343005" y="3549579"/>
            <a:ext cx="276910" cy="215444"/>
            <a:chOff x="4507293" y="1910946"/>
            <a:chExt cx="276910" cy="215444"/>
          </a:xfrm>
        </p:grpSpPr>
        <p:sp>
          <p:nvSpPr>
            <p:cNvPr id="455" name="타원 454">
              <a:extLst>
                <a:ext uri="{FF2B5EF4-FFF2-40B4-BE49-F238E27FC236}">
                  <a16:creationId xmlns:a16="http://schemas.microsoft.com/office/drawing/2014/main" id="{39CB9E5D-796B-7204-8BD7-77F998546432}"/>
                </a:ext>
              </a:extLst>
            </p:cNvPr>
            <p:cNvSpPr/>
            <p:nvPr/>
          </p:nvSpPr>
          <p:spPr>
            <a:xfrm>
              <a:off x="4536630" y="1922684"/>
              <a:ext cx="171278" cy="18690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6" name="TextBox 455">
              <a:extLst>
                <a:ext uri="{FF2B5EF4-FFF2-40B4-BE49-F238E27FC236}">
                  <a16:creationId xmlns:a16="http://schemas.microsoft.com/office/drawing/2014/main" id="{660D78B9-2F09-E569-C065-13CC32BC6AAD}"/>
                </a:ext>
              </a:extLst>
            </p:cNvPr>
            <p:cNvSpPr txBox="1"/>
            <p:nvPr/>
          </p:nvSpPr>
          <p:spPr>
            <a:xfrm>
              <a:off x="4507293" y="1910946"/>
              <a:ext cx="2769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>
                  <a:solidFill>
                    <a:schemeClr val="bg1"/>
                  </a:solidFill>
                </a:rPr>
                <a:t>2</a:t>
              </a:r>
              <a:endParaRPr lang="ko-KR" altLang="en-US" sz="8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457" name="직사각형 456">
            <a:extLst>
              <a:ext uri="{FF2B5EF4-FFF2-40B4-BE49-F238E27FC236}">
                <a16:creationId xmlns:a16="http://schemas.microsoft.com/office/drawing/2014/main" id="{A4D7BF8C-775E-D921-4D8D-CE4C0E38ADD1}"/>
              </a:ext>
            </a:extLst>
          </p:cNvPr>
          <p:cNvSpPr/>
          <p:nvPr/>
        </p:nvSpPr>
        <p:spPr>
          <a:xfrm>
            <a:off x="2153860" y="5049759"/>
            <a:ext cx="516181" cy="2944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58" name="그룹 457">
            <a:extLst>
              <a:ext uri="{FF2B5EF4-FFF2-40B4-BE49-F238E27FC236}">
                <a16:creationId xmlns:a16="http://schemas.microsoft.com/office/drawing/2014/main" id="{71ACCC7A-3D62-4CDC-7D57-9DFC8D66FDA2}"/>
              </a:ext>
            </a:extLst>
          </p:cNvPr>
          <p:cNvGrpSpPr/>
          <p:nvPr/>
        </p:nvGrpSpPr>
        <p:grpSpPr>
          <a:xfrm>
            <a:off x="2025940" y="4958130"/>
            <a:ext cx="276910" cy="215444"/>
            <a:chOff x="4507293" y="1910946"/>
            <a:chExt cx="276910" cy="215444"/>
          </a:xfrm>
        </p:grpSpPr>
        <p:sp>
          <p:nvSpPr>
            <p:cNvPr id="459" name="타원 458">
              <a:extLst>
                <a:ext uri="{FF2B5EF4-FFF2-40B4-BE49-F238E27FC236}">
                  <a16:creationId xmlns:a16="http://schemas.microsoft.com/office/drawing/2014/main" id="{C7718913-0EBC-28A5-C3F1-F3F230256F90}"/>
                </a:ext>
              </a:extLst>
            </p:cNvPr>
            <p:cNvSpPr/>
            <p:nvPr/>
          </p:nvSpPr>
          <p:spPr>
            <a:xfrm>
              <a:off x="4536630" y="1922684"/>
              <a:ext cx="171278" cy="18690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0" name="TextBox 459">
              <a:extLst>
                <a:ext uri="{FF2B5EF4-FFF2-40B4-BE49-F238E27FC236}">
                  <a16:creationId xmlns:a16="http://schemas.microsoft.com/office/drawing/2014/main" id="{C80FE4E0-B5EC-696B-AB2F-81E8EE242F6C}"/>
                </a:ext>
              </a:extLst>
            </p:cNvPr>
            <p:cNvSpPr txBox="1"/>
            <p:nvPr/>
          </p:nvSpPr>
          <p:spPr>
            <a:xfrm>
              <a:off x="4507293" y="1910946"/>
              <a:ext cx="2769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>
                  <a:solidFill>
                    <a:schemeClr val="bg1"/>
                  </a:solidFill>
                </a:rPr>
                <a:t>5</a:t>
              </a:r>
              <a:endParaRPr lang="ko-KR" altLang="en-US" sz="8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461" name="직사각형 460">
            <a:extLst>
              <a:ext uri="{FF2B5EF4-FFF2-40B4-BE49-F238E27FC236}">
                <a16:creationId xmlns:a16="http://schemas.microsoft.com/office/drawing/2014/main" id="{9173E11F-769E-F887-0ED8-B037C510B0C6}"/>
              </a:ext>
            </a:extLst>
          </p:cNvPr>
          <p:cNvSpPr/>
          <p:nvPr/>
        </p:nvSpPr>
        <p:spPr>
          <a:xfrm>
            <a:off x="2186940" y="3912100"/>
            <a:ext cx="3937920" cy="9257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62" name="그룹 461">
            <a:extLst>
              <a:ext uri="{FF2B5EF4-FFF2-40B4-BE49-F238E27FC236}">
                <a16:creationId xmlns:a16="http://schemas.microsoft.com/office/drawing/2014/main" id="{43CF5156-1F80-7E57-BD33-D857C42C521B}"/>
              </a:ext>
            </a:extLst>
          </p:cNvPr>
          <p:cNvGrpSpPr/>
          <p:nvPr/>
        </p:nvGrpSpPr>
        <p:grpSpPr>
          <a:xfrm>
            <a:off x="2008746" y="3819499"/>
            <a:ext cx="389280" cy="215444"/>
            <a:chOff x="4457019" y="1909975"/>
            <a:chExt cx="389280" cy="215444"/>
          </a:xfrm>
        </p:grpSpPr>
        <p:sp>
          <p:nvSpPr>
            <p:cNvPr id="463" name="타원 462">
              <a:extLst>
                <a:ext uri="{FF2B5EF4-FFF2-40B4-BE49-F238E27FC236}">
                  <a16:creationId xmlns:a16="http://schemas.microsoft.com/office/drawing/2014/main" id="{E8C68302-5AB5-5F28-A956-BA6FECFCD27F}"/>
                </a:ext>
              </a:extLst>
            </p:cNvPr>
            <p:cNvSpPr/>
            <p:nvPr/>
          </p:nvSpPr>
          <p:spPr>
            <a:xfrm>
              <a:off x="4536630" y="1922684"/>
              <a:ext cx="171278" cy="18690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4" name="TextBox 463">
              <a:extLst>
                <a:ext uri="{FF2B5EF4-FFF2-40B4-BE49-F238E27FC236}">
                  <a16:creationId xmlns:a16="http://schemas.microsoft.com/office/drawing/2014/main" id="{E9E6D981-A6E1-244E-663E-E505A43A56F4}"/>
                </a:ext>
              </a:extLst>
            </p:cNvPr>
            <p:cNvSpPr txBox="1"/>
            <p:nvPr/>
          </p:nvSpPr>
          <p:spPr>
            <a:xfrm>
              <a:off x="4457019" y="1909975"/>
              <a:ext cx="38928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>
                  <a:solidFill>
                    <a:schemeClr val="bg1"/>
                  </a:solidFill>
                </a:rPr>
                <a:t>1-1</a:t>
              </a:r>
              <a:endParaRPr lang="ko-KR" altLang="en-US" sz="800" b="1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465" name="직선 연결선 464">
            <a:extLst>
              <a:ext uri="{FF2B5EF4-FFF2-40B4-BE49-F238E27FC236}">
                <a16:creationId xmlns:a16="http://schemas.microsoft.com/office/drawing/2014/main" id="{3F5C1F46-EC05-D233-6810-CF750CACA66B}"/>
              </a:ext>
            </a:extLst>
          </p:cNvPr>
          <p:cNvCxnSpPr>
            <a:cxnSpLocks/>
          </p:cNvCxnSpPr>
          <p:nvPr/>
        </p:nvCxnSpPr>
        <p:spPr>
          <a:xfrm>
            <a:off x="359690" y="4199773"/>
            <a:ext cx="1565819" cy="0"/>
          </a:xfrm>
          <a:prstGeom prst="line">
            <a:avLst/>
          </a:prstGeom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66" name="그룹 465">
            <a:extLst>
              <a:ext uri="{FF2B5EF4-FFF2-40B4-BE49-F238E27FC236}">
                <a16:creationId xmlns:a16="http://schemas.microsoft.com/office/drawing/2014/main" id="{A988DD4C-D31B-98D1-2183-F11A230625A8}"/>
              </a:ext>
            </a:extLst>
          </p:cNvPr>
          <p:cNvGrpSpPr/>
          <p:nvPr/>
        </p:nvGrpSpPr>
        <p:grpSpPr>
          <a:xfrm>
            <a:off x="269862" y="5187565"/>
            <a:ext cx="1763943" cy="403295"/>
            <a:chOff x="3514096" y="4684199"/>
            <a:chExt cx="1763943" cy="403295"/>
          </a:xfrm>
        </p:grpSpPr>
        <p:cxnSp>
          <p:nvCxnSpPr>
            <p:cNvPr id="467" name="직선 연결선 466">
              <a:extLst>
                <a:ext uri="{FF2B5EF4-FFF2-40B4-BE49-F238E27FC236}">
                  <a16:creationId xmlns:a16="http://schemas.microsoft.com/office/drawing/2014/main" id="{09DEDF70-C1BC-A0C5-56F3-9342C5BC88B1}"/>
                </a:ext>
              </a:extLst>
            </p:cNvPr>
            <p:cNvCxnSpPr>
              <a:cxnSpLocks/>
            </p:cNvCxnSpPr>
            <p:nvPr/>
          </p:nvCxnSpPr>
          <p:spPr>
            <a:xfrm>
              <a:off x="3612313" y="5087494"/>
              <a:ext cx="1565819" cy="0"/>
            </a:xfrm>
            <a:prstGeom prst="line">
              <a:avLst/>
            </a:prstGeom>
            <a:ln w="6350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68" name="직사각형 467">
              <a:extLst>
                <a:ext uri="{FF2B5EF4-FFF2-40B4-BE49-F238E27FC236}">
                  <a16:creationId xmlns:a16="http://schemas.microsoft.com/office/drawing/2014/main" id="{13DF21A7-9DC1-5698-5507-F42C552269AE}"/>
                </a:ext>
              </a:extLst>
            </p:cNvPr>
            <p:cNvSpPr/>
            <p:nvPr/>
          </p:nvSpPr>
          <p:spPr>
            <a:xfrm>
              <a:off x="3514096" y="4684199"/>
              <a:ext cx="944880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b="1" dirty="0">
                  <a:solidFill>
                    <a:schemeClr val="tx1"/>
                  </a:solidFill>
                </a:rPr>
                <a:t>경유 횟수</a:t>
              </a:r>
            </a:p>
          </p:txBody>
        </p:sp>
        <p:grpSp>
          <p:nvGrpSpPr>
            <p:cNvPr id="469" name="그룹 468">
              <a:extLst>
                <a:ext uri="{FF2B5EF4-FFF2-40B4-BE49-F238E27FC236}">
                  <a16:creationId xmlns:a16="http://schemas.microsoft.com/office/drawing/2014/main" id="{26C79717-0B10-76C9-F4E1-BD6C2C464A5E}"/>
                </a:ext>
              </a:extLst>
            </p:cNvPr>
            <p:cNvGrpSpPr/>
            <p:nvPr/>
          </p:nvGrpSpPr>
          <p:grpSpPr>
            <a:xfrm>
              <a:off x="3612311" y="4875694"/>
              <a:ext cx="494216" cy="180000"/>
              <a:chOff x="395415" y="3933668"/>
              <a:chExt cx="494216" cy="180000"/>
            </a:xfrm>
          </p:grpSpPr>
          <p:sp>
            <p:nvSpPr>
              <p:cNvPr id="480" name="직사각형 479">
                <a:extLst>
                  <a:ext uri="{FF2B5EF4-FFF2-40B4-BE49-F238E27FC236}">
                    <a16:creationId xmlns:a16="http://schemas.microsoft.com/office/drawing/2014/main" id="{C5DB9BC1-34E6-8450-DD63-16403BFF4D20}"/>
                  </a:ext>
                </a:extLst>
              </p:cNvPr>
              <p:cNvSpPr/>
              <p:nvPr/>
            </p:nvSpPr>
            <p:spPr>
              <a:xfrm>
                <a:off x="395415" y="3966003"/>
                <a:ext cx="115330" cy="11533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81" name="직사각형 480">
                <a:extLst>
                  <a:ext uri="{FF2B5EF4-FFF2-40B4-BE49-F238E27FC236}">
                    <a16:creationId xmlns:a16="http://schemas.microsoft.com/office/drawing/2014/main" id="{1B1EFE5F-F191-B062-841E-09871A0C13E7}"/>
                  </a:ext>
                </a:extLst>
              </p:cNvPr>
              <p:cNvSpPr/>
              <p:nvPr/>
            </p:nvSpPr>
            <p:spPr>
              <a:xfrm>
                <a:off x="493631" y="3933668"/>
                <a:ext cx="396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>
                    <a:solidFill>
                      <a:schemeClr val="tx1"/>
                    </a:solidFill>
                  </a:rPr>
                  <a:t>전체</a:t>
                </a:r>
              </a:p>
            </p:txBody>
          </p:sp>
        </p:grpSp>
        <p:grpSp>
          <p:nvGrpSpPr>
            <p:cNvPr id="470" name="그룹 469">
              <a:extLst>
                <a:ext uri="{FF2B5EF4-FFF2-40B4-BE49-F238E27FC236}">
                  <a16:creationId xmlns:a16="http://schemas.microsoft.com/office/drawing/2014/main" id="{64DBE1D2-5660-2CD7-C113-BE22DCF13007}"/>
                </a:ext>
              </a:extLst>
            </p:cNvPr>
            <p:cNvGrpSpPr/>
            <p:nvPr/>
          </p:nvGrpSpPr>
          <p:grpSpPr>
            <a:xfrm>
              <a:off x="4783823" y="4875694"/>
              <a:ext cx="494216" cy="180000"/>
              <a:chOff x="395415" y="3933668"/>
              <a:chExt cx="494216" cy="180000"/>
            </a:xfrm>
          </p:grpSpPr>
          <p:sp>
            <p:nvSpPr>
              <p:cNvPr id="478" name="직사각형 477">
                <a:extLst>
                  <a:ext uri="{FF2B5EF4-FFF2-40B4-BE49-F238E27FC236}">
                    <a16:creationId xmlns:a16="http://schemas.microsoft.com/office/drawing/2014/main" id="{1FE066D0-0486-522E-5DC8-2A3A845FFA09}"/>
                  </a:ext>
                </a:extLst>
              </p:cNvPr>
              <p:cNvSpPr/>
              <p:nvPr/>
            </p:nvSpPr>
            <p:spPr>
              <a:xfrm>
                <a:off x="395415" y="3966003"/>
                <a:ext cx="115330" cy="11533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79" name="직사각형 478">
                <a:extLst>
                  <a:ext uri="{FF2B5EF4-FFF2-40B4-BE49-F238E27FC236}">
                    <a16:creationId xmlns:a16="http://schemas.microsoft.com/office/drawing/2014/main" id="{6575891E-5FF2-7374-7455-76C0CF5673D4}"/>
                  </a:ext>
                </a:extLst>
              </p:cNvPr>
              <p:cNvSpPr/>
              <p:nvPr/>
            </p:nvSpPr>
            <p:spPr>
              <a:xfrm>
                <a:off x="493631" y="3933668"/>
                <a:ext cx="396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>
                    <a:solidFill>
                      <a:schemeClr val="tx1"/>
                    </a:solidFill>
                  </a:rPr>
                  <a:t>경유</a:t>
                </a:r>
              </a:p>
            </p:txBody>
          </p:sp>
        </p:grpSp>
        <p:grpSp>
          <p:nvGrpSpPr>
            <p:cNvPr id="471" name="그룹 470">
              <a:extLst>
                <a:ext uri="{FF2B5EF4-FFF2-40B4-BE49-F238E27FC236}">
                  <a16:creationId xmlns:a16="http://schemas.microsoft.com/office/drawing/2014/main" id="{DBE741DE-367B-9E3A-6910-3E8D93C5B882}"/>
                </a:ext>
              </a:extLst>
            </p:cNvPr>
            <p:cNvGrpSpPr/>
            <p:nvPr/>
          </p:nvGrpSpPr>
          <p:grpSpPr>
            <a:xfrm>
              <a:off x="4198067" y="4875694"/>
              <a:ext cx="494216" cy="180000"/>
              <a:chOff x="981171" y="3933668"/>
              <a:chExt cx="494216" cy="180000"/>
            </a:xfrm>
          </p:grpSpPr>
          <p:sp>
            <p:nvSpPr>
              <p:cNvPr id="472" name="직사각형 471">
                <a:extLst>
                  <a:ext uri="{FF2B5EF4-FFF2-40B4-BE49-F238E27FC236}">
                    <a16:creationId xmlns:a16="http://schemas.microsoft.com/office/drawing/2014/main" id="{19C7047E-8615-57A9-665B-69055265A1C7}"/>
                  </a:ext>
                </a:extLst>
              </p:cNvPr>
              <p:cNvSpPr/>
              <p:nvPr/>
            </p:nvSpPr>
            <p:spPr>
              <a:xfrm>
                <a:off x="1079387" y="3933668"/>
                <a:ext cx="396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>
                    <a:solidFill>
                      <a:schemeClr val="tx1"/>
                    </a:solidFill>
                  </a:rPr>
                  <a:t>직항</a:t>
                </a:r>
              </a:p>
            </p:txBody>
          </p:sp>
          <p:grpSp>
            <p:nvGrpSpPr>
              <p:cNvPr id="473" name="그룹 472">
                <a:extLst>
                  <a:ext uri="{FF2B5EF4-FFF2-40B4-BE49-F238E27FC236}">
                    <a16:creationId xmlns:a16="http://schemas.microsoft.com/office/drawing/2014/main" id="{411E2E86-D264-08A1-7BA2-BE03E86BF978}"/>
                  </a:ext>
                </a:extLst>
              </p:cNvPr>
              <p:cNvGrpSpPr/>
              <p:nvPr/>
            </p:nvGrpSpPr>
            <p:grpSpPr>
              <a:xfrm>
                <a:off x="981171" y="3966003"/>
                <a:ext cx="115330" cy="115330"/>
                <a:chOff x="981171" y="3966003"/>
                <a:chExt cx="115330" cy="115330"/>
              </a:xfrm>
            </p:grpSpPr>
            <p:sp>
              <p:nvSpPr>
                <p:cNvPr id="474" name="직사각형 473">
                  <a:extLst>
                    <a:ext uri="{FF2B5EF4-FFF2-40B4-BE49-F238E27FC236}">
                      <a16:creationId xmlns:a16="http://schemas.microsoft.com/office/drawing/2014/main" id="{9560ED23-0225-3DF5-7E3C-1C615C7AD95A}"/>
                    </a:ext>
                  </a:extLst>
                </p:cNvPr>
                <p:cNvSpPr/>
                <p:nvPr/>
              </p:nvSpPr>
              <p:spPr>
                <a:xfrm>
                  <a:off x="981171" y="3966003"/>
                  <a:ext cx="115330" cy="115330"/>
                </a:xfrm>
                <a:prstGeom prst="rect">
                  <a:avLst/>
                </a:prstGeom>
                <a:solidFill>
                  <a:schemeClr val="bg2">
                    <a:lumMod val="50000"/>
                  </a:schemeClr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accent6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grpSp>
              <p:nvGrpSpPr>
                <p:cNvPr id="475" name="그룹 474">
                  <a:extLst>
                    <a:ext uri="{FF2B5EF4-FFF2-40B4-BE49-F238E27FC236}">
                      <a16:creationId xmlns:a16="http://schemas.microsoft.com/office/drawing/2014/main" id="{3A2DB1B3-63A5-0A42-A08E-49492DBBA3D7}"/>
                    </a:ext>
                  </a:extLst>
                </p:cNvPr>
                <p:cNvGrpSpPr/>
                <p:nvPr/>
              </p:nvGrpSpPr>
              <p:grpSpPr>
                <a:xfrm>
                  <a:off x="1002836" y="4005668"/>
                  <a:ext cx="72000" cy="36000"/>
                  <a:chOff x="3413760" y="4836443"/>
                  <a:chExt cx="345002" cy="117028"/>
                </a:xfrm>
              </p:grpSpPr>
              <p:cxnSp>
                <p:nvCxnSpPr>
                  <p:cNvPr id="476" name="직선 연결선 475">
                    <a:extLst>
                      <a:ext uri="{FF2B5EF4-FFF2-40B4-BE49-F238E27FC236}">
                        <a16:creationId xmlns:a16="http://schemas.microsoft.com/office/drawing/2014/main" id="{E1E3A760-FFCD-3EB5-6D18-D09C0ACB87E8}"/>
                      </a:ext>
                    </a:extLst>
                  </p:cNvPr>
                  <p:cNvCxnSpPr/>
                  <p:nvPr/>
                </p:nvCxnSpPr>
                <p:spPr>
                  <a:xfrm>
                    <a:off x="3413760" y="4836443"/>
                    <a:ext cx="117028" cy="117028"/>
                  </a:xfrm>
                  <a:prstGeom prst="line">
                    <a:avLst/>
                  </a:prstGeom>
                  <a:ln w="63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77" name="직선 연결선 476">
                    <a:extLst>
                      <a:ext uri="{FF2B5EF4-FFF2-40B4-BE49-F238E27FC236}">
                        <a16:creationId xmlns:a16="http://schemas.microsoft.com/office/drawing/2014/main" id="{A345598C-08A3-9D10-1B8C-F83AFE34EDA8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3513912" y="4837015"/>
                    <a:ext cx="244850" cy="116456"/>
                  </a:xfrm>
                  <a:prstGeom prst="line">
                    <a:avLst/>
                  </a:prstGeom>
                  <a:ln w="63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</p:grpSp>
      <p:grpSp>
        <p:nvGrpSpPr>
          <p:cNvPr id="484" name="그룹 483">
            <a:extLst>
              <a:ext uri="{FF2B5EF4-FFF2-40B4-BE49-F238E27FC236}">
                <a16:creationId xmlns:a16="http://schemas.microsoft.com/office/drawing/2014/main" id="{EC01C755-015B-15C2-96C6-1A995F1D8E03}"/>
              </a:ext>
            </a:extLst>
          </p:cNvPr>
          <p:cNvGrpSpPr/>
          <p:nvPr/>
        </p:nvGrpSpPr>
        <p:grpSpPr>
          <a:xfrm>
            <a:off x="269294" y="3386555"/>
            <a:ext cx="1764511" cy="726376"/>
            <a:chOff x="297200" y="4049295"/>
            <a:chExt cx="1764511" cy="726376"/>
          </a:xfrm>
        </p:grpSpPr>
        <p:sp>
          <p:nvSpPr>
            <p:cNvPr id="490" name="직사각형 489">
              <a:extLst>
                <a:ext uri="{FF2B5EF4-FFF2-40B4-BE49-F238E27FC236}">
                  <a16:creationId xmlns:a16="http://schemas.microsoft.com/office/drawing/2014/main" id="{57DE96A4-044E-4AA9-3E93-C884E60AADFC}"/>
                </a:ext>
              </a:extLst>
            </p:cNvPr>
            <p:cNvSpPr/>
            <p:nvPr/>
          </p:nvSpPr>
          <p:spPr>
            <a:xfrm>
              <a:off x="297200" y="4049295"/>
              <a:ext cx="944880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b="1" dirty="0">
                  <a:solidFill>
                    <a:schemeClr val="tx1"/>
                  </a:solidFill>
                </a:rPr>
                <a:t>항공사 동맹</a:t>
              </a:r>
            </a:p>
          </p:txBody>
        </p:sp>
        <p:grpSp>
          <p:nvGrpSpPr>
            <p:cNvPr id="492" name="그룹 491">
              <a:extLst>
                <a:ext uri="{FF2B5EF4-FFF2-40B4-BE49-F238E27FC236}">
                  <a16:creationId xmlns:a16="http://schemas.microsoft.com/office/drawing/2014/main" id="{A3046063-C548-D51D-BA0E-A10B30CA751E}"/>
                </a:ext>
              </a:extLst>
            </p:cNvPr>
            <p:cNvGrpSpPr/>
            <p:nvPr/>
          </p:nvGrpSpPr>
          <p:grpSpPr>
            <a:xfrm>
              <a:off x="395415" y="4223034"/>
              <a:ext cx="494216" cy="180000"/>
              <a:chOff x="395415" y="3933668"/>
              <a:chExt cx="494216" cy="180000"/>
            </a:xfrm>
          </p:grpSpPr>
          <p:sp>
            <p:nvSpPr>
              <p:cNvPr id="79" name="직사각형 78">
                <a:extLst>
                  <a:ext uri="{FF2B5EF4-FFF2-40B4-BE49-F238E27FC236}">
                    <a16:creationId xmlns:a16="http://schemas.microsoft.com/office/drawing/2014/main" id="{880DFF61-C5F2-8466-9E6D-2751A10789AC}"/>
                  </a:ext>
                </a:extLst>
              </p:cNvPr>
              <p:cNvSpPr/>
              <p:nvPr/>
            </p:nvSpPr>
            <p:spPr>
              <a:xfrm>
                <a:off x="395415" y="3966003"/>
                <a:ext cx="115330" cy="11533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0" name="직사각형 79">
                <a:extLst>
                  <a:ext uri="{FF2B5EF4-FFF2-40B4-BE49-F238E27FC236}">
                    <a16:creationId xmlns:a16="http://schemas.microsoft.com/office/drawing/2014/main" id="{306312E8-92BA-7C68-68E3-ED6B2387D5DD}"/>
                  </a:ext>
                </a:extLst>
              </p:cNvPr>
              <p:cNvSpPr/>
              <p:nvPr/>
            </p:nvSpPr>
            <p:spPr>
              <a:xfrm>
                <a:off x="493631" y="3933668"/>
                <a:ext cx="396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>
                    <a:solidFill>
                      <a:schemeClr val="tx1"/>
                    </a:solidFill>
                  </a:rPr>
                  <a:t>전체</a:t>
                </a:r>
              </a:p>
            </p:txBody>
          </p:sp>
        </p:grpSp>
        <p:grpSp>
          <p:nvGrpSpPr>
            <p:cNvPr id="498" name="그룹 497">
              <a:extLst>
                <a:ext uri="{FF2B5EF4-FFF2-40B4-BE49-F238E27FC236}">
                  <a16:creationId xmlns:a16="http://schemas.microsoft.com/office/drawing/2014/main" id="{26E47F31-F580-6332-2985-384BDEDC9763}"/>
                </a:ext>
              </a:extLst>
            </p:cNvPr>
            <p:cNvGrpSpPr/>
            <p:nvPr/>
          </p:nvGrpSpPr>
          <p:grpSpPr>
            <a:xfrm>
              <a:off x="395415" y="4411980"/>
              <a:ext cx="710216" cy="180000"/>
              <a:chOff x="395415" y="3933668"/>
              <a:chExt cx="710216" cy="180000"/>
            </a:xfrm>
          </p:grpSpPr>
          <p:sp>
            <p:nvSpPr>
              <p:cNvPr id="77" name="직사각형 76">
                <a:extLst>
                  <a:ext uri="{FF2B5EF4-FFF2-40B4-BE49-F238E27FC236}">
                    <a16:creationId xmlns:a16="http://schemas.microsoft.com/office/drawing/2014/main" id="{5680E1E8-9206-1BC1-DB52-CE48EB923DB1}"/>
                  </a:ext>
                </a:extLst>
              </p:cNvPr>
              <p:cNvSpPr/>
              <p:nvPr/>
            </p:nvSpPr>
            <p:spPr>
              <a:xfrm>
                <a:off x="395415" y="3966003"/>
                <a:ext cx="115330" cy="11533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8" name="직사각형 77">
                <a:extLst>
                  <a:ext uri="{FF2B5EF4-FFF2-40B4-BE49-F238E27FC236}">
                    <a16:creationId xmlns:a16="http://schemas.microsoft.com/office/drawing/2014/main" id="{8CD6903D-87E9-EC91-A074-951F44F5D09C}"/>
                  </a:ext>
                </a:extLst>
              </p:cNvPr>
              <p:cNvSpPr/>
              <p:nvPr/>
            </p:nvSpPr>
            <p:spPr>
              <a:xfrm>
                <a:off x="493631" y="3933668"/>
                <a:ext cx="612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 err="1">
                    <a:solidFill>
                      <a:schemeClr val="tx1"/>
                    </a:solidFill>
                  </a:rPr>
                  <a:t>원월드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02" name="그룹 501">
              <a:extLst>
                <a:ext uri="{FF2B5EF4-FFF2-40B4-BE49-F238E27FC236}">
                  <a16:creationId xmlns:a16="http://schemas.microsoft.com/office/drawing/2014/main" id="{F569CF58-AEC9-0B49-4410-AF51BC5CB95F}"/>
                </a:ext>
              </a:extLst>
            </p:cNvPr>
            <p:cNvGrpSpPr/>
            <p:nvPr/>
          </p:nvGrpSpPr>
          <p:grpSpPr>
            <a:xfrm>
              <a:off x="1046285" y="4236639"/>
              <a:ext cx="1015426" cy="180000"/>
              <a:chOff x="395415" y="3933667"/>
              <a:chExt cx="1015426" cy="180000"/>
            </a:xfrm>
          </p:grpSpPr>
          <p:sp>
            <p:nvSpPr>
              <p:cNvPr id="75" name="직사각형 74">
                <a:extLst>
                  <a:ext uri="{FF2B5EF4-FFF2-40B4-BE49-F238E27FC236}">
                    <a16:creationId xmlns:a16="http://schemas.microsoft.com/office/drawing/2014/main" id="{A02893E1-E3F9-1206-555A-ADC08F420915}"/>
                  </a:ext>
                </a:extLst>
              </p:cNvPr>
              <p:cNvSpPr/>
              <p:nvPr/>
            </p:nvSpPr>
            <p:spPr>
              <a:xfrm>
                <a:off x="395415" y="3966002"/>
                <a:ext cx="115330" cy="11533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6" name="직사각형 75">
                <a:extLst>
                  <a:ext uri="{FF2B5EF4-FFF2-40B4-BE49-F238E27FC236}">
                    <a16:creationId xmlns:a16="http://schemas.microsoft.com/office/drawing/2014/main" id="{2468D1F4-76C1-105F-FA07-4EFE4580EC2A}"/>
                  </a:ext>
                </a:extLst>
              </p:cNvPr>
              <p:cNvSpPr/>
              <p:nvPr/>
            </p:nvSpPr>
            <p:spPr>
              <a:xfrm>
                <a:off x="493630" y="3933667"/>
                <a:ext cx="917211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 err="1">
                    <a:solidFill>
                      <a:schemeClr val="tx1"/>
                    </a:solidFill>
                  </a:rPr>
                  <a:t>스타얼라이언스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04" name="그룹 503">
              <a:extLst>
                <a:ext uri="{FF2B5EF4-FFF2-40B4-BE49-F238E27FC236}">
                  <a16:creationId xmlns:a16="http://schemas.microsoft.com/office/drawing/2014/main" id="{6E6B3B3F-9442-55C8-557A-601E5EEE311B}"/>
                </a:ext>
              </a:extLst>
            </p:cNvPr>
            <p:cNvGrpSpPr/>
            <p:nvPr/>
          </p:nvGrpSpPr>
          <p:grpSpPr>
            <a:xfrm>
              <a:off x="1046285" y="4403079"/>
              <a:ext cx="710216" cy="180000"/>
              <a:chOff x="395415" y="3933668"/>
              <a:chExt cx="710216" cy="180000"/>
            </a:xfrm>
          </p:grpSpPr>
          <p:sp>
            <p:nvSpPr>
              <p:cNvPr id="73" name="직사각형 72">
                <a:extLst>
                  <a:ext uri="{FF2B5EF4-FFF2-40B4-BE49-F238E27FC236}">
                    <a16:creationId xmlns:a16="http://schemas.microsoft.com/office/drawing/2014/main" id="{82ECC02D-5FB1-9223-928D-295CF01322FE}"/>
                  </a:ext>
                </a:extLst>
              </p:cNvPr>
              <p:cNvSpPr/>
              <p:nvPr/>
            </p:nvSpPr>
            <p:spPr>
              <a:xfrm>
                <a:off x="395415" y="3966003"/>
                <a:ext cx="115330" cy="11533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4" name="직사각형 73">
                <a:extLst>
                  <a:ext uri="{FF2B5EF4-FFF2-40B4-BE49-F238E27FC236}">
                    <a16:creationId xmlns:a16="http://schemas.microsoft.com/office/drawing/2014/main" id="{9233E448-99E0-D324-7AEF-95A42ED6A280}"/>
                  </a:ext>
                </a:extLst>
              </p:cNvPr>
              <p:cNvSpPr/>
              <p:nvPr/>
            </p:nvSpPr>
            <p:spPr>
              <a:xfrm>
                <a:off x="493631" y="3933668"/>
                <a:ext cx="612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 err="1">
                    <a:solidFill>
                      <a:schemeClr val="tx1"/>
                    </a:solidFill>
                  </a:rPr>
                  <a:t>스카이팀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05" name="그룹 504">
              <a:extLst>
                <a:ext uri="{FF2B5EF4-FFF2-40B4-BE49-F238E27FC236}">
                  <a16:creationId xmlns:a16="http://schemas.microsoft.com/office/drawing/2014/main" id="{3D858B04-167E-8B64-064E-862ADAAD68A0}"/>
                </a:ext>
              </a:extLst>
            </p:cNvPr>
            <p:cNvGrpSpPr/>
            <p:nvPr/>
          </p:nvGrpSpPr>
          <p:grpSpPr>
            <a:xfrm>
              <a:off x="395415" y="4595671"/>
              <a:ext cx="710216" cy="180000"/>
              <a:chOff x="395415" y="3933668"/>
              <a:chExt cx="710216" cy="180000"/>
            </a:xfrm>
          </p:grpSpPr>
          <p:sp>
            <p:nvSpPr>
              <p:cNvPr id="69" name="직사각형 68">
                <a:extLst>
                  <a:ext uri="{FF2B5EF4-FFF2-40B4-BE49-F238E27FC236}">
                    <a16:creationId xmlns:a16="http://schemas.microsoft.com/office/drawing/2014/main" id="{BA03367D-024A-17E6-7881-C857C273F9AD}"/>
                  </a:ext>
                </a:extLst>
              </p:cNvPr>
              <p:cNvSpPr/>
              <p:nvPr/>
            </p:nvSpPr>
            <p:spPr>
              <a:xfrm>
                <a:off x="395415" y="3966003"/>
                <a:ext cx="115330" cy="11533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0" name="직사각형 69">
                <a:extLst>
                  <a:ext uri="{FF2B5EF4-FFF2-40B4-BE49-F238E27FC236}">
                    <a16:creationId xmlns:a16="http://schemas.microsoft.com/office/drawing/2014/main" id="{49C89DFF-2021-E6B6-44D4-E1F7101A99E2}"/>
                  </a:ext>
                </a:extLst>
              </p:cNvPr>
              <p:cNvSpPr/>
              <p:nvPr/>
            </p:nvSpPr>
            <p:spPr>
              <a:xfrm>
                <a:off x="493631" y="3933668"/>
                <a:ext cx="612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>
                    <a:solidFill>
                      <a:schemeClr val="tx1"/>
                    </a:solidFill>
                  </a:rPr>
                  <a:t>기타</a:t>
                </a:r>
              </a:p>
            </p:txBody>
          </p:sp>
        </p:grpSp>
        <p:grpSp>
          <p:nvGrpSpPr>
            <p:cNvPr id="508" name="그룹 507">
              <a:extLst>
                <a:ext uri="{FF2B5EF4-FFF2-40B4-BE49-F238E27FC236}">
                  <a16:creationId xmlns:a16="http://schemas.microsoft.com/office/drawing/2014/main" id="{B88489D3-5C1C-1166-66B1-A7DE773787EA}"/>
                </a:ext>
              </a:extLst>
            </p:cNvPr>
            <p:cNvGrpSpPr/>
            <p:nvPr/>
          </p:nvGrpSpPr>
          <p:grpSpPr>
            <a:xfrm>
              <a:off x="1049366" y="4437647"/>
              <a:ext cx="115330" cy="115330"/>
              <a:chOff x="981171" y="3966003"/>
              <a:chExt cx="115330" cy="115330"/>
            </a:xfrm>
          </p:grpSpPr>
          <p:sp>
            <p:nvSpPr>
              <p:cNvPr id="511" name="직사각형 510">
                <a:extLst>
                  <a:ext uri="{FF2B5EF4-FFF2-40B4-BE49-F238E27FC236}">
                    <a16:creationId xmlns:a16="http://schemas.microsoft.com/office/drawing/2014/main" id="{308C234B-79BB-BD7B-0408-3816250F895B}"/>
                  </a:ext>
                </a:extLst>
              </p:cNvPr>
              <p:cNvSpPr/>
              <p:nvPr/>
            </p:nvSpPr>
            <p:spPr>
              <a:xfrm>
                <a:off x="981171" y="3966003"/>
                <a:ext cx="115330" cy="115330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66" name="그룹 65">
                <a:extLst>
                  <a:ext uri="{FF2B5EF4-FFF2-40B4-BE49-F238E27FC236}">
                    <a16:creationId xmlns:a16="http://schemas.microsoft.com/office/drawing/2014/main" id="{88289616-C10D-84FB-D123-53BD254F362A}"/>
                  </a:ext>
                </a:extLst>
              </p:cNvPr>
              <p:cNvGrpSpPr/>
              <p:nvPr/>
            </p:nvGrpSpPr>
            <p:grpSpPr>
              <a:xfrm>
                <a:off x="1002836" y="4005668"/>
                <a:ext cx="72000" cy="36000"/>
                <a:chOff x="3413760" y="4836443"/>
                <a:chExt cx="345002" cy="117028"/>
              </a:xfrm>
            </p:grpSpPr>
            <p:cxnSp>
              <p:nvCxnSpPr>
                <p:cNvPr id="67" name="직선 연결선 66">
                  <a:extLst>
                    <a:ext uri="{FF2B5EF4-FFF2-40B4-BE49-F238E27FC236}">
                      <a16:creationId xmlns:a16="http://schemas.microsoft.com/office/drawing/2014/main" id="{21C2C5F0-642C-3DF1-6E86-274ADF10AC78}"/>
                    </a:ext>
                  </a:extLst>
                </p:cNvPr>
                <p:cNvCxnSpPr/>
                <p:nvPr/>
              </p:nvCxnSpPr>
              <p:spPr>
                <a:xfrm>
                  <a:off x="3413760" y="4836443"/>
                  <a:ext cx="117028" cy="117028"/>
                </a:xfrm>
                <a:prstGeom prst="line">
                  <a:avLst/>
                </a:prstGeom>
                <a:ln w="6350"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" name="직선 연결선 67">
                  <a:extLst>
                    <a:ext uri="{FF2B5EF4-FFF2-40B4-BE49-F238E27FC236}">
                      <a16:creationId xmlns:a16="http://schemas.microsoft.com/office/drawing/2014/main" id="{B8899FFA-73DC-D615-36E1-233EBB36A126}"/>
                    </a:ext>
                  </a:extLst>
                </p:cNvPr>
                <p:cNvCxnSpPr/>
                <p:nvPr/>
              </p:nvCxnSpPr>
              <p:spPr>
                <a:xfrm flipV="1">
                  <a:off x="3513912" y="4837015"/>
                  <a:ext cx="244850" cy="116456"/>
                </a:xfrm>
                <a:prstGeom prst="line">
                  <a:avLst/>
                </a:prstGeom>
                <a:ln w="6350"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C7815773-A0C2-AE41-426C-8611CEACD8C5}"/>
              </a:ext>
            </a:extLst>
          </p:cNvPr>
          <p:cNvGrpSpPr/>
          <p:nvPr/>
        </p:nvGrpSpPr>
        <p:grpSpPr>
          <a:xfrm>
            <a:off x="269294" y="5685036"/>
            <a:ext cx="1810621" cy="440899"/>
            <a:chOff x="325147" y="4975411"/>
            <a:chExt cx="1810621" cy="440899"/>
          </a:xfrm>
        </p:grpSpPr>
        <p:cxnSp>
          <p:nvCxnSpPr>
            <p:cNvPr id="82" name="직선 연결선 81">
              <a:extLst>
                <a:ext uri="{FF2B5EF4-FFF2-40B4-BE49-F238E27FC236}">
                  <a16:creationId xmlns:a16="http://schemas.microsoft.com/office/drawing/2014/main" id="{5F4C6B0C-82C4-83AE-CEBD-53B2E4E2278F}"/>
                </a:ext>
              </a:extLst>
            </p:cNvPr>
            <p:cNvCxnSpPr>
              <a:cxnSpLocks/>
            </p:cNvCxnSpPr>
            <p:nvPr/>
          </p:nvCxnSpPr>
          <p:spPr>
            <a:xfrm>
              <a:off x="389200" y="5416310"/>
              <a:ext cx="1565819" cy="0"/>
            </a:xfrm>
            <a:prstGeom prst="line">
              <a:avLst/>
            </a:prstGeom>
            <a:ln w="6350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직사각형 82">
              <a:extLst>
                <a:ext uri="{FF2B5EF4-FFF2-40B4-BE49-F238E27FC236}">
                  <a16:creationId xmlns:a16="http://schemas.microsoft.com/office/drawing/2014/main" id="{BAC61BE6-F475-0F7A-EA5B-40943BCF37A4}"/>
                </a:ext>
              </a:extLst>
            </p:cNvPr>
            <p:cNvSpPr/>
            <p:nvPr/>
          </p:nvSpPr>
          <p:spPr>
            <a:xfrm>
              <a:off x="325147" y="4975411"/>
              <a:ext cx="944880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b="1" dirty="0">
                  <a:solidFill>
                    <a:schemeClr val="tx1"/>
                  </a:solidFill>
                </a:rPr>
                <a:t>규정 준수여부</a:t>
              </a:r>
            </a:p>
          </p:txBody>
        </p:sp>
        <p:grpSp>
          <p:nvGrpSpPr>
            <p:cNvPr id="84" name="그룹 83">
              <a:extLst>
                <a:ext uri="{FF2B5EF4-FFF2-40B4-BE49-F238E27FC236}">
                  <a16:creationId xmlns:a16="http://schemas.microsoft.com/office/drawing/2014/main" id="{3EDD6C0E-15C7-2FF0-7715-4670865F69E9}"/>
                </a:ext>
              </a:extLst>
            </p:cNvPr>
            <p:cNvGrpSpPr/>
            <p:nvPr/>
          </p:nvGrpSpPr>
          <p:grpSpPr>
            <a:xfrm>
              <a:off x="417480" y="5167829"/>
              <a:ext cx="494216" cy="180000"/>
              <a:chOff x="395415" y="3933668"/>
              <a:chExt cx="494216" cy="180000"/>
            </a:xfrm>
          </p:grpSpPr>
          <p:sp>
            <p:nvSpPr>
              <p:cNvPr id="96" name="직사각형 95">
                <a:extLst>
                  <a:ext uri="{FF2B5EF4-FFF2-40B4-BE49-F238E27FC236}">
                    <a16:creationId xmlns:a16="http://schemas.microsoft.com/office/drawing/2014/main" id="{DD147B10-37B6-1181-4A52-873B53F9AC9E}"/>
                  </a:ext>
                </a:extLst>
              </p:cNvPr>
              <p:cNvSpPr/>
              <p:nvPr/>
            </p:nvSpPr>
            <p:spPr>
              <a:xfrm>
                <a:off x="395415" y="3966003"/>
                <a:ext cx="115330" cy="11533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7" name="직사각형 96">
                <a:extLst>
                  <a:ext uri="{FF2B5EF4-FFF2-40B4-BE49-F238E27FC236}">
                    <a16:creationId xmlns:a16="http://schemas.microsoft.com/office/drawing/2014/main" id="{BC2B1018-D339-5E62-F500-EE41F0141ED1}"/>
                  </a:ext>
                </a:extLst>
              </p:cNvPr>
              <p:cNvSpPr/>
              <p:nvPr/>
            </p:nvSpPr>
            <p:spPr>
              <a:xfrm>
                <a:off x="493631" y="3933668"/>
                <a:ext cx="396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>
                    <a:solidFill>
                      <a:schemeClr val="tx1"/>
                    </a:solidFill>
                  </a:rPr>
                  <a:t>전체</a:t>
                </a:r>
              </a:p>
            </p:txBody>
          </p:sp>
        </p:grpSp>
        <p:grpSp>
          <p:nvGrpSpPr>
            <p:cNvPr id="85" name="그룹 84">
              <a:extLst>
                <a:ext uri="{FF2B5EF4-FFF2-40B4-BE49-F238E27FC236}">
                  <a16:creationId xmlns:a16="http://schemas.microsoft.com/office/drawing/2014/main" id="{AD220F42-7F33-BCF1-242F-BD4642D82B73}"/>
                </a:ext>
              </a:extLst>
            </p:cNvPr>
            <p:cNvGrpSpPr/>
            <p:nvPr/>
          </p:nvGrpSpPr>
          <p:grpSpPr>
            <a:xfrm>
              <a:off x="957516" y="5167829"/>
              <a:ext cx="494216" cy="180000"/>
              <a:chOff x="395415" y="3933668"/>
              <a:chExt cx="494216" cy="180000"/>
            </a:xfrm>
          </p:grpSpPr>
          <p:sp>
            <p:nvSpPr>
              <p:cNvPr id="94" name="직사각형 93">
                <a:extLst>
                  <a:ext uri="{FF2B5EF4-FFF2-40B4-BE49-F238E27FC236}">
                    <a16:creationId xmlns:a16="http://schemas.microsoft.com/office/drawing/2014/main" id="{1A7FE788-6B64-F0E2-FB63-B6B1F8E3B15F}"/>
                  </a:ext>
                </a:extLst>
              </p:cNvPr>
              <p:cNvSpPr/>
              <p:nvPr/>
            </p:nvSpPr>
            <p:spPr>
              <a:xfrm>
                <a:off x="395415" y="3966003"/>
                <a:ext cx="115330" cy="11533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5" name="직사각형 94">
                <a:extLst>
                  <a:ext uri="{FF2B5EF4-FFF2-40B4-BE49-F238E27FC236}">
                    <a16:creationId xmlns:a16="http://schemas.microsoft.com/office/drawing/2014/main" id="{6B328FDA-71A7-B87B-3AB5-05B9A64E2B8D}"/>
                  </a:ext>
                </a:extLst>
              </p:cNvPr>
              <p:cNvSpPr/>
              <p:nvPr/>
            </p:nvSpPr>
            <p:spPr>
              <a:xfrm>
                <a:off x="493631" y="3933668"/>
                <a:ext cx="396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>
                    <a:solidFill>
                      <a:schemeClr val="tx1"/>
                    </a:solidFill>
                  </a:rPr>
                  <a:t>준수</a:t>
                </a:r>
              </a:p>
            </p:txBody>
          </p:sp>
        </p:grpSp>
        <p:grpSp>
          <p:nvGrpSpPr>
            <p:cNvPr id="86" name="그룹 85">
              <a:extLst>
                <a:ext uri="{FF2B5EF4-FFF2-40B4-BE49-F238E27FC236}">
                  <a16:creationId xmlns:a16="http://schemas.microsoft.com/office/drawing/2014/main" id="{650C6863-2444-D905-9FED-A9E26D9F0340}"/>
                </a:ext>
              </a:extLst>
            </p:cNvPr>
            <p:cNvGrpSpPr/>
            <p:nvPr/>
          </p:nvGrpSpPr>
          <p:grpSpPr>
            <a:xfrm>
              <a:off x="1497552" y="5167829"/>
              <a:ext cx="638216" cy="180000"/>
              <a:chOff x="395415" y="3933668"/>
              <a:chExt cx="638216" cy="180000"/>
            </a:xfrm>
          </p:grpSpPr>
          <p:sp>
            <p:nvSpPr>
              <p:cNvPr id="92" name="직사각형 91">
                <a:extLst>
                  <a:ext uri="{FF2B5EF4-FFF2-40B4-BE49-F238E27FC236}">
                    <a16:creationId xmlns:a16="http://schemas.microsoft.com/office/drawing/2014/main" id="{E5E43528-AFFB-B86F-F3D4-D802C8D2B3DA}"/>
                  </a:ext>
                </a:extLst>
              </p:cNvPr>
              <p:cNvSpPr/>
              <p:nvPr/>
            </p:nvSpPr>
            <p:spPr>
              <a:xfrm>
                <a:off x="395415" y="3966003"/>
                <a:ext cx="115330" cy="11533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3" name="직사각형 92">
                <a:extLst>
                  <a:ext uri="{FF2B5EF4-FFF2-40B4-BE49-F238E27FC236}">
                    <a16:creationId xmlns:a16="http://schemas.microsoft.com/office/drawing/2014/main" id="{DC596B00-CA61-4003-AA9F-0C454069DFAF}"/>
                  </a:ext>
                </a:extLst>
              </p:cNvPr>
              <p:cNvSpPr/>
              <p:nvPr/>
            </p:nvSpPr>
            <p:spPr>
              <a:xfrm>
                <a:off x="493631" y="3933668"/>
                <a:ext cx="540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 err="1">
                    <a:solidFill>
                      <a:schemeClr val="tx1"/>
                    </a:solidFill>
                  </a:rPr>
                  <a:t>미준수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87" name="그룹 86">
              <a:extLst>
                <a:ext uri="{FF2B5EF4-FFF2-40B4-BE49-F238E27FC236}">
                  <a16:creationId xmlns:a16="http://schemas.microsoft.com/office/drawing/2014/main" id="{09242699-942D-E1E5-07D9-FA8A1CCE5E78}"/>
                </a:ext>
              </a:extLst>
            </p:cNvPr>
            <p:cNvGrpSpPr/>
            <p:nvPr/>
          </p:nvGrpSpPr>
          <p:grpSpPr>
            <a:xfrm>
              <a:off x="960485" y="5202348"/>
              <a:ext cx="115330" cy="115330"/>
              <a:chOff x="981171" y="3966003"/>
              <a:chExt cx="115330" cy="115330"/>
            </a:xfrm>
          </p:grpSpPr>
          <p:sp>
            <p:nvSpPr>
              <p:cNvPr id="88" name="직사각형 87">
                <a:extLst>
                  <a:ext uri="{FF2B5EF4-FFF2-40B4-BE49-F238E27FC236}">
                    <a16:creationId xmlns:a16="http://schemas.microsoft.com/office/drawing/2014/main" id="{DEE1C818-BE94-0736-00C2-A7DB99301662}"/>
                  </a:ext>
                </a:extLst>
              </p:cNvPr>
              <p:cNvSpPr/>
              <p:nvPr/>
            </p:nvSpPr>
            <p:spPr>
              <a:xfrm>
                <a:off x="981171" y="3966003"/>
                <a:ext cx="115330" cy="115330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89" name="그룹 88">
                <a:extLst>
                  <a:ext uri="{FF2B5EF4-FFF2-40B4-BE49-F238E27FC236}">
                    <a16:creationId xmlns:a16="http://schemas.microsoft.com/office/drawing/2014/main" id="{967F0F89-9748-9E98-AAFB-FD70DD9E9666}"/>
                  </a:ext>
                </a:extLst>
              </p:cNvPr>
              <p:cNvGrpSpPr/>
              <p:nvPr/>
            </p:nvGrpSpPr>
            <p:grpSpPr>
              <a:xfrm>
                <a:off x="1002836" y="4005668"/>
                <a:ext cx="72000" cy="36000"/>
                <a:chOff x="3413760" y="4836443"/>
                <a:chExt cx="345002" cy="117028"/>
              </a:xfrm>
            </p:grpSpPr>
            <p:cxnSp>
              <p:nvCxnSpPr>
                <p:cNvPr id="90" name="직선 연결선 89">
                  <a:extLst>
                    <a:ext uri="{FF2B5EF4-FFF2-40B4-BE49-F238E27FC236}">
                      <a16:creationId xmlns:a16="http://schemas.microsoft.com/office/drawing/2014/main" id="{DFF06B2D-9434-287A-EA94-9AF1C98E8F53}"/>
                    </a:ext>
                  </a:extLst>
                </p:cNvPr>
                <p:cNvCxnSpPr/>
                <p:nvPr/>
              </p:nvCxnSpPr>
              <p:spPr>
                <a:xfrm>
                  <a:off x="3413760" y="4836443"/>
                  <a:ext cx="117028" cy="117028"/>
                </a:xfrm>
                <a:prstGeom prst="line">
                  <a:avLst/>
                </a:prstGeom>
                <a:ln w="6350"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1" name="직선 연결선 90">
                  <a:extLst>
                    <a:ext uri="{FF2B5EF4-FFF2-40B4-BE49-F238E27FC236}">
                      <a16:creationId xmlns:a16="http://schemas.microsoft.com/office/drawing/2014/main" id="{45832E2B-7C84-DA59-6B54-64B180D0C21D}"/>
                    </a:ext>
                  </a:extLst>
                </p:cNvPr>
                <p:cNvCxnSpPr/>
                <p:nvPr/>
              </p:nvCxnSpPr>
              <p:spPr>
                <a:xfrm flipV="1">
                  <a:off x="3513912" y="4837015"/>
                  <a:ext cx="244850" cy="116456"/>
                </a:xfrm>
                <a:prstGeom prst="line">
                  <a:avLst/>
                </a:prstGeom>
                <a:ln w="6350"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cxnSp>
        <p:nvCxnSpPr>
          <p:cNvPr id="98" name="직선 연결선 97">
            <a:extLst>
              <a:ext uri="{FF2B5EF4-FFF2-40B4-BE49-F238E27FC236}">
                <a16:creationId xmlns:a16="http://schemas.microsoft.com/office/drawing/2014/main" id="{8A7091FB-7C76-229A-959B-FD94871DF3C2}"/>
              </a:ext>
            </a:extLst>
          </p:cNvPr>
          <p:cNvCxnSpPr>
            <a:cxnSpLocks/>
          </p:cNvCxnSpPr>
          <p:nvPr/>
        </p:nvCxnSpPr>
        <p:spPr>
          <a:xfrm>
            <a:off x="344416" y="5113669"/>
            <a:ext cx="1565819" cy="0"/>
          </a:xfrm>
          <a:prstGeom prst="line">
            <a:avLst/>
          </a:prstGeom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9" name="그룹 98">
            <a:extLst>
              <a:ext uri="{FF2B5EF4-FFF2-40B4-BE49-F238E27FC236}">
                <a16:creationId xmlns:a16="http://schemas.microsoft.com/office/drawing/2014/main" id="{89149C17-7DD9-58E1-B04F-83520FE2B932}"/>
              </a:ext>
            </a:extLst>
          </p:cNvPr>
          <p:cNvGrpSpPr/>
          <p:nvPr/>
        </p:nvGrpSpPr>
        <p:grpSpPr>
          <a:xfrm>
            <a:off x="254020" y="4300451"/>
            <a:ext cx="1764511" cy="726376"/>
            <a:chOff x="297200" y="4049295"/>
            <a:chExt cx="1764511" cy="726376"/>
          </a:xfrm>
        </p:grpSpPr>
        <p:sp>
          <p:nvSpPr>
            <p:cNvPr id="100" name="직사각형 99">
              <a:extLst>
                <a:ext uri="{FF2B5EF4-FFF2-40B4-BE49-F238E27FC236}">
                  <a16:creationId xmlns:a16="http://schemas.microsoft.com/office/drawing/2014/main" id="{654EC9CD-ECE7-EAAD-83FA-50C2D6407FCB}"/>
                </a:ext>
              </a:extLst>
            </p:cNvPr>
            <p:cNvSpPr/>
            <p:nvPr/>
          </p:nvSpPr>
          <p:spPr>
            <a:xfrm>
              <a:off x="297200" y="4049295"/>
              <a:ext cx="944880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b="1" dirty="0">
                  <a:solidFill>
                    <a:schemeClr val="tx1"/>
                  </a:solidFill>
                </a:rPr>
                <a:t>항공사</a:t>
              </a:r>
            </a:p>
          </p:txBody>
        </p:sp>
        <p:grpSp>
          <p:nvGrpSpPr>
            <p:cNvPr id="101" name="그룹 100">
              <a:extLst>
                <a:ext uri="{FF2B5EF4-FFF2-40B4-BE49-F238E27FC236}">
                  <a16:creationId xmlns:a16="http://schemas.microsoft.com/office/drawing/2014/main" id="{4840F8AA-2554-699F-8EF4-8C3D0E29C912}"/>
                </a:ext>
              </a:extLst>
            </p:cNvPr>
            <p:cNvGrpSpPr/>
            <p:nvPr/>
          </p:nvGrpSpPr>
          <p:grpSpPr>
            <a:xfrm>
              <a:off x="395415" y="4223034"/>
              <a:ext cx="725490" cy="178301"/>
              <a:chOff x="395415" y="3933668"/>
              <a:chExt cx="725490" cy="178301"/>
            </a:xfrm>
          </p:grpSpPr>
          <p:sp>
            <p:nvSpPr>
              <p:cNvPr id="119" name="직사각형 118">
                <a:extLst>
                  <a:ext uri="{FF2B5EF4-FFF2-40B4-BE49-F238E27FC236}">
                    <a16:creationId xmlns:a16="http://schemas.microsoft.com/office/drawing/2014/main" id="{0A9963AE-017C-72EC-77B9-7DE4855D401C}"/>
                  </a:ext>
                </a:extLst>
              </p:cNvPr>
              <p:cNvSpPr/>
              <p:nvPr/>
            </p:nvSpPr>
            <p:spPr>
              <a:xfrm>
                <a:off x="395415" y="3966003"/>
                <a:ext cx="115330" cy="11533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0" name="직사각형 119">
                <a:extLst>
                  <a:ext uri="{FF2B5EF4-FFF2-40B4-BE49-F238E27FC236}">
                    <a16:creationId xmlns:a16="http://schemas.microsoft.com/office/drawing/2014/main" id="{F59401AD-AA42-508E-CD59-680C21C5C6BC}"/>
                  </a:ext>
                </a:extLst>
              </p:cNvPr>
              <p:cNvSpPr/>
              <p:nvPr/>
            </p:nvSpPr>
            <p:spPr>
              <a:xfrm>
                <a:off x="493631" y="3933668"/>
                <a:ext cx="627274" cy="17830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>
                    <a:solidFill>
                      <a:schemeClr val="tx1"/>
                    </a:solidFill>
                  </a:rPr>
                  <a:t>대한항공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02" name="그룹 101">
              <a:extLst>
                <a:ext uri="{FF2B5EF4-FFF2-40B4-BE49-F238E27FC236}">
                  <a16:creationId xmlns:a16="http://schemas.microsoft.com/office/drawing/2014/main" id="{91D803EC-3F3A-6C07-C5F0-8B08DCEDC519}"/>
                </a:ext>
              </a:extLst>
            </p:cNvPr>
            <p:cNvGrpSpPr/>
            <p:nvPr/>
          </p:nvGrpSpPr>
          <p:grpSpPr>
            <a:xfrm>
              <a:off x="395415" y="4411980"/>
              <a:ext cx="710216" cy="180000"/>
              <a:chOff x="395415" y="3933668"/>
              <a:chExt cx="710216" cy="180000"/>
            </a:xfrm>
          </p:grpSpPr>
          <p:sp>
            <p:nvSpPr>
              <p:cNvPr id="117" name="직사각형 116">
                <a:extLst>
                  <a:ext uri="{FF2B5EF4-FFF2-40B4-BE49-F238E27FC236}">
                    <a16:creationId xmlns:a16="http://schemas.microsoft.com/office/drawing/2014/main" id="{189D9FDA-1D64-3E60-A6FB-4114CBC7A7D5}"/>
                  </a:ext>
                </a:extLst>
              </p:cNvPr>
              <p:cNvSpPr/>
              <p:nvPr/>
            </p:nvSpPr>
            <p:spPr>
              <a:xfrm>
                <a:off x="395415" y="3966003"/>
                <a:ext cx="115330" cy="11533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8" name="직사각형 117">
                <a:extLst>
                  <a:ext uri="{FF2B5EF4-FFF2-40B4-BE49-F238E27FC236}">
                    <a16:creationId xmlns:a16="http://schemas.microsoft.com/office/drawing/2014/main" id="{3649D60C-1923-D468-EBFB-1D0B213EEFAA}"/>
                  </a:ext>
                </a:extLst>
              </p:cNvPr>
              <p:cNvSpPr/>
              <p:nvPr/>
            </p:nvSpPr>
            <p:spPr>
              <a:xfrm>
                <a:off x="493631" y="3933668"/>
                <a:ext cx="612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 err="1">
                    <a:solidFill>
                      <a:schemeClr val="tx1"/>
                    </a:solidFill>
                  </a:rPr>
                  <a:t>진에어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03" name="그룹 102">
              <a:extLst>
                <a:ext uri="{FF2B5EF4-FFF2-40B4-BE49-F238E27FC236}">
                  <a16:creationId xmlns:a16="http://schemas.microsoft.com/office/drawing/2014/main" id="{A935C6DD-8C61-6AA0-1B7D-43120C6B87E7}"/>
                </a:ext>
              </a:extLst>
            </p:cNvPr>
            <p:cNvGrpSpPr/>
            <p:nvPr/>
          </p:nvGrpSpPr>
          <p:grpSpPr>
            <a:xfrm>
              <a:off x="1046285" y="4236639"/>
              <a:ext cx="1015426" cy="180000"/>
              <a:chOff x="395415" y="3933667"/>
              <a:chExt cx="1015426" cy="180000"/>
            </a:xfrm>
          </p:grpSpPr>
          <p:sp>
            <p:nvSpPr>
              <p:cNvPr id="115" name="직사각형 114">
                <a:extLst>
                  <a:ext uri="{FF2B5EF4-FFF2-40B4-BE49-F238E27FC236}">
                    <a16:creationId xmlns:a16="http://schemas.microsoft.com/office/drawing/2014/main" id="{CA687257-A0B5-3650-75A0-46C8A4E285AE}"/>
                  </a:ext>
                </a:extLst>
              </p:cNvPr>
              <p:cNvSpPr/>
              <p:nvPr/>
            </p:nvSpPr>
            <p:spPr>
              <a:xfrm>
                <a:off x="395415" y="3966002"/>
                <a:ext cx="115330" cy="11533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6" name="직사각형 115">
                <a:extLst>
                  <a:ext uri="{FF2B5EF4-FFF2-40B4-BE49-F238E27FC236}">
                    <a16:creationId xmlns:a16="http://schemas.microsoft.com/office/drawing/2014/main" id="{8DAD1979-9347-298D-48FA-1DEE79426E52}"/>
                  </a:ext>
                </a:extLst>
              </p:cNvPr>
              <p:cNvSpPr/>
              <p:nvPr/>
            </p:nvSpPr>
            <p:spPr>
              <a:xfrm>
                <a:off x="493630" y="3933667"/>
                <a:ext cx="917211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>
                    <a:solidFill>
                      <a:schemeClr val="tx1"/>
                    </a:solidFill>
                  </a:rPr>
                  <a:t>아시아나</a:t>
                </a:r>
              </a:p>
            </p:txBody>
          </p:sp>
        </p:grpSp>
        <p:grpSp>
          <p:nvGrpSpPr>
            <p:cNvPr id="104" name="그룹 103">
              <a:extLst>
                <a:ext uri="{FF2B5EF4-FFF2-40B4-BE49-F238E27FC236}">
                  <a16:creationId xmlns:a16="http://schemas.microsoft.com/office/drawing/2014/main" id="{71FDC70C-8014-0B13-E2CF-D577C518786A}"/>
                </a:ext>
              </a:extLst>
            </p:cNvPr>
            <p:cNvGrpSpPr/>
            <p:nvPr/>
          </p:nvGrpSpPr>
          <p:grpSpPr>
            <a:xfrm>
              <a:off x="1046285" y="4403079"/>
              <a:ext cx="710216" cy="180000"/>
              <a:chOff x="395415" y="3933668"/>
              <a:chExt cx="710216" cy="180000"/>
            </a:xfrm>
          </p:grpSpPr>
          <p:sp>
            <p:nvSpPr>
              <p:cNvPr id="113" name="직사각형 112">
                <a:extLst>
                  <a:ext uri="{FF2B5EF4-FFF2-40B4-BE49-F238E27FC236}">
                    <a16:creationId xmlns:a16="http://schemas.microsoft.com/office/drawing/2014/main" id="{25DD07AA-F4DF-413B-7B18-1835D72DE29C}"/>
                  </a:ext>
                </a:extLst>
              </p:cNvPr>
              <p:cNvSpPr/>
              <p:nvPr/>
            </p:nvSpPr>
            <p:spPr>
              <a:xfrm>
                <a:off x="395415" y="3966003"/>
                <a:ext cx="115330" cy="11533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4" name="직사각형 113">
                <a:extLst>
                  <a:ext uri="{FF2B5EF4-FFF2-40B4-BE49-F238E27FC236}">
                    <a16:creationId xmlns:a16="http://schemas.microsoft.com/office/drawing/2014/main" id="{7C587DA3-90CB-71F6-18F2-BA1CF3235845}"/>
                  </a:ext>
                </a:extLst>
              </p:cNvPr>
              <p:cNvSpPr/>
              <p:nvPr/>
            </p:nvSpPr>
            <p:spPr>
              <a:xfrm>
                <a:off x="493631" y="3933668"/>
                <a:ext cx="612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 err="1">
                    <a:solidFill>
                      <a:schemeClr val="tx1"/>
                    </a:solidFill>
                  </a:rPr>
                  <a:t>부산에어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05" name="그룹 104">
              <a:extLst>
                <a:ext uri="{FF2B5EF4-FFF2-40B4-BE49-F238E27FC236}">
                  <a16:creationId xmlns:a16="http://schemas.microsoft.com/office/drawing/2014/main" id="{38F3E13E-7521-3A55-3C68-0A79C4AAF33E}"/>
                </a:ext>
              </a:extLst>
            </p:cNvPr>
            <p:cNvGrpSpPr/>
            <p:nvPr/>
          </p:nvGrpSpPr>
          <p:grpSpPr>
            <a:xfrm>
              <a:off x="395415" y="4595671"/>
              <a:ext cx="710216" cy="180000"/>
              <a:chOff x="395415" y="3933668"/>
              <a:chExt cx="710216" cy="180000"/>
            </a:xfrm>
          </p:grpSpPr>
          <p:sp>
            <p:nvSpPr>
              <p:cNvPr id="111" name="직사각형 110">
                <a:extLst>
                  <a:ext uri="{FF2B5EF4-FFF2-40B4-BE49-F238E27FC236}">
                    <a16:creationId xmlns:a16="http://schemas.microsoft.com/office/drawing/2014/main" id="{34505C47-DE41-0566-1282-466E909D32F9}"/>
                  </a:ext>
                </a:extLst>
              </p:cNvPr>
              <p:cNvSpPr/>
              <p:nvPr/>
            </p:nvSpPr>
            <p:spPr>
              <a:xfrm>
                <a:off x="395415" y="3966003"/>
                <a:ext cx="115330" cy="11533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2" name="직사각형 111">
                <a:extLst>
                  <a:ext uri="{FF2B5EF4-FFF2-40B4-BE49-F238E27FC236}">
                    <a16:creationId xmlns:a16="http://schemas.microsoft.com/office/drawing/2014/main" id="{C9B25879-1EF0-CF49-1D99-8B4D0AE5BDA7}"/>
                  </a:ext>
                </a:extLst>
              </p:cNvPr>
              <p:cNvSpPr/>
              <p:nvPr/>
            </p:nvSpPr>
            <p:spPr>
              <a:xfrm>
                <a:off x="493631" y="3933668"/>
                <a:ext cx="612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>
                    <a:solidFill>
                      <a:schemeClr val="tx1"/>
                    </a:solidFill>
                  </a:rPr>
                  <a:t>독일한공</a:t>
                </a:r>
              </a:p>
            </p:txBody>
          </p:sp>
        </p:grpSp>
        <p:grpSp>
          <p:nvGrpSpPr>
            <p:cNvPr id="106" name="그룹 105">
              <a:extLst>
                <a:ext uri="{FF2B5EF4-FFF2-40B4-BE49-F238E27FC236}">
                  <a16:creationId xmlns:a16="http://schemas.microsoft.com/office/drawing/2014/main" id="{FCDC87B2-BF52-2ADE-CCFD-F85766D97503}"/>
                </a:ext>
              </a:extLst>
            </p:cNvPr>
            <p:cNvGrpSpPr/>
            <p:nvPr/>
          </p:nvGrpSpPr>
          <p:grpSpPr>
            <a:xfrm>
              <a:off x="1049366" y="4437647"/>
              <a:ext cx="115330" cy="115330"/>
              <a:chOff x="981171" y="3966003"/>
              <a:chExt cx="115330" cy="115330"/>
            </a:xfrm>
          </p:grpSpPr>
          <p:sp>
            <p:nvSpPr>
              <p:cNvPr id="107" name="직사각형 106">
                <a:extLst>
                  <a:ext uri="{FF2B5EF4-FFF2-40B4-BE49-F238E27FC236}">
                    <a16:creationId xmlns:a16="http://schemas.microsoft.com/office/drawing/2014/main" id="{3301356D-50F7-5E68-9822-4A2CEB1762E7}"/>
                  </a:ext>
                </a:extLst>
              </p:cNvPr>
              <p:cNvSpPr/>
              <p:nvPr/>
            </p:nvSpPr>
            <p:spPr>
              <a:xfrm>
                <a:off x="981171" y="3966003"/>
                <a:ext cx="115330" cy="115330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08" name="그룹 107">
                <a:extLst>
                  <a:ext uri="{FF2B5EF4-FFF2-40B4-BE49-F238E27FC236}">
                    <a16:creationId xmlns:a16="http://schemas.microsoft.com/office/drawing/2014/main" id="{BA430DB5-E4EB-CA31-04F8-8CB673A96F3C}"/>
                  </a:ext>
                </a:extLst>
              </p:cNvPr>
              <p:cNvGrpSpPr/>
              <p:nvPr/>
            </p:nvGrpSpPr>
            <p:grpSpPr>
              <a:xfrm>
                <a:off x="1002836" y="4005668"/>
                <a:ext cx="72000" cy="36000"/>
                <a:chOff x="3413760" y="4836443"/>
                <a:chExt cx="345002" cy="117028"/>
              </a:xfrm>
            </p:grpSpPr>
            <p:cxnSp>
              <p:nvCxnSpPr>
                <p:cNvPr id="109" name="직선 연결선 108">
                  <a:extLst>
                    <a:ext uri="{FF2B5EF4-FFF2-40B4-BE49-F238E27FC236}">
                      <a16:creationId xmlns:a16="http://schemas.microsoft.com/office/drawing/2014/main" id="{DDEEB158-193E-AB25-99FF-3A0E049FC5D8}"/>
                    </a:ext>
                  </a:extLst>
                </p:cNvPr>
                <p:cNvCxnSpPr/>
                <p:nvPr/>
              </p:nvCxnSpPr>
              <p:spPr>
                <a:xfrm>
                  <a:off x="3413760" y="4836443"/>
                  <a:ext cx="117028" cy="117028"/>
                </a:xfrm>
                <a:prstGeom prst="line">
                  <a:avLst/>
                </a:prstGeom>
                <a:ln w="6350"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0" name="직선 연결선 109">
                  <a:extLst>
                    <a:ext uri="{FF2B5EF4-FFF2-40B4-BE49-F238E27FC236}">
                      <a16:creationId xmlns:a16="http://schemas.microsoft.com/office/drawing/2014/main" id="{68713B0D-F95C-AAA0-18B0-0923AD691313}"/>
                    </a:ext>
                  </a:extLst>
                </p:cNvPr>
                <p:cNvCxnSpPr/>
                <p:nvPr/>
              </p:nvCxnSpPr>
              <p:spPr>
                <a:xfrm flipV="1">
                  <a:off x="3513912" y="4837015"/>
                  <a:ext cx="244850" cy="116456"/>
                </a:xfrm>
                <a:prstGeom prst="line">
                  <a:avLst/>
                </a:prstGeom>
                <a:ln w="6350"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233" name="사각형: 둥근 모서리 232">
            <a:extLst>
              <a:ext uri="{FF2B5EF4-FFF2-40B4-BE49-F238E27FC236}">
                <a16:creationId xmlns:a16="http://schemas.microsoft.com/office/drawing/2014/main" id="{3B09CDC7-2AB7-4147-A2F5-F3518BF75D03}"/>
              </a:ext>
            </a:extLst>
          </p:cNvPr>
          <p:cNvSpPr/>
          <p:nvPr/>
        </p:nvSpPr>
        <p:spPr>
          <a:xfrm>
            <a:off x="3060674" y="3687204"/>
            <a:ext cx="651986" cy="161450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>
                <a:solidFill>
                  <a:schemeClr val="tx1"/>
                </a:solidFill>
              </a:rPr>
              <a:t>잔여좌석 </a:t>
            </a:r>
            <a:r>
              <a:rPr lang="en-US" altLang="ko-KR" sz="600" dirty="0">
                <a:solidFill>
                  <a:schemeClr val="tx1"/>
                </a:solidFill>
              </a:rPr>
              <a:t>9</a:t>
            </a:r>
            <a:r>
              <a:rPr lang="ko-KR" altLang="en-US" sz="600" dirty="0">
                <a:solidFill>
                  <a:schemeClr val="tx1"/>
                </a:solidFill>
              </a:rPr>
              <a:t>석</a:t>
            </a:r>
          </a:p>
        </p:txBody>
      </p:sp>
      <p:sp>
        <p:nvSpPr>
          <p:cNvPr id="235" name="사각형: 둥근 모서리 234">
            <a:extLst>
              <a:ext uri="{FF2B5EF4-FFF2-40B4-BE49-F238E27FC236}">
                <a16:creationId xmlns:a16="http://schemas.microsoft.com/office/drawing/2014/main" id="{2B8B9868-247B-43C2-80BB-34FCC8CB0FA7}"/>
              </a:ext>
            </a:extLst>
          </p:cNvPr>
          <p:cNvSpPr/>
          <p:nvPr/>
        </p:nvSpPr>
        <p:spPr>
          <a:xfrm>
            <a:off x="2688657" y="5109531"/>
            <a:ext cx="389280" cy="163368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>
                <a:solidFill>
                  <a:schemeClr val="tx1"/>
                </a:solidFill>
              </a:rPr>
              <a:t>직항</a:t>
            </a:r>
          </a:p>
        </p:txBody>
      </p:sp>
      <p:sp>
        <p:nvSpPr>
          <p:cNvPr id="236" name="직사각형 235">
            <a:extLst>
              <a:ext uri="{FF2B5EF4-FFF2-40B4-BE49-F238E27FC236}">
                <a16:creationId xmlns:a16="http://schemas.microsoft.com/office/drawing/2014/main" id="{CF9C5398-7AF6-4A34-BC55-BCA16AB3733B}"/>
              </a:ext>
            </a:extLst>
          </p:cNvPr>
          <p:cNvSpPr/>
          <p:nvPr/>
        </p:nvSpPr>
        <p:spPr>
          <a:xfrm>
            <a:off x="2357340" y="4150274"/>
            <a:ext cx="748834" cy="1614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500" dirty="0">
                <a:solidFill>
                  <a:schemeClr val="bg2">
                    <a:lumMod val="50000"/>
                  </a:schemeClr>
                </a:solidFill>
              </a:rPr>
              <a:t>KE439 </a:t>
            </a:r>
            <a:r>
              <a:rPr lang="ko-KR" altLang="en-US" sz="500" dirty="0">
                <a:solidFill>
                  <a:schemeClr val="bg2">
                    <a:lumMod val="50000"/>
                  </a:schemeClr>
                </a:solidFill>
              </a:rPr>
              <a:t>수화물포함</a:t>
            </a:r>
          </a:p>
        </p:txBody>
      </p:sp>
      <p:sp>
        <p:nvSpPr>
          <p:cNvPr id="237" name="직사각형 236">
            <a:extLst>
              <a:ext uri="{FF2B5EF4-FFF2-40B4-BE49-F238E27FC236}">
                <a16:creationId xmlns:a16="http://schemas.microsoft.com/office/drawing/2014/main" id="{6E7439D5-48C1-44CC-82D4-CCEC7E28B974}"/>
              </a:ext>
            </a:extLst>
          </p:cNvPr>
          <p:cNvSpPr/>
          <p:nvPr/>
        </p:nvSpPr>
        <p:spPr>
          <a:xfrm>
            <a:off x="2366020" y="4665603"/>
            <a:ext cx="748834" cy="1614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500" dirty="0">
                <a:solidFill>
                  <a:schemeClr val="bg2">
                    <a:lumMod val="50000"/>
                  </a:schemeClr>
                </a:solidFill>
              </a:rPr>
              <a:t>GL5169 </a:t>
            </a:r>
            <a:r>
              <a:rPr lang="ko-KR" altLang="en-US" sz="500" dirty="0">
                <a:solidFill>
                  <a:schemeClr val="bg2">
                    <a:lumMod val="50000"/>
                  </a:schemeClr>
                </a:solidFill>
              </a:rPr>
              <a:t>수화물포함</a:t>
            </a:r>
          </a:p>
        </p:txBody>
      </p:sp>
      <p:sp>
        <p:nvSpPr>
          <p:cNvPr id="238" name="직사각형 237">
            <a:extLst>
              <a:ext uri="{FF2B5EF4-FFF2-40B4-BE49-F238E27FC236}">
                <a16:creationId xmlns:a16="http://schemas.microsoft.com/office/drawing/2014/main" id="{E28B3051-FD3D-48DA-B642-C5F0DD08D584}"/>
              </a:ext>
            </a:extLst>
          </p:cNvPr>
          <p:cNvSpPr/>
          <p:nvPr/>
        </p:nvSpPr>
        <p:spPr>
          <a:xfrm>
            <a:off x="2371310" y="5555650"/>
            <a:ext cx="833973" cy="1614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500" dirty="0">
                <a:solidFill>
                  <a:schemeClr val="bg2">
                    <a:lumMod val="50000"/>
                  </a:schemeClr>
                </a:solidFill>
              </a:rPr>
              <a:t>KE439 </a:t>
            </a:r>
            <a:r>
              <a:rPr lang="ko-KR" altLang="en-US" sz="500" dirty="0" err="1">
                <a:solidFill>
                  <a:srgbClr val="FF0000"/>
                </a:solidFill>
              </a:rPr>
              <a:t>수화물미포함</a:t>
            </a:r>
            <a:endParaRPr lang="ko-KR" altLang="en-US" sz="500" dirty="0">
              <a:solidFill>
                <a:srgbClr val="FF0000"/>
              </a:solidFill>
            </a:endParaRPr>
          </a:p>
        </p:txBody>
      </p:sp>
      <p:sp>
        <p:nvSpPr>
          <p:cNvPr id="239" name="직사각형 238">
            <a:extLst>
              <a:ext uri="{FF2B5EF4-FFF2-40B4-BE49-F238E27FC236}">
                <a16:creationId xmlns:a16="http://schemas.microsoft.com/office/drawing/2014/main" id="{E563F8E4-6085-4069-88D3-2B8C05CF380F}"/>
              </a:ext>
            </a:extLst>
          </p:cNvPr>
          <p:cNvSpPr/>
          <p:nvPr/>
        </p:nvSpPr>
        <p:spPr>
          <a:xfrm>
            <a:off x="2397234" y="6232929"/>
            <a:ext cx="833973" cy="1614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500" dirty="0">
                <a:solidFill>
                  <a:schemeClr val="bg2">
                    <a:lumMod val="50000"/>
                  </a:schemeClr>
                </a:solidFill>
              </a:rPr>
              <a:t>KE1526 </a:t>
            </a:r>
            <a:r>
              <a:rPr lang="ko-KR" altLang="en-US" sz="500" dirty="0" err="1">
                <a:solidFill>
                  <a:srgbClr val="FF0000"/>
                </a:solidFill>
              </a:rPr>
              <a:t>수화물미포함</a:t>
            </a:r>
            <a:endParaRPr lang="ko-KR" altLang="en-US" sz="500" dirty="0">
              <a:solidFill>
                <a:srgbClr val="FF0000"/>
              </a:solidFill>
            </a:endParaRPr>
          </a:p>
        </p:txBody>
      </p:sp>
      <p:sp>
        <p:nvSpPr>
          <p:cNvPr id="241" name="사각형: 둥근 모서리 240">
            <a:extLst>
              <a:ext uri="{FF2B5EF4-FFF2-40B4-BE49-F238E27FC236}">
                <a16:creationId xmlns:a16="http://schemas.microsoft.com/office/drawing/2014/main" id="{A01D148F-411B-4CCE-ABA9-2EFDE304A3DC}"/>
              </a:ext>
            </a:extLst>
          </p:cNvPr>
          <p:cNvSpPr/>
          <p:nvPr/>
        </p:nvSpPr>
        <p:spPr>
          <a:xfrm>
            <a:off x="7358662" y="5602694"/>
            <a:ext cx="812763" cy="129924"/>
          </a:xfrm>
          <a:prstGeom prst="roundRect">
            <a:avLst/>
          </a:prstGeom>
          <a:solidFill>
            <a:srgbClr val="2176FF"/>
          </a:solidFill>
          <a:ln>
            <a:solidFill>
              <a:srgbClr val="2176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b="1" dirty="0">
                <a:solidFill>
                  <a:schemeClr val="bg1"/>
                </a:solidFill>
              </a:rPr>
              <a:t>기업전용 요금</a:t>
            </a:r>
          </a:p>
        </p:txBody>
      </p:sp>
      <p:sp>
        <p:nvSpPr>
          <p:cNvPr id="243" name="직사각형 242">
            <a:extLst>
              <a:ext uri="{FF2B5EF4-FFF2-40B4-BE49-F238E27FC236}">
                <a16:creationId xmlns:a16="http://schemas.microsoft.com/office/drawing/2014/main" id="{ECE9F53A-A9E3-487E-B9C5-750CFDCADCA9}"/>
              </a:ext>
            </a:extLst>
          </p:cNvPr>
          <p:cNvSpPr/>
          <p:nvPr/>
        </p:nvSpPr>
        <p:spPr>
          <a:xfrm>
            <a:off x="7262496" y="5566835"/>
            <a:ext cx="913859" cy="22382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44" name="그룹 243">
            <a:extLst>
              <a:ext uri="{FF2B5EF4-FFF2-40B4-BE49-F238E27FC236}">
                <a16:creationId xmlns:a16="http://schemas.microsoft.com/office/drawing/2014/main" id="{27DB3556-7F91-401F-A7A2-E4F25377B718}"/>
              </a:ext>
            </a:extLst>
          </p:cNvPr>
          <p:cNvGrpSpPr/>
          <p:nvPr/>
        </p:nvGrpSpPr>
        <p:grpSpPr>
          <a:xfrm>
            <a:off x="7124041" y="5450828"/>
            <a:ext cx="276910" cy="215444"/>
            <a:chOff x="4507293" y="1910946"/>
            <a:chExt cx="276910" cy="215444"/>
          </a:xfrm>
        </p:grpSpPr>
        <p:sp>
          <p:nvSpPr>
            <p:cNvPr id="245" name="타원 244">
              <a:extLst>
                <a:ext uri="{FF2B5EF4-FFF2-40B4-BE49-F238E27FC236}">
                  <a16:creationId xmlns:a16="http://schemas.microsoft.com/office/drawing/2014/main" id="{F1492561-ADF4-4E28-9F9A-0770AFD77FD6}"/>
                </a:ext>
              </a:extLst>
            </p:cNvPr>
            <p:cNvSpPr/>
            <p:nvPr/>
          </p:nvSpPr>
          <p:spPr>
            <a:xfrm>
              <a:off x="4536630" y="1922684"/>
              <a:ext cx="171278" cy="18690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6" name="TextBox 245">
              <a:extLst>
                <a:ext uri="{FF2B5EF4-FFF2-40B4-BE49-F238E27FC236}">
                  <a16:creationId xmlns:a16="http://schemas.microsoft.com/office/drawing/2014/main" id="{7E77F3AC-1AF5-480B-866F-098F1E955ED6}"/>
                </a:ext>
              </a:extLst>
            </p:cNvPr>
            <p:cNvSpPr txBox="1"/>
            <p:nvPr/>
          </p:nvSpPr>
          <p:spPr>
            <a:xfrm>
              <a:off x="4507293" y="1910946"/>
              <a:ext cx="2769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>
                  <a:solidFill>
                    <a:schemeClr val="bg1"/>
                  </a:solidFill>
                </a:rPr>
                <a:t>6</a:t>
              </a:r>
              <a:endParaRPr lang="ko-KR" altLang="en-US" sz="8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329" name="직사각형 328">
            <a:extLst>
              <a:ext uri="{FF2B5EF4-FFF2-40B4-BE49-F238E27FC236}">
                <a16:creationId xmlns:a16="http://schemas.microsoft.com/office/drawing/2014/main" id="{9CBF090D-07BC-42E1-8C44-EF6EE425A146}"/>
              </a:ext>
            </a:extLst>
          </p:cNvPr>
          <p:cNvSpPr/>
          <p:nvPr/>
        </p:nvSpPr>
        <p:spPr>
          <a:xfrm>
            <a:off x="4414777" y="4194200"/>
            <a:ext cx="942739" cy="16792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30" name="그룹 329">
            <a:extLst>
              <a:ext uri="{FF2B5EF4-FFF2-40B4-BE49-F238E27FC236}">
                <a16:creationId xmlns:a16="http://schemas.microsoft.com/office/drawing/2014/main" id="{A38698BD-EE59-4D95-9ACE-9026AB27390D}"/>
              </a:ext>
            </a:extLst>
          </p:cNvPr>
          <p:cNvGrpSpPr/>
          <p:nvPr/>
        </p:nvGrpSpPr>
        <p:grpSpPr>
          <a:xfrm>
            <a:off x="4202909" y="4072976"/>
            <a:ext cx="389280" cy="215444"/>
            <a:chOff x="4457019" y="1909975"/>
            <a:chExt cx="389280" cy="215444"/>
          </a:xfrm>
        </p:grpSpPr>
        <p:sp>
          <p:nvSpPr>
            <p:cNvPr id="331" name="타원 330">
              <a:extLst>
                <a:ext uri="{FF2B5EF4-FFF2-40B4-BE49-F238E27FC236}">
                  <a16:creationId xmlns:a16="http://schemas.microsoft.com/office/drawing/2014/main" id="{FEA003CF-8C61-41C4-B8E7-69E65F327451}"/>
                </a:ext>
              </a:extLst>
            </p:cNvPr>
            <p:cNvSpPr/>
            <p:nvPr/>
          </p:nvSpPr>
          <p:spPr>
            <a:xfrm>
              <a:off x="4536630" y="1922684"/>
              <a:ext cx="171278" cy="18690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2" name="TextBox 331">
              <a:extLst>
                <a:ext uri="{FF2B5EF4-FFF2-40B4-BE49-F238E27FC236}">
                  <a16:creationId xmlns:a16="http://schemas.microsoft.com/office/drawing/2014/main" id="{B19434F2-25B4-47CD-859F-32AC4C1FAD8F}"/>
                </a:ext>
              </a:extLst>
            </p:cNvPr>
            <p:cNvSpPr txBox="1"/>
            <p:nvPr/>
          </p:nvSpPr>
          <p:spPr>
            <a:xfrm>
              <a:off x="4457019" y="1909975"/>
              <a:ext cx="38928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>
                  <a:solidFill>
                    <a:schemeClr val="bg1"/>
                  </a:solidFill>
                </a:rPr>
                <a:t>1-2</a:t>
              </a:r>
              <a:endParaRPr lang="ko-KR" altLang="en-US" sz="800" b="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205121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898B2E-BB4C-3AE6-0089-998FE3546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4E0C4AC-7475-17F4-0EE8-BCB4A24B4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16</a:t>
            </a:fld>
            <a:endParaRPr lang="ko-KR" altLang="en-US" dirty="0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EC91A1A-B4EB-5852-CB04-CD7E5B4F40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A6618-D80D-4B7E-A45B-A31FDCA0FB45}" type="datetime1">
              <a:rPr lang="ko-KR" altLang="en-US" smtClean="0"/>
              <a:t>2026-01-15</a:t>
            </a:fld>
            <a:endParaRPr lang="ko-KR" altLang="en-US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8CB0E38-5746-1D5F-13F1-4AC8051F5ED6}"/>
              </a:ext>
            </a:extLst>
          </p:cNvPr>
          <p:cNvSpPr txBox="1"/>
          <p:nvPr/>
        </p:nvSpPr>
        <p:spPr>
          <a:xfrm>
            <a:off x="992038" y="221039"/>
            <a:ext cx="13433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/>
              <a:t>항공 조회 리스트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63DBEB0A-EEC0-442A-1F78-942A4703181F}"/>
              </a:ext>
            </a:extLst>
          </p:cNvPr>
          <p:cNvSpPr txBox="1"/>
          <p:nvPr/>
        </p:nvSpPr>
        <p:spPr>
          <a:xfrm>
            <a:off x="3343528" y="188509"/>
            <a:ext cx="368789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1000" b="1" dirty="0">
                <a:solidFill>
                  <a:schemeClr val="tx1"/>
                </a:solidFill>
              </a:rPr>
              <a:t>항공 </a:t>
            </a:r>
            <a:r>
              <a:rPr lang="en-US" altLang="ko-KR" sz="1000" b="1" dirty="0">
                <a:solidFill>
                  <a:schemeClr val="tx1"/>
                </a:solidFill>
              </a:rPr>
              <a:t>&gt; </a:t>
            </a:r>
            <a:r>
              <a:rPr lang="ko-KR" altLang="en-US" sz="1000" b="1" dirty="0">
                <a:solidFill>
                  <a:schemeClr val="tx1"/>
                </a:solidFill>
              </a:rPr>
              <a:t>국제선 조회 </a:t>
            </a:r>
            <a:r>
              <a:rPr lang="en-US" altLang="ko-KR" sz="1000" b="1" dirty="0">
                <a:solidFill>
                  <a:schemeClr val="tx1"/>
                </a:solidFill>
              </a:rPr>
              <a:t>&gt; </a:t>
            </a:r>
            <a:r>
              <a:rPr lang="ko-KR" altLang="en-US" sz="1000" b="1" dirty="0"/>
              <a:t>조회 리스트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graphicFrame>
        <p:nvGraphicFramePr>
          <p:cNvPr id="40" name="표 39">
            <a:extLst>
              <a:ext uri="{FF2B5EF4-FFF2-40B4-BE49-F238E27FC236}">
                <a16:creationId xmlns:a16="http://schemas.microsoft.com/office/drawing/2014/main" id="{927EF666-FBBB-3F6E-7349-F905936F85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7742826"/>
              </p:ext>
            </p:extLst>
          </p:nvPr>
        </p:nvGraphicFramePr>
        <p:xfrm>
          <a:off x="8895422" y="89351"/>
          <a:ext cx="3208784" cy="40164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694">
                  <a:extLst>
                    <a:ext uri="{9D8B030D-6E8A-4147-A177-3AD203B41FA5}">
                      <a16:colId xmlns:a16="http://schemas.microsoft.com/office/drawing/2014/main" val="449230696"/>
                    </a:ext>
                  </a:extLst>
                </a:gridCol>
                <a:gridCol w="2935090">
                  <a:extLst>
                    <a:ext uri="{9D8B030D-6E8A-4147-A177-3AD203B41FA5}">
                      <a16:colId xmlns:a16="http://schemas.microsoft.com/office/drawing/2014/main" val="934294675"/>
                    </a:ext>
                  </a:extLst>
                </a:gridCol>
              </a:tblGrid>
              <a:tr h="323687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0687550"/>
                  </a:ext>
                </a:extLst>
              </a:tr>
              <a:tr h="272123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ko-KR" altLang="en-US" sz="900" b="1" dirty="0"/>
                        <a:t>항공 조회 리스트 </a:t>
                      </a:r>
                      <a:r>
                        <a:rPr lang="en-US" altLang="ko-KR" sz="900" b="1" dirty="0"/>
                        <a:t>(</a:t>
                      </a:r>
                      <a:r>
                        <a:rPr lang="ko-KR" altLang="en-US" sz="900" b="1" dirty="0" err="1"/>
                        <a:t>셀프예약</a:t>
                      </a:r>
                      <a:r>
                        <a:rPr lang="ko-KR" altLang="en-US" sz="900" b="1" dirty="0"/>
                        <a:t> 유</a:t>
                      </a:r>
                      <a:r>
                        <a:rPr lang="en-US" altLang="ko-KR" sz="900" b="1" dirty="0"/>
                        <a:t>/</a:t>
                      </a:r>
                      <a:r>
                        <a:rPr lang="ko-KR" altLang="en-US" sz="900" b="1" dirty="0"/>
                        <a:t>무</a:t>
                      </a:r>
                      <a:r>
                        <a:rPr lang="en-US" altLang="ko-KR" sz="900" b="1" dirty="0"/>
                        <a:t>)</a:t>
                      </a:r>
                    </a:p>
                    <a:p>
                      <a:pPr algn="l" latinLnBrk="1"/>
                      <a:r>
                        <a:rPr lang="ko-KR" altLang="en-US" sz="900" b="1" u="sng" dirty="0">
                          <a:solidFill>
                            <a:srgbClr val="FF0000"/>
                          </a:solidFill>
                        </a:rPr>
                        <a:t>셀프 예약 권한 기능을 사용하는 고객사에 한해서만 적용</a:t>
                      </a:r>
                      <a:endParaRPr lang="en-US" altLang="ko-KR" sz="900" b="1" u="sng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499294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/>
                        <a:t>1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 err="1"/>
                        <a:t>셀프예약버튼</a:t>
                      </a:r>
                      <a:r>
                        <a:rPr lang="ko-KR" altLang="en-US" sz="900" b="1" dirty="0"/>
                        <a:t> 노출</a:t>
                      </a:r>
                      <a:endParaRPr lang="en-US" altLang="ko-KR" sz="900" b="1" dirty="0"/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900" dirty="0"/>
                        <a:t>계정권환 관리 페이지에서 사용자의 항공 </a:t>
                      </a:r>
                      <a:r>
                        <a:rPr lang="ko-KR" altLang="en-US" sz="900" dirty="0" err="1"/>
                        <a:t>셀프예약</a:t>
                      </a:r>
                      <a:r>
                        <a:rPr lang="ko-KR" altLang="en-US" sz="900" dirty="0"/>
                        <a:t> 권한이 </a:t>
                      </a:r>
                      <a:r>
                        <a:rPr lang="en-US" altLang="ko-KR" sz="900" dirty="0"/>
                        <a:t>Y</a:t>
                      </a:r>
                      <a:r>
                        <a:rPr lang="ko-KR" altLang="en-US" sz="900" dirty="0"/>
                        <a:t>일 경우 노출</a:t>
                      </a:r>
                      <a:endParaRPr lang="en-US" altLang="ko-KR" sz="900" dirty="0"/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en-US" altLang="ko-KR" sz="900" b="1" dirty="0"/>
                        <a:t>N</a:t>
                      </a:r>
                      <a:r>
                        <a:rPr lang="ko-KR" altLang="en-US" sz="900" b="1" dirty="0"/>
                        <a:t>일 경우 </a:t>
                      </a:r>
                      <a:r>
                        <a:rPr lang="ko-KR" altLang="en-US" sz="900" b="1" dirty="0" err="1"/>
                        <a:t>셀프예약</a:t>
                      </a:r>
                      <a:r>
                        <a:rPr lang="ko-KR" altLang="en-US" sz="900" b="1" dirty="0"/>
                        <a:t> </a:t>
                      </a:r>
                      <a:r>
                        <a:rPr lang="ko-KR" altLang="en-US" sz="900" b="1" dirty="0" err="1"/>
                        <a:t>미노출</a:t>
                      </a:r>
                      <a:r>
                        <a:rPr lang="en-US" altLang="ko-KR" sz="900" dirty="0"/>
                        <a:t>,</a:t>
                      </a:r>
                      <a:r>
                        <a:rPr lang="ko-KR" altLang="en-US" sz="900" dirty="0"/>
                        <a:t> </a:t>
                      </a:r>
                      <a:r>
                        <a:rPr lang="ko-KR" altLang="en-US" sz="900" dirty="0" err="1"/>
                        <a:t>전담팀요청만</a:t>
                      </a:r>
                      <a:r>
                        <a:rPr lang="ko-KR" altLang="en-US" sz="900" dirty="0"/>
                        <a:t> 노출</a:t>
                      </a:r>
                      <a:endParaRPr lang="en-US" altLang="ko-KR" sz="900" dirty="0"/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900" dirty="0"/>
                        <a:t>호텔도 동일한 로직 적용</a:t>
                      </a:r>
                      <a:endParaRPr lang="en-US" altLang="ko-KR" sz="900" dirty="0"/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900" dirty="0"/>
                        <a:t>각 사용자별 </a:t>
                      </a:r>
                      <a:r>
                        <a:rPr lang="ko-KR" altLang="en-US" sz="900" dirty="0" err="1"/>
                        <a:t>셀프예약</a:t>
                      </a:r>
                      <a:r>
                        <a:rPr lang="ko-KR" altLang="en-US" sz="900" dirty="0"/>
                        <a:t> 버튼 노출 설정 관련 상세는 </a:t>
                      </a:r>
                      <a:r>
                        <a:rPr lang="ko-KR" altLang="en-US" sz="900" u="sng" dirty="0"/>
                        <a:t>관리자페이지 문서 </a:t>
                      </a:r>
                      <a:r>
                        <a:rPr lang="en-US" altLang="ko-KR" sz="900" dirty="0"/>
                        <a:t>#14PAGE </a:t>
                      </a:r>
                      <a:r>
                        <a:rPr lang="ko-KR" altLang="en-US" sz="900" dirty="0"/>
                        <a:t>참고</a:t>
                      </a:r>
                      <a:endParaRPr lang="en-US" altLang="ko-KR" sz="9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6680531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/>
                        <a:t>2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1438607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/>
                        <a:t>3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042766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/>
                        <a:t>4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484420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/>
                        <a:t>5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4342241"/>
                  </a:ext>
                </a:extLst>
              </a:tr>
              <a:tr h="27253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Check point</a:t>
                      </a:r>
                      <a:endParaRPr lang="ko-KR" altLang="en-US" sz="10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194342"/>
                  </a:ext>
                </a:extLst>
              </a:tr>
              <a:tr h="635909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u="sng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셀프예약</a:t>
                      </a:r>
                      <a:r>
                        <a:rPr lang="ko-KR" altLang="en-US" sz="900" b="1" u="sng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권한 기능을 사용하는 고객사의 경우</a:t>
                      </a:r>
                      <a:endParaRPr lang="en-US" altLang="ko-KR" sz="900" b="1" u="sng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관리자가 권한 관리 페이지에서 사용자별로 </a:t>
                      </a:r>
                      <a:br>
                        <a:rPr lang="en-US" altLang="ko-KR" sz="900" b="0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ko-KR" altLang="en-US" sz="900" b="0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항공</a:t>
                      </a:r>
                      <a:r>
                        <a:rPr lang="en-US" altLang="ko-KR" sz="900" b="0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b="0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호텔 </a:t>
                      </a:r>
                      <a:r>
                        <a:rPr lang="ko-KR" altLang="en-US" sz="900" b="0" u="none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셀프예약</a:t>
                      </a:r>
                      <a:r>
                        <a:rPr lang="ko-KR" altLang="en-US" sz="900" b="0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여부 설정하여 버튼 노출</a:t>
                      </a:r>
                      <a:endParaRPr lang="en-US" altLang="ko-KR" sz="900" b="0" u="none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u="sng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셀프예약</a:t>
                      </a:r>
                      <a:r>
                        <a:rPr lang="ko-KR" altLang="en-US" sz="900" b="1" u="sng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권한 기능을 사용하지 않는 고객사의 경우</a:t>
                      </a:r>
                      <a:endParaRPr lang="en-US" altLang="ko-KR" sz="900" b="1" u="sng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별도의 권한 설정 없이 모든 사용자에게 </a:t>
                      </a:r>
                      <a:br>
                        <a:rPr lang="en-US" altLang="ko-KR" sz="900" b="0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ko-KR" altLang="en-US" sz="900" b="0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셀프 예약 버튼 노출</a:t>
                      </a:r>
                      <a:endParaRPr lang="en-US" altLang="ko-KR" sz="900" b="0" u="none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9267137"/>
                  </a:ext>
                </a:extLst>
              </a:tr>
            </a:tbl>
          </a:graphicData>
        </a:graphic>
      </p:graphicFrame>
      <p:grpSp>
        <p:nvGrpSpPr>
          <p:cNvPr id="292" name="그룹 291">
            <a:extLst>
              <a:ext uri="{FF2B5EF4-FFF2-40B4-BE49-F238E27FC236}">
                <a16:creationId xmlns:a16="http://schemas.microsoft.com/office/drawing/2014/main" id="{A8B5121E-2822-4CE8-911D-ED45E3249F23}"/>
              </a:ext>
            </a:extLst>
          </p:cNvPr>
          <p:cNvGrpSpPr/>
          <p:nvPr/>
        </p:nvGrpSpPr>
        <p:grpSpPr>
          <a:xfrm>
            <a:off x="1335835" y="3321769"/>
            <a:ext cx="6279367" cy="1356184"/>
            <a:chOff x="2113703" y="4230639"/>
            <a:chExt cx="6279367" cy="1512000"/>
          </a:xfrm>
        </p:grpSpPr>
        <p:sp>
          <p:nvSpPr>
            <p:cNvPr id="293" name="직사각형 292">
              <a:extLst>
                <a:ext uri="{FF2B5EF4-FFF2-40B4-BE49-F238E27FC236}">
                  <a16:creationId xmlns:a16="http://schemas.microsoft.com/office/drawing/2014/main" id="{9A06E641-7C55-40F9-B1D8-9593B3D1CE74}"/>
                </a:ext>
              </a:extLst>
            </p:cNvPr>
            <p:cNvSpPr/>
            <p:nvPr/>
          </p:nvSpPr>
          <p:spPr>
            <a:xfrm>
              <a:off x="2113703" y="4230639"/>
              <a:ext cx="6214839" cy="151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294" name="직사각형 293">
              <a:extLst>
                <a:ext uri="{FF2B5EF4-FFF2-40B4-BE49-F238E27FC236}">
                  <a16:creationId xmlns:a16="http://schemas.microsoft.com/office/drawing/2014/main" id="{D1A8D738-18BF-44AA-9A08-682C32C12FCF}"/>
                </a:ext>
              </a:extLst>
            </p:cNvPr>
            <p:cNvSpPr/>
            <p:nvPr/>
          </p:nvSpPr>
          <p:spPr>
            <a:xfrm>
              <a:off x="7329201" y="5220042"/>
              <a:ext cx="900000" cy="365907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전담팀요청</a:t>
              </a:r>
              <a:endParaRPr lang="ko-KR" altLang="en-US" sz="9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grpSp>
          <p:nvGrpSpPr>
            <p:cNvPr id="295" name="그룹 294">
              <a:extLst>
                <a:ext uri="{FF2B5EF4-FFF2-40B4-BE49-F238E27FC236}">
                  <a16:creationId xmlns:a16="http://schemas.microsoft.com/office/drawing/2014/main" id="{B07BFB79-7B1B-47A0-A8E4-7FDE1C878433}"/>
                </a:ext>
              </a:extLst>
            </p:cNvPr>
            <p:cNvGrpSpPr/>
            <p:nvPr/>
          </p:nvGrpSpPr>
          <p:grpSpPr>
            <a:xfrm>
              <a:off x="6910877" y="4976346"/>
              <a:ext cx="1402471" cy="162601"/>
              <a:chOff x="6910877" y="4739316"/>
              <a:chExt cx="1402471" cy="162601"/>
            </a:xfrm>
          </p:grpSpPr>
          <p:sp>
            <p:nvSpPr>
              <p:cNvPr id="329" name="직사각형 328">
                <a:extLst>
                  <a:ext uri="{FF2B5EF4-FFF2-40B4-BE49-F238E27FC236}">
                    <a16:creationId xmlns:a16="http://schemas.microsoft.com/office/drawing/2014/main" id="{A99E883A-4704-4AFB-8B45-D67687AABA71}"/>
                  </a:ext>
                </a:extLst>
              </p:cNvPr>
              <p:cNvSpPr/>
              <p:nvPr/>
            </p:nvSpPr>
            <p:spPr>
              <a:xfrm>
                <a:off x="6910877" y="4764955"/>
                <a:ext cx="554002" cy="13696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>
                    <a:solidFill>
                      <a:schemeClr val="tx1"/>
                    </a:solidFill>
                  </a:rPr>
                  <a:t>총 요금</a:t>
                </a:r>
              </a:p>
            </p:txBody>
          </p:sp>
          <p:sp>
            <p:nvSpPr>
              <p:cNvPr id="330" name="직사각형 329">
                <a:extLst>
                  <a:ext uri="{FF2B5EF4-FFF2-40B4-BE49-F238E27FC236}">
                    <a16:creationId xmlns:a16="http://schemas.microsoft.com/office/drawing/2014/main" id="{7945F1F5-AC9F-4B67-A30E-AE430FD9FE29}"/>
                  </a:ext>
                </a:extLst>
              </p:cNvPr>
              <p:cNvSpPr/>
              <p:nvPr/>
            </p:nvSpPr>
            <p:spPr>
              <a:xfrm>
                <a:off x="7235113" y="4739316"/>
                <a:ext cx="1005024" cy="13696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100" b="1" dirty="0">
                    <a:solidFill>
                      <a:srgbClr val="4B90FF"/>
                    </a:solidFill>
                  </a:rPr>
                  <a:t>1,582,650</a:t>
                </a:r>
                <a:endParaRPr lang="ko-KR" altLang="en-US" sz="1100" b="1" dirty="0">
                  <a:solidFill>
                    <a:srgbClr val="4B90FF"/>
                  </a:solidFill>
                </a:endParaRPr>
              </a:p>
            </p:txBody>
          </p:sp>
          <p:sp>
            <p:nvSpPr>
              <p:cNvPr id="331" name="직사각형 330">
                <a:extLst>
                  <a:ext uri="{FF2B5EF4-FFF2-40B4-BE49-F238E27FC236}">
                    <a16:creationId xmlns:a16="http://schemas.microsoft.com/office/drawing/2014/main" id="{3A8FB89F-C285-4E16-B4EE-3469AEA44277}"/>
                  </a:ext>
                </a:extLst>
              </p:cNvPr>
              <p:cNvSpPr/>
              <p:nvPr/>
            </p:nvSpPr>
            <p:spPr>
              <a:xfrm>
                <a:off x="8011880" y="4764955"/>
                <a:ext cx="301468" cy="13696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>
                    <a:solidFill>
                      <a:schemeClr val="tx1"/>
                    </a:solidFill>
                  </a:rPr>
                  <a:t>원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96" name="사각형: 둥근 모서리 295">
              <a:extLst>
                <a:ext uri="{FF2B5EF4-FFF2-40B4-BE49-F238E27FC236}">
                  <a16:creationId xmlns:a16="http://schemas.microsoft.com/office/drawing/2014/main" id="{6E256BFB-B222-4E9B-8B97-F537CF8D74E1}"/>
                </a:ext>
              </a:extLst>
            </p:cNvPr>
            <p:cNvSpPr/>
            <p:nvPr/>
          </p:nvSpPr>
          <p:spPr>
            <a:xfrm>
              <a:off x="2231123" y="4365278"/>
              <a:ext cx="364440" cy="180000"/>
            </a:xfrm>
            <a:prstGeom prst="roundRect">
              <a:avLst/>
            </a:prstGeom>
            <a:solidFill>
              <a:srgbClr val="4B90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600" dirty="0"/>
                <a:t>준수</a:t>
              </a:r>
            </a:p>
          </p:txBody>
        </p:sp>
        <p:sp>
          <p:nvSpPr>
            <p:cNvPr id="297" name="사각형: 둥근 모서리 296">
              <a:extLst>
                <a:ext uri="{FF2B5EF4-FFF2-40B4-BE49-F238E27FC236}">
                  <a16:creationId xmlns:a16="http://schemas.microsoft.com/office/drawing/2014/main" id="{715CD680-5074-4A0C-BBF4-B95987C25AB1}"/>
                </a:ext>
              </a:extLst>
            </p:cNvPr>
            <p:cNvSpPr/>
            <p:nvPr/>
          </p:nvSpPr>
          <p:spPr>
            <a:xfrm>
              <a:off x="2653229" y="4365278"/>
              <a:ext cx="389280" cy="182138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600" dirty="0">
                  <a:solidFill>
                    <a:schemeClr val="tx1"/>
                  </a:solidFill>
                </a:rPr>
                <a:t>경유</a:t>
              </a:r>
            </a:p>
          </p:txBody>
        </p:sp>
        <p:pic>
          <p:nvPicPr>
            <p:cNvPr id="298" name="그래픽 297" descr="초승달 윤곽선">
              <a:extLst>
                <a:ext uri="{FF2B5EF4-FFF2-40B4-BE49-F238E27FC236}">
                  <a16:creationId xmlns:a16="http://schemas.microsoft.com/office/drawing/2014/main" id="{3DBF519D-5083-4DA5-8130-80AFD1C007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234662" y="4721214"/>
              <a:ext cx="180001" cy="180001"/>
            </a:xfrm>
            <a:prstGeom prst="rect">
              <a:avLst/>
            </a:prstGeom>
          </p:spPr>
        </p:pic>
        <p:sp>
          <p:nvSpPr>
            <p:cNvPr id="299" name="직사각형 298">
              <a:extLst>
                <a:ext uri="{FF2B5EF4-FFF2-40B4-BE49-F238E27FC236}">
                  <a16:creationId xmlns:a16="http://schemas.microsoft.com/office/drawing/2014/main" id="{E7B4B757-2D1C-43FB-BEAD-C38332844119}"/>
                </a:ext>
              </a:extLst>
            </p:cNvPr>
            <p:cNvSpPr/>
            <p:nvPr/>
          </p:nvSpPr>
          <p:spPr>
            <a:xfrm>
              <a:off x="2395403" y="4723554"/>
              <a:ext cx="595055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b="1" dirty="0">
                  <a:solidFill>
                    <a:schemeClr val="tx1"/>
                  </a:solidFill>
                </a:rPr>
                <a:t>대한항공</a:t>
              </a:r>
            </a:p>
          </p:txBody>
        </p:sp>
        <p:grpSp>
          <p:nvGrpSpPr>
            <p:cNvPr id="300" name="그룹 299">
              <a:extLst>
                <a:ext uri="{FF2B5EF4-FFF2-40B4-BE49-F238E27FC236}">
                  <a16:creationId xmlns:a16="http://schemas.microsoft.com/office/drawing/2014/main" id="{ABC15152-8C96-451E-8920-95EDA9B32C49}"/>
                </a:ext>
              </a:extLst>
            </p:cNvPr>
            <p:cNvGrpSpPr/>
            <p:nvPr/>
          </p:nvGrpSpPr>
          <p:grpSpPr>
            <a:xfrm>
              <a:off x="3598300" y="4721214"/>
              <a:ext cx="595055" cy="356897"/>
              <a:chOff x="3380359" y="4711131"/>
              <a:chExt cx="595055" cy="356897"/>
            </a:xfrm>
          </p:grpSpPr>
          <p:sp>
            <p:nvSpPr>
              <p:cNvPr id="327" name="직사각형 326">
                <a:extLst>
                  <a:ext uri="{FF2B5EF4-FFF2-40B4-BE49-F238E27FC236}">
                    <a16:creationId xmlns:a16="http://schemas.microsoft.com/office/drawing/2014/main" id="{37E70EC2-7501-480B-ABCB-53096B9377EB}"/>
                  </a:ext>
                </a:extLst>
              </p:cNvPr>
              <p:cNvSpPr/>
              <p:nvPr/>
            </p:nvSpPr>
            <p:spPr>
              <a:xfrm>
                <a:off x="3380359" y="4711131"/>
                <a:ext cx="595055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b="1" dirty="0">
                    <a:solidFill>
                      <a:schemeClr val="tx1"/>
                    </a:solidFill>
                  </a:rPr>
                  <a:t>20:10</a:t>
                </a:r>
                <a:endParaRPr lang="ko-KR" altLang="en-US" sz="8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28" name="직사각형 327">
                <a:extLst>
                  <a:ext uri="{FF2B5EF4-FFF2-40B4-BE49-F238E27FC236}">
                    <a16:creationId xmlns:a16="http://schemas.microsoft.com/office/drawing/2014/main" id="{76633DD1-80B3-4AFB-908B-F67D69F250EF}"/>
                  </a:ext>
                </a:extLst>
              </p:cNvPr>
              <p:cNvSpPr/>
              <p:nvPr/>
            </p:nvSpPr>
            <p:spPr>
              <a:xfrm>
                <a:off x="3380359" y="4888028"/>
                <a:ext cx="595055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700" dirty="0">
                    <a:solidFill>
                      <a:schemeClr val="bg2">
                        <a:lumMod val="50000"/>
                      </a:schemeClr>
                    </a:solidFill>
                  </a:rPr>
                  <a:t>INC</a:t>
                </a:r>
                <a:endParaRPr lang="ko-KR" altLang="en-US" sz="70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01" name="그룹 300">
              <a:extLst>
                <a:ext uri="{FF2B5EF4-FFF2-40B4-BE49-F238E27FC236}">
                  <a16:creationId xmlns:a16="http://schemas.microsoft.com/office/drawing/2014/main" id="{E33AA73D-92C4-48D1-8032-A9F3D570287E}"/>
                </a:ext>
              </a:extLst>
            </p:cNvPr>
            <p:cNvGrpSpPr/>
            <p:nvPr/>
          </p:nvGrpSpPr>
          <p:grpSpPr>
            <a:xfrm>
              <a:off x="5640866" y="4721214"/>
              <a:ext cx="595055" cy="356897"/>
              <a:chOff x="4878956" y="4711131"/>
              <a:chExt cx="595055" cy="356897"/>
            </a:xfrm>
          </p:grpSpPr>
          <p:sp>
            <p:nvSpPr>
              <p:cNvPr id="325" name="직사각형 324">
                <a:extLst>
                  <a:ext uri="{FF2B5EF4-FFF2-40B4-BE49-F238E27FC236}">
                    <a16:creationId xmlns:a16="http://schemas.microsoft.com/office/drawing/2014/main" id="{D280B744-6B60-47D8-87AE-8A049E0CBF5B}"/>
                  </a:ext>
                </a:extLst>
              </p:cNvPr>
              <p:cNvSpPr/>
              <p:nvPr/>
            </p:nvSpPr>
            <p:spPr>
              <a:xfrm>
                <a:off x="4878956" y="4711131"/>
                <a:ext cx="595055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b="1" dirty="0">
                    <a:solidFill>
                      <a:schemeClr val="tx1"/>
                    </a:solidFill>
                  </a:rPr>
                  <a:t>19:40</a:t>
                </a:r>
                <a:endParaRPr lang="ko-KR" altLang="en-US" sz="8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26" name="직사각형 325">
                <a:extLst>
                  <a:ext uri="{FF2B5EF4-FFF2-40B4-BE49-F238E27FC236}">
                    <a16:creationId xmlns:a16="http://schemas.microsoft.com/office/drawing/2014/main" id="{452DB756-524F-4181-9B23-8F7262B31DD9}"/>
                  </a:ext>
                </a:extLst>
              </p:cNvPr>
              <p:cNvSpPr/>
              <p:nvPr/>
            </p:nvSpPr>
            <p:spPr>
              <a:xfrm>
                <a:off x="4878956" y="4888028"/>
                <a:ext cx="595055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700" dirty="0">
                    <a:solidFill>
                      <a:schemeClr val="bg2">
                        <a:lumMod val="50000"/>
                      </a:schemeClr>
                    </a:solidFill>
                  </a:rPr>
                  <a:t>YYZ</a:t>
                </a:r>
                <a:endParaRPr lang="ko-KR" altLang="en-US" sz="70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02" name="그룹 301">
              <a:extLst>
                <a:ext uri="{FF2B5EF4-FFF2-40B4-BE49-F238E27FC236}">
                  <a16:creationId xmlns:a16="http://schemas.microsoft.com/office/drawing/2014/main" id="{C01BB5A3-7712-454A-B65D-9516B4C400FF}"/>
                </a:ext>
              </a:extLst>
            </p:cNvPr>
            <p:cNvGrpSpPr/>
            <p:nvPr/>
          </p:nvGrpSpPr>
          <p:grpSpPr>
            <a:xfrm>
              <a:off x="4201631" y="4876802"/>
              <a:ext cx="1457702" cy="219035"/>
              <a:chOff x="4201631" y="4876802"/>
              <a:chExt cx="1457702" cy="219035"/>
            </a:xfrm>
          </p:grpSpPr>
          <p:grpSp>
            <p:nvGrpSpPr>
              <p:cNvPr id="320" name="그룹 319">
                <a:extLst>
                  <a:ext uri="{FF2B5EF4-FFF2-40B4-BE49-F238E27FC236}">
                    <a16:creationId xmlns:a16="http://schemas.microsoft.com/office/drawing/2014/main" id="{4A4A0E6E-AA52-49E8-BCEA-E2F02FB1CD0F}"/>
                  </a:ext>
                </a:extLst>
              </p:cNvPr>
              <p:cNvGrpSpPr/>
              <p:nvPr/>
            </p:nvGrpSpPr>
            <p:grpSpPr>
              <a:xfrm>
                <a:off x="4201631" y="4876802"/>
                <a:ext cx="1457702" cy="45720"/>
                <a:chOff x="4377932" y="5397386"/>
                <a:chExt cx="1457702" cy="45720"/>
              </a:xfrm>
            </p:grpSpPr>
            <p:cxnSp>
              <p:nvCxnSpPr>
                <p:cNvPr id="322" name="직선 연결선 321">
                  <a:extLst>
                    <a:ext uri="{FF2B5EF4-FFF2-40B4-BE49-F238E27FC236}">
                      <a16:creationId xmlns:a16="http://schemas.microsoft.com/office/drawing/2014/main" id="{3779A4BE-8D3C-4E6A-B1E7-4A73EC47BAF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383006" y="5420246"/>
                  <a:ext cx="1452628" cy="0"/>
                </a:xfrm>
                <a:prstGeom prst="line">
                  <a:avLst/>
                </a:prstGeom>
                <a:ln w="6350"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23" name="타원 322">
                  <a:extLst>
                    <a:ext uri="{FF2B5EF4-FFF2-40B4-BE49-F238E27FC236}">
                      <a16:creationId xmlns:a16="http://schemas.microsoft.com/office/drawing/2014/main" id="{C580A6D5-BE96-4821-AB70-123925D242D8}"/>
                    </a:ext>
                  </a:extLst>
                </p:cNvPr>
                <p:cNvSpPr/>
                <p:nvPr/>
              </p:nvSpPr>
              <p:spPr>
                <a:xfrm>
                  <a:off x="4377932" y="5397387"/>
                  <a:ext cx="45719" cy="45719"/>
                </a:xfrm>
                <a:prstGeom prst="ellipse">
                  <a:avLst/>
                </a:prstGeom>
                <a:solidFill>
                  <a:schemeClr val="bg2">
                    <a:lumMod val="50000"/>
                  </a:schemeClr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bg2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324" name="타원 323">
                  <a:extLst>
                    <a:ext uri="{FF2B5EF4-FFF2-40B4-BE49-F238E27FC236}">
                      <a16:creationId xmlns:a16="http://schemas.microsoft.com/office/drawing/2014/main" id="{062D9C4C-828B-4C82-9E11-4E6833968C25}"/>
                    </a:ext>
                  </a:extLst>
                </p:cNvPr>
                <p:cNvSpPr/>
                <p:nvPr/>
              </p:nvSpPr>
              <p:spPr>
                <a:xfrm>
                  <a:off x="5789912" y="5397386"/>
                  <a:ext cx="45722" cy="45720"/>
                </a:xfrm>
                <a:prstGeom prst="ellipse">
                  <a:avLst/>
                </a:prstGeom>
                <a:solidFill>
                  <a:schemeClr val="bg2">
                    <a:lumMod val="50000"/>
                  </a:schemeClr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bg2">
                        <a:lumMod val="50000"/>
                      </a:schemeClr>
                    </a:solidFill>
                  </a:endParaRPr>
                </a:p>
              </p:txBody>
            </p:sp>
          </p:grpSp>
          <p:sp>
            <p:nvSpPr>
              <p:cNvPr id="321" name="직사각형 320">
                <a:extLst>
                  <a:ext uri="{FF2B5EF4-FFF2-40B4-BE49-F238E27FC236}">
                    <a16:creationId xmlns:a16="http://schemas.microsoft.com/office/drawing/2014/main" id="{E58CE832-1ADB-448C-B5D6-BC6558546838}"/>
                  </a:ext>
                </a:extLst>
              </p:cNvPr>
              <p:cNvSpPr/>
              <p:nvPr/>
            </p:nvSpPr>
            <p:spPr>
              <a:xfrm>
                <a:off x="4552723" y="4915837"/>
                <a:ext cx="760592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600" dirty="0">
                    <a:solidFill>
                      <a:schemeClr val="bg2">
                        <a:lumMod val="50000"/>
                      </a:schemeClr>
                    </a:solidFill>
                  </a:rPr>
                  <a:t>14</a:t>
                </a:r>
                <a:r>
                  <a:rPr lang="ko-KR" altLang="en-US" sz="600" dirty="0">
                    <a:solidFill>
                      <a:schemeClr val="bg2">
                        <a:lumMod val="50000"/>
                      </a:schemeClr>
                    </a:solidFill>
                  </a:rPr>
                  <a:t>시간 </a:t>
                </a:r>
                <a:r>
                  <a:rPr lang="en-US" altLang="ko-KR" sz="600" dirty="0">
                    <a:solidFill>
                      <a:schemeClr val="bg2">
                        <a:lumMod val="50000"/>
                      </a:schemeClr>
                    </a:solidFill>
                  </a:rPr>
                  <a:t>20</a:t>
                </a:r>
                <a:r>
                  <a:rPr lang="ko-KR" altLang="en-US" sz="600" dirty="0">
                    <a:solidFill>
                      <a:schemeClr val="bg2">
                        <a:lumMod val="50000"/>
                      </a:schemeClr>
                    </a:solidFill>
                  </a:rPr>
                  <a:t>분</a:t>
                </a:r>
              </a:p>
            </p:txBody>
          </p:sp>
        </p:grpSp>
        <p:grpSp>
          <p:nvGrpSpPr>
            <p:cNvPr id="303" name="그룹 302">
              <a:extLst>
                <a:ext uri="{FF2B5EF4-FFF2-40B4-BE49-F238E27FC236}">
                  <a16:creationId xmlns:a16="http://schemas.microsoft.com/office/drawing/2014/main" id="{2A1DF3EF-EFF8-4DA7-B071-096275DC0060}"/>
                </a:ext>
              </a:extLst>
            </p:cNvPr>
            <p:cNvGrpSpPr/>
            <p:nvPr/>
          </p:nvGrpSpPr>
          <p:grpSpPr>
            <a:xfrm>
              <a:off x="3598300" y="5226099"/>
              <a:ext cx="595055" cy="356897"/>
              <a:chOff x="3380359" y="4711131"/>
              <a:chExt cx="595055" cy="356897"/>
            </a:xfrm>
          </p:grpSpPr>
          <p:sp>
            <p:nvSpPr>
              <p:cNvPr id="318" name="직사각형 317">
                <a:extLst>
                  <a:ext uri="{FF2B5EF4-FFF2-40B4-BE49-F238E27FC236}">
                    <a16:creationId xmlns:a16="http://schemas.microsoft.com/office/drawing/2014/main" id="{EB326099-4564-42BA-95F8-2CF85036E88B}"/>
                  </a:ext>
                </a:extLst>
              </p:cNvPr>
              <p:cNvSpPr/>
              <p:nvPr/>
            </p:nvSpPr>
            <p:spPr>
              <a:xfrm>
                <a:off x="3380359" y="4711131"/>
                <a:ext cx="595055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b="1" dirty="0">
                    <a:solidFill>
                      <a:schemeClr val="tx1"/>
                    </a:solidFill>
                  </a:rPr>
                  <a:t>20:10</a:t>
                </a:r>
                <a:endParaRPr lang="ko-KR" altLang="en-US" sz="8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19" name="직사각형 318">
                <a:extLst>
                  <a:ext uri="{FF2B5EF4-FFF2-40B4-BE49-F238E27FC236}">
                    <a16:creationId xmlns:a16="http://schemas.microsoft.com/office/drawing/2014/main" id="{98901860-E2E1-4677-B82E-FC0AFBE11600}"/>
                  </a:ext>
                </a:extLst>
              </p:cNvPr>
              <p:cNvSpPr/>
              <p:nvPr/>
            </p:nvSpPr>
            <p:spPr>
              <a:xfrm>
                <a:off x="3380359" y="4888028"/>
                <a:ext cx="595055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700" dirty="0">
                    <a:solidFill>
                      <a:schemeClr val="bg2">
                        <a:lumMod val="50000"/>
                      </a:schemeClr>
                    </a:solidFill>
                  </a:rPr>
                  <a:t>INC</a:t>
                </a:r>
                <a:endParaRPr lang="ko-KR" altLang="en-US" sz="70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04" name="그룹 303">
              <a:extLst>
                <a:ext uri="{FF2B5EF4-FFF2-40B4-BE49-F238E27FC236}">
                  <a16:creationId xmlns:a16="http://schemas.microsoft.com/office/drawing/2014/main" id="{A84B27B0-4FB4-4520-9F88-5FDB374373C4}"/>
                </a:ext>
              </a:extLst>
            </p:cNvPr>
            <p:cNvGrpSpPr/>
            <p:nvPr/>
          </p:nvGrpSpPr>
          <p:grpSpPr>
            <a:xfrm>
              <a:off x="5640866" y="5226099"/>
              <a:ext cx="595055" cy="356897"/>
              <a:chOff x="4878956" y="4711131"/>
              <a:chExt cx="595055" cy="356897"/>
            </a:xfrm>
          </p:grpSpPr>
          <p:sp>
            <p:nvSpPr>
              <p:cNvPr id="316" name="직사각형 315">
                <a:extLst>
                  <a:ext uri="{FF2B5EF4-FFF2-40B4-BE49-F238E27FC236}">
                    <a16:creationId xmlns:a16="http://schemas.microsoft.com/office/drawing/2014/main" id="{ABA756AC-47A0-4662-B406-C3005F621C50}"/>
                  </a:ext>
                </a:extLst>
              </p:cNvPr>
              <p:cNvSpPr/>
              <p:nvPr/>
            </p:nvSpPr>
            <p:spPr>
              <a:xfrm>
                <a:off x="4878956" y="4711131"/>
                <a:ext cx="595055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b="1" dirty="0">
                    <a:solidFill>
                      <a:schemeClr val="tx1"/>
                    </a:solidFill>
                  </a:rPr>
                  <a:t>19:40</a:t>
                </a:r>
                <a:endParaRPr lang="ko-KR" altLang="en-US" sz="8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17" name="직사각형 316">
                <a:extLst>
                  <a:ext uri="{FF2B5EF4-FFF2-40B4-BE49-F238E27FC236}">
                    <a16:creationId xmlns:a16="http://schemas.microsoft.com/office/drawing/2014/main" id="{5FD9CB38-B17C-4E4D-ACA3-8B0A164AA233}"/>
                  </a:ext>
                </a:extLst>
              </p:cNvPr>
              <p:cNvSpPr/>
              <p:nvPr/>
            </p:nvSpPr>
            <p:spPr>
              <a:xfrm>
                <a:off x="4878956" y="4888028"/>
                <a:ext cx="595055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700" dirty="0">
                    <a:solidFill>
                      <a:schemeClr val="bg2">
                        <a:lumMod val="50000"/>
                      </a:schemeClr>
                    </a:solidFill>
                  </a:rPr>
                  <a:t>YYZ</a:t>
                </a:r>
                <a:endParaRPr lang="ko-KR" altLang="en-US" sz="70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05" name="그룹 304">
              <a:extLst>
                <a:ext uri="{FF2B5EF4-FFF2-40B4-BE49-F238E27FC236}">
                  <a16:creationId xmlns:a16="http://schemas.microsoft.com/office/drawing/2014/main" id="{F69D89CD-9225-489A-848F-DBC2ABA7C2B9}"/>
                </a:ext>
              </a:extLst>
            </p:cNvPr>
            <p:cNvGrpSpPr/>
            <p:nvPr/>
          </p:nvGrpSpPr>
          <p:grpSpPr>
            <a:xfrm>
              <a:off x="4196971" y="5376344"/>
              <a:ext cx="1462362" cy="206652"/>
              <a:chOff x="4196971" y="4879854"/>
              <a:chExt cx="1462362" cy="206652"/>
            </a:xfrm>
          </p:grpSpPr>
          <p:grpSp>
            <p:nvGrpSpPr>
              <p:cNvPr id="311" name="그룹 310">
                <a:extLst>
                  <a:ext uri="{FF2B5EF4-FFF2-40B4-BE49-F238E27FC236}">
                    <a16:creationId xmlns:a16="http://schemas.microsoft.com/office/drawing/2014/main" id="{26A9DB47-A133-4500-8B66-299DD9CFA687}"/>
                  </a:ext>
                </a:extLst>
              </p:cNvPr>
              <p:cNvGrpSpPr/>
              <p:nvPr/>
            </p:nvGrpSpPr>
            <p:grpSpPr>
              <a:xfrm>
                <a:off x="4196971" y="4879854"/>
                <a:ext cx="1462362" cy="45720"/>
                <a:chOff x="4373272" y="5400438"/>
                <a:chExt cx="1462362" cy="45720"/>
              </a:xfrm>
            </p:grpSpPr>
            <p:cxnSp>
              <p:nvCxnSpPr>
                <p:cNvPr id="313" name="직선 연결선 312">
                  <a:extLst>
                    <a:ext uri="{FF2B5EF4-FFF2-40B4-BE49-F238E27FC236}">
                      <a16:creationId xmlns:a16="http://schemas.microsoft.com/office/drawing/2014/main" id="{C50118BB-46A4-4CC7-B62B-F06AFD6AEDB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391114" y="5423298"/>
                  <a:ext cx="1444520" cy="0"/>
                </a:xfrm>
                <a:prstGeom prst="line">
                  <a:avLst/>
                </a:prstGeom>
                <a:ln w="6350"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14" name="타원 313">
                  <a:extLst>
                    <a:ext uri="{FF2B5EF4-FFF2-40B4-BE49-F238E27FC236}">
                      <a16:creationId xmlns:a16="http://schemas.microsoft.com/office/drawing/2014/main" id="{12E366A2-B6B0-47FB-8CE1-2833F9237048}"/>
                    </a:ext>
                  </a:extLst>
                </p:cNvPr>
                <p:cNvSpPr/>
                <p:nvPr/>
              </p:nvSpPr>
              <p:spPr>
                <a:xfrm>
                  <a:off x="4373272" y="5400438"/>
                  <a:ext cx="45722" cy="45720"/>
                </a:xfrm>
                <a:prstGeom prst="ellipse">
                  <a:avLst/>
                </a:prstGeom>
                <a:solidFill>
                  <a:schemeClr val="bg2">
                    <a:lumMod val="50000"/>
                  </a:schemeClr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solidFill>
                      <a:schemeClr val="bg2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315" name="타원 314">
                  <a:extLst>
                    <a:ext uri="{FF2B5EF4-FFF2-40B4-BE49-F238E27FC236}">
                      <a16:creationId xmlns:a16="http://schemas.microsoft.com/office/drawing/2014/main" id="{62974AD8-0324-47C8-9FD5-E5978CF4D034}"/>
                    </a:ext>
                  </a:extLst>
                </p:cNvPr>
                <p:cNvSpPr/>
                <p:nvPr/>
              </p:nvSpPr>
              <p:spPr>
                <a:xfrm>
                  <a:off x="5789912" y="5400438"/>
                  <a:ext cx="45722" cy="45720"/>
                </a:xfrm>
                <a:prstGeom prst="ellipse">
                  <a:avLst/>
                </a:prstGeom>
                <a:solidFill>
                  <a:schemeClr val="bg2">
                    <a:lumMod val="50000"/>
                  </a:schemeClr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bg2">
                        <a:lumMod val="50000"/>
                      </a:schemeClr>
                    </a:solidFill>
                  </a:endParaRPr>
                </a:p>
              </p:txBody>
            </p:sp>
          </p:grpSp>
          <p:sp>
            <p:nvSpPr>
              <p:cNvPr id="312" name="직사각형 311">
                <a:extLst>
                  <a:ext uri="{FF2B5EF4-FFF2-40B4-BE49-F238E27FC236}">
                    <a16:creationId xmlns:a16="http://schemas.microsoft.com/office/drawing/2014/main" id="{B532CDD8-863D-4A12-AAFA-EFA7F56BD69C}"/>
                  </a:ext>
                </a:extLst>
              </p:cNvPr>
              <p:cNvSpPr/>
              <p:nvPr/>
            </p:nvSpPr>
            <p:spPr>
              <a:xfrm>
                <a:off x="4556309" y="4906506"/>
                <a:ext cx="760592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600" dirty="0">
                    <a:solidFill>
                      <a:schemeClr val="bg2">
                        <a:lumMod val="50000"/>
                      </a:schemeClr>
                    </a:solidFill>
                  </a:rPr>
                  <a:t>14</a:t>
                </a:r>
                <a:r>
                  <a:rPr lang="ko-KR" altLang="en-US" sz="600" dirty="0">
                    <a:solidFill>
                      <a:schemeClr val="bg2">
                        <a:lumMod val="50000"/>
                      </a:schemeClr>
                    </a:solidFill>
                  </a:rPr>
                  <a:t>시간 </a:t>
                </a:r>
                <a:r>
                  <a:rPr lang="en-US" altLang="ko-KR" sz="600" dirty="0">
                    <a:solidFill>
                      <a:schemeClr val="bg2">
                        <a:lumMod val="50000"/>
                      </a:schemeClr>
                    </a:solidFill>
                  </a:rPr>
                  <a:t>20</a:t>
                </a:r>
                <a:r>
                  <a:rPr lang="ko-KR" altLang="en-US" sz="600" dirty="0">
                    <a:solidFill>
                      <a:schemeClr val="bg2">
                        <a:lumMod val="50000"/>
                      </a:schemeClr>
                    </a:solidFill>
                  </a:rPr>
                  <a:t>분</a:t>
                </a:r>
              </a:p>
            </p:txBody>
          </p:sp>
        </p:grpSp>
        <p:pic>
          <p:nvPicPr>
            <p:cNvPr id="306" name="그래픽 305" descr="초승달 윤곽선">
              <a:extLst>
                <a:ext uri="{FF2B5EF4-FFF2-40B4-BE49-F238E27FC236}">
                  <a16:creationId xmlns:a16="http://schemas.microsoft.com/office/drawing/2014/main" id="{82F777D5-C375-4901-866E-3E2A532AC1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234662" y="5312257"/>
              <a:ext cx="180001" cy="180001"/>
            </a:xfrm>
            <a:prstGeom prst="rect">
              <a:avLst/>
            </a:prstGeom>
          </p:spPr>
        </p:pic>
        <p:sp>
          <p:nvSpPr>
            <p:cNvPr id="307" name="직사각형 306">
              <a:extLst>
                <a:ext uri="{FF2B5EF4-FFF2-40B4-BE49-F238E27FC236}">
                  <a16:creationId xmlns:a16="http://schemas.microsoft.com/office/drawing/2014/main" id="{B6038949-559C-4A18-B6F1-9B294DE44E02}"/>
                </a:ext>
              </a:extLst>
            </p:cNvPr>
            <p:cNvSpPr/>
            <p:nvPr/>
          </p:nvSpPr>
          <p:spPr>
            <a:xfrm>
              <a:off x="2395012" y="5312257"/>
              <a:ext cx="1227738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b="1" dirty="0" err="1">
                  <a:solidFill>
                    <a:schemeClr val="tx1"/>
                  </a:solidFill>
                </a:rPr>
                <a:t>가루다인도네시아항공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grpSp>
          <p:nvGrpSpPr>
            <p:cNvPr id="308" name="그룹 307">
              <a:extLst>
                <a:ext uri="{FF2B5EF4-FFF2-40B4-BE49-F238E27FC236}">
                  <a16:creationId xmlns:a16="http://schemas.microsoft.com/office/drawing/2014/main" id="{B14263DC-993E-4BCE-8E76-CFDEF0198966}"/>
                </a:ext>
              </a:extLst>
            </p:cNvPr>
            <p:cNvGrpSpPr/>
            <p:nvPr/>
          </p:nvGrpSpPr>
          <p:grpSpPr>
            <a:xfrm>
              <a:off x="7165332" y="4365278"/>
              <a:ext cx="1227738" cy="180000"/>
              <a:chOff x="7197113" y="4365278"/>
              <a:chExt cx="1227738" cy="180000"/>
            </a:xfrm>
          </p:grpSpPr>
          <p:sp>
            <p:nvSpPr>
              <p:cNvPr id="309" name="직사각형 308">
                <a:extLst>
                  <a:ext uri="{FF2B5EF4-FFF2-40B4-BE49-F238E27FC236}">
                    <a16:creationId xmlns:a16="http://schemas.microsoft.com/office/drawing/2014/main" id="{F92EEBE4-31B6-4EAD-8470-DE4C7DC1285D}"/>
                  </a:ext>
                </a:extLst>
              </p:cNvPr>
              <p:cNvSpPr/>
              <p:nvPr/>
            </p:nvSpPr>
            <p:spPr>
              <a:xfrm>
                <a:off x="7197113" y="4365278"/>
                <a:ext cx="443046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u="sng" dirty="0">
                    <a:solidFill>
                      <a:schemeClr val="tx1"/>
                    </a:solidFill>
                  </a:rPr>
                  <a:t>규정</a:t>
                </a:r>
              </a:p>
            </p:txBody>
          </p:sp>
          <p:sp>
            <p:nvSpPr>
              <p:cNvPr id="310" name="직사각형 309">
                <a:extLst>
                  <a:ext uri="{FF2B5EF4-FFF2-40B4-BE49-F238E27FC236}">
                    <a16:creationId xmlns:a16="http://schemas.microsoft.com/office/drawing/2014/main" id="{AC82EA5B-7A4B-4A16-B179-B12F8292D063}"/>
                  </a:ext>
                </a:extLst>
              </p:cNvPr>
              <p:cNvSpPr/>
              <p:nvPr/>
            </p:nvSpPr>
            <p:spPr>
              <a:xfrm>
                <a:off x="7501913" y="4365278"/>
                <a:ext cx="922938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u="sng" dirty="0">
                    <a:solidFill>
                      <a:schemeClr val="tx1"/>
                    </a:solidFill>
                  </a:rPr>
                  <a:t>여행 상세일정</a:t>
                </a:r>
              </a:p>
            </p:txBody>
          </p:sp>
        </p:grpSp>
      </p:grpSp>
      <p:grpSp>
        <p:nvGrpSpPr>
          <p:cNvPr id="332" name="그룹 331">
            <a:extLst>
              <a:ext uri="{FF2B5EF4-FFF2-40B4-BE49-F238E27FC236}">
                <a16:creationId xmlns:a16="http://schemas.microsoft.com/office/drawing/2014/main" id="{20217C28-57FF-41B6-8958-F65EAFC79723}"/>
              </a:ext>
            </a:extLst>
          </p:cNvPr>
          <p:cNvGrpSpPr/>
          <p:nvPr/>
        </p:nvGrpSpPr>
        <p:grpSpPr>
          <a:xfrm>
            <a:off x="1335835" y="1619350"/>
            <a:ext cx="6279367" cy="1356184"/>
            <a:chOff x="2113703" y="4230639"/>
            <a:chExt cx="6279367" cy="1512000"/>
          </a:xfrm>
        </p:grpSpPr>
        <p:sp>
          <p:nvSpPr>
            <p:cNvPr id="333" name="직사각형 332">
              <a:extLst>
                <a:ext uri="{FF2B5EF4-FFF2-40B4-BE49-F238E27FC236}">
                  <a16:creationId xmlns:a16="http://schemas.microsoft.com/office/drawing/2014/main" id="{227069EE-6810-4B1B-8C72-4D521D5A227B}"/>
                </a:ext>
              </a:extLst>
            </p:cNvPr>
            <p:cNvSpPr/>
            <p:nvPr/>
          </p:nvSpPr>
          <p:spPr>
            <a:xfrm>
              <a:off x="2113703" y="4230639"/>
              <a:ext cx="6214839" cy="151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34" name="직사각형 333">
              <a:extLst>
                <a:ext uri="{FF2B5EF4-FFF2-40B4-BE49-F238E27FC236}">
                  <a16:creationId xmlns:a16="http://schemas.microsoft.com/office/drawing/2014/main" id="{27E8A3E5-E458-4A83-AFC8-B007AC57BFDE}"/>
                </a:ext>
              </a:extLst>
            </p:cNvPr>
            <p:cNvSpPr/>
            <p:nvPr/>
          </p:nvSpPr>
          <p:spPr>
            <a:xfrm>
              <a:off x="6358171" y="5220042"/>
              <a:ext cx="900000" cy="365907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 err="1"/>
                <a:t>셀프예약</a:t>
              </a:r>
              <a:endParaRPr lang="ko-KR" altLang="en-US" sz="900" dirty="0"/>
            </a:p>
          </p:txBody>
        </p:sp>
        <p:sp>
          <p:nvSpPr>
            <p:cNvPr id="335" name="직사각형 334">
              <a:extLst>
                <a:ext uri="{FF2B5EF4-FFF2-40B4-BE49-F238E27FC236}">
                  <a16:creationId xmlns:a16="http://schemas.microsoft.com/office/drawing/2014/main" id="{91C67B04-058E-4B08-9169-C4C0A9FC1808}"/>
                </a:ext>
              </a:extLst>
            </p:cNvPr>
            <p:cNvSpPr/>
            <p:nvPr/>
          </p:nvSpPr>
          <p:spPr>
            <a:xfrm>
              <a:off x="7329201" y="5220042"/>
              <a:ext cx="900000" cy="365907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전담팀요청</a:t>
              </a:r>
              <a:endParaRPr lang="ko-KR" altLang="en-US" sz="9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grpSp>
          <p:nvGrpSpPr>
            <p:cNvPr id="336" name="그룹 335">
              <a:extLst>
                <a:ext uri="{FF2B5EF4-FFF2-40B4-BE49-F238E27FC236}">
                  <a16:creationId xmlns:a16="http://schemas.microsoft.com/office/drawing/2014/main" id="{D12C5DC2-2CA7-47F7-A861-DF29C59ABAD2}"/>
                </a:ext>
              </a:extLst>
            </p:cNvPr>
            <p:cNvGrpSpPr/>
            <p:nvPr/>
          </p:nvGrpSpPr>
          <p:grpSpPr>
            <a:xfrm>
              <a:off x="6910877" y="4976346"/>
              <a:ext cx="1402471" cy="162601"/>
              <a:chOff x="6910877" y="4739316"/>
              <a:chExt cx="1402471" cy="162601"/>
            </a:xfrm>
          </p:grpSpPr>
          <p:sp>
            <p:nvSpPr>
              <p:cNvPr id="370" name="직사각형 369">
                <a:extLst>
                  <a:ext uri="{FF2B5EF4-FFF2-40B4-BE49-F238E27FC236}">
                    <a16:creationId xmlns:a16="http://schemas.microsoft.com/office/drawing/2014/main" id="{78EF61D9-85B2-4E4A-90BB-FBA5C17D78E0}"/>
                  </a:ext>
                </a:extLst>
              </p:cNvPr>
              <p:cNvSpPr/>
              <p:nvPr/>
            </p:nvSpPr>
            <p:spPr>
              <a:xfrm>
                <a:off x="6910877" y="4764955"/>
                <a:ext cx="554002" cy="13696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>
                    <a:solidFill>
                      <a:schemeClr val="tx1"/>
                    </a:solidFill>
                  </a:rPr>
                  <a:t>총 요금</a:t>
                </a:r>
              </a:p>
            </p:txBody>
          </p:sp>
          <p:sp>
            <p:nvSpPr>
              <p:cNvPr id="371" name="직사각형 370">
                <a:extLst>
                  <a:ext uri="{FF2B5EF4-FFF2-40B4-BE49-F238E27FC236}">
                    <a16:creationId xmlns:a16="http://schemas.microsoft.com/office/drawing/2014/main" id="{51D82095-D093-491A-8A4F-B6BC2888A23D}"/>
                  </a:ext>
                </a:extLst>
              </p:cNvPr>
              <p:cNvSpPr/>
              <p:nvPr/>
            </p:nvSpPr>
            <p:spPr>
              <a:xfrm>
                <a:off x="7235113" y="4739316"/>
                <a:ext cx="1005024" cy="13696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100" b="1" dirty="0">
                    <a:solidFill>
                      <a:srgbClr val="4B90FF"/>
                    </a:solidFill>
                  </a:rPr>
                  <a:t>1,582,650</a:t>
                </a:r>
                <a:endParaRPr lang="ko-KR" altLang="en-US" sz="1100" b="1" dirty="0">
                  <a:solidFill>
                    <a:srgbClr val="4B90FF"/>
                  </a:solidFill>
                </a:endParaRPr>
              </a:p>
            </p:txBody>
          </p:sp>
          <p:sp>
            <p:nvSpPr>
              <p:cNvPr id="372" name="직사각형 371">
                <a:extLst>
                  <a:ext uri="{FF2B5EF4-FFF2-40B4-BE49-F238E27FC236}">
                    <a16:creationId xmlns:a16="http://schemas.microsoft.com/office/drawing/2014/main" id="{88D496B2-D46A-43A2-B5CB-8D3BCC35B4EC}"/>
                  </a:ext>
                </a:extLst>
              </p:cNvPr>
              <p:cNvSpPr/>
              <p:nvPr/>
            </p:nvSpPr>
            <p:spPr>
              <a:xfrm>
                <a:off x="8011880" y="4764955"/>
                <a:ext cx="301468" cy="13696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>
                    <a:solidFill>
                      <a:schemeClr val="tx1"/>
                    </a:solidFill>
                  </a:rPr>
                  <a:t>원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337" name="사각형: 둥근 모서리 336">
              <a:extLst>
                <a:ext uri="{FF2B5EF4-FFF2-40B4-BE49-F238E27FC236}">
                  <a16:creationId xmlns:a16="http://schemas.microsoft.com/office/drawing/2014/main" id="{EE4E0EC7-7EB2-4804-8B1E-FC966DF00D55}"/>
                </a:ext>
              </a:extLst>
            </p:cNvPr>
            <p:cNvSpPr/>
            <p:nvPr/>
          </p:nvSpPr>
          <p:spPr>
            <a:xfrm>
              <a:off x="2231123" y="4365278"/>
              <a:ext cx="364440" cy="180000"/>
            </a:xfrm>
            <a:prstGeom prst="roundRect">
              <a:avLst/>
            </a:prstGeom>
            <a:solidFill>
              <a:srgbClr val="4B90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600" dirty="0"/>
                <a:t>준수</a:t>
              </a:r>
            </a:p>
          </p:txBody>
        </p:sp>
        <p:sp>
          <p:nvSpPr>
            <p:cNvPr id="338" name="사각형: 둥근 모서리 337">
              <a:extLst>
                <a:ext uri="{FF2B5EF4-FFF2-40B4-BE49-F238E27FC236}">
                  <a16:creationId xmlns:a16="http://schemas.microsoft.com/office/drawing/2014/main" id="{81B78A5E-5640-4E4A-8CE3-CAD626F29406}"/>
                </a:ext>
              </a:extLst>
            </p:cNvPr>
            <p:cNvSpPr/>
            <p:nvPr/>
          </p:nvSpPr>
          <p:spPr>
            <a:xfrm>
              <a:off x="2653229" y="4365278"/>
              <a:ext cx="389280" cy="182138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600" dirty="0">
                  <a:solidFill>
                    <a:schemeClr val="tx1"/>
                  </a:solidFill>
                </a:rPr>
                <a:t>경유</a:t>
              </a:r>
            </a:p>
          </p:txBody>
        </p:sp>
        <p:pic>
          <p:nvPicPr>
            <p:cNvPr id="339" name="그래픽 338" descr="초승달 윤곽선">
              <a:extLst>
                <a:ext uri="{FF2B5EF4-FFF2-40B4-BE49-F238E27FC236}">
                  <a16:creationId xmlns:a16="http://schemas.microsoft.com/office/drawing/2014/main" id="{2E0BC4DA-70E3-48CA-B33E-8E411392A1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234662" y="4721214"/>
              <a:ext cx="180001" cy="180001"/>
            </a:xfrm>
            <a:prstGeom prst="rect">
              <a:avLst/>
            </a:prstGeom>
          </p:spPr>
        </p:pic>
        <p:sp>
          <p:nvSpPr>
            <p:cNvPr id="340" name="직사각형 339">
              <a:extLst>
                <a:ext uri="{FF2B5EF4-FFF2-40B4-BE49-F238E27FC236}">
                  <a16:creationId xmlns:a16="http://schemas.microsoft.com/office/drawing/2014/main" id="{2BD37727-CB58-42E5-8267-91D2A122BEE7}"/>
                </a:ext>
              </a:extLst>
            </p:cNvPr>
            <p:cNvSpPr/>
            <p:nvPr/>
          </p:nvSpPr>
          <p:spPr>
            <a:xfrm>
              <a:off x="2395403" y="4723554"/>
              <a:ext cx="595055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b="1" dirty="0">
                  <a:solidFill>
                    <a:schemeClr val="tx1"/>
                  </a:solidFill>
                </a:rPr>
                <a:t>대한항공</a:t>
              </a:r>
            </a:p>
          </p:txBody>
        </p:sp>
        <p:grpSp>
          <p:nvGrpSpPr>
            <p:cNvPr id="341" name="그룹 340">
              <a:extLst>
                <a:ext uri="{FF2B5EF4-FFF2-40B4-BE49-F238E27FC236}">
                  <a16:creationId xmlns:a16="http://schemas.microsoft.com/office/drawing/2014/main" id="{9EA8DC78-40BF-45C5-8381-B981C1D7D2A6}"/>
                </a:ext>
              </a:extLst>
            </p:cNvPr>
            <p:cNvGrpSpPr/>
            <p:nvPr/>
          </p:nvGrpSpPr>
          <p:grpSpPr>
            <a:xfrm>
              <a:off x="3598300" y="4721214"/>
              <a:ext cx="595055" cy="356897"/>
              <a:chOff x="3380359" y="4711131"/>
              <a:chExt cx="595055" cy="356897"/>
            </a:xfrm>
          </p:grpSpPr>
          <p:sp>
            <p:nvSpPr>
              <p:cNvPr id="368" name="직사각형 367">
                <a:extLst>
                  <a:ext uri="{FF2B5EF4-FFF2-40B4-BE49-F238E27FC236}">
                    <a16:creationId xmlns:a16="http://schemas.microsoft.com/office/drawing/2014/main" id="{734DED29-325E-4B68-A4A4-63F270DA7E51}"/>
                  </a:ext>
                </a:extLst>
              </p:cNvPr>
              <p:cNvSpPr/>
              <p:nvPr/>
            </p:nvSpPr>
            <p:spPr>
              <a:xfrm>
                <a:off x="3380359" y="4711131"/>
                <a:ext cx="595055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b="1" dirty="0">
                    <a:solidFill>
                      <a:schemeClr val="tx1"/>
                    </a:solidFill>
                  </a:rPr>
                  <a:t>20:10</a:t>
                </a:r>
                <a:endParaRPr lang="ko-KR" altLang="en-US" sz="8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69" name="직사각형 368">
                <a:extLst>
                  <a:ext uri="{FF2B5EF4-FFF2-40B4-BE49-F238E27FC236}">
                    <a16:creationId xmlns:a16="http://schemas.microsoft.com/office/drawing/2014/main" id="{EB9B13AA-3151-4488-95DD-78D04AFF2682}"/>
                  </a:ext>
                </a:extLst>
              </p:cNvPr>
              <p:cNvSpPr/>
              <p:nvPr/>
            </p:nvSpPr>
            <p:spPr>
              <a:xfrm>
                <a:off x="3380359" y="4888028"/>
                <a:ext cx="595055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700" dirty="0">
                    <a:solidFill>
                      <a:schemeClr val="bg2">
                        <a:lumMod val="50000"/>
                      </a:schemeClr>
                    </a:solidFill>
                  </a:rPr>
                  <a:t>INC</a:t>
                </a:r>
                <a:endParaRPr lang="ko-KR" altLang="en-US" sz="70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42" name="그룹 341">
              <a:extLst>
                <a:ext uri="{FF2B5EF4-FFF2-40B4-BE49-F238E27FC236}">
                  <a16:creationId xmlns:a16="http://schemas.microsoft.com/office/drawing/2014/main" id="{6D5959D6-B7FD-4885-886D-A63A5AE99790}"/>
                </a:ext>
              </a:extLst>
            </p:cNvPr>
            <p:cNvGrpSpPr/>
            <p:nvPr/>
          </p:nvGrpSpPr>
          <p:grpSpPr>
            <a:xfrm>
              <a:off x="5640866" y="4721214"/>
              <a:ext cx="595055" cy="356897"/>
              <a:chOff x="4878956" y="4711131"/>
              <a:chExt cx="595055" cy="356897"/>
            </a:xfrm>
          </p:grpSpPr>
          <p:sp>
            <p:nvSpPr>
              <p:cNvPr id="366" name="직사각형 365">
                <a:extLst>
                  <a:ext uri="{FF2B5EF4-FFF2-40B4-BE49-F238E27FC236}">
                    <a16:creationId xmlns:a16="http://schemas.microsoft.com/office/drawing/2014/main" id="{A702589C-8D57-4791-BC0F-B1BA804BE883}"/>
                  </a:ext>
                </a:extLst>
              </p:cNvPr>
              <p:cNvSpPr/>
              <p:nvPr/>
            </p:nvSpPr>
            <p:spPr>
              <a:xfrm>
                <a:off x="4878956" y="4711131"/>
                <a:ext cx="595055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b="1" dirty="0">
                    <a:solidFill>
                      <a:schemeClr val="tx1"/>
                    </a:solidFill>
                  </a:rPr>
                  <a:t>19:40</a:t>
                </a:r>
                <a:endParaRPr lang="ko-KR" altLang="en-US" sz="8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67" name="직사각형 366">
                <a:extLst>
                  <a:ext uri="{FF2B5EF4-FFF2-40B4-BE49-F238E27FC236}">
                    <a16:creationId xmlns:a16="http://schemas.microsoft.com/office/drawing/2014/main" id="{4E4C83D3-2790-4918-9A9D-43CC72EEDA81}"/>
                  </a:ext>
                </a:extLst>
              </p:cNvPr>
              <p:cNvSpPr/>
              <p:nvPr/>
            </p:nvSpPr>
            <p:spPr>
              <a:xfrm>
                <a:off x="4878956" y="4888028"/>
                <a:ext cx="595055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700" dirty="0">
                    <a:solidFill>
                      <a:schemeClr val="bg2">
                        <a:lumMod val="50000"/>
                      </a:schemeClr>
                    </a:solidFill>
                  </a:rPr>
                  <a:t>YYZ</a:t>
                </a:r>
                <a:endParaRPr lang="ko-KR" altLang="en-US" sz="70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43" name="그룹 342">
              <a:extLst>
                <a:ext uri="{FF2B5EF4-FFF2-40B4-BE49-F238E27FC236}">
                  <a16:creationId xmlns:a16="http://schemas.microsoft.com/office/drawing/2014/main" id="{BAE20D97-732E-4840-9428-DBD60B860311}"/>
                </a:ext>
              </a:extLst>
            </p:cNvPr>
            <p:cNvGrpSpPr/>
            <p:nvPr/>
          </p:nvGrpSpPr>
          <p:grpSpPr>
            <a:xfrm>
              <a:off x="4201631" y="4876802"/>
              <a:ext cx="1457702" cy="219035"/>
              <a:chOff x="4201631" y="4876802"/>
              <a:chExt cx="1457702" cy="219035"/>
            </a:xfrm>
          </p:grpSpPr>
          <p:grpSp>
            <p:nvGrpSpPr>
              <p:cNvPr id="361" name="그룹 360">
                <a:extLst>
                  <a:ext uri="{FF2B5EF4-FFF2-40B4-BE49-F238E27FC236}">
                    <a16:creationId xmlns:a16="http://schemas.microsoft.com/office/drawing/2014/main" id="{108AA15D-ED22-4302-819D-F981EF51AA0C}"/>
                  </a:ext>
                </a:extLst>
              </p:cNvPr>
              <p:cNvGrpSpPr/>
              <p:nvPr/>
            </p:nvGrpSpPr>
            <p:grpSpPr>
              <a:xfrm>
                <a:off x="4201631" y="4876802"/>
                <a:ext cx="1457702" cy="45720"/>
                <a:chOff x="4377932" y="5397386"/>
                <a:chExt cx="1457702" cy="45720"/>
              </a:xfrm>
            </p:grpSpPr>
            <p:cxnSp>
              <p:nvCxnSpPr>
                <p:cNvPr id="363" name="직선 연결선 362">
                  <a:extLst>
                    <a:ext uri="{FF2B5EF4-FFF2-40B4-BE49-F238E27FC236}">
                      <a16:creationId xmlns:a16="http://schemas.microsoft.com/office/drawing/2014/main" id="{664CDE3A-3AD6-4C2F-A8A7-DAF7ED3CC1D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383006" y="5420246"/>
                  <a:ext cx="1452628" cy="0"/>
                </a:xfrm>
                <a:prstGeom prst="line">
                  <a:avLst/>
                </a:prstGeom>
                <a:ln w="6350"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64" name="타원 363">
                  <a:extLst>
                    <a:ext uri="{FF2B5EF4-FFF2-40B4-BE49-F238E27FC236}">
                      <a16:creationId xmlns:a16="http://schemas.microsoft.com/office/drawing/2014/main" id="{25CEE062-956E-4D20-87B3-F2ABC797A55F}"/>
                    </a:ext>
                  </a:extLst>
                </p:cNvPr>
                <p:cNvSpPr/>
                <p:nvPr/>
              </p:nvSpPr>
              <p:spPr>
                <a:xfrm>
                  <a:off x="4377932" y="5397387"/>
                  <a:ext cx="45719" cy="45719"/>
                </a:xfrm>
                <a:prstGeom prst="ellipse">
                  <a:avLst/>
                </a:prstGeom>
                <a:solidFill>
                  <a:schemeClr val="bg2">
                    <a:lumMod val="50000"/>
                  </a:schemeClr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bg2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365" name="타원 364">
                  <a:extLst>
                    <a:ext uri="{FF2B5EF4-FFF2-40B4-BE49-F238E27FC236}">
                      <a16:creationId xmlns:a16="http://schemas.microsoft.com/office/drawing/2014/main" id="{3518BE13-2E01-4206-BDF2-EBE3EAA6F258}"/>
                    </a:ext>
                  </a:extLst>
                </p:cNvPr>
                <p:cNvSpPr/>
                <p:nvPr/>
              </p:nvSpPr>
              <p:spPr>
                <a:xfrm>
                  <a:off x="5789912" y="5397386"/>
                  <a:ext cx="45722" cy="45720"/>
                </a:xfrm>
                <a:prstGeom prst="ellipse">
                  <a:avLst/>
                </a:prstGeom>
                <a:solidFill>
                  <a:schemeClr val="bg2">
                    <a:lumMod val="50000"/>
                  </a:schemeClr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bg2">
                        <a:lumMod val="50000"/>
                      </a:schemeClr>
                    </a:solidFill>
                  </a:endParaRPr>
                </a:p>
              </p:txBody>
            </p:sp>
          </p:grpSp>
          <p:sp>
            <p:nvSpPr>
              <p:cNvPr id="362" name="직사각형 361">
                <a:extLst>
                  <a:ext uri="{FF2B5EF4-FFF2-40B4-BE49-F238E27FC236}">
                    <a16:creationId xmlns:a16="http://schemas.microsoft.com/office/drawing/2014/main" id="{912EED19-B7D2-4EBC-972D-E2341D588DC5}"/>
                  </a:ext>
                </a:extLst>
              </p:cNvPr>
              <p:cNvSpPr/>
              <p:nvPr/>
            </p:nvSpPr>
            <p:spPr>
              <a:xfrm>
                <a:off x="4552723" y="4915837"/>
                <a:ext cx="760592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600" dirty="0">
                    <a:solidFill>
                      <a:schemeClr val="bg2">
                        <a:lumMod val="50000"/>
                      </a:schemeClr>
                    </a:solidFill>
                  </a:rPr>
                  <a:t>14</a:t>
                </a:r>
                <a:r>
                  <a:rPr lang="ko-KR" altLang="en-US" sz="600" dirty="0">
                    <a:solidFill>
                      <a:schemeClr val="bg2">
                        <a:lumMod val="50000"/>
                      </a:schemeClr>
                    </a:solidFill>
                  </a:rPr>
                  <a:t>시간 </a:t>
                </a:r>
                <a:r>
                  <a:rPr lang="en-US" altLang="ko-KR" sz="600" dirty="0">
                    <a:solidFill>
                      <a:schemeClr val="bg2">
                        <a:lumMod val="50000"/>
                      </a:schemeClr>
                    </a:solidFill>
                  </a:rPr>
                  <a:t>20</a:t>
                </a:r>
                <a:r>
                  <a:rPr lang="ko-KR" altLang="en-US" sz="600" dirty="0">
                    <a:solidFill>
                      <a:schemeClr val="bg2">
                        <a:lumMod val="50000"/>
                      </a:schemeClr>
                    </a:solidFill>
                  </a:rPr>
                  <a:t>분</a:t>
                </a:r>
              </a:p>
            </p:txBody>
          </p:sp>
        </p:grpSp>
        <p:grpSp>
          <p:nvGrpSpPr>
            <p:cNvPr id="344" name="그룹 343">
              <a:extLst>
                <a:ext uri="{FF2B5EF4-FFF2-40B4-BE49-F238E27FC236}">
                  <a16:creationId xmlns:a16="http://schemas.microsoft.com/office/drawing/2014/main" id="{D931A7C6-F691-4DAF-9397-21A0024CD533}"/>
                </a:ext>
              </a:extLst>
            </p:cNvPr>
            <p:cNvGrpSpPr/>
            <p:nvPr/>
          </p:nvGrpSpPr>
          <p:grpSpPr>
            <a:xfrm>
              <a:off x="3598300" y="5226099"/>
              <a:ext cx="595055" cy="356897"/>
              <a:chOff x="3380359" y="4711131"/>
              <a:chExt cx="595055" cy="356897"/>
            </a:xfrm>
          </p:grpSpPr>
          <p:sp>
            <p:nvSpPr>
              <p:cNvPr id="359" name="직사각형 358">
                <a:extLst>
                  <a:ext uri="{FF2B5EF4-FFF2-40B4-BE49-F238E27FC236}">
                    <a16:creationId xmlns:a16="http://schemas.microsoft.com/office/drawing/2014/main" id="{3468B237-1F96-4CCE-9CFB-08C59CDD3F14}"/>
                  </a:ext>
                </a:extLst>
              </p:cNvPr>
              <p:cNvSpPr/>
              <p:nvPr/>
            </p:nvSpPr>
            <p:spPr>
              <a:xfrm>
                <a:off x="3380359" y="4711131"/>
                <a:ext cx="595055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b="1" dirty="0">
                    <a:solidFill>
                      <a:schemeClr val="tx1"/>
                    </a:solidFill>
                  </a:rPr>
                  <a:t>20:10</a:t>
                </a:r>
                <a:endParaRPr lang="ko-KR" altLang="en-US" sz="8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60" name="직사각형 359">
                <a:extLst>
                  <a:ext uri="{FF2B5EF4-FFF2-40B4-BE49-F238E27FC236}">
                    <a16:creationId xmlns:a16="http://schemas.microsoft.com/office/drawing/2014/main" id="{DEDF0904-7A36-404F-8523-DCBC50165254}"/>
                  </a:ext>
                </a:extLst>
              </p:cNvPr>
              <p:cNvSpPr/>
              <p:nvPr/>
            </p:nvSpPr>
            <p:spPr>
              <a:xfrm>
                <a:off x="3380359" y="4888028"/>
                <a:ext cx="595055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700" dirty="0">
                    <a:solidFill>
                      <a:schemeClr val="bg2">
                        <a:lumMod val="50000"/>
                      </a:schemeClr>
                    </a:solidFill>
                  </a:rPr>
                  <a:t>INC</a:t>
                </a:r>
                <a:endParaRPr lang="ko-KR" altLang="en-US" sz="70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45" name="그룹 344">
              <a:extLst>
                <a:ext uri="{FF2B5EF4-FFF2-40B4-BE49-F238E27FC236}">
                  <a16:creationId xmlns:a16="http://schemas.microsoft.com/office/drawing/2014/main" id="{DBD6D3FE-9858-4517-8EA0-2BCA44611F52}"/>
                </a:ext>
              </a:extLst>
            </p:cNvPr>
            <p:cNvGrpSpPr/>
            <p:nvPr/>
          </p:nvGrpSpPr>
          <p:grpSpPr>
            <a:xfrm>
              <a:off x="5640866" y="5226099"/>
              <a:ext cx="595055" cy="356897"/>
              <a:chOff x="4878956" y="4711131"/>
              <a:chExt cx="595055" cy="356897"/>
            </a:xfrm>
          </p:grpSpPr>
          <p:sp>
            <p:nvSpPr>
              <p:cNvPr id="357" name="직사각형 356">
                <a:extLst>
                  <a:ext uri="{FF2B5EF4-FFF2-40B4-BE49-F238E27FC236}">
                    <a16:creationId xmlns:a16="http://schemas.microsoft.com/office/drawing/2014/main" id="{6EA8DD2D-9F7A-4E76-837C-B253347CD906}"/>
                  </a:ext>
                </a:extLst>
              </p:cNvPr>
              <p:cNvSpPr/>
              <p:nvPr/>
            </p:nvSpPr>
            <p:spPr>
              <a:xfrm>
                <a:off x="4878956" y="4711131"/>
                <a:ext cx="595055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b="1" dirty="0">
                    <a:solidFill>
                      <a:schemeClr val="tx1"/>
                    </a:solidFill>
                  </a:rPr>
                  <a:t>19:40</a:t>
                </a:r>
                <a:endParaRPr lang="ko-KR" altLang="en-US" sz="8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58" name="직사각형 357">
                <a:extLst>
                  <a:ext uri="{FF2B5EF4-FFF2-40B4-BE49-F238E27FC236}">
                    <a16:creationId xmlns:a16="http://schemas.microsoft.com/office/drawing/2014/main" id="{C7E55C2D-83D1-4BBD-8914-A0DEAADE8AC7}"/>
                  </a:ext>
                </a:extLst>
              </p:cNvPr>
              <p:cNvSpPr/>
              <p:nvPr/>
            </p:nvSpPr>
            <p:spPr>
              <a:xfrm>
                <a:off x="4878956" y="4888028"/>
                <a:ext cx="595055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700" dirty="0">
                    <a:solidFill>
                      <a:schemeClr val="bg2">
                        <a:lumMod val="50000"/>
                      </a:schemeClr>
                    </a:solidFill>
                  </a:rPr>
                  <a:t>YYZ</a:t>
                </a:r>
                <a:endParaRPr lang="ko-KR" altLang="en-US" sz="70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346" name="그룹 345">
              <a:extLst>
                <a:ext uri="{FF2B5EF4-FFF2-40B4-BE49-F238E27FC236}">
                  <a16:creationId xmlns:a16="http://schemas.microsoft.com/office/drawing/2014/main" id="{827D3535-0B9A-4B74-8617-E101CC338CA2}"/>
                </a:ext>
              </a:extLst>
            </p:cNvPr>
            <p:cNvGrpSpPr/>
            <p:nvPr/>
          </p:nvGrpSpPr>
          <p:grpSpPr>
            <a:xfrm>
              <a:off x="4196971" y="5376344"/>
              <a:ext cx="1462362" cy="206652"/>
              <a:chOff x="4196971" y="4879854"/>
              <a:chExt cx="1462362" cy="206652"/>
            </a:xfrm>
          </p:grpSpPr>
          <p:grpSp>
            <p:nvGrpSpPr>
              <p:cNvPr id="352" name="그룹 351">
                <a:extLst>
                  <a:ext uri="{FF2B5EF4-FFF2-40B4-BE49-F238E27FC236}">
                    <a16:creationId xmlns:a16="http://schemas.microsoft.com/office/drawing/2014/main" id="{462DF4E5-3BDB-4B7F-9BEB-42376801D955}"/>
                  </a:ext>
                </a:extLst>
              </p:cNvPr>
              <p:cNvGrpSpPr/>
              <p:nvPr/>
            </p:nvGrpSpPr>
            <p:grpSpPr>
              <a:xfrm>
                <a:off x="4196971" y="4879854"/>
                <a:ext cx="1462362" cy="45720"/>
                <a:chOff x="4373272" y="5400438"/>
                <a:chExt cx="1462362" cy="45720"/>
              </a:xfrm>
            </p:grpSpPr>
            <p:cxnSp>
              <p:nvCxnSpPr>
                <p:cNvPr id="354" name="직선 연결선 353">
                  <a:extLst>
                    <a:ext uri="{FF2B5EF4-FFF2-40B4-BE49-F238E27FC236}">
                      <a16:creationId xmlns:a16="http://schemas.microsoft.com/office/drawing/2014/main" id="{89951334-A0E8-4E4C-8CE1-3E3BC94FD2C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391114" y="5423298"/>
                  <a:ext cx="1444520" cy="0"/>
                </a:xfrm>
                <a:prstGeom prst="line">
                  <a:avLst/>
                </a:prstGeom>
                <a:ln w="6350"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55" name="타원 354">
                  <a:extLst>
                    <a:ext uri="{FF2B5EF4-FFF2-40B4-BE49-F238E27FC236}">
                      <a16:creationId xmlns:a16="http://schemas.microsoft.com/office/drawing/2014/main" id="{669926E1-14D3-4083-BB55-DEAAF8CAD074}"/>
                    </a:ext>
                  </a:extLst>
                </p:cNvPr>
                <p:cNvSpPr/>
                <p:nvPr/>
              </p:nvSpPr>
              <p:spPr>
                <a:xfrm>
                  <a:off x="4373272" y="5400438"/>
                  <a:ext cx="45722" cy="45720"/>
                </a:xfrm>
                <a:prstGeom prst="ellipse">
                  <a:avLst/>
                </a:prstGeom>
                <a:solidFill>
                  <a:schemeClr val="bg2">
                    <a:lumMod val="50000"/>
                  </a:schemeClr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solidFill>
                      <a:schemeClr val="bg2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356" name="타원 355">
                  <a:extLst>
                    <a:ext uri="{FF2B5EF4-FFF2-40B4-BE49-F238E27FC236}">
                      <a16:creationId xmlns:a16="http://schemas.microsoft.com/office/drawing/2014/main" id="{3A4593DA-D850-40FD-916B-A4AFE581F0AE}"/>
                    </a:ext>
                  </a:extLst>
                </p:cNvPr>
                <p:cNvSpPr/>
                <p:nvPr/>
              </p:nvSpPr>
              <p:spPr>
                <a:xfrm>
                  <a:off x="5789912" y="5400438"/>
                  <a:ext cx="45722" cy="45720"/>
                </a:xfrm>
                <a:prstGeom prst="ellipse">
                  <a:avLst/>
                </a:prstGeom>
                <a:solidFill>
                  <a:schemeClr val="bg2">
                    <a:lumMod val="50000"/>
                  </a:schemeClr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bg2">
                        <a:lumMod val="50000"/>
                      </a:schemeClr>
                    </a:solidFill>
                  </a:endParaRPr>
                </a:p>
              </p:txBody>
            </p:sp>
          </p:grpSp>
          <p:sp>
            <p:nvSpPr>
              <p:cNvPr id="353" name="직사각형 352">
                <a:extLst>
                  <a:ext uri="{FF2B5EF4-FFF2-40B4-BE49-F238E27FC236}">
                    <a16:creationId xmlns:a16="http://schemas.microsoft.com/office/drawing/2014/main" id="{03E5C119-AFA0-48F4-A10A-1EFEB9BE1A3A}"/>
                  </a:ext>
                </a:extLst>
              </p:cNvPr>
              <p:cNvSpPr/>
              <p:nvPr/>
            </p:nvSpPr>
            <p:spPr>
              <a:xfrm>
                <a:off x="4556309" y="4906506"/>
                <a:ext cx="760592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600" dirty="0">
                    <a:solidFill>
                      <a:schemeClr val="bg2">
                        <a:lumMod val="50000"/>
                      </a:schemeClr>
                    </a:solidFill>
                  </a:rPr>
                  <a:t>14</a:t>
                </a:r>
                <a:r>
                  <a:rPr lang="ko-KR" altLang="en-US" sz="600" dirty="0">
                    <a:solidFill>
                      <a:schemeClr val="bg2">
                        <a:lumMod val="50000"/>
                      </a:schemeClr>
                    </a:solidFill>
                  </a:rPr>
                  <a:t>시간 </a:t>
                </a:r>
                <a:r>
                  <a:rPr lang="en-US" altLang="ko-KR" sz="600" dirty="0">
                    <a:solidFill>
                      <a:schemeClr val="bg2">
                        <a:lumMod val="50000"/>
                      </a:schemeClr>
                    </a:solidFill>
                  </a:rPr>
                  <a:t>20</a:t>
                </a:r>
                <a:r>
                  <a:rPr lang="ko-KR" altLang="en-US" sz="600" dirty="0">
                    <a:solidFill>
                      <a:schemeClr val="bg2">
                        <a:lumMod val="50000"/>
                      </a:schemeClr>
                    </a:solidFill>
                  </a:rPr>
                  <a:t>분</a:t>
                </a:r>
              </a:p>
            </p:txBody>
          </p:sp>
        </p:grpSp>
        <p:pic>
          <p:nvPicPr>
            <p:cNvPr id="347" name="그래픽 346" descr="초승달 윤곽선">
              <a:extLst>
                <a:ext uri="{FF2B5EF4-FFF2-40B4-BE49-F238E27FC236}">
                  <a16:creationId xmlns:a16="http://schemas.microsoft.com/office/drawing/2014/main" id="{DDA3C48D-6B4D-4C7C-B622-59BEDCB21E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234662" y="5312257"/>
              <a:ext cx="180001" cy="180001"/>
            </a:xfrm>
            <a:prstGeom prst="rect">
              <a:avLst/>
            </a:prstGeom>
          </p:spPr>
        </p:pic>
        <p:sp>
          <p:nvSpPr>
            <p:cNvPr id="348" name="직사각형 347">
              <a:extLst>
                <a:ext uri="{FF2B5EF4-FFF2-40B4-BE49-F238E27FC236}">
                  <a16:creationId xmlns:a16="http://schemas.microsoft.com/office/drawing/2014/main" id="{595D8FAE-DCB9-4FC1-94AF-426BD79113DB}"/>
                </a:ext>
              </a:extLst>
            </p:cNvPr>
            <p:cNvSpPr/>
            <p:nvPr/>
          </p:nvSpPr>
          <p:spPr>
            <a:xfrm>
              <a:off x="2395012" y="5312257"/>
              <a:ext cx="1227738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b="1" dirty="0" err="1">
                  <a:solidFill>
                    <a:schemeClr val="tx1"/>
                  </a:solidFill>
                </a:rPr>
                <a:t>가루다인도네시아항공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grpSp>
          <p:nvGrpSpPr>
            <p:cNvPr id="349" name="그룹 348">
              <a:extLst>
                <a:ext uri="{FF2B5EF4-FFF2-40B4-BE49-F238E27FC236}">
                  <a16:creationId xmlns:a16="http://schemas.microsoft.com/office/drawing/2014/main" id="{692FD8B0-92C7-4162-988F-12072B6E430D}"/>
                </a:ext>
              </a:extLst>
            </p:cNvPr>
            <p:cNvGrpSpPr/>
            <p:nvPr/>
          </p:nvGrpSpPr>
          <p:grpSpPr>
            <a:xfrm>
              <a:off x="7165332" y="4365278"/>
              <a:ext cx="1227738" cy="180000"/>
              <a:chOff x="7197113" y="4365278"/>
              <a:chExt cx="1227738" cy="180000"/>
            </a:xfrm>
          </p:grpSpPr>
          <p:sp>
            <p:nvSpPr>
              <p:cNvPr id="350" name="직사각형 349">
                <a:extLst>
                  <a:ext uri="{FF2B5EF4-FFF2-40B4-BE49-F238E27FC236}">
                    <a16:creationId xmlns:a16="http://schemas.microsoft.com/office/drawing/2014/main" id="{DDF620CB-12E4-425E-AEF7-53D024EE9EF3}"/>
                  </a:ext>
                </a:extLst>
              </p:cNvPr>
              <p:cNvSpPr/>
              <p:nvPr/>
            </p:nvSpPr>
            <p:spPr>
              <a:xfrm>
                <a:off x="7197113" y="4365278"/>
                <a:ext cx="443046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u="sng" dirty="0">
                    <a:solidFill>
                      <a:schemeClr val="tx1"/>
                    </a:solidFill>
                  </a:rPr>
                  <a:t>규정</a:t>
                </a:r>
              </a:p>
            </p:txBody>
          </p:sp>
          <p:sp>
            <p:nvSpPr>
              <p:cNvPr id="351" name="직사각형 350">
                <a:extLst>
                  <a:ext uri="{FF2B5EF4-FFF2-40B4-BE49-F238E27FC236}">
                    <a16:creationId xmlns:a16="http://schemas.microsoft.com/office/drawing/2014/main" id="{F45625F5-9C7C-4348-AA8B-E1CC7B61F91B}"/>
                  </a:ext>
                </a:extLst>
              </p:cNvPr>
              <p:cNvSpPr/>
              <p:nvPr/>
            </p:nvSpPr>
            <p:spPr>
              <a:xfrm>
                <a:off x="7501913" y="4365278"/>
                <a:ext cx="922938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u="sng" dirty="0">
                    <a:solidFill>
                      <a:schemeClr val="tx1"/>
                    </a:solidFill>
                  </a:rPr>
                  <a:t>여행 상세일정</a:t>
                </a:r>
              </a:p>
            </p:txBody>
          </p:sp>
        </p:grpSp>
      </p:grpSp>
      <p:grpSp>
        <p:nvGrpSpPr>
          <p:cNvPr id="374" name="그룹 373">
            <a:extLst>
              <a:ext uri="{FF2B5EF4-FFF2-40B4-BE49-F238E27FC236}">
                <a16:creationId xmlns:a16="http://schemas.microsoft.com/office/drawing/2014/main" id="{A4FBE6B6-D41C-4057-B215-D35419F0D11B}"/>
              </a:ext>
            </a:extLst>
          </p:cNvPr>
          <p:cNvGrpSpPr/>
          <p:nvPr/>
        </p:nvGrpSpPr>
        <p:grpSpPr>
          <a:xfrm>
            <a:off x="5407655" y="2379488"/>
            <a:ext cx="276910" cy="215444"/>
            <a:chOff x="4507293" y="1910946"/>
            <a:chExt cx="276910" cy="215444"/>
          </a:xfrm>
        </p:grpSpPr>
        <p:sp>
          <p:nvSpPr>
            <p:cNvPr id="375" name="타원 374">
              <a:extLst>
                <a:ext uri="{FF2B5EF4-FFF2-40B4-BE49-F238E27FC236}">
                  <a16:creationId xmlns:a16="http://schemas.microsoft.com/office/drawing/2014/main" id="{313811A0-81B9-4C7C-B491-F42E7399C06A}"/>
                </a:ext>
              </a:extLst>
            </p:cNvPr>
            <p:cNvSpPr/>
            <p:nvPr/>
          </p:nvSpPr>
          <p:spPr>
            <a:xfrm>
              <a:off x="4536630" y="1922684"/>
              <a:ext cx="171278" cy="18690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6" name="TextBox 375">
              <a:extLst>
                <a:ext uri="{FF2B5EF4-FFF2-40B4-BE49-F238E27FC236}">
                  <a16:creationId xmlns:a16="http://schemas.microsoft.com/office/drawing/2014/main" id="{E6CBBB7D-6DA8-46DF-B57D-5C6564515F79}"/>
                </a:ext>
              </a:extLst>
            </p:cNvPr>
            <p:cNvSpPr txBox="1"/>
            <p:nvPr/>
          </p:nvSpPr>
          <p:spPr>
            <a:xfrm>
              <a:off x="4507293" y="1910946"/>
              <a:ext cx="2769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>
                  <a:solidFill>
                    <a:schemeClr val="bg1"/>
                  </a:solidFill>
                </a:rPr>
                <a:t>1</a:t>
              </a:r>
              <a:endParaRPr lang="ko-KR" altLang="en-US" sz="8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380" name="직사각형 379">
            <a:extLst>
              <a:ext uri="{FF2B5EF4-FFF2-40B4-BE49-F238E27FC236}">
                <a16:creationId xmlns:a16="http://schemas.microsoft.com/office/drawing/2014/main" id="{9F180A98-EE09-483D-89D3-F62F84396B6C}"/>
              </a:ext>
            </a:extLst>
          </p:cNvPr>
          <p:cNvSpPr/>
          <p:nvPr/>
        </p:nvSpPr>
        <p:spPr>
          <a:xfrm>
            <a:off x="5684565" y="4171671"/>
            <a:ext cx="1850915" cy="37444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1" name="직사각형 380">
            <a:extLst>
              <a:ext uri="{FF2B5EF4-FFF2-40B4-BE49-F238E27FC236}">
                <a16:creationId xmlns:a16="http://schemas.microsoft.com/office/drawing/2014/main" id="{70198154-B0C5-4C89-93AA-48017219027A}"/>
              </a:ext>
            </a:extLst>
          </p:cNvPr>
          <p:cNvSpPr/>
          <p:nvPr/>
        </p:nvSpPr>
        <p:spPr>
          <a:xfrm>
            <a:off x="5557830" y="2457898"/>
            <a:ext cx="1977650" cy="3857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96" name="그룹 95">
            <a:extLst>
              <a:ext uri="{FF2B5EF4-FFF2-40B4-BE49-F238E27FC236}">
                <a16:creationId xmlns:a16="http://schemas.microsoft.com/office/drawing/2014/main" id="{DDBB521A-BDED-47F3-8D9A-958FE3279734}"/>
              </a:ext>
            </a:extLst>
          </p:cNvPr>
          <p:cNvGrpSpPr/>
          <p:nvPr/>
        </p:nvGrpSpPr>
        <p:grpSpPr>
          <a:xfrm>
            <a:off x="5560243" y="4123163"/>
            <a:ext cx="276910" cy="215444"/>
            <a:chOff x="4507293" y="1910946"/>
            <a:chExt cx="276910" cy="215444"/>
          </a:xfrm>
        </p:grpSpPr>
        <p:sp>
          <p:nvSpPr>
            <p:cNvPr id="97" name="타원 96">
              <a:extLst>
                <a:ext uri="{FF2B5EF4-FFF2-40B4-BE49-F238E27FC236}">
                  <a16:creationId xmlns:a16="http://schemas.microsoft.com/office/drawing/2014/main" id="{F29639F1-73AD-4610-B792-1EFFCDEFA454}"/>
                </a:ext>
              </a:extLst>
            </p:cNvPr>
            <p:cNvSpPr/>
            <p:nvPr/>
          </p:nvSpPr>
          <p:spPr>
            <a:xfrm>
              <a:off x="4536630" y="1922684"/>
              <a:ext cx="171278" cy="18690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3805F188-88CD-4583-B131-47C293F78B94}"/>
                </a:ext>
              </a:extLst>
            </p:cNvPr>
            <p:cNvSpPr txBox="1"/>
            <p:nvPr/>
          </p:nvSpPr>
          <p:spPr>
            <a:xfrm>
              <a:off x="4507293" y="1910946"/>
              <a:ext cx="2769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>
                  <a:solidFill>
                    <a:schemeClr val="bg1"/>
                  </a:solidFill>
                </a:rPr>
                <a:t>1</a:t>
              </a:r>
              <a:endParaRPr lang="ko-KR" altLang="en-US" sz="800" b="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167987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D702F0-D748-716F-66C1-68F09D362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D9132008-6869-E3E7-B221-380F6C4773A3}"/>
              </a:ext>
            </a:extLst>
          </p:cNvPr>
          <p:cNvCxnSpPr>
            <a:cxnSpLocks/>
          </p:cNvCxnSpPr>
          <p:nvPr/>
        </p:nvCxnSpPr>
        <p:spPr>
          <a:xfrm>
            <a:off x="273439" y="1916038"/>
            <a:ext cx="1565819" cy="0"/>
          </a:xfrm>
          <a:prstGeom prst="line">
            <a:avLst/>
          </a:prstGeom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" name="그룹 9">
            <a:extLst>
              <a:ext uri="{FF2B5EF4-FFF2-40B4-BE49-F238E27FC236}">
                <a16:creationId xmlns:a16="http://schemas.microsoft.com/office/drawing/2014/main" id="{0D2E14E6-C89E-D886-679D-2368B30C869E}"/>
              </a:ext>
            </a:extLst>
          </p:cNvPr>
          <p:cNvGrpSpPr/>
          <p:nvPr/>
        </p:nvGrpSpPr>
        <p:grpSpPr>
          <a:xfrm>
            <a:off x="183611" y="2903830"/>
            <a:ext cx="1763943" cy="403295"/>
            <a:chOff x="3514096" y="4684199"/>
            <a:chExt cx="1763943" cy="403295"/>
          </a:xfrm>
        </p:grpSpPr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C6FFBEDE-787C-8230-8BED-1A6B1557BAC9}"/>
                </a:ext>
              </a:extLst>
            </p:cNvPr>
            <p:cNvCxnSpPr>
              <a:cxnSpLocks/>
            </p:cNvCxnSpPr>
            <p:nvPr/>
          </p:nvCxnSpPr>
          <p:spPr>
            <a:xfrm>
              <a:off x="3612313" y="5087494"/>
              <a:ext cx="1565819" cy="0"/>
            </a:xfrm>
            <a:prstGeom prst="line">
              <a:avLst/>
            </a:prstGeom>
            <a:ln w="6350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42D1EE6C-CD03-3384-55D4-5E74C7F80F39}"/>
                </a:ext>
              </a:extLst>
            </p:cNvPr>
            <p:cNvSpPr/>
            <p:nvPr/>
          </p:nvSpPr>
          <p:spPr>
            <a:xfrm>
              <a:off x="3514096" y="4684199"/>
              <a:ext cx="944880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b="1" dirty="0">
                  <a:solidFill>
                    <a:schemeClr val="tx1"/>
                  </a:solidFill>
                </a:rPr>
                <a:t>경유 횟수</a:t>
              </a:r>
            </a:p>
          </p:txBody>
        </p: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1FD49D1A-F74A-CF2D-5455-6A50833DD8AC}"/>
                </a:ext>
              </a:extLst>
            </p:cNvPr>
            <p:cNvGrpSpPr/>
            <p:nvPr/>
          </p:nvGrpSpPr>
          <p:grpSpPr>
            <a:xfrm>
              <a:off x="3612311" y="4875694"/>
              <a:ext cx="494216" cy="180000"/>
              <a:chOff x="395415" y="3933668"/>
              <a:chExt cx="494216" cy="180000"/>
            </a:xfrm>
          </p:grpSpPr>
          <p:sp>
            <p:nvSpPr>
              <p:cNvPr id="44" name="직사각형 43">
                <a:extLst>
                  <a:ext uri="{FF2B5EF4-FFF2-40B4-BE49-F238E27FC236}">
                    <a16:creationId xmlns:a16="http://schemas.microsoft.com/office/drawing/2014/main" id="{3E7ADAFC-6096-2D5B-9557-2659102D826D}"/>
                  </a:ext>
                </a:extLst>
              </p:cNvPr>
              <p:cNvSpPr/>
              <p:nvPr/>
            </p:nvSpPr>
            <p:spPr>
              <a:xfrm>
                <a:off x="395415" y="3966003"/>
                <a:ext cx="115330" cy="11533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5" name="직사각형 44">
                <a:extLst>
                  <a:ext uri="{FF2B5EF4-FFF2-40B4-BE49-F238E27FC236}">
                    <a16:creationId xmlns:a16="http://schemas.microsoft.com/office/drawing/2014/main" id="{C46580A1-CB14-D7E4-1924-E1768AFD1492}"/>
                  </a:ext>
                </a:extLst>
              </p:cNvPr>
              <p:cNvSpPr/>
              <p:nvPr/>
            </p:nvSpPr>
            <p:spPr>
              <a:xfrm>
                <a:off x="493631" y="3933668"/>
                <a:ext cx="396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>
                    <a:solidFill>
                      <a:schemeClr val="tx1"/>
                    </a:solidFill>
                  </a:rPr>
                  <a:t>전체</a:t>
                </a:r>
              </a:p>
            </p:txBody>
          </p:sp>
        </p:grpSp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1FC968F5-F2E5-A60A-7D0E-095FD05CA4AC}"/>
                </a:ext>
              </a:extLst>
            </p:cNvPr>
            <p:cNvGrpSpPr/>
            <p:nvPr/>
          </p:nvGrpSpPr>
          <p:grpSpPr>
            <a:xfrm>
              <a:off x="4783823" y="4875694"/>
              <a:ext cx="494216" cy="180000"/>
              <a:chOff x="395415" y="3933668"/>
              <a:chExt cx="494216" cy="180000"/>
            </a:xfrm>
          </p:grpSpPr>
          <p:sp>
            <p:nvSpPr>
              <p:cNvPr id="42" name="직사각형 41">
                <a:extLst>
                  <a:ext uri="{FF2B5EF4-FFF2-40B4-BE49-F238E27FC236}">
                    <a16:creationId xmlns:a16="http://schemas.microsoft.com/office/drawing/2014/main" id="{7A0E7FF9-C382-7635-6D09-7554D4120577}"/>
                  </a:ext>
                </a:extLst>
              </p:cNvPr>
              <p:cNvSpPr/>
              <p:nvPr/>
            </p:nvSpPr>
            <p:spPr>
              <a:xfrm>
                <a:off x="395415" y="3966003"/>
                <a:ext cx="115330" cy="11533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3" name="직사각형 42">
                <a:extLst>
                  <a:ext uri="{FF2B5EF4-FFF2-40B4-BE49-F238E27FC236}">
                    <a16:creationId xmlns:a16="http://schemas.microsoft.com/office/drawing/2014/main" id="{AFE7FFD1-FDC4-0186-0DA4-C8C6603DCD19}"/>
                  </a:ext>
                </a:extLst>
              </p:cNvPr>
              <p:cNvSpPr/>
              <p:nvPr/>
            </p:nvSpPr>
            <p:spPr>
              <a:xfrm>
                <a:off x="493631" y="3933668"/>
                <a:ext cx="396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>
                    <a:solidFill>
                      <a:schemeClr val="tx1"/>
                    </a:solidFill>
                  </a:rPr>
                  <a:t>경유</a:t>
                </a:r>
              </a:p>
            </p:txBody>
          </p:sp>
        </p:grpSp>
        <p:grpSp>
          <p:nvGrpSpPr>
            <p:cNvPr id="25" name="그룹 24">
              <a:extLst>
                <a:ext uri="{FF2B5EF4-FFF2-40B4-BE49-F238E27FC236}">
                  <a16:creationId xmlns:a16="http://schemas.microsoft.com/office/drawing/2014/main" id="{F78BB833-4C54-2E03-1147-9360CA9E776D}"/>
                </a:ext>
              </a:extLst>
            </p:cNvPr>
            <p:cNvGrpSpPr/>
            <p:nvPr/>
          </p:nvGrpSpPr>
          <p:grpSpPr>
            <a:xfrm>
              <a:off x="4198067" y="4875694"/>
              <a:ext cx="494216" cy="180000"/>
              <a:chOff x="981171" y="3933668"/>
              <a:chExt cx="494216" cy="180000"/>
            </a:xfrm>
          </p:grpSpPr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CF6E9B7B-CFB0-7A6C-D825-22586C8B1F5A}"/>
                  </a:ext>
                </a:extLst>
              </p:cNvPr>
              <p:cNvSpPr/>
              <p:nvPr/>
            </p:nvSpPr>
            <p:spPr>
              <a:xfrm>
                <a:off x="1079387" y="3933668"/>
                <a:ext cx="396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>
                    <a:solidFill>
                      <a:schemeClr val="tx1"/>
                    </a:solidFill>
                  </a:rPr>
                  <a:t>직항</a:t>
                </a:r>
              </a:p>
            </p:txBody>
          </p:sp>
          <p:grpSp>
            <p:nvGrpSpPr>
              <p:cNvPr id="28" name="그룹 27">
                <a:extLst>
                  <a:ext uri="{FF2B5EF4-FFF2-40B4-BE49-F238E27FC236}">
                    <a16:creationId xmlns:a16="http://schemas.microsoft.com/office/drawing/2014/main" id="{AC1F7265-DB8E-56A3-83C6-1ACA6A72B029}"/>
                  </a:ext>
                </a:extLst>
              </p:cNvPr>
              <p:cNvGrpSpPr/>
              <p:nvPr/>
            </p:nvGrpSpPr>
            <p:grpSpPr>
              <a:xfrm>
                <a:off x="981171" y="3966003"/>
                <a:ext cx="115330" cy="115330"/>
                <a:chOff x="981171" y="3966003"/>
                <a:chExt cx="115330" cy="115330"/>
              </a:xfrm>
            </p:grpSpPr>
            <p:sp>
              <p:nvSpPr>
                <p:cNvPr id="37" name="직사각형 36">
                  <a:extLst>
                    <a:ext uri="{FF2B5EF4-FFF2-40B4-BE49-F238E27FC236}">
                      <a16:creationId xmlns:a16="http://schemas.microsoft.com/office/drawing/2014/main" id="{18D21F88-7EDF-72EA-FE35-72C7D77C67FA}"/>
                    </a:ext>
                  </a:extLst>
                </p:cNvPr>
                <p:cNvSpPr/>
                <p:nvPr/>
              </p:nvSpPr>
              <p:spPr>
                <a:xfrm>
                  <a:off x="981171" y="3966003"/>
                  <a:ext cx="115330" cy="115330"/>
                </a:xfrm>
                <a:prstGeom prst="rect">
                  <a:avLst/>
                </a:prstGeom>
                <a:solidFill>
                  <a:schemeClr val="bg2">
                    <a:lumMod val="50000"/>
                  </a:schemeClr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accent6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grpSp>
              <p:nvGrpSpPr>
                <p:cNvPr id="38" name="그룹 37">
                  <a:extLst>
                    <a:ext uri="{FF2B5EF4-FFF2-40B4-BE49-F238E27FC236}">
                      <a16:creationId xmlns:a16="http://schemas.microsoft.com/office/drawing/2014/main" id="{E8AD62D2-A0A2-0725-7A83-59DC2846455D}"/>
                    </a:ext>
                  </a:extLst>
                </p:cNvPr>
                <p:cNvGrpSpPr/>
                <p:nvPr/>
              </p:nvGrpSpPr>
              <p:grpSpPr>
                <a:xfrm>
                  <a:off x="1002836" y="4005668"/>
                  <a:ext cx="72000" cy="36000"/>
                  <a:chOff x="3413760" y="4836443"/>
                  <a:chExt cx="345002" cy="117028"/>
                </a:xfrm>
              </p:grpSpPr>
              <p:cxnSp>
                <p:nvCxnSpPr>
                  <p:cNvPr id="39" name="직선 연결선 38">
                    <a:extLst>
                      <a:ext uri="{FF2B5EF4-FFF2-40B4-BE49-F238E27FC236}">
                        <a16:creationId xmlns:a16="http://schemas.microsoft.com/office/drawing/2014/main" id="{20098AE6-D30D-ACBB-B143-143371F9B4C5}"/>
                      </a:ext>
                    </a:extLst>
                  </p:cNvPr>
                  <p:cNvCxnSpPr/>
                  <p:nvPr/>
                </p:nvCxnSpPr>
                <p:spPr>
                  <a:xfrm>
                    <a:off x="3413760" y="4836443"/>
                    <a:ext cx="117028" cy="117028"/>
                  </a:xfrm>
                  <a:prstGeom prst="line">
                    <a:avLst/>
                  </a:prstGeom>
                  <a:ln w="63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1" name="직선 연결선 40">
                    <a:extLst>
                      <a:ext uri="{FF2B5EF4-FFF2-40B4-BE49-F238E27FC236}">
                        <a16:creationId xmlns:a16="http://schemas.microsoft.com/office/drawing/2014/main" id="{3916C30B-D65B-BE62-CE25-CFF790BF82A8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3513912" y="4837015"/>
                    <a:ext cx="244850" cy="116456"/>
                  </a:xfrm>
                  <a:prstGeom prst="line">
                    <a:avLst/>
                  </a:prstGeom>
                  <a:ln w="63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AC4D7055-4C5A-12D7-4F71-EF078C2CCDA4}"/>
              </a:ext>
            </a:extLst>
          </p:cNvPr>
          <p:cNvGrpSpPr/>
          <p:nvPr/>
        </p:nvGrpSpPr>
        <p:grpSpPr>
          <a:xfrm>
            <a:off x="183043" y="1102820"/>
            <a:ext cx="1764511" cy="726376"/>
            <a:chOff x="297200" y="4049295"/>
            <a:chExt cx="1764511" cy="726376"/>
          </a:xfrm>
        </p:grpSpPr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C65508B9-0CED-3ABF-D7E5-ED6DFB7B34E3}"/>
                </a:ext>
              </a:extLst>
            </p:cNvPr>
            <p:cNvSpPr/>
            <p:nvPr/>
          </p:nvSpPr>
          <p:spPr>
            <a:xfrm>
              <a:off x="297200" y="4049295"/>
              <a:ext cx="944880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b="1" dirty="0">
                  <a:solidFill>
                    <a:schemeClr val="tx1"/>
                  </a:solidFill>
                </a:rPr>
                <a:t>항공사 동맹</a:t>
              </a:r>
            </a:p>
          </p:txBody>
        </p:sp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3F0E304F-3700-240F-A79A-9C55B97DC330}"/>
                </a:ext>
              </a:extLst>
            </p:cNvPr>
            <p:cNvGrpSpPr/>
            <p:nvPr/>
          </p:nvGrpSpPr>
          <p:grpSpPr>
            <a:xfrm>
              <a:off x="395415" y="4223034"/>
              <a:ext cx="494216" cy="180000"/>
              <a:chOff x="395415" y="3933668"/>
              <a:chExt cx="494216" cy="180000"/>
            </a:xfrm>
          </p:grpSpPr>
          <p:sp>
            <p:nvSpPr>
              <p:cNvPr id="77" name="직사각형 76">
                <a:extLst>
                  <a:ext uri="{FF2B5EF4-FFF2-40B4-BE49-F238E27FC236}">
                    <a16:creationId xmlns:a16="http://schemas.microsoft.com/office/drawing/2014/main" id="{C93C3702-26BC-3417-E48F-1C7C61FF678D}"/>
                  </a:ext>
                </a:extLst>
              </p:cNvPr>
              <p:cNvSpPr/>
              <p:nvPr/>
            </p:nvSpPr>
            <p:spPr>
              <a:xfrm>
                <a:off x="395415" y="3966003"/>
                <a:ext cx="115330" cy="11533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8" name="직사각형 77">
                <a:extLst>
                  <a:ext uri="{FF2B5EF4-FFF2-40B4-BE49-F238E27FC236}">
                    <a16:creationId xmlns:a16="http://schemas.microsoft.com/office/drawing/2014/main" id="{61AF779D-921E-6E34-F091-29D89B4D8367}"/>
                  </a:ext>
                </a:extLst>
              </p:cNvPr>
              <p:cNvSpPr/>
              <p:nvPr/>
            </p:nvSpPr>
            <p:spPr>
              <a:xfrm>
                <a:off x="493631" y="3933668"/>
                <a:ext cx="396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>
                    <a:solidFill>
                      <a:schemeClr val="tx1"/>
                    </a:solidFill>
                  </a:rPr>
                  <a:t>전체</a:t>
                </a:r>
              </a:p>
            </p:txBody>
          </p:sp>
        </p:grpSp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7070305A-608E-F8CA-CFBF-28C62F7109F4}"/>
                </a:ext>
              </a:extLst>
            </p:cNvPr>
            <p:cNvGrpSpPr/>
            <p:nvPr/>
          </p:nvGrpSpPr>
          <p:grpSpPr>
            <a:xfrm>
              <a:off x="395415" y="4411980"/>
              <a:ext cx="710216" cy="180000"/>
              <a:chOff x="395415" y="3933668"/>
              <a:chExt cx="710216" cy="180000"/>
            </a:xfrm>
          </p:grpSpPr>
          <p:sp>
            <p:nvSpPr>
              <p:cNvPr id="70" name="직사각형 69">
                <a:extLst>
                  <a:ext uri="{FF2B5EF4-FFF2-40B4-BE49-F238E27FC236}">
                    <a16:creationId xmlns:a16="http://schemas.microsoft.com/office/drawing/2014/main" id="{149EEAB2-C7E4-8488-A9EA-91A1E79E9A0F}"/>
                  </a:ext>
                </a:extLst>
              </p:cNvPr>
              <p:cNvSpPr/>
              <p:nvPr/>
            </p:nvSpPr>
            <p:spPr>
              <a:xfrm>
                <a:off x="395415" y="3966003"/>
                <a:ext cx="115330" cy="11533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3" name="직사각형 72">
                <a:extLst>
                  <a:ext uri="{FF2B5EF4-FFF2-40B4-BE49-F238E27FC236}">
                    <a16:creationId xmlns:a16="http://schemas.microsoft.com/office/drawing/2014/main" id="{4BC43BBE-DF7C-8987-2D73-EA388C79A80E}"/>
                  </a:ext>
                </a:extLst>
              </p:cNvPr>
              <p:cNvSpPr/>
              <p:nvPr/>
            </p:nvSpPr>
            <p:spPr>
              <a:xfrm>
                <a:off x="493631" y="3933668"/>
                <a:ext cx="612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 err="1">
                    <a:solidFill>
                      <a:schemeClr val="tx1"/>
                    </a:solidFill>
                  </a:rPr>
                  <a:t>원월드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89EA152D-E2B3-058D-7DAA-BE1CD0CF81F4}"/>
                </a:ext>
              </a:extLst>
            </p:cNvPr>
            <p:cNvGrpSpPr/>
            <p:nvPr/>
          </p:nvGrpSpPr>
          <p:grpSpPr>
            <a:xfrm>
              <a:off x="1046285" y="4236639"/>
              <a:ext cx="1015426" cy="180000"/>
              <a:chOff x="395415" y="3933667"/>
              <a:chExt cx="1015426" cy="180000"/>
            </a:xfrm>
          </p:grpSpPr>
          <p:sp>
            <p:nvSpPr>
              <p:cNvPr id="68" name="직사각형 67">
                <a:extLst>
                  <a:ext uri="{FF2B5EF4-FFF2-40B4-BE49-F238E27FC236}">
                    <a16:creationId xmlns:a16="http://schemas.microsoft.com/office/drawing/2014/main" id="{085D4E60-EB2A-0DEC-5C73-B46A0B0E1373}"/>
                  </a:ext>
                </a:extLst>
              </p:cNvPr>
              <p:cNvSpPr/>
              <p:nvPr/>
            </p:nvSpPr>
            <p:spPr>
              <a:xfrm>
                <a:off x="395415" y="3966002"/>
                <a:ext cx="115330" cy="11533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9" name="직사각형 68">
                <a:extLst>
                  <a:ext uri="{FF2B5EF4-FFF2-40B4-BE49-F238E27FC236}">
                    <a16:creationId xmlns:a16="http://schemas.microsoft.com/office/drawing/2014/main" id="{0088EA6E-6C0D-985A-2863-8BFB05A49F19}"/>
                  </a:ext>
                </a:extLst>
              </p:cNvPr>
              <p:cNvSpPr/>
              <p:nvPr/>
            </p:nvSpPr>
            <p:spPr>
              <a:xfrm>
                <a:off x="493630" y="3933667"/>
                <a:ext cx="917211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 err="1">
                    <a:solidFill>
                      <a:schemeClr val="tx1"/>
                    </a:solidFill>
                  </a:rPr>
                  <a:t>스타얼라이언스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1" name="그룹 50">
              <a:extLst>
                <a:ext uri="{FF2B5EF4-FFF2-40B4-BE49-F238E27FC236}">
                  <a16:creationId xmlns:a16="http://schemas.microsoft.com/office/drawing/2014/main" id="{DF898E2C-1D77-0A71-DC39-606E2BF2AF07}"/>
                </a:ext>
              </a:extLst>
            </p:cNvPr>
            <p:cNvGrpSpPr/>
            <p:nvPr/>
          </p:nvGrpSpPr>
          <p:grpSpPr>
            <a:xfrm>
              <a:off x="1046285" y="4403079"/>
              <a:ext cx="710216" cy="180000"/>
              <a:chOff x="395415" y="3933668"/>
              <a:chExt cx="710216" cy="180000"/>
            </a:xfrm>
          </p:grpSpPr>
          <p:sp>
            <p:nvSpPr>
              <p:cNvPr id="61" name="직사각형 60">
                <a:extLst>
                  <a:ext uri="{FF2B5EF4-FFF2-40B4-BE49-F238E27FC236}">
                    <a16:creationId xmlns:a16="http://schemas.microsoft.com/office/drawing/2014/main" id="{436306F6-C418-E769-F5E3-B656575D6927}"/>
                  </a:ext>
                </a:extLst>
              </p:cNvPr>
              <p:cNvSpPr/>
              <p:nvPr/>
            </p:nvSpPr>
            <p:spPr>
              <a:xfrm>
                <a:off x="395415" y="3966003"/>
                <a:ext cx="115330" cy="11533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7" name="직사각형 66">
                <a:extLst>
                  <a:ext uri="{FF2B5EF4-FFF2-40B4-BE49-F238E27FC236}">
                    <a16:creationId xmlns:a16="http://schemas.microsoft.com/office/drawing/2014/main" id="{832AC720-2D72-43A3-BF1E-BBAF5ABBD1B2}"/>
                  </a:ext>
                </a:extLst>
              </p:cNvPr>
              <p:cNvSpPr/>
              <p:nvPr/>
            </p:nvSpPr>
            <p:spPr>
              <a:xfrm>
                <a:off x="493631" y="3933668"/>
                <a:ext cx="612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 err="1">
                    <a:solidFill>
                      <a:schemeClr val="tx1"/>
                    </a:solidFill>
                  </a:rPr>
                  <a:t>스카이팀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2" name="그룹 51">
              <a:extLst>
                <a:ext uri="{FF2B5EF4-FFF2-40B4-BE49-F238E27FC236}">
                  <a16:creationId xmlns:a16="http://schemas.microsoft.com/office/drawing/2014/main" id="{133EFD99-D799-3C90-9AE5-ECFA7FE287D4}"/>
                </a:ext>
              </a:extLst>
            </p:cNvPr>
            <p:cNvGrpSpPr/>
            <p:nvPr/>
          </p:nvGrpSpPr>
          <p:grpSpPr>
            <a:xfrm>
              <a:off x="395415" y="4595671"/>
              <a:ext cx="710216" cy="180000"/>
              <a:chOff x="395415" y="3933668"/>
              <a:chExt cx="710216" cy="180000"/>
            </a:xfrm>
          </p:grpSpPr>
          <p:sp>
            <p:nvSpPr>
              <p:cNvPr id="58" name="직사각형 57">
                <a:extLst>
                  <a:ext uri="{FF2B5EF4-FFF2-40B4-BE49-F238E27FC236}">
                    <a16:creationId xmlns:a16="http://schemas.microsoft.com/office/drawing/2014/main" id="{684EE16D-19D4-54C7-13AF-9B2D59239254}"/>
                  </a:ext>
                </a:extLst>
              </p:cNvPr>
              <p:cNvSpPr/>
              <p:nvPr/>
            </p:nvSpPr>
            <p:spPr>
              <a:xfrm>
                <a:off x="395415" y="3966003"/>
                <a:ext cx="115330" cy="11533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9" name="직사각형 58">
                <a:extLst>
                  <a:ext uri="{FF2B5EF4-FFF2-40B4-BE49-F238E27FC236}">
                    <a16:creationId xmlns:a16="http://schemas.microsoft.com/office/drawing/2014/main" id="{C09B1943-273C-9820-5778-1239829E95E5}"/>
                  </a:ext>
                </a:extLst>
              </p:cNvPr>
              <p:cNvSpPr/>
              <p:nvPr/>
            </p:nvSpPr>
            <p:spPr>
              <a:xfrm>
                <a:off x="493631" y="3933668"/>
                <a:ext cx="612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>
                    <a:solidFill>
                      <a:schemeClr val="tx1"/>
                    </a:solidFill>
                  </a:rPr>
                  <a:t>기타</a:t>
                </a:r>
              </a:p>
            </p:txBody>
          </p:sp>
        </p:grpSp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D0143130-841A-3A32-9B1C-CAAA919599F8}"/>
                </a:ext>
              </a:extLst>
            </p:cNvPr>
            <p:cNvGrpSpPr/>
            <p:nvPr/>
          </p:nvGrpSpPr>
          <p:grpSpPr>
            <a:xfrm>
              <a:off x="1049366" y="4437647"/>
              <a:ext cx="115330" cy="115330"/>
              <a:chOff x="981171" y="3966003"/>
              <a:chExt cx="115330" cy="115330"/>
            </a:xfrm>
          </p:grpSpPr>
          <p:sp>
            <p:nvSpPr>
              <p:cNvPr id="54" name="직사각형 53">
                <a:extLst>
                  <a:ext uri="{FF2B5EF4-FFF2-40B4-BE49-F238E27FC236}">
                    <a16:creationId xmlns:a16="http://schemas.microsoft.com/office/drawing/2014/main" id="{B27C293B-2B94-B8D9-5F49-B9EFB5E67DB5}"/>
                  </a:ext>
                </a:extLst>
              </p:cNvPr>
              <p:cNvSpPr/>
              <p:nvPr/>
            </p:nvSpPr>
            <p:spPr>
              <a:xfrm>
                <a:off x="981171" y="3966003"/>
                <a:ext cx="115330" cy="115330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55" name="그룹 54">
                <a:extLst>
                  <a:ext uri="{FF2B5EF4-FFF2-40B4-BE49-F238E27FC236}">
                    <a16:creationId xmlns:a16="http://schemas.microsoft.com/office/drawing/2014/main" id="{6DC68471-5470-8F3E-0B8D-C4A8C9749982}"/>
                  </a:ext>
                </a:extLst>
              </p:cNvPr>
              <p:cNvGrpSpPr/>
              <p:nvPr/>
            </p:nvGrpSpPr>
            <p:grpSpPr>
              <a:xfrm>
                <a:off x="1002836" y="4005668"/>
                <a:ext cx="72000" cy="36000"/>
                <a:chOff x="3413760" y="4836443"/>
                <a:chExt cx="345002" cy="117028"/>
              </a:xfrm>
            </p:grpSpPr>
            <p:cxnSp>
              <p:nvCxnSpPr>
                <p:cNvPr id="56" name="직선 연결선 55">
                  <a:extLst>
                    <a:ext uri="{FF2B5EF4-FFF2-40B4-BE49-F238E27FC236}">
                      <a16:creationId xmlns:a16="http://schemas.microsoft.com/office/drawing/2014/main" id="{DF95A064-7A52-1090-C315-C82B073C081E}"/>
                    </a:ext>
                  </a:extLst>
                </p:cNvPr>
                <p:cNvCxnSpPr/>
                <p:nvPr/>
              </p:nvCxnSpPr>
              <p:spPr>
                <a:xfrm>
                  <a:off x="3413760" y="4836443"/>
                  <a:ext cx="117028" cy="117028"/>
                </a:xfrm>
                <a:prstGeom prst="line">
                  <a:avLst/>
                </a:prstGeom>
                <a:ln w="6350"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직선 연결선 56">
                  <a:extLst>
                    <a:ext uri="{FF2B5EF4-FFF2-40B4-BE49-F238E27FC236}">
                      <a16:creationId xmlns:a16="http://schemas.microsoft.com/office/drawing/2014/main" id="{4874C571-262C-C27F-9C5A-47FE025472E3}"/>
                    </a:ext>
                  </a:extLst>
                </p:cNvPr>
                <p:cNvCxnSpPr/>
                <p:nvPr/>
              </p:nvCxnSpPr>
              <p:spPr>
                <a:xfrm flipV="1">
                  <a:off x="3513912" y="4837015"/>
                  <a:ext cx="244850" cy="116456"/>
                </a:xfrm>
                <a:prstGeom prst="line">
                  <a:avLst/>
                </a:prstGeom>
                <a:ln w="6350"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79" name="그룹 78">
            <a:extLst>
              <a:ext uri="{FF2B5EF4-FFF2-40B4-BE49-F238E27FC236}">
                <a16:creationId xmlns:a16="http://schemas.microsoft.com/office/drawing/2014/main" id="{5D38DB3E-14C7-C8A4-30AC-1D448B255675}"/>
              </a:ext>
            </a:extLst>
          </p:cNvPr>
          <p:cNvGrpSpPr/>
          <p:nvPr/>
        </p:nvGrpSpPr>
        <p:grpSpPr>
          <a:xfrm>
            <a:off x="183043" y="3401301"/>
            <a:ext cx="1810621" cy="440899"/>
            <a:chOff x="325147" y="4975411"/>
            <a:chExt cx="1810621" cy="440899"/>
          </a:xfrm>
        </p:grpSpPr>
        <p:cxnSp>
          <p:nvCxnSpPr>
            <p:cNvPr id="80" name="직선 연결선 79">
              <a:extLst>
                <a:ext uri="{FF2B5EF4-FFF2-40B4-BE49-F238E27FC236}">
                  <a16:creationId xmlns:a16="http://schemas.microsoft.com/office/drawing/2014/main" id="{082EB350-BF2D-203F-F348-5F9332AF195D}"/>
                </a:ext>
              </a:extLst>
            </p:cNvPr>
            <p:cNvCxnSpPr>
              <a:cxnSpLocks/>
            </p:cNvCxnSpPr>
            <p:nvPr/>
          </p:nvCxnSpPr>
          <p:spPr>
            <a:xfrm>
              <a:off x="389200" y="5416310"/>
              <a:ext cx="1565819" cy="0"/>
            </a:xfrm>
            <a:prstGeom prst="line">
              <a:avLst/>
            </a:prstGeom>
            <a:ln w="6350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직사각형 80">
              <a:extLst>
                <a:ext uri="{FF2B5EF4-FFF2-40B4-BE49-F238E27FC236}">
                  <a16:creationId xmlns:a16="http://schemas.microsoft.com/office/drawing/2014/main" id="{5EE74DB0-BE3A-6BFE-987E-D18886841941}"/>
                </a:ext>
              </a:extLst>
            </p:cNvPr>
            <p:cNvSpPr/>
            <p:nvPr/>
          </p:nvSpPr>
          <p:spPr>
            <a:xfrm>
              <a:off x="325147" y="4975411"/>
              <a:ext cx="944880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b="1" dirty="0">
                  <a:solidFill>
                    <a:schemeClr val="tx1"/>
                  </a:solidFill>
                </a:rPr>
                <a:t>규정 준수여부</a:t>
              </a:r>
            </a:p>
          </p:txBody>
        </p:sp>
        <p:grpSp>
          <p:nvGrpSpPr>
            <p:cNvPr id="82" name="그룹 81">
              <a:extLst>
                <a:ext uri="{FF2B5EF4-FFF2-40B4-BE49-F238E27FC236}">
                  <a16:creationId xmlns:a16="http://schemas.microsoft.com/office/drawing/2014/main" id="{C3AA0A1A-AE58-6A4C-92A2-9DEE5094A818}"/>
                </a:ext>
              </a:extLst>
            </p:cNvPr>
            <p:cNvGrpSpPr/>
            <p:nvPr/>
          </p:nvGrpSpPr>
          <p:grpSpPr>
            <a:xfrm>
              <a:off x="417480" y="5167829"/>
              <a:ext cx="494216" cy="180000"/>
              <a:chOff x="395415" y="3933668"/>
              <a:chExt cx="494216" cy="180000"/>
            </a:xfrm>
          </p:grpSpPr>
          <p:sp>
            <p:nvSpPr>
              <p:cNvPr id="255" name="직사각형 254">
                <a:extLst>
                  <a:ext uri="{FF2B5EF4-FFF2-40B4-BE49-F238E27FC236}">
                    <a16:creationId xmlns:a16="http://schemas.microsoft.com/office/drawing/2014/main" id="{3E7BBEF9-59BD-08DB-FCAD-C9D52DBFAC63}"/>
                  </a:ext>
                </a:extLst>
              </p:cNvPr>
              <p:cNvSpPr/>
              <p:nvPr/>
            </p:nvSpPr>
            <p:spPr>
              <a:xfrm>
                <a:off x="395415" y="3966003"/>
                <a:ext cx="115330" cy="11533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6" name="직사각형 255">
                <a:extLst>
                  <a:ext uri="{FF2B5EF4-FFF2-40B4-BE49-F238E27FC236}">
                    <a16:creationId xmlns:a16="http://schemas.microsoft.com/office/drawing/2014/main" id="{CB508FD0-490D-B59E-C5D1-163D2999AE7E}"/>
                  </a:ext>
                </a:extLst>
              </p:cNvPr>
              <p:cNvSpPr/>
              <p:nvPr/>
            </p:nvSpPr>
            <p:spPr>
              <a:xfrm>
                <a:off x="493631" y="3933668"/>
                <a:ext cx="396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>
                    <a:solidFill>
                      <a:schemeClr val="tx1"/>
                    </a:solidFill>
                  </a:rPr>
                  <a:t>전체</a:t>
                </a:r>
              </a:p>
            </p:txBody>
          </p:sp>
        </p:grpSp>
        <p:grpSp>
          <p:nvGrpSpPr>
            <p:cNvPr id="83" name="그룹 82">
              <a:extLst>
                <a:ext uri="{FF2B5EF4-FFF2-40B4-BE49-F238E27FC236}">
                  <a16:creationId xmlns:a16="http://schemas.microsoft.com/office/drawing/2014/main" id="{4DE3C170-0EBA-41D0-E167-ABC10C47A2FE}"/>
                </a:ext>
              </a:extLst>
            </p:cNvPr>
            <p:cNvGrpSpPr/>
            <p:nvPr/>
          </p:nvGrpSpPr>
          <p:grpSpPr>
            <a:xfrm>
              <a:off x="957516" y="5167829"/>
              <a:ext cx="494216" cy="180000"/>
              <a:chOff x="395415" y="3933668"/>
              <a:chExt cx="494216" cy="180000"/>
            </a:xfrm>
          </p:grpSpPr>
          <p:sp>
            <p:nvSpPr>
              <p:cNvPr id="253" name="직사각형 252">
                <a:extLst>
                  <a:ext uri="{FF2B5EF4-FFF2-40B4-BE49-F238E27FC236}">
                    <a16:creationId xmlns:a16="http://schemas.microsoft.com/office/drawing/2014/main" id="{64E5B226-46F0-72AC-2073-DDC645C39DEE}"/>
                  </a:ext>
                </a:extLst>
              </p:cNvPr>
              <p:cNvSpPr/>
              <p:nvPr/>
            </p:nvSpPr>
            <p:spPr>
              <a:xfrm>
                <a:off x="395415" y="3966003"/>
                <a:ext cx="115330" cy="11533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4" name="직사각형 253">
                <a:extLst>
                  <a:ext uri="{FF2B5EF4-FFF2-40B4-BE49-F238E27FC236}">
                    <a16:creationId xmlns:a16="http://schemas.microsoft.com/office/drawing/2014/main" id="{5250016F-A46E-1023-B440-D2C8B4F3CBD4}"/>
                  </a:ext>
                </a:extLst>
              </p:cNvPr>
              <p:cNvSpPr/>
              <p:nvPr/>
            </p:nvSpPr>
            <p:spPr>
              <a:xfrm>
                <a:off x="493631" y="3933668"/>
                <a:ext cx="396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>
                    <a:solidFill>
                      <a:schemeClr val="tx1"/>
                    </a:solidFill>
                  </a:rPr>
                  <a:t>준수</a:t>
                </a:r>
              </a:p>
            </p:txBody>
          </p:sp>
        </p:grpSp>
        <p:grpSp>
          <p:nvGrpSpPr>
            <p:cNvPr id="84" name="그룹 83">
              <a:extLst>
                <a:ext uri="{FF2B5EF4-FFF2-40B4-BE49-F238E27FC236}">
                  <a16:creationId xmlns:a16="http://schemas.microsoft.com/office/drawing/2014/main" id="{7A0E142A-1F8E-28F8-2F77-689A54CEF3B1}"/>
                </a:ext>
              </a:extLst>
            </p:cNvPr>
            <p:cNvGrpSpPr/>
            <p:nvPr/>
          </p:nvGrpSpPr>
          <p:grpSpPr>
            <a:xfrm>
              <a:off x="1497552" y="5167829"/>
              <a:ext cx="638216" cy="180000"/>
              <a:chOff x="395415" y="3933668"/>
              <a:chExt cx="638216" cy="180000"/>
            </a:xfrm>
          </p:grpSpPr>
          <p:sp>
            <p:nvSpPr>
              <p:cNvPr id="243" name="직사각형 242">
                <a:extLst>
                  <a:ext uri="{FF2B5EF4-FFF2-40B4-BE49-F238E27FC236}">
                    <a16:creationId xmlns:a16="http://schemas.microsoft.com/office/drawing/2014/main" id="{43C4AF0D-F205-A2C4-EFB8-27E786EE1153}"/>
                  </a:ext>
                </a:extLst>
              </p:cNvPr>
              <p:cNvSpPr/>
              <p:nvPr/>
            </p:nvSpPr>
            <p:spPr>
              <a:xfrm>
                <a:off x="395415" y="3966003"/>
                <a:ext cx="115330" cy="11533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1" name="직사각형 250">
                <a:extLst>
                  <a:ext uri="{FF2B5EF4-FFF2-40B4-BE49-F238E27FC236}">
                    <a16:creationId xmlns:a16="http://schemas.microsoft.com/office/drawing/2014/main" id="{38BCAD82-50FA-291F-D1C0-CBF14C3E1AA5}"/>
                  </a:ext>
                </a:extLst>
              </p:cNvPr>
              <p:cNvSpPr/>
              <p:nvPr/>
            </p:nvSpPr>
            <p:spPr>
              <a:xfrm>
                <a:off x="493631" y="3933668"/>
                <a:ext cx="540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 err="1">
                    <a:solidFill>
                      <a:schemeClr val="tx1"/>
                    </a:solidFill>
                  </a:rPr>
                  <a:t>미준수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85" name="그룹 84">
              <a:extLst>
                <a:ext uri="{FF2B5EF4-FFF2-40B4-BE49-F238E27FC236}">
                  <a16:creationId xmlns:a16="http://schemas.microsoft.com/office/drawing/2014/main" id="{40BAEAAE-1023-853A-ECC9-C7140D5D2261}"/>
                </a:ext>
              </a:extLst>
            </p:cNvPr>
            <p:cNvGrpSpPr/>
            <p:nvPr/>
          </p:nvGrpSpPr>
          <p:grpSpPr>
            <a:xfrm>
              <a:off x="960485" y="5202348"/>
              <a:ext cx="115330" cy="115330"/>
              <a:chOff x="981171" y="3966003"/>
              <a:chExt cx="115330" cy="115330"/>
            </a:xfrm>
          </p:grpSpPr>
          <p:sp>
            <p:nvSpPr>
              <p:cNvPr id="232" name="직사각형 231">
                <a:extLst>
                  <a:ext uri="{FF2B5EF4-FFF2-40B4-BE49-F238E27FC236}">
                    <a16:creationId xmlns:a16="http://schemas.microsoft.com/office/drawing/2014/main" id="{B64C2548-FECE-D8FB-5A82-13C4A4BFC206}"/>
                  </a:ext>
                </a:extLst>
              </p:cNvPr>
              <p:cNvSpPr/>
              <p:nvPr/>
            </p:nvSpPr>
            <p:spPr>
              <a:xfrm>
                <a:off x="981171" y="3966003"/>
                <a:ext cx="115330" cy="115330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234" name="그룹 233">
                <a:extLst>
                  <a:ext uri="{FF2B5EF4-FFF2-40B4-BE49-F238E27FC236}">
                    <a16:creationId xmlns:a16="http://schemas.microsoft.com/office/drawing/2014/main" id="{634E1CA3-0364-7499-4C35-6F86AF013E48}"/>
                  </a:ext>
                </a:extLst>
              </p:cNvPr>
              <p:cNvGrpSpPr/>
              <p:nvPr/>
            </p:nvGrpSpPr>
            <p:grpSpPr>
              <a:xfrm>
                <a:off x="1002836" y="4005668"/>
                <a:ext cx="72000" cy="36000"/>
                <a:chOff x="3413760" y="4836443"/>
                <a:chExt cx="345002" cy="117028"/>
              </a:xfrm>
            </p:grpSpPr>
            <p:cxnSp>
              <p:nvCxnSpPr>
                <p:cNvPr id="236" name="직선 연결선 235">
                  <a:extLst>
                    <a:ext uri="{FF2B5EF4-FFF2-40B4-BE49-F238E27FC236}">
                      <a16:creationId xmlns:a16="http://schemas.microsoft.com/office/drawing/2014/main" id="{FF58EA4D-C6C3-5DE7-13C3-A4CBAE29A974}"/>
                    </a:ext>
                  </a:extLst>
                </p:cNvPr>
                <p:cNvCxnSpPr/>
                <p:nvPr/>
              </p:nvCxnSpPr>
              <p:spPr>
                <a:xfrm>
                  <a:off x="3413760" y="4836443"/>
                  <a:ext cx="117028" cy="117028"/>
                </a:xfrm>
                <a:prstGeom prst="line">
                  <a:avLst/>
                </a:prstGeom>
                <a:ln w="6350"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2" name="직선 연결선 241">
                  <a:extLst>
                    <a:ext uri="{FF2B5EF4-FFF2-40B4-BE49-F238E27FC236}">
                      <a16:creationId xmlns:a16="http://schemas.microsoft.com/office/drawing/2014/main" id="{06F6ABBE-C03E-D9F8-77A1-443AAFEAB068}"/>
                    </a:ext>
                  </a:extLst>
                </p:cNvPr>
                <p:cNvCxnSpPr/>
                <p:nvPr/>
              </p:nvCxnSpPr>
              <p:spPr>
                <a:xfrm flipV="1">
                  <a:off x="3513912" y="4837015"/>
                  <a:ext cx="244850" cy="116456"/>
                </a:xfrm>
                <a:prstGeom prst="line">
                  <a:avLst/>
                </a:prstGeom>
                <a:ln w="6350"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cxnSp>
        <p:nvCxnSpPr>
          <p:cNvPr id="257" name="직선 연결선 256">
            <a:extLst>
              <a:ext uri="{FF2B5EF4-FFF2-40B4-BE49-F238E27FC236}">
                <a16:creationId xmlns:a16="http://schemas.microsoft.com/office/drawing/2014/main" id="{3A8BB03B-4D3E-9427-AFBB-1717D7EAEC3B}"/>
              </a:ext>
            </a:extLst>
          </p:cNvPr>
          <p:cNvCxnSpPr>
            <a:cxnSpLocks/>
          </p:cNvCxnSpPr>
          <p:nvPr/>
        </p:nvCxnSpPr>
        <p:spPr>
          <a:xfrm>
            <a:off x="258165" y="2829934"/>
            <a:ext cx="1565819" cy="0"/>
          </a:xfrm>
          <a:prstGeom prst="line">
            <a:avLst/>
          </a:prstGeom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58" name="그룹 257">
            <a:extLst>
              <a:ext uri="{FF2B5EF4-FFF2-40B4-BE49-F238E27FC236}">
                <a16:creationId xmlns:a16="http://schemas.microsoft.com/office/drawing/2014/main" id="{5FD19922-CB64-1D71-6161-A6911B8B0C93}"/>
              </a:ext>
            </a:extLst>
          </p:cNvPr>
          <p:cNvGrpSpPr/>
          <p:nvPr/>
        </p:nvGrpSpPr>
        <p:grpSpPr>
          <a:xfrm>
            <a:off x="167769" y="2016716"/>
            <a:ext cx="1764511" cy="726376"/>
            <a:chOff x="297200" y="4049295"/>
            <a:chExt cx="1764511" cy="726376"/>
          </a:xfrm>
        </p:grpSpPr>
        <p:sp>
          <p:nvSpPr>
            <p:cNvPr id="259" name="직사각형 258">
              <a:extLst>
                <a:ext uri="{FF2B5EF4-FFF2-40B4-BE49-F238E27FC236}">
                  <a16:creationId xmlns:a16="http://schemas.microsoft.com/office/drawing/2014/main" id="{6AF1E7F2-E891-0FBD-2D32-C468D27BAE23}"/>
                </a:ext>
              </a:extLst>
            </p:cNvPr>
            <p:cNvSpPr/>
            <p:nvPr/>
          </p:nvSpPr>
          <p:spPr>
            <a:xfrm>
              <a:off x="297200" y="4049295"/>
              <a:ext cx="944880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b="1" dirty="0">
                  <a:solidFill>
                    <a:schemeClr val="tx1"/>
                  </a:solidFill>
                </a:rPr>
                <a:t>항공사</a:t>
              </a:r>
            </a:p>
          </p:txBody>
        </p:sp>
        <p:grpSp>
          <p:nvGrpSpPr>
            <p:cNvPr id="260" name="그룹 259">
              <a:extLst>
                <a:ext uri="{FF2B5EF4-FFF2-40B4-BE49-F238E27FC236}">
                  <a16:creationId xmlns:a16="http://schemas.microsoft.com/office/drawing/2014/main" id="{95F2FF40-BB74-9AD3-E4E7-43211712932D}"/>
                </a:ext>
              </a:extLst>
            </p:cNvPr>
            <p:cNvGrpSpPr/>
            <p:nvPr/>
          </p:nvGrpSpPr>
          <p:grpSpPr>
            <a:xfrm>
              <a:off x="395415" y="4223034"/>
              <a:ext cx="725490" cy="178301"/>
              <a:chOff x="395415" y="3933668"/>
              <a:chExt cx="725490" cy="178301"/>
            </a:xfrm>
          </p:grpSpPr>
          <p:sp>
            <p:nvSpPr>
              <p:cNvPr id="278" name="직사각형 277">
                <a:extLst>
                  <a:ext uri="{FF2B5EF4-FFF2-40B4-BE49-F238E27FC236}">
                    <a16:creationId xmlns:a16="http://schemas.microsoft.com/office/drawing/2014/main" id="{0A6E8702-E40E-CD40-07A8-3653FCADC3E6}"/>
                  </a:ext>
                </a:extLst>
              </p:cNvPr>
              <p:cNvSpPr/>
              <p:nvPr/>
            </p:nvSpPr>
            <p:spPr>
              <a:xfrm>
                <a:off x="395415" y="3966003"/>
                <a:ext cx="115330" cy="11533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9" name="직사각형 278">
                <a:extLst>
                  <a:ext uri="{FF2B5EF4-FFF2-40B4-BE49-F238E27FC236}">
                    <a16:creationId xmlns:a16="http://schemas.microsoft.com/office/drawing/2014/main" id="{9527CA10-44BE-E2E2-37E9-766394BB8B3B}"/>
                  </a:ext>
                </a:extLst>
              </p:cNvPr>
              <p:cNvSpPr/>
              <p:nvPr/>
            </p:nvSpPr>
            <p:spPr>
              <a:xfrm>
                <a:off x="493631" y="3933668"/>
                <a:ext cx="627274" cy="17830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>
                    <a:solidFill>
                      <a:schemeClr val="tx1"/>
                    </a:solidFill>
                  </a:rPr>
                  <a:t>대한항공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61" name="그룹 260">
              <a:extLst>
                <a:ext uri="{FF2B5EF4-FFF2-40B4-BE49-F238E27FC236}">
                  <a16:creationId xmlns:a16="http://schemas.microsoft.com/office/drawing/2014/main" id="{E59E1A75-8EF8-B685-FF85-89E74F8B27BB}"/>
                </a:ext>
              </a:extLst>
            </p:cNvPr>
            <p:cNvGrpSpPr/>
            <p:nvPr/>
          </p:nvGrpSpPr>
          <p:grpSpPr>
            <a:xfrm>
              <a:off x="395415" y="4411980"/>
              <a:ext cx="710216" cy="180000"/>
              <a:chOff x="395415" y="3933668"/>
              <a:chExt cx="710216" cy="180000"/>
            </a:xfrm>
          </p:grpSpPr>
          <p:sp>
            <p:nvSpPr>
              <p:cNvPr id="276" name="직사각형 275">
                <a:extLst>
                  <a:ext uri="{FF2B5EF4-FFF2-40B4-BE49-F238E27FC236}">
                    <a16:creationId xmlns:a16="http://schemas.microsoft.com/office/drawing/2014/main" id="{A0C75896-B325-67B1-BE72-1EA6C6CFD05D}"/>
                  </a:ext>
                </a:extLst>
              </p:cNvPr>
              <p:cNvSpPr/>
              <p:nvPr/>
            </p:nvSpPr>
            <p:spPr>
              <a:xfrm>
                <a:off x="395415" y="3966003"/>
                <a:ext cx="115330" cy="11533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7" name="직사각형 276">
                <a:extLst>
                  <a:ext uri="{FF2B5EF4-FFF2-40B4-BE49-F238E27FC236}">
                    <a16:creationId xmlns:a16="http://schemas.microsoft.com/office/drawing/2014/main" id="{3123D35F-1271-4735-87B7-DA4A55E1263F}"/>
                  </a:ext>
                </a:extLst>
              </p:cNvPr>
              <p:cNvSpPr/>
              <p:nvPr/>
            </p:nvSpPr>
            <p:spPr>
              <a:xfrm>
                <a:off x="493631" y="3933668"/>
                <a:ext cx="612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 err="1">
                    <a:solidFill>
                      <a:schemeClr val="tx1"/>
                    </a:solidFill>
                  </a:rPr>
                  <a:t>진에어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62" name="그룹 261">
              <a:extLst>
                <a:ext uri="{FF2B5EF4-FFF2-40B4-BE49-F238E27FC236}">
                  <a16:creationId xmlns:a16="http://schemas.microsoft.com/office/drawing/2014/main" id="{976F33C2-7E7F-D386-C102-7D41B19976D4}"/>
                </a:ext>
              </a:extLst>
            </p:cNvPr>
            <p:cNvGrpSpPr/>
            <p:nvPr/>
          </p:nvGrpSpPr>
          <p:grpSpPr>
            <a:xfrm>
              <a:off x="1046285" y="4236639"/>
              <a:ext cx="1015426" cy="180000"/>
              <a:chOff x="395415" y="3933667"/>
              <a:chExt cx="1015426" cy="180000"/>
            </a:xfrm>
          </p:grpSpPr>
          <p:sp>
            <p:nvSpPr>
              <p:cNvPr id="274" name="직사각형 273">
                <a:extLst>
                  <a:ext uri="{FF2B5EF4-FFF2-40B4-BE49-F238E27FC236}">
                    <a16:creationId xmlns:a16="http://schemas.microsoft.com/office/drawing/2014/main" id="{DACEA2AD-821A-9322-3F6F-D1862975BD31}"/>
                  </a:ext>
                </a:extLst>
              </p:cNvPr>
              <p:cNvSpPr/>
              <p:nvPr/>
            </p:nvSpPr>
            <p:spPr>
              <a:xfrm>
                <a:off x="395415" y="3966002"/>
                <a:ext cx="115330" cy="11533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5" name="직사각형 274">
                <a:extLst>
                  <a:ext uri="{FF2B5EF4-FFF2-40B4-BE49-F238E27FC236}">
                    <a16:creationId xmlns:a16="http://schemas.microsoft.com/office/drawing/2014/main" id="{2B8F2671-DA9B-2DA9-6F7B-60A821C52DBF}"/>
                  </a:ext>
                </a:extLst>
              </p:cNvPr>
              <p:cNvSpPr/>
              <p:nvPr/>
            </p:nvSpPr>
            <p:spPr>
              <a:xfrm>
                <a:off x="493630" y="3933667"/>
                <a:ext cx="917211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>
                    <a:solidFill>
                      <a:schemeClr val="tx1"/>
                    </a:solidFill>
                  </a:rPr>
                  <a:t>아시아나</a:t>
                </a:r>
              </a:p>
            </p:txBody>
          </p:sp>
        </p:grpSp>
        <p:grpSp>
          <p:nvGrpSpPr>
            <p:cNvPr id="263" name="그룹 262">
              <a:extLst>
                <a:ext uri="{FF2B5EF4-FFF2-40B4-BE49-F238E27FC236}">
                  <a16:creationId xmlns:a16="http://schemas.microsoft.com/office/drawing/2014/main" id="{9A5CA221-B848-2D61-89C1-27CEC41D5E15}"/>
                </a:ext>
              </a:extLst>
            </p:cNvPr>
            <p:cNvGrpSpPr/>
            <p:nvPr/>
          </p:nvGrpSpPr>
          <p:grpSpPr>
            <a:xfrm>
              <a:off x="1046285" y="4403079"/>
              <a:ext cx="710216" cy="180000"/>
              <a:chOff x="395415" y="3933668"/>
              <a:chExt cx="710216" cy="180000"/>
            </a:xfrm>
          </p:grpSpPr>
          <p:sp>
            <p:nvSpPr>
              <p:cNvPr id="272" name="직사각형 271">
                <a:extLst>
                  <a:ext uri="{FF2B5EF4-FFF2-40B4-BE49-F238E27FC236}">
                    <a16:creationId xmlns:a16="http://schemas.microsoft.com/office/drawing/2014/main" id="{705159C0-0B7E-4D63-C7BD-C57071E93C7B}"/>
                  </a:ext>
                </a:extLst>
              </p:cNvPr>
              <p:cNvSpPr/>
              <p:nvPr/>
            </p:nvSpPr>
            <p:spPr>
              <a:xfrm>
                <a:off x="395415" y="3966003"/>
                <a:ext cx="115330" cy="11533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3" name="직사각형 272">
                <a:extLst>
                  <a:ext uri="{FF2B5EF4-FFF2-40B4-BE49-F238E27FC236}">
                    <a16:creationId xmlns:a16="http://schemas.microsoft.com/office/drawing/2014/main" id="{8C13963C-B961-BC0B-8E6D-D3B1AE4CF288}"/>
                  </a:ext>
                </a:extLst>
              </p:cNvPr>
              <p:cNvSpPr/>
              <p:nvPr/>
            </p:nvSpPr>
            <p:spPr>
              <a:xfrm>
                <a:off x="493631" y="3933668"/>
                <a:ext cx="612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 err="1">
                    <a:solidFill>
                      <a:schemeClr val="tx1"/>
                    </a:solidFill>
                  </a:rPr>
                  <a:t>부산에어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64" name="그룹 263">
              <a:extLst>
                <a:ext uri="{FF2B5EF4-FFF2-40B4-BE49-F238E27FC236}">
                  <a16:creationId xmlns:a16="http://schemas.microsoft.com/office/drawing/2014/main" id="{7D3F4E29-054B-DA05-9EF4-1E31A2621403}"/>
                </a:ext>
              </a:extLst>
            </p:cNvPr>
            <p:cNvGrpSpPr/>
            <p:nvPr/>
          </p:nvGrpSpPr>
          <p:grpSpPr>
            <a:xfrm>
              <a:off x="395415" y="4595671"/>
              <a:ext cx="710216" cy="180000"/>
              <a:chOff x="395415" y="3933668"/>
              <a:chExt cx="710216" cy="180000"/>
            </a:xfrm>
          </p:grpSpPr>
          <p:sp>
            <p:nvSpPr>
              <p:cNvPr id="270" name="직사각형 269">
                <a:extLst>
                  <a:ext uri="{FF2B5EF4-FFF2-40B4-BE49-F238E27FC236}">
                    <a16:creationId xmlns:a16="http://schemas.microsoft.com/office/drawing/2014/main" id="{721AD9EB-4D5F-BAE8-95CE-9A73111F3709}"/>
                  </a:ext>
                </a:extLst>
              </p:cNvPr>
              <p:cNvSpPr/>
              <p:nvPr/>
            </p:nvSpPr>
            <p:spPr>
              <a:xfrm>
                <a:off x="395415" y="3966003"/>
                <a:ext cx="115330" cy="11533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1" name="직사각형 270">
                <a:extLst>
                  <a:ext uri="{FF2B5EF4-FFF2-40B4-BE49-F238E27FC236}">
                    <a16:creationId xmlns:a16="http://schemas.microsoft.com/office/drawing/2014/main" id="{842B6E2B-92D5-40FE-58E2-FA5F3FE73143}"/>
                  </a:ext>
                </a:extLst>
              </p:cNvPr>
              <p:cNvSpPr/>
              <p:nvPr/>
            </p:nvSpPr>
            <p:spPr>
              <a:xfrm>
                <a:off x="493631" y="3933668"/>
                <a:ext cx="612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>
                    <a:solidFill>
                      <a:schemeClr val="tx1"/>
                    </a:solidFill>
                  </a:rPr>
                  <a:t>독일한공</a:t>
                </a:r>
              </a:p>
            </p:txBody>
          </p:sp>
        </p:grpSp>
        <p:grpSp>
          <p:nvGrpSpPr>
            <p:cNvPr id="265" name="그룹 264">
              <a:extLst>
                <a:ext uri="{FF2B5EF4-FFF2-40B4-BE49-F238E27FC236}">
                  <a16:creationId xmlns:a16="http://schemas.microsoft.com/office/drawing/2014/main" id="{F7288F7E-400F-048F-A585-C1A962B0BA82}"/>
                </a:ext>
              </a:extLst>
            </p:cNvPr>
            <p:cNvGrpSpPr/>
            <p:nvPr/>
          </p:nvGrpSpPr>
          <p:grpSpPr>
            <a:xfrm>
              <a:off x="1049366" y="4437647"/>
              <a:ext cx="115330" cy="115330"/>
              <a:chOff x="981171" y="3966003"/>
              <a:chExt cx="115330" cy="115330"/>
            </a:xfrm>
          </p:grpSpPr>
          <p:sp>
            <p:nvSpPr>
              <p:cNvPr id="266" name="직사각형 265">
                <a:extLst>
                  <a:ext uri="{FF2B5EF4-FFF2-40B4-BE49-F238E27FC236}">
                    <a16:creationId xmlns:a16="http://schemas.microsoft.com/office/drawing/2014/main" id="{77C90807-E602-8901-3530-4B5A3D2348F2}"/>
                  </a:ext>
                </a:extLst>
              </p:cNvPr>
              <p:cNvSpPr/>
              <p:nvPr/>
            </p:nvSpPr>
            <p:spPr>
              <a:xfrm>
                <a:off x="981171" y="3966003"/>
                <a:ext cx="115330" cy="115330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267" name="그룹 266">
                <a:extLst>
                  <a:ext uri="{FF2B5EF4-FFF2-40B4-BE49-F238E27FC236}">
                    <a16:creationId xmlns:a16="http://schemas.microsoft.com/office/drawing/2014/main" id="{43BA416D-226C-589D-599F-9D83990785DB}"/>
                  </a:ext>
                </a:extLst>
              </p:cNvPr>
              <p:cNvGrpSpPr/>
              <p:nvPr/>
            </p:nvGrpSpPr>
            <p:grpSpPr>
              <a:xfrm>
                <a:off x="1002836" y="4005668"/>
                <a:ext cx="72000" cy="36000"/>
                <a:chOff x="3413760" y="4836443"/>
                <a:chExt cx="345002" cy="117028"/>
              </a:xfrm>
            </p:grpSpPr>
            <p:cxnSp>
              <p:nvCxnSpPr>
                <p:cNvPr id="268" name="직선 연결선 267">
                  <a:extLst>
                    <a:ext uri="{FF2B5EF4-FFF2-40B4-BE49-F238E27FC236}">
                      <a16:creationId xmlns:a16="http://schemas.microsoft.com/office/drawing/2014/main" id="{9CB9B315-F85D-B727-61BE-D468726DE208}"/>
                    </a:ext>
                  </a:extLst>
                </p:cNvPr>
                <p:cNvCxnSpPr/>
                <p:nvPr/>
              </p:nvCxnSpPr>
              <p:spPr>
                <a:xfrm>
                  <a:off x="3413760" y="4836443"/>
                  <a:ext cx="117028" cy="117028"/>
                </a:xfrm>
                <a:prstGeom prst="line">
                  <a:avLst/>
                </a:prstGeom>
                <a:ln w="6350"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9" name="직선 연결선 268">
                  <a:extLst>
                    <a:ext uri="{FF2B5EF4-FFF2-40B4-BE49-F238E27FC236}">
                      <a16:creationId xmlns:a16="http://schemas.microsoft.com/office/drawing/2014/main" id="{784717F6-376E-9D1C-D2C2-48672957FC64}"/>
                    </a:ext>
                  </a:extLst>
                </p:cNvPr>
                <p:cNvCxnSpPr/>
                <p:nvPr/>
              </p:nvCxnSpPr>
              <p:spPr>
                <a:xfrm flipV="1">
                  <a:off x="3513912" y="4837015"/>
                  <a:ext cx="244850" cy="116456"/>
                </a:xfrm>
                <a:prstGeom prst="line">
                  <a:avLst/>
                </a:prstGeom>
                <a:ln w="6350"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C306094-1A8A-D7BC-9C03-A7726B347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17</a:t>
            </a:fld>
            <a:endParaRPr lang="ko-KR" altLang="en-US" dirty="0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8BE92D5-16C8-BBEC-BA01-C5BC3FB9F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A6618-D80D-4B7E-A45B-A31FDCA0FB45}" type="datetime1">
              <a:rPr lang="ko-KR" altLang="en-US" smtClean="0"/>
              <a:t>2026-01-15</a:t>
            </a:fld>
            <a:endParaRPr lang="ko-KR" altLang="en-US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E74C23A-6ADE-1E84-7CBE-0945AF495A6B}"/>
              </a:ext>
            </a:extLst>
          </p:cNvPr>
          <p:cNvSpPr txBox="1"/>
          <p:nvPr/>
        </p:nvSpPr>
        <p:spPr>
          <a:xfrm>
            <a:off x="992038" y="221039"/>
            <a:ext cx="13433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 err="1"/>
              <a:t>미준수</a:t>
            </a:r>
            <a:r>
              <a:rPr lang="ko-KR" altLang="en-US" sz="1000" b="1" dirty="0"/>
              <a:t> 사유 </a:t>
            </a:r>
            <a:r>
              <a:rPr lang="ko-KR" altLang="en-US" sz="1000" b="1" dirty="0" err="1"/>
              <a:t>학인창</a:t>
            </a:r>
            <a:endParaRPr lang="ko-KR" altLang="en-US" sz="1000" b="1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3A870F8-C9C4-7538-0FF9-1FCF7BB0492B}"/>
              </a:ext>
            </a:extLst>
          </p:cNvPr>
          <p:cNvSpPr txBox="1"/>
          <p:nvPr/>
        </p:nvSpPr>
        <p:spPr>
          <a:xfrm>
            <a:off x="3355675" y="213760"/>
            <a:ext cx="368789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1000" b="1" dirty="0">
                <a:solidFill>
                  <a:schemeClr val="tx1"/>
                </a:solidFill>
              </a:rPr>
              <a:t>항공 </a:t>
            </a:r>
            <a:r>
              <a:rPr lang="en-US" altLang="ko-KR" sz="1000" b="1" dirty="0">
                <a:solidFill>
                  <a:schemeClr val="tx1"/>
                </a:solidFill>
              </a:rPr>
              <a:t>&gt; </a:t>
            </a:r>
            <a:r>
              <a:rPr lang="ko-KR" altLang="en-US" sz="1000" b="1" dirty="0">
                <a:solidFill>
                  <a:schemeClr val="tx1"/>
                </a:solidFill>
              </a:rPr>
              <a:t>국제선 조회 </a:t>
            </a:r>
            <a:r>
              <a:rPr lang="en-US" altLang="ko-KR" sz="1000" b="1" dirty="0">
                <a:solidFill>
                  <a:schemeClr val="tx1"/>
                </a:solidFill>
              </a:rPr>
              <a:t>&gt; </a:t>
            </a:r>
            <a:r>
              <a:rPr lang="ko-KR" altLang="en-US" sz="1000" b="1" dirty="0" err="1">
                <a:solidFill>
                  <a:schemeClr val="tx1"/>
                </a:solidFill>
              </a:rPr>
              <a:t>미준수</a:t>
            </a:r>
            <a:r>
              <a:rPr lang="ko-KR" altLang="en-US" sz="1000" b="1" dirty="0">
                <a:solidFill>
                  <a:schemeClr val="tx1"/>
                </a:solidFill>
              </a:rPr>
              <a:t> 사유 확인 창</a:t>
            </a:r>
          </a:p>
        </p:txBody>
      </p:sp>
      <p:graphicFrame>
        <p:nvGraphicFramePr>
          <p:cNvPr id="40" name="표 39">
            <a:extLst>
              <a:ext uri="{FF2B5EF4-FFF2-40B4-BE49-F238E27FC236}">
                <a16:creationId xmlns:a16="http://schemas.microsoft.com/office/drawing/2014/main" id="{CE7AD194-40D8-30F1-6AFD-47D38F4B68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8987600"/>
              </p:ext>
            </p:extLst>
          </p:nvPr>
        </p:nvGraphicFramePr>
        <p:xfrm>
          <a:off x="8895422" y="89351"/>
          <a:ext cx="3208784" cy="1735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8784">
                  <a:extLst>
                    <a:ext uri="{9D8B030D-6E8A-4147-A177-3AD203B41FA5}">
                      <a16:colId xmlns:a16="http://schemas.microsoft.com/office/drawing/2014/main" val="449230696"/>
                    </a:ext>
                  </a:extLst>
                </a:gridCol>
              </a:tblGrid>
              <a:tr h="3236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0687550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b="1" dirty="0" err="1"/>
                        <a:t>미준수</a:t>
                      </a:r>
                      <a:r>
                        <a:rPr lang="ko-KR" altLang="en-US" sz="900" b="1" dirty="0"/>
                        <a:t> 사유 확인 창으로 </a:t>
                      </a:r>
                      <a:endParaRPr lang="en-US" altLang="ko-KR" sz="900" b="1" dirty="0"/>
                    </a:p>
                    <a:p>
                      <a:pPr algn="l" latinLnBrk="1"/>
                      <a:r>
                        <a:rPr lang="ko-KR" altLang="en-US" sz="900" b="1" dirty="0" err="1"/>
                        <a:t>미준수</a:t>
                      </a:r>
                      <a:r>
                        <a:rPr lang="ko-KR" altLang="en-US" sz="900" b="1" dirty="0"/>
                        <a:t> 일 경우에만 노출 되며</a:t>
                      </a:r>
                      <a:r>
                        <a:rPr lang="en-US" altLang="ko-KR" sz="900" b="1" dirty="0"/>
                        <a:t>, </a:t>
                      </a:r>
                      <a:r>
                        <a:rPr lang="ko-KR" altLang="en-US" sz="900" b="1" dirty="0"/>
                        <a:t>미준수에 해당하는 인원만 노출 되도록 함</a:t>
                      </a:r>
                      <a:endParaRPr lang="en-US" altLang="ko-KR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499294"/>
                  </a:ext>
                </a:extLst>
              </a:tr>
              <a:tr h="2725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Check point</a:t>
                      </a:r>
                      <a:endParaRPr lang="ko-KR" altLang="en-US" sz="10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94342"/>
                  </a:ext>
                </a:extLst>
              </a:tr>
              <a:tr h="6359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u="none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9267137"/>
                  </a:ext>
                </a:extLst>
              </a:tr>
            </a:tbl>
          </a:graphicData>
        </a:graphic>
      </p:graphicFrame>
      <p:grpSp>
        <p:nvGrpSpPr>
          <p:cNvPr id="14" name="그룹 13">
            <a:extLst>
              <a:ext uri="{FF2B5EF4-FFF2-40B4-BE49-F238E27FC236}">
                <a16:creationId xmlns:a16="http://schemas.microsoft.com/office/drawing/2014/main" id="{D4B58C9B-657C-84A3-C234-10E9431E8562}"/>
              </a:ext>
            </a:extLst>
          </p:cNvPr>
          <p:cNvGrpSpPr/>
          <p:nvPr/>
        </p:nvGrpSpPr>
        <p:grpSpPr>
          <a:xfrm>
            <a:off x="7248542" y="1061440"/>
            <a:ext cx="1080000" cy="252000"/>
            <a:chOff x="7248542" y="3635149"/>
            <a:chExt cx="1080000" cy="252000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5E4C6462-4CA2-F538-6772-736D3215C06D}"/>
                </a:ext>
              </a:extLst>
            </p:cNvPr>
            <p:cNvSpPr/>
            <p:nvPr/>
          </p:nvSpPr>
          <p:spPr>
            <a:xfrm>
              <a:off x="7248542" y="3635149"/>
              <a:ext cx="1080000" cy="252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r>
                <a:rPr lang="ko-KR" altLang="en-US" sz="800" dirty="0">
                  <a:solidFill>
                    <a:schemeClr val="tx1"/>
                  </a:solidFill>
                </a:rPr>
                <a:t>선택</a:t>
              </a:r>
            </a:p>
          </p:txBody>
        </p: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67C221E1-F491-D17E-1FCB-FB1C831D7274}"/>
                </a:ext>
              </a:extLst>
            </p:cNvPr>
            <p:cNvGrpSpPr/>
            <p:nvPr/>
          </p:nvGrpSpPr>
          <p:grpSpPr>
            <a:xfrm flipH="1">
              <a:off x="8184355" y="3739138"/>
              <a:ext cx="60620" cy="45719"/>
              <a:chOff x="2582354" y="4366054"/>
              <a:chExt cx="443974" cy="226749"/>
            </a:xfrm>
          </p:grpSpPr>
          <p:cxnSp>
            <p:nvCxnSpPr>
              <p:cNvPr id="17" name="직선 연결선 16">
                <a:extLst>
                  <a:ext uri="{FF2B5EF4-FFF2-40B4-BE49-F238E27FC236}">
                    <a16:creationId xmlns:a16="http://schemas.microsoft.com/office/drawing/2014/main" id="{189DF60F-E354-AA4E-1D38-257C17EF006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82354" y="4366054"/>
                <a:ext cx="226749" cy="226749"/>
              </a:xfrm>
              <a:prstGeom prst="line">
                <a:avLst/>
              </a:prstGeom>
              <a:ln w="9525">
                <a:solidFill>
                  <a:schemeClr val="bg2">
                    <a:lumMod val="50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" name="직선 연결선 17">
                <a:extLst>
                  <a:ext uri="{FF2B5EF4-FFF2-40B4-BE49-F238E27FC236}">
                    <a16:creationId xmlns:a16="http://schemas.microsoft.com/office/drawing/2014/main" id="{FE2BC013-54E5-CB53-8832-2F5B4DF9369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99579" y="4366054"/>
                <a:ext cx="226749" cy="226749"/>
              </a:xfrm>
              <a:prstGeom prst="line">
                <a:avLst/>
              </a:prstGeom>
              <a:ln w="9525">
                <a:solidFill>
                  <a:schemeClr val="bg2">
                    <a:lumMod val="50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CC0BF70-9008-4AE4-FEA3-7525673609B1}"/>
              </a:ext>
            </a:extLst>
          </p:cNvPr>
          <p:cNvSpPr/>
          <p:nvPr/>
        </p:nvSpPr>
        <p:spPr>
          <a:xfrm>
            <a:off x="2051217" y="1089582"/>
            <a:ext cx="2007154" cy="1869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bg2">
                    <a:lumMod val="50000"/>
                  </a:schemeClr>
                </a:solidFill>
              </a:rPr>
              <a:t>총</a:t>
            </a:r>
            <a:r>
              <a:rPr lang="ko-KR" altLang="en-US" sz="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100</a:t>
            </a:r>
            <a:r>
              <a:rPr lang="ko-KR" altLang="en-US" sz="800" dirty="0">
                <a:solidFill>
                  <a:schemeClr val="bg2">
                    <a:lumMod val="50000"/>
                  </a:schemeClr>
                </a:solidFill>
              </a:rPr>
              <a:t>개의 항공이 검색되었습니다</a:t>
            </a:r>
            <a:r>
              <a:rPr lang="en-US" altLang="ko-KR" sz="800" dirty="0">
                <a:solidFill>
                  <a:schemeClr val="bg2">
                    <a:lumMod val="50000"/>
                  </a:schemeClr>
                </a:solidFill>
              </a:rPr>
              <a:t>.</a:t>
            </a:r>
            <a:endParaRPr lang="ko-KR" altLang="en-US" sz="800" dirty="0">
              <a:solidFill>
                <a:schemeClr val="bg2">
                  <a:lumMod val="50000"/>
                </a:schemeClr>
              </a:solidFill>
            </a:endParaRPr>
          </a:p>
        </p:txBody>
      </p:sp>
      <p:grpSp>
        <p:nvGrpSpPr>
          <p:cNvPr id="120" name="그룹 119">
            <a:extLst>
              <a:ext uri="{FF2B5EF4-FFF2-40B4-BE49-F238E27FC236}">
                <a16:creationId xmlns:a16="http://schemas.microsoft.com/office/drawing/2014/main" id="{DC34845C-DEAF-76AD-C353-E15E88ED5737}"/>
              </a:ext>
            </a:extLst>
          </p:cNvPr>
          <p:cNvGrpSpPr/>
          <p:nvPr/>
        </p:nvGrpSpPr>
        <p:grpSpPr>
          <a:xfrm>
            <a:off x="5855331" y="1110958"/>
            <a:ext cx="1206093" cy="148340"/>
            <a:chOff x="5855331" y="3944528"/>
            <a:chExt cx="1206093" cy="148340"/>
          </a:xfrm>
        </p:grpSpPr>
        <p:sp>
          <p:nvSpPr>
            <p:cNvPr id="121" name="직사각형 120">
              <a:extLst>
                <a:ext uri="{FF2B5EF4-FFF2-40B4-BE49-F238E27FC236}">
                  <a16:creationId xmlns:a16="http://schemas.microsoft.com/office/drawing/2014/main" id="{043CE6E7-D08A-2CE9-98C3-B00815768598}"/>
                </a:ext>
              </a:extLst>
            </p:cNvPr>
            <p:cNvSpPr/>
            <p:nvPr/>
          </p:nvSpPr>
          <p:spPr>
            <a:xfrm>
              <a:off x="5855331" y="3944528"/>
              <a:ext cx="1132188" cy="14834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b="1" dirty="0">
                  <a:solidFill>
                    <a:schemeClr val="tx1"/>
                  </a:solidFill>
                </a:rPr>
                <a:t>조회시간</a:t>
              </a:r>
              <a:r>
                <a:rPr lang="en-US" altLang="ko-KR" sz="800" b="1" dirty="0">
                  <a:solidFill>
                    <a:schemeClr val="tx1"/>
                  </a:solidFill>
                </a:rPr>
                <a:t>: 20</a:t>
              </a:r>
              <a:r>
                <a:rPr lang="ko-KR" altLang="en-US" sz="800" b="1" dirty="0">
                  <a:solidFill>
                    <a:schemeClr val="tx1"/>
                  </a:solidFill>
                </a:rPr>
                <a:t>시 </a:t>
              </a:r>
              <a:r>
                <a:rPr lang="en-US" altLang="ko-KR" sz="800" b="1" dirty="0">
                  <a:solidFill>
                    <a:schemeClr val="tx1"/>
                  </a:solidFill>
                </a:rPr>
                <a:t>33</a:t>
              </a:r>
              <a:r>
                <a:rPr lang="ko-KR" altLang="en-US" sz="800" b="1" dirty="0">
                  <a:solidFill>
                    <a:schemeClr val="tx1"/>
                  </a:solidFill>
                </a:rPr>
                <a:t>분</a:t>
              </a:r>
            </a:p>
          </p:txBody>
        </p:sp>
        <p:pic>
          <p:nvPicPr>
            <p:cNvPr id="122" name="그래픽 121" descr="새로 고침 단색으로 채워진">
              <a:extLst>
                <a:ext uri="{FF2B5EF4-FFF2-40B4-BE49-F238E27FC236}">
                  <a16:creationId xmlns:a16="http://schemas.microsoft.com/office/drawing/2014/main" id="{08B498F9-4BE8-7E15-4DC7-BCCCD7950CC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2700000">
              <a:off x="6954278" y="3965125"/>
              <a:ext cx="107146" cy="107146"/>
            </a:xfrm>
            <a:prstGeom prst="rect">
              <a:avLst/>
            </a:prstGeom>
          </p:spPr>
        </p:pic>
      </p:grpSp>
      <p:grpSp>
        <p:nvGrpSpPr>
          <p:cNvPr id="123" name="그룹 122">
            <a:extLst>
              <a:ext uri="{FF2B5EF4-FFF2-40B4-BE49-F238E27FC236}">
                <a16:creationId xmlns:a16="http://schemas.microsoft.com/office/drawing/2014/main" id="{A146AA37-0794-082E-3848-818C1FB1F096}"/>
              </a:ext>
            </a:extLst>
          </p:cNvPr>
          <p:cNvGrpSpPr/>
          <p:nvPr/>
        </p:nvGrpSpPr>
        <p:grpSpPr>
          <a:xfrm>
            <a:off x="2113703" y="1397069"/>
            <a:ext cx="6279367" cy="1512000"/>
            <a:chOff x="2113703" y="4230639"/>
            <a:chExt cx="6279367" cy="1512000"/>
          </a:xfrm>
        </p:grpSpPr>
        <p:sp>
          <p:nvSpPr>
            <p:cNvPr id="124" name="직사각형 123">
              <a:extLst>
                <a:ext uri="{FF2B5EF4-FFF2-40B4-BE49-F238E27FC236}">
                  <a16:creationId xmlns:a16="http://schemas.microsoft.com/office/drawing/2014/main" id="{F17CD680-379F-36CE-908A-0062C4ECADC4}"/>
                </a:ext>
              </a:extLst>
            </p:cNvPr>
            <p:cNvSpPr/>
            <p:nvPr/>
          </p:nvSpPr>
          <p:spPr>
            <a:xfrm>
              <a:off x="2113703" y="4230639"/>
              <a:ext cx="6214839" cy="151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25" name="직사각형 124">
              <a:extLst>
                <a:ext uri="{FF2B5EF4-FFF2-40B4-BE49-F238E27FC236}">
                  <a16:creationId xmlns:a16="http://schemas.microsoft.com/office/drawing/2014/main" id="{71B0BD3B-D434-C9C6-BBB4-486BAFCFBD41}"/>
                </a:ext>
              </a:extLst>
            </p:cNvPr>
            <p:cNvSpPr/>
            <p:nvPr/>
          </p:nvSpPr>
          <p:spPr>
            <a:xfrm>
              <a:off x="6358171" y="5220042"/>
              <a:ext cx="900000" cy="365907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 err="1"/>
                <a:t>셀프예약</a:t>
              </a:r>
              <a:endParaRPr lang="ko-KR" altLang="en-US" sz="900" dirty="0"/>
            </a:p>
          </p:txBody>
        </p:sp>
        <p:sp>
          <p:nvSpPr>
            <p:cNvPr id="126" name="직사각형 125">
              <a:extLst>
                <a:ext uri="{FF2B5EF4-FFF2-40B4-BE49-F238E27FC236}">
                  <a16:creationId xmlns:a16="http://schemas.microsoft.com/office/drawing/2014/main" id="{88BC4A79-5AC0-D42E-54FA-399F3F962E32}"/>
                </a:ext>
              </a:extLst>
            </p:cNvPr>
            <p:cNvSpPr/>
            <p:nvPr/>
          </p:nvSpPr>
          <p:spPr>
            <a:xfrm>
              <a:off x="7329201" y="5220042"/>
              <a:ext cx="900000" cy="365907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전담팀요청</a:t>
              </a:r>
              <a:endParaRPr lang="ko-KR" altLang="en-US" sz="9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grpSp>
          <p:nvGrpSpPr>
            <p:cNvPr id="127" name="그룹 126">
              <a:extLst>
                <a:ext uri="{FF2B5EF4-FFF2-40B4-BE49-F238E27FC236}">
                  <a16:creationId xmlns:a16="http://schemas.microsoft.com/office/drawing/2014/main" id="{AE7EAB7F-2AC0-BFBB-8BA0-0D179E076B85}"/>
                </a:ext>
              </a:extLst>
            </p:cNvPr>
            <p:cNvGrpSpPr/>
            <p:nvPr/>
          </p:nvGrpSpPr>
          <p:grpSpPr>
            <a:xfrm>
              <a:off x="6910877" y="4976346"/>
              <a:ext cx="1402471" cy="162601"/>
              <a:chOff x="6910877" y="4739316"/>
              <a:chExt cx="1402471" cy="162601"/>
            </a:xfrm>
          </p:grpSpPr>
          <p:sp>
            <p:nvSpPr>
              <p:cNvPr id="163" name="직사각형 162">
                <a:extLst>
                  <a:ext uri="{FF2B5EF4-FFF2-40B4-BE49-F238E27FC236}">
                    <a16:creationId xmlns:a16="http://schemas.microsoft.com/office/drawing/2014/main" id="{39C13B6D-DD91-051B-FC65-DCA310D27ACB}"/>
                  </a:ext>
                </a:extLst>
              </p:cNvPr>
              <p:cNvSpPr/>
              <p:nvPr/>
            </p:nvSpPr>
            <p:spPr>
              <a:xfrm>
                <a:off x="6910877" y="4764955"/>
                <a:ext cx="554002" cy="13696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>
                    <a:solidFill>
                      <a:schemeClr val="tx1"/>
                    </a:solidFill>
                  </a:rPr>
                  <a:t>총 요금</a:t>
                </a:r>
              </a:p>
            </p:txBody>
          </p:sp>
          <p:sp>
            <p:nvSpPr>
              <p:cNvPr id="164" name="직사각형 163">
                <a:extLst>
                  <a:ext uri="{FF2B5EF4-FFF2-40B4-BE49-F238E27FC236}">
                    <a16:creationId xmlns:a16="http://schemas.microsoft.com/office/drawing/2014/main" id="{DDE0BE25-136C-CCEA-E4D0-3535954A5C8E}"/>
                  </a:ext>
                </a:extLst>
              </p:cNvPr>
              <p:cNvSpPr/>
              <p:nvPr/>
            </p:nvSpPr>
            <p:spPr>
              <a:xfrm>
                <a:off x="7235113" y="4739316"/>
                <a:ext cx="1005024" cy="13696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100" b="1" dirty="0">
                    <a:solidFill>
                      <a:srgbClr val="4B90FF"/>
                    </a:solidFill>
                  </a:rPr>
                  <a:t>1,582,650</a:t>
                </a:r>
                <a:endParaRPr lang="ko-KR" altLang="en-US" sz="1100" b="1" dirty="0">
                  <a:solidFill>
                    <a:srgbClr val="4B90FF"/>
                  </a:solidFill>
                </a:endParaRPr>
              </a:p>
            </p:txBody>
          </p:sp>
          <p:sp>
            <p:nvSpPr>
              <p:cNvPr id="165" name="직사각형 164">
                <a:extLst>
                  <a:ext uri="{FF2B5EF4-FFF2-40B4-BE49-F238E27FC236}">
                    <a16:creationId xmlns:a16="http://schemas.microsoft.com/office/drawing/2014/main" id="{7C458CC1-4F4F-56CB-DF73-408EB2593A40}"/>
                  </a:ext>
                </a:extLst>
              </p:cNvPr>
              <p:cNvSpPr/>
              <p:nvPr/>
            </p:nvSpPr>
            <p:spPr>
              <a:xfrm>
                <a:off x="8011880" y="4764955"/>
                <a:ext cx="301468" cy="13696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>
                    <a:solidFill>
                      <a:schemeClr val="tx1"/>
                    </a:solidFill>
                  </a:rPr>
                  <a:t>원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28" name="사각형: 둥근 모서리 127">
              <a:extLst>
                <a:ext uri="{FF2B5EF4-FFF2-40B4-BE49-F238E27FC236}">
                  <a16:creationId xmlns:a16="http://schemas.microsoft.com/office/drawing/2014/main" id="{9D725E7A-6604-0084-E513-CE6D0A95826F}"/>
                </a:ext>
              </a:extLst>
            </p:cNvPr>
            <p:cNvSpPr/>
            <p:nvPr/>
          </p:nvSpPr>
          <p:spPr>
            <a:xfrm>
              <a:off x="2231123" y="4365278"/>
              <a:ext cx="364440" cy="180000"/>
            </a:xfrm>
            <a:prstGeom prst="roundRect">
              <a:avLst/>
            </a:prstGeom>
            <a:solidFill>
              <a:srgbClr val="4B90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600" dirty="0"/>
                <a:t>준수</a:t>
              </a:r>
            </a:p>
          </p:txBody>
        </p:sp>
        <p:sp>
          <p:nvSpPr>
            <p:cNvPr id="129" name="사각형: 둥근 모서리 128">
              <a:extLst>
                <a:ext uri="{FF2B5EF4-FFF2-40B4-BE49-F238E27FC236}">
                  <a16:creationId xmlns:a16="http://schemas.microsoft.com/office/drawing/2014/main" id="{38FC53C7-EEBE-C7CD-57EA-EA5DF8333EBA}"/>
                </a:ext>
              </a:extLst>
            </p:cNvPr>
            <p:cNvSpPr/>
            <p:nvPr/>
          </p:nvSpPr>
          <p:spPr>
            <a:xfrm>
              <a:off x="2653229" y="4365278"/>
              <a:ext cx="651986" cy="180000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600">
                  <a:solidFill>
                    <a:schemeClr val="tx1"/>
                  </a:solidFill>
                </a:rPr>
                <a:t>잔여좌석 </a:t>
              </a:r>
              <a:r>
                <a:rPr lang="en-US" altLang="ko-KR" sz="600" dirty="0">
                  <a:solidFill>
                    <a:schemeClr val="tx1"/>
                  </a:solidFill>
                </a:rPr>
                <a:t>9</a:t>
              </a:r>
              <a:r>
                <a:rPr lang="ko-KR" altLang="en-US" sz="600" dirty="0">
                  <a:solidFill>
                    <a:schemeClr val="tx1"/>
                  </a:solidFill>
                </a:rPr>
                <a:t>석</a:t>
              </a:r>
            </a:p>
          </p:txBody>
        </p:sp>
        <p:pic>
          <p:nvPicPr>
            <p:cNvPr id="130" name="그래픽 129" descr="초승달 윤곽선">
              <a:extLst>
                <a:ext uri="{FF2B5EF4-FFF2-40B4-BE49-F238E27FC236}">
                  <a16:creationId xmlns:a16="http://schemas.microsoft.com/office/drawing/2014/main" id="{EC2404D4-A164-AB51-C982-0E4AB199A9F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234662" y="4721214"/>
              <a:ext cx="180001" cy="180001"/>
            </a:xfrm>
            <a:prstGeom prst="rect">
              <a:avLst/>
            </a:prstGeom>
          </p:spPr>
        </p:pic>
        <p:sp>
          <p:nvSpPr>
            <p:cNvPr id="131" name="직사각형 130">
              <a:extLst>
                <a:ext uri="{FF2B5EF4-FFF2-40B4-BE49-F238E27FC236}">
                  <a16:creationId xmlns:a16="http://schemas.microsoft.com/office/drawing/2014/main" id="{5F310458-189E-7F94-2B09-B2FB654E7E6F}"/>
                </a:ext>
              </a:extLst>
            </p:cNvPr>
            <p:cNvSpPr/>
            <p:nvPr/>
          </p:nvSpPr>
          <p:spPr>
            <a:xfrm>
              <a:off x="2395403" y="4723554"/>
              <a:ext cx="595055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b="1" dirty="0">
                  <a:solidFill>
                    <a:schemeClr val="tx1"/>
                  </a:solidFill>
                </a:rPr>
                <a:t>대한항공</a:t>
              </a:r>
            </a:p>
          </p:txBody>
        </p:sp>
        <p:grpSp>
          <p:nvGrpSpPr>
            <p:cNvPr id="132" name="그룹 131">
              <a:extLst>
                <a:ext uri="{FF2B5EF4-FFF2-40B4-BE49-F238E27FC236}">
                  <a16:creationId xmlns:a16="http://schemas.microsoft.com/office/drawing/2014/main" id="{0AC8E58D-41DD-8DB1-8A22-0E9031D9DC28}"/>
                </a:ext>
              </a:extLst>
            </p:cNvPr>
            <p:cNvGrpSpPr/>
            <p:nvPr/>
          </p:nvGrpSpPr>
          <p:grpSpPr>
            <a:xfrm>
              <a:off x="3598300" y="4721214"/>
              <a:ext cx="595055" cy="356897"/>
              <a:chOff x="3380359" y="4711131"/>
              <a:chExt cx="595055" cy="356897"/>
            </a:xfrm>
          </p:grpSpPr>
          <p:sp>
            <p:nvSpPr>
              <p:cNvPr id="161" name="직사각형 160">
                <a:extLst>
                  <a:ext uri="{FF2B5EF4-FFF2-40B4-BE49-F238E27FC236}">
                    <a16:creationId xmlns:a16="http://schemas.microsoft.com/office/drawing/2014/main" id="{0874B732-992D-1200-8DFE-FE441356B9E0}"/>
                  </a:ext>
                </a:extLst>
              </p:cNvPr>
              <p:cNvSpPr/>
              <p:nvPr/>
            </p:nvSpPr>
            <p:spPr>
              <a:xfrm>
                <a:off x="3380359" y="4711131"/>
                <a:ext cx="595055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b="1" dirty="0">
                    <a:solidFill>
                      <a:schemeClr val="tx1"/>
                    </a:solidFill>
                  </a:rPr>
                  <a:t>20:10</a:t>
                </a:r>
                <a:endParaRPr lang="ko-KR" altLang="en-US" sz="8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직사각형 161">
                <a:extLst>
                  <a:ext uri="{FF2B5EF4-FFF2-40B4-BE49-F238E27FC236}">
                    <a16:creationId xmlns:a16="http://schemas.microsoft.com/office/drawing/2014/main" id="{8BAB76B6-023E-383E-7085-5E4237C9B490}"/>
                  </a:ext>
                </a:extLst>
              </p:cNvPr>
              <p:cNvSpPr/>
              <p:nvPr/>
            </p:nvSpPr>
            <p:spPr>
              <a:xfrm>
                <a:off x="3380359" y="4888028"/>
                <a:ext cx="595055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700" dirty="0">
                    <a:solidFill>
                      <a:schemeClr val="bg2">
                        <a:lumMod val="50000"/>
                      </a:schemeClr>
                    </a:solidFill>
                  </a:rPr>
                  <a:t>INC</a:t>
                </a:r>
                <a:endParaRPr lang="ko-KR" altLang="en-US" sz="70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33" name="그룹 132">
              <a:extLst>
                <a:ext uri="{FF2B5EF4-FFF2-40B4-BE49-F238E27FC236}">
                  <a16:creationId xmlns:a16="http://schemas.microsoft.com/office/drawing/2014/main" id="{9602230D-FCB8-52DD-428E-B77D27F669BF}"/>
                </a:ext>
              </a:extLst>
            </p:cNvPr>
            <p:cNvGrpSpPr/>
            <p:nvPr/>
          </p:nvGrpSpPr>
          <p:grpSpPr>
            <a:xfrm>
              <a:off x="5640866" y="4721214"/>
              <a:ext cx="595055" cy="356897"/>
              <a:chOff x="4878956" y="4711131"/>
              <a:chExt cx="595055" cy="356897"/>
            </a:xfrm>
          </p:grpSpPr>
          <p:sp>
            <p:nvSpPr>
              <p:cNvPr id="159" name="직사각형 158">
                <a:extLst>
                  <a:ext uri="{FF2B5EF4-FFF2-40B4-BE49-F238E27FC236}">
                    <a16:creationId xmlns:a16="http://schemas.microsoft.com/office/drawing/2014/main" id="{BB1D8BF8-CA96-9285-895C-6D3FB9D168FB}"/>
                  </a:ext>
                </a:extLst>
              </p:cNvPr>
              <p:cNvSpPr/>
              <p:nvPr/>
            </p:nvSpPr>
            <p:spPr>
              <a:xfrm>
                <a:off x="4878956" y="4711131"/>
                <a:ext cx="595055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b="1" dirty="0">
                    <a:solidFill>
                      <a:schemeClr val="tx1"/>
                    </a:solidFill>
                  </a:rPr>
                  <a:t>19:40</a:t>
                </a:r>
                <a:endParaRPr lang="ko-KR" altLang="en-US" sz="8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직사각형 159">
                <a:extLst>
                  <a:ext uri="{FF2B5EF4-FFF2-40B4-BE49-F238E27FC236}">
                    <a16:creationId xmlns:a16="http://schemas.microsoft.com/office/drawing/2014/main" id="{3C5BAA7A-56EB-E49C-B900-7B971123B555}"/>
                  </a:ext>
                </a:extLst>
              </p:cNvPr>
              <p:cNvSpPr/>
              <p:nvPr/>
            </p:nvSpPr>
            <p:spPr>
              <a:xfrm>
                <a:off x="4878956" y="4888028"/>
                <a:ext cx="595055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700" dirty="0">
                    <a:solidFill>
                      <a:schemeClr val="bg2">
                        <a:lumMod val="50000"/>
                      </a:schemeClr>
                    </a:solidFill>
                  </a:rPr>
                  <a:t>YYZ</a:t>
                </a:r>
                <a:endParaRPr lang="ko-KR" altLang="en-US" sz="70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34" name="그룹 133">
              <a:extLst>
                <a:ext uri="{FF2B5EF4-FFF2-40B4-BE49-F238E27FC236}">
                  <a16:creationId xmlns:a16="http://schemas.microsoft.com/office/drawing/2014/main" id="{E56EAC9A-B0B6-088F-B529-0B9B000A6F38}"/>
                </a:ext>
              </a:extLst>
            </p:cNvPr>
            <p:cNvGrpSpPr/>
            <p:nvPr/>
          </p:nvGrpSpPr>
          <p:grpSpPr>
            <a:xfrm>
              <a:off x="4201631" y="4876802"/>
              <a:ext cx="1457702" cy="219035"/>
              <a:chOff x="4201631" y="4876802"/>
              <a:chExt cx="1457702" cy="219035"/>
            </a:xfrm>
          </p:grpSpPr>
          <p:grpSp>
            <p:nvGrpSpPr>
              <p:cNvPr id="153" name="그룹 152">
                <a:extLst>
                  <a:ext uri="{FF2B5EF4-FFF2-40B4-BE49-F238E27FC236}">
                    <a16:creationId xmlns:a16="http://schemas.microsoft.com/office/drawing/2014/main" id="{72CF549E-2AF2-4A39-ACE7-C234C5D90BED}"/>
                  </a:ext>
                </a:extLst>
              </p:cNvPr>
              <p:cNvGrpSpPr/>
              <p:nvPr/>
            </p:nvGrpSpPr>
            <p:grpSpPr>
              <a:xfrm>
                <a:off x="4201631" y="4876802"/>
                <a:ext cx="1457702" cy="45720"/>
                <a:chOff x="4377932" y="5397386"/>
                <a:chExt cx="1457702" cy="45720"/>
              </a:xfrm>
            </p:grpSpPr>
            <p:cxnSp>
              <p:nvCxnSpPr>
                <p:cNvPr id="156" name="직선 연결선 155">
                  <a:extLst>
                    <a:ext uri="{FF2B5EF4-FFF2-40B4-BE49-F238E27FC236}">
                      <a16:creationId xmlns:a16="http://schemas.microsoft.com/office/drawing/2014/main" id="{F366906C-BB19-379D-A13B-EFAC7B9A2C9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383006" y="5420246"/>
                  <a:ext cx="1452628" cy="0"/>
                </a:xfrm>
                <a:prstGeom prst="line">
                  <a:avLst/>
                </a:prstGeom>
                <a:ln w="6350"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57" name="타원 156">
                  <a:extLst>
                    <a:ext uri="{FF2B5EF4-FFF2-40B4-BE49-F238E27FC236}">
                      <a16:creationId xmlns:a16="http://schemas.microsoft.com/office/drawing/2014/main" id="{3038DAE0-FFE6-31FA-B18E-03FBD2C39F57}"/>
                    </a:ext>
                  </a:extLst>
                </p:cNvPr>
                <p:cNvSpPr/>
                <p:nvPr/>
              </p:nvSpPr>
              <p:spPr>
                <a:xfrm>
                  <a:off x="4377932" y="5397387"/>
                  <a:ext cx="45719" cy="45719"/>
                </a:xfrm>
                <a:prstGeom prst="ellipse">
                  <a:avLst/>
                </a:prstGeom>
                <a:solidFill>
                  <a:schemeClr val="bg2">
                    <a:lumMod val="50000"/>
                  </a:schemeClr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bg2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58" name="타원 157">
                  <a:extLst>
                    <a:ext uri="{FF2B5EF4-FFF2-40B4-BE49-F238E27FC236}">
                      <a16:creationId xmlns:a16="http://schemas.microsoft.com/office/drawing/2014/main" id="{70DAF962-6B5A-CC39-B897-C640B2FC89EA}"/>
                    </a:ext>
                  </a:extLst>
                </p:cNvPr>
                <p:cNvSpPr/>
                <p:nvPr/>
              </p:nvSpPr>
              <p:spPr>
                <a:xfrm>
                  <a:off x="5789912" y="5397386"/>
                  <a:ext cx="45722" cy="45720"/>
                </a:xfrm>
                <a:prstGeom prst="ellipse">
                  <a:avLst/>
                </a:prstGeom>
                <a:solidFill>
                  <a:schemeClr val="bg2">
                    <a:lumMod val="50000"/>
                  </a:schemeClr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bg2">
                        <a:lumMod val="50000"/>
                      </a:schemeClr>
                    </a:solidFill>
                  </a:endParaRPr>
                </a:p>
              </p:txBody>
            </p:sp>
          </p:grpSp>
          <p:sp>
            <p:nvSpPr>
              <p:cNvPr id="155" name="직사각형 154">
                <a:extLst>
                  <a:ext uri="{FF2B5EF4-FFF2-40B4-BE49-F238E27FC236}">
                    <a16:creationId xmlns:a16="http://schemas.microsoft.com/office/drawing/2014/main" id="{866956D0-5732-D4EB-0A42-1DD1437B787C}"/>
                  </a:ext>
                </a:extLst>
              </p:cNvPr>
              <p:cNvSpPr/>
              <p:nvPr/>
            </p:nvSpPr>
            <p:spPr>
              <a:xfrm>
                <a:off x="4552723" y="4915837"/>
                <a:ext cx="760592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600" dirty="0">
                    <a:solidFill>
                      <a:schemeClr val="bg2">
                        <a:lumMod val="50000"/>
                      </a:schemeClr>
                    </a:solidFill>
                  </a:rPr>
                  <a:t>14</a:t>
                </a:r>
                <a:r>
                  <a:rPr lang="ko-KR" altLang="en-US" sz="600" dirty="0">
                    <a:solidFill>
                      <a:schemeClr val="bg2">
                        <a:lumMod val="50000"/>
                      </a:schemeClr>
                    </a:solidFill>
                  </a:rPr>
                  <a:t>시간 </a:t>
                </a:r>
                <a:r>
                  <a:rPr lang="en-US" altLang="ko-KR" sz="600" dirty="0">
                    <a:solidFill>
                      <a:schemeClr val="bg2">
                        <a:lumMod val="50000"/>
                      </a:schemeClr>
                    </a:solidFill>
                  </a:rPr>
                  <a:t>20</a:t>
                </a:r>
                <a:r>
                  <a:rPr lang="ko-KR" altLang="en-US" sz="600" dirty="0">
                    <a:solidFill>
                      <a:schemeClr val="bg2">
                        <a:lumMod val="50000"/>
                      </a:schemeClr>
                    </a:solidFill>
                  </a:rPr>
                  <a:t>분</a:t>
                </a:r>
              </a:p>
            </p:txBody>
          </p:sp>
        </p:grpSp>
        <p:grpSp>
          <p:nvGrpSpPr>
            <p:cNvPr id="135" name="그룹 134">
              <a:extLst>
                <a:ext uri="{FF2B5EF4-FFF2-40B4-BE49-F238E27FC236}">
                  <a16:creationId xmlns:a16="http://schemas.microsoft.com/office/drawing/2014/main" id="{322D8193-7FE4-6B9F-A9C2-6E240CFC1C43}"/>
                </a:ext>
              </a:extLst>
            </p:cNvPr>
            <p:cNvGrpSpPr/>
            <p:nvPr/>
          </p:nvGrpSpPr>
          <p:grpSpPr>
            <a:xfrm>
              <a:off x="3598300" y="5226099"/>
              <a:ext cx="595055" cy="356897"/>
              <a:chOff x="3380359" y="4711131"/>
              <a:chExt cx="595055" cy="356897"/>
            </a:xfrm>
          </p:grpSpPr>
          <p:sp>
            <p:nvSpPr>
              <p:cNvPr id="151" name="직사각형 150">
                <a:extLst>
                  <a:ext uri="{FF2B5EF4-FFF2-40B4-BE49-F238E27FC236}">
                    <a16:creationId xmlns:a16="http://schemas.microsoft.com/office/drawing/2014/main" id="{35163427-D4D1-7443-B8E5-E1B81F2A0C0B}"/>
                  </a:ext>
                </a:extLst>
              </p:cNvPr>
              <p:cNvSpPr/>
              <p:nvPr/>
            </p:nvSpPr>
            <p:spPr>
              <a:xfrm>
                <a:off x="3380359" y="4711131"/>
                <a:ext cx="595055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b="1" dirty="0">
                    <a:solidFill>
                      <a:schemeClr val="tx1"/>
                    </a:solidFill>
                  </a:rPr>
                  <a:t>20:10</a:t>
                </a:r>
                <a:endParaRPr lang="ko-KR" altLang="en-US" sz="8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2" name="직사각형 151">
                <a:extLst>
                  <a:ext uri="{FF2B5EF4-FFF2-40B4-BE49-F238E27FC236}">
                    <a16:creationId xmlns:a16="http://schemas.microsoft.com/office/drawing/2014/main" id="{7242C17D-2A03-7B54-5CF2-8FE4FE2752A8}"/>
                  </a:ext>
                </a:extLst>
              </p:cNvPr>
              <p:cNvSpPr/>
              <p:nvPr/>
            </p:nvSpPr>
            <p:spPr>
              <a:xfrm>
                <a:off x="3380359" y="4888028"/>
                <a:ext cx="595055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700" dirty="0">
                    <a:solidFill>
                      <a:schemeClr val="bg2">
                        <a:lumMod val="50000"/>
                      </a:schemeClr>
                    </a:solidFill>
                  </a:rPr>
                  <a:t>INC</a:t>
                </a:r>
                <a:endParaRPr lang="ko-KR" altLang="en-US" sz="70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36" name="그룹 135">
              <a:extLst>
                <a:ext uri="{FF2B5EF4-FFF2-40B4-BE49-F238E27FC236}">
                  <a16:creationId xmlns:a16="http://schemas.microsoft.com/office/drawing/2014/main" id="{E8C68959-707E-AAE0-96BB-1BBB4A66F364}"/>
                </a:ext>
              </a:extLst>
            </p:cNvPr>
            <p:cNvGrpSpPr/>
            <p:nvPr/>
          </p:nvGrpSpPr>
          <p:grpSpPr>
            <a:xfrm>
              <a:off x="5640866" y="5226099"/>
              <a:ext cx="595055" cy="356897"/>
              <a:chOff x="4878956" y="4711131"/>
              <a:chExt cx="595055" cy="356897"/>
            </a:xfrm>
          </p:grpSpPr>
          <p:sp>
            <p:nvSpPr>
              <p:cNvPr id="149" name="직사각형 148">
                <a:extLst>
                  <a:ext uri="{FF2B5EF4-FFF2-40B4-BE49-F238E27FC236}">
                    <a16:creationId xmlns:a16="http://schemas.microsoft.com/office/drawing/2014/main" id="{54161BDB-3AED-6BD4-6FB5-F29730AF6D92}"/>
                  </a:ext>
                </a:extLst>
              </p:cNvPr>
              <p:cNvSpPr/>
              <p:nvPr/>
            </p:nvSpPr>
            <p:spPr>
              <a:xfrm>
                <a:off x="4878956" y="4711131"/>
                <a:ext cx="595055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b="1" dirty="0">
                    <a:solidFill>
                      <a:schemeClr val="tx1"/>
                    </a:solidFill>
                  </a:rPr>
                  <a:t>19:40</a:t>
                </a:r>
                <a:endParaRPr lang="ko-KR" altLang="en-US" sz="8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0" name="직사각형 149">
                <a:extLst>
                  <a:ext uri="{FF2B5EF4-FFF2-40B4-BE49-F238E27FC236}">
                    <a16:creationId xmlns:a16="http://schemas.microsoft.com/office/drawing/2014/main" id="{364A1290-789D-5471-5B42-C9AB1DAC9087}"/>
                  </a:ext>
                </a:extLst>
              </p:cNvPr>
              <p:cNvSpPr/>
              <p:nvPr/>
            </p:nvSpPr>
            <p:spPr>
              <a:xfrm>
                <a:off x="4878956" y="4888028"/>
                <a:ext cx="595055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700" dirty="0">
                    <a:solidFill>
                      <a:schemeClr val="bg2">
                        <a:lumMod val="50000"/>
                      </a:schemeClr>
                    </a:solidFill>
                  </a:rPr>
                  <a:t>YYZ</a:t>
                </a:r>
                <a:endParaRPr lang="ko-KR" altLang="en-US" sz="70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37" name="그룹 136">
              <a:extLst>
                <a:ext uri="{FF2B5EF4-FFF2-40B4-BE49-F238E27FC236}">
                  <a16:creationId xmlns:a16="http://schemas.microsoft.com/office/drawing/2014/main" id="{AB173BA4-8846-1DBE-4296-FDF989150A5C}"/>
                </a:ext>
              </a:extLst>
            </p:cNvPr>
            <p:cNvGrpSpPr/>
            <p:nvPr/>
          </p:nvGrpSpPr>
          <p:grpSpPr>
            <a:xfrm>
              <a:off x="4196971" y="5212537"/>
              <a:ext cx="1462362" cy="370459"/>
              <a:chOff x="4196971" y="4716047"/>
              <a:chExt cx="1462362" cy="370459"/>
            </a:xfrm>
          </p:grpSpPr>
          <p:grpSp>
            <p:nvGrpSpPr>
              <p:cNvPr id="143" name="그룹 142">
                <a:extLst>
                  <a:ext uri="{FF2B5EF4-FFF2-40B4-BE49-F238E27FC236}">
                    <a16:creationId xmlns:a16="http://schemas.microsoft.com/office/drawing/2014/main" id="{7BAD4F65-C1A8-8D87-8C71-0C69562832A7}"/>
                  </a:ext>
                </a:extLst>
              </p:cNvPr>
              <p:cNvGrpSpPr/>
              <p:nvPr/>
            </p:nvGrpSpPr>
            <p:grpSpPr>
              <a:xfrm>
                <a:off x="4196971" y="4879854"/>
                <a:ext cx="1462362" cy="45720"/>
                <a:chOff x="4373272" y="5400438"/>
                <a:chExt cx="1462362" cy="45720"/>
              </a:xfrm>
            </p:grpSpPr>
            <p:cxnSp>
              <p:nvCxnSpPr>
                <p:cNvPr id="146" name="직선 연결선 145">
                  <a:extLst>
                    <a:ext uri="{FF2B5EF4-FFF2-40B4-BE49-F238E27FC236}">
                      <a16:creationId xmlns:a16="http://schemas.microsoft.com/office/drawing/2014/main" id="{4FB11005-35E4-C409-B09C-7A4693F11CC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391114" y="5423298"/>
                  <a:ext cx="1444520" cy="0"/>
                </a:xfrm>
                <a:prstGeom prst="line">
                  <a:avLst/>
                </a:prstGeom>
                <a:ln w="6350"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47" name="타원 146">
                  <a:extLst>
                    <a:ext uri="{FF2B5EF4-FFF2-40B4-BE49-F238E27FC236}">
                      <a16:creationId xmlns:a16="http://schemas.microsoft.com/office/drawing/2014/main" id="{EB484323-9685-A9A1-1066-F2381626904F}"/>
                    </a:ext>
                  </a:extLst>
                </p:cNvPr>
                <p:cNvSpPr/>
                <p:nvPr/>
              </p:nvSpPr>
              <p:spPr>
                <a:xfrm>
                  <a:off x="4373272" y="5400438"/>
                  <a:ext cx="45722" cy="45720"/>
                </a:xfrm>
                <a:prstGeom prst="ellipse">
                  <a:avLst/>
                </a:prstGeom>
                <a:solidFill>
                  <a:schemeClr val="bg2">
                    <a:lumMod val="50000"/>
                  </a:schemeClr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solidFill>
                      <a:schemeClr val="bg2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48" name="타원 147">
                  <a:extLst>
                    <a:ext uri="{FF2B5EF4-FFF2-40B4-BE49-F238E27FC236}">
                      <a16:creationId xmlns:a16="http://schemas.microsoft.com/office/drawing/2014/main" id="{A268A244-60FA-BCB8-9729-2E961A0FEE71}"/>
                    </a:ext>
                  </a:extLst>
                </p:cNvPr>
                <p:cNvSpPr/>
                <p:nvPr/>
              </p:nvSpPr>
              <p:spPr>
                <a:xfrm>
                  <a:off x="5789912" y="5400438"/>
                  <a:ext cx="45722" cy="45720"/>
                </a:xfrm>
                <a:prstGeom prst="ellipse">
                  <a:avLst/>
                </a:prstGeom>
                <a:solidFill>
                  <a:schemeClr val="bg2">
                    <a:lumMod val="50000"/>
                  </a:schemeClr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bg2">
                        <a:lumMod val="50000"/>
                      </a:schemeClr>
                    </a:solidFill>
                  </a:endParaRPr>
                </a:p>
              </p:txBody>
            </p:sp>
          </p:grpSp>
          <p:sp>
            <p:nvSpPr>
              <p:cNvPr id="144" name="직사각형 143">
                <a:extLst>
                  <a:ext uri="{FF2B5EF4-FFF2-40B4-BE49-F238E27FC236}">
                    <a16:creationId xmlns:a16="http://schemas.microsoft.com/office/drawing/2014/main" id="{05F6289D-FD1D-8F28-0ADB-176654B88B59}"/>
                  </a:ext>
                </a:extLst>
              </p:cNvPr>
              <p:cNvSpPr/>
              <p:nvPr/>
            </p:nvSpPr>
            <p:spPr>
              <a:xfrm>
                <a:off x="4640834" y="4716047"/>
                <a:ext cx="595055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600" dirty="0">
                    <a:solidFill>
                      <a:schemeClr val="bg2">
                        <a:lumMod val="50000"/>
                      </a:schemeClr>
                    </a:solidFill>
                  </a:rPr>
                  <a:t>직항</a:t>
                </a:r>
              </a:p>
            </p:txBody>
          </p:sp>
          <p:sp>
            <p:nvSpPr>
              <p:cNvPr id="145" name="직사각형 144">
                <a:extLst>
                  <a:ext uri="{FF2B5EF4-FFF2-40B4-BE49-F238E27FC236}">
                    <a16:creationId xmlns:a16="http://schemas.microsoft.com/office/drawing/2014/main" id="{22A1A6C3-BD08-2479-14DD-6F9CDC8670C0}"/>
                  </a:ext>
                </a:extLst>
              </p:cNvPr>
              <p:cNvSpPr/>
              <p:nvPr/>
            </p:nvSpPr>
            <p:spPr>
              <a:xfrm>
                <a:off x="4556309" y="4906506"/>
                <a:ext cx="760592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600" dirty="0">
                    <a:solidFill>
                      <a:schemeClr val="bg2">
                        <a:lumMod val="50000"/>
                      </a:schemeClr>
                    </a:solidFill>
                  </a:rPr>
                  <a:t>14</a:t>
                </a:r>
                <a:r>
                  <a:rPr lang="ko-KR" altLang="en-US" sz="600" dirty="0">
                    <a:solidFill>
                      <a:schemeClr val="bg2">
                        <a:lumMod val="50000"/>
                      </a:schemeClr>
                    </a:solidFill>
                  </a:rPr>
                  <a:t>시간 </a:t>
                </a:r>
                <a:r>
                  <a:rPr lang="en-US" altLang="ko-KR" sz="600" dirty="0">
                    <a:solidFill>
                      <a:schemeClr val="bg2">
                        <a:lumMod val="50000"/>
                      </a:schemeClr>
                    </a:solidFill>
                  </a:rPr>
                  <a:t>20</a:t>
                </a:r>
                <a:r>
                  <a:rPr lang="ko-KR" altLang="en-US" sz="600" dirty="0">
                    <a:solidFill>
                      <a:schemeClr val="bg2">
                        <a:lumMod val="50000"/>
                      </a:schemeClr>
                    </a:solidFill>
                  </a:rPr>
                  <a:t>분</a:t>
                </a:r>
              </a:p>
            </p:txBody>
          </p:sp>
        </p:grpSp>
        <p:pic>
          <p:nvPicPr>
            <p:cNvPr id="138" name="그래픽 137" descr="초승달 윤곽선">
              <a:extLst>
                <a:ext uri="{FF2B5EF4-FFF2-40B4-BE49-F238E27FC236}">
                  <a16:creationId xmlns:a16="http://schemas.microsoft.com/office/drawing/2014/main" id="{A7E34A58-0F01-22EF-C9D3-90BBF3D967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234662" y="5312257"/>
              <a:ext cx="180001" cy="180001"/>
            </a:xfrm>
            <a:prstGeom prst="rect">
              <a:avLst/>
            </a:prstGeom>
          </p:spPr>
        </p:pic>
        <p:sp>
          <p:nvSpPr>
            <p:cNvPr id="139" name="직사각형 138">
              <a:extLst>
                <a:ext uri="{FF2B5EF4-FFF2-40B4-BE49-F238E27FC236}">
                  <a16:creationId xmlns:a16="http://schemas.microsoft.com/office/drawing/2014/main" id="{4334B66C-B22B-EFF7-7FAC-3627792FF2A7}"/>
                </a:ext>
              </a:extLst>
            </p:cNvPr>
            <p:cNvSpPr/>
            <p:nvPr/>
          </p:nvSpPr>
          <p:spPr>
            <a:xfrm>
              <a:off x="2395012" y="5312257"/>
              <a:ext cx="1227738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b="1" dirty="0" err="1">
                  <a:solidFill>
                    <a:schemeClr val="tx1"/>
                  </a:solidFill>
                </a:rPr>
                <a:t>가루다인도네시아항공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grpSp>
          <p:nvGrpSpPr>
            <p:cNvPr id="140" name="그룹 139">
              <a:extLst>
                <a:ext uri="{FF2B5EF4-FFF2-40B4-BE49-F238E27FC236}">
                  <a16:creationId xmlns:a16="http://schemas.microsoft.com/office/drawing/2014/main" id="{0B9EFB22-C1BB-F02A-9E8C-2276717EA059}"/>
                </a:ext>
              </a:extLst>
            </p:cNvPr>
            <p:cNvGrpSpPr/>
            <p:nvPr/>
          </p:nvGrpSpPr>
          <p:grpSpPr>
            <a:xfrm>
              <a:off x="7165332" y="4365278"/>
              <a:ext cx="1227738" cy="180000"/>
              <a:chOff x="7197113" y="4365278"/>
              <a:chExt cx="1227738" cy="180000"/>
            </a:xfrm>
          </p:grpSpPr>
          <p:sp>
            <p:nvSpPr>
              <p:cNvPr id="141" name="직사각형 140">
                <a:extLst>
                  <a:ext uri="{FF2B5EF4-FFF2-40B4-BE49-F238E27FC236}">
                    <a16:creationId xmlns:a16="http://schemas.microsoft.com/office/drawing/2014/main" id="{EA33F60D-51CD-353A-59AC-9A396AA0C41E}"/>
                  </a:ext>
                </a:extLst>
              </p:cNvPr>
              <p:cNvSpPr/>
              <p:nvPr/>
            </p:nvSpPr>
            <p:spPr>
              <a:xfrm>
                <a:off x="7197113" y="4365278"/>
                <a:ext cx="443046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u="sng" dirty="0">
                    <a:solidFill>
                      <a:schemeClr val="tx1"/>
                    </a:solidFill>
                  </a:rPr>
                  <a:t>규정</a:t>
                </a:r>
              </a:p>
            </p:txBody>
          </p:sp>
          <p:sp>
            <p:nvSpPr>
              <p:cNvPr id="142" name="직사각형 141">
                <a:extLst>
                  <a:ext uri="{FF2B5EF4-FFF2-40B4-BE49-F238E27FC236}">
                    <a16:creationId xmlns:a16="http://schemas.microsoft.com/office/drawing/2014/main" id="{2465662C-908F-66E1-B34B-EE3CD86C9149}"/>
                  </a:ext>
                </a:extLst>
              </p:cNvPr>
              <p:cNvSpPr/>
              <p:nvPr/>
            </p:nvSpPr>
            <p:spPr>
              <a:xfrm>
                <a:off x="7501913" y="4365278"/>
                <a:ext cx="922938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u="sng" dirty="0">
                    <a:solidFill>
                      <a:schemeClr val="tx1"/>
                    </a:solidFill>
                  </a:rPr>
                  <a:t>여행 상세일정</a:t>
                </a:r>
              </a:p>
            </p:txBody>
          </p:sp>
        </p:grpSp>
      </p:grpSp>
      <p:sp>
        <p:nvSpPr>
          <p:cNvPr id="166" name="직사각형 165">
            <a:extLst>
              <a:ext uri="{FF2B5EF4-FFF2-40B4-BE49-F238E27FC236}">
                <a16:creationId xmlns:a16="http://schemas.microsoft.com/office/drawing/2014/main" id="{41517EF8-F91A-A2C6-8FAB-06D9539CC8E3}"/>
              </a:ext>
            </a:extLst>
          </p:cNvPr>
          <p:cNvSpPr/>
          <p:nvPr/>
        </p:nvSpPr>
        <p:spPr>
          <a:xfrm>
            <a:off x="2113703" y="3020526"/>
            <a:ext cx="6214839" cy="17280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7" name="직사각형 166">
            <a:extLst>
              <a:ext uri="{FF2B5EF4-FFF2-40B4-BE49-F238E27FC236}">
                <a16:creationId xmlns:a16="http://schemas.microsoft.com/office/drawing/2014/main" id="{40525123-133B-4A8A-7F0A-D7C63BD0EF4B}"/>
              </a:ext>
            </a:extLst>
          </p:cNvPr>
          <p:cNvSpPr/>
          <p:nvPr/>
        </p:nvSpPr>
        <p:spPr>
          <a:xfrm>
            <a:off x="6358171" y="4224230"/>
            <a:ext cx="900000" cy="365907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err="1"/>
              <a:t>셀프예약</a:t>
            </a:r>
            <a:endParaRPr lang="ko-KR" altLang="en-US" sz="900" dirty="0"/>
          </a:p>
        </p:txBody>
      </p:sp>
      <p:sp>
        <p:nvSpPr>
          <p:cNvPr id="168" name="직사각형 167">
            <a:extLst>
              <a:ext uri="{FF2B5EF4-FFF2-40B4-BE49-F238E27FC236}">
                <a16:creationId xmlns:a16="http://schemas.microsoft.com/office/drawing/2014/main" id="{5C5AB28A-8B37-0CD7-0774-E8C11D1FAA9E}"/>
              </a:ext>
            </a:extLst>
          </p:cNvPr>
          <p:cNvSpPr/>
          <p:nvPr/>
        </p:nvSpPr>
        <p:spPr>
          <a:xfrm>
            <a:off x="7329201" y="4224230"/>
            <a:ext cx="900000" cy="365907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전담팀요청</a:t>
            </a:r>
            <a:endParaRPr lang="ko-KR" altLang="en-US" sz="9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pSp>
        <p:nvGrpSpPr>
          <p:cNvPr id="169" name="그룹 168">
            <a:extLst>
              <a:ext uri="{FF2B5EF4-FFF2-40B4-BE49-F238E27FC236}">
                <a16:creationId xmlns:a16="http://schemas.microsoft.com/office/drawing/2014/main" id="{542142CF-7956-89E7-7445-782A014AEC05}"/>
              </a:ext>
            </a:extLst>
          </p:cNvPr>
          <p:cNvGrpSpPr/>
          <p:nvPr/>
        </p:nvGrpSpPr>
        <p:grpSpPr>
          <a:xfrm>
            <a:off x="6910877" y="3980534"/>
            <a:ext cx="1402471" cy="162601"/>
            <a:chOff x="6910877" y="4739316"/>
            <a:chExt cx="1402471" cy="162601"/>
          </a:xfrm>
        </p:grpSpPr>
        <p:sp>
          <p:nvSpPr>
            <p:cNvPr id="170" name="직사각형 169">
              <a:extLst>
                <a:ext uri="{FF2B5EF4-FFF2-40B4-BE49-F238E27FC236}">
                  <a16:creationId xmlns:a16="http://schemas.microsoft.com/office/drawing/2014/main" id="{F626D447-6EEE-E24F-1717-FD486E4067ED}"/>
                </a:ext>
              </a:extLst>
            </p:cNvPr>
            <p:cNvSpPr/>
            <p:nvPr/>
          </p:nvSpPr>
          <p:spPr>
            <a:xfrm>
              <a:off x="6910877" y="4764955"/>
              <a:ext cx="554002" cy="13696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총 요금</a:t>
              </a:r>
            </a:p>
          </p:txBody>
        </p:sp>
        <p:sp>
          <p:nvSpPr>
            <p:cNvPr id="171" name="직사각형 170">
              <a:extLst>
                <a:ext uri="{FF2B5EF4-FFF2-40B4-BE49-F238E27FC236}">
                  <a16:creationId xmlns:a16="http://schemas.microsoft.com/office/drawing/2014/main" id="{3A6AD5C3-A89A-C231-2F31-583D00AEAFA0}"/>
                </a:ext>
              </a:extLst>
            </p:cNvPr>
            <p:cNvSpPr/>
            <p:nvPr/>
          </p:nvSpPr>
          <p:spPr>
            <a:xfrm>
              <a:off x="7235113" y="4739316"/>
              <a:ext cx="1005024" cy="13696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b="1" dirty="0">
                  <a:solidFill>
                    <a:srgbClr val="4B90FF"/>
                  </a:solidFill>
                </a:rPr>
                <a:t>1,582,650</a:t>
              </a:r>
              <a:endParaRPr lang="ko-KR" altLang="en-US" sz="1100" b="1" dirty="0">
                <a:solidFill>
                  <a:srgbClr val="4B90FF"/>
                </a:solidFill>
              </a:endParaRPr>
            </a:p>
          </p:txBody>
        </p:sp>
        <p:sp>
          <p:nvSpPr>
            <p:cNvPr id="172" name="직사각형 171">
              <a:extLst>
                <a:ext uri="{FF2B5EF4-FFF2-40B4-BE49-F238E27FC236}">
                  <a16:creationId xmlns:a16="http://schemas.microsoft.com/office/drawing/2014/main" id="{4F8E2F1E-26AD-3C5C-300B-3F2D549380AD}"/>
                </a:ext>
              </a:extLst>
            </p:cNvPr>
            <p:cNvSpPr/>
            <p:nvPr/>
          </p:nvSpPr>
          <p:spPr>
            <a:xfrm>
              <a:off x="8011880" y="4764955"/>
              <a:ext cx="301468" cy="13696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>
                  <a:solidFill>
                    <a:schemeClr val="tx1"/>
                  </a:solidFill>
                </a:rPr>
                <a:t>원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</p:grpSp>
      <p:sp>
        <p:nvSpPr>
          <p:cNvPr id="173" name="사각형: 둥근 모서리 172">
            <a:extLst>
              <a:ext uri="{FF2B5EF4-FFF2-40B4-BE49-F238E27FC236}">
                <a16:creationId xmlns:a16="http://schemas.microsoft.com/office/drawing/2014/main" id="{D1A1D361-FBE3-812C-FE27-26DBAA8FA5C5}"/>
              </a:ext>
            </a:extLst>
          </p:cNvPr>
          <p:cNvSpPr/>
          <p:nvPr/>
        </p:nvSpPr>
        <p:spPr>
          <a:xfrm>
            <a:off x="2231123" y="3155165"/>
            <a:ext cx="432000" cy="151575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 err="1"/>
              <a:t>미준수</a:t>
            </a:r>
            <a:endParaRPr lang="ko-KR" altLang="en-US" sz="600" dirty="0"/>
          </a:p>
        </p:txBody>
      </p:sp>
      <p:sp>
        <p:nvSpPr>
          <p:cNvPr id="174" name="사각형: 둥근 모서리 173">
            <a:extLst>
              <a:ext uri="{FF2B5EF4-FFF2-40B4-BE49-F238E27FC236}">
                <a16:creationId xmlns:a16="http://schemas.microsoft.com/office/drawing/2014/main" id="{88B4CEE0-7143-36B1-4544-D7FEC6F91D7E}"/>
              </a:ext>
            </a:extLst>
          </p:cNvPr>
          <p:cNvSpPr/>
          <p:nvPr/>
        </p:nvSpPr>
        <p:spPr>
          <a:xfrm>
            <a:off x="2703689" y="3144604"/>
            <a:ext cx="651986" cy="180000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>
                <a:solidFill>
                  <a:schemeClr val="tx1"/>
                </a:solidFill>
              </a:rPr>
              <a:t>잔여좌석 </a:t>
            </a:r>
            <a:r>
              <a:rPr lang="en-US" altLang="ko-KR" sz="600" dirty="0">
                <a:solidFill>
                  <a:schemeClr val="tx1"/>
                </a:solidFill>
              </a:rPr>
              <a:t>9</a:t>
            </a:r>
            <a:r>
              <a:rPr lang="ko-KR" altLang="en-US" sz="600" dirty="0">
                <a:solidFill>
                  <a:schemeClr val="tx1"/>
                </a:solidFill>
              </a:rPr>
              <a:t>석</a:t>
            </a:r>
          </a:p>
        </p:txBody>
      </p:sp>
      <p:pic>
        <p:nvPicPr>
          <p:cNvPr id="175" name="그래픽 174" descr="초승달 윤곽선">
            <a:extLst>
              <a:ext uri="{FF2B5EF4-FFF2-40B4-BE49-F238E27FC236}">
                <a16:creationId xmlns:a16="http://schemas.microsoft.com/office/drawing/2014/main" id="{A50D45E2-5DB9-A46E-4755-FEF037079A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34662" y="3511101"/>
            <a:ext cx="180001" cy="180001"/>
          </a:xfrm>
          <a:prstGeom prst="rect">
            <a:avLst/>
          </a:prstGeom>
        </p:spPr>
      </p:pic>
      <p:sp>
        <p:nvSpPr>
          <p:cNvPr id="176" name="직사각형 175">
            <a:extLst>
              <a:ext uri="{FF2B5EF4-FFF2-40B4-BE49-F238E27FC236}">
                <a16:creationId xmlns:a16="http://schemas.microsoft.com/office/drawing/2014/main" id="{12282FF6-5D59-8CB1-0A28-2B38ED936A83}"/>
              </a:ext>
            </a:extLst>
          </p:cNvPr>
          <p:cNvSpPr/>
          <p:nvPr/>
        </p:nvSpPr>
        <p:spPr>
          <a:xfrm>
            <a:off x="2395403" y="3513441"/>
            <a:ext cx="595055" cy="18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b="1" dirty="0">
                <a:solidFill>
                  <a:schemeClr val="tx1"/>
                </a:solidFill>
              </a:rPr>
              <a:t>대한항공</a:t>
            </a:r>
          </a:p>
        </p:txBody>
      </p:sp>
      <p:grpSp>
        <p:nvGrpSpPr>
          <p:cNvPr id="177" name="그룹 176">
            <a:extLst>
              <a:ext uri="{FF2B5EF4-FFF2-40B4-BE49-F238E27FC236}">
                <a16:creationId xmlns:a16="http://schemas.microsoft.com/office/drawing/2014/main" id="{A10BCF81-9FBB-1D8D-4962-7C282D50FC56}"/>
              </a:ext>
            </a:extLst>
          </p:cNvPr>
          <p:cNvGrpSpPr/>
          <p:nvPr/>
        </p:nvGrpSpPr>
        <p:grpSpPr>
          <a:xfrm>
            <a:off x="3598300" y="3511101"/>
            <a:ext cx="595055" cy="356897"/>
            <a:chOff x="3380359" y="4711131"/>
            <a:chExt cx="595055" cy="356897"/>
          </a:xfrm>
        </p:grpSpPr>
        <p:sp>
          <p:nvSpPr>
            <p:cNvPr id="178" name="직사각형 177">
              <a:extLst>
                <a:ext uri="{FF2B5EF4-FFF2-40B4-BE49-F238E27FC236}">
                  <a16:creationId xmlns:a16="http://schemas.microsoft.com/office/drawing/2014/main" id="{B0F6453C-EE3B-2680-86F6-93AD3618AF17}"/>
                </a:ext>
              </a:extLst>
            </p:cNvPr>
            <p:cNvSpPr/>
            <p:nvPr/>
          </p:nvSpPr>
          <p:spPr>
            <a:xfrm>
              <a:off x="3380359" y="4711131"/>
              <a:ext cx="595055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</a:rPr>
                <a:t>20:10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179" name="직사각형 178">
              <a:extLst>
                <a:ext uri="{FF2B5EF4-FFF2-40B4-BE49-F238E27FC236}">
                  <a16:creationId xmlns:a16="http://schemas.microsoft.com/office/drawing/2014/main" id="{2A9F01C6-0C57-736C-DEE5-F41D2C8B040F}"/>
                </a:ext>
              </a:extLst>
            </p:cNvPr>
            <p:cNvSpPr/>
            <p:nvPr/>
          </p:nvSpPr>
          <p:spPr>
            <a:xfrm>
              <a:off x="3380359" y="4888028"/>
              <a:ext cx="595055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dirty="0">
                  <a:solidFill>
                    <a:schemeClr val="bg2">
                      <a:lumMod val="50000"/>
                    </a:schemeClr>
                  </a:solidFill>
                </a:rPr>
                <a:t>INC</a:t>
              </a:r>
              <a:endParaRPr lang="ko-KR" altLang="en-US" sz="7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  <p:grpSp>
        <p:nvGrpSpPr>
          <p:cNvPr id="180" name="그룹 179">
            <a:extLst>
              <a:ext uri="{FF2B5EF4-FFF2-40B4-BE49-F238E27FC236}">
                <a16:creationId xmlns:a16="http://schemas.microsoft.com/office/drawing/2014/main" id="{605C4308-34E3-4387-FDCA-2401CF59FFE9}"/>
              </a:ext>
            </a:extLst>
          </p:cNvPr>
          <p:cNvGrpSpPr/>
          <p:nvPr/>
        </p:nvGrpSpPr>
        <p:grpSpPr>
          <a:xfrm>
            <a:off x="5640866" y="3511101"/>
            <a:ext cx="595055" cy="356897"/>
            <a:chOff x="4878956" y="4711131"/>
            <a:chExt cx="595055" cy="356897"/>
          </a:xfrm>
        </p:grpSpPr>
        <p:sp>
          <p:nvSpPr>
            <p:cNvPr id="181" name="직사각형 180">
              <a:extLst>
                <a:ext uri="{FF2B5EF4-FFF2-40B4-BE49-F238E27FC236}">
                  <a16:creationId xmlns:a16="http://schemas.microsoft.com/office/drawing/2014/main" id="{975AA706-F7E8-3396-0712-0648A5C1BB79}"/>
                </a:ext>
              </a:extLst>
            </p:cNvPr>
            <p:cNvSpPr/>
            <p:nvPr/>
          </p:nvSpPr>
          <p:spPr>
            <a:xfrm>
              <a:off x="4878956" y="4711131"/>
              <a:ext cx="595055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</a:rPr>
                <a:t>19:40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182" name="직사각형 181">
              <a:extLst>
                <a:ext uri="{FF2B5EF4-FFF2-40B4-BE49-F238E27FC236}">
                  <a16:creationId xmlns:a16="http://schemas.microsoft.com/office/drawing/2014/main" id="{05B4AF5E-7FDD-92FB-7520-206DF31B8EED}"/>
                </a:ext>
              </a:extLst>
            </p:cNvPr>
            <p:cNvSpPr/>
            <p:nvPr/>
          </p:nvSpPr>
          <p:spPr>
            <a:xfrm>
              <a:off x="4878956" y="4888028"/>
              <a:ext cx="595055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dirty="0">
                  <a:solidFill>
                    <a:schemeClr val="bg2">
                      <a:lumMod val="50000"/>
                    </a:schemeClr>
                  </a:solidFill>
                </a:rPr>
                <a:t>YYZ</a:t>
              </a:r>
              <a:endParaRPr lang="ko-KR" altLang="en-US" sz="7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  <p:grpSp>
        <p:nvGrpSpPr>
          <p:cNvPr id="183" name="그룹 182">
            <a:extLst>
              <a:ext uri="{FF2B5EF4-FFF2-40B4-BE49-F238E27FC236}">
                <a16:creationId xmlns:a16="http://schemas.microsoft.com/office/drawing/2014/main" id="{F9F18A29-5A30-250C-D593-20732DC5B9C7}"/>
              </a:ext>
            </a:extLst>
          </p:cNvPr>
          <p:cNvGrpSpPr/>
          <p:nvPr/>
        </p:nvGrpSpPr>
        <p:grpSpPr>
          <a:xfrm>
            <a:off x="4201631" y="3507684"/>
            <a:ext cx="1457702" cy="378040"/>
            <a:chOff x="4201631" y="4717797"/>
            <a:chExt cx="1457702" cy="378040"/>
          </a:xfrm>
        </p:grpSpPr>
        <p:grpSp>
          <p:nvGrpSpPr>
            <p:cNvPr id="184" name="그룹 183">
              <a:extLst>
                <a:ext uri="{FF2B5EF4-FFF2-40B4-BE49-F238E27FC236}">
                  <a16:creationId xmlns:a16="http://schemas.microsoft.com/office/drawing/2014/main" id="{518119E2-3905-0AA0-F1BB-C7C3228C40CD}"/>
                </a:ext>
              </a:extLst>
            </p:cNvPr>
            <p:cNvGrpSpPr/>
            <p:nvPr/>
          </p:nvGrpSpPr>
          <p:grpSpPr>
            <a:xfrm>
              <a:off x="4201631" y="4876802"/>
              <a:ext cx="1457702" cy="45720"/>
              <a:chOff x="4377932" y="5397386"/>
              <a:chExt cx="1457702" cy="45720"/>
            </a:xfrm>
          </p:grpSpPr>
          <p:cxnSp>
            <p:nvCxnSpPr>
              <p:cNvPr id="187" name="직선 연결선 186">
                <a:extLst>
                  <a:ext uri="{FF2B5EF4-FFF2-40B4-BE49-F238E27FC236}">
                    <a16:creationId xmlns:a16="http://schemas.microsoft.com/office/drawing/2014/main" id="{0320EDF8-B8F1-B6A0-4E84-5F0F30C4EDB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83006" y="5420246"/>
                <a:ext cx="1452628" cy="0"/>
              </a:xfrm>
              <a:prstGeom prst="line">
                <a:avLst/>
              </a:prstGeom>
              <a:ln w="6350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8" name="타원 187">
                <a:extLst>
                  <a:ext uri="{FF2B5EF4-FFF2-40B4-BE49-F238E27FC236}">
                    <a16:creationId xmlns:a16="http://schemas.microsoft.com/office/drawing/2014/main" id="{6083EA8C-9245-1F9C-5F93-BFF6D1D4B825}"/>
                  </a:ext>
                </a:extLst>
              </p:cNvPr>
              <p:cNvSpPr/>
              <p:nvPr/>
            </p:nvSpPr>
            <p:spPr>
              <a:xfrm>
                <a:off x="4377932" y="5397387"/>
                <a:ext cx="45719" cy="45719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89" name="타원 188">
                <a:extLst>
                  <a:ext uri="{FF2B5EF4-FFF2-40B4-BE49-F238E27FC236}">
                    <a16:creationId xmlns:a16="http://schemas.microsoft.com/office/drawing/2014/main" id="{7D87D860-5F14-BA6F-ACA0-D1ECA52C0CE1}"/>
                  </a:ext>
                </a:extLst>
              </p:cNvPr>
              <p:cNvSpPr/>
              <p:nvPr/>
            </p:nvSpPr>
            <p:spPr>
              <a:xfrm>
                <a:off x="5789912" y="5397386"/>
                <a:ext cx="45722" cy="45720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p:grpSp>
        <p:sp>
          <p:nvSpPr>
            <p:cNvPr id="185" name="직사각형 184">
              <a:extLst>
                <a:ext uri="{FF2B5EF4-FFF2-40B4-BE49-F238E27FC236}">
                  <a16:creationId xmlns:a16="http://schemas.microsoft.com/office/drawing/2014/main" id="{AB180E6A-2B89-8513-BCCA-04408D933A62}"/>
                </a:ext>
              </a:extLst>
            </p:cNvPr>
            <p:cNvSpPr/>
            <p:nvPr/>
          </p:nvSpPr>
          <p:spPr>
            <a:xfrm>
              <a:off x="4635492" y="4717797"/>
              <a:ext cx="595055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600" dirty="0">
                  <a:solidFill>
                    <a:schemeClr val="bg2">
                      <a:lumMod val="50000"/>
                    </a:schemeClr>
                  </a:solidFill>
                </a:rPr>
                <a:t>직항</a:t>
              </a:r>
            </a:p>
          </p:txBody>
        </p:sp>
        <p:sp>
          <p:nvSpPr>
            <p:cNvPr id="186" name="직사각형 185">
              <a:extLst>
                <a:ext uri="{FF2B5EF4-FFF2-40B4-BE49-F238E27FC236}">
                  <a16:creationId xmlns:a16="http://schemas.microsoft.com/office/drawing/2014/main" id="{905D4579-B00C-4E0C-9988-C920A69EB345}"/>
                </a:ext>
              </a:extLst>
            </p:cNvPr>
            <p:cNvSpPr/>
            <p:nvPr/>
          </p:nvSpPr>
          <p:spPr>
            <a:xfrm>
              <a:off x="4552723" y="4915837"/>
              <a:ext cx="760592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>
                  <a:solidFill>
                    <a:schemeClr val="bg2">
                      <a:lumMod val="50000"/>
                    </a:schemeClr>
                  </a:solidFill>
                </a:rPr>
                <a:t>14</a:t>
              </a:r>
              <a:r>
                <a:rPr lang="ko-KR" altLang="en-US" sz="600" dirty="0">
                  <a:solidFill>
                    <a:schemeClr val="bg2">
                      <a:lumMod val="50000"/>
                    </a:schemeClr>
                  </a:solidFill>
                </a:rPr>
                <a:t>시간 </a:t>
              </a:r>
              <a:r>
                <a:rPr lang="en-US" altLang="ko-KR" sz="600" dirty="0">
                  <a:solidFill>
                    <a:schemeClr val="bg2">
                      <a:lumMod val="50000"/>
                    </a:schemeClr>
                  </a:solidFill>
                </a:rPr>
                <a:t>20</a:t>
              </a:r>
              <a:r>
                <a:rPr lang="ko-KR" altLang="en-US" sz="600" dirty="0">
                  <a:solidFill>
                    <a:schemeClr val="bg2">
                      <a:lumMod val="50000"/>
                    </a:schemeClr>
                  </a:solidFill>
                </a:rPr>
                <a:t>분</a:t>
              </a:r>
            </a:p>
          </p:txBody>
        </p:sp>
      </p:grpSp>
      <p:grpSp>
        <p:nvGrpSpPr>
          <p:cNvPr id="190" name="그룹 189">
            <a:extLst>
              <a:ext uri="{FF2B5EF4-FFF2-40B4-BE49-F238E27FC236}">
                <a16:creationId xmlns:a16="http://schemas.microsoft.com/office/drawing/2014/main" id="{4D99D279-2A95-8A22-E3A2-1CD03ECE12A0}"/>
              </a:ext>
            </a:extLst>
          </p:cNvPr>
          <p:cNvGrpSpPr/>
          <p:nvPr/>
        </p:nvGrpSpPr>
        <p:grpSpPr>
          <a:xfrm>
            <a:off x="3598300" y="4230287"/>
            <a:ext cx="595055" cy="356897"/>
            <a:chOff x="3380359" y="4711131"/>
            <a:chExt cx="595055" cy="356897"/>
          </a:xfrm>
        </p:grpSpPr>
        <p:sp>
          <p:nvSpPr>
            <p:cNvPr id="191" name="직사각형 190">
              <a:extLst>
                <a:ext uri="{FF2B5EF4-FFF2-40B4-BE49-F238E27FC236}">
                  <a16:creationId xmlns:a16="http://schemas.microsoft.com/office/drawing/2014/main" id="{0A30E208-E093-394E-90D8-5AD240832DFB}"/>
                </a:ext>
              </a:extLst>
            </p:cNvPr>
            <p:cNvSpPr/>
            <p:nvPr/>
          </p:nvSpPr>
          <p:spPr>
            <a:xfrm>
              <a:off x="3380359" y="4711131"/>
              <a:ext cx="595055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</a:rPr>
                <a:t>20:10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192" name="직사각형 191">
              <a:extLst>
                <a:ext uri="{FF2B5EF4-FFF2-40B4-BE49-F238E27FC236}">
                  <a16:creationId xmlns:a16="http://schemas.microsoft.com/office/drawing/2014/main" id="{44531542-138E-197C-019B-DA10EC52CBF1}"/>
                </a:ext>
              </a:extLst>
            </p:cNvPr>
            <p:cNvSpPr/>
            <p:nvPr/>
          </p:nvSpPr>
          <p:spPr>
            <a:xfrm>
              <a:off x="3380359" y="4888028"/>
              <a:ext cx="595055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dirty="0">
                  <a:solidFill>
                    <a:schemeClr val="bg2">
                      <a:lumMod val="50000"/>
                    </a:schemeClr>
                  </a:solidFill>
                </a:rPr>
                <a:t>INC</a:t>
              </a:r>
              <a:endParaRPr lang="ko-KR" altLang="en-US" sz="7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  <p:grpSp>
        <p:nvGrpSpPr>
          <p:cNvPr id="193" name="그룹 192">
            <a:extLst>
              <a:ext uri="{FF2B5EF4-FFF2-40B4-BE49-F238E27FC236}">
                <a16:creationId xmlns:a16="http://schemas.microsoft.com/office/drawing/2014/main" id="{EFF49AF5-B55E-0977-F0B5-9F5EB93661C7}"/>
              </a:ext>
            </a:extLst>
          </p:cNvPr>
          <p:cNvGrpSpPr/>
          <p:nvPr/>
        </p:nvGrpSpPr>
        <p:grpSpPr>
          <a:xfrm>
            <a:off x="5640866" y="4230287"/>
            <a:ext cx="595055" cy="356897"/>
            <a:chOff x="4878956" y="4711131"/>
            <a:chExt cx="595055" cy="356897"/>
          </a:xfrm>
        </p:grpSpPr>
        <p:sp>
          <p:nvSpPr>
            <p:cNvPr id="194" name="직사각형 193">
              <a:extLst>
                <a:ext uri="{FF2B5EF4-FFF2-40B4-BE49-F238E27FC236}">
                  <a16:creationId xmlns:a16="http://schemas.microsoft.com/office/drawing/2014/main" id="{D9AD6409-ED24-C000-68A1-5273CFE37CA8}"/>
                </a:ext>
              </a:extLst>
            </p:cNvPr>
            <p:cNvSpPr/>
            <p:nvPr/>
          </p:nvSpPr>
          <p:spPr>
            <a:xfrm>
              <a:off x="4878956" y="4711131"/>
              <a:ext cx="595055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</a:rPr>
                <a:t>19:40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195" name="직사각형 194">
              <a:extLst>
                <a:ext uri="{FF2B5EF4-FFF2-40B4-BE49-F238E27FC236}">
                  <a16:creationId xmlns:a16="http://schemas.microsoft.com/office/drawing/2014/main" id="{F3EF8421-BD5E-E8F5-6FE5-066F93D0146A}"/>
                </a:ext>
              </a:extLst>
            </p:cNvPr>
            <p:cNvSpPr/>
            <p:nvPr/>
          </p:nvSpPr>
          <p:spPr>
            <a:xfrm>
              <a:off x="4878956" y="4888028"/>
              <a:ext cx="595055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dirty="0">
                  <a:solidFill>
                    <a:schemeClr val="bg2">
                      <a:lumMod val="50000"/>
                    </a:schemeClr>
                  </a:solidFill>
                </a:rPr>
                <a:t>YYZ</a:t>
              </a:r>
              <a:endParaRPr lang="ko-KR" altLang="en-US" sz="7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  <p:grpSp>
        <p:nvGrpSpPr>
          <p:cNvPr id="196" name="그룹 195">
            <a:extLst>
              <a:ext uri="{FF2B5EF4-FFF2-40B4-BE49-F238E27FC236}">
                <a16:creationId xmlns:a16="http://schemas.microsoft.com/office/drawing/2014/main" id="{9E86FDE2-E1A1-470D-2AF9-D2A0DAE654CC}"/>
              </a:ext>
            </a:extLst>
          </p:cNvPr>
          <p:cNvGrpSpPr/>
          <p:nvPr/>
        </p:nvGrpSpPr>
        <p:grpSpPr>
          <a:xfrm>
            <a:off x="4196971" y="4380532"/>
            <a:ext cx="1462362" cy="206652"/>
            <a:chOff x="4196971" y="4879854"/>
            <a:chExt cx="1462362" cy="206652"/>
          </a:xfrm>
        </p:grpSpPr>
        <p:grpSp>
          <p:nvGrpSpPr>
            <p:cNvPr id="197" name="그룹 196">
              <a:extLst>
                <a:ext uri="{FF2B5EF4-FFF2-40B4-BE49-F238E27FC236}">
                  <a16:creationId xmlns:a16="http://schemas.microsoft.com/office/drawing/2014/main" id="{F603B670-42B8-5FA1-A6E9-7D8BF4DF4BE6}"/>
                </a:ext>
              </a:extLst>
            </p:cNvPr>
            <p:cNvGrpSpPr/>
            <p:nvPr/>
          </p:nvGrpSpPr>
          <p:grpSpPr>
            <a:xfrm>
              <a:off x="4196971" y="4879854"/>
              <a:ext cx="1462362" cy="45720"/>
              <a:chOff x="4373272" y="5400438"/>
              <a:chExt cx="1462362" cy="45720"/>
            </a:xfrm>
          </p:grpSpPr>
          <p:cxnSp>
            <p:nvCxnSpPr>
              <p:cNvPr id="200" name="직선 연결선 199">
                <a:extLst>
                  <a:ext uri="{FF2B5EF4-FFF2-40B4-BE49-F238E27FC236}">
                    <a16:creationId xmlns:a16="http://schemas.microsoft.com/office/drawing/2014/main" id="{9BFCC7B3-F1E8-2292-0AF5-FDAFF9C10D8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91114" y="5423298"/>
                <a:ext cx="1444520" cy="0"/>
              </a:xfrm>
              <a:prstGeom prst="line">
                <a:avLst/>
              </a:prstGeom>
              <a:ln w="6350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1" name="타원 200">
                <a:extLst>
                  <a:ext uri="{FF2B5EF4-FFF2-40B4-BE49-F238E27FC236}">
                    <a16:creationId xmlns:a16="http://schemas.microsoft.com/office/drawing/2014/main" id="{E817DAA1-8036-7331-37AF-DC1ABF45E800}"/>
                  </a:ext>
                </a:extLst>
              </p:cNvPr>
              <p:cNvSpPr/>
              <p:nvPr/>
            </p:nvSpPr>
            <p:spPr>
              <a:xfrm>
                <a:off x="4373272" y="5400438"/>
                <a:ext cx="45722" cy="45720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02" name="타원 201">
                <a:extLst>
                  <a:ext uri="{FF2B5EF4-FFF2-40B4-BE49-F238E27FC236}">
                    <a16:creationId xmlns:a16="http://schemas.microsoft.com/office/drawing/2014/main" id="{AE38921B-D2EB-38E0-0181-E11D04FDCE2F}"/>
                  </a:ext>
                </a:extLst>
              </p:cNvPr>
              <p:cNvSpPr/>
              <p:nvPr/>
            </p:nvSpPr>
            <p:spPr>
              <a:xfrm>
                <a:off x="5789912" y="5400438"/>
                <a:ext cx="45722" cy="45720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p:grpSp>
        <p:sp>
          <p:nvSpPr>
            <p:cNvPr id="199" name="직사각형 198">
              <a:extLst>
                <a:ext uri="{FF2B5EF4-FFF2-40B4-BE49-F238E27FC236}">
                  <a16:creationId xmlns:a16="http://schemas.microsoft.com/office/drawing/2014/main" id="{E1C0BFF0-0E55-E1E9-F151-201294077DFF}"/>
                </a:ext>
              </a:extLst>
            </p:cNvPr>
            <p:cNvSpPr/>
            <p:nvPr/>
          </p:nvSpPr>
          <p:spPr>
            <a:xfrm>
              <a:off x="4556309" y="4906506"/>
              <a:ext cx="760592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>
                  <a:solidFill>
                    <a:schemeClr val="bg2">
                      <a:lumMod val="50000"/>
                    </a:schemeClr>
                  </a:solidFill>
                </a:rPr>
                <a:t>14</a:t>
              </a:r>
              <a:r>
                <a:rPr lang="ko-KR" altLang="en-US" sz="600" dirty="0">
                  <a:solidFill>
                    <a:schemeClr val="bg2">
                      <a:lumMod val="50000"/>
                    </a:schemeClr>
                  </a:solidFill>
                </a:rPr>
                <a:t>시간 </a:t>
              </a:r>
              <a:r>
                <a:rPr lang="en-US" altLang="ko-KR" sz="600" dirty="0">
                  <a:solidFill>
                    <a:schemeClr val="bg2">
                      <a:lumMod val="50000"/>
                    </a:schemeClr>
                  </a:solidFill>
                </a:rPr>
                <a:t>20</a:t>
              </a:r>
              <a:r>
                <a:rPr lang="ko-KR" altLang="en-US" sz="600" dirty="0">
                  <a:solidFill>
                    <a:schemeClr val="bg2">
                      <a:lumMod val="50000"/>
                    </a:schemeClr>
                  </a:solidFill>
                </a:rPr>
                <a:t>분</a:t>
              </a:r>
            </a:p>
          </p:txBody>
        </p:sp>
      </p:grpSp>
      <p:pic>
        <p:nvPicPr>
          <p:cNvPr id="203" name="그래픽 202" descr="초승달 윤곽선">
            <a:extLst>
              <a:ext uri="{FF2B5EF4-FFF2-40B4-BE49-F238E27FC236}">
                <a16:creationId xmlns:a16="http://schemas.microsoft.com/office/drawing/2014/main" id="{33A821F9-4C58-7A72-DEDC-C9910B6967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34662" y="4316445"/>
            <a:ext cx="180001" cy="180001"/>
          </a:xfrm>
          <a:prstGeom prst="rect">
            <a:avLst/>
          </a:prstGeom>
        </p:spPr>
      </p:pic>
      <p:sp>
        <p:nvSpPr>
          <p:cNvPr id="204" name="직사각형 203">
            <a:extLst>
              <a:ext uri="{FF2B5EF4-FFF2-40B4-BE49-F238E27FC236}">
                <a16:creationId xmlns:a16="http://schemas.microsoft.com/office/drawing/2014/main" id="{A1F01E55-7AD5-C3D1-2651-A92606D3F671}"/>
              </a:ext>
            </a:extLst>
          </p:cNvPr>
          <p:cNvSpPr/>
          <p:nvPr/>
        </p:nvSpPr>
        <p:spPr>
          <a:xfrm>
            <a:off x="2395012" y="4316445"/>
            <a:ext cx="1227738" cy="18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b="1" dirty="0">
                <a:solidFill>
                  <a:schemeClr val="tx1"/>
                </a:solidFill>
              </a:rPr>
              <a:t>대한항공</a:t>
            </a:r>
          </a:p>
        </p:txBody>
      </p:sp>
      <p:grpSp>
        <p:nvGrpSpPr>
          <p:cNvPr id="205" name="그룹 204">
            <a:extLst>
              <a:ext uri="{FF2B5EF4-FFF2-40B4-BE49-F238E27FC236}">
                <a16:creationId xmlns:a16="http://schemas.microsoft.com/office/drawing/2014/main" id="{76D1B88D-5B40-80EE-67D8-21128F1CD409}"/>
              </a:ext>
            </a:extLst>
          </p:cNvPr>
          <p:cNvGrpSpPr/>
          <p:nvPr/>
        </p:nvGrpSpPr>
        <p:grpSpPr>
          <a:xfrm>
            <a:off x="7165332" y="3155165"/>
            <a:ext cx="1227738" cy="180000"/>
            <a:chOff x="7197113" y="4365278"/>
            <a:chExt cx="1227738" cy="180000"/>
          </a:xfrm>
        </p:grpSpPr>
        <p:sp>
          <p:nvSpPr>
            <p:cNvPr id="206" name="직사각형 205">
              <a:extLst>
                <a:ext uri="{FF2B5EF4-FFF2-40B4-BE49-F238E27FC236}">
                  <a16:creationId xmlns:a16="http://schemas.microsoft.com/office/drawing/2014/main" id="{995C91FF-5286-7889-AAA3-85CE6E647B31}"/>
                </a:ext>
              </a:extLst>
            </p:cNvPr>
            <p:cNvSpPr/>
            <p:nvPr/>
          </p:nvSpPr>
          <p:spPr>
            <a:xfrm>
              <a:off x="7197113" y="4365278"/>
              <a:ext cx="443046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u="sng" dirty="0">
                  <a:solidFill>
                    <a:schemeClr val="tx1"/>
                  </a:solidFill>
                </a:rPr>
                <a:t>규정</a:t>
              </a:r>
            </a:p>
          </p:txBody>
        </p:sp>
        <p:sp>
          <p:nvSpPr>
            <p:cNvPr id="207" name="직사각형 206">
              <a:extLst>
                <a:ext uri="{FF2B5EF4-FFF2-40B4-BE49-F238E27FC236}">
                  <a16:creationId xmlns:a16="http://schemas.microsoft.com/office/drawing/2014/main" id="{5160095F-BFBD-DB0E-9EE9-C8AA59521570}"/>
                </a:ext>
              </a:extLst>
            </p:cNvPr>
            <p:cNvSpPr/>
            <p:nvPr/>
          </p:nvSpPr>
          <p:spPr>
            <a:xfrm>
              <a:off x="7501913" y="4365278"/>
              <a:ext cx="922938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u="sng" dirty="0">
                  <a:solidFill>
                    <a:schemeClr val="tx1"/>
                  </a:solidFill>
                </a:rPr>
                <a:t>여행 상세일정</a:t>
              </a:r>
            </a:p>
          </p:txBody>
        </p:sp>
      </p:grpSp>
      <p:sp>
        <p:nvSpPr>
          <p:cNvPr id="208" name="직사각형 207">
            <a:extLst>
              <a:ext uri="{FF2B5EF4-FFF2-40B4-BE49-F238E27FC236}">
                <a16:creationId xmlns:a16="http://schemas.microsoft.com/office/drawing/2014/main" id="{7D4AC110-8626-5013-C64C-F7A92D7406C1}"/>
              </a:ext>
            </a:extLst>
          </p:cNvPr>
          <p:cNvSpPr/>
          <p:nvPr/>
        </p:nvSpPr>
        <p:spPr>
          <a:xfrm>
            <a:off x="5644985" y="3323691"/>
            <a:ext cx="595055" cy="18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solidFill>
                  <a:srgbClr val="4B90FF"/>
                </a:solidFill>
              </a:rPr>
              <a:t>(+1</a:t>
            </a:r>
            <a:r>
              <a:rPr lang="ko-KR" altLang="en-US" sz="700" dirty="0">
                <a:solidFill>
                  <a:srgbClr val="4B90FF"/>
                </a:solidFill>
              </a:rPr>
              <a:t>일</a:t>
            </a:r>
            <a:r>
              <a:rPr lang="en-US" altLang="ko-KR" sz="700" dirty="0">
                <a:solidFill>
                  <a:srgbClr val="4B90FF"/>
                </a:solidFill>
              </a:rPr>
              <a:t>)</a:t>
            </a:r>
            <a:endParaRPr lang="ko-KR" altLang="en-US" sz="700" dirty="0">
              <a:solidFill>
                <a:srgbClr val="4B90FF"/>
              </a:solidFill>
            </a:endParaRPr>
          </a:p>
        </p:txBody>
      </p:sp>
      <p:grpSp>
        <p:nvGrpSpPr>
          <p:cNvPr id="213" name="그룹 212">
            <a:extLst>
              <a:ext uri="{FF2B5EF4-FFF2-40B4-BE49-F238E27FC236}">
                <a16:creationId xmlns:a16="http://schemas.microsoft.com/office/drawing/2014/main" id="{590F9F1D-E5ED-2291-4A26-E4EC2F1FE279}"/>
              </a:ext>
            </a:extLst>
          </p:cNvPr>
          <p:cNvGrpSpPr/>
          <p:nvPr/>
        </p:nvGrpSpPr>
        <p:grpSpPr>
          <a:xfrm>
            <a:off x="3178927" y="5044155"/>
            <a:ext cx="413954" cy="180000"/>
            <a:chOff x="4157366" y="5471111"/>
            <a:chExt cx="413954" cy="180000"/>
          </a:xfrm>
        </p:grpSpPr>
        <p:grpSp>
          <p:nvGrpSpPr>
            <p:cNvPr id="214" name="그룹 213">
              <a:extLst>
                <a:ext uri="{FF2B5EF4-FFF2-40B4-BE49-F238E27FC236}">
                  <a16:creationId xmlns:a16="http://schemas.microsoft.com/office/drawing/2014/main" id="{0060E8A0-236B-6721-61E4-23102D9C53DD}"/>
                </a:ext>
              </a:extLst>
            </p:cNvPr>
            <p:cNvGrpSpPr/>
            <p:nvPr/>
          </p:nvGrpSpPr>
          <p:grpSpPr>
            <a:xfrm>
              <a:off x="4157366" y="5471111"/>
              <a:ext cx="186350" cy="180000"/>
              <a:chOff x="4320179" y="4982392"/>
              <a:chExt cx="186350" cy="180000"/>
            </a:xfrm>
          </p:grpSpPr>
          <p:sp>
            <p:nvSpPr>
              <p:cNvPr id="218" name="직사각형 217">
                <a:extLst>
                  <a:ext uri="{FF2B5EF4-FFF2-40B4-BE49-F238E27FC236}">
                    <a16:creationId xmlns:a16="http://schemas.microsoft.com/office/drawing/2014/main" id="{04940A31-4525-1C13-0BF7-D761EC1289B5}"/>
                  </a:ext>
                </a:extLst>
              </p:cNvPr>
              <p:cNvSpPr/>
              <p:nvPr/>
            </p:nvSpPr>
            <p:spPr>
              <a:xfrm>
                <a:off x="4323354" y="4982392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219" name="그래픽 218" descr="왼쪽 캐럿 윤곽선">
                <a:extLst>
                  <a:ext uri="{FF2B5EF4-FFF2-40B4-BE49-F238E27FC236}">
                    <a16:creationId xmlns:a16="http://schemas.microsoft.com/office/drawing/2014/main" id="{974DB608-CCD9-8567-E072-09EF499BE2A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4320179" y="4995684"/>
                <a:ext cx="153417" cy="153417"/>
              </a:xfrm>
              <a:prstGeom prst="rect">
                <a:avLst/>
              </a:prstGeom>
            </p:spPr>
          </p:pic>
          <p:pic>
            <p:nvPicPr>
              <p:cNvPr id="220" name="그래픽 219" descr="왼쪽 캐럿 윤곽선">
                <a:extLst>
                  <a:ext uri="{FF2B5EF4-FFF2-40B4-BE49-F238E27FC236}">
                    <a16:creationId xmlns:a16="http://schemas.microsoft.com/office/drawing/2014/main" id="{FF1B3799-762F-E4BE-390C-D3411E7B98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4353112" y="4995684"/>
                <a:ext cx="153417" cy="153417"/>
              </a:xfrm>
              <a:prstGeom prst="rect">
                <a:avLst/>
              </a:prstGeom>
            </p:spPr>
          </p:pic>
        </p:grpSp>
        <p:grpSp>
          <p:nvGrpSpPr>
            <p:cNvPr id="215" name="그룹 214">
              <a:extLst>
                <a:ext uri="{FF2B5EF4-FFF2-40B4-BE49-F238E27FC236}">
                  <a16:creationId xmlns:a16="http://schemas.microsoft.com/office/drawing/2014/main" id="{86D1FDE4-76CD-BA4E-D133-0ECC335FE159}"/>
                </a:ext>
              </a:extLst>
            </p:cNvPr>
            <p:cNvGrpSpPr/>
            <p:nvPr/>
          </p:nvGrpSpPr>
          <p:grpSpPr>
            <a:xfrm>
              <a:off x="4391320" y="5471111"/>
              <a:ext cx="180000" cy="180000"/>
              <a:chOff x="4590054" y="5059101"/>
              <a:chExt cx="180000" cy="180000"/>
            </a:xfrm>
          </p:grpSpPr>
          <p:sp>
            <p:nvSpPr>
              <p:cNvPr id="216" name="직사각형 215">
                <a:extLst>
                  <a:ext uri="{FF2B5EF4-FFF2-40B4-BE49-F238E27FC236}">
                    <a16:creationId xmlns:a16="http://schemas.microsoft.com/office/drawing/2014/main" id="{1BC52ECC-7852-FBD8-DC5F-CFB531FFBDED}"/>
                  </a:ext>
                </a:extLst>
              </p:cNvPr>
              <p:cNvSpPr/>
              <p:nvPr/>
            </p:nvSpPr>
            <p:spPr>
              <a:xfrm>
                <a:off x="4590054" y="505910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217" name="그래픽 216" descr="왼쪽 캐럿 윤곽선">
                <a:extLst>
                  <a:ext uri="{FF2B5EF4-FFF2-40B4-BE49-F238E27FC236}">
                    <a16:creationId xmlns:a16="http://schemas.microsoft.com/office/drawing/2014/main" id="{CFB8D24E-5058-3107-53E2-DB10BCA044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4603346" y="5072393"/>
                <a:ext cx="153417" cy="153417"/>
              </a:xfrm>
              <a:prstGeom prst="rect">
                <a:avLst/>
              </a:prstGeom>
            </p:spPr>
          </p:pic>
        </p:grpSp>
      </p:grpSp>
      <p:grpSp>
        <p:nvGrpSpPr>
          <p:cNvPr id="221" name="그룹 220">
            <a:extLst>
              <a:ext uri="{FF2B5EF4-FFF2-40B4-BE49-F238E27FC236}">
                <a16:creationId xmlns:a16="http://schemas.microsoft.com/office/drawing/2014/main" id="{7661575B-9460-3775-6857-FE4E1250126A}"/>
              </a:ext>
            </a:extLst>
          </p:cNvPr>
          <p:cNvGrpSpPr/>
          <p:nvPr/>
        </p:nvGrpSpPr>
        <p:grpSpPr>
          <a:xfrm>
            <a:off x="6857027" y="5044155"/>
            <a:ext cx="410780" cy="180000"/>
            <a:chOff x="8104112" y="5471111"/>
            <a:chExt cx="410780" cy="180000"/>
          </a:xfrm>
        </p:grpSpPr>
        <p:grpSp>
          <p:nvGrpSpPr>
            <p:cNvPr id="222" name="그룹 221">
              <a:extLst>
                <a:ext uri="{FF2B5EF4-FFF2-40B4-BE49-F238E27FC236}">
                  <a16:creationId xmlns:a16="http://schemas.microsoft.com/office/drawing/2014/main" id="{CEB165F3-2C68-173A-2DE1-AC9F7DB348B0}"/>
                </a:ext>
              </a:extLst>
            </p:cNvPr>
            <p:cNvGrpSpPr/>
            <p:nvPr/>
          </p:nvGrpSpPr>
          <p:grpSpPr>
            <a:xfrm rot="10800000">
              <a:off x="8104112" y="5471111"/>
              <a:ext cx="180000" cy="180000"/>
              <a:chOff x="4590054" y="5059101"/>
              <a:chExt cx="180000" cy="180000"/>
            </a:xfrm>
          </p:grpSpPr>
          <p:sp>
            <p:nvSpPr>
              <p:cNvPr id="227" name="직사각형 226">
                <a:extLst>
                  <a:ext uri="{FF2B5EF4-FFF2-40B4-BE49-F238E27FC236}">
                    <a16:creationId xmlns:a16="http://schemas.microsoft.com/office/drawing/2014/main" id="{82F4E44A-2EAC-4471-F234-26F52BDFA5A6}"/>
                  </a:ext>
                </a:extLst>
              </p:cNvPr>
              <p:cNvSpPr/>
              <p:nvPr/>
            </p:nvSpPr>
            <p:spPr>
              <a:xfrm>
                <a:off x="4590054" y="505910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228" name="그래픽 227" descr="왼쪽 캐럿 윤곽선">
                <a:extLst>
                  <a:ext uri="{FF2B5EF4-FFF2-40B4-BE49-F238E27FC236}">
                    <a16:creationId xmlns:a16="http://schemas.microsoft.com/office/drawing/2014/main" id="{FD965B3E-8E86-C6BF-C50E-62BE76B7EE3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4603346" y="5072393"/>
                <a:ext cx="153417" cy="153417"/>
              </a:xfrm>
              <a:prstGeom prst="rect">
                <a:avLst/>
              </a:prstGeom>
            </p:spPr>
          </p:pic>
        </p:grpSp>
        <p:sp>
          <p:nvSpPr>
            <p:cNvPr id="223" name="직사각형 222">
              <a:extLst>
                <a:ext uri="{FF2B5EF4-FFF2-40B4-BE49-F238E27FC236}">
                  <a16:creationId xmlns:a16="http://schemas.microsoft.com/office/drawing/2014/main" id="{3A3FE489-6EEF-BBDF-0A95-8517AFFBEA66}"/>
                </a:ext>
              </a:extLst>
            </p:cNvPr>
            <p:cNvSpPr/>
            <p:nvPr/>
          </p:nvSpPr>
          <p:spPr>
            <a:xfrm rot="10800000">
              <a:off x="8331717" y="5471111"/>
              <a:ext cx="180000" cy="180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224" name="그룹 223">
              <a:extLst>
                <a:ext uri="{FF2B5EF4-FFF2-40B4-BE49-F238E27FC236}">
                  <a16:creationId xmlns:a16="http://schemas.microsoft.com/office/drawing/2014/main" id="{084F9F72-6C47-8652-75E6-2BCA4367AD8C}"/>
                </a:ext>
              </a:extLst>
            </p:cNvPr>
            <p:cNvGrpSpPr/>
            <p:nvPr/>
          </p:nvGrpSpPr>
          <p:grpSpPr>
            <a:xfrm rot="10800000">
              <a:off x="8328542" y="5484402"/>
              <a:ext cx="186350" cy="153417"/>
              <a:chOff x="3988983" y="5072971"/>
              <a:chExt cx="186350" cy="153417"/>
            </a:xfrm>
          </p:grpSpPr>
          <p:pic>
            <p:nvPicPr>
              <p:cNvPr id="225" name="그래픽 224" descr="왼쪽 캐럿 윤곽선">
                <a:extLst>
                  <a:ext uri="{FF2B5EF4-FFF2-40B4-BE49-F238E27FC236}">
                    <a16:creationId xmlns:a16="http://schemas.microsoft.com/office/drawing/2014/main" id="{C0B315A7-88B9-34C3-C0C8-99F6F9BA44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3988983" y="5072971"/>
                <a:ext cx="153417" cy="153417"/>
              </a:xfrm>
              <a:prstGeom prst="rect">
                <a:avLst/>
              </a:prstGeom>
            </p:spPr>
          </p:pic>
          <p:pic>
            <p:nvPicPr>
              <p:cNvPr id="226" name="그래픽 225" descr="왼쪽 캐럿 윤곽선">
                <a:extLst>
                  <a:ext uri="{FF2B5EF4-FFF2-40B4-BE49-F238E27FC236}">
                    <a16:creationId xmlns:a16="http://schemas.microsoft.com/office/drawing/2014/main" id="{A25A203F-86BC-B320-602A-20A14E9877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4021916" y="5072971"/>
                <a:ext cx="153417" cy="153417"/>
              </a:xfrm>
              <a:prstGeom prst="rect">
                <a:avLst/>
              </a:prstGeom>
            </p:spPr>
          </p:pic>
        </p:grpSp>
      </p:grpSp>
      <p:graphicFrame>
        <p:nvGraphicFramePr>
          <p:cNvPr id="229" name="표 228">
            <a:extLst>
              <a:ext uri="{FF2B5EF4-FFF2-40B4-BE49-F238E27FC236}">
                <a16:creationId xmlns:a16="http://schemas.microsoft.com/office/drawing/2014/main" id="{EACD823E-08FC-C31D-1B3C-2CE8CF9CFBA0}"/>
              </a:ext>
            </a:extLst>
          </p:cNvPr>
          <p:cNvGraphicFramePr>
            <a:graphicFrameLocks noGrp="1"/>
          </p:cNvGraphicFramePr>
          <p:nvPr/>
        </p:nvGraphicFramePr>
        <p:xfrm>
          <a:off x="3673354" y="5026155"/>
          <a:ext cx="3103200" cy="216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0320">
                  <a:extLst>
                    <a:ext uri="{9D8B030D-6E8A-4147-A177-3AD203B41FA5}">
                      <a16:colId xmlns:a16="http://schemas.microsoft.com/office/drawing/2014/main" val="2122073885"/>
                    </a:ext>
                  </a:extLst>
                </a:gridCol>
                <a:gridCol w="310320">
                  <a:extLst>
                    <a:ext uri="{9D8B030D-6E8A-4147-A177-3AD203B41FA5}">
                      <a16:colId xmlns:a16="http://schemas.microsoft.com/office/drawing/2014/main" val="1875093406"/>
                    </a:ext>
                  </a:extLst>
                </a:gridCol>
                <a:gridCol w="310320">
                  <a:extLst>
                    <a:ext uri="{9D8B030D-6E8A-4147-A177-3AD203B41FA5}">
                      <a16:colId xmlns:a16="http://schemas.microsoft.com/office/drawing/2014/main" val="3735021190"/>
                    </a:ext>
                  </a:extLst>
                </a:gridCol>
                <a:gridCol w="310320">
                  <a:extLst>
                    <a:ext uri="{9D8B030D-6E8A-4147-A177-3AD203B41FA5}">
                      <a16:colId xmlns:a16="http://schemas.microsoft.com/office/drawing/2014/main" val="2656198298"/>
                    </a:ext>
                  </a:extLst>
                </a:gridCol>
                <a:gridCol w="310320">
                  <a:extLst>
                    <a:ext uri="{9D8B030D-6E8A-4147-A177-3AD203B41FA5}">
                      <a16:colId xmlns:a16="http://schemas.microsoft.com/office/drawing/2014/main" val="1438282676"/>
                    </a:ext>
                  </a:extLst>
                </a:gridCol>
                <a:gridCol w="310320">
                  <a:extLst>
                    <a:ext uri="{9D8B030D-6E8A-4147-A177-3AD203B41FA5}">
                      <a16:colId xmlns:a16="http://schemas.microsoft.com/office/drawing/2014/main" val="140094122"/>
                    </a:ext>
                  </a:extLst>
                </a:gridCol>
                <a:gridCol w="310320">
                  <a:extLst>
                    <a:ext uri="{9D8B030D-6E8A-4147-A177-3AD203B41FA5}">
                      <a16:colId xmlns:a16="http://schemas.microsoft.com/office/drawing/2014/main" val="2042546390"/>
                    </a:ext>
                  </a:extLst>
                </a:gridCol>
                <a:gridCol w="310320">
                  <a:extLst>
                    <a:ext uri="{9D8B030D-6E8A-4147-A177-3AD203B41FA5}">
                      <a16:colId xmlns:a16="http://schemas.microsoft.com/office/drawing/2014/main" val="2166950550"/>
                    </a:ext>
                  </a:extLst>
                </a:gridCol>
                <a:gridCol w="310320">
                  <a:extLst>
                    <a:ext uri="{9D8B030D-6E8A-4147-A177-3AD203B41FA5}">
                      <a16:colId xmlns:a16="http://schemas.microsoft.com/office/drawing/2014/main" val="2000330457"/>
                    </a:ext>
                  </a:extLst>
                </a:gridCol>
                <a:gridCol w="310320">
                  <a:extLst>
                    <a:ext uri="{9D8B030D-6E8A-4147-A177-3AD203B41FA5}">
                      <a16:colId xmlns:a16="http://schemas.microsoft.com/office/drawing/2014/main" val="1674608138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u="sng" dirty="0"/>
                        <a:t>1</a:t>
                      </a:r>
                      <a:endParaRPr lang="ko-KR" altLang="en-US" sz="800" b="0" u="sng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2</a:t>
                      </a:r>
                      <a:endParaRPr lang="ko-KR" altLang="en-US" sz="800" b="0" dirty="0">
                        <a:solidFill>
                          <a:schemeClr val="bg2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3</a:t>
                      </a:r>
                      <a:endParaRPr lang="ko-KR" altLang="en-US" sz="800" b="0" dirty="0">
                        <a:solidFill>
                          <a:schemeClr val="bg2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4</a:t>
                      </a:r>
                      <a:endParaRPr lang="ko-KR" altLang="en-US" sz="800" b="0" dirty="0">
                        <a:solidFill>
                          <a:schemeClr val="bg2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5</a:t>
                      </a:r>
                      <a:endParaRPr lang="ko-KR" altLang="en-US" sz="800" b="0" dirty="0">
                        <a:solidFill>
                          <a:schemeClr val="bg2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6</a:t>
                      </a:r>
                      <a:endParaRPr lang="ko-KR" altLang="en-US" sz="800" b="0" dirty="0">
                        <a:solidFill>
                          <a:schemeClr val="bg2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7</a:t>
                      </a:r>
                      <a:endParaRPr lang="ko-KR" altLang="en-US" sz="800" b="0" dirty="0">
                        <a:solidFill>
                          <a:schemeClr val="bg2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8</a:t>
                      </a:r>
                      <a:endParaRPr lang="ko-KR" altLang="en-US" sz="800" b="0" dirty="0">
                        <a:solidFill>
                          <a:schemeClr val="bg2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9</a:t>
                      </a:r>
                      <a:endParaRPr lang="ko-KR" altLang="en-US" sz="800" b="0" dirty="0">
                        <a:solidFill>
                          <a:schemeClr val="bg2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10</a:t>
                      </a:r>
                      <a:endParaRPr lang="ko-KR" altLang="en-US" sz="800" b="0" dirty="0">
                        <a:solidFill>
                          <a:schemeClr val="bg2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1738801"/>
                  </a:ext>
                </a:extLst>
              </a:tr>
            </a:tbl>
          </a:graphicData>
        </a:graphic>
      </p:graphicFrame>
      <p:sp>
        <p:nvSpPr>
          <p:cNvPr id="230" name="직사각형 229">
            <a:extLst>
              <a:ext uri="{FF2B5EF4-FFF2-40B4-BE49-F238E27FC236}">
                <a16:creationId xmlns:a16="http://schemas.microsoft.com/office/drawing/2014/main" id="{1555191A-B00A-57CC-1E49-4E88E9EF1984}"/>
              </a:ext>
            </a:extLst>
          </p:cNvPr>
          <p:cNvSpPr/>
          <p:nvPr/>
        </p:nvSpPr>
        <p:spPr>
          <a:xfrm>
            <a:off x="87794" y="574249"/>
            <a:ext cx="8707394" cy="6103610"/>
          </a:xfrm>
          <a:prstGeom prst="rect">
            <a:avLst/>
          </a:prstGeom>
          <a:solidFill>
            <a:schemeClr val="tx1">
              <a:lumMod val="85000"/>
              <a:lumOff val="1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31" name="직사각형 230">
            <a:extLst>
              <a:ext uri="{FF2B5EF4-FFF2-40B4-BE49-F238E27FC236}">
                <a16:creationId xmlns:a16="http://schemas.microsoft.com/office/drawing/2014/main" id="{4259A7A7-116F-5CCD-0F36-B570E85D7B51}"/>
              </a:ext>
            </a:extLst>
          </p:cNvPr>
          <p:cNvSpPr/>
          <p:nvPr/>
        </p:nvSpPr>
        <p:spPr>
          <a:xfrm>
            <a:off x="2174918" y="3105018"/>
            <a:ext cx="537009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3" name="사각형: 둥근 모서리 232">
            <a:extLst>
              <a:ext uri="{FF2B5EF4-FFF2-40B4-BE49-F238E27FC236}">
                <a16:creationId xmlns:a16="http://schemas.microsoft.com/office/drawing/2014/main" id="{71DEB467-1420-CD53-774A-6D49AB16608F}"/>
              </a:ext>
            </a:extLst>
          </p:cNvPr>
          <p:cNvSpPr>
            <a:spLocks/>
          </p:cNvSpPr>
          <p:nvPr/>
        </p:nvSpPr>
        <p:spPr>
          <a:xfrm>
            <a:off x="3061487" y="2281354"/>
            <a:ext cx="3045485" cy="140355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238" name="그룹 237">
            <a:extLst>
              <a:ext uri="{FF2B5EF4-FFF2-40B4-BE49-F238E27FC236}">
                <a16:creationId xmlns:a16="http://schemas.microsoft.com/office/drawing/2014/main" id="{C598135F-389F-FF53-CE4F-E5D4FEE6B6EC}"/>
              </a:ext>
            </a:extLst>
          </p:cNvPr>
          <p:cNvGrpSpPr/>
          <p:nvPr/>
        </p:nvGrpSpPr>
        <p:grpSpPr>
          <a:xfrm>
            <a:off x="3144837" y="2391803"/>
            <a:ext cx="3007834" cy="200055"/>
            <a:chOff x="2129603" y="2481796"/>
            <a:chExt cx="3007834" cy="200055"/>
          </a:xfrm>
        </p:grpSpPr>
        <p:sp>
          <p:nvSpPr>
            <p:cNvPr id="235" name="TextBox 234">
              <a:extLst>
                <a:ext uri="{FF2B5EF4-FFF2-40B4-BE49-F238E27FC236}">
                  <a16:creationId xmlns:a16="http://schemas.microsoft.com/office/drawing/2014/main" id="{BC427CE3-7E12-EF80-CED5-B2AD1AE24956}"/>
                </a:ext>
              </a:extLst>
            </p:cNvPr>
            <p:cNvSpPr txBox="1"/>
            <p:nvPr/>
          </p:nvSpPr>
          <p:spPr>
            <a:xfrm>
              <a:off x="2175929" y="2481796"/>
              <a:ext cx="296150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700" b="1" dirty="0"/>
                <a:t>다음 위반 사유로 인해 내부 규정 </a:t>
              </a:r>
              <a:r>
                <a:rPr lang="ko-KR" altLang="en-US" sz="700" b="1" dirty="0">
                  <a:solidFill>
                    <a:srgbClr val="FF0000"/>
                  </a:solidFill>
                </a:rPr>
                <a:t>미준수에 해당</a:t>
              </a:r>
              <a:r>
                <a:rPr lang="ko-KR" altLang="en-US" sz="700" b="1" dirty="0"/>
                <a:t>합니다</a:t>
              </a:r>
              <a:r>
                <a:rPr lang="en-US" altLang="ko-KR" sz="700" b="1" dirty="0"/>
                <a:t>.</a:t>
              </a:r>
              <a:endParaRPr lang="ko-KR" altLang="en-US" sz="700" b="1" dirty="0"/>
            </a:p>
          </p:txBody>
        </p:sp>
        <p:pic>
          <p:nvPicPr>
            <p:cNvPr id="237" name="그래픽 236" descr="느낌표 단색으로 채워진">
              <a:extLst>
                <a:ext uri="{FF2B5EF4-FFF2-40B4-BE49-F238E27FC236}">
                  <a16:creationId xmlns:a16="http://schemas.microsoft.com/office/drawing/2014/main" id="{07FB3472-1575-1CA3-E34E-EED98F2B72A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129603" y="2499750"/>
              <a:ext cx="144000" cy="144000"/>
            </a:xfrm>
            <a:prstGeom prst="rect">
              <a:avLst/>
            </a:prstGeom>
          </p:spPr>
        </p:pic>
      </p:grpSp>
      <p:sp>
        <p:nvSpPr>
          <p:cNvPr id="241" name="TextBox 240">
            <a:extLst>
              <a:ext uri="{FF2B5EF4-FFF2-40B4-BE49-F238E27FC236}">
                <a16:creationId xmlns:a16="http://schemas.microsoft.com/office/drawing/2014/main" id="{E0E3CFF5-1E9C-19D4-7971-4F21987D78A6}"/>
              </a:ext>
            </a:extLst>
          </p:cNvPr>
          <p:cNvSpPr txBox="1"/>
          <p:nvPr/>
        </p:nvSpPr>
        <p:spPr>
          <a:xfrm>
            <a:off x="3622750" y="2719324"/>
            <a:ext cx="205056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dirty="0">
                <a:effectLst/>
              </a:rPr>
              <a:t>사원 지정된 이코노미까지 탑승 허용으로 위반</a:t>
            </a:r>
            <a:endParaRPr lang="ko-KR" altLang="en-US" sz="600" dirty="0">
              <a:solidFill>
                <a:schemeClr val="bg2">
                  <a:lumMod val="50000"/>
                </a:schemeClr>
              </a:solidFill>
            </a:endParaRPr>
          </a:p>
        </p:txBody>
      </p:sp>
      <p:grpSp>
        <p:nvGrpSpPr>
          <p:cNvPr id="245" name="그룹 244">
            <a:extLst>
              <a:ext uri="{FF2B5EF4-FFF2-40B4-BE49-F238E27FC236}">
                <a16:creationId xmlns:a16="http://schemas.microsoft.com/office/drawing/2014/main" id="{59C4EC2B-4805-19FD-B5D2-972BCAD05E89}"/>
              </a:ext>
            </a:extLst>
          </p:cNvPr>
          <p:cNvGrpSpPr/>
          <p:nvPr/>
        </p:nvGrpSpPr>
        <p:grpSpPr>
          <a:xfrm>
            <a:off x="3160107" y="2696420"/>
            <a:ext cx="492443" cy="216000"/>
            <a:chOff x="4733837" y="3067384"/>
            <a:chExt cx="492443" cy="216000"/>
          </a:xfrm>
        </p:grpSpPr>
        <p:sp>
          <p:nvSpPr>
            <p:cNvPr id="244" name="사각형: 둥근 모서리 243">
              <a:extLst>
                <a:ext uri="{FF2B5EF4-FFF2-40B4-BE49-F238E27FC236}">
                  <a16:creationId xmlns:a16="http://schemas.microsoft.com/office/drawing/2014/main" id="{208F216E-FD82-9F59-B320-51735C04FC62}"/>
                </a:ext>
              </a:extLst>
            </p:cNvPr>
            <p:cNvSpPr/>
            <p:nvPr/>
          </p:nvSpPr>
          <p:spPr>
            <a:xfrm>
              <a:off x="4754421" y="3067384"/>
              <a:ext cx="468000" cy="216000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/>
            </a:p>
          </p:txBody>
        </p:sp>
        <p:sp>
          <p:nvSpPr>
            <p:cNvPr id="240" name="TextBox 239">
              <a:extLst>
                <a:ext uri="{FF2B5EF4-FFF2-40B4-BE49-F238E27FC236}">
                  <a16:creationId xmlns:a16="http://schemas.microsoft.com/office/drawing/2014/main" id="{FA799079-0701-48C9-85C7-11D52BFCAA22}"/>
                </a:ext>
              </a:extLst>
            </p:cNvPr>
            <p:cNvSpPr txBox="1"/>
            <p:nvPr/>
          </p:nvSpPr>
          <p:spPr>
            <a:xfrm>
              <a:off x="4733837" y="3070108"/>
              <a:ext cx="49244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700" dirty="0" err="1"/>
                <a:t>박채영</a:t>
              </a:r>
              <a:endParaRPr lang="ko-KR" altLang="en-US" sz="700" dirty="0"/>
            </a:p>
          </p:txBody>
        </p:sp>
      </p:grpSp>
      <p:sp>
        <p:nvSpPr>
          <p:cNvPr id="246" name="사각형: 둥근 모서리 245">
            <a:extLst>
              <a:ext uri="{FF2B5EF4-FFF2-40B4-BE49-F238E27FC236}">
                <a16:creationId xmlns:a16="http://schemas.microsoft.com/office/drawing/2014/main" id="{5868DF21-C4F0-748E-8D37-4AA0D8CFEAF8}"/>
              </a:ext>
            </a:extLst>
          </p:cNvPr>
          <p:cNvSpPr/>
          <p:nvPr/>
        </p:nvSpPr>
        <p:spPr>
          <a:xfrm>
            <a:off x="3116502" y="3335809"/>
            <a:ext cx="2938857" cy="258458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/>
              <a:t>확인</a:t>
            </a:r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9508C2DD-FEA0-ADB4-5193-709C17E89A81}"/>
              </a:ext>
            </a:extLst>
          </p:cNvPr>
          <p:cNvSpPr txBox="1"/>
          <p:nvPr/>
        </p:nvSpPr>
        <p:spPr>
          <a:xfrm>
            <a:off x="3647644" y="3032085"/>
            <a:ext cx="245932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dirty="0">
                <a:effectLst/>
              </a:rPr>
              <a:t>차장 </a:t>
            </a:r>
            <a:r>
              <a:rPr lang="en-US" altLang="ko-KR" sz="700" dirty="0">
                <a:effectLst/>
              </a:rPr>
              <a:t>6</a:t>
            </a:r>
            <a:r>
              <a:rPr lang="ko-KR" altLang="en-US" sz="700" dirty="0">
                <a:effectLst/>
              </a:rPr>
              <a:t>시간 이상부터 </a:t>
            </a:r>
            <a:r>
              <a:rPr lang="ko-KR" altLang="en-US" sz="700" dirty="0" err="1">
                <a:effectLst/>
              </a:rPr>
              <a:t>프리미엄이코노미석까지</a:t>
            </a:r>
            <a:r>
              <a:rPr lang="ko-KR" altLang="en-US" sz="700" dirty="0">
                <a:effectLst/>
              </a:rPr>
              <a:t> 탑승 허용</a:t>
            </a:r>
            <a:endParaRPr lang="ko-KR" altLang="en-US" sz="600" dirty="0">
              <a:solidFill>
                <a:schemeClr val="bg2">
                  <a:lumMod val="50000"/>
                </a:schemeClr>
              </a:solidFill>
            </a:endParaRPr>
          </a:p>
        </p:txBody>
      </p:sp>
      <p:grpSp>
        <p:nvGrpSpPr>
          <p:cNvPr id="248" name="그룹 247">
            <a:extLst>
              <a:ext uri="{FF2B5EF4-FFF2-40B4-BE49-F238E27FC236}">
                <a16:creationId xmlns:a16="http://schemas.microsoft.com/office/drawing/2014/main" id="{E6971063-36CC-47C6-03AA-8921C06FC91B}"/>
              </a:ext>
            </a:extLst>
          </p:cNvPr>
          <p:cNvGrpSpPr/>
          <p:nvPr/>
        </p:nvGrpSpPr>
        <p:grpSpPr>
          <a:xfrm>
            <a:off x="3160107" y="3032106"/>
            <a:ext cx="492443" cy="216000"/>
            <a:chOff x="4733837" y="3069023"/>
            <a:chExt cx="492443" cy="216000"/>
          </a:xfrm>
        </p:grpSpPr>
        <p:sp>
          <p:nvSpPr>
            <p:cNvPr id="249" name="사각형: 둥근 모서리 248">
              <a:extLst>
                <a:ext uri="{FF2B5EF4-FFF2-40B4-BE49-F238E27FC236}">
                  <a16:creationId xmlns:a16="http://schemas.microsoft.com/office/drawing/2014/main" id="{C1537E97-51E3-BD7E-B47A-6ABC8FC945AF}"/>
                </a:ext>
              </a:extLst>
            </p:cNvPr>
            <p:cNvSpPr/>
            <p:nvPr/>
          </p:nvSpPr>
          <p:spPr>
            <a:xfrm>
              <a:off x="4749266" y="3069023"/>
              <a:ext cx="468000" cy="216000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700"/>
            </a:p>
          </p:txBody>
        </p:sp>
        <p:sp>
          <p:nvSpPr>
            <p:cNvPr id="250" name="TextBox 249">
              <a:extLst>
                <a:ext uri="{FF2B5EF4-FFF2-40B4-BE49-F238E27FC236}">
                  <a16:creationId xmlns:a16="http://schemas.microsoft.com/office/drawing/2014/main" id="{E4BD537E-6F6A-3DD5-3659-5E98F22DB9E1}"/>
                </a:ext>
              </a:extLst>
            </p:cNvPr>
            <p:cNvSpPr txBox="1"/>
            <p:nvPr/>
          </p:nvSpPr>
          <p:spPr>
            <a:xfrm>
              <a:off x="4733837" y="3070108"/>
              <a:ext cx="492443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700" dirty="0"/>
                <a:t>김지수</a:t>
              </a:r>
            </a:p>
          </p:txBody>
        </p:sp>
      </p:grpSp>
      <p:cxnSp>
        <p:nvCxnSpPr>
          <p:cNvPr id="252" name="직선 화살표 연결선 251">
            <a:extLst>
              <a:ext uri="{FF2B5EF4-FFF2-40B4-BE49-F238E27FC236}">
                <a16:creationId xmlns:a16="http://schemas.microsoft.com/office/drawing/2014/main" id="{758BF22C-98C3-65A0-5307-4B118FA33CB0}"/>
              </a:ext>
            </a:extLst>
          </p:cNvPr>
          <p:cNvCxnSpPr>
            <a:cxnSpLocks/>
          </p:cNvCxnSpPr>
          <p:nvPr/>
        </p:nvCxnSpPr>
        <p:spPr>
          <a:xfrm flipV="1">
            <a:off x="2755392" y="3020526"/>
            <a:ext cx="297081" cy="8449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630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BFDC5-BE80-B561-C5EA-7C3CA58F1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EC57AB32-CEE8-32D0-319D-CD38BB64D8BF}"/>
              </a:ext>
            </a:extLst>
          </p:cNvPr>
          <p:cNvCxnSpPr>
            <a:cxnSpLocks/>
          </p:cNvCxnSpPr>
          <p:nvPr/>
        </p:nvCxnSpPr>
        <p:spPr>
          <a:xfrm>
            <a:off x="291048" y="1906798"/>
            <a:ext cx="1565819" cy="0"/>
          </a:xfrm>
          <a:prstGeom prst="line">
            <a:avLst/>
          </a:prstGeom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" name="그룹 4">
            <a:extLst>
              <a:ext uri="{FF2B5EF4-FFF2-40B4-BE49-F238E27FC236}">
                <a16:creationId xmlns:a16="http://schemas.microsoft.com/office/drawing/2014/main" id="{7B5ED0B7-D13A-E05E-538D-C95813BB0979}"/>
              </a:ext>
            </a:extLst>
          </p:cNvPr>
          <p:cNvGrpSpPr/>
          <p:nvPr/>
        </p:nvGrpSpPr>
        <p:grpSpPr>
          <a:xfrm>
            <a:off x="201220" y="2894590"/>
            <a:ext cx="1763943" cy="403295"/>
            <a:chOff x="3514096" y="4684199"/>
            <a:chExt cx="1763943" cy="403295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70B070FE-15FB-853E-84BF-01C615F3FC08}"/>
                </a:ext>
              </a:extLst>
            </p:cNvPr>
            <p:cNvCxnSpPr>
              <a:cxnSpLocks/>
            </p:cNvCxnSpPr>
            <p:nvPr/>
          </p:nvCxnSpPr>
          <p:spPr>
            <a:xfrm>
              <a:off x="3612313" y="5087494"/>
              <a:ext cx="1565819" cy="0"/>
            </a:xfrm>
            <a:prstGeom prst="line">
              <a:avLst/>
            </a:prstGeom>
            <a:ln w="6350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49DD598E-FAA7-4FB1-A081-150808788C8F}"/>
                </a:ext>
              </a:extLst>
            </p:cNvPr>
            <p:cNvSpPr/>
            <p:nvPr/>
          </p:nvSpPr>
          <p:spPr>
            <a:xfrm>
              <a:off x="3514096" y="4684199"/>
              <a:ext cx="944880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b="1" dirty="0">
                  <a:solidFill>
                    <a:schemeClr val="tx1"/>
                  </a:solidFill>
                </a:rPr>
                <a:t>경유 횟수</a:t>
              </a:r>
            </a:p>
          </p:txBody>
        </p:sp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1C91C1A7-C28C-7F2E-DC83-BCAD903FD78D}"/>
                </a:ext>
              </a:extLst>
            </p:cNvPr>
            <p:cNvGrpSpPr/>
            <p:nvPr/>
          </p:nvGrpSpPr>
          <p:grpSpPr>
            <a:xfrm>
              <a:off x="3612311" y="4875694"/>
              <a:ext cx="494216" cy="180000"/>
              <a:chOff x="395415" y="3933668"/>
              <a:chExt cx="494216" cy="180000"/>
            </a:xfrm>
          </p:grpSpPr>
          <p:sp>
            <p:nvSpPr>
              <p:cNvPr id="38" name="직사각형 37">
                <a:extLst>
                  <a:ext uri="{FF2B5EF4-FFF2-40B4-BE49-F238E27FC236}">
                    <a16:creationId xmlns:a16="http://schemas.microsoft.com/office/drawing/2014/main" id="{A13D3C37-D7CB-96B5-1805-E496B7F878F3}"/>
                  </a:ext>
                </a:extLst>
              </p:cNvPr>
              <p:cNvSpPr/>
              <p:nvPr/>
            </p:nvSpPr>
            <p:spPr>
              <a:xfrm>
                <a:off x="395415" y="3966003"/>
                <a:ext cx="115330" cy="11533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9" name="직사각형 38">
                <a:extLst>
                  <a:ext uri="{FF2B5EF4-FFF2-40B4-BE49-F238E27FC236}">
                    <a16:creationId xmlns:a16="http://schemas.microsoft.com/office/drawing/2014/main" id="{A8EE831C-4CC9-5F2C-931F-B427AAD741E5}"/>
                  </a:ext>
                </a:extLst>
              </p:cNvPr>
              <p:cNvSpPr/>
              <p:nvPr/>
            </p:nvSpPr>
            <p:spPr>
              <a:xfrm>
                <a:off x="493631" y="3933668"/>
                <a:ext cx="396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>
                    <a:solidFill>
                      <a:schemeClr val="tx1"/>
                    </a:solidFill>
                  </a:rPr>
                  <a:t>전체</a:t>
                </a:r>
              </a:p>
            </p:txBody>
          </p:sp>
        </p:grp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28027316-3B64-3569-0FDA-9A92703C94D5}"/>
                </a:ext>
              </a:extLst>
            </p:cNvPr>
            <p:cNvGrpSpPr/>
            <p:nvPr/>
          </p:nvGrpSpPr>
          <p:grpSpPr>
            <a:xfrm>
              <a:off x="4783823" y="4875694"/>
              <a:ext cx="494216" cy="180000"/>
              <a:chOff x="395415" y="3933668"/>
              <a:chExt cx="494216" cy="180000"/>
            </a:xfrm>
          </p:grpSpPr>
          <p:sp>
            <p:nvSpPr>
              <p:cNvPr id="28" name="직사각형 27">
                <a:extLst>
                  <a:ext uri="{FF2B5EF4-FFF2-40B4-BE49-F238E27FC236}">
                    <a16:creationId xmlns:a16="http://schemas.microsoft.com/office/drawing/2014/main" id="{E1E1FB16-E655-45A4-BB4F-CD0088FC3809}"/>
                  </a:ext>
                </a:extLst>
              </p:cNvPr>
              <p:cNvSpPr/>
              <p:nvPr/>
            </p:nvSpPr>
            <p:spPr>
              <a:xfrm>
                <a:off x="395415" y="3966003"/>
                <a:ext cx="115330" cy="11533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7" name="직사각형 36">
                <a:extLst>
                  <a:ext uri="{FF2B5EF4-FFF2-40B4-BE49-F238E27FC236}">
                    <a16:creationId xmlns:a16="http://schemas.microsoft.com/office/drawing/2014/main" id="{D080F9AA-B1D5-1ADD-4BEA-09A84C33594D}"/>
                  </a:ext>
                </a:extLst>
              </p:cNvPr>
              <p:cNvSpPr/>
              <p:nvPr/>
            </p:nvSpPr>
            <p:spPr>
              <a:xfrm>
                <a:off x="493631" y="3933668"/>
                <a:ext cx="396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>
                    <a:solidFill>
                      <a:schemeClr val="tx1"/>
                    </a:solidFill>
                  </a:rPr>
                  <a:t>경유</a:t>
                </a:r>
              </a:p>
            </p:txBody>
          </p:sp>
        </p:grp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26A7CB97-FFE1-7AFA-98D7-A53719610D7F}"/>
                </a:ext>
              </a:extLst>
            </p:cNvPr>
            <p:cNvGrpSpPr/>
            <p:nvPr/>
          </p:nvGrpSpPr>
          <p:grpSpPr>
            <a:xfrm>
              <a:off x="4198067" y="4875694"/>
              <a:ext cx="494216" cy="180000"/>
              <a:chOff x="981171" y="3933668"/>
              <a:chExt cx="494216" cy="180000"/>
            </a:xfrm>
          </p:grpSpPr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BBECD85C-8719-BEE3-55B5-8C6662D3C158}"/>
                  </a:ext>
                </a:extLst>
              </p:cNvPr>
              <p:cNvSpPr/>
              <p:nvPr/>
            </p:nvSpPr>
            <p:spPr>
              <a:xfrm>
                <a:off x="1079387" y="3933668"/>
                <a:ext cx="396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>
                    <a:solidFill>
                      <a:schemeClr val="tx1"/>
                    </a:solidFill>
                  </a:rPr>
                  <a:t>직항</a:t>
                </a:r>
              </a:p>
            </p:txBody>
          </p:sp>
          <p:grpSp>
            <p:nvGrpSpPr>
              <p:cNvPr id="12" name="그룹 11">
                <a:extLst>
                  <a:ext uri="{FF2B5EF4-FFF2-40B4-BE49-F238E27FC236}">
                    <a16:creationId xmlns:a16="http://schemas.microsoft.com/office/drawing/2014/main" id="{5C0AEDF1-FE18-6FC2-F134-10290078D757}"/>
                  </a:ext>
                </a:extLst>
              </p:cNvPr>
              <p:cNvGrpSpPr/>
              <p:nvPr/>
            </p:nvGrpSpPr>
            <p:grpSpPr>
              <a:xfrm>
                <a:off x="981171" y="3966003"/>
                <a:ext cx="115330" cy="115330"/>
                <a:chOff x="981171" y="3966003"/>
                <a:chExt cx="115330" cy="115330"/>
              </a:xfrm>
            </p:grpSpPr>
            <p:sp>
              <p:nvSpPr>
                <p:cNvPr id="13" name="직사각형 12">
                  <a:extLst>
                    <a:ext uri="{FF2B5EF4-FFF2-40B4-BE49-F238E27FC236}">
                      <a16:creationId xmlns:a16="http://schemas.microsoft.com/office/drawing/2014/main" id="{8C250B48-3939-91B7-3166-0A1949D3F933}"/>
                    </a:ext>
                  </a:extLst>
                </p:cNvPr>
                <p:cNvSpPr/>
                <p:nvPr/>
              </p:nvSpPr>
              <p:spPr>
                <a:xfrm>
                  <a:off x="981171" y="3966003"/>
                  <a:ext cx="115330" cy="115330"/>
                </a:xfrm>
                <a:prstGeom prst="rect">
                  <a:avLst/>
                </a:prstGeom>
                <a:solidFill>
                  <a:schemeClr val="bg2">
                    <a:lumMod val="50000"/>
                  </a:schemeClr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accent6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grpSp>
              <p:nvGrpSpPr>
                <p:cNvPr id="24" name="그룹 23">
                  <a:extLst>
                    <a:ext uri="{FF2B5EF4-FFF2-40B4-BE49-F238E27FC236}">
                      <a16:creationId xmlns:a16="http://schemas.microsoft.com/office/drawing/2014/main" id="{8F43D655-7AA1-010A-D930-3A67FFF1EC85}"/>
                    </a:ext>
                  </a:extLst>
                </p:cNvPr>
                <p:cNvGrpSpPr/>
                <p:nvPr/>
              </p:nvGrpSpPr>
              <p:grpSpPr>
                <a:xfrm>
                  <a:off x="1002836" y="4005668"/>
                  <a:ext cx="72000" cy="36000"/>
                  <a:chOff x="3413760" y="4836443"/>
                  <a:chExt cx="345002" cy="117028"/>
                </a:xfrm>
              </p:grpSpPr>
              <p:cxnSp>
                <p:nvCxnSpPr>
                  <p:cNvPr id="25" name="직선 연결선 24">
                    <a:extLst>
                      <a:ext uri="{FF2B5EF4-FFF2-40B4-BE49-F238E27FC236}">
                        <a16:creationId xmlns:a16="http://schemas.microsoft.com/office/drawing/2014/main" id="{11749378-2821-8938-01CF-E6041E16CBCB}"/>
                      </a:ext>
                    </a:extLst>
                  </p:cNvPr>
                  <p:cNvCxnSpPr/>
                  <p:nvPr/>
                </p:nvCxnSpPr>
                <p:spPr>
                  <a:xfrm>
                    <a:off x="3413760" y="4836443"/>
                    <a:ext cx="117028" cy="117028"/>
                  </a:xfrm>
                  <a:prstGeom prst="line">
                    <a:avLst/>
                  </a:prstGeom>
                  <a:ln w="63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" name="직선 연결선 25">
                    <a:extLst>
                      <a:ext uri="{FF2B5EF4-FFF2-40B4-BE49-F238E27FC236}">
                        <a16:creationId xmlns:a16="http://schemas.microsoft.com/office/drawing/2014/main" id="{946A99BD-E98F-4231-2873-86755A8556BD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3513912" y="4837015"/>
                    <a:ext cx="244850" cy="116456"/>
                  </a:xfrm>
                  <a:prstGeom prst="line">
                    <a:avLst/>
                  </a:prstGeom>
                  <a:ln w="63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BF1683AC-11D2-0E9F-81F8-3ACB4FD063A6}"/>
              </a:ext>
            </a:extLst>
          </p:cNvPr>
          <p:cNvGrpSpPr/>
          <p:nvPr/>
        </p:nvGrpSpPr>
        <p:grpSpPr>
          <a:xfrm>
            <a:off x="200652" y="1093580"/>
            <a:ext cx="1764511" cy="726376"/>
            <a:chOff x="297200" y="4049295"/>
            <a:chExt cx="1764511" cy="726376"/>
          </a:xfrm>
        </p:grpSpPr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8226D92D-6498-F691-DB9E-BFA29F8D80F3}"/>
                </a:ext>
              </a:extLst>
            </p:cNvPr>
            <p:cNvSpPr/>
            <p:nvPr/>
          </p:nvSpPr>
          <p:spPr>
            <a:xfrm>
              <a:off x="297200" y="4049295"/>
              <a:ext cx="944880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b="1" dirty="0">
                  <a:solidFill>
                    <a:schemeClr val="tx1"/>
                  </a:solidFill>
                </a:rPr>
                <a:t>항공사 동맹</a:t>
              </a:r>
            </a:p>
          </p:txBody>
        </p:sp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D8892E85-20BF-749C-F4DC-3D69C8FDD4EC}"/>
                </a:ext>
              </a:extLst>
            </p:cNvPr>
            <p:cNvGrpSpPr/>
            <p:nvPr/>
          </p:nvGrpSpPr>
          <p:grpSpPr>
            <a:xfrm>
              <a:off x="395415" y="4223034"/>
              <a:ext cx="494216" cy="180000"/>
              <a:chOff x="395415" y="3933668"/>
              <a:chExt cx="494216" cy="180000"/>
            </a:xfrm>
          </p:grpSpPr>
          <p:sp>
            <p:nvSpPr>
              <p:cNvPr id="67" name="직사각형 66">
                <a:extLst>
                  <a:ext uri="{FF2B5EF4-FFF2-40B4-BE49-F238E27FC236}">
                    <a16:creationId xmlns:a16="http://schemas.microsoft.com/office/drawing/2014/main" id="{55FD30B5-372A-A565-2F22-36F7309CF1EE}"/>
                  </a:ext>
                </a:extLst>
              </p:cNvPr>
              <p:cNvSpPr/>
              <p:nvPr/>
            </p:nvSpPr>
            <p:spPr>
              <a:xfrm>
                <a:off x="395415" y="3966003"/>
                <a:ext cx="115330" cy="11533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8" name="직사각형 67">
                <a:extLst>
                  <a:ext uri="{FF2B5EF4-FFF2-40B4-BE49-F238E27FC236}">
                    <a16:creationId xmlns:a16="http://schemas.microsoft.com/office/drawing/2014/main" id="{1B8654E0-2924-6528-D1A1-9D21D7849B2E}"/>
                  </a:ext>
                </a:extLst>
              </p:cNvPr>
              <p:cNvSpPr/>
              <p:nvPr/>
            </p:nvSpPr>
            <p:spPr>
              <a:xfrm>
                <a:off x="493631" y="3933668"/>
                <a:ext cx="396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>
                    <a:solidFill>
                      <a:schemeClr val="tx1"/>
                    </a:solidFill>
                  </a:rPr>
                  <a:t>전체</a:t>
                </a:r>
              </a:p>
            </p:txBody>
          </p:sp>
        </p:grpSp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818264F0-9BB8-D2F0-44AE-C1A8444E2F13}"/>
                </a:ext>
              </a:extLst>
            </p:cNvPr>
            <p:cNvGrpSpPr/>
            <p:nvPr/>
          </p:nvGrpSpPr>
          <p:grpSpPr>
            <a:xfrm>
              <a:off x="395415" y="4411980"/>
              <a:ext cx="710216" cy="180000"/>
              <a:chOff x="395415" y="3933668"/>
              <a:chExt cx="710216" cy="180000"/>
            </a:xfrm>
          </p:grpSpPr>
          <p:sp>
            <p:nvSpPr>
              <p:cNvPr id="59" name="직사각형 58">
                <a:extLst>
                  <a:ext uri="{FF2B5EF4-FFF2-40B4-BE49-F238E27FC236}">
                    <a16:creationId xmlns:a16="http://schemas.microsoft.com/office/drawing/2014/main" id="{50016375-5F15-8378-F12F-F1051D57668B}"/>
                  </a:ext>
                </a:extLst>
              </p:cNvPr>
              <p:cNvSpPr/>
              <p:nvPr/>
            </p:nvSpPr>
            <p:spPr>
              <a:xfrm>
                <a:off x="395415" y="3966003"/>
                <a:ext cx="115330" cy="11533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1" name="직사각형 60">
                <a:extLst>
                  <a:ext uri="{FF2B5EF4-FFF2-40B4-BE49-F238E27FC236}">
                    <a16:creationId xmlns:a16="http://schemas.microsoft.com/office/drawing/2014/main" id="{851B2E82-EE54-A54F-2A10-28F51938560B}"/>
                  </a:ext>
                </a:extLst>
              </p:cNvPr>
              <p:cNvSpPr/>
              <p:nvPr/>
            </p:nvSpPr>
            <p:spPr>
              <a:xfrm>
                <a:off x="493631" y="3933668"/>
                <a:ext cx="612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 err="1">
                    <a:solidFill>
                      <a:schemeClr val="tx1"/>
                    </a:solidFill>
                  </a:rPr>
                  <a:t>원월드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5" name="그룹 44">
              <a:extLst>
                <a:ext uri="{FF2B5EF4-FFF2-40B4-BE49-F238E27FC236}">
                  <a16:creationId xmlns:a16="http://schemas.microsoft.com/office/drawing/2014/main" id="{1BB8C654-BCB0-8AE0-B8F0-A5D3DD9B0863}"/>
                </a:ext>
              </a:extLst>
            </p:cNvPr>
            <p:cNvGrpSpPr/>
            <p:nvPr/>
          </p:nvGrpSpPr>
          <p:grpSpPr>
            <a:xfrm>
              <a:off x="1046285" y="4236639"/>
              <a:ext cx="1015426" cy="180000"/>
              <a:chOff x="395415" y="3933667"/>
              <a:chExt cx="1015426" cy="180000"/>
            </a:xfrm>
          </p:grpSpPr>
          <p:sp>
            <p:nvSpPr>
              <p:cNvPr id="57" name="직사각형 56">
                <a:extLst>
                  <a:ext uri="{FF2B5EF4-FFF2-40B4-BE49-F238E27FC236}">
                    <a16:creationId xmlns:a16="http://schemas.microsoft.com/office/drawing/2014/main" id="{C5D3C646-9587-EC4E-33D3-9D3CD7215EEB}"/>
                  </a:ext>
                </a:extLst>
              </p:cNvPr>
              <p:cNvSpPr/>
              <p:nvPr/>
            </p:nvSpPr>
            <p:spPr>
              <a:xfrm>
                <a:off x="395415" y="3966002"/>
                <a:ext cx="115330" cy="11533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8" name="직사각형 57">
                <a:extLst>
                  <a:ext uri="{FF2B5EF4-FFF2-40B4-BE49-F238E27FC236}">
                    <a16:creationId xmlns:a16="http://schemas.microsoft.com/office/drawing/2014/main" id="{D15864EC-24A7-1CC1-A5AB-07C9664BE815}"/>
                  </a:ext>
                </a:extLst>
              </p:cNvPr>
              <p:cNvSpPr/>
              <p:nvPr/>
            </p:nvSpPr>
            <p:spPr>
              <a:xfrm>
                <a:off x="493630" y="3933667"/>
                <a:ext cx="917211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 err="1">
                    <a:solidFill>
                      <a:schemeClr val="tx1"/>
                    </a:solidFill>
                  </a:rPr>
                  <a:t>스타얼라이언스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6" name="그룹 45">
              <a:extLst>
                <a:ext uri="{FF2B5EF4-FFF2-40B4-BE49-F238E27FC236}">
                  <a16:creationId xmlns:a16="http://schemas.microsoft.com/office/drawing/2014/main" id="{92815735-600C-0055-5F0A-2FC6D7DEF751}"/>
                </a:ext>
              </a:extLst>
            </p:cNvPr>
            <p:cNvGrpSpPr/>
            <p:nvPr/>
          </p:nvGrpSpPr>
          <p:grpSpPr>
            <a:xfrm>
              <a:off x="1046285" y="4403079"/>
              <a:ext cx="710216" cy="180000"/>
              <a:chOff x="395415" y="3933668"/>
              <a:chExt cx="710216" cy="180000"/>
            </a:xfrm>
          </p:grpSpPr>
          <p:sp>
            <p:nvSpPr>
              <p:cNvPr id="55" name="직사각형 54">
                <a:extLst>
                  <a:ext uri="{FF2B5EF4-FFF2-40B4-BE49-F238E27FC236}">
                    <a16:creationId xmlns:a16="http://schemas.microsoft.com/office/drawing/2014/main" id="{D40663EF-5334-17F2-7C8A-D768C18A8103}"/>
                  </a:ext>
                </a:extLst>
              </p:cNvPr>
              <p:cNvSpPr/>
              <p:nvPr/>
            </p:nvSpPr>
            <p:spPr>
              <a:xfrm>
                <a:off x="395415" y="3966003"/>
                <a:ext cx="115330" cy="11533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6" name="직사각형 55">
                <a:extLst>
                  <a:ext uri="{FF2B5EF4-FFF2-40B4-BE49-F238E27FC236}">
                    <a16:creationId xmlns:a16="http://schemas.microsoft.com/office/drawing/2014/main" id="{D366BA52-BDEB-4962-0A52-B0C6500F1092}"/>
                  </a:ext>
                </a:extLst>
              </p:cNvPr>
              <p:cNvSpPr/>
              <p:nvPr/>
            </p:nvSpPr>
            <p:spPr>
              <a:xfrm>
                <a:off x="493631" y="3933668"/>
                <a:ext cx="612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 err="1">
                    <a:solidFill>
                      <a:schemeClr val="tx1"/>
                    </a:solidFill>
                  </a:rPr>
                  <a:t>스카이팀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7" name="그룹 46">
              <a:extLst>
                <a:ext uri="{FF2B5EF4-FFF2-40B4-BE49-F238E27FC236}">
                  <a16:creationId xmlns:a16="http://schemas.microsoft.com/office/drawing/2014/main" id="{6BBCFB3E-B64F-7F6B-7091-276B3928DF64}"/>
                </a:ext>
              </a:extLst>
            </p:cNvPr>
            <p:cNvGrpSpPr/>
            <p:nvPr/>
          </p:nvGrpSpPr>
          <p:grpSpPr>
            <a:xfrm>
              <a:off x="395415" y="4595671"/>
              <a:ext cx="710216" cy="180000"/>
              <a:chOff x="395415" y="3933668"/>
              <a:chExt cx="710216" cy="180000"/>
            </a:xfrm>
          </p:grpSpPr>
          <p:sp>
            <p:nvSpPr>
              <p:cNvPr id="53" name="직사각형 52">
                <a:extLst>
                  <a:ext uri="{FF2B5EF4-FFF2-40B4-BE49-F238E27FC236}">
                    <a16:creationId xmlns:a16="http://schemas.microsoft.com/office/drawing/2014/main" id="{8AB1E96E-B92A-5021-62C3-CA4CAA533C95}"/>
                  </a:ext>
                </a:extLst>
              </p:cNvPr>
              <p:cNvSpPr/>
              <p:nvPr/>
            </p:nvSpPr>
            <p:spPr>
              <a:xfrm>
                <a:off x="395415" y="3966003"/>
                <a:ext cx="115330" cy="11533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4" name="직사각형 53">
                <a:extLst>
                  <a:ext uri="{FF2B5EF4-FFF2-40B4-BE49-F238E27FC236}">
                    <a16:creationId xmlns:a16="http://schemas.microsoft.com/office/drawing/2014/main" id="{E50A443A-8CD1-843E-BEEA-E433AC445104}"/>
                  </a:ext>
                </a:extLst>
              </p:cNvPr>
              <p:cNvSpPr/>
              <p:nvPr/>
            </p:nvSpPr>
            <p:spPr>
              <a:xfrm>
                <a:off x="493631" y="3933668"/>
                <a:ext cx="612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>
                    <a:solidFill>
                      <a:schemeClr val="tx1"/>
                    </a:solidFill>
                  </a:rPr>
                  <a:t>기타</a:t>
                </a:r>
              </a:p>
            </p:txBody>
          </p:sp>
        </p:grpSp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9B80DB50-6C27-DD4C-CF2F-1CF0189DE10F}"/>
                </a:ext>
              </a:extLst>
            </p:cNvPr>
            <p:cNvGrpSpPr/>
            <p:nvPr/>
          </p:nvGrpSpPr>
          <p:grpSpPr>
            <a:xfrm>
              <a:off x="1049366" y="4437647"/>
              <a:ext cx="115330" cy="115330"/>
              <a:chOff x="981171" y="3966003"/>
              <a:chExt cx="115330" cy="115330"/>
            </a:xfrm>
          </p:grpSpPr>
          <p:sp>
            <p:nvSpPr>
              <p:cNvPr id="49" name="직사각형 48">
                <a:extLst>
                  <a:ext uri="{FF2B5EF4-FFF2-40B4-BE49-F238E27FC236}">
                    <a16:creationId xmlns:a16="http://schemas.microsoft.com/office/drawing/2014/main" id="{7A393C72-C658-EC8B-C0D6-03B8A6E4D14D}"/>
                  </a:ext>
                </a:extLst>
              </p:cNvPr>
              <p:cNvSpPr/>
              <p:nvPr/>
            </p:nvSpPr>
            <p:spPr>
              <a:xfrm>
                <a:off x="981171" y="3966003"/>
                <a:ext cx="115330" cy="115330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50" name="그룹 49">
                <a:extLst>
                  <a:ext uri="{FF2B5EF4-FFF2-40B4-BE49-F238E27FC236}">
                    <a16:creationId xmlns:a16="http://schemas.microsoft.com/office/drawing/2014/main" id="{AD5F00A3-2E1B-2A80-9814-26501A13D93F}"/>
                  </a:ext>
                </a:extLst>
              </p:cNvPr>
              <p:cNvGrpSpPr/>
              <p:nvPr/>
            </p:nvGrpSpPr>
            <p:grpSpPr>
              <a:xfrm>
                <a:off x="1002836" y="4005668"/>
                <a:ext cx="72000" cy="36000"/>
                <a:chOff x="3413760" y="4836443"/>
                <a:chExt cx="345002" cy="117028"/>
              </a:xfrm>
            </p:grpSpPr>
            <p:cxnSp>
              <p:nvCxnSpPr>
                <p:cNvPr id="51" name="직선 연결선 50">
                  <a:extLst>
                    <a:ext uri="{FF2B5EF4-FFF2-40B4-BE49-F238E27FC236}">
                      <a16:creationId xmlns:a16="http://schemas.microsoft.com/office/drawing/2014/main" id="{ECF6C343-8DCD-4FB7-60C9-D154B426B2DD}"/>
                    </a:ext>
                  </a:extLst>
                </p:cNvPr>
                <p:cNvCxnSpPr/>
                <p:nvPr/>
              </p:nvCxnSpPr>
              <p:spPr>
                <a:xfrm>
                  <a:off x="3413760" y="4836443"/>
                  <a:ext cx="117028" cy="117028"/>
                </a:xfrm>
                <a:prstGeom prst="line">
                  <a:avLst/>
                </a:prstGeom>
                <a:ln w="6350"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직선 연결선 51">
                  <a:extLst>
                    <a:ext uri="{FF2B5EF4-FFF2-40B4-BE49-F238E27FC236}">
                      <a16:creationId xmlns:a16="http://schemas.microsoft.com/office/drawing/2014/main" id="{53848A54-9643-7E4C-C045-037EE1E03325}"/>
                    </a:ext>
                  </a:extLst>
                </p:cNvPr>
                <p:cNvCxnSpPr/>
                <p:nvPr/>
              </p:nvCxnSpPr>
              <p:spPr>
                <a:xfrm flipV="1">
                  <a:off x="3513912" y="4837015"/>
                  <a:ext cx="244850" cy="116456"/>
                </a:xfrm>
                <a:prstGeom prst="line">
                  <a:avLst/>
                </a:prstGeom>
                <a:ln w="6350"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24F7CE42-48EC-9324-AA01-F262C9332735}"/>
              </a:ext>
            </a:extLst>
          </p:cNvPr>
          <p:cNvGrpSpPr/>
          <p:nvPr/>
        </p:nvGrpSpPr>
        <p:grpSpPr>
          <a:xfrm>
            <a:off x="200652" y="3392061"/>
            <a:ext cx="1810621" cy="440899"/>
            <a:chOff x="325147" y="4975411"/>
            <a:chExt cx="1810621" cy="440899"/>
          </a:xfrm>
        </p:grpSpPr>
        <p:cxnSp>
          <p:nvCxnSpPr>
            <p:cNvPr id="70" name="직선 연결선 69">
              <a:extLst>
                <a:ext uri="{FF2B5EF4-FFF2-40B4-BE49-F238E27FC236}">
                  <a16:creationId xmlns:a16="http://schemas.microsoft.com/office/drawing/2014/main" id="{8A598C7D-E958-6AF3-D422-CEFD2BF81EFE}"/>
                </a:ext>
              </a:extLst>
            </p:cNvPr>
            <p:cNvCxnSpPr>
              <a:cxnSpLocks/>
            </p:cNvCxnSpPr>
            <p:nvPr/>
          </p:nvCxnSpPr>
          <p:spPr>
            <a:xfrm>
              <a:off x="389200" y="5416310"/>
              <a:ext cx="1565819" cy="0"/>
            </a:xfrm>
            <a:prstGeom prst="line">
              <a:avLst/>
            </a:prstGeom>
            <a:ln w="6350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070C9414-C092-1167-D811-97E2C0B35B1A}"/>
                </a:ext>
              </a:extLst>
            </p:cNvPr>
            <p:cNvSpPr/>
            <p:nvPr/>
          </p:nvSpPr>
          <p:spPr>
            <a:xfrm>
              <a:off x="325147" y="4975411"/>
              <a:ext cx="944880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b="1" dirty="0">
                  <a:solidFill>
                    <a:schemeClr val="tx1"/>
                  </a:solidFill>
                </a:rPr>
                <a:t>규정 준수여부</a:t>
              </a:r>
            </a:p>
          </p:txBody>
        </p:sp>
        <p:grpSp>
          <p:nvGrpSpPr>
            <p:cNvPr id="77" name="그룹 76">
              <a:extLst>
                <a:ext uri="{FF2B5EF4-FFF2-40B4-BE49-F238E27FC236}">
                  <a16:creationId xmlns:a16="http://schemas.microsoft.com/office/drawing/2014/main" id="{D3D00762-BE29-669B-6BEC-B34B6E629C1F}"/>
                </a:ext>
              </a:extLst>
            </p:cNvPr>
            <p:cNvGrpSpPr/>
            <p:nvPr/>
          </p:nvGrpSpPr>
          <p:grpSpPr>
            <a:xfrm>
              <a:off x="417480" y="5167829"/>
              <a:ext cx="494216" cy="180000"/>
              <a:chOff x="395415" y="3933668"/>
              <a:chExt cx="494216" cy="180000"/>
            </a:xfrm>
          </p:grpSpPr>
          <p:sp>
            <p:nvSpPr>
              <p:cNvPr id="236" name="직사각형 235">
                <a:extLst>
                  <a:ext uri="{FF2B5EF4-FFF2-40B4-BE49-F238E27FC236}">
                    <a16:creationId xmlns:a16="http://schemas.microsoft.com/office/drawing/2014/main" id="{2B74D7E7-7634-1211-1B57-88DDB7CE962E}"/>
                  </a:ext>
                </a:extLst>
              </p:cNvPr>
              <p:cNvSpPr/>
              <p:nvPr/>
            </p:nvSpPr>
            <p:spPr>
              <a:xfrm>
                <a:off x="395415" y="3966003"/>
                <a:ext cx="115330" cy="11533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" name="직사각형 236">
                <a:extLst>
                  <a:ext uri="{FF2B5EF4-FFF2-40B4-BE49-F238E27FC236}">
                    <a16:creationId xmlns:a16="http://schemas.microsoft.com/office/drawing/2014/main" id="{DA29DB6B-44D1-E017-D90C-29B7CDBC4BCC}"/>
                  </a:ext>
                </a:extLst>
              </p:cNvPr>
              <p:cNvSpPr/>
              <p:nvPr/>
            </p:nvSpPr>
            <p:spPr>
              <a:xfrm>
                <a:off x="493631" y="3933668"/>
                <a:ext cx="396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>
                    <a:solidFill>
                      <a:schemeClr val="tx1"/>
                    </a:solidFill>
                  </a:rPr>
                  <a:t>전체</a:t>
                </a:r>
              </a:p>
            </p:txBody>
          </p:sp>
        </p:grpSp>
        <p:grpSp>
          <p:nvGrpSpPr>
            <p:cNvPr id="78" name="그룹 77">
              <a:extLst>
                <a:ext uri="{FF2B5EF4-FFF2-40B4-BE49-F238E27FC236}">
                  <a16:creationId xmlns:a16="http://schemas.microsoft.com/office/drawing/2014/main" id="{CC4B60E9-2D3C-FBAC-A188-D595BD31BA94}"/>
                </a:ext>
              </a:extLst>
            </p:cNvPr>
            <p:cNvGrpSpPr/>
            <p:nvPr/>
          </p:nvGrpSpPr>
          <p:grpSpPr>
            <a:xfrm>
              <a:off x="957516" y="5167829"/>
              <a:ext cx="494216" cy="180000"/>
              <a:chOff x="395415" y="3933668"/>
              <a:chExt cx="494216" cy="180000"/>
            </a:xfrm>
          </p:grpSpPr>
          <p:sp>
            <p:nvSpPr>
              <p:cNvPr id="234" name="직사각형 233">
                <a:extLst>
                  <a:ext uri="{FF2B5EF4-FFF2-40B4-BE49-F238E27FC236}">
                    <a16:creationId xmlns:a16="http://schemas.microsoft.com/office/drawing/2014/main" id="{69FF4660-D4A3-F38D-2119-FE7077CC5420}"/>
                  </a:ext>
                </a:extLst>
              </p:cNvPr>
              <p:cNvSpPr/>
              <p:nvPr/>
            </p:nvSpPr>
            <p:spPr>
              <a:xfrm>
                <a:off x="395415" y="3966003"/>
                <a:ext cx="115330" cy="11533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5" name="직사각형 234">
                <a:extLst>
                  <a:ext uri="{FF2B5EF4-FFF2-40B4-BE49-F238E27FC236}">
                    <a16:creationId xmlns:a16="http://schemas.microsoft.com/office/drawing/2014/main" id="{18347D27-5FAE-C2B3-5957-310A62721F6D}"/>
                  </a:ext>
                </a:extLst>
              </p:cNvPr>
              <p:cNvSpPr/>
              <p:nvPr/>
            </p:nvSpPr>
            <p:spPr>
              <a:xfrm>
                <a:off x="493631" y="3933668"/>
                <a:ext cx="396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>
                    <a:solidFill>
                      <a:schemeClr val="tx1"/>
                    </a:solidFill>
                  </a:rPr>
                  <a:t>준수</a:t>
                </a:r>
              </a:p>
            </p:txBody>
          </p:sp>
        </p:grpSp>
        <p:grpSp>
          <p:nvGrpSpPr>
            <p:cNvPr id="80" name="그룹 79">
              <a:extLst>
                <a:ext uri="{FF2B5EF4-FFF2-40B4-BE49-F238E27FC236}">
                  <a16:creationId xmlns:a16="http://schemas.microsoft.com/office/drawing/2014/main" id="{210B5261-E7D3-24F6-A6F3-D0FB7C95ABD1}"/>
                </a:ext>
              </a:extLst>
            </p:cNvPr>
            <p:cNvGrpSpPr/>
            <p:nvPr/>
          </p:nvGrpSpPr>
          <p:grpSpPr>
            <a:xfrm>
              <a:off x="1497552" y="5167829"/>
              <a:ext cx="638216" cy="180000"/>
              <a:chOff x="395415" y="3933668"/>
              <a:chExt cx="638216" cy="180000"/>
            </a:xfrm>
          </p:grpSpPr>
          <p:sp>
            <p:nvSpPr>
              <p:cNvPr id="232" name="직사각형 231">
                <a:extLst>
                  <a:ext uri="{FF2B5EF4-FFF2-40B4-BE49-F238E27FC236}">
                    <a16:creationId xmlns:a16="http://schemas.microsoft.com/office/drawing/2014/main" id="{FDA3E952-E06F-4EF0-5707-0499FEE7A08F}"/>
                  </a:ext>
                </a:extLst>
              </p:cNvPr>
              <p:cNvSpPr/>
              <p:nvPr/>
            </p:nvSpPr>
            <p:spPr>
              <a:xfrm>
                <a:off x="395415" y="3966003"/>
                <a:ext cx="115330" cy="11533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3" name="직사각형 232">
                <a:extLst>
                  <a:ext uri="{FF2B5EF4-FFF2-40B4-BE49-F238E27FC236}">
                    <a16:creationId xmlns:a16="http://schemas.microsoft.com/office/drawing/2014/main" id="{56953C1E-173A-CB1E-E908-907ECD3ABDEE}"/>
                  </a:ext>
                </a:extLst>
              </p:cNvPr>
              <p:cNvSpPr/>
              <p:nvPr/>
            </p:nvSpPr>
            <p:spPr>
              <a:xfrm>
                <a:off x="493631" y="3933668"/>
                <a:ext cx="540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 err="1">
                    <a:solidFill>
                      <a:schemeClr val="tx1"/>
                    </a:solidFill>
                  </a:rPr>
                  <a:t>미준수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81" name="그룹 80">
              <a:extLst>
                <a:ext uri="{FF2B5EF4-FFF2-40B4-BE49-F238E27FC236}">
                  <a16:creationId xmlns:a16="http://schemas.microsoft.com/office/drawing/2014/main" id="{E3FBC074-CEDE-2E9D-3265-55230D4D05A7}"/>
                </a:ext>
              </a:extLst>
            </p:cNvPr>
            <p:cNvGrpSpPr/>
            <p:nvPr/>
          </p:nvGrpSpPr>
          <p:grpSpPr>
            <a:xfrm>
              <a:off x="960485" y="5202348"/>
              <a:ext cx="115330" cy="115330"/>
              <a:chOff x="981171" y="3966003"/>
              <a:chExt cx="115330" cy="115330"/>
            </a:xfrm>
          </p:grpSpPr>
          <p:sp>
            <p:nvSpPr>
              <p:cNvPr id="83" name="직사각형 82">
                <a:extLst>
                  <a:ext uri="{FF2B5EF4-FFF2-40B4-BE49-F238E27FC236}">
                    <a16:creationId xmlns:a16="http://schemas.microsoft.com/office/drawing/2014/main" id="{E5FF2D69-1C75-F217-A1E1-843182D2F9A6}"/>
                  </a:ext>
                </a:extLst>
              </p:cNvPr>
              <p:cNvSpPr/>
              <p:nvPr/>
            </p:nvSpPr>
            <p:spPr>
              <a:xfrm>
                <a:off x="981171" y="3966003"/>
                <a:ext cx="115330" cy="115330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228" name="그룹 227">
                <a:extLst>
                  <a:ext uri="{FF2B5EF4-FFF2-40B4-BE49-F238E27FC236}">
                    <a16:creationId xmlns:a16="http://schemas.microsoft.com/office/drawing/2014/main" id="{914102DA-E3B1-69A4-5251-CD8A24B12AF7}"/>
                  </a:ext>
                </a:extLst>
              </p:cNvPr>
              <p:cNvGrpSpPr/>
              <p:nvPr/>
            </p:nvGrpSpPr>
            <p:grpSpPr>
              <a:xfrm>
                <a:off x="1002836" y="4005668"/>
                <a:ext cx="72000" cy="36000"/>
                <a:chOff x="3413760" y="4836443"/>
                <a:chExt cx="345002" cy="117028"/>
              </a:xfrm>
            </p:grpSpPr>
            <p:cxnSp>
              <p:nvCxnSpPr>
                <p:cNvPr id="230" name="직선 연결선 229">
                  <a:extLst>
                    <a:ext uri="{FF2B5EF4-FFF2-40B4-BE49-F238E27FC236}">
                      <a16:creationId xmlns:a16="http://schemas.microsoft.com/office/drawing/2014/main" id="{2A9FACDA-8600-8FF3-8472-4D950D313EB8}"/>
                    </a:ext>
                  </a:extLst>
                </p:cNvPr>
                <p:cNvCxnSpPr/>
                <p:nvPr/>
              </p:nvCxnSpPr>
              <p:spPr>
                <a:xfrm>
                  <a:off x="3413760" y="4836443"/>
                  <a:ext cx="117028" cy="117028"/>
                </a:xfrm>
                <a:prstGeom prst="line">
                  <a:avLst/>
                </a:prstGeom>
                <a:ln w="6350"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1" name="직선 연결선 230">
                  <a:extLst>
                    <a:ext uri="{FF2B5EF4-FFF2-40B4-BE49-F238E27FC236}">
                      <a16:creationId xmlns:a16="http://schemas.microsoft.com/office/drawing/2014/main" id="{D4E21881-42CF-3E9E-00E4-CC62787B40FE}"/>
                    </a:ext>
                  </a:extLst>
                </p:cNvPr>
                <p:cNvCxnSpPr/>
                <p:nvPr/>
              </p:nvCxnSpPr>
              <p:spPr>
                <a:xfrm flipV="1">
                  <a:off x="3513912" y="4837015"/>
                  <a:ext cx="244850" cy="116456"/>
                </a:xfrm>
                <a:prstGeom prst="line">
                  <a:avLst/>
                </a:prstGeom>
                <a:ln w="6350"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cxnSp>
        <p:nvCxnSpPr>
          <p:cNvPr id="238" name="직선 연결선 237">
            <a:extLst>
              <a:ext uri="{FF2B5EF4-FFF2-40B4-BE49-F238E27FC236}">
                <a16:creationId xmlns:a16="http://schemas.microsoft.com/office/drawing/2014/main" id="{836AA8F7-5BC5-07A6-BF6F-00A589D5CC45}"/>
              </a:ext>
            </a:extLst>
          </p:cNvPr>
          <p:cNvCxnSpPr>
            <a:cxnSpLocks/>
          </p:cNvCxnSpPr>
          <p:nvPr/>
        </p:nvCxnSpPr>
        <p:spPr>
          <a:xfrm>
            <a:off x="275774" y="2820694"/>
            <a:ext cx="1565819" cy="0"/>
          </a:xfrm>
          <a:prstGeom prst="line">
            <a:avLst/>
          </a:prstGeom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9" name="그룹 238">
            <a:extLst>
              <a:ext uri="{FF2B5EF4-FFF2-40B4-BE49-F238E27FC236}">
                <a16:creationId xmlns:a16="http://schemas.microsoft.com/office/drawing/2014/main" id="{ED2A9FE3-8530-B72E-AC87-778EE5DE371B}"/>
              </a:ext>
            </a:extLst>
          </p:cNvPr>
          <p:cNvGrpSpPr/>
          <p:nvPr/>
        </p:nvGrpSpPr>
        <p:grpSpPr>
          <a:xfrm>
            <a:off x="185378" y="2007476"/>
            <a:ext cx="1764511" cy="726376"/>
            <a:chOff x="297200" y="4049295"/>
            <a:chExt cx="1764511" cy="726376"/>
          </a:xfrm>
        </p:grpSpPr>
        <p:sp>
          <p:nvSpPr>
            <p:cNvPr id="240" name="직사각형 239">
              <a:extLst>
                <a:ext uri="{FF2B5EF4-FFF2-40B4-BE49-F238E27FC236}">
                  <a16:creationId xmlns:a16="http://schemas.microsoft.com/office/drawing/2014/main" id="{27253954-4D2B-936A-ACE4-2C42F9BA0FB4}"/>
                </a:ext>
              </a:extLst>
            </p:cNvPr>
            <p:cNvSpPr/>
            <p:nvPr/>
          </p:nvSpPr>
          <p:spPr>
            <a:xfrm>
              <a:off x="297200" y="4049295"/>
              <a:ext cx="944880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b="1" dirty="0">
                  <a:solidFill>
                    <a:schemeClr val="tx1"/>
                  </a:solidFill>
                </a:rPr>
                <a:t>항공사</a:t>
              </a:r>
            </a:p>
          </p:txBody>
        </p:sp>
        <p:grpSp>
          <p:nvGrpSpPr>
            <p:cNvPr id="241" name="그룹 240">
              <a:extLst>
                <a:ext uri="{FF2B5EF4-FFF2-40B4-BE49-F238E27FC236}">
                  <a16:creationId xmlns:a16="http://schemas.microsoft.com/office/drawing/2014/main" id="{FCB0FC08-A090-8091-03C7-29B68A364823}"/>
                </a:ext>
              </a:extLst>
            </p:cNvPr>
            <p:cNvGrpSpPr/>
            <p:nvPr/>
          </p:nvGrpSpPr>
          <p:grpSpPr>
            <a:xfrm>
              <a:off x="395415" y="4223034"/>
              <a:ext cx="725490" cy="178301"/>
              <a:chOff x="395415" y="3933668"/>
              <a:chExt cx="725490" cy="178301"/>
            </a:xfrm>
          </p:grpSpPr>
          <p:sp>
            <p:nvSpPr>
              <p:cNvPr id="296" name="직사각형 295">
                <a:extLst>
                  <a:ext uri="{FF2B5EF4-FFF2-40B4-BE49-F238E27FC236}">
                    <a16:creationId xmlns:a16="http://schemas.microsoft.com/office/drawing/2014/main" id="{DC74E6F6-00FD-0BD8-3B10-2AE9BA350339}"/>
                  </a:ext>
                </a:extLst>
              </p:cNvPr>
              <p:cNvSpPr/>
              <p:nvPr/>
            </p:nvSpPr>
            <p:spPr>
              <a:xfrm>
                <a:off x="395415" y="3966003"/>
                <a:ext cx="115330" cy="11533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7" name="직사각형 296">
                <a:extLst>
                  <a:ext uri="{FF2B5EF4-FFF2-40B4-BE49-F238E27FC236}">
                    <a16:creationId xmlns:a16="http://schemas.microsoft.com/office/drawing/2014/main" id="{F868B80B-BCCF-0D6D-2E90-8EFDCDF1EB7D}"/>
                  </a:ext>
                </a:extLst>
              </p:cNvPr>
              <p:cNvSpPr/>
              <p:nvPr/>
            </p:nvSpPr>
            <p:spPr>
              <a:xfrm>
                <a:off x="493631" y="3933668"/>
                <a:ext cx="627274" cy="17830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>
                    <a:solidFill>
                      <a:schemeClr val="tx1"/>
                    </a:solidFill>
                  </a:rPr>
                  <a:t>대한항공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42" name="그룹 241">
              <a:extLst>
                <a:ext uri="{FF2B5EF4-FFF2-40B4-BE49-F238E27FC236}">
                  <a16:creationId xmlns:a16="http://schemas.microsoft.com/office/drawing/2014/main" id="{B588A116-E6B3-3563-5908-8C142FD82B9D}"/>
                </a:ext>
              </a:extLst>
            </p:cNvPr>
            <p:cNvGrpSpPr/>
            <p:nvPr/>
          </p:nvGrpSpPr>
          <p:grpSpPr>
            <a:xfrm>
              <a:off x="395415" y="4411980"/>
              <a:ext cx="710216" cy="180000"/>
              <a:chOff x="395415" y="3933668"/>
              <a:chExt cx="710216" cy="180000"/>
            </a:xfrm>
          </p:grpSpPr>
          <p:sp>
            <p:nvSpPr>
              <p:cNvPr id="294" name="직사각형 293">
                <a:extLst>
                  <a:ext uri="{FF2B5EF4-FFF2-40B4-BE49-F238E27FC236}">
                    <a16:creationId xmlns:a16="http://schemas.microsoft.com/office/drawing/2014/main" id="{A81DCA66-4C1E-03AE-6396-0605625C7C78}"/>
                  </a:ext>
                </a:extLst>
              </p:cNvPr>
              <p:cNvSpPr/>
              <p:nvPr/>
            </p:nvSpPr>
            <p:spPr>
              <a:xfrm>
                <a:off x="395415" y="3966003"/>
                <a:ext cx="115330" cy="11533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5" name="직사각형 294">
                <a:extLst>
                  <a:ext uri="{FF2B5EF4-FFF2-40B4-BE49-F238E27FC236}">
                    <a16:creationId xmlns:a16="http://schemas.microsoft.com/office/drawing/2014/main" id="{D6662117-4EF5-F44D-4749-9B743D2D8BA2}"/>
                  </a:ext>
                </a:extLst>
              </p:cNvPr>
              <p:cNvSpPr/>
              <p:nvPr/>
            </p:nvSpPr>
            <p:spPr>
              <a:xfrm>
                <a:off x="493631" y="3933668"/>
                <a:ext cx="612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 err="1">
                    <a:solidFill>
                      <a:schemeClr val="tx1"/>
                    </a:solidFill>
                  </a:rPr>
                  <a:t>진에어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43" name="그룹 242">
              <a:extLst>
                <a:ext uri="{FF2B5EF4-FFF2-40B4-BE49-F238E27FC236}">
                  <a16:creationId xmlns:a16="http://schemas.microsoft.com/office/drawing/2014/main" id="{9198BA77-D346-B703-FFE6-F8965B228D39}"/>
                </a:ext>
              </a:extLst>
            </p:cNvPr>
            <p:cNvGrpSpPr/>
            <p:nvPr/>
          </p:nvGrpSpPr>
          <p:grpSpPr>
            <a:xfrm>
              <a:off x="1046285" y="4236639"/>
              <a:ext cx="1015426" cy="180000"/>
              <a:chOff x="395415" y="3933667"/>
              <a:chExt cx="1015426" cy="180000"/>
            </a:xfrm>
          </p:grpSpPr>
          <p:sp>
            <p:nvSpPr>
              <p:cNvPr id="292" name="직사각형 291">
                <a:extLst>
                  <a:ext uri="{FF2B5EF4-FFF2-40B4-BE49-F238E27FC236}">
                    <a16:creationId xmlns:a16="http://schemas.microsoft.com/office/drawing/2014/main" id="{1A33A15F-C302-FB82-805B-C0FAED848D36}"/>
                  </a:ext>
                </a:extLst>
              </p:cNvPr>
              <p:cNvSpPr/>
              <p:nvPr/>
            </p:nvSpPr>
            <p:spPr>
              <a:xfrm>
                <a:off x="395415" y="3966002"/>
                <a:ext cx="115330" cy="11533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3" name="직사각형 292">
                <a:extLst>
                  <a:ext uri="{FF2B5EF4-FFF2-40B4-BE49-F238E27FC236}">
                    <a16:creationId xmlns:a16="http://schemas.microsoft.com/office/drawing/2014/main" id="{78EA709C-8662-B337-2F5D-F621B6168AB5}"/>
                  </a:ext>
                </a:extLst>
              </p:cNvPr>
              <p:cNvSpPr/>
              <p:nvPr/>
            </p:nvSpPr>
            <p:spPr>
              <a:xfrm>
                <a:off x="493630" y="3933667"/>
                <a:ext cx="917211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>
                    <a:solidFill>
                      <a:schemeClr val="tx1"/>
                    </a:solidFill>
                  </a:rPr>
                  <a:t>아시아나</a:t>
                </a:r>
              </a:p>
            </p:txBody>
          </p:sp>
        </p:grpSp>
        <p:grpSp>
          <p:nvGrpSpPr>
            <p:cNvPr id="244" name="그룹 243">
              <a:extLst>
                <a:ext uri="{FF2B5EF4-FFF2-40B4-BE49-F238E27FC236}">
                  <a16:creationId xmlns:a16="http://schemas.microsoft.com/office/drawing/2014/main" id="{EB1A2A0B-1AF1-C0C0-F9EA-640B22DEEB80}"/>
                </a:ext>
              </a:extLst>
            </p:cNvPr>
            <p:cNvGrpSpPr/>
            <p:nvPr/>
          </p:nvGrpSpPr>
          <p:grpSpPr>
            <a:xfrm>
              <a:off x="1046285" y="4403079"/>
              <a:ext cx="710216" cy="180000"/>
              <a:chOff x="395415" y="3933668"/>
              <a:chExt cx="710216" cy="180000"/>
            </a:xfrm>
          </p:grpSpPr>
          <p:sp>
            <p:nvSpPr>
              <p:cNvPr id="290" name="직사각형 289">
                <a:extLst>
                  <a:ext uri="{FF2B5EF4-FFF2-40B4-BE49-F238E27FC236}">
                    <a16:creationId xmlns:a16="http://schemas.microsoft.com/office/drawing/2014/main" id="{199B29B2-2D79-E890-4989-9B4B62D9C077}"/>
                  </a:ext>
                </a:extLst>
              </p:cNvPr>
              <p:cNvSpPr/>
              <p:nvPr/>
            </p:nvSpPr>
            <p:spPr>
              <a:xfrm>
                <a:off x="395415" y="3966003"/>
                <a:ext cx="115330" cy="11533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1" name="직사각형 290">
                <a:extLst>
                  <a:ext uri="{FF2B5EF4-FFF2-40B4-BE49-F238E27FC236}">
                    <a16:creationId xmlns:a16="http://schemas.microsoft.com/office/drawing/2014/main" id="{EE7980AD-45AD-BA85-FC99-27593D303810}"/>
                  </a:ext>
                </a:extLst>
              </p:cNvPr>
              <p:cNvSpPr/>
              <p:nvPr/>
            </p:nvSpPr>
            <p:spPr>
              <a:xfrm>
                <a:off x="493631" y="3933668"/>
                <a:ext cx="612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 err="1">
                    <a:solidFill>
                      <a:schemeClr val="tx1"/>
                    </a:solidFill>
                  </a:rPr>
                  <a:t>부산에어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46" name="그룹 245">
              <a:extLst>
                <a:ext uri="{FF2B5EF4-FFF2-40B4-BE49-F238E27FC236}">
                  <a16:creationId xmlns:a16="http://schemas.microsoft.com/office/drawing/2014/main" id="{E470F6E2-7226-800E-53AE-FE8206E46979}"/>
                </a:ext>
              </a:extLst>
            </p:cNvPr>
            <p:cNvGrpSpPr/>
            <p:nvPr/>
          </p:nvGrpSpPr>
          <p:grpSpPr>
            <a:xfrm>
              <a:off x="395415" y="4595671"/>
              <a:ext cx="710216" cy="180000"/>
              <a:chOff x="395415" y="3933668"/>
              <a:chExt cx="710216" cy="180000"/>
            </a:xfrm>
          </p:grpSpPr>
          <p:sp>
            <p:nvSpPr>
              <p:cNvPr id="288" name="직사각형 287">
                <a:extLst>
                  <a:ext uri="{FF2B5EF4-FFF2-40B4-BE49-F238E27FC236}">
                    <a16:creationId xmlns:a16="http://schemas.microsoft.com/office/drawing/2014/main" id="{EB2098C7-46B2-8C43-B881-122E438E202B}"/>
                  </a:ext>
                </a:extLst>
              </p:cNvPr>
              <p:cNvSpPr/>
              <p:nvPr/>
            </p:nvSpPr>
            <p:spPr>
              <a:xfrm>
                <a:off x="395415" y="3966003"/>
                <a:ext cx="115330" cy="11533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9" name="직사각형 288">
                <a:extLst>
                  <a:ext uri="{FF2B5EF4-FFF2-40B4-BE49-F238E27FC236}">
                    <a16:creationId xmlns:a16="http://schemas.microsoft.com/office/drawing/2014/main" id="{AEA1E8BD-731F-B888-9294-733500DB5D6C}"/>
                  </a:ext>
                </a:extLst>
              </p:cNvPr>
              <p:cNvSpPr/>
              <p:nvPr/>
            </p:nvSpPr>
            <p:spPr>
              <a:xfrm>
                <a:off x="493631" y="3933668"/>
                <a:ext cx="612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>
                    <a:solidFill>
                      <a:schemeClr val="tx1"/>
                    </a:solidFill>
                  </a:rPr>
                  <a:t>독일한공</a:t>
                </a:r>
              </a:p>
            </p:txBody>
          </p:sp>
        </p:grpSp>
        <p:grpSp>
          <p:nvGrpSpPr>
            <p:cNvPr id="247" name="그룹 246">
              <a:extLst>
                <a:ext uri="{FF2B5EF4-FFF2-40B4-BE49-F238E27FC236}">
                  <a16:creationId xmlns:a16="http://schemas.microsoft.com/office/drawing/2014/main" id="{DD2B2A72-62F9-0AA7-28F6-8423A560BB6F}"/>
                </a:ext>
              </a:extLst>
            </p:cNvPr>
            <p:cNvGrpSpPr/>
            <p:nvPr/>
          </p:nvGrpSpPr>
          <p:grpSpPr>
            <a:xfrm>
              <a:off x="1049366" y="4437647"/>
              <a:ext cx="115330" cy="115330"/>
              <a:chOff x="981171" y="3966003"/>
              <a:chExt cx="115330" cy="115330"/>
            </a:xfrm>
          </p:grpSpPr>
          <p:sp>
            <p:nvSpPr>
              <p:cNvPr id="261" name="직사각형 260">
                <a:extLst>
                  <a:ext uri="{FF2B5EF4-FFF2-40B4-BE49-F238E27FC236}">
                    <a16:creationId xmlns:a16="http://schemas.microsoft.com/office/drawing/2014/main" id="{D54BCE8F-88BD-A656-F5D4-EA745B6EB080}"/>
                  </a:ext>
                </a:extLst>
              </p:cNvPr>
              <p:cNvSpPr/>
              <p:nvPr/>
            </p:nvSpPr>
            <p:spPr>
              <a:xfrm>
                <a:off x="981171" y="3966003"/>
                <a:ext cx="115330" cy="115330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264" name="그룹 263">
                <a:extLst>
                  <a:ext uri="{FF2B5EF4-FFF2-40B4-BE49-F238E27FC236}">
                    <a16:creationId xmlns:a16="http://schemas.microsoft.com/office/drawing/2014/main" id="{25A2AED4-1CFD-4F68-2F85-7231F323000A}"/>
                  </a:ext>
                </a:extLst>
              </p:cNvPr>
              <p:cNvGrpSpPr/>
              <p:nvPr/>
            </p:nvGrpSpPr>
            <p:grpSpPr>
              <a:xfrm>
                <a:off x="1002836" y="4005668"/>
                <a:ext cx="72000" cy="36000"/>
                <a:chOff x="3413760" y="4836443"/>
                <a:chExt cx="345002" cy="117028"/>
              </a:xfrm>
            </p:grpSpPr>
            <p:cxnSp>
              <p:nvCxnSpPr>
                <p:cNvPr id="268" name="직선 연결선 267">
                  <a:extLst>
                    <a:ext uri="{FF2B5EF4-FFF2-40B4-BE49-F238E27FC236}">
                      <a16:creationId xmlns:a16="http://schemas.microsoft.com/office/drawing/2014/main" id="{18C3663F-10AD-AE99-FBE8-08111682C879}"/>
                    </a:ext>
                  </a:extLst>
                </p:cNvPr>
                <p:cNvCxnSpPr/>
                <p:nvPr/>
              </p:nvCxnSpPr>
              <p:spPr>
                <a:xfrm>
                  <a:off x="3413760" y="4836443"/>
                  <a:ext cx="117028" cy="117028"/>
                </a:xfrm>
                <a:prstGeom prst="line">
                  <a:avLst/>
                </a:prstGeom>
                <a:ln w="6350"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7" name="직선 연결선 286">
                  <a:extLst>
                    <a:ext uri="{FF2B5EF4-FFF2-40B4-BE49-F238E27FC236}">
                      <a16:creationId xmlns:a16="http://schemas.microsoft.com/office/drawing/2014/main" id="{F5985C7F-E95A-80BE-57BA-E6DE8AAF5D36}"/>
                    </a:ext>
                  </a:extLst>
                </p:cNvPr>
                <p:cNvCxnSpPr/>
                <p:nvPr/>
              </p:nvCxnSpPr>
              <p:spPr>
                <a:xfrm flipV="1">
                  <a:off x="3513912" y="4837015"/>
                  <a:ext cx="244850" cy="116456"/>
                </a:xfrm>
                <a:prstGeom prst="line">
                  <a:avLst/>
                </a:prstGeom>
                <a:ln w="6350"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7CCC6A8-F55B-077F-DD0E-89622AD20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18</a:t>
            </a:fld>
            <a:endParaRPr lang="ko-KR" altLang="en-US" dirty="0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8D9AB08-576E-75F2-82F0-8E04C8CE1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A6618-D80D-4B7E-A45B-A31FDCA0FB45}" type="datetime1">
              <a:rPr lang="ko-KR" altLang="en-US" smtClean="0"/>
              <a:t>2026-01-15</a:t>
            </a:fld>
            <a:endParaRPr lang="ko-KR" altLang="en-US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8F595C5-09F1-8CC0-D816-A9FE1E666737}"/>
              </a:ext>
            </a:extLst>
          </p:cNvPr>
          <p:cNvSpPr txBox="1"/>
          <p:nvPr/>
        </p:nvSpPr>
        <p:spPr>
          <a:xfrm>
            <a:off x="992038" y="221039"/>
            <a:ext cx="13433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/>
              <a:t>항공 여정 상세 일정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CFBCCA5-AC40-6C00-9ECB-2FFE8D5475FF}"/>
              </a:ext>
            </a:extLst>
          </p:cNvPr>
          <p:cNvSpPr txBox="1"/>
          <p:nvPr/>
        </p:nvSpPr>
        <p:spPr>
          <a:xfrm>
            <a:off x="3355675" y="213760"/>
            <a:ext cx="368789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1000" b="1" dirty="0">
                <a:solidFill>
                  <a:schemeClr val="tx1"/>
                </a:solidFill>
              </a:rPr>
              <a:t>항공 </a:t>
            </a:r>
            <a:r>
              <a:rPr lang="en-US" altLang="ko-KR" sz="1000" b="1" dirty="0">
                <a:solidFill>
                  <a:schemeClr val="tx1"/>
                </a:solidFill>
              </a:rPr>
              <a:t>&gt; </a:t>
            </a:r>
            <a:r>
              <a:rPr lang="ko-KR" altLang="en-US" sz="1000" b="1" dirty="0">
                <a:solidFill>
                  <a:schemeClr val="tx1"/>
                </a:solidFill>
              </a:rPr>
              <a:t>국제선 조회 </a:t>
            </a:r>
            <a:r>
              <a:rPr lang="en-US" altLang="ko-KR" sz="1000" b="1" dirty="0">
                <a:solidFill>
                  <a:schemeClr val="tx1"/>
                </a:solidFill>
              </a:rPr>
              <a:t>&gt; </a:t>
            </a:r>
            <a:r>
              <a:rPr lang="ko-KR" altLang="en-US" sz="1000" b="1" dirty="0">
                <a:solidFill>
                  <a:schemeClr val="tx1"/>
                </a:solidFill>
              </a:rPr>
              <a:t>항공여정 상세 일정 </a:t>
            </a:r>
            <a:r>
              <a:rPr lang="en-US" altLang="ko-KR" sz="1000" b="1" dirty="0">
                <a:solidFill>
                  <a:schemeClr val="tx1"/>
                </a:solidFill>
              </a:rPr>
              <a:t>(</a:t>
            </a:r>
            <a:r>
              <a:rPr lang="ko-KR" altLang="en-US" sz="1000" b="1" dirty="0">
                <a:solidFill>
                  <a:schemeClr val="tx1"/>
                </a:solidFill>
              </a:rPr>
              <a:t>직항</a:t>
            </a:r>
            <a:r>
              <a:rPr lang="en-US" altLang="ko-KR" sz="1000" b="1" dirty="0">
                <a:solidFill>
                  <a:schemeClr val="tx1"/>
                </a:solidFill>
              </a:rPr>
              <a:t>)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graphicFrame>
        <p:nvGraphicFramePr>
          <p:cNvPr id="40" name="표 39">
            <a:extLst>
              <a:ext uri="{FF2B5EF4-FFF2-40B4-BE49-F238E27FC236}">
                <a16:creationId xmlns:a16="http://schemas.microsoft.com/office/drawing/2014/main" id="{1C834910-ABDF-77D4-FFDC-1C58FC9EC6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07609602"/>
              </p:ext>
            </p:extLst>
          </p:nvPr>
        </p:nvGraphicFramePr>
        <p:xfrm>
          <a:off x="8895422" y="89351"/>
          <a:ext cx="3208784" cy="15042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8784">
                  <a:extLst>
                    <a:ext uri="{9D8B030D-6E8A-4147-A177-3AD203B41FA5}">
                      <a16:colId xmlns:a16="http://schemas.microsoft.com/office/drawing/2014/main" val="449230696"/>
                    </a:ext>
                  </a:extLst>
                </a:gridCol>
              </a:tblGrid>
              <a:tr h="32368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0687550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b="1" dirty="0"/>
                        <a:t>항공 여정 상세 일정 </a:t>
                      </a:r>
                      <a:r>
                        <a:rPr lang="en-US" altLang="ko-KR" sz="900" b="1" dirty="0"/>
                        <a:t>(</a:t>
                      </a:r>
                      <a:r>
                        <a:rPr lang="ko-KR" altLang="en-US" sz="900" b="1" dirty="0"/>
                        <a:t>직항</a:t>
                      </a:r>
                      <a:r>
                        <a:rPr lang="en-US" altLang="ko-KR" sz="900" b="1" dirty="0"/>
                        <a:t>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499294"/>
                  </a:ext>
                </a:extLst>
              </a:tr>
              <a:tr h="27253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Check point</a:t>
                      </a:r>
                      <a:endParaRPr lang="ko-KR" altLang="en-US" sz="10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194342"/>
                  </a:ext>
                </a:extLst>
              </a:tr>
              <a:tr h="6359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u="none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9267137"/>
                  </a:ext>
                </a:extLst>
              </a:tr>
            </a:tbl>
          </a:graphicData>
        </a:graphic>
      </p:graphicFrame>
      <p:grpSp>
        <p:nvGrpSpPr>
          <p:cNvPr id="14" name="그룹 13">
            <a:extLst>
              <a:ext uri="{FF2B5EF4-FFF2-40B4-BE49-F238E27FC236}">
                <a16:creationId xmlns:a16="http://schemas.microsoft.com/office/drawing/2014/main" id="{81AF4A6F-9A2E-8618-D25B-E3A4E16C46EE}"/>
              </a:ext>
            </a:extLst>
          </p:cNvPr>
          <p:cNvGrpSpPr/>
          <p:nvPr/>
        </p:nvGrpSpPr>
        <p:grpSpPr>
          <a:xfrm>
            <a:off x="7248542" y="1061440"/>
            <a:ext cx="1080000" cy="252000"/>
            <a:chOff x="7248542" y="3635149"/>
            <a:chExt cx="1080000" cy="252000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8660EEBF-A781-E680-CE64-E02FA1F0C753}"/>
                </a:ext>
              </a:extLst>
            </p:cNvPr>
            <p:cNvSpPr/>
            <p:nvPr/>
          </p:nvSpPr>
          <p:spPr>
            <a:xfrm>
              <a:off x="7248542" y="3635149"/>
              <a:ext cx="1080000" cy="252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r>
                <a:rPr lang="ko-KR" altLang="en-US" sz="800" dirty="0">
                  <a:solidFill>
                    <a:schemeClr val="tx1"/>
                  </a:solidFill>
                </a:rPr>
                <a:t>선택</a:t>
              </a:r>
            </a:p>
          </p:txBody>
        </p: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2B9A3038-6A6C-B202-A422-4AD6C535F1FD}"/>
                </a:ext>
              </a:extLst>
            </p:cNvPr>
            <p:cNvGrpSpPr/>
            <p:nvPr/>
          </p:nvGrpSpPr>
          <p:grpSpPr>
            <a:xfrm flipH="1">
              <a:off x="8184355" y="3739138"/>
              <a:ext cx="60620" cy="45719"/>
              <a:chOff x="2582354" y="4366054"/>
              <a:chExt cx="443974" cy="226749"/>
            </a:xfrm>
          </p:grpSpPr>
          <p:cxnSp>
            <p:nvCxnSpPr>
              <p:cNvPr id="17" name="직선 연결선 16">
                <a:extLst>
                  <a:ext uri="{FF2B5EF4-FFF2-40B4-BE49-F238E27FC236}">
                    <a16:creationId xmlns:a16="http://schemas.microsoft.com/office/drawing/2014/main" id="{30DC3F07-BD5F-FE82-AFA1-C4F16143D2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82354" y="4366054"/>
                <a:ext cx="226749" cy="226749"/>
              </a:xfrm>
              <a:prstGeom prst="line">
                <a:avLst/>
              </a:prstGeom>
              <a:ln w="9525">
                <a:solidFill>
                  <a:schemeClr val="bg2">
                    <a:lumMod val="50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" name="직선 연결선 17">
                <a:extLst>
                  <a:ext uri="{FF2B5EF4-FFF2-40B4-BE49-F238E27FC236}">
                    <a16:creationId xmlns:a16="http://schemas.microsoft.com/office/drawing/2014/main" id="{E82029B8-BE95-46AE-82BD-39F61D56E0B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99579" y="4366054"/>
                <a:ext cx="226749" cy="226749"/>
              </a:xfrm>
              <a:prstGeom prst="line">
                <a:avLst/>
              </a:prstGeom>
              <a:ln w="9525">
                <a:solidFill>
                  <a:schemeClr val="bg2">
                    <a:lumMod val="50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38C5405-A889-0D3A-4010-5A346C459423}"/>
              </a:ext>
            </a:extLst>
          </p:cNvPr>
          <p:cNvSpPr/>
          <p:nvPr/>
        </p:nvSpPr>
        <p:spPr>
          <a:xfrm>
            <a:off x="2051217" y="1089582"/>
            <a:ext cx="2007154" cy="1869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bg2">
                    <a:lumMod val="50000"/>
                  </a:schemeClr>
                </a:solidFill>
              </a:rPr>
              <a:t>총</a:t>
            </a:r>
            <a:r>
              <a:rPr lang="ko-KR" altLang="en-US" sz="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100</a:t>
            </a:r>
            <a:r>
              <a:rPr lang="ko-KR" altLang="en-US" sz="800" dirty="0">
                <a:solidFill>
                  <a:schemeClr val="bg2">
                    <a:lumMod val="50000"/>
                  </a:schemeClr>
                </a:solidFill>
              </a:rPr>
              <a:t>개의 항공이 검색되었습니다</a:t>
            </a:r>
            <a:r>
              <a:rPr lang="en-US" altLang="ko-KR" sz="800" dirty="0">
                <a:solidFill>
                  <a:schemeClr val="bg2">
                    <a:lumMod val="50000"/>
                  </a:schemeClr>
                </a:solidFill>
              </a:rPr>
              <a:t>.</a:t>
            </a:r>
            <a:endParaRPr lang="ko-KR" altLang="en-US" sz="800" dirty="0">
              <a:solidFill>
                <a:schemeClr val="bg2">
                  <a:lumMod val="50000"/>
                </a:schemeClr>
              </a:solidFill>
            </a:endParaRPr>
          </a:p>
        </p:txBody>
      </p:sp>
      <p:grpSp>
        <p:nvGrpSpPr>
          <p:cNvPr id="116" name="그룹 115">
            <a:extLst>
              <a:ext uri="{FF2B5EF4-FFF2-40B4-BE49-F238E27FC236}">
                <a16:creationId xmlns:a16="http://schemas.microsoft.com/office/drawing/2014/main" id="{52409E6D-2C36-0737-0C8D-DF67FF47C3E7}"/>
              </a:ext>
            </a:extLst>
          </p:cNvPr>
          <p:cNvGrpSpPr/>
          <p:nvPr/>
        </p:nvGrpSpPr>
        <p:grpSpPr>
          <a:xfrm>
            <a:off x="5855331" y="1110958"/>
            <a:ext cx="1206093" cy="148340"/>
            <a:chOff x="5855331" y="3944528"/>
            <a:chExt cx="1206093" cy="148340"/>
          </a:xfrm>
        </p:grpSpPr>
        <p:sp>
          <p:nvSpPr>
            <p:cNvPr id="117" name="직사각형 116">
              <a:extLst>
                <a:ext uri="{FF2B5EF4-FFF2-40B4-BE49-F238E27FC236}">
                  <a16:creationId xmlns:a16="http://schemas.microsoft.com/office/drawing/2014/main" id="{84D4EB3B-6491-8A1E-031B-81AA63336AD9}"/>
                </a:ext>
              </a:extLst>
            </p:cNvPr>
            <p:cNvSpPr/>
            <p:nvPr/>
          </p:nvSpPr>
          <p:spPr>
            <a:xfrm>
              <a:off x="5855331" y="3944528"/>
              <a:ext cx="1132188" cy="14834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b="1" dirty="0">
                  <a:solidFill>
                    <a:schemeClr val="tx1"/>
                  </a:solidFill>
                </a:rPr>
                <a:t>조회시간</a:t>
              </a:r>
              <a:r>
                <a:rPr lang="en-US" altLang="ko-KR" sz="800" b="1" dirty="0">
                  <a:solidFill>
                    <a:schemeClr val="tx1"/>
                  </a:solidFill>
                </a:rPr>
                <a:t>: 20</a:t>
              </a:r>
              <a:r>
                <a:rPr lang="ko-KR" altLang="en-US" sz="800" b="1" dirty="0">
                  <a:solidFill>
                    <a:schemeClr val="tx1"/>
                  </a:solidFill>
                </a:rPr>
                <a:t>시 </a:t>
              </a:r>
              <a:r>
                <a:rPr lang="en-US" altLang="ko-KR" sz="800" b="1" dirty="0">
                  <a:solidFill>
                    <a:schemeClr val="tx1"/>
                  </a:solidFill>
                </a:rPr>
                <a:t>33</a:t>
              </a:r>
              <a:r>
                <a:rPr lang="ko-KR" altLang="en-US" sz="800" b="1" dirty="0">
                  <a:solidFill>
                    <a:schemeClr val="tx1"/>
                  </a:solidFill>
                </a:rPr>
                <a:t>분</a:t>
              </a:r>
            </a:p>
          </p:txBody>
        </p:sp>
        <p:pic>
          <p:nvPicPr>
            <p:cNvPr id="118" name="그래픽 117" descr="새로 고침 단색으로 채워진">
              <a:extLst>
                <a:ext uri="{FF2B5EF4-FFF2-40B4-BE49-F238E27FC236}">
                  <a16:creationId xmlns:a16="http://schemas.microsoft.com/office/drawing/2014/main" id="{0BA251A9-A4F9-6F3D-6267-FDC6167EC7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2700000">
              <a:off x="6954278" y="3965125"/>
              <a:ext cx="107146" cy="107146"/>
            </a:xfrm>
            <a:prstGeom prst="rect">
              <a:avLst/>
            </a:prstGeom>
          </p:spPr>
        </p:pic>
      </p:grpSp>
      <p:grpSp>
        <p:nvGrpSpPr>
          <p:cNvPr id="119" name="그룹 118">
            <a:extLst>
              <a:ext uri="{FF2B5EF4-FFF2-40B4-BE49-F238E27FC236}">
                <a16:creationId xmlns:a16="http://schemas.microsoft.com/office/drawing/2014/main" id="{ED761410-D286-4A45-1D3C-93E1ABA5BB24}"/>
              </a:ext>
            </a:extLst>
          </p:cNvPr>
          <p:cNvGrpSpPr/>
          <p:nvPr/>
        </p:nvGrpSpPr>
        <p:grpSpPr>
          <a:xfrm>
            <a:off x="2113703" y="1397069"/>
            <a:ext cx="6279367" cy="1512000"/>
            <a:chOff x="2113703" y="4230639"/>
            <a:chExt cx="6279367" cy="1512000"/>
          </a:xfrm>
        </p:grpSpPr>
        <p:sp>
          <p:nvSpPr>
            <p:cNvPr id="120" name="직사각형 119">
              <a:extLst>
                <a:ext uri="{FF2B5EF4-FFF2-40B4-BE49-F238E27FC236}">
                  <a16:creationId xmlns:a16="http://schemas.microsoft.com/office/drawing/2014/main" id="{0641BA62-319B-E5A2-56C2-869A97481C31}"/>
                </a:ext>
              </a:extLst>
            </p:cNvPr>
            <p:cNvSpPr/>
            <p:nvPr/>
          </p:nvSpPr>
          <p:spPr>
            <a:xfrm>
              <a:off x="2113703" y="4230639"/>
              <a:ext cx="6214839" cy="151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21" name="직사각형 120">
              <a:extLst>
                <a:ext uri="{FF2B5EF4-FFF2-40B4-BE49-F238E27FC236}">
                  <a16:creationId xmlns:a16="http://schemas.microsoft.com/office/drawing/2014/main" id="{4251B547-EF74-64D3-2103-ADCA4744C811}"/>
                </a:ext>
              </a:extLst>
            </p:cNvPr>
            <p:cNvSpPr/>
            <p:nvPr/>
          </p:nvSpPr>
          <p:spPr>
            <a:xfrm>
              <a:off x="6358171" y="5220042"/>
              <a:ext cx="900000" cy="365907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 err="1"/>
                <a:t>셀프예약</a:t>
              </a:r>
              <a:endParaRPr lang="ko-KR" altLang="en-US" sz="900" dirty="0"/>
            </a:p>
          </p:txBody>
        </p:sp>
        <p:sp>
          <p:nvSpPr>
            <p:cNvPr id="122" name="직사각형 121">
              <a:extLst>
                <a:ext uri="{FF2B5EF4-FFF2-40B4-BE49-F238E27FC236}">
                  <a16:creationId xmlns:a16="http://schemas.microsoft.com/office/drawing/2014/main" id="{404D9E5A-9057-2AE5-A7FE-1678A34DFC81}"/>
                </a:ext>
              </a:extLst>
            </p:cNvPr>
            <p:cNvSpPr/>
            <p:nvPr/>
          </p:nvSpPr>
          <p:spPr>
            <a:xfrm>
              <a:off x="7329201" y="5220042"/>
              <a:ext cx="900000" cy="365907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전담팀요청</a:t>
              </a:r>
              <a:endParaRPr lang="ko-KR" altLang="en-US" sz="9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grpSp>
          <p:nvGrpSpPr>
            <p:cNvPr id="123" name="그룹 122">
              <a:extLst>
                <a:ext uri="{FF2B5EF4-FFF2-40B4-BE49-F238E27FC236}">
                  <a16:creationId xmlns:a16="http://schemas.microsoft.com/office/drawing/2014/main" id="{6E22C58D-1C32-7A4D-CC54-5A24E7B3CF25}"/>
                </a:ext>
              </a:extLst>
            </p:cNvPr>
            <p:cNvGrpSpPr/>
            <p:nvPr/>
          </p:nvGrpSpPr>
          <p:grpSpPr>
            <a:xfrm>
              <a:off x="6910877" y="4976346"/>
              <a:ext cx="1402471" cy="162601"/>
              <a:chOff x="6910877" y="4739316"/>
              <a:chExt cx="1402471" cy="162601"/>
            </a:xfrm>
          </p:grpSpPr>
          <p:sp>
            <p:nvSpPr>
              <p:cNvPr id="159" name="직사각형 158">
                <a:extLst>
                  <a:ext uri="{FF2B5EF4-FFF2-40B4-BE49-F238E27FC236}">
                    <a16:creationId xmlns:a16="http://schemas.microsoft.com/office/drawing/2014/main" id="{038AAFFF-FC6F-1BC5-EE29-9C1542840B71}"/>
                  </a:ext>
                </a:extLst>
              </p:cNvPr>
              <p:cNvSpPr/>
              <p:nvPr/>
            </p:nvSpPr>
            <p:spPr>
              <a:xfrm>
                <a:off x="6910877" y="4764955"/>
                <a:ext cx="554002" cy="13696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>
                    <a:solidFill>
                      <a:schemeClr val="tx1"/>
                    </a:solidFill>
                  </a:rPr>
                  <a:t>총 요금</a:t>
                </a:r>
              </a:p>
            </p:txBody>
          </p:sp>
          <p:sp>
            <p:nvSpPr>
              <p:cNvPr id="160" name="직사각형 159">
                <a:extLst>
                  <a:ext uri="{FF2B5EF4-FFF2-40B4-BE49-F238E27FC236}">
                    <a16:creationId xmlns:a16="http://schemas.microsoft.com/office/drawing/2014/main" id="{679958EA-6798-DC7B-F7D1-7AA798FAA79B}"/>
                  </a:ext>
                </a:extLst>
              </p:cNvPr>
              <p:cNvSpPr/>
              <p:nvPr/>
            </p:nvSpPr>
            <p:spPr>
              <a:xfrm>
                <a:off x="7235113" y="4739316"/>
                <a:ext cx="1005024" cy="13696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100" b="1" dirty="0">
                    <a:solidFill>
                      <a:srgbClr val="4B90FF"/>
                    </a:solidFill>
                  </a:rPr>
                  <a:t>1,582,650</a:t>
                </a:r>
                <a:endParaRPr lang="ko-KR" altLang="en-US" sz="1100" b="1" dirty="0">
                  <a:solidFill>
                    <a:srgbClr val="4B90FF"/>
                  </a:solidFill>
                </a:endParaRPr>
              </a:p>
            </p:txBody>
          </p:sp>
          <p:sp>
            <p:nvSpPr>
              <p:cNvPr id="161" name="직사각형 160">
                <a:extLst>
                  <a:ext uri="{FF2B5EF4-FFF2-40B4-BE49-F238E27FC236}">
                    <a16:creationId xmlns:a16="http://schemas.microsoft.com/office/drawing/2014/main" id="{5555FE76-591E-E53C-0451-A405F89895A0}"/>
                  </a:ext>
                </a:extLst>
              </p:cNvPr>
              <p:cNvSpPr/>
              <p:nvPr/>
            </p:nvSpPr>
            <p:spPr>
              <a:xfrm>
                <a:off x="8011880" y="4764955"/>
                <a:ext cx="301468" cy="13696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>
                    <a:solidFill>
                      <a:schemeClr val="tx1"/>
                    </a:solidFill>
                  </a:rPr>
                  <a:t>원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24" name="사각형: 둥근 모서리 123">
              <a:extLst>
                <a:ext uri="{FF2B5EF4-FFF2-40B4-BE49-F238E27FC236}">
                  <a16:creationId xmlns:a16="http://schemas.microsoft.com/office/drawing/2014/main" id="{19F2940C-859F-4F11-9E13-0DABCA889EEE}"/>
                </a:ext>
              </a:extLst>
            </p:cNvPr>
            <p:cNvSpPr/>
            <p:nvPr/>
          </p:nvSpPr>
          <p:spPr>
            <a:xfrm>
              <a:off x="2231123" y="4365278"/>
              <a:ext cx="364440" cy="180000"/>
            </a:xfrm>
            <a:prstGeom prst="roundRect">
              <a:avLst/>
            </a:prstGeom>
            <a:solidFill>
              <a:srgbClr val="4B90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600" dirty="0"/>
                <a:t>준수</a:t>
              </a:r>
            </a:p>
          </p:txBody>
        </p:sp>
        <p:sp>
          <p:nvSpPr>
            <p:cNvPr id="125" name="사각형: 둥근 모서리 124">
              <a:extLst>
                <a:ext uri="{FF2B5EF4-FFF2-40B4-BE49-F238E27FC236}">
                  <a16:creationId xmlns:a16="http://schemas.microsoft.com/office/drawing/2014/main" id="{B027B5D2-2C55-83F7-3264-85E15598EC5C}"/>
                </a:ext>
              </a:extLst>
            </p:cNvPr>
            <p:cNvSpPr/>
            <p:nvPr/>
          </p:nvSpPr>
          <p:spPr>
            <a:xfrm>
              <a:off x="2653229" y="4365278"/>
              <a:ext cx="651986" cy="180000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600">
                  <a:solidFill>
                    <a:schemeClr val="tx1"/>
                  </a:solidFill>
                </a:rPr>
                <a:t>잔여좌석 </a:t>
              </a:r>
              <a:r>
                <a:rPr lang="en-US" altLang="ko-KR" sz="600" dirty="0">
                  <a:solidFill>
                    <a:schemeClr val="tx1"/>
                  </a:solidFill>
                </a:rPr>
                <a:t>9</a:t>
              </a:r>
              <a:r>
                <a:rPr lang="ko-KR" altLang="en-US" sz="600" dirty="0">
                  <a:solidFill>
                    <a:schemeClr val="tx1"/>
                  </a:solidFill>
                </a:rPr>
                <a:t>석</a:t>
              </a:r>
            </a:p>
          </p:txBody>
        </p:sp>
        <p:pic>
          <p:nvPicPr>
            <p:cNvPr id="126" name="그래픽 125" descr="초승달 윤곽선">
              <a:extLst>
                <a:ext uri="{FF2B5EF4-FFF2-40B4-BE49-F238E27FC236}">
                  <a16:creationId xmlns:a16="http://schemas.microsoft.com/office/drawing/2014/main" id="{0D23592C-ABDA-E008-2696-6F493124993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234662" y="4721214"/>
              <a:ext cx="180001" cy="180001"/>
            </a:xfrm>
            <a:prstGeom prst="rect">
              <a:avLst/>
            </a:prstGeom>
          </p:spPr>
        </p:pic>
        <p:sp>
          <p:nvSpPr>
            <p:cNvPr id="127" name="직사각형 126">
              <a:extLst>
                <a:ext uri="{FF2B5EF4-FFF2-40B4-BE49-F238E27FC236}">
                  <a16:creationId xmlns:a16="http://schemas.microsoft.com/office/drawing/2014/main" id="{F7F1C6D5-7E38-C1B6-95FF-6907D3C30DDF}"/>
                </a:ext>
              </a:extLst>
            </p:cNvPr>
            <p:cNvSpPr/>
            <p:nvPr/>
          </p:nvSpPr>
          <p:spPr>
            <a:xfrm>
              <a:off x="2395403" y="4723554"/>
              <a:ext cx="595055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b="1" dirty="0">
                  <a:solidFill>
                    <a:schemeClr val="tx1"/>
                  </a:solidFill>
                </a:rPr>
                <a:t>대한항공</a:t>
              </a:r>
            </a:p>
          </p:txBody>
        </p:sp>
        <p:grpSp>
          <p:nvGrpSpPr>
            <p:cNvPr id="128" name="그룹 127">
              <a:extLst>
                <a:ext uri="{FF2B5EF4-FFF2-40B4-BE49-F238E27FC236}">
                  <a16:creationId xmlns:a16="http://schemas.microsoft.com/office/drawing/2014/main" id="{8253E9E5-8581-6005-00E6-1A57B9E1D737}"/>
                </a:ext>
              </a:extLst>
            </p:cNvPr>
            <p:cNvGrpSpPr/>
            <p:nvPr/>
          </p:nvGrpSpPr>
          <p:grpSpPr>
            <a:xfrm>
              <a:off x="3598300" y="4721214"/>
              <a:ext cx="595055" cy="356897"/>
              <a:chOff x="3380359" y="4711131"/>
              <a:chExt cx="595055" cy="356897"/>
            </a:xfrm>
          </p:grpSpPr>
          <p:sp>
            <p:nvSpPr>
              <p:cNvPr id="157" name="직사각형 156">
                <a:extLst>
                  <a:ext uri="{FF2B5EF4-FFF2-40B4-BE49-F238E27FC236}">
                    <a16:creationId xmlns:a16="http://schemas.microsoft.com/office/drawing/2014/main" id="{5A628012-A698-8D8B-75A7-7949F899FC62}"/>
                  </a:ext>
                </a:extLst>
              </p:cNvPr>
              <p:cNvSpPr/>
              <p:nvPr/>
            </p:nvSpPr>
            <p:spPr>
              <a:xfrm>
                <a:off x="3380359" y="4711131"/>
                <a:ext cx="595055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b="1" dirty="0">
                    <a:solidFill>
                      <a:schemeClr val="tx1"/>
                    </a:solidFill>
                  </a:rPr>
                  <a:t>20:10</a:t>
                </a:r>
                <a:endParaRPr lang="ko-KR" altLang="en-US" sz="8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8" name="직사각형 157">
                <a:extLst>
                  <a:ext uri="{FF2B5EF4-FFF2-40B4-BE49-F238E27FC236}">
                    <a16:creationId xmlns:a16="http://schemas.microsoft.com/office/drawing/2014/main" id="{AD1D1BD9-570D-0B9D-A0FE-80DC00384D83}"/>
                  </a:ext>
                </a:extLst>
              </p:cNvPr>
              <p:cNvSpPr/>
              <p:nvPr/>
            </p:nvSpPr>
            <p:spPr>
              <a:xfrm>
                <a:off x="3380359" y="4888028"/>
                <a:ext cx="595055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700" dirty="0">
                    <a:solidFill>
                      <a:schemeClr val="bg2">
                        <a:lumMod val="50000"/>
                      </a:schemeClr>
                    </a:solidFill>
                  </a:rPr>
                  <a:t>INC</a:t>
                </a:r>
                <a:endParaRPr lang="ko-KR" altLang="en-US" sz="70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29" name="그룹 128">
              <a:extLst>
                <a:ext uri="{FF2B5EF4-FFF2-40B4-BE49-F238E27FC236}">
                  <a16:creationId xmlns:a16="http://schemas.microsoft.com/office/drawing/2014/main" id="{59A1FCCB-C75E-2E05-7BDC-22A89BFC25DF}"/>
                </a:ext>
              </a:extLst>
            </p:cNvPr>
            <p:cNvGrpSpPr/>
            <p:nvPr/>
          </p:nvGrpSpPr>
          <p:grpSpPr>
            <a:xfrm>
              <a:off x="5640866" y="4721214"/>
              <a:ext cx="595055" cy="356897"/>
              <a:chOff x="4878956" y="4711131"/>
              <a:chExt cx="595055" cy="356897"/>
            </a:xfrm>
          </p:grpSpPr>
          <p:sp>
            <p:nvSpPr>
              <p:cNvPr id="155" name="직사각형 154">
                <a:extLst>
                  <a:ext uri="{FF2B5EF4-FFF2-40B4-BE49-F238E27FC236}">
                    <a16:creationId xmlns:a16="http://schemas.microsoft.com/office/drawing/2014/main" id="{134C961F-70E8-58CF-CE4E-5C1FB8BC33E2}"/>
                  </a:ext>
                </a:extLst>
              </p:cNvPr>
              <p:cNvSpPr/>
              <p:nvPr/>
            </p:nvSpPr>
            <p:spPr>
              <a:xfrm>
                <a:off x="4878956" y="4711131"/>
                <a:ext cx="595055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b="1" dirty="0">
                    <a:solidFill>
                      <a:schemeClr val="tx1"/>
                    </a:solidFill>
                  </a:rPr>
                  <a:t>19:40</a:t>
                </a:r>
                <a:endParaRPr lang="ko-KR" altLang="en-US" sz="8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6" name="직사각형 155">
                <a:extLst>
                  <a:ext uri="{FF2B5EF4-FFF2-40B4-BE49-F238E27FC236}">
                    <a16:creationId xmlns:a16="http://schemas.microsoft.com/office/drawing/2014/main" id="{65217C4C-8301-D0B5-17F9-8CB61B7006E5}"/>
                  </a:ext>
                </a:extLst>
              </p:cNvPr>
              <p:cNvSpPr/>
              <p:nvPr/>
            </p:nvSpPr>
            <p:spPr>
              <a:xfrm>
                <a:off x="4878956" y="4888028"/>
                <a:ext cx="595055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700" dirty="0">
                    <a:solidFill>
                      <a:schemeClr val="bg2">
                        <a:lumMod val="50000"/>
                      </a:schemeClr>
                    </a:solidFill>
                  </a:rPr>
                  <a:t>YYZ</a:t>
                </a:r>
                <a:endParaRPr lang="ko-KR" altLang="en-US" sz="70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30" name="그룹 129">
              <a:extLst>
                <a:ext uri="{FF2B5EF4-FFF2-40B4-BE49-F238E27FC236}">
                  <a16:creationId xmlns:a16="http://schemas.microsoft.com/office/drawing/2014/main" id="{BCEB5F8E-3D5D-3112-3228-3EAD08AFDE80}"/>
                </a:ext>
              </a:extLst>
            </p:cNvPr>
            <p:cNvGrpSpPr/>
            <p:nvPr/>
          </p:nvGrpSpPr>
          <p:grpSpPr>
            <a:xfrm>
              <a:off x="4201631" y="4717797"/>
              <a:ext cx="1457702" cy="378040"/>
              <a:chOff x="4201631" y="4717797"/>
              <a:chExt cx="1457702" cy="378040"/>
            </a:xfrm>
          </p:grpSpPr>
          <p:grpSp>
            <p:nvGrpSpPr>
              <p:cNvPr id="149" name="그룹 148">
                <a:extLst>
                  <a:ext uri="{FF2B5EF4-FFF2-40B4-BE49-F238E27FC236}">
                    <a16:creationId xmlns:a16="http://schemas.microsoft.com/office/drawing/2014/main" id="{025E8D17-3640-AF4C-2B01-5E80D42F7FB4}"/>
                  </a:ext>
                </a:extLst>
              </p:cNvPr>
              <p:cNvGrpSpPr/>
              <p:nvPr/>
            </p:nvGrpSpPr>
            <p:grpSpPr>
              <a:xfrm>
                <a:off x="4201631" y="4876802"/>
                <a:ext cx="1457702" cy="45720"/>
                <a:chOff x="4377932" y="5397386"/>
                <a:chExt cx="1457702" cy="45720"/>
              </a:xfrm>
            </p:grpSpPr>
            <p:cxnSp>
              <p:nvCxnSpPr>
                <p:cNvPr id="152" name="직선 연결선 151">
                  <a:extLst>
                    <a:ext uri="{FF2B5EF4-FFF2-40B4-BE49-F238E27FC236}">
                      <a16:creationId xmlns:a16="http://schemas.microsoft.com/office/drawing/2014/main" id="{657B4DC4-45BE-BE8A-B778-144DC603842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383006" y="5420246"/>
                  <a:ext cx="1452628" cy="0"/>
                </a:xfrm>
                <a:prstGeom prst="line">
                  <a:avLst/>
                </a:prstGeom>
                <a:ln w="6350"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53" name="타원 152">
                  <a:extLst>
                    <a:ext uri="{FF2B5EF4-FFF2-40B4-BE49-F238E27FC236}">
                      <a16:creationId xmlns:a16="http://schemas.microsoft.com/office/drawing/2014/main" id="{F72FBFCC-7518-5617-8D81-83CEB6E6FA3B}"/>
                    </a:ext>
                  </a:extLst>
                </p:cNvPr>
                <p:cNvSpPr/>
                <p:nvPr/>
              </p:nvSpPr>
              <p:spPr>
                <a:xfrm>
                  <a:off x="4377932" y="5397387"/>
                  <a:ext cx="45719" cy="45719"/>
                </a:xfrm>
                <a:prstGeom prst="ellipse">
                  <a:avLst/>
                </a:prstGeom>
                <a:solidFill>
                  <a:schemeClr val="bg2">
                    <a:lumMod val="50000"/>
                  </a:schemeClr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bg2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54" name="타원 153">
                  <a:extLst>
                    <a:ext uri="{FF2B5EF4-FFF2-40B4-BE49-F238E27FC236}">
                      <a16:creationId xmlns:a16="http://schemas.microsoft.com/office/drawing/2014/main" id="{404906CC-D180-5E0B-CDEA-DCC612790294}"/>
                    </a:ext>
                  </a:extLst>
                </p:cNvPr>
                <p:cNvSpPr/>
                <p:nvPr/>
              </p:nvSpPr>
              <p:spPr>
                <a:xfrm>
                  <a:off x="5789912" y="5397386"/>
                  <a:ext cx="45722" cy="45720"/>
                </a:xfrm>
                <a:prstGeom prst="ellipse">
                  <a:avLst/>
                </a:prstGeom>
                <a:solidFill>
                  <a:schemeClr val="bg2">
                    <a:lumMod val="50000"/>
                  </a:schemeClr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bg2">
                        <a:lumMod val="50000"/>
                      </a:schemeClr>
                    </a:solidFill>
                  </a:endParaRPr>
                </a:p>
              </p:txBody>
            </p:sp>
          </p:grpSp>
          <p:sp>
            <p:nvSpPr>
              <p:cNvPr id="150" name="직사각형 149">
                <a:extLst>
                  <a:ext uri="{FF2B5EF4-FFF2-40B4-BE49-F238E27FC236}">
                    <a16:creationId xmlns:a16="http://schemas.microsoft.com/office/drawing/2014/main" id="{AA195637-E4D0-E6F0-2068-008F7B790F35}"/>
                  </a:ext>
                </a:extLst>
              </p:cNvPr>
              <p:cNvSpPr/>
              <p:nvPr/>
            </p:nvSpPr>
            <p:spPr>
              <a:xfrm>
                <a:off x="4635492" y="4717797"/>
                <a:ext cx="595055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600" dirty="0">
                    <a:solidFill>
                      <a:schemeClr val="bg2">
                        <a:lumMod val="50000"/>
                      </a:schemeClr>
                    </a:solidFill>
                  </a:rPr>
                  <a:t>직항</a:t>
                </a:r>
              </a:p>
            </p:txBody>
          </p:sp>
          <p:sp>
            <p:nvSpPr>
              <p:cNvPr id="151" name="직사각형 150">
                <a:extLst>
                  <a:ext uri="{FF2B5EF4-FFF2-40B4-BE49-F238E27FC236}">
                    <a16:creationId xmlns:a16="http://schemas.microsoft.com/office/drawing/2014/main" id="{E19223F6-04CA-E4AC-509D-44E969164CC9}"/>
                  </a:ext>
                </a:extLst>
              </p:cNvPr>
              <p:cNvSpPr/>
              <p:nvPr/>
            </p:nvSpPr>
            <p:spPr>
              <a:xfrm>
                <a:off x="4552723" y="4915837"/>
                <a:ext cx="760592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600" dirty="0">
                    <a:solidFill>
                      <a:schemeClr val="bg2">
                        <a:lumMod val="50000"/>
                      </a:schemeClr>
                    </a:solidFill>
                  </a:rPr>
                  <a:t>14</a:t>
                </a:r>
                <a:r>
                  <a:rPr lang="ko-KR" altLang="en-US" sz="600" dirty="0">
                    <a:solidFill>
                      <a:schemeClr val="bg2">
                        <a:lumMod val="50000"/>
                      </a:schemeClr>
                    </a:solidFill>
                  </a:rPr>
                  <a:t>시간 </a:t>
                </a:r>
                <a:r>
                  <a:rPr lang="en-US" altLang="ko-KR" sz="600" dirty="0">
                    <a:solidFill>
                      <a:schemeClr val="bg2">
                        <a:lumMod val="50000"/>
                      </a:schemeClr>
                    </a:solidFill>
                  </a:rPr>
                  <a:t>20</a:t>
                </a:r>
                <a:r>
                  <a:rPr lang="ko-KR" altLang="en-US" sz="600" dirty="0">
                    <a:solidFill>
                      <a:schemeClr val="bg2">
                        <a:lumMod val="50000"/>
                      </a:schemeClr>
                    </a:solidFill>
                  </a:rPr>
                  <a:t>분</a:t>
                </a:r>
              </a:p>
            </p:txBody>
          </p:sp>
        </p:grpSp>
        <p:grpSp>
          <p:nvGrpSpPr>
            <p:cNvPr id="131" name="그룹 130">
              <a:extLst>
                <a:ext uri="{FF2B5EF4-FFF2-40B4-BE49-F238E27FC236}">
                  <a16:creationId xmlns:a16="http://schemas.microsoft.com/office/drawing/2014/main" id="{CBCC30F0-AC81-26CE-A499-FF19746BB5AA}"/>
                </a:ext>
              </a:extLst>
            </p:cNvPr>
            <p:cNvGrpSpPr/>
            <p:nvPr/>
          </p:nvGrpSpPr>
          <p:grpSpPr>
            <a:xfrm>
              <a:off x="3598300" y="5226099"/>
              <a:ext cx="595055" cy="356897"/>
              <a:chOff x="3380359" y="4711131"/>
              <a:chExt cx="595055" cy="356897"/>
            </a:xfrm>
          </p:grpSpPr>
          <p:sp>
            <p:nvSpPr>
              <p:cNvPr id="147" name="직사각형 146">
                <a:extLst>
                  <a:ext uri="{FF2B5EF4-FFF2-40B4-BE49-F238E27FC236}">
                    <a16:creationId xmlns:a16="http://schemas.microsoft.com/office/drawing/2014/main" id="{602103B0-57B0-03BC-E3AE-E2FF8976FDC8}"/>
                  </a:ext>
                </a:extLst>
              </p:cNvPr>
              <p:cNvSpPr/>
              <p:nvPr/>
            </p:nvSpPr>
            <p:spPr>
              <a:xfrm>
                <a:off x="3380359" y="4711131"/>
                <a:ext cx="595055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b="1" dirty="0">
                    <a:solidFill>
                      <a:schemeClr val="tx1"/>
                    </a:solidFill>
                  </a:rPr>
                  <a:t>20:10</a:t>
                </a:r>
                <a:endParaRPr lang="ko-KR" altLang="en-US" sz="8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8" name="직사각형 147">
                <a:extLst>
                  <a:ext uri="{FF2B5EF4-FFF2-40B4-BE49-F238E27FC236}">
                    <a16:creationId xmlns:a16="http://schemas.microsoft.com/office/drawing/2014/main" id="{76E12765-5C00-391A-3FE4-97CAF938CFB1}"/>
                  </a:ext>
                </a:extLst>
              </p:cNvPr>
              <p:cNvSpPr/>
              <p:nvPr/>
            </p:nvSpPr>
            <p:spPr>
              <a:xfrm>
                <a:off x="3380359" y="4888028"/>
                <a:ext cx="595055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700" dirty="0">
                    <a:solidFill>
                      <a:schemeClr val="bg2">
                        <a:lumMod val="50000"/>
                      </a:schemeClr>
                    </a:solidFill>
                  </a:rPr>
                  <a:t>INC</a:t>
                </a:r>
                <a:endParaRPr lang="ko-KR" altLang="en-US" sz="70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32" name="그룹 131">
              <a:extLst>
                <a:ext uri="{FF2B5EF4-FFF2-40B4-BE49-F238E27FC236}">
                  <a16:creationId xmlns:a16="http://schemas.microsoft.com/office/drawing/2014/main" id="{F82BE619-9298-DDD4-4DEC-2AB3A58FE58F}"/>
                </a:ext>
              </a:extLst>
            </p:cNvPr>
            <p:cNvGrpSpPr/>
            <p:nvPr/>
          </p:nvGrpSpPr>
          <p:grpSpPr>
            <a:xfrm>
              <a:off x="5640866" y="5226099"/>
              <a:ext cx="595055" cy="356897"/>
              <a:chOff x="4878956" y="4711131"/>
              <a:chExt cx="595055" cy="356897"/>
            </a:xfrm>
          </p:grpSpPr>
          <p:sp>
            <p:nvSpPr>
              <p:cNvPr id="145" name="직사각형 144">
                <a:extLst>
                  <a:ext uri="{FF2B5EF4-FFF2-40B4-BE49-F238E27FC236}">
                    <a16:creationId xmlns:a16="http://schemas.microsoft.com/office/drawing/2014/main" id="{CE219160-732D-E506-9A2A-480C60B93F4E}"/>
                  </a:ext>
                </a:extLst>
              </p:cNvPr>
              <p:cNvSpPr/>
              <p:nvPr/>
            </p:nvSpPr>
            <p:spPr>
              <a:xfrm>
                <a:off x="4878956" y="4711131"/>
                <a:ext cx="595055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b="1" dirty="0">
                    <a:solidFill>
                      <a:schemeClr val="tx1"/>
                    </a:solidFill>
                  </a:rPr>
                  <a:t>19:40</a:t>
                </a:r>
                <a:endParaRPr lang="ko-KR" altLang="en-US" sz="8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6" name="직사각형 145">
                <a:extLst>
                  <a:ext uri="{FF2B5EF4-FFF2-40B4-BE49-F238E27FC236}">
                    <a16:creationId xmlns:a16="http://schemas.microsoft.com/office/drawing/2014/main" id="{785DE132-7E87-050A-089D-0B70A1A7280B}"/>
                  </a:ext>
                </a:extLst>
              </p:cNvPr>
              <p:cNvSpPr/>
              <p:nvPr/>
            </p:nvSpPr>
            <p:spPr>
              <a:xfrm>
                <a:off x="4878956" y="4888028"/>
                <a:ext cx="595055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700" dirty="0">
                    <a:solidFill>
                      <a:schemeClr val="bg2">
                        <a:lumMod val="50000"/>
                      </a:schemeClr>
                    </a:solidFill>
                  </a:rPr>
                  <a:t>YYZ</a:t>
                </a:r>
                <a:endParaRPr lang="ko-KR" altLang="en-US" sz="70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33" name="그룹 132">
              <a:extLst>
                <a:ext uri="{FF2B5EF4-FFF2-40B4-BE49-F238E27FC236}">
                  <a16:creationId xmlns:a16="http://schemas.microsoft.com/office/drawing/2014/main" id="{00F0B5DD-A5B7-1C9D-CEF3-3C8FF2F2F992}"/>
                </a:ext>
              </a:extLst>
            </p:cNvPr>
            <p:cNvGrpSpPr/>
            <p:nvPr/>
          </p:nvGrpSpPr>
          <p:grpSpPr>
            <a:xfrm>
              <a:off x="4196971" y="5212537"/>
              <a:ext cx="1462362" cy="370459"/>
              <a:chOff x="4196971" y="4716047"/>
              <a:chExt cx="1462362" cy="370459"/>
            </a:xfrm>
          </p:grpSpPr>
          <p:grpSp>
            <p:nvGrpSpPr>
              <p:cNvPr id="139" name="그룹 138">
                <a:extLst>
                  <a:ext uri="{FF2B5EF4-FFF2-40B4-BE49-F238E27FC236}">
                    <a16:creationId xmlns:a16="http://schemas.microsoft.com/office/drawing/2014/main" id="{E6D836DE-4F3A-6E74-7118-B1F2C958A01A}"/>
                  </a:ext>
                </a:extLst>
              </p:cNvPr>
              <p:cNvGrpSpPr/>
              <p:nvPr/>
            </p:nvGrpSpPr>
            <p:grpSpPr>
              <a:xfrm>
                <a:off x="4196971" y="4879854"/>
                <a:ext cx="1462362" cy="45720"/>
                <a:chOff x="4373272" y="5400438"/>
                <a:chExt cx="1462362" cy="45720"/>
              </a:xfrm>
            </p:grpSpPr>
            <p:cxnSp>
              <p:nvCxnSpPr>
                <p:cNvPr id="142" name="직선 연결선 141">
                  <a:extLst>
                    <a:ext uri="{FF2B5EF4-FFF2-40B4-BE49-F238E27FC236}">
                      <a16:creationId xmlns:a16="http://schemas.microsoft.com/office/drawing/2014/main" id="{F186DB67-DC2F-8470-7B33-E7B59C4FF1A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391114" y="5423298"/>
                  <a:ext cx="1444520" cy="0"/>
                </a:xfrm>
                <a:prstGeom prst="line">
                  <a:avLst/>
                </a:prstGeom>
                <a:ln w="6350"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43" name="타원 142">
                  <a:extLst>
                    <a:ext uri="{FF2B5EF4-FFF2-40B4-BE49-F238E27FC236}">
                      <a16:creationId xmlns:a16="http://schemas.microsoft.com/office/drawing/2014/main" id="{BDFBAFBF-14A6-64D2-1518-5179059AC5E1}"/>
                    </a:ext>
                  </a:extLst>
                </p:cNvPr>
                <p:cNvSpPr/>
                <p:nvPr/>
              </p:nvSpPr>
              <p:spPr>
                <a:xfrm>
                  <a:off x="4373272" y="5400438"/>
                  <a:ext cx="45722" cy="45720"/>
                </a:xfrm>
                <a:prstGeom prst="ellipse">
                  <a:avLst/>
                </a:prstGeom>
                <a:solidFill>
                  <a:schemeClr val="bg2">
                    <a:lumMod val="50000"/>
                  </a:schemeClr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solidFill>
                      <a:schemeClr val="bg2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44" name="타원 143">
                  <a:extLst>
                    <a:ext uri="{FF2B5EF4-FFF2-40B4-BE49-F238E27FC236}">
                      <a16:creationId xmlns:a16="http://schemas.microsoft.com/office/drawing/2014/main" id="{2AA273F5-ADC9-B91C-7C6D-F9F145869C2D}"/>
                    </a:ext>
                  </a:extLst>
                </p:cNvPr>
                <p:cNvSpPr/>
                <p:nvPr/>
              </p:nvSpPr>
              <p:spPr>
                <a:xfrm>
                  <a:off x="5789912" y="5400438"/>
                  <a:ext cx="45722" cy="45720"/>
                </a:xfrm>
                <a:prstGeom prst="ellipse">
                  <a:avLst/>
                </a:prstGeom>
                <a:solidFill>
                  <a:schemeClr val="bg2">
                    <a:lumMod val="50000"/>
                  </a:schemeClr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bg2">
                        <a:lumMod val="50000"/>
                      </a:schemeClr>
                    </a:solidFill>
                  </a:endParaRPr>
                </a:p>
              </p:txBody>
            </p:sp>
          </p:grpSp>
          <p:sp>
            <p:nvSpPr>
              <p:cNvPr id="140" name="직사각형 139">
                <a:extLst>
                  <a:ext uri="{FF2B5EF4-FFF2-40B4-BE49-F238E27FC236}">
                    <a16:creationId xmlns:a16="http://schemas.microsoft.com/office/drawing/2014/main" id="{F4356960-F34B-42D6-338F-BA9E56403481}"/>
                  </a:ext>
                </a:extLst>
              </p:cNvPr>
              <p:cNvSpPr/>
              <p:nvPr/>
            </p:nvSpPr>
            <p:spPr>
              <a:xfrm>
                <a:off x="4640834" y="4716047"/>
                <a:ext cx="595055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600" dirty="0">
                    <a:solidFill>
                      <a:schemeClr val="bg2">
                        <a:lumMod val="50000"/>
                      </a:schemeClr>
                    </a:solidFill>
                  </a:rPr>
                  <a:t>직항</a:t>
                </a:r>
              </a:p>
            </p:txBody>
          </p:sp>
          <p:sp>
            <p:nvSpPr>
              <p:cNvPr id="141" name="직사각형 140">
                <a:extLst>
                  <a:ext uri="{FF2B5EF4-FFF2-40B4-BE49-F238E27FC236}">
                    <a16:creationId xmlns:a16="http://schemas.microsoft.com/office/drawing/2014/main" id="{C83C4049-C0EC-7C44-B059-03A915631A2B}"/>
                  </a:ext>
                </a:extLst>
              </p:cNvPr>
              <p:cNvSpPr/>
              <p:nvPr/>
            </p:nvSpPr>
            <p:spPr>
              <a:xfrm>
                <a:off x="4556309" y="4906506"/>
                <a:ext cx="760592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600" dirty="0">
                    <a:solidFill>
                      <a:schemeClr val="bg2">
                        <a:lumMod val="50000"/>
                      </a:schemeClr>
                    </a:solidFill>
                  </a:rPr>
                  <a:t>14</a:t>
                </a:r>
                <a:r>
                  <a:rPr lang="ko-KR" altLang="en-US" sz="600" dirty="0">
                    <a:solidFill>
                      <a:schemeClr val="bg2">
                        <a:lumMod val="50000"/>
                      </a:schemeClr>
                    </a:solidFill>
                  </a:rPr>
                  <a:t>시간 </a:t>
                </a:r>
                <a:r>
                  <a:rPr lang="en-US" altLang="ko-KR" sz="600" dirty="0">
                    <a:solidFill>
                      <a:schemeClr val="bg2">
                        <a:lumMod val="50000"/>
                      </a:schemeClr>
                    </a:solidFill>
                  </a:rPr>
                  <a:t>20</a:t>
                </a:r>
                <a:r>
                  <a:rPr lang="ko-KR" altLang="en-US" sz="600" dirty="0">
                    <a:solidFill>
                      <a:schemeClr val="bg2">
                        <a:lumMod val="50000"/>
                      </a:schemeClr>
                    </a:solidFill>
                  </a:rPr>
                  <a:t>분</a:t>
                </a:r>
              </a:p>
            </p:txBody>
          </p:sp>
        </p:grpSp>
        <p:pic>
          <p:nvPicPr>
            <p:cNvPr id="134" name="그래픽 133" descr="초승달 윤곽선">
              <a:extLst>
                <a:ext uri="{FF2B5EF4-FFF2-40B4-BE49-F238E27FC236}">
                  <a16:creationId xmlns:a16="http://schemas.microsoft.com/office/drawing/2014/main" id="{3311233E-AAA5-7612-E161-CAC0D0371FA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234662" y="5312257"/>
              <a:ext cx="180001" cy="180001"/>
            </a:xfrm>
            <a:prstGeom prst="rect">
              <a:avLst/>
            </a:prstGeom>
          </p:spPr>
        </p:pic>
        <p:sp>
          <p:nvSpPr>
            <p:cNvPr id="135" name="직사각형 134">
              <a:extLst>
                <a:ext uri="{FF2B5EF4-FFF2-40B4-BE49-F238E27FC236}">
                  <a16:creationId xmlns:a16="http://schemas.microsoft.com/office/drawing/2014/main" id="{BADA49F4-97E1-853F-7EEC-2F31CAF2C977}"/>
                </a:ext>
              </a:extLst>
            </p:cNvPr>
            <p:cNvSpPr/>
            <p:nvPr/>
          </p:nvSpPr>
          <p:spPr>
            <a:xfrm>
              <a:off x="2395012" y="5312257"/>
              <a:ext cx="1227738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b="1" dirty="0" err="1">
                  <a:solidFill>
                    <a:schemeClr val="tx1"/>
                  </a:solidFill>
                </a:rPr>
                <a:t>가루다인도네시아항공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grpSp>
          <p:nvGrpSpPr>
            <p:cNvPr id="136" name="그룹 135">
              <a:extLst>
                <a:ext uri="{FF2B5EF4-FFF2-40B4-BE49-F238E27FC236}">
                  <a16:creationId xmlns:a16="http://schemas.microsoft.com/office/drawing/2014/main" id="{6846CC7A-1C98-CC32-B2AF-E63D49C274BA}"/>
                </a:ext>
              </a:extLst>
            </p:cNvPr>
            <p:cNvGrpSpPr/>
            <p:nvPr/>
          </p:nvGrpSpPr>
          <p:grpSpPr>
            <a:xfrm>
              <a:off x="7165332" y="4365278"/>
              <a:ext cx="1227738" cy="180000"/>
              <a:chOff x="7197113" y="4365278"/>
              <a:chExt cx="1227738" cy="180000"/>
            </a:xfrm>
          </p:grpSpPr>
          <p:sp>
            <p:nvSpPr>
              <p:cNvPr id="137" name="직사각형 136">
                <a:extLst>
                  <a:ext uri="{FF2B5EF4-FFF2-40B4-BE49-F238E27FC236}">
                    <a16:creationId xmlns:a16="http://schemas.microsoft.com/office/drawing/2014/main" id="{2C01C9F2-2282-0FDD-2660-CC5A6330C3E7}"/>
                  </a:ext>
                </a:extLst>
              </p:cNvPr>
              <p:cNvSpPr/>
              <p:nvPr/>
            </p:nvSpPr>
            <p:spPr>
              <a:xfrm>
                <a:off x="7197113" y="4365278"/>
                <a:ext cx="443046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u="sng" dirty="0">
                    <a:solidFill>
                      <a:schemeClr val="tx1"/>
                    </a:solidFill>
                  </a:rPr>
                  <a:t>규정</a:t>
                </a:r>
              </a:p>
            </p:txBody>
          </p:sp>
          <p:sp>
            <p:nvSpPr>
              <p:cNvPr id="138" name="직사각형 137">
                <a:extLst>
                  <a:ext uri="{FF2B5EF4-FFF2-40B4-BE49-F238E27FC236}">
                    <a16:creationId xmlns:a16="http://schemas.microsoft.com/office/drawing/2014/main" id="{02418D9E-DA98-3CCA-983C-C584BF575901}"/>
                  </a:ext>
                </a:extLst>
              </p:cNvPr>
              <p:cNvSpPr/>
              <p:nvPr/>
            </p:nvSpPr>
            <p:spPr>
              <a:xfrm>
                <a:off x="7501913" y="4365278"/>
                <a:ext cx="922938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u="sng" dirty="0">
                    <a:solidFill>
                      <a:schemeClr val="tx1"/>
                    </a:solidFill>
                  </a:rPr>
                  <a:t>여행 상세일정</a:t>
                </a:r>
              </a:p>
            </p:txBody>
          </p:sp>
        </p:grpSp>
      </p:grpSp>
      <p:sp>
        <p:nvSpPr>
          <p:cNvPr id="162" name="직사각형 161">
            <a:extLst>
              <a:ext uri="{FF2B5EF4-FFF2-40B4-BE49-F238E27FC236}">
                <a16:creationId xmlns:a16="http://schemas.microsoft.com/office/drawing/2014/main" id="{0524DC3D-3356-9DB5-439E-E1525C868E43}"/>
              </a:ext>
            </a:extLst>
          </p:cNvPr>
          <p:cNvSpPr/>
          <p:nvPr/>
        </p:nvSpPr>
        <p:spPr>
          <a:xfrm>
            <a:off x="2113703" y="3020526"/>
            <a:ext cx="6214839" cy="17280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3" name="직사각형 162">
            <a:extLst>
              <a:ext uri="{FF2B5EF4-FFF2-40B4-BE49-F238E27FC236}">
                <a16:creationId xmlns:a16="http://schemas.microsoft.com/office/drawing/2014/main" id="{54E6E12B-591A-57C7-8231-4CA5AD77816C}"/>
              </a:ext>
            </a:extLst>
          </p:cNvPr>
          <p:cNvSpPr/>
          <p:nvPr/>
        </p:nvSpPr>
        <p:spPr>
          <a:xfrm>
            <a:off x="6358171" y="4433780"/>
            <a:ext cx="900000" cy="365907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err="1"/>
              <a:t>셀프예약</a:t>
            </a:r>
            <a:endParaRPr lang="ko-KR" altLang="en-US" sz="900" dirty="0"/>
          </a:p>
        </p:txBody>
      </p:sp>
      <p:sp>
        <p:nvSpPr>
          <p:cNvPr id="164" name="직사각형 163">
            <a:extLst>
              <a:ext uri="{FF2B5EF4-FFF2-40B4-BE49-F238E27FC236}">
                <a16:creationId xmlns:a16="http://schemas.microsoft.com/office/drawing/2014/main" id="{8358EA69-D6B5-7062-5E73-964104C50313}"/>
              </a:ext>
            </a:extLst>
          </p:cNvPr>
          <p:cNvSpPr/>
          <p:nvPr/>
        </p:nvSpPr>
        <p:spPr>
          <a:xfrm>
            <a:off x="7329201" y="4224230"/>
            <a:ext cx="900000" cy="365907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전담팀요청</a:t>
            </a:r>
            <a:endParaRPr lang="ko-KR" altLang="en-US" sz="9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pSp>
        <p:nvGrpSpPr>
          <p:cNvPr id="165" name="그룹 164">
            <a:extLst>
              <a:ext uri="{FF2B5EF4-FFF2-40B4-BE49-F238E27FC236}">
                <a16:creationId xmlns:a16="http://schemas.microsoft.com/office/drawing/2014/main" id="{4A1CA04B-C80F-C845-0DC7-0766B74EAE5B}"/>
              </a:ext>
            </a:extLst>
          </p:cNvPr>
          <p:cNvGrpSpPr/>
          <p:nvPr/>
        </p:nvGrpSpPr>
        <p:grpSpPr>
          <a:xfrm>
            <a:off x="6910877" y="3980534"/>
            <a:ext cx="1402471" cy="162601"/>
            <a:chOff x="6910877" y="4739316"/>
            <a:chExt cx="1402471" cy="162601"/>
          </a:xfrm>
        </p:grpSpPr>
        <p:sp>
          <p:nvSpPr>
            <p:cNvPr id="166" name="직사각형 165">
              <a:extLst>
                <a:ext uri="{FF2B5EF4-FFF2-40B4-BE49-F238E27FC236}">
                  <a16:creationId xmlns:a16="http://schemas.microsoft.com/office/drawing/2014/main" id="{5F1A7213-334B-EDFD-A370-8C0C85865123}"/>
                </a:ext>
              </a:extLst>
            </p:cNvPr>
            <p:cNvSpPr/>
            <p:nvPr/>
          </p:nvSpPr>
          <p:spPr>
            <a:xfrm>
              <a:off x="6910877" y="4764955"/>
              <a:ext cx="554002" cy="13696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총 요금</a:t>
              </a:r>
            </a:p>
          </p:txBody>
        </p:sp>
        <p:sp>
          <p:nvSpPr>
            <p:cNvPr id="167" name="직사각형 166">
              <a:extLst>
                <a:ext uri="{FF2B5EF4-FFF2-40B4-BE49-F238E27FC236}">
                  <a16:creationId xmlns:a16="http://schemas.microsoft.com/office/drawing/2014/main" id="{F21946DF-8A97-88BF-AEB9-8234EB8FBB0D}"/>
                </a:ext>
              </a:extLst>
            </p:cNvPr>
            <p:cNvSpPr/>
            <p:nvPr/>
          </p:nvSpPr>
          <p:spPr>
            <a:xfrm>
              <a:off x="7235113" y="4739316"/>
              <a:ext cx="1005024" cy="13696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b="1" dirty="0">
                  <a:solidFill>
                    <a:srgbClr val="4B90FF"/>
                  </a:solidFill>
                </a:rPr>
                <a:t>1,582,650</a:t>
              </a:r>
              <a:endParaRPr lang="ko-KR" altLang="en-US" sz="1100" b="1" dirty="0">
                <a:solidFill>
                  <a:srgbClr val="4B90FF"/>
                </a:solidFill>
              </a:endParaRPr>
            </a:p>
          </p:txBody>
        </p:sp>
        <p:sp>
          <p:nvSpPr>
            <p:cNvPr id="168" name="직사각형 167">
              <a:extLst>
                <a:ext uri="{FF2B5EF4-FFF2-40B4-BE49-F238E27FC236}">
                  <a16:creationId xmlns:a16="http://schemas.microsoft.com/office/drawing/2014/main" id="{B9F2C95B-7D31-A2C4-862F-8CE36E0E58A5}"/>
                </a:ext>
              </a:extLst>
            </p:cNvPr>
            <p:cNvSpPr/>
            <p:nvPr/>
          </p:nvSpPr>
          <p:spPr>
            <a:xfrm>
              <a:off x="8011880" y="4764955"/>
              <a:ext cx="301468" cy="13696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>
                  <a:solidFill>
                    <a:schemeClr val="tx1"/>
                  </a:solidFill>
                </a:rPr>
                <a:t>원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</p:grpSp>
      <p:sp>
        <p:nvSpPr>
          <p:cNvPr id="169" name="사각형: 둥근 모서리 168">
            <a:extLst>
              <a:ext uri="{FF2B5EF4-FFF2-40B4-BE49-F238E27FC236}">
                <a16:creationId xmlns:a16="http://schemas.microsoft.com/office/drawing/2014/main" id="{AB1D7B36-6CE7-2D0C-3715-4778094CB773}"/>
              </a:ext>
            </a:extLst>
          </p:cNvPr>
          <p:cNvSpPr/>
          <p:nvPr/>
        </p:nvSpPr>
        <p:spPr>
          <a:xfrm>
            <a:off x="2231123" y="3155165"/>
            <a:ext cx="432000" cy="151575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 err="1"/>
              <a:t>미준수</a:t>
            </a:r>
            <a:endParaRPr lang="ko-KR" altLang="en-US" sz="600" dirty="0"/>
          </a:p>
        </p:txBody>
      </p:sp>
      <p:sp>
        <p:nvSpPr>
          <p:cNvPr id="170" name="사각형: 둥근 모서리 169">
            <a:extLst>
              <a:ext uri="{FF2B5EF4-FFF2-40B4-BE49-F238E27FC236}">
                <a16:creationId xmlns:a16="http://schemas.microsoft.com/office/drawing/2014/main" id="{962F9238-1532-47C6-6BF1-3AD4B6B57E6F}"/>
              </a:ext>
            </a:extLst>
          </p:cNvPr>
          <p:cNvSpPr/>
          <p:nvPr/>
        </p:nvSpPr>
        <p:spPr>
          <a:xfrm>
            <a:off x="2703689" y="3144604"/>
            <a:ext cx="651986" cy="180000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>
                <a:solidFill>
                  <a:schemeClr val="tx1"/>
                </a:solidFill>
              </a:rPr>
              <a:t>잔여좌석 </a:t>
            </a:r>
            <a:r>
              <a:rPr lang="en-US" altLang="ko-KR" sz="600" dirty="0">
                <a:solidFill>
                  <a:schemeClr val="tx1"/>
                </a:solidFill>
              </a:rPr>
              <a:t>9</a:t>
            </a:r>
            <a:r>
              <a:rPr lang="ko-KR" altLang="en-US" sz="600" dirty="0">
                <a:solidFill>
                  <a:schemeClr val="tx1"/>
                </a:solidFill>
              </a:rPr>
              <a:t>석</a:t>
            </a:r>
          </a:p>
        </p:txBody>
      </p:sp>
      <p:pic>
        <p:nvPicPr>
          <p:cNvPr id="171" name="그래픽 170" descr="초승달 윤곽선">
            <a:extLst>
              <a:ext uri="{FF2B5EF4-FFF2-40B4-BE49-F238E27FC236}">
                <a16:creationId xmlns:a16="http://schemas.microsoft.com/office/drawing/2014/main" id="{7BCBF884-447C-2E45-964B-983B251C7D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34662" y="3511101"/>
            <a:ext cx="180001" cy="180001"/>
          </a:xfrm>
          <a:prstGeom prst="rect">
            <a:avLst/>
          </a:prstGeom>
        </p:spPr>
      </p:pic>
      <p:sp>
        <p:nvSpPr>
          <p:cNvPr id="172" name="직사각형 171">
            <a:extLst>
              <a:ext uri="{FF2B5EF4-FFF2-40B4-BE49-F238E27FC236}">
                <a16:creationId xmlns:a16="http://schemas.microsoft.com/office/drawing/2014/main" id="{2FBA4E64-1972-CA59-F5F8-86BBE4B53CF5}"/>
              </a:ext>
            </a:extLst>
          </p:cNvPr>
          <p:cNvSpPr/>
          <p:nvPr/>
        </p:nvSpPr>
        <p:spPr>
          <a:xfrm>
            <a:off x="2395403" y="3513441"/>
            <a:ext cx="595055" cy="18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b="1" dirty="0">
                <a:solidFill>
                  <a:schemeClr val="tx1"/>
                </a:solidFill>
              </a:rPr>
              <a:t>대한항공</a:t>
            </a:r>
          </a:p>
        </p:txBody>
      </p:sp>
      <p:grpSp>
        <p:nvGrpSpPr>
          <p:cNvPr id="173" name="그룹 172">
            <a:extLst>
              <a:ext uri="{FF2B5EF4-FFF2-40B4-BE49-F238E27FC236}">
                <a16:creationId xmlns:a16="http://schemas.microsoft.com/office/drawing/2014/main" id="{223168AD-8FB1-1F3E-EC91-1C4A189FD1EC}"/>
              </a:ext>
            </a:extLst>
          </p:cNvPr>
          <p:cNvGrpSpPr/>
          <p:nvPr/>
        </p:nvGrpSpPr>
        <p:grpSpPr>
          <a:xfrm>
            <a:off x="3598300" y="3511101"/>
            <a:ext cx="595055" cy="356897"/>
            <a:chOff x="3380359" y="4711131"/>
            <a:chExt cx="595055" cy="356897"/>
          </a:xfrm>
        </p:grpSpPr>
        <p:sp>
          <p:nvSpPr>
            <p:cNvPr id="174" name="직사각형 173">
              <a:extLst>
                <a:ext uri="{FF2B5EF4-FFF2-40B4-BE49-F238E27FC236}">
                  <a16:creationId xmlns:a16="http://schemas.microsoft.com/office/drawing/2014/main" id="{CFA2C277-1117-0CDB-914A-3BBB71C55EC7}"/>
                </a:ext>
              </a:extLst>
            </p:cNvPr>
            <p:cNvSpPr/>
            <p:nvPr/>
          </p:nvSpPr>
          <p:spPr>
            <a:xfrm>
              <a:off x="3380359" y="4711131"/>
              <a:ext cx="595055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</a:rPr>
                <a:t>20:10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175" name="직사각형 174">
              <a:extLst>
                <a:ext uri="{FF2B5EF4-FFF2-40B4-BE49-F238E27FC236}">
                  <a16:creationId xmlns:a16="http://schemas.microsoft.com/office/drawing/2014/main" id="{5082CF8F-89C8-61AB-7000-CEACFD1C0979}"/>
                </a:ext>
              </a:extLst>
            </p:cNvPr>
            <p:cNvSpPr/>
            <p:nvPr/>
          </p:nvSpPr>
          <p:spPr>
            <a:xfrm>
              <a:off x="3380359" y="4888028"/>
              <a:ext cx="595055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dirty="0">
                  <a:solidFill>
                    <a:schemeClr val="bg2">
                      <a:lumMod val="50000"/>
                    </a:schemeClr>
                  </a:solidFill>
                </a:rPr>
                <a:t>INC</a:t>
              </a:r>
              <a:endParaRPr lang="ko-KR" altLang="en-US" sz="7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  <p:grpSp>
        <p:nvGrpSpPr>
          <p:cNvPr id="176" name="그룹 175">
            <a:extLst>
              <a:ext uri="{FF2B5EF4-FFF2-40B4-BE49-F238E27FC236}">
                <a16:creationId xmlns:a16="http://schemas.microsoft.com/office/drawing/2014/main" id="{AE7FF1A6-46DA-384D-E97D-241341C016C6}"/>
              </a:ext>
            </a:extLst>
          </p:cNvPr>
          <p:cNvGrpSpPr/>
          <p:nvPr/>
        </p:nvGrpSpPr>
        <p:grpSpPr>
          <a:xfrm>
            <a:off x="5640866" y="3511101"/>
            <a:ext cx="595055" cy="356897"/>
            <a:chOff x="4878956" y="4711131"/>
            <a:chExt cx="595055" cy="356897"/>
          </a:xfrm>
        </p:grpSpPr>
        <p:sp>
          <p:nvSpPr>
            <p:cNvPr id="177" name="직사각형 176">
              <a:extLst>
                <a:ext uri="{FF2B5EF4-FFF2-40B4-BE49-F238E27FC236}">
                  <a16:creationId xmlns:a16="http://schemas.microsoft.com/office/drawing/2014/main" id="{B31C8029-00E1-4C5B-5EF0-545795690A59}"/>
                </a:ext>
              </a:extLst>
            </p:cNvPr>
            <p:cNvSpPr/>
            <p:nvPr/>
          </p:nvSpPr>
          <p:spPr>
            <a:xfrm>
              <a:off x="4878956" y="4711131"/>
              <a:ext cx="595055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</a:rPr>
                <a:t>19:40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178" name="직사각형 177">
              <a:extLst>
                <a:ext uri="{FF2B5EF4-FFF2-40B4-BE49-F238E27FC236}">
                  <a16:creationId xmlns:a16="http://schemas.microsoft.com/office/drawing/2014/main" id="{66499CBA-9DE9-6153-9D16-2EA8C9C01A14}"/>
                </a:ext>
              </a:extLst>
            </p:cNvPr>
            <p:cNvSpPr/>
            <p:nvPr/>
          </p:nvSpPr>
          <p:spPr>
            <a:xfrm>
              <a:off x="4878956" y="4888028"/>
              <a:ext cx="595055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dirty="0">
                  <a:solidFill>
                    <a:schemeClr val="bg2">
                      <a:lumMod val="50000"/>
                    </a:schemeClr>
                  </a:solidFill>
                </a:rPr>
                <a:t>YYZ</a:t>
              </a:r>
              <a:endParaRPr lang="ko-KR" altLang="en-US" sz="7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  <p:grpSp>
        <p:nvGrpSpPr>
          <p:cNvPr id="179" name="그룹 178">
            <a:extLst>
              <a:ext uri="{FF2B5EF4-FFF2-40B4-BE49-F238E27FC236}">
                <a16:creationId xmlns:a16="http://schemas.microsoft.com/office/drawing/2014/main" id="{D652EBFC-2A50-E187-C86C-A5C95F55E503}"/>
              </a:ext>
            </a:extLst>
          </p:cNvPr>
          <p:cNvGrpSpPr/>
          <p:nvPr/>
        </p:nvGrpSpPr>
        <p:grpSpPr>
          <a:xfrm>
            <a:off x="4201631" y="3507684"/>
            <a:ext cx="1457702" cy="378040"/>
            <a:chOff x="4201631" y="4717797"/>
            <a:chExt cx="1457702" cy="378040"/>
          </a:xfrm>
        </p:grpSpPr>
        <p:grpSp>
          <p:nvGrpSpPr>
            <p:cNvPr id="180" name="그룹 179">
              <a:extLst>
                <a:ext uri="{FF2B5EF4-FFF2-40B4-BE49-F238E27FC236}">
                  <a16:creationId xmlns:a16="http://schemas.microsoft.com/office/drawing/2014/main" id="{442C97B5-616E-DC54-CE65-FA14487458E2}"/>
                </a:ext>
              </a:extLst>
            </p:cNvPr>
            <p:cNvGrpSpPr/>
            <p:nvPr/>
          </p:nvGrpSpPr>
          <p:grpSpPr>
            <a:xfrm>
              <a:off x="4201631" y="4876802"/>
              <a:ext cx="1457702" cy="45720"/>
              <a:chOff x="4377932" y="5397386"/>
              <a:chExt cx="1457702" cy="45720"/>
            </a:xfrm>
          </p:grpSpPr>
          <p:cxnSp>
            <p:nvCxnSpPr>
              <p:cNvPr id="183" name="직선 연결선 182">
                <a:extLst>
                  <a:ext uri="{FF2B5EF4-FFF2-40B4-BE49-F238E27FC236}">
                    <a16:creationId xmlns:a16="http://schemas.microsoft.com/office/drawing/2014/main" id="{911CB5B2-51A9-297A-36BD-9AC93FD42B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83006" y="5420246"/>
                <a:ext cx="1452628" cy="0"/>
              </a:xfrm>
              <a:prstGeom prst="line">
                <a:avLst/>
              </a:prstGeom>
              <a:ln w="6350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4" name="타원 183">
                <a:extLst>
                  <a:ext uri="{FF2B5EF4-FFF2-40B4-BE49-F238E27FC236}">
                    <a16:creationId xmlns:a16="http://schemas.microsoft.com/office/drawing/2014/main" id="{32A462E2-808E-BEE1-92FD-B50246B75311}"/>
                  </a:ext>
                </a:extLst>
              </p:cNvPr>
              <p:cNvSpPr/>
              <p:nvPr/>
            </p:nvSpPr>
            <p:spPr>
              <a:xfrm>
                <a:off x="4377932" y="5397387"/>
                <a:ext cx="45719" cy="45719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85" name="타원 184">
                <a:extLst>
                  <a:ext uri="{FF2B5EF4-FFF2-40B4-BE49-F238E27FC236}">
                    <a16:creationId xmlns:a16="http://schemas.microsoft.com/office/drawing/2014/main" id="{47CFC7F4-4784-0260-80B6-26C0703BDEDF}"/>
                  </a:ext>
                </a:extLst>
              </p:cNvPr>
              <p:cNvSpPr/>
              <p:nvPr/>
            </p:nvSpPr>
            <p:spPr>
              <a:xfrm>
                <a:off x="5789912" y="5397386"/>
                <a:ext cx="45722" cy="45720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p:grpSp>
        <p:sp>
          <p:nvSpPr>
            <p:cNvPr id="181" name="직사각형 180">
              <a:extLst>
                <a:ext uri="{FF2B5EF4-FFF2-40B4-BE49-F238E27FC236}">
                  <a16:creationId xmlns:a16="http://schemas.microsoft.com/office/drawing/2014/main" id="{042FAA5B-2CB7-C192-F7AC-7C46E510DD21}"/>
                </a:ext>
              </a:extLst>
            </p:cNvPr>
            <p:cNvSpPr/>
            <p:nvPr/>
          </p:nvSpPr>
          <p:spPr>
            <a:xfrm>
              <a:off x="4635492" y="4717797"/>
              <a:ext cx="595055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600" dirty="0">
                  <a:solidFill>
                    <a:schemeClr val="bg2">
                      <a:lumMod val="50000"/>
                    </a:schemeClr>
                  </a:solidFill>
                </a:rPr>
                <a:t>직항</a:t>
              </a:r>
            </a:p>
          </p:txBody>
        </p:sp>
        <p:sp>
          <p:nvSpPr>
            <p:cNvPr id="182" name="직사각형 181">
              <a:extLst>
                <a:ext uri="{FF2B5EF4-FFF2-40B4-BE49-F238E27FC236}">
                  <a16:creationId xmlns:a16="http://schemas.microsoft.com/office/drawing/2014/main" id="{C99A9671-1E06-7A7E-5822-EB7B5DF30339}"/>
                </a:ext>
              </a:extLst>
            </p:cNvPr>
            <p:cNvSpPr/>
            <p:nvPr/>
          </p:nvSpPr>
          <p:spPr>
            <a:xfrm>
              <a:off x="4552723" y="4915837"/>
              <a:ext cx="760592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>
                  <a:solidFill>
                    <a:schemeClr val="bg2">
                      <a:lumMod val="50000"/>
                    </a:schemeClr>
                  </a:solidFill>
                </a:rPr>
                <a:t>14</a:t>
              </a:r>
              <a:r>
                <a:rPr lang="ko-KR" altLang="en-US" sz="600" dirty="0">
                  <a:solidFill>
                    <a:schemeClr val="bg2">
                      <a:lumMod val="50000"/>
                    </a:schemeClr>
                  </a:solidFill>
                </a:rPr>
                <a:t>시간 </a:t>
              </a:r>
              <a:r>
                <a:rPr lang="en-US" altLang="ko-KR" sz="600" dirty="0">
                  <a:solidFill>
                    <a:schemeClr val="bg2">
                      <a:lumMod val="50000"/>
                    </a:schemeClr>
                  </a:solidFill>
                </a:rPr>
                <a:t>20</a:t>
              </a:r>
              <a:r>
                <a:rPr lang="ko-KR" altLang="en-US" sz="600" dirty="0">
                  <a:solidFill>
                    <a:schemeClr val="bg2">
                      <a:lumMod val="50000"/>
                    </a:schemeClr>
                  </a:solidFill>
                </a:rPr>
                <a:t>분</a:t>
              </a:r>
            </a:p>
          </p:txBody>
        </p:sp>
      </p:grpSp>
      <p:grpSp>
        <p:nvGrpSpPr>
          <p:cNvPr id="186" name="그룹 185">
            <a:extLst>
              <a:ext uri="{FF2B5EF4-FFF2-40B4-BE49-F238E27FC236}">
                <a16:creationId xmlns:a16="http://schemas.microsoft.com/office/drawing/2014/main" id="{569B6943-D4BF-F151-77FE-23B29ACD22E2}"/>
              </a:ext>
            </a:extLst>
          </p:cNvPr>
          <p:cNvGrpSpPr/>
          <p:nvPr/>
        </p:nvGrpSpPr>
        <p:grpSpPr>
          <a:xfrm>
            <a:off x="3598300" y="4439837"/>
            <a:ext cx="595055" cy="356897"/>
            <a:chOff x="3380359" y="4711131"/>
            <a:chExt cx="595055" cy="356897"/>
          </a:xfrm>
        </p:grpSpPr>
        <p:sp>
          <p:nvSpPr>
            <p:cNvPr id="187" name="직사각형 186">
              <a:extLst>
                <a:ext uri="{FF2B5EF4-FFF2-40B4-BE49-F238E27FC236}">
                  <a16:creationId xmlns:a16="http://schemas.microsoft.com/office/drawing/2014/main" id="{05140AC4-0245-EE6D-F798-1206ACABC6C3}"/>
                </a:ext>
              </a:extLst>
            </p:cNvPr>
            <p:cNvSpPr/>
            <p:nvPr/>
          </p:nvSpPr>
          <p:spPr>
            <a:xfrm>
              <a:off x="3380359" y="4711131"/>
              <a:ext cx="595055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</a:rPr>
                <a:t>20:10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188" name="직사각형 187">
              <a:extLst>
                <a:ext uri="{FF2B5EF4-FFF2-40B4-BE49-F238E27FC236}">
                  <a16:creationId xmlns:a16="http://schemas.microsoft.com/office/drawing/2014/main" id="{04695D4A-3AED-09D6-DD55-F132315A32E1}"/>
                </a:ext>
              </a:extLst>
            </p:cNvPr>
            <p:cNvSpPr/>
            <p:nvPr/>
          </p:nvSpPr>
          <p:spPr>
            <a:xfrm>
              <a:off x="3380359" y="4888028"/>
              <a:ext cx="595055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dirty="0">
                  <a:solidFill>
                    <a:schemeClr val="bg2">
                      <a:lumMod val="50000"/>
                    </a:schemeClr>
                  </a:solidFill>
                </a:rPr>
                <a:t>INC</a:t>
              </a:r>
              <a:endParaRPr lang="ko-KR" altLang="en-US" sz="7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  <p:grpSp>
        <p:nvGrpSpPr>
          <p:cNvPr id="189" name="그룹 188">
            <a:extLst>
              <a:ext uri="{FF2B5EF4-FFF2-40B4-BE49-F238E27FC236}">
                <a16:creationId xmlns:a16="http://schemas.microsoft.com/office/drawing/2014/main" id="{B6684E19-409B-A437-E929-146018AD90A0}"/>
              </a:ext>
            </a:extLst>
          </p:cNvPr>
          <p:cNvGrpSpPr/>
          <p:nvPr/>
        </p:nvGrpSpPr>
        <p:grpSpPr>
          <a:xfrm>
            <a:off x="5640866" y="4439837"/>
            <a:ext cx="595055" cy="356897"/>
            <a:chOff x="4878956" y="4711131"/>
            <a:chExt cx="595055" cy="356897"/>
          </a:xfrm>
        </p:grpSpPr>
        <p:sp>
          <p:nvSpPr>
            <p:cNvPr id="190" name="직사각형 189">
              <a:extLst>
                <a:ext uri="{FF2B5EF4-FFF2-40B4-BE49-F238E27FC236}">
                  <a16:creationId xmlns:a16="http://schemas.microsoft.com/office/drawing/2014/main" id="{6026804B-9FE6-C2A6-1FA3-09B3AFE9BB2F}"/>
                </a:ext>
              </a:extLst>
            </p:cNvPr>
            <p:cNvSpPr/>
            <p:nvPr/>
          </p:nvSpPr>
          <p:spPr>
            <a:xfrm>
              <a:off x="4878956" y="4711131"/>
              <a:ext cx="595055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</a:rPr>
                <a:t>19:40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191" name="직사각형 190">
              <a:extLst>
                <a:ext uri="{FF2B5EF4-FFF2-40B4-BE49-F238E27FC236}">
                  <a16:creationId xmlns:a16="http://schemas.microsoft.com/office/drawing/2014/main" id="{9F11F4F5-777E-04CE-B9F5-5203E3B8D593}"/>
                </a:ext>
              </a:extLst>
            </p:cNvPr>
            <p:cNvSpPr/>
            <p:nvPr/>
          </p:nvSpPr>
          <p:spPr>
            <a:xfrm>
              <a:off x="4878956" y="4888028"/>
              <a:ext cx="595055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dirty="0">
                  <a:solidFill>
                    <a:schemeClr val="bg2">
                      <a:lumMod val="50000"/>
                    </a:schemeClr>
                  </a:solidFill>
                </a:rPr>
                <a:t>YYZ</a:t>
              </a:r>
              <a:endParaRPr lang="ko-KR" altLang="en-US" sz="7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  <p:grpSp>
        <p:nvGrpSpPr>
          <p:cNvPr id="192" name="그룹 191">
            <a:extLst>
              <a:ext uri="{FF2B5EF4-FFF2-40B4-BE49-F238E27FC236}">
                <a16:creationId xmlns:a16="http://schemas.microsoft.com/office/drawing/2014/main" id="{860209DE-06CA-1CB5-EAEF-B2F532A2279C}"/>
              </a:ext>
            </a:extLst>
          </p:cNvPr>
          <p:cNvGrpSpPr/>
          <p:nvPr/>
        </p:nvGrpSpPr>
        <p:grpSpPr>
          <a:xfrm>
            <a:off x="4196971" y="4426275"/>
            <a:ext cx="1462362" cy="370459"/>
            <a:chOff x="4196971" y="4716047"/>
            <a:chExt cx="1462362" cy="370459"/>
          </a:xfrm>
        </p:grpSpPr>
        <p:grpSp>
          <p:nvGrpSpPr>
            <p:cNvPr id="193" name="그룹 192">
              <a:extLst>
                <a:ext uri="{FF2B5EF4-FFF2-40B4-BE49-F238E27FC236}">
                  <a16:creationId xmlns:a16="http://schemas.microsoft.com/office/drawing/2014/main" id="{9D2C1021-A19E-B24C-94FC-2E7C28CF3FB1}"/>
                </a:ext>
              </a:extLst>
            </p:cNvPr>
            <p:cNvGrpSpPr/>
            <p:nvPr/>
          </p:nvGrpSpPr>
          <p:grpSpPr>
            <a:xfrm>
              <a:off x="4196971" y="4879854"/>
              <a:ext cx="1462362" cy="45720"/>
              <a:chOff x="4373272" y="5400438"/>
              <a:chExt cx="1462362" cy="45720"/>
            </a:xfrm>
          </p:grpSpPr>
          <p:cxnSp>
            <p:nvCxnSpPr>
              <p:cNvPr id="196" name="직선 연결선 195">
                <a:extLst>
                  <a:ext uri="{FF2B5EF4-FFF2-40B4-BE49-F238E27FC236}">
                    <a16:creationId xmlns:a16="http://schemas.microsoft.com/office/drawing/2014/main" id="{5BC553C6-9825-0470-C4C9-23A756D7B01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91114" y="5423298"/>
                <a:ext cx="1444520" cy="0"/>
              </a:xfrm>
              <a:prstGeom prst="line">
                <a:avLst/>
              </a:prstGeom>
              <a:ln w="6350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7" name="타원 196">
                <a:extLst>
                  <a:ext uri="{FF2B5EF4-FFF2-40B4-BE49-F238E27FC236}">
                    <a16:creationId xmlns:a16="http://schemas.microsoft.com/office/drawing/2014/main" id="{2B1518F4-0227-E2D8-398F-FDE865C82FED}"/>
                  </a:ext>
                </a:extLst>
              </p:cNvPr>
              <p:cNvSpPr/>
              <p:nvPr/>
            </p:nvSpPr>
            <p:spPr>
              <a:xfrm>
                <a:off x="4373272" y="5400438"/>
                <a:ext cx="45722" cy="45720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98" name="타원 197">
                <a:extLst>
                  <a:ext uri="{FF2B5EF4-FFF2-40B4-BE49-F238E27FC236}">
                    <a16:creationId xmlns:a16="http://schemas.microsoft.com/office/drawing/2014/main" id="{2F29BF54-FFB5-3816-67F9-2046E2151643}"/>
                  </a:ext>
                </a:extLst>
              </p:cNvPr>
              <p:cNvSpPr/>
              <p:nvPr/>
            </p:nvSpPr>
            <p:spPr>
              <a:xfrm>
                <a:off x="5789912" y="5400438"/>
                <a:ext cx="45722" cy="45720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p:grpSp>
        <p:sp>
          <p:nvSpPr>
            <p:cNvPr id="194" name="직사각형 193">
              <a:extLst>
                <a:ext uri="{FF2B5EF4-FFF2-40B4-BE49-F238E27FC236}">
                  <a16:creationId xmlns:a16="http://schemas.microsoft.com/office/drawing/2014/main" id="{07393B27-F4E8-0EAA-1145-13D63B07738B}"/>
                </a:ext>
              </a:extLst>
            </p:cNvPr>
            <p:cNvSpPr/>
            <p:nvPr/>
          </p:nvSpPr>
          <p:spPr>
            <a:xfrm>
              <a:off x="4640834" y="4716047"/>
              <a:ext cx="595055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600" dirty="0">
                  <a:solidFill>
                    <a:schemeClr val="bg2">
                      <a:lumMod val="50000"/>
                    </a:schemeClr>
                  </a:solidFill>
                </a:rPr>
                <a:t>직항</a:t>
              </a:r>
            </a:p>
          </p:txBody>
        </p:sp>
        <p:sp>
          <p:nvSpPr>
            <p:cNvPr id="195" name="직사각형 194">
              <a:extLst>
                <a:ext uri="{FF2B5EF4-FFF2-40B4-BE49-F238E27FC236}">
                  <a16:creationId xmlns:a16="http://schemas.microsoft.com/office/drawing/2014/main" id="{F2013E2F-DF30-BA73-BEC0-F3A3543DBD71}"/>
                </a:ext>
              </a:extLst>
            </p:cNvPr>
            <p:cNvSpPr/>
            <p:nvPr/>
          </p:nvSpPr>
          <p:spPr>
            <a:xfrm>
              <a:off x="4556309" y="4906506"/>
              <a:ext cx="760592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>
                  <a:solidFill>
                    <a:schemeClr val="bg2">
                      <a:lumMod val="50000"/>
                    </a:schemeClr>
                  </a:solidFill>
                </a:rPr>
                <a:t>14</a:t>
              </a:r>
              <a:r>
                <a:rPr lang="ko-KR" altLang="en-US" sz="600" dirty="0">
                  <a:solidFill>
                    <a:schemeClr val="bg2">
                      <a:lumMod val="50000"/>
                    </a:schemeClr>
                  </a:solidFill>
                </a:rPr>
                <a:t>시간 </a:t>
              </a:r>
              <a:r>
                <a:rPr lang="en-US" altLang="ko-KR" sz="600" dirty="0">
                  <a:solidFill>
                    <a:schemeClr val="bg2">
                      <a:lumMod val="50000"/>
                    </a:schemeClr>
                  </a:solidFill>
                </a:rPr>
                <a:t>20</a:t>
              </a:r>
              <a:r>
                <a:rPr lang="ko-KR" altLang="en-US" sz="600" dirty="0">
                  <a:solidFill>
                    <a:schemeClr val="bg2">
                      <a:lumMod val="50000"/>
                    </a:schemeClr>
                  </a:solidFill>
                </a:rPr>
                <a:t>분</a:t>
              </a:r>
            </a:p>
          </p:txBody>
        </p:sp>
      </p:grpSp>
      <p:pic>
        <p:nvPicPr>
          <p:cNvPr id="199" name="그래픽 198" descr="초승달 윤곽선">
            <a:extLst>
              <a:ext uri="{FF2B5EF4-FFF2-40B4-BE49-F238E27FC236}">
                <a16:creationId xmlns:a16="http://schemas.microsoft.com/office/drawing/2014/main" id="{77F60359-D9FE-5AA2-7E67-081E8D0BBD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34662" y="4525995"/>
            <a:ext cx="180001" cy="180001"/>
          </a:xfrm>
          <a:prstGeom prst="rect">
            <a:avLst/>
          </a:prstGeom>
        </p:spPr>
      </p:pic>
      <p:sp>
        <p:nvSpPr>
          <p:cNvPr id="200" name="직사각형 199">
            <a:extLst>
              <a:ext uri="{FF2B5EF4-FFF2-40B4-BE49-F238E27FC236}">
                <a16:creationId xmlns:a16="http://schemas.microsoft.com/office/drawing/2014/main" id="{5305C85A-4073-224B-96F7-7B43D5B383C1}"/>
              </a:ext>
            </a:extLst>
          </p:cNvPr>
          <p:cNvSpPr/>
          <p:nvPr/>
        </p:nvSpPr>
        <p:spPr>
          <a:xfrm>
            <a:off x="2395012" y="4525995"/>
            <a:ext cx="1227738" cy="18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b="1" dirty="0">
                <a:solidFill>
                  <a:schemeClr val="tx1"/>
                </a:solidFill>
              </a:rPr>
              <a:t>대한항공</a:t>
            </a:r>
          </a:p>
        </p:txBody>
      </p:sp>
      <p:grpSp>
        <p:nvGrpSpPr>
          <p:cNvPr id="201" name="그룹 200">
            <a:extLst>
              <a:ext uri="{FF2B5EF4-FFF2-40B4-BE49-F238E27FC236}">
                <a16:creationId xmlns:a16="http://schemas.microsoft.com/office/drawing/2014/main" id="{3C978935-2562-4EE2-F060-E9880B978BEF}"/>
              </a:ext>
            </a:extLst>
          </p:cNvPr>
          <p:cNvGrpSpPr/>
          <p:nvPr/>
        </p:nvGrpSpPr>
        <p:grpSpPr>
          <a:xfrm>
            <a:off x="7165332" y="3155165"/>
            <a:ext cx="1227738" cy="180000"/>
            <a:chOff x="7197113" y="4365278"/>
            <a:chExt cx="1227738" cy="180000"/>
          </a:xfrm>
        </p:grpSpPr>
        <p:sp>
          <p:nvSpPr>
            <p:cNvPr id="202" name="직사각형 201">
              <a:extLst>
                <a:ext uri="{FF2B5EF4-FFF2-40B4-BE49-F238E27FC236}">
                  <a16:creationId xmlns:a16="http://schemas.microsoft.com/office/drawing/2014/main" id="{4B6B2D43-6799-18D6-F5A5-B03D4A255801}"/>
                </a:ext>
              </a:extLst>
            </p:cNvPr>
            <p:cNvSpPr/>
            <p:nvPr/>
          </p:nvSpPr>
          <p:spPr>
            <a:xfrm>
              <a:off x="7197113" y="4365278"/>
              <a:ext cx="443046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u="sng" dirty="0">
                  <a:solidFill>
                    <a:schemeClr val="tx1"/>
                  </a:solidFill>
                </a:rPr>
                <a:t>규정</a:t>
              </a:r>
            </a:p>
          </p:txBody>
        </p:sp>
        <p:sp>
          <p:nvSpPr>
            <p:cNvPr id="203" name="직사각형 202">
              <a:extLst>
                <a:ext uri="{FF2B5EF4-FFF2-40B4-BE49-F238E27FC236}">
                  <a16:creationId xmlns:a16="http://schemas.microsoft.com/office/drawing/2014/main" id="{361A33F8-0ADB-8AA6-AB62-639D1F716E9F}"/>
                </a:ext>
              </a:extLst>
            </p:cNvPr>
            <p:cNvSpPr/>
            <p:nvPr/>
          </p:nvSpPr>
          <p:spPr>
            <a:xfrm>
              <a:off x="7501913" y="4365278"/>
              <a:ext cx="922938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u="sng" dirty="0">
                  <a:solidFill>
                    <a:schemeClr val="tx1"/>
                  </a:solidFill>
                </a:rPr>
                <a:t>여행 상세일정</a:t>
              </a:r>
            </a:p>
          </p:txBody>
        </p:sp>
      </p:grpSp>
      <p:sp>
        <p:nvSpPr>
          <p:cNvPr id="204" name="직사각형 203">
            <a:extLst>
              <a:ext uri="{FF2B5EF4-FFF2-40B4-BE49-F238E27FC236}">
                <a16:creationId xmlns:a16="http://schemas.microsoft.com/office/drawing/2014/main" id="{12636DBD-E920-C820-6745-4EFD59C773FF}"/>
              </a:ext>
            </a:extLst>
          </p:cNvPr>
          <p:cNvSpPr/>
          <p:nvPr/>
        </p:nvSpPr>
        <p:spPr>
          <a:xfrm>
            <a:off x="5644985" y="3323691"/>
            <a:ext cx="595055" cy="18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solidFill>
                  <a:srgbClr val="4B90FF"/>
                </a:solidFill>
              </a:rPr>
              <a:t>(+1</a:t>
            </a:r>
            <a:r>
              <a:rPr lang="ko-KR" altLang="en-US" sz="700" dirty="0">
                <a:solidFill>
                  <a:srgbClr val="4B90FF"/>
                </a:solidFill>
              </a:rPr>
              <a:t>일</a:t>
            </a:r>
            <a:r>
              <a:rPr lang="en-US" altLang="ko-KR" sz="700" dirty="0">
                <a:solidFill>
                  <a:srgbClr val="4B90FF"/>
                </a:solidFill>
              </a:rPr>
              <a:t>)</a:t>
            </a:r>
            <a:endParaRPr lang="ko-KR" altLang="en-US" sz="700" dirty="0">
              <a:solidFill>
                <a:srgbClr val="4B90FF"/>
              </a:solidFill>
            </a:endParaRPr>
          </a:p>
        </p:txBody>
      </p:sp>
      <p:sp>
        <p:nvSpPr>
          <p:cNvPr id="205" name="직사각형 204">
            <a:extLst>
              <a:ext uri="{FF2B5EF4-FFF2-40B4-BE49-F238E27FC236}">
                <a16:creationId xmlns:a16="http://schemas.microsoft.com/office/drawing/2014/main" id="{932C98DF-D1CC-B08F-6F20-214D7103AAC9}"/>
              </a:ext>
            </a:extLst>
          </p:cNvPr>
          <p:cNvSpPr/>
          <p:nvPr/>
        </p:nvSpPr>
        <p:spPr>
          <a:xfrm>
            <a:off x="5640866" y="4036725"/>
            <a:ext cx="595055" cy="18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solidFill>
                  <a:srgbClr val="4B90FF"/>
                </a:solidFill>
              </a:rPr>
              <a:t>(+1</a:t>
            </a:r>
            <a:r>
              <a:rPr lang="ko-KR" altLang="en-US" sz="700" dirty="0">
                <a:solidFill>
                  <a:srgbClr val="4B90FF"/>
                </a:solidFill>
              </a:rPr>
              <a:t>일</a:t>
            </a:r>
            <a:r>
              <a:rPr lang="en-US" altLang="ko-KR" sz="700" dirty="0">
                <a:solidFill>
                  <a:srgbClr val="4B90FF"/>
                </a:solidFill>
              </a:rPr>
              <a:t>)</a:t>
            </a:r>
            <a:endParaRPr lang="ko-KR" altLang="en-US" sz="700" dirty="0">
              <a:solidFill>
                <a:srgbClr val="4B90FF"/>
              </a:solidFill>
            </a:endParaRPr>
          </a:p>
        </p:txBody>
      </p:sp>
      <p:grpSp>
        <p:nvGrpSpPr>
          <p:cNvPr id="209" name="그룹 208">
            <a:extLst>
              <a:ext uri="{FF2B5EF4-FFF2-40B4-BE49-F238E27FC236}">
                <a16:creationId xmlns:a16="http://schemas.microsoft.com/office/drawing/2014/main" id="{13C8A0DD-D03E-94CD-EBAA-5B69CBEE24FC}"/>
              </a:ext>
            </a:extLst>
          </p:cNvPr>
          <p:cNvGrpSpPr/>
          <p:nvPr/>
        </p:nvGrpSpPr>
        <p:grpSpPr>
          <a:xfrm>
            <a:off x="3178927" y="5253705"/>
            <a:ext cx="413954" cy="180000"/>
            <a:chOff x="4157366" y="5471111"/>
            <a:chExt cx="413954" cy="180000"/>
          </a:xfrm>
        </p:grpSpPr>
        <p:grpSp>
          <p:nvGrpSpPr>
            <p:cNvPr id="210" name="그룹 209">
              <a:extLst>
                <a:ext uri="{FF2B5EF4-FFF2-40B4-BE49-F238E27FC236}">
                  <a16:creationId xmlns:a16="http://schemas.microsoft.com/office/drawing/2014/main" id="{D02812B1-7BA1-5B9B-ABE8-C786D11A6110}"/>
                </a:ext>
              </a:extLst>
            </p:cNvPr>
            <p:cNvGrpSpPr/>
            <p:nvPr/>
          </p:nvGrpSpPr>
          <p:grpSpPr>
            <a:xfrm>
              <a:off x="4157366" y="5471111"/>
              <a:ext cx="186350" cy="180000"/>
              <a:chOff x="4320179" y="4982392"/>
              <a:chExt cx="186350" cy="180000"/>
            </a:xfrm>
          </p:grpSpPr>
          <p:sp>
            <p:nvSpPr>
              <p:cNvPr id="214" name="직사각형 213">
                <a:extLst>
                  <a:ext uri="{FF2B5EF4-FFF2-40B4-BE49-F238E27FC236}">
                    <a16:creationId xmlns:a16="http://schemas.microsoft.com/office/drawing/2014/main" id="{96031E26-4932-BAEF-DA29-7DDF70AF7618}"/>
                  </a:ext>
                </a:extLst>
              </p:cNvPr>
              <p:cNvSpPr/>
              <p:nvPr/>
            </p:nvSpPr>
            <p:spPr>
              <a:xfrm>
                <a:off x="4323354" y="4982392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215" name="그래픽 214" descr="왼쪽 캐럿 윤곽선">
                <a:extLst>
                  <a:ext uri="{FF2B5EF4-FFF2-40B4-BE49-F238E27FC236}">
                    <a16:creationId xmlns:a16="http://schemas.microsoft.com/office/drawing/2014/main" id="{523F3E47-BB98-DA6A-B772-03A65FF587E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4320179" y="4995684"/>
                <a:ext cx="153417" cy="153417"/>
              </a:xfrm>
              <a:prstGeom prst="rect">
                <a:avLst/>
              </a:prstGeom>
            </p:spPr>
          </p:pic>
          <p:pic>
            <p:nvPicPr>
              <p:cNvPr id="216" name="그래픽 215" descr="왼쪽 캐럿 윤곽선">
                <a:extLst>
                  <a:ext uri="{FF2B5EF4-FFF2-40B4-BE49-F238E27FC236}">
                    <a16:creationId xmlns:a16="http://schemas.microsoft.com/office/drawing/2014/main" id="{E5E56035-1AA0-EE22-B60E-9511556ECD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4353112" y="4995684"/>
                <a:ext cx="153417" cy="153417"/>
              </a:xfrm>
              <a:prstGeom prst="rect">
                <a:avLst/>
              </a:prstGeom>
            </p:spPr>
          </p:pic>
        </p:grpSp>
        <p:grpSp>
          <p:nvGrpSpPr>
            <p:cNvPr id="211" name="그룹 210">
              <a:extLst>
                <a:ext uri="{FF2B5EF4-FFF2-40B4-BE49-F238E27FC236}">
                  <a16:creationId xmlns:a16="http://schemas.microsoft.com/office/drawing/2014/main" id="{AB10ECEE-87C3-E407-B80D-CEE54222BBD0}"/>
                </a:ext>
              </a:extLst>
            </p:cNvPr>
            <p:cNvGrpSpPr/>
            <p:nvPr/>
          </p:nvGrpSpPr>
          <p:grpSpPr>
            <a:xfrm>
              <a:off x="4391320" y="5471111"/>
              <a:ext cx="180000" cy="180000"/>
              <a:chOff x="4590054" y="5059101"/>
              <a:chExt cx="180000" cy="180000"/>
            </a:xfrm>
          </p:grpSpPr>
          <p:sp>
            <p:nvSpPr>
              <p:cNvPr id="212" name="직사각형 211">
                <a:extLst>
                  <a:ext uri="{FF2B5EF4-FFF2-40B4-BE49-F238E27FC236}">
                    <a16:creationId xmlns:a16="http://schemas.microsoft.com/office/drawing/2014/main" id="{DC52F386-3C7B-857D-B976-0D7D29C4A90B}"/>
                  </a:ext>
                </a:extLst>
              </p:cNvPr>
              <p:cNvSpPr/>
              <p:nvPr/>
            </p:nvSpPr>
            <p:spPr>
              <a:xfrm>
                <a:off x="4590054" y="505910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213" name="그래픽 212" descr="왼쪽 캐럿 윤곽선">
                <a:extLst>
                  <a:ext uri="{FF2B5EF4-FFF2-40B4-BE49-F238E27FC236}">
                    <a16:creationId xmlns:a16="http://schemas.microsoft.com/office/drawing/2014/main" id="{74A7EDCD-1BC6-D408-976C-B08D63C5E97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4603346" y="5072393"/>
                <a:ext cx="153417" cy="153417"/>
              </a:xfrm>
              <a:prstGeom prst="rect">
                <a:avLst/>
              </a:prstGeom>
            </p:spPr>
          </p:pic>
        </p:grpSp>
      </p:grpSp>
      <p:grpSp>
        <p:nvGrpSpPr>
          <p:cNvPr id="217" name="그룹 216">
            <a:extLst>
              <a:ext uri="{FF2B5EF4-FFF2-40B4-BE49-F238E27FC236}">
                <a16:creationId xmlns:a16="http://schemas.microsoft.com/office/drawing/2014/main" id="{91A0A6A1-DCDC-8C48-D9D5-78A88CCC34ED}"/>
              </a:ext>
            </a:extLst>
          </p:cNvPr>
          <p:cNvGrpSpPr/>
          <p:nvPr/>
        </p:nvGrpSpPr>
        <p:grpSpPr>
          <a:xfrm>
            <a:off x="6857027" y="5253705"/>
            <a:ext cx="410780" cy="180000"/>
            <a:chOff x="8104112" y="5471111"/>
            <a:chExt cx="410780" cy="180000"/>
          </a:xfrm>
        </p:grpSpPr>
        <p:grpSp>
          <p:nvGrpSpPr>
            <p:cNvPr id="218" name="그룹 217">
              <a:extLst>
                <a:ext uri="{FF2B5EF4-FFF2-40B4-BE49-F238E27FC236}">
                  <a16:creationId xmlns:a16="http://schemas.microsoft.com/office/drawing/2014/main" id="{EBDE20EC-E891-D71A-6CB3-0BE47503F2B6}"/>
                </a:ext>
              </a:extLst>
            </p:cNvPr>
            <p:cNvGrpSpPr/>
            <p:nvPr/>
          </p:nvGrpSpPr>
          <p:grpSpPr>
            <a:xfrm rot="10800000">
              <a:off x="8104112" y="5471111"/>
              <a:ext cx="180000" cy="180000"/>
              <a:chOff x="4590054" y="5059101"/>
              <a:chExt cx="180000" cy="180000"/>
            </a:xfrm>
          </p:grpSpPr>
          <p:sp>
            <p:nvSpPr>
              <p:cNvPr id="223" name="직사각형 222">
                <a:extLst>
                  <a:ext uri="{FF2B5EF4-FFF2-40B4-BE49-F238E27FC236}">
                    <a16:creationId xmlns:a16="http://schemas.microsoft.com/office/drawing/2014/main" id="{0C095FF5-F400-CA7D-132C-2D822C6EDF08}"/>
                  </a:ext>
                </a:extLst>
              </p:cNvPr>
              <p:cNvSpPr/>
              <p:nvPr/>
            </p:nvSpPr>
            <p:spPr>
              <a:xfrm>
                <a:off x="4590054" y="505910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224" name="그래픽 223" descr="왼쪽 캐럿 윤곽선">
                <a:extLst>
                  <a:ext uri="{FF2B5EF4-FFF2-40B4-BE49-F238E27FC236}">
                    <a16:creationId xmlns:a16="http://schemas.microsoft.com/office/drawing/2014/main" id="{400EFF47-6F3B-1098-E48E-E1B886E6DD8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4603346" y="5072393"/>
                <a:ext cx="153417" cy="153417"/>
              </a:xfrm>
              <a:prstGeom prst="rect">
                <a:avLst/>
              </a:prstGeom>
            </p:spPr>
          </p:pic>
        </p:grpSp>
        <p:sp>
          <p:nvSpPr>
            <p:cNvPr id="219" name="직사각형 218">
              <a:extLst>
                <a:ext uri="{FF2B5EF4-FFF2-40B4-BE49-F238E27FC236}">
                  <a16:creationId xmlns:a16="http://schemas.microsoft.com/office/drawing/2014/main" id="{7D91A306-71A3-90C9-29D8-5FFA523BB47C}"/>
                </a:ext>
              </a:extLst>
            </p:cNvPr>
            <p:cNvSpPr/>
            <p:nvPr/>
          </p:nvSpPr>
          <p:spPr>
            <a:xfrm rot="10800000">
              <a:off x="8331717" y="5471111"/>
              <a:ext cx="180000" cy="180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220" name="그룹 219">
              <a:extLst>
                <a:ext uri="{FF2B5EF4-FFF2-40B4-BE49-F238E27FC236}">
                  <a16:creationId xmlns:a16="http://schemas.microsoft.com/office/drawing/2014/main" id="{1038CFD1-C7BD-A157-9E47-E25FE7C5787F}"/>
                </a:ext>
              </a:extLst>
            </p:cNvPr>
            <p:cNvGrpSpPr/>
            <p:nvPr/>
          </p:nvGrpSpPr>
          <p:grpSpPr>
            <a:xfrm rot="10800000">
              <a:off x="8328542" y="5484402"/>
              <a:ext cx="186350" cy="153417"/>
              <a:chOff x="3988983" y="5072971"/>
              <a:chExt cx="186350" cy="153417"/>
            </a:xfrm>
          </p:grpSpPr>
          <p:pic>
            <p:nvPicPr>
              <p:cNvPr id="221" name="그래픽 220" descr="왼쪽 캐럿 윤곽선">
                <a:extLst>
                  <a:ext uri="{FF2B5EF4-FFF2-40B4-BE49-F238E27FC236}">
                    <a16:creationId xmlns:a16="http://schemas.microsoft.com/office/drawing/2014/main" id="{0B2AB671-F9EC-F573-B9B9-8FF32C50B0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3988983" y="5072971"/>
                <a:ext cx="153417" cy="153417"/>
              </a:xfrm>
              <a:prstGeom prst="rect">
                <a:avLst/>
              </a:prstGeom>
            </p:spPr>
          </p:pic>
          <p:pic>
            <p:nvPicPr>
              <p:cNvPr id="222" name="그래픽 221" descr="왼쪽 캐럿 윤곽선">
                <a:extLst>
                  <a:ext uri="{FF2B5EF4-FFF2-40B4-BE49-F238E27FC236}">
                    <a16:creationId xmlns:a16="http://schemas.microsoft.com/office/drawing/2014/main" id="{958E6FE5-284F-354B-AF87-05CD5C0103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4021916" y="5072971"/>
                <a:ext cx="153417" cy="153417"/>
              </a:xfrm>
              <a:prstGeom prst="rect">
                <a:avLst/>
              </a:prstGeom>
            </p:spPr>
          </p:pic>
        </p:grpSp>
      </p:grpSp>
      <p:graphicFrame>
        <p:nvGraphicFramePr>
          <p:cNvPr id="225" name="표 224">
            <a:extLst>
              <a:ext uri="{FF2B5EF4-FFF2-40B4-BE49-F238E27FC236}">
                <a16:creationId xmlns:a16="http://schemas.microsoft.com/office/drawing/2014/main" id="{A9FD5D4D-AEAB-695B-2806-82DB0B86A3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8138484"/>
              </p:ext>
            </p:extLst>
          </p:nvPr>
        </p:nvGraphicFramePr>
        <p:xfrm>
          <a:off x="3673354" y="5235705"/>
          <a:ext cx="3103200" cy="216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0320">
                  <a:extLst>
                    <a:ext uri="{9D8B030D-6E8A-4147-A177-3AD203B41FA5}">
                      <a16:colId xmlns:a16="http://schemas.microsoft.com/office/drawing/2014/main" val="2122073885"/>
                    </a:ext>
                  </a:extLst>
                </a:gridCol>
                <a:gridCol w="310320">
                  <a:extLst>
                    <a:ext uri="{9D8B030D-6E8A-4147-A177-3AD203B41FA5}">
                      <a16:colId xmlns:a16="http://schemas.microsoft.com/office/drawing/2014/main" val="1875093406"/>
                    </a:ext>
                  </a:extLst>
                </a:gridCol>
                <a:gridCol w="310320">
                  <a:extLst>
                    <a:ext uri="{9D8B030D-6E8A-4147-A177-3AD203B41FA5}">
                      <a16:colId xmlns:a16="http://schemas.microsoft.com/office/drawing/2014/main" val="3735021190"/>
                    </a:ext>
                  </a:extLst>
                </a:gridCol>
                <a:gridCol w="310320">
                  <a:extLst>
                    <a:ext uri="{9D8B030D-6E8A-4147-A177-3AD203B41FA5}">
                      <a16:colId xmlns:a16="http://schemas.microsoft.com/office/drawing/2014/main" val="2656198298"/>
                    </a:ext>
                  </a:extLst>
                </a:gridCol>
                <a:gridCol w="310320">
                  <a:extLst>
                    <a:ext uri="{9D8B030D-6E8A-4147-A177-3AD203B41FA5}">
                      <a16:colId xmlns:a16="http://schemas.microsoft.com/office/drawing/2014/main" val="1438282676"/>
                    </a:ext>
                  </a:extLst>
                </a:gridCol>
                <a:gridCol w="310320">
                  <a:extLst>
                    <a:ext uri="{9D8B030D-6E8A-4147-A177-3AD203B41FA5}">
                      <a16:colId xmlns:a16="http://schemas.microsoft.com/office/drawing/2014/main" val="140094122"/>
                    </a:ext>
                  </a:extLst>
                </a:gridCol>
                <a:gridCol w="310320">
                  <a:extLst>
                    <a:ext uri="{9D8B030D-6E8A-4147-A177-3AD203B41FA5}">
                      <a16:colId xmlns:a16="http://schemas.microsoft.com/office/drawing/2014/main" val="2042546390"/>
                    </a:ext>
                  </a:extLst>
                </a:gridCol>
                <a:gridCol w="310320">
                  <a:extLst>
                    <a:ext uri="{9D8B030D-6E8A-4147-A177-3AD203B41FA5}">
                      <a16:colId xmlns:a16="http://schemas.microsoft.com/office/drawing/2014/main" val="2166950550"/>
                    </a:ext>
                  </a:extLst>
                </a:gridCol>
                <a:gridCol w="310320">
                  <a:extLst>
                    <a:ext uri="{9D8B030D-6E8A-4147-A177-3AD203B41FA5}">
                      <a16:colId xmlns:a16="http://schemas.microsoft.com/office/drawing/2014/main" val="2000330457"/>
                    </a:ext>
                  </a:extLst>
                </a:gridCol>
                <a:gridCol w="310320">
                  <a:extLst>
                    <a:ext uri="{9D8B030D-6E8A-4147-A177-3AD203B41FA5}">
                      <a16:colId xmlns:a16="http://schemas.microsoft.com/office/drawing/2014/main" val="1674608138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u="sng" dirty="0"/>
                        <a:t>1</a:t>
                      </a:r>
                      <a:endParaRPr lang="ko-KR" altLang="en-US" sz="800" b="0" u="sng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2</a:t>
                      </a:r>
                      <a:endParaRPr lang="ko-KR" altLang="en-US" sz="800" b="0" dirty="0">
                        <a:solidFill>
                          <a:schemeClr val="bg2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3</a:t>
                      </a:r>
                      <a:endParaRPr lang="ko-KR" altLang="en-US" sz="800" b="0" dirty="0">
                        <a:solidFill>
                          <a:schemeClr val="bg2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4</a:t>
                      </a:r>
                      <a:endParaRPr lang="ko-KR" altLang="en-US" sz="800" b="0" dirty="0">
                        <a:solidFill>
                          <a:schemeClr val="bg2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5</a:t>
                      </a:r>
                      <a:endParaRPr lang="ko-KR" altLang="en-US" sz="800" b="0" dirty="0">
                        <a:solidFill>
                          <a:schemeClr val="bg2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6</a:t>
                      </a:r>
                      <a:endParaRPr lang="ko-KR" altLang="en-US" sz="800" b="0" dirty="0">
                        <a:solidFill>
                          <a:schemeClr val="bg2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7</a:t>
                      </a:r>
                      <a:endParaRPr lang="ko-KR" altLang="en-US" sz="800" b="0" dirty="0">
                        <a:solidFill>
                          <a:schemeClr val="bg2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8</a:t>
                      </a:r>
                      <a:endParaRPr lang="ko-KR" altLang="en-US" sz="800" b="0" dirty="0">
                        <a:solidFill>
                          <a:schemeClr val="bg2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9</a:t>
                      </a:r>
                      <a:endParaRPr lang="ko-KR" altLang="en-US" sz="800" b="0" dirty="0">
                        <a:solidFill>
                          <a:schemeClr val="bg2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10</a:t>
                      </a:r>
                      <a:endParaRPr lang="ko-KR" altLang="en-US" sz="800" b="0" dirty="0">
                        <a:solidFill>
                          <a:schemeClr val="bg2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1738801"/>
                  </a:ext>
                </a:extLst>
              </a:tr>
            </a:tbl>
          </a:graphicData>
        </a:graphic>
      </p:graphicFrame>
      <p:sp>
        <p:nvSpPr>
          <p:cNvPr id="226" name="직사각형 225">
            <a:extLst>
              <a:ext uri="{FF2B5EF4-FFF2-40B4-BE49-F238E27FC236}">
                <a16:creationId xmlns:a16="http://schemas.microsoft.com/office/drawing/2014/main" id="{21AF87F2-0641-D00C-44F2-6603D796B868}"/>
              </a:ext>
            </a:extLst>
          </p:cNvPr>
          <p:cNvSpPr/>
          <p:nvPr/>
        </p:nvSpPr>
        <p:spPr>
          <a:xfrm>
            <a:off x="77372" y="591508"/>
            <a:ext cx="8707394" cy="6103610"/>
          </a:xfrm>
          <a:prstGeom prst="rect">
            <a:avLst/>
          </a:prstGeom>
          <a:solidFill>
            <a:schemeClr val="tx1">
              <a:lumMod val="85000"/>
              <a:lumOff val="1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7" name="직사각형 226">
            <a:extLst>
              <a:ext uri="{FF2B5EF4-FFF2-40B4-BE49-F238E27FC236}">
                <a16:creationId xmlns:a16="http://schemas.microsoft.com/office/drawing/2014/main" id="{87C42B0A-1854-72D7-E191-608557121320}"/>
              </a:ext>
            </a:extLst>
          </p:cNvPr>
          <p:cNvSpPr/>
          <p:nvPr/>
        </p:nvSpPr>
        <p:spPr>
          <a:xfrm>
            <a:off x="7483753" y="1490611"/>
            <a:ext cx="821357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9" name="사각형: 둥근 모서리 228">
            <a:extLst>
              <a:ext uri="{FF2B5EF4-FFF2-40B4-BE49-F238E27FC236}">
                <a16:creationId xmlns:a16="http://schemas.microsoft.com/office/drawing/2014/main" id="{5F86D17E-684E-0147-528B-EA406DA7741E}"/>
              </a:ext>
            </a:extLst>
          </p:cNvPr>
          <p:cNvSpPr>
            <a:spLocks/>
          </p:cNvSpPr>
          <p:nvPr/>
        </p:nvSpPr>
        <p:spPr>
          <a:xfrm>
            <a:off x="2108745" y="1339238"/>
            <a:ext cx="5102935" cy="473204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245" name="그래픽 244" descr="닫기 단색으로 채워진">
            <a:extLst>
              <a:ext uri="{FF2B5EF4-FFF2-40B4-BE49-F238E27FC236}">
                <a16:creationId xmlns:a16="http://schemas.microsoft.com/office/drawing/2014/main" id="{98C7F13D-0388-781B-0D53-DDF3355EE8D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899755" y="1489317"/>
            <a:ext cx="165661" cy="165661"/>
          </a:xfrm>
          <a:prstGeom prst="rect">
            <a:avLst/>
          </a:prstGeom>
        </p:spPr>
      </p:pic>
      <p:sp>
        <p:nvSpPr>
          <p:cNvPr id="248" name="TextBox 247">
            <a:extLst>
              <a:ext uri="{FF2B5EF4-FFF2-40B4-BE49-F238E27FC236}">
                <a16:creationId xmlns:a16="http://schemas.microsoft.com/office/drawing/2014/main" id="{6CB18512-2711-B1B6-5790-D3E2FE6C57E2}"/>
              </a:ext>
            </a:extLst>
          </p:cNvPr>
          <p:cNvSpPr txBox="1"/>
          <p:nvPr/>
        </p:nvSpPr>
        <p:spPr>
          <a:xfrm>
            <a:off x="2206829" y="1449037"/>
            <a:ext cx="99899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/>
              <a:t>여행 상세일정</a:t>
            </a:r>
          </a:p>
        </p:txBody>
      </p:sp>
      <p:sp>
        <p:nvSpPr>
          <p:cNvPr id="249" name="직사각형 248">
            <a:extLst>
              <a:ext uri="{FF2B5EF4-FFF2-40B4-BE49-F238E27FC236}">
                <a16:creationId xmlns:a16="http://schemas.microsoft.com/office/drawing/2014/main" id="{850B0C9B-D523-2DDD-F911-9C518F328E67}"/>
              </a:ext>
            </a:extLst>
          </p:cNvPr>
          <p:cNvSpPr/>
          <p:nvPr/>
        </p:nvSpPr>
        <p:spPr>
          <a:xfrm>
            <a:off x="2320212" y="1828799"/>
            <a:ext cx="4680000" cy="43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8D895148-167A-D65A-F64A-684CE28E230D}"/>
              </a:ext>
            </a:extLst>
          </p:cNvPr>
          <p:cNvSpPr txBox="1"/>
          <p:nvPr/>
        </p:nvSpPr>
        <p:spPr>
          <a:xfrm>
            <a:off x="2391889" y="1929383"/>
            <a:ext cx="16610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dirty="0"/>
              <a:t>인천</a:t>
            </a:r>
            <a:r>
              <a:rPr lang="en-US" altLang="ko-KR" sz="900" b="1" dirty="0"/>
              <a:t>(INC)  </a:t>
            </a:r>
            <a:r>
              <a:rPr lang="ko-KR" altLang="en-US" sz="900" b="1" dirty="0"/>
              <a:t>→  밀라노</a:t>
            </a:r>
            <a:r>
              <a:rPr lang="en-US" altLang="ko-KR" sz="900" b="1" dirty="0"/>
              <a:t>(MXP)</a:t>
            </a:r>
            <a:endParaRPr lang="ko-KR" altLang="en-US" sz="900" b="1" dirty="0"/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12AEF353-5AAB-4EB6-CC10-9B288DDB46F0}"/>
              </a:ext>
            </a:extLst>
          </p:cNvPr>
          <p:cNvSpPr txBox="1"/>
          <p:nvPr/>
        </p:nvSpPr>
        <p:spPr>
          <a:xfrm>
            <a:off x="5640866" y="1954019"/>
            <a:ext cx="128432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/>
              <a:t>총 여행시간 </a:t>
            </a:r>
            <a:r>
              <a:rPr lang="en-US" altLang="ko-KR" sz="800" dirty="0"/>
              <a:t>6</a:t>
            </a:r>
            <a:r>
              <a:rPr lang="ko-KR" altLang="en-US" sz="800" dirty="0"/>
              <a:t>시간 </a:t>
            </a:r>
            <a:r>
              <a:rPr lang="en-US" altLang="ko-KR" sz="800" dirty="0"/>
              <a:t>20</a:t>
            </a:r>
            <a:r>
              <a:rPr lang="ko-KR" altLang="en-US" sz="800" dirty="0"/>
              <a:t>분</a:t>
            </a:r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2E28A1E3-33A4-299C-146A-E4D88449D763}"/>
              </a:ext>
            </a:extLst>
          </p:cNvPr>
          <p:cNvSpPr txBox="1"/>
          <p:nvPr/>
        </p:nvSpPr>
        <p:spPr>
          <a:xfrm>
            <a:off x="2323750" y="2385115"/>
            <a:ext cx="48442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dirty="0"/>
              <a:t>11:25</a:t>
            </a:r>
            <a:endParaRPr lang="ko-KR" altLang="en-US" sz="900" b="1" dirty="0"/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1F52BE01-F882-80E4-9B22-7A5BA6181072}"/>
              </a:ext>
            </a:extLst>
          </p:cNvPr>
          <p:cNvSpPr txBox="1"/>
          <p:nvPr/>
        </p:nvSpPr>
        <p:spPr>
          <a:xfrm>
            <a:off x="2266844" y="2604283"/>
            <a:ext cx="59824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2">
                    <a:lumMod val="50000"/>
                  </a:schemeClr>
                </a:solidFill>
              </a:rPr>
              <a:t>11.17(</a:t>
            </a:r>
            <a:r>
              <a:rPr lang="ko-KR" altLang="en-US" sz="800" dirty="0">
                <a:solidFill>
                  <a:schemeClr val="bg2">
                    <a:lumMod val="50000"/>
                  </a:schemeClr>
                </a:solidFill>
              </a:rPr>
              <a:t>일</a:t>
            </a:r>
            <a:r>
              <a:rPr lang="en-US" altLang="ko-KR" sz="800" dirty="0">
                <a:solidFill>
                  <a:schemeClr val="bg2">
                    <a:lumMod val="50000"/>
                  </a:schemeClr>
                </a:solidFill>
              </a:rPr>
              <a:t>)</a:t>
            </a:r>
            <a:endParaRPr lang="ko-KR" altLang="en-US" sz="8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785A56AC-10D2-BC6E-D009-C7C21E94BCA5}"/>
              </a:ext>
            </a:extLst>
          </p:cNvPr>
          <p:cNvSpPr txBox="1"/>
          <p:nvPr/>
        </p:nvSpPr>
        <p:spPr>
          <a:xfrm>
            <a:off x="3200419" y="2385115"/>
            <a:ext cx="97013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dirty="0"/>
              <a:t>인천</a:t>
            </a:r>
            <a:r>
              <a:rPr lang="en-US" altLang="ko-KR" sz="900" b="1" dirty="0"/>
              <a:t>(ICN) </a:t>
            </a:r>
            <a:r>
              <a:rPr lang="ko-KR" altLang="en-US" sz="900" b="1" dirty="0"/>
              <a:t>출발</a:t>
            </a:r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68CFA873-4C1B-84C5-0CFC-615512CFCBA8}"/>
              </a:ext>
            </a:extLst>
          </p:cNvPr>
          <p:cNvSpPr txBox="1"/>
          <p:nvPr/>
        </p:nvSpPr>
        <p:spPr>
          <a:xfrm>
            <a:off x="4138361" y="2392809"/>
            <a:ext cx="58541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>
                <a:solidFill>
                  <a:schemeClr val="bg2">
                    <a:lumMod val="25000"/>
                  </a:schemeClr>
                </a:solidFill>
              </a:rPr>
              <a:t>터미널 </a:t>
            </a:r>
            <a:r>
              <a:rPr lang="en-US" altLang="ko-KR" sz="800" dirty="0">
                <a:solidFill>
                  <a:schemeClr val="bg2">
                    <a:lumMod val="25000"/>
                  </a:schemeClr>
                </a:solidFill>
              </a:rPr>
              <a:t>2</a:t>
            </a:r>
            <a:endParaRPr lang="ko-KR" altLang="en-US" sz="8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C6928423-CACE-B8FD-82D6-5EFDC3E2D646}"/>
              </a:ext>
            </a:extLst>
          </p:cNvPr>
          <p:cNvSpPr txBox="1"/>
          <p:nvPr/>
        </p:nvSpPr>
        <p:spPr>
          <a:xfrm>
            <a:off x="3200419" y="2604283"/>
            <a:ext cx="2460930" cy="21544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ko-KR" altLang="en-US" sz="800" dirty="0">
                <a:solidFill>
                  <a:schemeClr val="bg2">
                    <a:lumMod val="25000"/>
                  </a:schemeClr>
                </a:solidFill>
              </a:rPr>
              <a:t>대한항공 </a:t>
            </a:r>
            <a:r>
              <a:rPr lang="en-US" altLang="ko-KR" sz="800" dirty="0">
                <a:solidFill>
                  <a:schemeClr val="bg2">
                    <a:lumMod val="25000"/>
                  </a:schemeClr>
                </a:solidFill>
              </a:rPr>
              <a:t>KE945  |  </a:t>
            </a:r>
            <a:r>
              <a:rPr lang="ko-KR" altLang="en-US" sz="800" dirty="0">
                <a:solidFill>
                  <a:schemeClr val="bg2">
                    <a:lumMod val="25000"/>
                  </a:schemeClr>
                </a:solidFill>
              </a:rPr>
              <a:t>일반석</a:t>
            </a:r>
            <a:r>
              <a:rPr lang="en-US" altLang="ko-KR" sz="800" dirty="0">
                <a:solidFill>
                  <a:schemeClr val="bg2">
                    <a:lumMod val="25000"/>
                  </a:schemeClr>
                </a:solidFill>
              </a:rPr>
              <a:t>(S)</a:t>
            </a:r>
            <a:r>
              <a:rPr lang="ko-KR" altLang="en-US" sz="800" dirty="0">
                <a:solidFill>
                  <a:schemeClr val="bg2">
                    <a:lumMod val="25000"/>
                  </a:schemeClr>
                </a:solidFill>
              </a:rPr>
              <a:t>  </a:t>
            </a:r>
            <a:r>
              <a:rPr lang="en-US" altLang="ko-KR" sz="800" dirty="0">
                <a:solidFill>
                  <a:schemeClr val="bg2">
                    <a:lumMod val="25000"/>
                  </a:schemeClr>
                </a:solidFill>
              </a:rPr>
              <a:t>| </a:t>
            </a:r>
            <a:r>
              <a:rPr lang="ko-KR" altLang="en-US" sz="800" dirty="0">
                <a:solidFill>
                  <a:schemeClr val="bg2">
                    <a:lumMod val="25000"/>
                  </a:schemeClr>
                </a:solidFill>
              </a:rPr>
              <a:t>무료 수하물 </a:t>
            </a:r>
            <a:r>
              <a:rPr lang="en-US" altLang="ko-KR" sz="800" dirty="0">
                <a:solidFill>
                  <a:schemeClr val="bg2">
                    <a:lumMod val="25000"/>
                  </a:schemeClr>
                </a:solidFill>
              </a:rPr>
              <a:t>14kg</a:t>
            </a:r>
            <a:endParaRPr lang="ko-KR" altLang="en-US" sz="8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DD4981C4-051A-D4EC-A0F9-5CF7E995A39C}"/>
              </a:ext>
            </a:extLst>
          </p:cNvPr>
          <p:cNvSpPr txBox="1"/>
          <p:nvPr/>
        </p:nvSpPr>
        <p:spPr>
          <a:xfrm>
            <a:off x="3200419" y="3500124"/>
            <a:ext cx="114165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dirty="0"/>
              <a:t>밀라노</a:t>
            </a:r>
            <a:r>
              <a:rPr lang="en-US" altLang="ko-KR" sz="900" b="1" dirty="0"/>
              <a:t>(MXP) </a:t>
            </a:r>
            <a:r>
              <a:rPr lang="ko-KR" altLang="en-US" sz="900" b="1" dirty="0"/>
              <a:t>도착</a:t>
            </a:r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08860A7C-A87E-E9A3-D3A1-84D41A7DA9FE}"/>
              </a:ext>
            </a:extLst>
          </p:cNvPr>
          <p:cNvSpPr txBox="1"/>
          <p:nvPr/>
        </p:nvSpPr>
        <p:spPr>
          <a:xfrm>
            <a:off x="3226554" y="3042496"/>
            <a:ext cx="995785" cy="21544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altLang="ko-KR" sz="800" dirty="0">
                <a:solidFill>
                  <a:srgbClr val="4B90FF"/>
                </a:solidFill>
              </a:rPr>
              <a:t>06</a:t>
            </a:r>
            <a:r>
              <a:rPr lang="ko-KR" altLang="en-US" sz="800" dirty="0">
                <a:solidFill>
                  <a:srgbClr val="4B90FF"/>
                </a:solidFill>
              </a:rPr>
              <a:t>시간 </a:t>
            </a:r>
            <a:r>
              <a:rPr lang="en-US" altLang="ko-KR" sz="800" dirty="0">
                <a:solidFill>
                  <a:srgbClr val="4B90FF"/>
                </a:solidFill>
              </a:rPr>
              <a:t>20</a:t>
            </a:r>
            <a:r>
              <a:rPr lang="ko-KR" altLang="en-US" sz="800" dirty="0">
                <a:solidFill>
                  <a:srgbClr val="4B90FF"/>
                </a:solidFill>
              </a:rPr>
              <a:t>분 비행</a:t>
            </a:r>
          </a:p>
        </p:txBody>
      </p:sp>
      <p:grpSp>
        <p:nvGrpSpPr>
          <p:cNvPr id="263" name="그룹 262">
            <a:extLst>
              <a:ext uri="{FF2B5EF4-FFF2-40B4-BE49-F238E27FC236}">
                <a16:creationId xmlns:a16="http://schemas.microsoft.com/office/drawing/2014/main" id="{91BFF2D4-15F6-389A-A89D-97F09EBD5D1F}"/>
              </a:ext>
            </a:extLst>
          </p:cNvPr>
          <p:cNvGrpSpPr/>
          <p:nvPr/>
        </p:nvGrpSpPr>
        <p:grpSpPr>
          <a:xfrm>
            <a:off x="3025475" y="2504550"/>
            <a:ext cx="45719" cy="1130944"/>
            <a:chOff x="3025475" y="2504550"/>
            <a:chExt cx="45719" cy="1130944"/>
          </a:xfrm>
          <a:solidFill>
            <a:srgbClr val="4B90FF"/>
          </a:solidFill>
        </p:grpSpPr>
        <p:sp>
          <p:nvSpPr>
            <p:cNvPr id="252" name="타원 251">
              <a:extLst>
                <a:ext uri="{FF2B5EF4-FFF2-40B4-BE49-F238E27FC236}">
                  <a16:creationId xmlns:a16="http://schemas.microsoft.com/office/drawing/2014/main" id="{3D3A0843-E0C5-6A64-8E6C-B91483D3B547}"/>
                </a:ext>
              </a:extLst>
            </p:cNvPr>
            <p:cNvSpPr/>
            <p:nvPr/>
          </p:nvSpPr>
          <p:spPr>
            <a:xfrm>
              <a:off x="3025475" y="2504550"/>
              <a:ext cx="45719" cy="45719"/>
            </a:xfrm>
            <a:prstGeom prst="ellipse">
              <a:avLst/>
            </a:prstGeom>
            <a:grpFill/>
            <a:ln w="6350">
              <a:solidFill>
                <a:srgbClr val="4B9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cxnSp>
          <p:nvCxnSpPr>
            <p:cNvPr id="253" name="직선 연결선 252">
              <a:extLst>
                <a:ext uri="{FF2B5EF4-FFF2-40B4-BE49-F238E27FC236}">
                  <a16:creationId xmlns:a16="http://schemas.microsoft.com/office/drawing/2014/main" id="{CE43AB5E-792F-43D1-78FF-5C6E6838F96F}"/>
                </a:ext>
              </a:extLst>
            </p:cNvPr>
            <p:cNvCxnSpPr>
              <a:cxnSpLocks/>
              <a:endCxn id="262" idx="4"/>
            </p:cNvCxnSpPr>
            <p:nvPr/>
          </p:nvCxnSpPr>
          <p:spPr>
            <a:xfrm>
              <a:off x="3048334" y="2504550"/>
              <a:ext cx="1" cy="1130944"/>
            </a:xfrm>
            <a:prstGeom prst="line">
              <a:avLst/>
            </a:prstGeom>
            <a:grpFill/>
            <a:ln w="6350">
              <a:solidFill>
                <a:srgbClr val="4B90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2" name="타원 261">
              <a:extLst>
                <a:ext uri="{FF2B5EF4-FFF2-40B4-BE49-F238E27FC236}">
                  <a16:creationId xmlns:a16="http://schemas.microsoft.com/office/drawing/2014/main" id="{8C71067B-DBB1-73C3-0117-5093F42DF3FC}"/>
                </a:ext>
              </a:extLst>
            </p:cNvPr>
            <p:cNvSpPr/>
            <p:nvPr/>
          </p:nvSpPr>
          <p:spPr>
            <a:xfrm>
              <a:off x="3025475" y="3589775"/>
              <a:ext cx="45719" cy="45719"/>
            </a:xfrm>
            <a:prstGeom prst="ellipse">
              <a:avLst/>
            </a:prstGeom>
            <a:grpFill/>
            <a:ln w="6350">
              <a:solidFill>
                <a:srgbClr val="4B9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  <p:grpSp>
        <p:nvGrpSpPr>
          <p:cNvPr id="279" name="그룹 278">
            <a:extLst>
              <a:ext uri="{FF2B5EF4-FFF2-40B4-BE49-F238E27FC236}">
                <a16:creationId xmlns:a16="http://schemas.microsoft.com/office/drawing/2014/main" id="{703F3699-5F25-820C-81E5-4DB9120FA2C1}"/>
              </a:ext>
            </a:extLst>
          </p:cNvPr>
          <p:cNvGrpSpPr/>
          <p:nvPr/>
        </p:nvGrpSpPr>
        <p:grpSpPr>
          <a:xfrm>
            <a:off x="2266844" y="3500124"/>
            <a:ext cx="598241" cy="434612"/>
            <a:chOff x="2266844" y="3511101"/>
            <a:chExt cx="598241" cy="434612"/>
          </a:xfrm>
        </p:grpSpPr>
        <p:sp>
          <p:nvSpPr>
            <p:cNvPr id="265" name="TextBox 264">
              <a:extLst>
                <a:ext uri="{FF2B5EF4-FFF2-40B4-BE49-F238E27FC236}">
                  <a16:creationId xmlns:a16="http://schemas.microsoft.com/office/drawing/2014/main" id="{90FA0768-974B-2942-79E7-6EB341590663}"/>
                </a:ext>
              </a:extLst>
            </p:cNvPr>
            <p:cNvSpPr txBox="1"/>
            <p:nvPr/>
          </p:nvSpPr>
          <p:spPr>
            <a:xfrm>
              <a:off x="2323750" y="3511101"/>
              <a:ext cx="48442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b="1" dirty="0"/>
                <a:t>17:45</a:t>
              </a:r>
              <a:endParaRPr lang="ko-KR" altLang="en-US" sz="900" b="1" dirty="0"/>
            </a:p>
          </p:txBody>
        </p:sp>
        <p:sp>
          <p:nvSpPr>
            <p:cNvPr id="266" name="TextBox 265">
              <a:extLst>
                <a:ext uri="{FF2B5EF4-FFF2-40B4-BE49-F238E27FC236}">
                  <a16:creationId xmlns:a16="http://schemas.microsoft.com/office/drawing/2014/main" id="{D94457F7-871C-239D-E6BC-4B701A4797F5}"/>
                </a:ext>
              </a:extLst>
            </p:cNvPr>
            <p:cNvSpPr txBox="1"/>
            <p:nvPr/>
          </p:nvSpPr>
          <p:spPr>
            <a:xfrm>
              <a:off x="2266844" y="3730269"/>
              <a:ext cx="598241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dirty="0">
                  <a:solidFill>
                    <a:schemeClr val="bg2">
                      <a:lumMod val="50000"/>
                    </a:schemeClr>
                  </a:solidFill>
                </a:rPr>
                <a:t>11.17(</a:t>
              </a:r>
              <a:r>
                <a:rPr lang="ko-KR" altLang="en-US" sz="800" dirty="0">
                  <a:solidFill>
                    <a:schemeClr val="bg2">
                      <a:lumMod val="50000"/>
                    </a:schemeClr>
                  </a:solidFill>
                </a:rPr>
                <a:t>일</a:t>
              </a:r>
              <a:r>
                <a:rPr lang="en-US" altLang="ko-KR" sz="800" dirty="0">
                  <a:solidFill>
                    <a:schemeClr val="bg2">
                      <a:lumMod val="50000"/>
                    </a:schemeClr>
                  </a:solidFill>
                </a:rPr>
                <a:t>)</a:t>
              </a:r>
              <a:endParaRPr lang="ko-KR" altLang="en-US" sz="8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  <p:sp>
        <p:nvSpPr>
          <p:cNvPr id="269" name="TextBox 268">
            <a:extLst>
              <a:ext uri="{FF2B5EF4-FFF2-40B4-BE49-F238E27FC236}">
                <a16:creationId xmlns:a16="http://schemas.microsoft.com/office/drawing/2014/main" id="{6C6E5390-B6F9-DF32-C359-1DFBC624D9BB}"/>
              </a:ext>
            </a:extLst>
          </p:cNvPr>
          <p:cNvSpPr txBox="1"/>
          <p:nvPr/>
        </p:nvSpPr>
        <p:spPr>
          <a:xfrm>
            <a:off x="3200419" y="4513165"/>
            <a:ext cx="114165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dirty="0"/>
              <a:t>밀라노</a:t>
            </a:r>
            <a:r>
              <a:rPr lang="en-US" altLang="ko-KR" sz="900" b="1" dirty="0"/>
              <a:t>(MXP) </a:t>
            </a:r>
            <a:r>
              <a:rPr lang="ko-KR" altLang="en-US" sz="900" b="1" dirty="0"/>
              <a:t>출발</a:t>
            </a:r>
          </a:p>
        </p:txBody>
      </p:sp>
      <p:grpSp>
        <p:nvGrpSpPr>
          <p:cNvPr id="280" name="그룹 279">
            <a:extLst>
              <a:ext uri="{FF2B5EF4-FFF2-40B4-BE49-F238E27FC236}">
                <a16:creationId xmlns:a16="http://schemas.microsoft.com/office/drawing/2014/main" id="{418F8EB8-029E-8828-7455-9161621C8793}"/>
              </a:ext>
            </a:extLst>
          </p:cNvPr>
          <p:cNvGrpSpPr/>
          <p:nvPr/>
        </p:nvGrpSpPr>
        <p:grpSpPr>
          <a:xfrm>
            <a:off x="2266844" y="4513165"/>
            <a:ext cx="598241" cy="434612"/>
            <a:chOff x="2266844" y="4314592"/>
            <a:chExt cx="598241" cy="434612"/>
          </a:xfrm>
        </p:grpSpPr>
        <p:sp>
          <p:nvSpPr>
            <p:cNvPr id="270" name="TextBox 269">
              <a:extLst>
                <a:ext uri="{FF2B5EF4-FFF2-40B4-BE49-F238E27FC236}">
                  <a16:creationId xmlns:a16="http://schemas.microsoft.com/office/drawing/2014/main" id="{EB244D60-6DBB-3FCE-71D8-41C492A7126B}"/>
                </a:ext>
              </a:extLst>
            </p:cNvPr>
            <p:cNvSpPr txBox="1"/>
            <p:nvPr/>
          </p:nvSpPr>
          <p:spPr>
            <a:xfrm>
              <a:off x="2323750" y="4314592"/>
              <a:ext cx="48442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b="1" dirty="0"/>
                <a:t>01:45</a:t>
              </a:r>
              <a:endParaRPr lang="ko-KR" altLang="en-US" sz="900" b="1" dirty="0"/>
            </a:p>
          </p:txBody>
        </p:sp>
        <p:sp>
          <p:nvSpPr>
            <p:cNvPr id="271" name="TextBox 270">
              <a:extLst>
                <a:ext uri="{FF2B5EF4-FFF2-40B4-BE49-F238E27FC236}">
                  <a16:creationId xmlns:a16="http://schemas.microsoft.com/office/drawing/2014/main" id="{3973FC63-BF92-C081-92EA-6C7E1B144817}"/>
                </a:ext>
              </a:extLst>
            </p:cNvPr>
            <p:cNvSpPr txBox="1"/>
            <p:nvPr/>
          </p:nvSpPr>
          <p:spPr>
            <a:xfrm>
              <a:off x="2266844" y="4533760"/>
              <a:ext cx="598241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dirty="0">
                  <a:solidFill>
                    <a:schemeClr val="bg2">
                      <a:lumMod val="50000"/>
                    </a:schemeClr>
                  </a:solidFill>
                </a:rPr>
                <a:t>11.20(</a:t>
              </a:r>
              <a:r>
                <a:rPr lang="ko-KR" altLang="en-US" sz="800" dirty="0">
                  <a:solidFill>
                    <a:schemeClr val="bg2">
                      <a:lumMod val="50000"/>
                    </a:schemeClr>
                  </a:solidFill>
                </a:rPr>
                <a:t>수</a:t>
              </a:r>
              <a:r>
                <a:rPr lang="en-US" altLang="ko-KR" sz="800" dirty="0">
                  <a:solidFill>
                    <a:schemeClr val="bg2">
                      <a:lumMod val="50000"/>
                    </a:schemeClr>
                  </a:solidFill>
                </a:rPr>
                <a:t>)</a:t>
              </a:r>
              <a:endParaRPr lang="ko-KR" altLang="en-US" sz="8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  <p:sp>
        <p:nvSpPr>
          <p:cNvPr id="272" name="TextBox 271">
            <a:extLst>
              <a:ext uri="{FF2B5EF4-FFF2-40B4-BE49-F238E27FC236}">
                <a16:creationId xmlns:a16="http://schemas.microsoft.com/office/drawing/2014/main" id="{72B03520-B6B4-3FB9-B85D-B6E11F1B4399}"/>
              </a:ext>
            </a:extLst>
          </p:cNvPr>
          <p:cNvSpPr txBox="1"/>
          <p:nvPr/>
        </p:nvSpPr>
        <p:spPr>
          <a:xfrm>
            <a:off x="4303125" y="4519186"/>
            <a:ext cx="58541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>
                <a:solidFill>
                  <a:schemeClr val="bg2">
                    <a:lumMod val="25000"/>
                  </a:schemeClr>
                </a:solidFill>
              </a:rPr>
              <a:t>터미널 </a:t>
            </a:r>
            <a:r>
              <a:rPr lang="en-US" altLang="ko-KR" sz="800" dirty="0">
                <a:solidFill>
                  <a:schemeClr val="bg2">
                    <a:lumMod val="25000"/>
                  </a:schemeClr>
                </a:solidFill>
              </a:rPr>
              <a:t>1</a:t>
            </a:r>
            <a:endParaRPr lang="ko-KR" altLang="en-US" sz="8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73" name="TextBox 272">
            <a:extLst>
              <a:ext uri="{FF2B5EF4-FFF2-40B4-BE49-F238E27FC236}">
                <a16:creationId xmlns:a16="http://schemas.microsoft.com/office/drawing/2014/main" id="{6DB34067-D641-AA49-3FD7-43012B2EEB80}"/>
              </a:ext>
            </a:extLst>
          </p:cNvPr>
          <p:cNvSpPr txBox="1"/>
          <p:nvPr/>
        </p:nvSpPr>
        <p:spPr>
          <a:xfrm>
            <a:off x="3200419" y="4725316"/>
            <a:ext cx="2598788" cy="21544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ko-KR" altLang="en-US" sz="800" dirty="0" err="1">
                <a:solidFill>
                  <a:schemeClr val="bg2">
                    <a:lumMod val="25000"/>
                  </a:schemeClr>
                </a:solidFill>
              </a:rPr>
              <a:t>에어유로파</a:t>
            </a:r>
            <a:r>
              <a:rPr lang="ko-KR" altLang="en-US" sz="8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altLang="ko-KR" sz="800" dirty="0">
                <a:solidFill>
                  <a:schemeClr val="bg2">
                    <a:lumMod val="25000"/>
                  </a:schemeClr>
                </a:solidFill>
              </a:rPr>
              <a:t>AB123  |  </a:t>
            </a:r>
            <a:r>
              <a:rPr lang="ko-KR" altLang="en-US" sz="800" dirty="0">
                <a:solidFill>
                  <a:schemeClr val="bg2">
                    <a:lumMod val="25000"/>
                  </a:schemeClr>
                </a:solidFill>
              </a:rPr>
              <a:t>일반석</a:t>
            </a:r>
            <a:r>
              <a:rPr lang="en-US" altLang="ko-KR" sz="800" dirty="0">
                <a:solidFill>
                  <a:schemeClr val="bg2">
                    <a:lumMod val="25000"/>
                  </a:schemeClr>
                </a:solidFill>
              </a:rPr>
              <a:t>(N)</a:t>
            </a:r>
            <a:r>
              <a:rPr lang="ko-KR" altLang="en-US" sz="800" dirty="0">
                <a:solidFill>
                  <a:schemeClr val="bg2">
                    <a:lumMod val="25000"/>
                  </a:schemeClr>
                </a:solidFill>
              </a:rPr>
              <a:t>  </a:t>
            </a:r>
            <a:r>
              <a:rPr lang="en-US" altLang="ko-KR" sz="800" dirty="0">
                <a:solidFill>
                  <a:schemeClr val="bg2">
                    <a:lumMod val="25000"/>
                  </a:schemeClr>
                </a:solidFill>
              </a:rPr>
              <a:t>| </a:t>
            </a:r>
            <a:r>
              <a:rPr lang="ko-KR" altLang="en-US" sz="800" dirty="0">
                <a:solidFill>
                  <a:schemeClr val="bg2">
                    <a:lumMod val="25000"/>
                  </a:schemeClr>
                </a:solidFill>
              </a:rPr>
              <a:t>무료 수하물 </a:t>
            </a:r>
            <a:r>
              <a:rPr lang="en-US" altLang="ko-KR" sz="800" dirty="0">
                <a:solidFill>
                  <a:schemeClr val="bg2">
                    <a:lumMod val="25000"/>
                  </a:schemeClr>
                </a:solidFill>
              </a:rPr>
              <a:t>15kg</a:t>
            </a:r>
            <a:endParaRPr lang="ko-KR" altLang="en-US" sz="8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ECA280BE-D611-6143-A0CA-7DC0AC58C29D}"/>
              </a:ext>
            </a:extLst>
          </p:cNvPr>
          <p:cNvSpPr txBox="1"/>
          <p:nvPr/>
        </p:nvSpPr>
        <p:spPr>
          <a:xfrm>
            <a:off x="3226554" y="5153968"/>
            <a:ext cx="995785" cy="21544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altLang="ko-KR" sz="800" dirty="0">
                <a:solidFill>
                  <a:srgbClr val="4B90FF"/>
                </a:solidFill>
              </a:rPr>
              <a:t>06</a:t>
            </a:r>
            <a:r>
              <a:rPr lang="ko-KR" altLang="en-US" sz="800" dirty="0">
                <a:solidFill>
                  <a:srgbClr val="4B90FF"/>
                </a:solidFill>
              </a:rPr>
              <a:t>시간 </a:t>
            </a:r>
            <a:r>
              <a:rPr lang="en-US" altLang="ko-KR" sz="800" dirty="0">
                <a:solidFill>
                  <a:srgbClr val="4B90FF"/>
                </a:solidFill>
              </a:rPr>
              <a:t>10</a:t>
            </a:r>
            <a:r>
              <a:rPr lang="ko-KR" altLang="en-US" sz="800" dirty="0">
                <a:solidFill>
                  <a:srgbClr val="4B90FF"/>
                </a:solidFill>
              </a:rPr>
              <a:t>분 비행</a:t>
            </a:r>
          </a:p>
        </p:txBody>
      </p:sp>
      <p:grpSp>
        <p:nvGrpSpPr>
          <p:cNvPr id="275" name="그룹 274">
            <a:extLst>
              <a:ext uri="{FF2B5EF4-FFF2-40B4-BE49-F238E27FC236}">
                <a16:creationId xmlns:a16="http://schemas.microsoft.com/office/drawing/2014/main" id="{DD8B7702-6E6E-1CA2-BC79-202468D68867}"/>
              </a:ext>
            </a:extLst>
          </p:cNvPr>
          <p:cNvGrpSpPr/>
          <p:nvPr/>
        </p:nvGrpSpPr>
        <p:grpSpPr>
          <a:xfrm>
            <a:off x="3025475" y="4616022"/>
            <a:ext cx="45719" cy="1130944"/>
            <a:chOff x="3025475" y="2504550"/>
            <a:chExt cx="45719" cy="1130944"/>
          </a:xfrm>
          <a:solidFill>
            <a:srgbClr val="4B90FF"/>
          </a:solidFill>
        </p:grpSpPr>
        <p:sp>
          <p:nvSpPr>
            <p:cNvPr id="276" name="타원 275">
              <a:extLst>
                <a:ext uri="{FF2B5EF4-FFF2-40B4-BE49-F238E27FC236}">
                  <a16:creationId xmlns:a16="http://schemas.microsoft.com/office/drawing/2014/main" id="{08B02CD4-5CFF-2017-943C-CA20FC8B8BAA}"/>
                </a:ext>
              </a:extLst>
            </p:cNvPr>
            <p:cNvSpPr/>
            <p:nvPr/>
          </p:nvSpPr>
          <p:spPr>
            <a:xfrm>
              <a:off x="3025475" y="2504550"/>
              <a:ext cx="45719" cy="45719"/>
            </a:xfrm>
            <a:prstGeom prst="ellipse">
              <a:avLst/>
            </a:prstGeom>
            <a:grpFill/>
            <a:ln w="6350">
              <a:solidFill>
                <a:srgbClr val="4B9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cxnSp>
          <p:nvCxnSpPr>
            <p:cNvPr id="277" name="직선 연결선 276">
              <a:extLst>
                <a:ext uri="{FF2B5EF4-FFF2-40B4-BE49-F238E27FC236}">
                  <a16:creationId xmlns:a16="http://schemas.microsoft.com/office/drawing/2014/main" id="{66061715-BFC5-6706-AABB-B65689EBB86B}"/>
                </a:ext>
              </a:extLst>
            </p:cNvPr>
            <p:cNvCxnSpPr>
              <a:cxnSpLocks/>
              <a:endCxn id="278" idx="4"/>
            </p:cNvCxnSpPr>
            <p:nvPr/>
          </p:nvCxnSpPr>
          <p:spPr>
            <a:xfrm>
              <a:off x="3048334" y="2504550"/>
              <a:ext cx="1" cy="1130944"/>
            </a:xfrm>
            <a:prstGeom prst="line">
              <a:avLst/>
            </a:prstGeom>
            <a:grpFill/>
            <a:ln w="6350">
              <a:solidFill>
                <a:srgbClr val="4B90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8" name="타원 277">
              <a:extLst>
                <a:ext uri="{FF2B5EF4-FFF2-40B4-BE49-F238E27FC236}">
                  <a16:creationId xmlns:a16="http://schemas.microsoft.com/office/drawing/2014/main" id="{D92E9E81-0604-151C-4E19-7ABACBEE8BB7}"/>
                </a:ext>
              </a:extLst>
            </p:cNvPr>
            <p:cNvSpPr/>
            <p:nvPr/>
          </p:nvSpPr>
          <p:spPr>
            <a:xfrm>
              <a:off x="3025475" y="3589775"/>
              <a:ext cx="45719" cy="45719"/>
            </a:xfrm>
            <a:prstGeom prst="ellipse">
              <a:avLst/>
            </a:prstGeom>
            <a:grpFill/>
            <a:ln w="6350">
              <a:solidFill>
                <a:srgbClr val="4B9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  <p:sp>
        <p:nvSpPr>
          <p:cNvPr id="281" name="TextBox 280">
            <a:extLst>
              <a:ext uri="{FF2B5EF4-FFF2-40B4-BE49-F238E27FC236}">
                <a16:creationId xmlns:a16="http://schemas.microsoft.com/office/drawing/2014/main" id="{7B159A00-0841-C2C6-9E92-190FB613DBF3}"/>
              </a:ext>
            </a:extLst>
          </p:cNvPr>
          <p:cNvSpPr txBox="1"/>
          <p:nvPr/>
        </p:nvSpPr>
        <p:spPr>
          <a:xfrm>
            <a:off x="3200419" y="5618513"/>
            <a:ext cx="97013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dirty="0"/>
              <a:t>인천</a:t>
            </a:r>
            <a:r>
              <a:rPr lang="en-US" altLang="ko-KR" sz="900" b="1" dirty="0"/>
              <a:t>(ICN) </a:t>
            </a:r>
            <a:r>
              <a:rPr lang="ko-KR" altLang="en-US" sz="900" b="1" dirty="0"/>
              <a:t>도착</a:t>
            </a:r>
          </a:p>
        </p:txBody>
      </p:sp>
      <p:grpSp>
        <p:nvGrpSpPr>
          <p:cNvPr id="282" name="그룹 281">
            <a:extLst>
              <a:ext uri="{FF2B5EF4-FFF2-40B4-BE49-F238E27FC236}">
                <a16:creationId xmlns:a16="http://schemas.microsoft.com/office/drawing/2014/main" id="{C06506EA-92C2-45AC-7EFF-42883275BEEF}"/>
              </a:ext>
            </a:extLst>
          </p:cNvPr>
          <p:cNvGrpSpPr/>
          <p:nvPr/>
        </p:nvGrpSpPr>
        <p:grpSpPr>
          <a:xfrm>
            <a:off x="2266844" y="5618513"/>
            <a:ext cx="598241" cy="434612"/>
            <a:chOff x="2266844" y="4314592"/>
            <a:chExt cx="598241" cy="434612"/>
          </a:xfrm>
        </p:grpSpPr>
        <p:sp>
          <p:nvSpPr>
            <p:cNvPr id="283" name="TextBox 282">
              <a:extLst>
                <a:ext uri="{FF2B5EF4-FFF2-40B4-BE49-F238E27FC236}">
                  <a16:creationId xmlns:a16="http://schemas.microsoft.com/office/drawing/2014/main" id="{98385B62-1645-3A54-ABA1-8AF687E54556}"/>
                </a:ext>
              </a:extLst>
            </p:cNvPr>
            <p:cNvSpPr txBox="1"/>
            <p:nvPr/>
          </p:nvSpPr>
          <p:spPr>
            <a:xfrm>
              <a:off x="2323750" y="4314592"/>
              <a:ext cx="48442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b="1" dirty="0"/>
                <a:t>07:55</a:t>
              </a:r>
              <a:endParaRPr lang="ko-KR" altLang="en-US" sz="900" b="1" dirty="0"/>
            </a:p>
          </p:txBody>
        </p:sp>
        <p:sp>
          <p:nvSpPr>
            <p:cNvPr id="284" name="TextBox 283">
              <a:extLst>
                <a:ext uri="{FF2B5EF4-FFF2-40B4-BE49-F238E27FC236}">
                  <a16:creationId xmlns:a16="http://schemas.microsoft.com/office/drawing/2014/main" id="{4B352B2C-B937-819F-4E79-06010D74AB82}"/>
                </a:ext>
              </a:extLst>
            </p:cNvPr>
            <p:cNvSpPr txBox="1"/>
            <p:nvPr/>
          </p:nvSpPr>
          <p:spPr>
            <a:xfrm>
              <a:off x="2266844" y="4533760"/>
              <a:ext cx="598241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dirty="0">
                  <a:solidFill>
                    <a:schemeClr val="bg2">
                      <a:lumMod val="50000"/>
                    </a:schemeClr>
                  </a:solidFill>
                </a:rPr>
                <a:t>11.20(</a:t>
              </a:r>
              <a:r>
                <a:rPr lang="ko-KR" altLang="en-US" sz="800" dirty="0">
                  <a:solidFill>
                    <a:schemeClr val="bg2">
                      <a:lumMod val="50000"/>
                    </a:schemeClr>
                  </a:solidFill>
                </a:rPr>
                <a:t>수</a:t>
              </a:r>
              <a:r>
                <a:rPr lang="en-US" altLang="ko-KR" sz="800" dirty="0">
                  <a:solidFill>
                    <a:schemeClr val="bg2">
                      <a:lumMod val="50000"/>
                    </a:schemeClr>
                  </a:solidFill>
                </a:rPr>
                <a:t>)</a:t>
              </a:r>
              <a:endParaRPr lang="ko-KR" altLang="en-US" sz="8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  <p:sp>
        <p:nvSpPr>
          <p:cNvPr id="285" name="사각형: 둥근 모서리 284">
            <a:extLst>
              <a:ext uri="{FF2B5EF4-FFF2-40B4-BE49-F238E27FC236}">
                <a16:creationId xmlns:a16="http://schemas.microsoft.com/office/drawing/2014/main" id="{6ED3B6CD-6763-69EB-ED87-E31D7D1CD9CF}"/>
              </a:ext>
            </a:extLst>
          </p:cNvPr>
          <p:cNvSpPr/>
          <p:nvPr/>
        </p:nvSpPr>
        <p:spPr>
          <a:xfrm>
            <a:off x="7090195" y="5021896"/>
            <a:ext cx="18000" cy="720000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86" name="직선 화살표 연결선 285">
            <a:extLst>
              <a:ext uri="{FF2B5EF4-FFF2-40B4-BE49-F238E27FC236}">
                <a16:creationId xmlns:a16="http://schemas.microsoft.com/office/drawing/2014/main" id="{F0AC6FBF-3258-3069-9F41-879D61B1FE5F}"/>
              </a:ext>
            </a:extLst>
          </p:cNvPr>
          <p:cNvCxnSpPr>
            <a:cxnSpLocks/>
          </p:cNvCxnSpPr>
          <p:nvPr/>
        </p:nvCxnSpPr>
        <p:spPr>
          <a:xfrm flipH="1">
            <a:off x="7156403" y="1742611"/>
            <a:ext cx="345595" cy="212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7" name="직사각형 266">
            <a:extLst>
              <a:ext uri="{FF2B5EF4-FFF2-40B4-BE49-F238E27FC236}">
                <a16:creationId xmlns:a16="http://schemas.microsoft.com/office/drawing/2014/main" id="{AD3E5F5A-6252-4985-957E-46C6860E42B6}"/>
              </a:ext>
            </a:extLst>
          </p:cNvPr>
          <p:cNvSpPr/>
          <p:nvPr/>
        </p:nvSpPr>
        <p:spPr>
          <a:xfrm>
            <a:off x="2320212" y="4001343"/>
            <a:ext cx="4680000" cy="43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8" name="TextBox 297">
            <a:extLst>
              <a:ext uri="{FF2B5EF4-FFF2-40B4-BE49-F238E27FC236}">
                <a16:creationId xmlns:a16="http://schemas.microsoft.com/office/drawing/2014/main" id="{8F077FA6-59AF-4C99-A4B8-AE5DFA4140FC}"/>
              </a:ext>
            </a:extLst>
          </p:cNvPr>
          <p:cNvSpPr txBox="1"/>
          <p:nvPr/>
        </p:nvSpPr>
        <p:spPr>
          <a:xfrm>
            <a:off x="2391889" y="4101927"/>
            <a:ext cx="162095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dirty="0"/>
              <a:t>밀라노</a:t>
            </a:r>
            <a:r>
              <a:rPr lang="en-US" altLang="ko-KR" sz="900" b="1" dirty="0"/>
              <a:t>(MXP)  </a:t>
            </a:r>
            <a:r>
              <a:rPr lang="ko-KR" altLang="en-US" sz="900" b="1" dirty="0"/>
              <a:t>→ 인천</a:t>
            </a:r>
            <a:r>
              <a:rPr lang="en-US" altLang="ko-KR" sz="900" b="1" dirty="0"/>
              <a:t>(ICN)</a:t>
            </a:r>
            <a:endParaRPr lang="ko-KR" altLang="en-US" sz="900" b="1" dirty="0"/>
          </a:p>
        </p:txBody>
      </p:sp>
      <p:sp>
        <p:nvSpPr>
          <p:cNvPr id="299" name="TextBox 298">
            <a:extLst>
              <a:ext uri="{FF2B5EF4-FFF2-40B4-BE49-F238E27FC236}">
                <a16:creationId xmlns:a16="http://schemas.microsoft.com/office/drawing/2014/main" id="{25A1D599-00B1-4336-AA20-6F23174EDC4F}"/>
              </a:ext>
            </a:extLst>
          </p:cNvPr>
          <p:cNvSpPr txBox="1"/>
          <p:nvPr/>
        </p:nvSpPr>
        <p:spPr>
          <a:xfrm>
            <a:off x="5640866" y="4126563"/>
            <a:ext cx="128432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/>
              <a:t>총 여행시간 </a:t>
            </a:r>
            <a:r>
              <a:rPr lang="en-US" altLang="ko-KR" sz="800" dirty="0"/>
              <a:t>6</a:t>
            </a:r>
            <a:r>
              <a:rPr lang="ko-KR" altLang="en-US" sz="800" dirty="0"/>
              <a:t>시간 </a:t>
            </a:r>
            <a:r>
              <a:rPr lang="en-US" altLang="ko-KR" sz="800" dirty="0"/>
              <a:t>10</a:t>
            </a:r>
            <a:r>
              <a:rPr lang="ko-KR" altLang="en-US" sz="800" dirty="0"/>
              <a:t>분</a:t>
            </a:r>
          </a:p>
        </p:txBody>
      </p:sp>
    </p:spTree>
    <p:extLst>
      <p:ext uri="{BB962C8B-B14F-4D97-AF65-F5344CB8AC3E}">
        <p14:creationId xmlns:p14="http://schemas.microsoft.com/office/powerpoint/2010/main" val="37243073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1BFDC5-BE80-B561-C5EA-7C3CA58F1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EC57AB32-CEE8-32D0-319D-CD38BB64D8BF}"/>
              </a:ext>
            </a:extLst>
          </p:cNvPr>
          <p:cNvCxnSpPr>
            <a:cxnSpLocks/>
          </p:cNvCxnSpPr>
          <p:nvPr/>
        </p:nvCxnSpPr>
        <p:spPr>
          <a:xfrm>
            <a:off x="291048" y="1906798"/>
            <a:ext cx="1565819" cy="0"/>
          </a:xfrm>
          <a:prstGeom prst="line">
            <a:avLst/>
          </a:prstGeom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" name="그룹 4">
            <a:extLst>
              <a:ext uri="{FF2B5EF4-FFF2-40B4-BE49-F238E27FC236}">
                <a16:creationId xmlns:a16="http://schemas.microsoft.com/office/drawing/2014/main" id="{7B5ED0B7-D13A-E05E-538D-C95813BB0979}"/>
              </a:ext>
            </a:extLst>
          </p:cNvPr>
          <p:cNvGrpSpPr/>
          <p:nvPr/>
        </p:nvGrpSpPr>
        <p:grpSpPr>
          <a:xfrm>
            <a:off x="201220" y="2894590"/>
            <a:ext cx="1763943" cy="403295"/>
            <a:chOff x="3514096" y="4684199"/>
            <a:chExt cx="1763943" cy="403295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70B070FE-15FB-853E-84BF-01C615F3FC08}"/>
                </a:ext>
              </a:extLst>
            </p:cNvPr>
            <p:cNvCxnSpPr>
              <a:cxnSpLocks/>
            </p:cNvCxnSpPr>
            <p:nvPr/>
          </p:nvCxnSpPr>
          <p:spPr>
            <a:xfrm>
              <a:off x="3612313" y="5087494"/>
              <a:ext cx="1565819" cy="0"/>
            </a:xfrm>
            <a:prstGeom prst="line">
              <a:avLst/>
            </a:prstGeom>
            <a:ln w="6350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49DD598E-FAA7-4FB1-A081-150808788C8F}"/>
                </a:ext>
              </a:extLst>
            </p:cNvPr>
            <p:cNvSpPr/>
            <p:nvPr/>
          </p:nvSpPr>
          <p:spPr>
            <a:xfrm>
              <a:off x="3514096" y="4684199"/>
              <a:ext cx="944880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b="1" dirty="0">
                  <a:solidFill>
                    <a:schemeClr val="tx1"/>
                  </a:solidFill>
                </a:rPr>
                <a:t>경유 횟수</a:t>
              </a:r>
            </a:p>
          </p:txBody>
        </p:sp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1C91C1A7-C28C-7F2E-DC83-BCAD903FD78D}"/>
                </a:ext>
              </a:extLst>
            </p:cNvPr>
            <p:cNvGrpSpPr/>
            <p:nvPr/>
          </p:nvGrpSpPr>
          <p:grpSpPr>
            <a:xfrm>
              <a:off x="3612311" y="4875694"/>
              <a:ext cx="494216" cy="180000"/>
              <a:chOff x="395415" y="3933668"/>
              <a:chExt cx="494216" cy="180000"/>
            </a:xfrm>
          </p:grpSpPr>
          <p:sp>
            <p:nvSpPr>
              <p:cNvPr id="38" name="직사각형 37">
                <a:extLst>
                  <a:ext uri="{FF2B5EF4-FFF2-40B4-BE49-F238E27FC236}">
                    <a16:creationId xmlns:a16="http://schemas.microsoft.com/office/drawing/2014/main" id="{A13D3C37-D7CB-96B5-1805-E496B7F878F3}"/>
                  </a:ext>
                </a:extLst>
              </p:cNvPr>
              <p:cNvSpPr/>
              <p:nvPr/>
            </p:nvSpPr>
            <p:spPr>
              <a:xfrm>
                <a:off x="395415" y="3966003"/>
                <a:ext cx="115330" cy="11533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9" name="직사각형 38">
                <a:extLst>
                  <a:ext uri="{FF2B5EF4-FFF2-40B4-BE49-F238E27FC236}">
                    <a16:creationId xmlns:a16="http://schemas.microsoft.com/office/drawing/2014/main" id="{A8EE831C-4CC9-5F2C-931F-B427AAD741E5}"/>
                  </a:ext>
                </a:extLst>
              </p:cNvPr>
              <p:cNvSpPr/>
              <p:nvPr/>
            </p:nvSpPr>
            <p:spPr>
              <a:xfrm>
                <a:off x="493631" y="3933668"/>
                <a:ext cx="396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>
                    <a:solidFill>
                      <a:schemeClr val="tx1"/>
                    </a:solidFill>
                  </a:rPr>
                  <a:t>전체</a:t>
                </a:r>
              </a:p>
            </p:txBody>
          </p:sp>
        </p:grp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28027316-3B64-3569-0FDA-9A92703C94D5}"/>
                </a:ext>
              </a:extLst>
            </p:cNvPr>
            <p:cNvGrpSpPr/>
            <p:nvPr/>
          </p:nvGrpSpPr>
          <p:grpSpPr>
            <a:xfrm>
              <a:off x="4783823" y="4875694"/>
              <a:ext cx="494216" cy="180000"/>
              <a:chOff x="395415" y="3933668"/>
              <a:chExt cx="494216" cy="180000"/>
            </a:xfrm>
          </p:grpSpPr>
          <p:sp>
            <p:nvSpPr>
              <p:cNvPr id="28" name="직사각형 27">
                <a:extLst>
                  <a:ext uri="{FF2B5EF4-FFF2-40B4-BE49-F238E27FC236}">
                    <a16:creationId xmlns:a16="http://schemas.microsoft.com/office/drawing/2014/main" id="{E1E1FB16-E655-45A4-BB4F-CD0088FC3809}"/>
                  </a:ext>
                </a:extLst>
              </p:cNvPr>
              <p:cNvSpPr/>
              <p:nvPr/>
            </p:nvSpPr>
            <p:spPr>
              <a:xfrm>
                <a:off x="395415" y="3966003"/>
                <a:ext cx="115330" cy="11533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7" name="직사각형 36">
                <a:extLst>
                  <a:ext uri="{FF2B5EF4-FFF2-40B4-BE49-F238E27FC236}">
                    <a16:creationId xmlns:a16="http://schemas.microsoft.com/office/drawing/2014/main" id="{D080F9AA-B1D5-1ADD-4BEA-09A84C33594D}"/>
                  </a:ext>
                </a:extLst>
              </p:cNvPr>
              <p:cNvSpPr/>
              <p:nvPr/>
            </p:nvSpPr>
            <p:spPr>
              <a:xfrm>
                <a:off x="493631" y="3933668"/>
                <a:ext cx="396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>
                    <a:solidFill>
                      <a:schemeClr val="tx1"/>
                    </a:solidFill>
                  </a:rPr>
                  <a:t>경유</a:t>
                </a:r>
              </a:p>
            </p:txBody>
          </p:sp>
        </p:grp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26A7CB97-FFE1-7AFA-98D7-A53719610D7F}"/>
                </a:ext>
              </a:extLst>
            </p:cNvPr>
            <p:cNvGrpSpPr/>
            <p:nvPr/>
          </p:nvGrpSpPr>
          <p:grpSpPr>
            <a:xfrm>
              <a:off x="4198067" y="4875694"/>
              <a:ext cx="494216" cy="180000"/>
              <a:chOff x="981171" y="3933668"/>
              <a:chExt cx="494216" cy="180000"/>
            </a:xfrm>
          </p:grpSpPr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BBECD85C-8719-BEE3-55B5-8C6662D3C158}"/>
                  </a:ext>
                </a:extLst>
              </p:cNvPr>
              <p:cNvSpPr/>
              <p:nvPr/>
            </p:nvSpPr>
            <p:spPr>
              <a:xfrm>
                <a:off x="1079387" y="3933668"/>
                <a:ext cx="396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>
                    <a:solidFill>
                      <a:schemeClr val="tx1"/>
                    </a:solidFill>
                  </a:rPr>
                  <a:t>직항</a:t>
                </a:r>
              </a:p>
            </p:txBody>
          </p:sp>
          <p:grpSp>
            <p:nvGrpSpPr>
              <p:cNvPr id="12" name="그룹 11">
                <a:extLst>
                  <a:ext uri="{FF2B5EF4-FFF2-40B4-BE49-F238E27FC236}">
                    <a16:creationId xmlns:a16="http://schemas.microsoft.com/office/drawing/2014/main" id="{5C0AEDF1-FE18-6FC2-F134-10290078D757}"/>
                  </a:ext>
                </a:extLst>
              </p:cNvPr>
              <p:cNvGrpSpPr/>
              <p:nvPr/>
            </p:nvGrpSpPr>
            <p:grpSpPr>
              <a:xfrm>
                <a:off x="981171" y="3966003"/>
                <a:ext cx="115330" cy="115330"/>
                <a:chOff x="981171" y="3966003"/>
                <a:chExt cx="115330" cy="115330"/>
              </a:xfrm>
            </p:grpSpPr>
            <p:sp>
              <p:nvSpPr>
                <p:cNvPr id="13" name="직사각형 12">
                  <a:extLst>
                    <a:ext uri="{FF2B5EF4-FFF2-40B4-BE49-F238E27FC236}">
                      <a16:creationId xmlns:a16="http://schemas.microsoft.com/office/drawing/2014/main" id="{8C250B48-3939-91B7-3166-0A1949D3F933}"/>
                    </a:ext>
                  </a:extLst>
                </p:cNvPr>
                <p:cNvSpPr/>
                <p:nvPr/>
              </p:nvSpPr>
              <p:spPr>
                <a:xfrm>
                  <a:off x="981171" y="3966003"/>
                  <a:ext cx="115330" cy="115330"/>
                </a:xfrm>
                <a:prstGeom prst="rect">
                  <a:avLst/>
                </a:prstGeom>
                <a:solidFill>
                  <a:schemeClr val="bg2">
                    <a:lumMod val="50000"/>
                  </a:schemeClr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accent6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grpSp>
              <p:nvGrpSpPr>
                <p:cNvPr id="24" name="그룹 23">
                  <a:extLst>
                    <a:ext uri="{FF2B5EF4-FFF2-40B4-BE49-F238E27FC236}">
                      <a16:creationId xmlns:a16="http://schemas.microsoft.com/office/drawing/2014/main" id="{8F43D655-7AA1-010A-D930-3A67FFF1EC85}"/>
                    </a:ext>
                  </a:extLst>
                </p:cNvPr>
                <p:cNvGrpSpPr/>
                <p:nvPr/>
              </p:nvGrpSpPr>
              <p:grpSpPr>
                <a:xfrm>
                  <a:off x="1002836" y="4005668"/>
                  <a:ext cx="72000" cy="36000"/>
                  <a:chOff x="3413760" y="4836443"/>
                  <a:chExt cx="345002" cy="117028"/>
                </a:xfrm>
              </p:grpSpPr>
              <p:cxnSp>
                <p:nvCxnSpPr>
                  <p:cNvPr id="25" name="직선 연결선 24">
                    <a:extLst>
                      <a:ext uri="{FF2B5EF4-FFF2-40B4-BE49-F238E27FC236}">
                        <a16:creationId xmlns:a16="http://schemas.microsoft.com/office/drawing/2014/main" id="{11749378-2821-8938-01CF-E6041E16CBCB}"/>
                      </a:ext>
                    </a:extLst>
                  </p:cNvPr>
                  <p:cNvCxnSpPr/>
                  <p:nvPr/>
                </p:nvCxnSpPr>
                <p:spPr>
                  <a:xfrm>
                    <a:off x="3413760" y="4836443"/>
                    <a:ext cx="117028" cy="117028"/>
                  </a:xfrm>
                  <a:prstGeom prst="line">
                    <a:avLst/>
                  </a:prstGeom>
                  <a:ln w="63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" name="직선 연결선 25">
                    <a:extLst>
                      <a:ext uri="{FF2B5EF4-FFF2-40B4-BE49-F238E27FC236}">
                        <a16:creationId xmlns:a16="http://schemas.microsoft.com/office/drawing/2014/main" id="{946A99BD-E98F-4231-2873-86755A8556BD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3513912" y="4837015"/>
                    <a:ext cx="244850" cy="116456"/>
                  </a:xfrm>
                  <a:prstGeom prst="line">
                    <a:avLst/>
                  </a:prstGeom>
                  <a:ln w="63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BF1683AC-11D2-0E9F-81F8-3ACB4FD063A6}"/>
              </a:ext>
            </a:extLst>
          </p:cNvPr>
          <p:cNvGrpSpPr/>
          <p:nvPr/>
        </p:nvGrpSpPr>
        <p:grpSpPr>
          <a:xfrm>
            <a:off x="200652" y="1093580"/>
            <a:ext cx="1764511" cy="726376"/>
            <a:chOff x="297200" y="4049295"/>
            <a:chExt cx="1764511" cy="726376"/>
          </a:xfrm>
        </p:grpSpPr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8226D92D-6498-F691-DB9E-BFA29F8D80F3}"/>
                </a:ext>
              </a:extLst>
            </p:cNvPr>
            <p:cNvSpPr/>
            <p:nvPr/>
          </p:nvSpPr>
          <p:spPr>
            <a:xfrm>
              <a:off x="297200" y="4049295"/>
              <a:ext cx="944880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b="1" dirty="0">
                  <a:solidFill>
                    <a:schemeClr val="tx1"/>
                  </a:solidFill>
                </a:rPr>
                <a:t>항공사 동맹</a:t>
              </a:r>
            </a:p>
          </p:txBody>
        </p:sp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D8892E85-20BF-749C-F4DC-3D69C8FDD4EC}"/>
                </a:ext>
              </a:extLst>
            </p:cNvPr>
            <p:cNvGrpSpPr/>
            <p:nvPr/>
          </p:nvGrpSpPr>
          <p:grpSpPr>
            <a:xfrm>
              <a:off x="395415" y="4223034"/>
              <a:ext cx="494216" cy="180000"/>
              <a:chOff x="395415" y="3933668"/>
              <a:chExt cx="494216" cy="180000"/>
            </a:xfrm>
          </p:grpSpPr>
          <p:sp>
            <p:nvSpPr>
              <p:cNvPr id="67" name="직사각형 66">
                <a:extLst>
                  <a:ext uri="{FF2B5EF4-FFF2-40B4-BE49-F238E27FC236}">
                    <a16:creationId xmlns:a16="http://schemas.microsoft.com/office/drawing/2014/main" id="{55FD30B5-372A-A565-2F22-36F7309CF1EE}"/>
                  </a:ext>
                </a:extLst>
              </p:cNvPr>
              <p:cNvSpPr/>
              <p:nvPr/>
            </p:nvSpPr>
            <p:spPr>
              <a:xfrm>
                <a:off x="395415" y="3966003"/>
                <a:ext cx="115330" cy="11533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8" name="직사각형 67">
                <a:extLst>
                  <a:ext uri="{FF2B5EF4-FFF2-40B4-BE49-F238E27FC236}">
                    <a16:creationId xmlns:a16="http://schemas.microsoft.com/office/drawing/2014/main" id="{1B8654E0-2924-6528-D1A1-9D21D7849B2E}"/>
                  </a:ext>
                </a:extLst>
              </p:cNvPr>
              <p:cNvSpPr/>
              <p:nvPr/>
            </p:nvSpPr>
            <p:spPr>
              <a:xfrm>
                <a:off x="493631" y="3933668"/>
                <a:ext cx="396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>
                    <a:solidFill>
                      <a:schemeClr val="tx1"/>
                    </a:solidFill>
                  </a:rPr>
                  <a:t>전체</a:t>
                </a:r>
              </a:p>
            </p:txBody>
          </p:sp>
        </p:grpSp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818264F0-9BB8-D2F0-44AE-C1A8444E2F13}"/>
                </a:ext>
              </a:extLst>
            </p:cNvPr>
            <p:cNvGrpSpPr/>
            <p:nvPr/>
          </p:nvGrpSpPr>
          <p:grpSpPr>
            <a:xfrm>
              <a:off x="395415" y="4411980"/>
              <a:ext cx="710216" cy="180000"/>
              <a:chOff x="395415" y="3933668"/>
              <a:chExt cx="710216" cy="180000"/>
            </a:xfrm>
          </p:grpSpPr>
          <p:sp>
            <p:nvSpPr>
              <p:cNvPr id="59" name="직사각형 58">
                <a:extLst>
                  <a:ext uri="{FF2B5EF4-FFF2-40B4-BE49-F238E27FC236}">
                    <a16:creationId xmlns:a16="http://schemas.microsoft.com/office/drawing/2014/main" id="{50016375-5F15-8378-F12F-F1051D57668B}"/>
                  </a:ext>
                </a:extLst>
              </p:cNvPr>
              <p:cNvSpPr/>
              <p:nvPr/>
            </p:nvSpPr>
            <p:spPr>
              <a:xfrm>
                <a:off x="395415" y="3966003"/>
                <a:ext cx="115330" cy="11533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1" name="직사각형 60">
                <a:extLst>
                  <a:ext uri="{FF2B5EF4-FFF2-40B4-BE49-F238E27FC236}">
                    <a16:creationId xmlns:a16="http://schemas.microsoft.com/office/drawing/2014/main" id="{851B2E82-EE54-A54F-2A10-28F51938560B}"/>
                  </a:ext>
                </a:extLst>
              </p:cNvPr>
              <p:cNvSpPr/>
              <p:nvPr/>
            </p:nvSpPr>
            <p:spPr>
              <a:xfrm>
                <a:off x="493631" y="3933668"/>
                <a:ext cx="612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 err="1">
                    <a:solidFill>
                      <a:schemeClr val="tx1"/>
                    </a:solidFill>
                  </a:rPr>
                  <a:t>원월드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5" name="그룹 44">
              <a:extLst>
                <a:ext uri="{FF2B5EF4-FFF2-40B4-BE49-F238E27FC236}">
                  <a16:creationId xmlns:a16="http://schemas.microsoft.com/office/drawing/2014/main" id="{1BB8C654-BCB0-8AE0-B8F0-A5D3DD9B0863}"/>
                </a:ext>
              </a:extLst>
            </p:cNvPr>
            <p:cNvGrpSpPr/>
            <p:nvPr/>
          </p:nvGrpSpPr>
          <p:grpSpPr>
            <a:xfrm>
              <a:off x="1046285" y="4236639"/>
              <a:ext cx="1015426" cy="180000"/>
              <a:chOff x="395415" y="3933667"/>
              <a:chExt cx="1015426" cy="180000"/>
            </a:xfrm>
          </p:grpSpPr>
          <p:sp>
            <p:nvSpPr>
              <p:cNvPr id="57" name="직사각형 56">
                <a:extLst>
                  <a:ext uri="{FF2B5EF4-FFF2-40B4-BE49-F238E27FC236}">
                    <a16:creationId xmlns:a16="http://schemas.microsoft.com/office/drawing/2014/main" id="{C5D3C646-9587-EC4E-33D3-9D3CD7215EEB}"/>
                  </a:ext>
                </a:extLst>
              </p:cNvPr>
              <p:cNvSpPr/>
              <p:nvPr/>
            </p:nvSpPr>
            <p:spPr>
              <a:xfrm>
                <a:off x="395415" y="3966002"/>
                <a:ext cx="115330" cy="11533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8" name="직사각형 57">
                <a:extLst>
                  <a:ext uri="{FF2B5EF4-FFF2-40B4-BE49-F238E27FC236}">
                    <a16:creationId xmlns:a16="http://schemas.microsoft.com/office/drawing/2014/main" id="{D15864EC-24A7-1CC1-A5AB-07C9664BE815}"/>
                  </a:ext>
                </a:extLst>
              </p:cNvPr>
              <p:cNvSpPr/>
              <p:nvPr/>
            </p:nvSpPr>
            <p:spPr>
              <a:xfrm>
                <a:off x="493630" y="3933667"/>
                <a:ext cx="917211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 err="1">
                    <a:solidFill>
                      <a:schemeClr val="tx1"/>
                    </a:solidFill>
                  </a:rPr>
                  <a:t>스타얼라이언스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6" name="그룹 45">
              <a:extLst>
                <a:ext uri="{FF2B5EF4-FFF2-40B4-BE49-F238E27FC236}">
                  <a16:creationId xmlns:a16="http://schemas.microsoft.com/office/drawing/2014/main" id="{92815735-600C-0055-5F0A-2FC6D7DEF751}"/>
                </a:ext>
              </a:extLst>
            </p:cNvPr>
            <p:cNvGrpSpPr/>
            <p:nvPr/>
          </p:nvGrpSpPr>
          <p:grpSpPr>
            <a:xfrm>
              <a:off x="1046285" y="4403079"/>
              <a:ext cx="710216" cy="180000"/>
              <a:chOff x="395415" y="3933668"/>
              <a:chExt cx="710216" cy="180000"/>
            </a:xfrm>
          </p:grpSpPr>
          <p:sp>
            <p:nvSpPr>
              <p:cNvPr id="55" name="직사각형 54">
                <a:extLst>
                  <a:ext uri="{FF2B5EF4-FFF2-40B4-BE49-F238E27FC236}">
                    <a16:creationId xmlns:a16="http://schemas.microsoft.com/office/drawing/2014/main" id="{D40663EF-5334-17F2-7C8A-D768C18A8103}"/>
                  </a:ext>
                </a:extLst>
              </p:cNvPr>
              <p:cNvSpPr/>
              <p:nvPr/>
            </p:nvSpPr>
            <p:spPr>
              <a:xfrm>
                <a:off x="395415" y="3966003"/>
                <a:ext cx="115330" cy="11533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6" name="직사각형 55">
                <a:extLst>
                  <a:ext uri="{FF2B5EF4-FFF2-40B4-BE49-F238E27FC236}">
                    <a16:creationId xmlns:a16="http://schemas.microsoft.com/office/drawing/2014/main" id="{D366BA52-BDEB-4962-0A52-B0C6500F1092}"/>
                  </a:ext>
                </a:extLst>
              </p:cNvPr>
              <p:cNvSpPr/>
              <p:nvPr/>
            </p:nvSpPr>
            <p:spPr>
              <a:xfrm>
                <a:off x="493631" y="3933668"/>
                <a:ext cx="612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 err="1">
                    <a:solidFill>
                      <a:schemeClr val="tx1"/>
                    </a:solidFill>
                  </a:rPr>
                  <a:t>스카이팀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7" name="그룹 46">
              <a:extLst>
                <a:ext uri="{FF2B5EF4-FFF2-40B4-BE49-F238E27FC236}">
                  <a16:creationId xmlns:a16="http://schemas.microsoft.com/office/drawing/2014/main" id="{6BBCFB3E-B64F-7F6B-7091-276B3928DF64}"/>
                </a:ext>
              </a:extLst>
            </p:cNvPr>
            <p:cNvGrpSpPr/>
            <p:nvPr/>
          </p:nvGrpSpPr>
          <p:grpSpPr>
            <a:xfrm>
              <a:off x="395415" y="4595671"/>
              <a:ext cx="710216" cy="180000"/>
              <a:chOff x="395415" y="3933668"/>
              <a:chExt cx="710216" cy="180000"/>
            </a:xfrm>
          </p:grpSpPr>
          <p:sp>
            <p:nvSpPr>
              <p:cNvPr id="53" name="직사각형 52">
                <a:extLst>
                  <a:ext uri="{FF2B5EF4-FFF2-40B4-BE49-F238E27FC236}">
                    <a16:creationId xmlns:a16="http://schemas.microsoft.com/office/drawing/2014/main" id="{8AB1E96E-B92A-5021-62C3-CA4CAA533C95}"/>
                  </a:ext>
                </a:extLst>
              </p:cNvPr>
              <p:cNvSpPr/>
              <p:nvPr/>
            </p:nvSpPr>
            <p:spPr>
              <a:xfrm>
                <a:off x="395415" y="3966003"/>
                <a:ext cx="115330" cy="11533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4" name="직사각형 53">
                <a:extLst>
                  <a:ext uri="{FF2B5EF4-FFF2-40B4-BE49-F238E27FC236}">
                    <a16:creationId xmlns:a16="http://schemas.microsoft.com/office/drawing/2014/main" id="{E50A443A-8CD1-843E-BEEA-E433AC445104}"/>
                  </a:ext>
                </a:extLst>
              </p:cNvPr>
              <p:cNvSpPr/>
              <p:nvPr/>
            </p:nvSpPr>
            <p:spPr>
              <a:xfrm>
                <a:off x="493631" y="3933668"/>
                <a:ext cx="612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>
                    <a:solidFill>
                      <a:schemeClr val="tx1"/>
                    </a:solidFill>
                  </a:rPr>
                  <a:t>기타</a:t>
                </a:r>
              </a:p>
            </p:txBody>
          </p:sp>
        </p:grpSp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9B80DB50-6C27-DD4C-CF2F-1CF0189DE10F}"/>
                </a:ext>
              </a:extLst>
            </p:cNvPr>
            <p:cNvGrpSpPr/>
            <p:nvPr/>
          </p:nvGrpSpPr>
          <p:grpSpPr>
            <a:xfrm>
              <a:off x="1049366" y="4437647"/>
              <a:ext cx="115330" cy="115330"/>
              <a:chOff x="981171" y="3966003"/>
              <a:chExt cx="115330" cy="115330"/>
            </a:xfrm>
          </p:grpSpPr>
          <p:sp>
            <p:nvSpPr>
              <p:cNvPr id="49" name="직사각형 48">
                <a:extLst>
                  <a:ext uri="{FF2B5EF4-FFF2-40B4-BE49-F238E27FC236}">
                    <a16:creationId xmlns:a16="http://schemas.microsoft.com/office/drawing/2014/main" id="{7A393C72-C658-EC8B-C0D6-03B8A6E4D14D}"/>
                  </a:ext>
                </a:extLst>
              </p:cNvPr>
              <p:cNvSpPr/>
              <p:nvPr/>
            </p:nvSpPr>
            <p:spPr>
              <a:xfrm>
                <a:off x="981171" y="3966003"/>
                <a:ext cx="115330" cy="115330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50" name="그룹 49">
                <a:extLst>
                  <a:ext uri="{FF2B5EF4-FFF2-40B4-BE49-F238E27FC236}">
                    <a16:creationId xmlns:a16="http://schemas.microsoft.com/office/drawing/2014/main" id="{AD5F00A3-2E1B-2A80-9814-26501A13D93F}"/>
                  </a:ext>
                </a:extLst>
              </p:cNvPr>
              <p:cNvGrpSpPr/>
              <p:nvPr/>
            </p:nvGrpSpPr>
            <p:grpSpPr>
              <a:xfrm>
                <a:off x="1002836" y="4005668"/>
                <a:ext cx="72000" cy="36000"/>
                <a:chOff x="3413760" y="4836443"/>
                <a:chExt cx="345002" cy="117028"/>
              </a:xfrm>
            </p:grpSpPr>
            <p:cxnSp>
              <p:nvCxnSpPr>
                <p:cNvPr id="51" name="직선 연결선 50">
                  <a:extLst>
                    <a:ext uri="{FF2B5EF4-FFF2-40B4-BE49-F238E27FC236}">
                      <a16:creationId xmlns:a16="http://schemas.microsoft.com/office/drawing/2014/main" id="{ECF6C343-8DCD-4FB7-60C9-D154B426B2DD}"/>
                    </a:ext>
                  </a:extLst>
                </p:cNvPr>
                <p:cNvCxnSpPr/>
                <p:nvPr/>
              </p:nvCxnSpPr>
              <p:spPr>
                <a:xfrm>
                  <a:off x="3413760" y="4836443"/>
                  <a:ext cx="117028" cy="117028"/>
                </a:xfrm>
                <a:prstGeom prst="line">
                  <a:avLst/>
                </a:prstGeom>
                <a:ln w="6350"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직선 연결선 51">
                  <a:extLst>
                    <a:ext uri="{FF2B5EF4-FFF2-40B4-BE49-F238E27FC236}">
                      <a16:creationId xmlns:a16="http://schemas.microsoft.com/office/drawing/2014/main" id="{53848A54-9643-7E4C-C045-037EE1E03325}"/>
                    </a:ext>
                  </a:extLst>
                </p:cNvPr>
                <p:cNvCxnSpPr/>
                <p:nvPr/>
              </p:nvCxnSpPr>
              <p:spPr>
                <a:xfrm flipV="1">
                  <a:off x="3513912" y="4837015"/>
                  <a:ext cx="244850" cy="116456"/>
                </a:xfrm>
                <a:prstGeom prst="line">
                  <a:avLst/>
                </a:prstGeom>
                <a:ln w="6350"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24F7CE42-48EC-9324-AA01-F262C9332735}"/>
              </a:ext>
            </a:extLst>
          </p:cNvPr>
          <p:cNvGrpSpPr/>
          <p:nvPr/>
        </p:nvGrpSpPr>
        <p:grpSpPr>
          <a:xfrm>
            <a:off x="200652" y="3392061"/>
            <a:ext cx="1810621" cy="440899"/>
            <a:chOff x="325147" y="4975411"/>
            <a:chExt cx="1810621" cy="440899"/>
          </a:xfrm>
        </p:grpSpPr>
        <p:cxnSp>
          <p:nvCxnSpPr>
            <p:cNvPr id="70" name="직선 연결선 69">
              <a:extLst>
                <a:ext uri="{FF2B5EF4-FFF2-40B4-BE49-F238E27FC236}">
                  <a16:creationId xmlns:a16="http://schemas.microsoft.com/office/drawing/2014/main" id="{8A598C7D-E958-6AF3-D422-CEFD2BF81EFE}"/>
                </a:ext>
              </a:extLst>
            </p:cNvPr>
            <p:cNvCxnSpPr>
              <a:cxnSpLocks/>
            </p:cNvCxnSpPr>
            <p:nvPr/>
          </p:nvCxnSpPr>
          <p:spPr>
            <a:xfrm>
              <a:off x="389200" y="5416310"/>
              <a:ext cx="1565819" cy="0"/>
            </a:xfrm>
            <a:prstGeom prst="line">
              <a:avLst/>
            </a:prstGeom>
            <a:ln w="6350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070C9414-C092-1167-D811-97E2C0B35B1A}"/>
                </a:ext>
              </a:extLst>
            </p:cNvPr>
            <p:cNvSpPr/>
            <p:nvPr/>
          </p:nvSpPr>
          <p:spPr>
            <a:xfrm>
              <a:off x="325147" y="4975411"/>
              <a:ext cx="944880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b="1" dirty="0">
                  <a:solidFill>
                    <a:schemeClr val="tx1"/>
                  </a:solidFill>
                </a:rPr>
                <a:t>규정 준수여부</a:t>
              </a:r>
            </a:p>
          </p:txBody>
        </p:sp>
        <p:grpSp>
          <p:nvGrpSpPr>
            <p:cNvPr id="77" name="그룹 76">
              <a:extLst>
                <a:ext uri="{FF2B5EF4-FFF2-40B4-BE49-F238E27FC236}">
                  <a16:creationId xmlns:a16="http://schemas.microsoft.com/office/drawing/2014/main" id="{D3D00762-BE29-669B-6BEC-B34B6E629C1F}"/>
                </a:ext>
              </a:extLst>
            </p:cNvPr>
            <p:cNvGrpSpPr/>
            <p:nvPr/>
          </p:nvGrpSpPr>
          <p:grpSpPr>
            <a:xfrm>
              <a:off x="417480" y="5167829"/>
              <a:ext cx="494216" cy="180000"/>
              <a:chOff x="395415" y="3933668"/>
              <a:chExt cx="494216" cy="180000"/>
            </a:xfrm>
          </p:grpSpPr>
          <p:sp>
            <p:nvSpPr>
              <p:cNvPr id="236" name="직사각형 235">
                <a:extLst>
                  <a:ext uri="{FF2B5EF4-FFF2-40B4-BE49-F238E27FC236}">
                    <a16:creationId xmlns:a16="http://schemas.microsoft.com/office/drawing/2014/main" id="{2B74D7E7-7634-1211-1B57-88DDB7CE962E}"/>
                  </a:ext>
                </a:extLst>
              </p:cNvPr>
              <p:cNvSpPr/>
              <p:nvPr/>
            </p:nvSpPr>
            <p:spPr>
              <a:xfrm>
                <a:off x="395415" y="3966003"/>
                <a:ext cx="115330" cy="11533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7" name="직사각형 236">
                <a:extLst>
                  <a:ext uri="{FF2B5EF4-FFF2-40B4-BE49-F238E27FC236}">
                    <a16:creationId xmlns:a16="http://schemas.microsoft.com/office/drawing/2014/main" id="{DA29DB6B-44D1-E017-D90C-29B7CDBC4BCC}"/>
                  </a:ext>
                </a:extLst>
              </p:cNvPr>
              <p:cNvSpPr/>
              <p:nvPr/>
            </p:nvSpPr>
            <p:spPr>
              <a:xfrm>
                <a:off x="493631" y="3933668"/>
                <a:ext cx="396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>
                    <a:solidFill>
                      <a:schemeClr val="tx1"/>
                    </a:solidFill>
                  </a:rPr>
                  <a:t>전체</a:t>
                </a:r>
              </a:p>
            </p:txBody>
          </p:sp>
        </p:grpSp>
        <p:grpSp>
          <p:nvGrpSpPr>
            <p:cNvPr id="78" name="그룹 77">
              <a:extLst>
                <a:ext uri="{FF2B5EF4-FFF2-40B4-BE49-F238E27FC236}">
                  <a16:creationId xmlns:a16="http://schemas.microsoft.com/office/drawing/2014/main" id="{CC4B60E9-2D3C-FBAC-A188-D595BD31BA94}"/>
                </a:ext>
              </a:extLst>
            </p:cNvPr>
            <p:cNvGrpSpPr/>
            <p:nvPr/>
          </p:nvGrpSpPr>
          <p:grpSpPr>
            <a:xfrm>
              <a:off x="957516" y="5167829"/>
              <a:ext cx="494216" cy="180000"/>
              <a:chOff x="395415" y="3933668"/>
              <a:chExt cx="494216" cy="180000"/>
            </a:xfrm>
          </p:grpSpPr>
          <p:sp>
            <p:nvSpPr>
              <p:cNvPr id="234" name="직사각형 233">
                <a:extLst>
                  <a:ext uri="{FF2B5EF4-FFF2-40B4-BE49-F238E27FC236}">
                    <a16:creationId xmlns:a16="http://schemas.microsoft.com/office/drawing/2014/main" id="{69FF4660-D4A3-F38D-2119-FE7077CC5420}"/>
                  </a:ext>
                </a:extLst>
              </p:cNvPr>
              <p:cNvSpPr/>
              <p:nvPr/>
            </p:nvSpPr>
            <p:spPr>
              <a:xfrm>
                <a:off x="395415" y="3966003"/>
                <a:ext cx="115330" cy="11533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5" name="직사각형 234">
                <a:extLst>
                  <a:ext uri="{FF2B5EF4-FFF2-40B4-BE49-F238E27FC236}">
                    <a16:creationId xmlns:a16="http://schemas.microsoft.com/office/drawing/2014/main" id="{18347D27-5FAE-C2B3-5957-310A62721F6D}"/>
                  </a:ext>
                </a:extLst>
              </p:cNvPr>
              <p:cNvSpPr/>
              <p:nvPr/>
            </p:nvSpPr>
            <p:spPr>
              <a:xfrm>
                <a:off x="493631" y="3933668"/>
                <a:ext cx="396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>
                    <a:solidFill>
                      <a:schemeClr val="tx1"/>
                    </a:solidFill>
                  </a:rPr>
                  <a:t>준수</a:t>
                </a:r>
              </a:p>
            </p:txBody>
          </p:sp>
        </p:grpSp>
        <p:grpSp>
          <p:nvGrpSpPr>
            <p:cNvPr id="80" name="그룹 79">
              <a:extLst>
                <a:ext uri="{FF2B5EF4-FFF2-40B4-BE49-F238E27FC236}">
                  <a16:creationId xmlns:a16="http://schemas.microsoft.com/office/drawing/2014/main" id="{210B5261-E7D3-24F6-A6F3-D0FB7C95ABD1}"/>
                </a:ext>
              </a:extLst>
            </p:cNvPr>
            <p:cNvGrpSpPr/>
            <p:nvPr/>
          </p:nvGrpSpPr>
          <p:grpSpPr>
            <a:xfrm>
              <a:off x="1497552" y="5167829"/>
              <a:ext cx="638216" cy="180000"/>
              <a:chOff x="395415" y="3933668"/>
              <a:chExt cx="638216" cy="180000"/>
            </a:xfrm>
          </p:grpSpPr>
          <p:sp>
            <p:nvSpPr>
              <p:cNvPr id="232" name="직사각형 231">
                <a:extLst>
                  <a:ext uri="{FF2B5EF4-FFF2-40B4-BE49-F238E27FC236}">
                    <a16:creationId xmlns:a16="http://schemas.microsoft.com/office/drawing/2014/main" id="{FDA3E952-E06F-4EF0-5707-0499FEE7A08F}"/>
                  </a:ext>
                </a:extLst>
              </p:cNvPr>
              <p:cNvSpPr/>
              <p:nvPr/>
            </p:nvSpPr>
            <p:spPr>
              <a:xfrm>
                <a:off x="395415" y="3966003"/>
                <a:ext cx="115330" cy="11533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3" name="직사각형 232">
                <a:extLst>
                  <a:ext uri="{FF2B5EF4-FFF2-40B4-BE49-F238E27FC236}">
                    <a16:creationId xmlns:a16="http://schemas.microsoft.com/office/drawing/2014/main" id="{56953C1E-173A-CB1E-E908-907ECD3ABDEE}"/>
                  </a:ext>
                </a:extLst>
              </p:cNvPr>
              <p:cNvSpPr/>
              <p:nvPr/>
            </p:nvSpPr>
            <p:spPr>
              <a:xfrm>
                <a:off x="493631" y="3933668"/>
                <a:ext cx="540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 err="1">
                    <a:solidFill>
                      <a:schemeClr val="tx1"/>
                    </a:solidFill>
                  </a:rPr>
                  <a:t>미준수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81" name="그룹 80">
              <a:extLst>
                <a:ext uri="{FF2B5EF4-FFF2-40B4-BE49-F238E27FC236}">
                  <a16:creationId xmlns:a16="http://schemas.microsoft.com/office/drawing/2014/main" id="{E3FBC074-CEDE-2E9D-3265-55230D4D05A7}"/>
                </a:ext>
              </a:extLst>
            </p:cNvPr>
            <p:cNvGrpSpPr/>
            <p:nvPr/>
          </p:nvGrpSpPr>
          <p:grpSpPr>
            <a:xfrm>
              <a:off x="960485" y="5202348"/>
              <a:ext cx="115330" cy="115330"/>
              <a:chOff x="981171" y="3966003"/>
              <a:chExt cx="115330" cy="115330"/>
            </a:xfrm>
          </p:grpSpPr>
          <p:sp>
            <p:nvSpPr>
              <p:cNvPr id="83" name="직사각형 82">
                <a:extLst>
                  <a:ext uri="{FF2B5EF4-FFF2-40B4-BE49-F238E27FC236}">
                    <a16:creationId xmlns:a16="http://schemas.microsoft.com/office/drawing/2014/main" id="{E5FF2D69-1C75-F217-A1E1-843182D2F9A6}"/>
                  </a:ext>
                </a:extLst>
              </p:cNvPr>
              <p:cNvSpPr/>
              <p:nvPr/>
            </p:nvSpPr>
            <p:spPr>
              <a:xfrm>
                <a:off x="981171" y="3966003"/>
                <a:ext cx="115330" cy="115330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228" name="그룹 227">
                <a:extLst>
                  <a:ext uri="{FF2B5EF4-FFF2-40B4-BE49-F238E27FC236}">
                    <a16:creationId xmlns:a16="http://schemas.microsoft.com/office/drawing/2014/main" id="{914102DA-E3B1-69A4-5251-CD8A24B12AF7}"/>
                  </a:ext>
                </a:extLst>
              </p:cNvPr>
              <p:cNvGrpSpPr/>
              <p:nvPr/>
            </p:nvGrpSpPr>
            <p:grpSpPr>
              <a:xfrm>
                <a:off x="1002836" y="4005668"/>
                <a:ext cx="72000" cy="36000"/>
                <a:chOff x="3413760" y="4836443"/>
                <a:chExt cx="345002" cy="117028"/>
              </a:xfrm>
            </p:grpSpPr>
            <p:cxnSp>
              <p:nvCxnSpPr>
                <p:cNvPr id="230" name="직선 연결선 229">
                  <a:extLst>
                    <a:ext uri="{FF2B5EF4-FFF2-40B4-BE49-F238E27FC236}">
                      <a16:creationId xmlns:a16="http://schemas.microsoft.com/office/drawing/2014/main" id="{2A9FACDA-8600-8FF3-8472-4D950D313EB8}"/>
                    </a:ext>
                  </a:extLst>
                </p:cNvPr>
                <p:cNvCxnSpPr/>
                <p:nvPr/>
              </p:nvCxnSpPr>
              <p:spPr>
                <a:xfrm>
                  <a:off x="3413760" y="4836443"/>
                  <a:ext cx="117028" cy="117028"/>
                </a:xfrm>
                <a:prstGeom prst="line">
                  <a:avLst/>
                </a:prstGeom>
                <a:ln w="6350"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1" name="직선 연결선 230">
                  <a:extLst>
                    <a:ext uri="{FF2B5EF4-FFF2-40B4-BE49-F238E27FC236}">
                      <a16:creationId xmlns:a16="http://schemas.microsoft.com/office/drawing/2014/main" id="{D4E21881-42CF-3E9E-00E4-CC62787B40FE}"/>
                    </a:ext>
                  </a:extLst>
                </p:cNvPr>
                <p:cNvCxnSpPr/>
                <p:nvPr/>
              </p:nvCxnSpPr>
              <p:spPr>
                <a:xfrm flipV="1">
                  <a:off x="3513912" y="4837015"/>
                  <a:ext cx="244850" cy="116456"/>
                </a:xfrm>
                <a:prstGeom prst="line">
                  <a:avLst/>
                </a:prstGeom>
                <a:ln w="6350"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cxnSp>
        <p:nvCxnSpPr>
          <p:cNvPr id="238" name="직선 연결선 237">
            <a:extLst>
              <a:ext uri="{FF2B5EF4-FFF2-40B4-BE49-F238E27FC236}">
                <a16:creationId xmlns:a16="http://schemas.microsoft.com/office/drawing/2014/main" id="{836AA8F7-5BC5-07A6-BF6F-00A589D5CC45}"/>
              </a:ext>
            </a:extLst>
          </p:cNvPr>
          <p:cNvCxnSpPr>
            <a:cxnSpLocks/>
          </p:cNvCxnSpPr>
          <p:nvPr/>
        </p:nvCxnSpPr>
        <p:spPr>
          <a:xfrm>
            <a:off x="275774" y="2820694"/>
            <a:ext cx="1565819" cy="0"/>
          </a:xfrm>
          <a:prstGeom prst="line">
            <a:avLst/>
          </a:prstGeom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39" name="그룹 238">
            <a:extLst>
              <a:ext uri="{FF2B5EF4-FFF2-40B4-BE49-F238E27FC236}">
                <a16:creationId xmlns:a16="http://schemas.microsoft.com/office/drawing/2014/main" id="{ED2A9FE3-8530-B72E-AC87-778EE5DE371B}"/>
              </a:ext>
            </a:extLst>
          </p:cNvPr>
          <p:cNvGrpSpPr/>
          <p:nvPr/>
        </p:nvGrpSpPr>
        <p:grpSpPr>
          <a:xfrm>
            <a:off x="185378" y="2007476"/>
            <a:ext cx="1764511" cy="726376"/>
            <a:chOff x="297200" y="4049295"/>
            <a:chExt cx="1764511" cy="726376"/>
          </a:xfrm>
        </p:grpSpPr>
        <p:sp>
          <p:nvSpPr>
            <p:cNvPr id="240" name="직사각형 239">
              <a:extLst>
                <a:ext uri="{FF2B5EF4-FFF2-40B4-BE49-F238E27FC236}">
                  <a16:creationId xmlns:a16="http://schemas.microsoft.com/office/drawing/2014/main" id="{27253954-4D2B-936A-ACE4-2C42F9BA0FB4}"/>
                </a:ext>
              </a:extLst>
            </p:cNvPr>
            <p:cNvSpPr/>
            <p:nvPr/>
          </p:nvSpPr>
          <p:spPr>
            <a:xfrm>
              <a:off x="297200" y="4049295"/>
              <a:ext cx="944880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b="1" dirty="0">
                  <a:solidFill>
                    <a:schemeClr val="tx1"/>
                  </a:solidFill>
                </a:rPr>
                <a:t>항공사</a:t>
              </a:r>
            </a:p>
          </p:txBody>
        </p:sp>
        <p:grpSp>
          <p:nvGrpSpPr>
            <p:cNvPr id="241" name="그룹 240">
              <a:extLst>
                <a:ext uri="{FF2B5EF4-FFF2-40B4-BE49-F238E27FC236}">
                  <a16:creationId xmlns:a16="http://schemas.microsoft.com/office/drawing/2014/main" id="{FCB0FC08-A090-8091-03C7-29B68A364823}"/>
                </a:ext>
              </a:extLst>
            </p:cNvPr>
            <p:cNvGrpSpPr/>
            <p:nvPr/>
          </p:nvGrpSpPr>
          <p:grpSpPr>
            <a:xfrm>
              <a:off x="395415" y="4223034"/>
              <a:ext cx="725490" cy="178301"/>
              <a:chOff x="395415" y="3933668"/>
              <a:chExt cx="725490" cy="178301"/>
            </a:xfrm>
          </p:grpSpPr>
          <p:sp>
            <p:nvSpPr>
              <p:cNvPr id="296" name="직사각형 295">
                <a:extLst>
                  <a:ext uri="{FF2B5EF4-FFF2-40B4-BE49-F238E27FC236}">
                    <a16:creationId xmlns:a16="http://schemas.microsoft.com/office/drawing/2014/main" id="{DC74E6F6-00FD-0BD8-3B10-2AE9BA350339}"/>
                  </a:ext>
                </a:extLst>
              </p:cNvPr>
              <p:cNvSpPr/>
              <p:nvPr/>
            </p:nvSpPr>
            <p:spPr>
              <a:xfrm>
                <a:off x="395415" y="3966003"/>
                <a:ext cx="115330" cy="11533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7" name="직사각형 296">
                <a:extLst>
                  <a:ext uri="{FF2B5EF4-FFF2-40B4-BE49-F238E27FC236}">
                    <a16:creationId xmlns:a16="http://schemas.microsoft.com/office/drawing/2014/main" id="{F868B80B-BCCF-0D6D-2E90-8EFDCDF1EB7D}"/>
                  </a:ext>
                </a:extLst>
              </p:cNvPr>
              <p:cNvSpPr/>
              <p:nvPr/>
            </p:nvSpPr>
            <p:spPr>
              <a:xfrm>
                <a:off x="493631" y="3933668"/>
                <a:ext cx="627274" cy="17830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>
                    <a:solidFill>
                      <a:schemeClr val="tx1"/>
                    </a:solidFill>
                  </a:rPr>
                  <a:t>대한항공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42" name="그룹 241">
              <a:extLst>
                <a:ext uri="{FF2B5EF4-FFF2-40B4-BE49-F238E27FC236}">
                  <a16:creationId xmlns:a16="http://schemas.microsoft.com/office/drawing/2014/main" id="{B588A116-E6B3-3563-5908-8C142FD82B9D}"/>
                </a:ext>
              </a:extLst>
            </p:cNvPr>
            <p:cNvGrpSpPr/>
            <p:nvPr/>
          </p:nvGrpSpPr>
          <p:grpSpPr>
            <a:xfrm>
              <a:off x="395415" y="4411980"/>
              <a:ext cx="710216" cy="180000"/>
              <a:chOff x="395415" y="3933668"/>
              <a:chExt cx="710216" cy="180000"/>
            </a:xfrm>
          </p:grpSpPr>
          <p:sp>
            <p:nvSpPr>
              <p:cNvPr id="294" name="직사각형 293">
                <a:extLst>
                  <a:ext uri="{FF2B5EF4-FFF2-40B4-BE49-F238E27FC236}">
                    <a16:creationId xmlns:a16="http://schemas.microsoft.com/office/drawing/2014/main" id="{A81DCA66-4C1E-03AE-6396-0605625C7C78}"/>
                  </a:ext>
                </a:extLst>
              </p:cNvPr>
              <p:cNvSpPr/>
              <p:nvPr/>
            </p:nvSpPr>
            <p:spPr>
              <a:xfrm>
                <a:off x="395415" y="3966003"/>
                <a:ext cx="115330" cy="11533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5" name="직사각형 294">
                <a:extLst>
                  <a:ext uri="{FF2B5EF4-FFF2-40B4-BE49-F238E27FC236}">
                    <a16:creationId xmlns:a16="http://schemas.microsoft.com/office/drawing/2014/main" id="{D6662117-4EF5-F44D-4749-9B743D2D8BA2}"/>
                  </a:ext>
                </a:extLst>
              </p:cNvPr>
              <p:cNvSpPr/>
              <p:nvPr/>
            </p:nvSpPr>
            <p:spPr>
              <a:xfrm>
                <a:off x="493631" y="3933668"/>
                <a:ext cx="612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 err="1">
                    <a:solidFill>
                      <a:schemeClr val="tx1"/>
                    </a:solidFill>
                  </a:rPr>
                  <a:t>진에어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43" name="그룹 242">
              <a:extLst>
                <a:ext uri="{FF2B5EF4-FFF2-40B4-BE49-F238E27FC236}">
                  <a16:creationId xmlns:a16="http://schemas.microsoft.com/office/drawing/2014/main" id="{9198BA77-D346-B703-FFE6-F8965B228D39}"/>
                </a:ext>
              </a:extLst>
            </p:cNvPr>
            <p:cNvGrpSpPr/>
            <p:nvPr/>
          </p:nvGrpSpPr>
          <p:grpSpPr>
            <a:xfrm>
              <a:off x="1046285" y="4236639"/>
              <a:ext cx="1015426" cy="180000"/>
              <a:chOff x="395415" y="3933667"/>
              <a:chExt cx="1015426" cy="180000"/>
            </a:xfrm>
          </p:grpSpPr>
          <p:sp>
            <p:nvSpPr>
              <p:cNvPr id="292" name="직사각형 291">
                <a:extLst>
                  <a:ext uri="{FF2B5EF4-FFF2-40B4-BE49-F238E27FC236}">
                    <a16:creationId xmlns:a16="http://schemas.microsoft.com/office/drawing/2014/main" id="{1A33A15F-C302-FB82-805B-C0FAED848D36}"/>
                  </a:ext>
                </a:extLst>
              </p:cNvPr>
              <p:cNvSpPr/>
              <p:nvPr/>
            </p:nvSpPr>
            <p:spPr>
              <a:xfrm>
                <a:off x="395415" y="3966002"/>
                <a:ext cx="115330" cy="11533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3" name="직사각형 292">
                <a:extLst>
                  <a:ext uri="{FF2B5EF4-FFF2-40B4-BE49-F238E27FC236}">
                    <a16:creationId xmlns:a16="http://schemas.microsoft.com/office/drawing/2014/main" id="{78EA709C-8662-B337-2F5D-F621B6168AB5}"/>
                  </a:ext>
                </a:extLst>
              </p:cNvPr>
              <p:cNvSpPr/>
              <p:nvPr/>
            </p:nvSpPr>
            <p:spPr>
              <a:xfrm>
                <a:off x="493630" y="3933667"/>
                <a:ext cx="917211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>
                    <a:solidFill>
                      <a:schemeClr val="tx1"/>
                    </a:solidFill>
                  </a:rPr>
                  <a:t>아시아나</a:t>
                </a:r>
              </a:p>
            </p:txBody>
          </p:sp>
        </p:grpSp>
        <p:grpSp>
          <p:nvGrpSpPr>
            <p:cNvPr id="244" name="그룹 243">
              <a:extLst>
                <a:ext uri="{FF2B5EF4-FFF2-40B4-BE49-F238E27FC236}">
                  <a16:creationId xmlns:a16="http://schemas.microsoft.com/office/drawing/2014/main" id="{EB1A2A0B-1AF1-C0C0-F9EA-640B22DEEB80}"/>
                </a:ext>
              </a:extLst>
            </p:cNvPr>
            <p:cNvGrpSpPr/>
            <p:nvPr/>
          </p:nvGrpSpPr>
          <p:grpSpPr>
            <a:xfrm>
              <a:off x="1046285" y="4403079"/>
              <a:ext cx="710216" cy="180000"/>
              <a:chOff x="395415" y="3933668"/>
              <a:chExt cx="710216" cy="180000"/>
            </a:xfrm>
          </p:grpSpPr>
          <p:sp>
            <p:nvSpPr>
              <p:cNvPr id="290" name="직사각형 289">
                <a:extLst>
                  <a:ext uri="{FF2B5EF4-FFF2-40B4-BE49-F238E27FC236}">
                    <a16:creationId xmlns:a16="http://schemas.microsoft.com/office/drawing/2014/main" id="{199B29B2-2D79-E890-4989-9B4B62D9C077}"/>
                  </a:ext>
                </a:extLst>
              </p:cNvPr>
              <p:cNvSpPr/>
              <p:nvPr/>
            </p:nvSpPr>
            <p:spPr>
              <a:xfrm>
                <a:off x="395415" y="3966003"/>
                <a:ext cx="115330" cy="11533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1" name="직사각형 290">
                <a:extLst>
                  <a:ext uri="{FF2B5EF4-FFF2-40B4-BE49-F238E27FC236}">
                    <a16:creationId xmlns:a16="http://schemas.microsoft.com/office/drawing/2014/main" id="{EE7980AD-45AD-BA85-FC99-27593D303810}"/>
                  </a:ext>
                </a:extLst>
              </p:cNvPr>
              <p:cNvSpPr/>
              <p:nvPr/>
            </p:nvSpPr>
            <p:spPr>
              <a:xfrm>
                <a:off x="493631" y="3933668"/>
                <a:ext cx="612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 err="1">
                    <a:solidFill>
                      <a:schemeClr val="tx1"/>
                    </a:solidFill>
                  </a:rPr>
                  <a:t>부산에어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46" name="그룹 245">
              <a:extLst>
                <a:ext uri="{FF2B5EF4-FFF2-40B4-BE49-F238E27FC236}">
                  <a16:creationId xmlns:a16="http://schemas.microsoft.com/office/drawing/2014/main" id="{E470F6E2-7226-800E-53AE-FE8206E46979}"/>
                </a:ext>
              </a:extLst>
            </p:cNvPr>
            <p:cNvGrpSpPr/>
            <p:nvPr/>
          </p:nvGrpSpPr>
          <p:grpSpPr>
            <a:xfrm>
              <a:off x="395415" y="4595671"/>
              <a:ext cx="710216" cy="180000"/>
              <a:chOff x="395415" y="3933668"/>
              <a:chExt cx="710216" cy="180000"/>
            </a:xfrm>
          </p:grpSpPr>
          <p:sp>
            <p:nvSpPr>
              <p:cNvPr id="288" name="직사각형 287">
                <a:extLst>
                  <a:ext uri="{FF2B5EF4-FFF2-40B4-BE49-F238E27FC236}">
                    <a16:creationId xmlns:a16="http://schemas.microsoft.com/office/drawing/2014/main" id="{EB2098C7-46B2-8C43-B881-122E438E202B}"/>
                  </a:ext>
                </a:extLst>
              </p:cNvPr>
              <p:cNvSpPr/>
              <p:nvPr/>
            </p:nvSpPr>
            <p:spPr>
              <a:xfrm>
                <a:off x="395415" y="3966003"/>
                <a:ext cx="115330" cy="11533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9" name="직사각형 288">
                <a:extLst>
                  <a:ext uri="{FF2B5EF4-FFF2-40B4-BE49-F238E27FC236}">
                    <a16:creationId xmlns:a16="http://schemas.microsoft.com/office/drawing/2014/main" id="{AEA1E8BD-731F-B888-9294-733500DB5D6C}"/>
                  </a:ext>
                </a:extLst>
              </p:cNvPr>
              <p:cNvSpPr/>
              <p:nvPr/>
            </p:nvSpPr>
            <p:spPr>
              <a:xfrm>
                <a:off x="493631" y="3933668"/>
                <a:ext cx="612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>
                    <a:solidFill>
                      <a:schemeClr val="tx1"/>
                    </a:solidFill>
                  </a:rPr>
                  <a:t>독일한공</a:t>
                </a:r>
              </a:p>
            </p:txBody>
          </p:sp>
        </p:grpSp>
        <p:grpSp>
          <p:nvGrpSpPr>
            <p:cNvPr id="247" name="그룹 246">
              <a:extLst>
                <a:ext uri="{FF2B5EF4-FFF2-40B4-BE49-F238E27FC236}">
                  <a16:creationId xmlns:a16="http://schemas.microsoft.com/office/drawing/2014/main" id="{DD2B2A72-62F9-0AA7-28F6-8423A560BB6F}"/>
                </a:ext>
              </a:extLst>
            </p:cNvPr>
            <p:cNvGrpSpPr/>
            <p:nvPr/>
          </p:nvGrpSpPr>
          <p:grpSpPr>
            <a:xfrm>
              <a:off x="1049366" y="4437647"/>
              <a:ext cx="115330" cy="115330"/>
              <a:chOff x="981171" y="3966003"/>
              <a:chExt cx="115330" cy="115330"/>
            </a:xfrm>
          </p:grpSpPr>
          <p:sp>
            <p:nvSpPr>
              <p:cNvPr id="261" name="직사각형 260">
                <a:extLst>
                  <a:ext uri="{FF2B5EF4-FFF2-40B4-BE49-F238E27FC236}">
                    <a16:creationId xmlns:a16="http://schemas.microsoft.com/office/drawing/2014/main" id="{D54BCE8F-88BD-A656-F5D4-EA745B6EB080}"/>
                  </a:ext>
                </a:extLst>
              </p:cNvPr>
              <p:cNvSpPr/>
              <p:nvPr/>
            </p:nvSpPr>
            <p:spPr>
              <a:xfrm>
                <a:off x="981171" y="3966003"/>
                <a:ext cx="115330" cy="115330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264" name="그룹 263">
                <a:extLst>
                  <a:ext uri="{FF2B5EF4-FFF2-40B4-BE49-F238E27FC236}">
                    <a16:creationId xmlns:a16="http://schemas.microsoft.com/office/drawing/2014/main" id="{25A2AED4-1CFD-4F68-2F85-7231F323000A}"/>
                  </a:ext>
                </a:extLst>
              </p:cNvPr>
              <p:cNvGrpSpPr/>
              <p:nvPr/>
            </p:nvGrpSpPr>
            <p:grpSpPr>
              <a:xfrm>
                <a:off x="1002836" y="4005668"/>
                <a:ext cx="72000" cy="36000"/>
                <a:chOff x="3413760" y="4836443"/>
                <a:chExt cx="345002" cy="117028"/>
              </a:xfrm>
            </p:grpSpPr>
            <p:cxnSp>
              <p:nvCxnSpPr>
                <p:cNvPr id="268" name="직선 연결선 267">
                  <a:extLst>
                    <a:ext uri="{FF2B5EF4-FFF2-40B4-BE49-F238E27FC236}">
                      <a16:creationId xmlns:a16="http://schemas.microsoft.com/office/drawing/2014/main" id="{18C3663F-10AD-AE99-FBE8-08111682C879}"/>
                    </a:ext>
                  </a:extLst>
                </p:cNvPr>
                <p:cNvCxnSpPr/>
                <p:nvPr/>
              </p:nvCxnSpPr>
              <p:spPr>
                <a:xfrm>
                  <a:off x="3413760" y="4836443"/>
                  <a:ext cx="117028" cy="117028"/>
                </a:xfrm>
                <a:prstGeom prst="line">
                  <a:avLst/>
                </a:prstGeom>
                <a:ln w="6350"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7" name="직선 연결선 286">
                  <a:extLst>
                    <a:ext uri="{FF2B5EF4-FFF2-40B4-BE49-F238E27FC236}">
                      <a16:creationId xmlns:a16="http://schemas.microsoft.com/office/drawing/2014/main" id="{F5985C7F-E95A-80BE-57BA-E6DE8AAF5D36}"/>
                    </a:ext>
                  </a:extLst>
                </p:cNvPr>
                <p:cNvCxnSpPr/>
                <p:nvPr/>
              </p:nvCxnSpPr>
              <p:spPr>
                <a:xfrm flipV="1">
                  <a:off x="3513912" y="4837015"/>
                  <a:ext cx="244850" cy="116456"/>
                </a:xfrm>
                <a:prstGeom prst="line">
                  <a:avLst/>
                </a:prstGeom>
                <a:ln w="6350"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7CCC6A8-F55B-077F-DD0E-89622AD20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19</a:t>
            </a:fld>
            <a:endParaRPr lang="ko-KR" altLang="en-US" dirty="0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8D9AB08-576E-75F2-82F0-8E04C8CE1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A6618-D80D-4B7E-A45B-A31FDCA0FB45}" type="datetime1">
              <a:rPr lang="ko-KR" altLang="en-US" smtClean="0"/>
              <a:t>2026-01-15</a:t>
            </a:fld>
            <a:endParaRPr lang="ko-KR" altLang="en-US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8F595C5-09F1-8CC0-D816-A9FE1E666737}"/>
              </a:ext>
            </a:extLst>
          </p:cNvPr>
          <p:cNvSpPr txBox="1"/>
          <p:nvPr/>
        </p:nvSpPr>
        <p:spPr>
          <a:xfrm>
            <a:off x="992038" y="221039"/>
            <a:ext cx="13433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/>
              <a:t>항공 여정 상세 일정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CFBCCA5-AC40-6C00-9ECB-2FFE8D5475FF}"/>
              </a:ext>
            </a:extLst>
          </p:cNvPr>
          <p:cNvSpPr txBox="1"/>
          <p:nvPr/>
        </p:nvSpPr>
        <p:spPr>
          <a:xfrm>
            <a:off x="3355675" y="213760"/>
            <a:ext cx="368789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1000" b="1" dirty="0">
                <a:solidFill>
                  <a:schemeClr val="tx1"/>
                </a:solidFill>
              </a:rPr>
              <a:t>항공 </a:t>
            </a:r>
            <a:r>
              <a:rPr lang="en-US" altLang="ko-KR" sz="1000" b="1" dirty="0">
                <a:solidFill>
                  <a:schemeClr val="tx1"/>
                </a:solidFill>
              </a:rPr>
              <a:t>&gt; </a:t>
            </a:r>
            <a:r>
              <a:rPr lang="ko-KR" altLang="en-US" sz="1000" b="1" dirty="0">
                <a:solidFill>
                  <a:schemeClr val="tx1"/>
                </a:solidFill>
              </a:rPr>
              <a:t>국제선 조회 </a:t>
            </a:r>
            <a:r>
              <a:rPr lang="en-US" altLang="ko-KR" sz="1000" b="1" dirty="0">
                <a:solidFill>
                  <a:schemeClr val="tx1"/>
                </a:solidFill>
              </a:rPr>
              <a:t>&gt; </a:t>
            </a:r>
            <a:r>
              <a:rPr lang="ko-KR" altLang="en-US" sz="1000" b="1" dirty="0">
                <a:solidFill>
                  <a:schemeClr val="tx1"/>
                </a:solidFill>
              </a:rPr>
              <a:t>항공여정 상세 일정</a:t>
            </a:r>
            <a:r>
              <a:rPr lang="en-US" altLang="ko-KR" sz="1000" b="1" dirty="0">
                <a:solidFill>
                  <a:schemeClr val="tx1"/>
                </a:solidFill>
              </a:rPr>
              <a:t>(</a:t>
            </a:r>
            <a:r>
              <a:rPr lang="ko-KR" altLang="en-US" sz="1000" b="1" dirty="0">
                <a:solidFill>
                  <a:schemeClr val="tx1"/>
                </a:solidFill>
              </a:rPr>
              <a:t>경유</a:t>
            </a:r>
            <a:r>
              <a:rPr lang="en-US" altLang="ko-KR" sz="1000" b="1" dirty="0">
                <a:solidFill>
                  <a:schemeClr val="tx1"/>
                </a:solidFill>
              </a:rPr>
              <a:t>)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graphicFrame>
        <p:nvGraphicFramePr>
          <p:cNvPr id="40" name="표 39">
            <a:extLst>
              <a:ext uri="{FF2B5EF4-FFF2-40B4-BE49-F238E27FC236}">
                <a16:creationId xmlns:a16="http://schemas.microsoft.com/office/drawing/2014/main" id="{1C834910-ABDF-77D4-FFDC-1C58FC9EC6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4241148"/>
              </p:ext>
            </p:extLst>
          </p:nvPr>
        </p:nvGraphicFramePr>
        <p:xfrm>
          <a:off x="8895422" y="89351"/>
          <a:ext cx="3208784" cy="36988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4778">
                  <a:extLst>
                    <a:ext uri="{9D8B030D-6E8A-4147-A177-3AD203B41FA5}">
                      <a16:colId xmlns:a16="http://schemas.microsoft.com/office/drawing/2014/main" val="449230696"/>
                    </a:ext>
                  </a:extLst>
                </a:gridCol>
                <a:gridCol w="2884006">
                  <a:extLst>
                    <a:ext uri="{9D8B030D-6E8A-4147-A177-3AD203B41FA5}">
                      <a16:colId xmlns:a16="http://schemas.microsoft.com/office/drawing/2014/main" val="329973123"/>
                    </a:ext>
                  </a:extLst>
                </a:gridCol>
              </a:tblGrid>
              <a:tr h="323687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0687550"/>
                  </a:ext>
                </a:extLst>
              </a:tr>
              <a:tr h="272123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ko-KR" altLang="en-US" sz="900" b="1" dirty="0"/>
                        <a:t>항공 여정 상세 일정 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경유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altLang="ko-KR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3499294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/>
                        <a:t>경유 </a:t>
                      </a:r>
                      <a:r>
                        <a:rPr lang="en-US" altLang="ko-KR" sz="900" dirty="0"/>
                        <a:t>CASE </a:t>
                      </a:r>
                      <a:r>
                        <a:rPr lang="ko-KR" altLang="en-US" sz="900" dirty="0"/>
                        <a:t>여행 상세 일정</a:t>
                      </a:r>
                      <a:endParaRPr lang="en-US" altLang="ko-KR" sz="900" dirty="0"/>
                    </a:p>
                    <a:p>
                      <a:pPr latinLnBrk="1"/>
                      <a:endParaRPr lang="en-US" altLang="ko-KR" sz="9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9960993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2</a:t>
                      </a:r>
                      <a:endParaRPr lang="ko-KR" altLang="en-US" sz="9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/>
                        <a:t>총 여행 시간</a:t>
                      </a:r>
                      <a:endParaRPr lang="en-US" altLang="ko-KR" sz="900" b="1" dirty="0"/>
                    </a:p>
                    <a:p>
                      <a:pPr latinLnBrk="1"/>
                      <a:r>
                        <a:rPr lang="en-US" altLang="ko-KR" sz="900" dirty="0"/>
                        <a:t>{</a:t>
                      </a:r>
                      <a:r>
                        <a:rPr lang="ko-KR" altLang="en-US" sz="900" dirty="0" err="1"/>
                        <a:t>출발편</a:t>
                      </a:r>
                      <a:r>
                        <a:rPr lang="en-US" altLang="ko-KR" sz="900" dirty="0"/>
                        <a:t>1 </a:t>
                      </a:r>
                      <a:r>
                        <a:rPr lang="ko-KR" altLang="en-US" sz="900" dirty="0"/>
                        <a:t>비행시간</a:t>
                      </a:r>
                      <a:r>
                        <a:rPr lang="en-US" altLang="ko-KR" sz="900" dirty="0"/>
                        <a:t>} + {</a:t>
                      </a:r>
                      <a:r>
                        <a:rPr lang="ko-KR" altLang="en-US" sz="900" dirty="0"/>
                        <a:t>대기시간</a:t>
                      </a:r>
                      <a:r>
                        <a:rPr lang="en-US" altLang="ko-KR" sz="900" dirty="0"/>
                        <a:t>} + {</a:t>
                      </a:r>
                      <a:r>
                        <a:rPr lang="ko-KR" altLang="en-US" sz="900" dirty="0" err="1"/>
                        <a:t>출발편</a:t>
                      </a:r>
                      <a:r>
                        <a:rPr lang="en-US" altLang="ko-KR" sz="900" dirty="0"/>
                        <a:t>2</a:t>
                      </a:r>
                      <a:r>
                        <a:rPr lang="ko-KR" altLang="en-US" sz="900" dirty="0"/>
                        <a:t>비행시간</a:t>
                      </a:r>
                      <a:r>
                        <a:rPr lang="en-US" altLang="ko-KR" sz="900" dirty="0"/>
                        <a:t>} = </a:t>
                      </a:r>
                      <a:r>
                        <a:rPr lang="ko-KR" altLang="en-US" sz="900" dirty="0"/>
                        <a:t>총여행시간</a:t>
                      </a:r>
                      <a:endParaRPr lang="en-US" altLang="ko-KR" sz="900" dirty="0"/>
                    </a:p>
                    <a:p>
                      <a:pPr latinLnBrk="1"/>
                      <a:endParaRPr lang="en-US" altLang="ko-KR" sz="90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{</a:t>
                      </a:r>
                      <a:r>
                        <a:rPr lang="ko-KR" altLang="en-US" sz="900" dirty="0" err="1"/>
                        <a:t>귀국편</a:t>
                      </a:r>
                      <a:r>
                        <a:rPr lang="en-US" altLang="ko-KR" sz="900" dirty="0"/>
                        <a:t>1 </a:t>
                      </a:r>
                      <a:r>
                        <a:rPr lang="ko-KR" altLang="en-US" sz="900" dirty="0"/>
                        <a:t>비행시간</a:t>
                      </a:r>
                      <a:r>
                        <a:rPr lang="en-US" altLang="ko-KR" sz="900" dirty="0"/>
                        <a:t>} + {</a:t>
                      </a:r>
                      <a:r>
                        <a:rPr lang="ko-KR" altLang="en-US" sz="900" dirty="0"/>
                        <a:t>대기시간</a:t>
                      </a:r>
                      <a:r>
                        <a:rPr lang="en-US" altLang="ko-KR" sz="900" dirty="0"/>
                        <a:t>} + {</a:t>
                      </a:r>
                      <a:r>
                        <a:rPr lang="ko-KR" altLang="en-US" sz="900" dirty="0" err="1"/>
                        <a:t>귀국편</a:t>
                      </a:r>
                      <a:r>
                        <a:rPr lang="en-US" altLang="ko-KR" sz="900" dirty="0"/>
                        <a:t>2 </a:t>
                      </a:r>
                      <a:r>
                        <a:rPr lang="ko-KR" altLang="en-US" sz="900" dirty="0"/>
                        <a:t>비행시간</a:t>
                      </a:r>
                      <a:r>
                        <a:rPr lang="en-US" altLang="ko-KR" sz="900" dirty="0"/>
                        <a:t>} = </a:t>
                      </a:r>
                      <a:r>
                        <a:rPr lang="ko-KR" altLang="en-US" sz="900" dirty="0"/>
                        <a:t>총여행시간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92341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/>
                        <a:t>3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/>
                        <a:t>경유지 대기 시간</a:t>
                      </a:r>
                      <a:endParaRPr lang="en-US" altLang="ko-KR" sz="900" b="1" dirty="0"/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900" dirty="0"/>
                        <a:t>경유지 대기 시간에 대한 데이터가 없을 경우 </a:t>
                      </a:r>
                      <a:r>
                        <a:rPr lang="en-US" altLang="ko-KR" sz="900" dirty="0"/>
                        <a:t>{</a:t>
                      </a:r>
                      <a:r>
                        <a:rPr lang="ko-KR" altLang="en-US" sz="900" dirty="0"/>
                        <a:t>경유지에서 출발시간</a:t>
                      </a:r>
                      <a:r>
                        <a:rPr lang="en-US" altLang="ko-KR" sz="900" dirty="0"/>
                        <a:t>} – {</a:t>
                      </a:r>
                      <a:r>
                        <a:rPr lang="ko-KR" altLang="en-US" sz="900" dirty="0"/>
                        <a:t>경유지로 도착시간</a:t>
                      </a:r>
                      <a:r>
                        <a:rPr lang="en-US" altLang="ko-KR" sz="900" dirty="0"/>
                        <a:t>} </a:t>
                      </a:r>
                      <a:r>
                        <a:rPr lang="ko-KR" altLang="en-US" sz="900" dirty="0"/>
                        <a:t>계산하여 노출</a:t>
                      </a:r>
                      <a:endParaRPr lang="en-US" altLang="ko-KR" sz="900" dirty="0"/>
                    </a:p>
                    <a:p>
                      <a:pPr marL="171450" indent="-171450" latinLnBrk="1">
                        <a:buFontTx/>
                        <a:buChar char="-"/>
                      </a:pPr>
                      <a:endParaRPr lang="en-US" altLang="ko-KR" sz="9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8256369"/>
                  </a:ext>
                </a:extLst>
              </a:tr>
              <a:tr h="27253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Check point</a:t>
                      </a:r>
                      <a:endParaRPr lang="ko-KR" altLang="en-US" sz="10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194342"/>
                  </a:ext>
                </a:extLst>
              </a:tr>
              <a:tr h="635909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u="none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9267137"/>
                  </a:ext>
                </a:extLst>
              </a:tr>
            </a:tbl>
          </a:graphicData>
        </a:graphic>
      </p:graphicFrame>
      <p:grpSp>
        <p:nvGrpSpPr>
          <p:cNvPr id="14" name="그룹 13">
            <a:extLst>
              <a:ext uri="{FF2B5EF4-FFF2-40B4-BE49-F238E27FC236}">
                <a16:creationId xmlns:a16="http://schemas.microsoft.com/office/drawing/2014/main" id="{81AF4A6F-9A2E-8618-D25B-E3A4E16C46EE}"/>
              </a:ext>
            </a:extLst>
          </p:cNvPr>
          <p:cNvGrpSpPr/>
          <p:nvPr/>
        </p:nvGrpSpPr>
        <p:grpSpPr>
          <a:xfrm>
            <a:off x="7248542" y="1061440"/>
            <a:ext cx="1080000" cy="252000"/>
            <a:chOff x="7248542" y="3635149"/>
            <a:chExt cx="1080000" cy="252000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8660EEBF-A781-E680-CE64-E02FA1F0C753}"/>
                </a:ext>
              </a:extLst>
            </p:cNvPr>
            <p:cNvSpPr/>
            <p:nvPr/>
          </p:nvSpPr>
          <p:spPr>
            <a:xfrm>
              <a:off x="7248542" y="3635149"/>
              <a:ext cx="1080000" cy="252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r>
                <a:rPr lang="ko-KR" altLang="en-US" sz="800" dirty="0">
                  <a:solidFill>
                    <a:schemeClr val="tx1"/>
                  </a:solidFill>
                </a:rPr>
                <a:t>선택</a:t>
              </a:r>
            </a:p>
          </p:txBody>
        </p: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2B9A3038-6A6C-B202-A422-4AD6C535F1FD}"/>
                </a:ext>
              </a:extLst>
            </p:cNvPr>
            <p:cNvGrpSpPr/>
            <p:nvPr/>
          </p:nvGrpSpPr>
          <p:grpSpPr>
            <a:xfrm flipH="1">
              <a:off x="8184355" y="3739138"/>
              <a:ext cx="60620" cy="45719"/>
              <a:chOff x="2582354" y="4366054"/>
              <a:chExt cx="443974" cy="226749"/>
            </a:xfrm>
          </p:grpSpPr>
          <p:cxnSp>
            <p:nvCxnSpPr>
              <p:cNvPr id="17" name="직선 연결선 16">
                <a:extLst>
                  <a:ext uri="{FF2B5EF4-FFF2-40B4-BE49-F238E27FC236}">
                    <a16:creationId xmlns:a16="http://schemas.microsoft.com/office/drawing/2014/main" id="{30DC3F07-BD5F-FE82-AFA1-C4F16143D2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82354" y="4366054"/>
                <a:ext cx="226749" cy="226749"/>
              </a:xfrm>
              <a:prstGeom prst="line">
                <a:avLst/>
              </a:prstGeom>
              <a:ln w="9525">
                <a:solidFill>
                  <a:schemeClr val="bg2">
                    <a:lumMod val="50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" name="직선 연결선 17">
                <a:extLst>
                  <a:ext uri="{FF2B5EF4-FFF2-40B4-BE49-F238E27FC236}">
                    <a16:creationId xmlns:a16="http://schemas.microsoft.com/office/drawing/2014/main" id="{E82029B8-BE95-46AE-82BD-39F61D56E0B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99579" y="4366054"/>
                <a:ext cx="226749" cy="226749"/>
              </a:xfrm>
              <a:prstGeom prst="line">
                <a:avLst/>
              </a:prstGeom>
              <a:ln w="9525">
                <a:solidFill>
                  <a:schemeClr val="bg2">
                    <a:lumMod val="50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A38C5405-A889-0D3A-4010-5A346C459423}"/>
              </a:ext>
            </a:extLst>
          </p:cNvPr>
          <p:cNvSpPr/>
          <p:nvPr/>
        </p:nvSpPr>
        <p:spPr>
          <a:xfrm>
            <a:off x="2051217" y="1089582"/>
            <a:ext cx="2007154" cy="1869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bg2">
                    <a:lumMod val="50000"/>
                  </a:schemeClr>
                </a:solidFill>
              </a:rPr>
              <a:t>총</a:t>
            </a:r>
            <a:r>
              <a:rPr lang="ko-KR" altLang="en-US" sz="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100</a:t>
            </a:r>
            <a:r>
              <a:rPr lang="ko-KR" altLang="en-US" sz="800" dirty="0">
                <a:solidFill>
                  <a:schemeClr val="bg2">
                    <a:lumMod val="50000"/>
                  </a:schemeClr>
                </a:solidFill>
              </a:rPr>
              <a:t>개의 항공이 검색되었습니다</a:t>
            </a:r>
            <a:r>
              <a:rPr lang="en-US" altLang="ko-KR" sz="800" dirty="0">
                <a:solidFill>
                  <a:schemeClr val="bg2">
                    <a:lumMod val="50000"/>
                  </a:schemeClr>
                </a:solidFill>
              </a:rPr>
              <a:t>.</a:t>
            </a:r>
            <a:endParaRPr lang="ko-KR" altLang="en-US" sz="800" dirty="0">
              <a:solidFill>
                <a:schemeClr val="bg2">
                  <a:lumMod val="50000"/>
                </a:schemeClr>
              </a:solidFill>
            </a:endParaRPr>
          </a:p>
        </p:txBody>
      </p:sp>
      <p:grpSp>
        <p:nvGrpSpPr>
          <p:cNvPr id="116" name="그룹 115">
            <a:extLst>
              <a:ext uri="{FF2B5EF4-FFF2-40B4-BE49-F238E27FC236}">
                <a16:creationId xmlns:a16="http://schemas.microsoft.com/office/drawing/2014/main" id="{52409E6D-2C36-0737-0C8D-DF67FF47C3E7}"/>
              </a:ext>
            </a:extLst>
          </p:cNvPr>
          <p:cNvGrpSpPr/>
          <p:nvPr/>
        </p:nvGrpSpPr>
        <p:grpSpPr>
          <a:xfrm>
            <a:off x="5855331" y="1110958"/>
            <a:ext cx="1206093" cy="148340"/>
            <a:chOff x="5855331" y="3944528"/>
            <a:chExt cx="1206093" cy="148340"/>
          </a:xfrm>
        </p:grpSpPr>
        <p:sp>
          <p:nvSpPr>
            <p:cNvPr id="117" name="직사각형 116">
              <a:extLst>
                <a:ext uri="{FF2B5EF4-FFF2-40B4-BE49-F238E27FC236}">
                  <a16:creationId xmlns:a16="http://schemas.microsoft.com/office/drawing/2014/main" id="{84D4EB3B-6491-8A1E-031B-81AA63336AD9}"/>
                </a:ext>
              </a:extLst>
            </p:cNvPr>
            <p:cNvSpPr/>
            <p:nvPr/>
          </p:nvSpPr>
          <p:spPr>
            <a:xfrm>
              <a:off x="5855331" y="3944528"/>
              <a:ext cx="1132188" cy="14834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b="1" dirty="0">
                  <a:solidFill>
                    <a:schemeClr val="tx1"/>
                  </a:solidFill>
                </a:rPr>
                <a:t>조회시간</a:t>
              </a:r>
              <a:r>
                <a:rPr lang="en-US" altLang="ko-KR" sz="800" b="1" dirty="0">
                  <a:solidFill>
                    <a:schemeClr val="tx1"/>
                  </a:solidFill>
                </a:rPr>
                <a:t>: 20</a:t>
              </a:r>
              <a:r>
                <a:rPr lang="ko-KR" altLang="en-US" sz="800" b="1" dirty="0">
                  <a:solidFill>
                    <a:schemeClr val="tx1"/>
                  </a:solidFill>
                </a:rPr>
                <a:t>시 </a:t>
              </a:r>
              <a:r>
                <a:rPr lang="en-US" altLang="ko-KR" sz="800" b="1" dirty="0">
                  <a:solidFill>
                    <a:schemeClr val="tx1"/>
                  </a:solidFill>
                </a:rPr>
                <a:t>33</a:t>
              </a:r>
              <a:r>
                <a:rPr lang="ko-KR" altLang="en-US" sz="800" b="1" dirty="0">
                  <a:solidFill>
                    <a:schemeClr val="tx1"/>
                  </a:solidFill>
                </a:rPr>
                <a:t>분</a:t>
              </a:r>
            </a:p>
          </p:txBody>
        </p:sp>
        <p:pic>
          <p:nvPicPr>
            <p:cNvPr id="118" name="그래픽 117" descr="새로 고침 단색으로 채워진">
              <a:extLst>
                <a:ext uri="{FF2B5EF4-FFF2-40B4-BE49-F238E27FC236}">
                  <a16:creationId xmlns:a16="http://schemas.microsoft.com/office/drawing/2014/main" id="{0BA251A9-A4F9-6F3D-6267-FDC6167EC7F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2700000">
              <a:off x="6954278" y="3965125"/>
              <a:ext cx="107146" cy="107146"/>
            </a:xfrm>
            <a:prstGeom prst="rect">
              <a:avLst/>
            </a:prstGeom>
          </p:spPr>
        </p:pic>
      </p:grpSp>
      <p:grpSp>
        <p:nvGrpSpPr>
          <p:cNvPr id="119" name="그룹 118">
            <a:extLst>
              <a:ext uri="{FF2B5EF4-FFF2-40B4-BE49-F238E27FC236}">
                <a16:creationId xmlns:a16="http://schemas.microsoft.com/office/drawing/2014/main" id="{ED761410-D286-4A45-1D3C-93E1ABA5BB24}"/>
              </a:ext>
            </a:extLst>
          </p:cNvPr>
          <p:cNvGrpSpPr/>
          <p:nvPr/>
        </p:nvGrpSpPr>
        <p:grpSpPr>
          <a:xfrm>
            <a:off x="2113703" y="1397069"/>
            <a:ext cx="6279367" cy="1512000"/>
            <a:chOff x="2113703" y="4230639"/>
            <a:chExt cx="6279367" cy="1512000"/>
          </a:xfrm>
        </p:grpSpPr>
        <p:sp>
          <p:nvSpPr>
            <p:cNvPr id="120" name="직사각형 119">
              <a:extLst>
                <a:ext uri="{FF2B5EF4-FFF2-40B4-BE49-F238E27FC236}">
                  <a16:creationId xmlns:a16="http://schemas.microsoft.com/office/drawing/2014/main" id="{0641BA62-319B-E5A2-56C2-869A97481C31}"/>
                </a:ext>
              </a:extLst>
            </p:cNvPr>
            <p:cNvSpPr/>
            <p:nvPr/>
          </p:nvSpPr>
          <p:spPr>
            <a:xfrm>
              <a:off x="2113703" y="4230639"/>
              <a:ext cx="6214839" cy="151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21" name="직사각형 120">
              <a:extLst>
                <a:ext uri="{FF2B5EF4-FFF2-40B4-BE49-F238E27FC236}">
                  <a16:creationId xmlns:a16="http://schemas.microsoft.com/office/drawing/2014/main" id="{4251B547-EF74-64D3-2103-ADCA4744C811}"/>
                </a:ext>
              </a:extLst>
            </p:cNvPr>
            <p:cNvSpPr/>
            <p:nvPr/>
          </p:nvSpPr>
          <p:spPr>
            <a:xfrm>
              <a:off x="6358171" y="5220042"/>
              <a:ext cx="900000" cy="365907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 err="1"/>
                <a:t>셀프예약</a:t>
              </a:r>
              <a:endParaRPr lang="ko-KR" altLang="en-US" sz="900" dirty="0"/>
            </a:p>
          </p:txBody>
        </p:sp>
        <p:sp>
          <p:nvSpPr>
            <p:cNvPr id="122" name="직사각형 121">
              <a:extLst>
                <a:ext uri="{FF2B5EF4-FFF2-40B4-BE49-F238E27FC236}">
                  <a16:creationId xmlns:a16="http://schemas.microsoft.com/office/drawing/2014/main" id="{404D9E5A-9057-2AE5-A7FE-1678A34DFC81}"/>
                </a:ext>
              </a:extLst>
            </p:cNvPr>
            <p:cNvSpPr/>
            <p:nvPr/>
          </p:nvSpPr>
          <p:spPr>
            <a:xfrm>
              <a:off x="7329201" y="5220042"/>
              <a:ext cx="900000" cy="365907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전담팀요청</a:t>
              </a:r>
              <a:endParaRPr lang="ko-KR" altLang="en-US" sz="9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grpSp>
          <p:nvGrpSpPr>
            <p:cNvPr id="123" name="그룹 122">
              <a:extLst>
                <a:ext uri="{FF2B5EF4-FFF2-40B4-BE49-F238E27FC236}">
                  <a16:creationId xmlns:a16="http://schemas.microsoft.com/office/drawing/2014/main" id="{6E22C58D-1C32-7A4D-CC54-5A24E7B3CF25}"/>
                </a:ext>
              </a:extLst>
            </p:cNvPr>
            <p:cNvGrpSpPr/>
            <p:nvPr/>
          </p:nvGrpSpPr>
          <p:grpSpPr>
            <a:xfrm>
              <a:off x="6910877" y="4976346"/>
              <a:ext cx="1402471" cy="162601"/>
              <a:chOff x="6910877" y="4739316"/>
              <a:chExt cx="1402471" cy="162601"/>
            </a:xfrm>
          </p:grpSpPr>
          <p:sp>
            <p:nvSpPr>
              <p:cNvPr id="159" name="직사각형 158">
                <a:extLst>
                  <a:ext uri="{FF2B5EF4-FFF2-40B4-BE49-F238E27FC236}">
                    <a16:creationId xmlns:a16="http://schemas.microsoft.com/office/drawing/2014/main" id="{038AAFFF-FC6F-1BC5-EE29-9C1542840B71}"/>
                  </a:ext>
                </a:extLst>
              </p:cNvPr>
              <p:cNvSpPr/>
              <p:nvPr/>
            </p:nvSpPr>
            <p:spPr>
              <a:xfrm>
                <a:off x="6910877" y="4764955"/>
                <a:ext cx="554002" cy="13696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>
                    <a:solidFill>
                      <a:schemeClr val="tx1"/>
                    </a:solidFill>
                  </a:rPr>
                  <a:t>총 요금</a:t>
                </a:r>
              </a:p>
            </p:txBody>
          </p:sp>
          <p:sp>
            <p:nvSpPr>
              <p:cNvPr id="160" name="직사각형 159">
                <a:extLst>
                  <a:ext uri="{FF2B5EF4-FFF2-40B4-BE49-F238E27FC236}">
                    <a16:creationId xmlns:a16="http://schemas.microsoft.com/office/drawing/2014/main" id="{679958EA-6798-DC7B-F7D1-7AA798FAA79B}"/>
                  </a:ext>
                </a:extLst>
              </p:cNvPr>
              <p:cNvSpPr/>
              <p:nvPr/>
            </p:nvSpPr>
            <p:spPr>
              <a:xfrm>
                <a:off x="7235113" y="4739316"/>
                <a:ext cx="1005024" cy="13696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100" b="1" dirty="0">
                    <a:solidFill>
                      <a:srgbClr val="4B90FF"/>
                    </a:solidFill>
                  </a:rPr>
                  <a:t>1,582,650</a:t>
                </a:r>
                <a:endParaRPr lang="ko-KR" altLang="en-US" sz="1100" b="1" dirty="0">
                  <a:solidFill>
                    <a:srgbClr val="4B90FF"/>
                  </a:solidFill>
                </a:endParaRPr>
              </a:p>
            </p:txBody>
          </p:sp>
          <p:sp>
            <p:nvSpPr>
              <p:cNvPr id="161" name="직사각형 160">
                <a:extLst>
                  <a:ext uri="{FF2B5EF4-FFF2-40B4-BE49-F238E27FC236}">
                    <a16:creationId xmlns:a16="http://schemas.microsoft.com/office/drawing/2014/main" id="{5555FE76-591E-E53C-0451-A405F89895A0}"/>
                  </a:ext>
                </a:extLst>
              </p:cNvPr>
              <p:cNvSpPr/>
              <p:nvPr/>
            </p:nvSpPr>
            <p:spPr>
              <a:xfrm>
                <a:off x="8011880" y="4764955"/>
                <a:ext cx="301468" cy="13696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>
                    <a:solidFill>
                      <a:schemeClr val="tx1"/>
                    </a:solidFill>
                  </a:rPr>
                  <a:t>원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24" name="사각형: 둥근 모서리 123">
              <a:extLst>
                <a:ext uri="{FF2B5EF4-FFF2-40B4-BE49-F238E27FC236}">
                  <a16:creationId xmlns:a16="http://schemas.microsoft.com/office/drawing/2014/main" id="{19F2940C-859F-4F11-9E13-0DABCA889EEE}"/>
                </a:ext>
              </a:extLst>
            </p:cNvPr>
            <p:cNvSpPr/>
            <p:nvPr/>
          </p:nvSpPr>
          <p:spPr>
            <a:xfrm>
              <a:off x="2231123" y="4365278"/>
              <a:ext cx="364440" cy="180000"/>
            </a:xfrm>
            <a:prstGeom prst="roundRect">
              <a:avLst/>
            </a:prstGeom>
            <a:solidFill>
              <a:srgbClr val="4B90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600" dirty="0"/>
                <a:t>준수</a:t>
              </a:r>
            </a:p>
          </p:txBody>
        </p:sp>
        <p:sp>
          <p:nvSpPr>
            <p:cNvPr id="125" name="사각형: 둥근 모서리 124">
              <a:extLst>
                <a:ext uri="{FF2B5EF4-FFF2-40B4-BE49-F238E27FC236}">
                  <a16:creationId xmlns:a16="http://schemas.microsoft.com/office/drawing/2014/main" id="{B027B5D2-2C55-83F7-3264-85E15598EC5C}"/>
                </a:ext>
              </a:extLst>
            </p:cNvPr>
            <p:cNvSpPr/>
            <p:nvPr/>
          </p:nvSpPr>
          <p:spPr>
            <a:xfrm>
              <a:off x="2653229" y="4365278"/>
              <a:ext cx="651986" cy="180000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600">
                  <a:solidFill>
                    <a:schemeClr val="tx1"/>
                  </a:solidFill>
                </a:rPr>
                <a:t>잔여좌석 </a:t>
              </a:r>
              <a:r>
                <a:rPr lang="en-US" altLang="ko-KR" sz="600" dirty="0">
                  <a:solidFill>
                    <a:schemeClr val="tx1"/>
                  </a:solidFill>
                </a:rPr>
                <a:t>9</a:t>
              </a:r>
              <a:r>
                <a:rPr lang="ko-KR" altLang="en-US" sz="600" dirty="0">
                  <a:solidFill>
                    <a:schemeClr val="tx1"/>
                  </a:solidFill>
                </a:rPr>
                <a:t>석</a:t>
              </a:r>
            </a:p>
          </p:txBody>
        </p:sp>
        <p:pic>
          <p:nvPicPr>
            <p:cNvPr id="126" name="그래픽 125" descr="초승달 윤곽선">
              <a:extLst>
                <a:ext uri="{FF2B5EF4-FFF2-40B4-BE49-F238E27FC236}">
                  <a16:creationId xmlns:a16="http://schemas.microsoft.com/office/drawing/2014/main" id="{0D23592C-ABDA-E008-2696-6F493124993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234662" y="4721214"/>
              <a:ext cx="180001" cy="180001"/>
            </a:xfrm>
            <a:prstGeom prst="rect">
              <a:avLst/>
            </a:prstGeom>
          </p:spPr>
        </p:pic>
        <p:sp>
          <p:nvSpPr>
            <p:cNvPr id="127" name="직사각형 126">
              <a:extLst>
                <a:ext uri="{FF2B5EF4-FFF2-40B4-BE49-F238E27FC236}">
                  <a16:creationId xmlns:a16="http://schemas.microsoft.com/office/drawing/2014/main" id="{F7F1C6D5-7E38-C1B6-95FF-6907D3C30DDF}"/>
                </a:ext>
              </a:extLst>
            </p:cNvPr>
            <p:cNvSpPr/>
            <p:nvPr/>
          </p:nvSpPr>
          <p:spPr>
            <a:xfrm>
              <a:off x="2395403" y="4723554"/>
              <a:ext cx="595055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b="1" dirty="0">
                  <a:solidFill>
                    <a:schemeClr val="tx1"/>
                  </a:solidFill>
                </a:rPr>
                <a:t>대한항공</a:t>
              </a:r>
            </a:p>
          </p:txBody>
        </p:sp>
        <p:grpSp>
          <p:nvGrpSpPr>
            <p:cNvPr id="128" name="그룹 127">
              <a:extLst>
                <a:ext uri="{FF2B5EF4-FFF2-40B4-BE49-F238E27FC236}">
                  <a16:creationId xmlns:a16="http://schemas.microsoft.com/office/drawing/2014/main" id="{8253E9E5-8581-6005-00E6-1A57B9E1D737}"/>
                </a:ext>
              </a:extLst>
            </p:cNvPr>
            <p:cNvGrpSpPr/>
            <p:nvPr/>
          </p:nvGrpSpPr>
          <p:grpSpPr>
            <a:xfrm>
              <a:off x="3598300" y="4721214"/>
              <a:ext cx="595055" cy="356897"/>
              <a:chOff x="3380359" y="4711131"/>
              <a:chExt cx="595055" cy="356897"/>
            </a:xfrm>
          </p:grpSpPr>
          <p:sp>
            <p:nvSpPr>
              <p:cNvPr id="157" name="직사각형 156">
                <a:extLst>
                  <a:ext uri="{FF2B5EF4-FFF2-40B4-BE49-F238E27FC236}">
                    <a16:creationId xmlns:a16="http://schemas.microsoft.com/office/drawing/2014/main" id="{5A628012-A698-8D8B-75A7-7949F899FC62}"/>
                  </a:ext>
                </a:extLst>
              </p:cNvPr>
              <p:cNvSpPr/>
              <p:nvPr/>
            </p:nvSpPr>
            <p:spPr>
              <a:xfrm>
                <a:off x="3380359" y="4711131"/>
                <a:ext cx="595055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b="1" dirty="0">
                    <a:solidFill>
                      <a:schemeClr val="tx1"/>
                    </a:solidFill>
                  </a:rPr>
                  <a:t>20:10</a:t>
                </a:r>
                <a:endParaRPr lang="ko-KR" altLang="en-US" sz="8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8" name="직사각형 157">
                <a:extLst>
                  <a:ext uri="{FF2B5EF4-FFF2-40B4-BE49-F238E27FC236}">
                    <a16:creationId xmlns:a16="http://schemas.microsoft.com/office/drawing/2014/main" id="{AD1D1BD9-570D-0B9D-A0FE-80DC00384D83}"/>
                  </a:ext>
                </a:extLst>
              </p:cNvPr>
              <p:cNvSpPr/>
              <p:nvPr/>
            </p:nvSpPr>
            <p:spPr>
              <a:xfrm>
                <a:off x="3380359" y="4888028"/>
                <a:ext cx="595055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700" dirty="0">
                    <a:solidFill>
                      <a:schemeClr val="bg2">
                        <a:lumMod val="50000"/>
                      </a:schemeClr>
                    </a:solidFill>
                  </a:rPr>
                  <a:t>INC</a:t>
                </a:r>
                <a:endParaRPr lang="ko-KR" altLang="en-US" sz="70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29" name="그룹 128">
              <a:extLst>
                <a:ext uri="{FF2B5EF4-FFF2-40B4-BE49-F238E27FC236}">
                  <a16:creationId xmlns:a16="http://schemas.microsoft.com/office/drawing/2014/main" id="{59A1FCCB-C75E-2E05-7BDC-22A89BFC25DF}"/>
                </a:ext>
              </a:extLst>
            </p:cNvPr>
            <p:cNvGrpSpPr/>
            <p:nvPr/>
          </p:nvGrpSpPr>
          <p:grpSpPr>
            <a:xfrm>
              <a:off x="5640866" y="4721214"/>
              <a:ext cx="595055" cy="356897"/>
              <a:chOff x="4878956" y="4711131"/>
              <a:chExt cx="595055" cy="356897"/>
            </a:xfrm>
          </p:grpSpPr>
          <p:sp>
            <p:nvSpPr>
              <p:cNvPr id="155" name="직사각형 154">
                <a:extLst>
                  <a:ext uri="{FF2B5EF4-FFF2-40B4-BE49-F238E27FC236}">
                    <a16:creationId xmlns:a16="http://schemas.microsoft.com/office/drawing/2014/main" id="{134C961F-70E8-58CF-CE4E-5C1FB8BC33E2}"/>
                  </a:ext>
                </a:extLst>
              </p:cNvPr>
              <p:cNvSpPr/>
              <p:nvPr/>
            </p:nvSpPr>
            <p:spPr>
              <a:xfrm>
                <a:off x="4878956" y="4711131"/>
                <a:ext cx="595055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b="1" dirty="0">
                    <a:solidFill>
                      <a:schemeClr val="tx1"/>
                    </a:solidFill>
                  </a:rPr>
                  <a:t>19:40</a:t>
                </a:r>
                <a:endParaRPr lang="ko-KR" altLang="en-US" sz="8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6" name="직사각형 155">
                <a:extLst>
                  <a:ext uri="{FF2B5EF4-FFF2-40B4-BE49-F238E27FC236}">
                    <a16:creationId xmlns:a16="http://schemas.microsoft.com/office/drawing/2014/main" id="{65217C4C-8301-D0B5-17F9-8CB61B7006E5}"/>
                  </a:ext>
                </a:extLst>
              </p:cNvPr>
              <p:cNvSpPr/>
              <p:nvPr/>
            </p:nvSpPr>
            <p:spPr>
              <a:xfrm>
                <a:off x="4878956" y="4888028"/>
                <a:ext cx="595055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700" dirty="0">
                    <a:solidFill>
                      <a:schemeClr val="bg2">
                        <a:lumMod val="50000"/>
                      </a:schemeClr>
                    </a:solidFill>
                  </a:rPr>
                  <a:t>YYZ</a:t>
                </a:r>
                <a:endParaRPr lang="ko-KR" altLang="en-US" sz="70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30" name="그룹 129">
              <a:extLst>
                <a:ext uri="{FF2B5EF4-FFF2-40B4-BE49-F238E27FC236}">
                  <a16:creationId xmlns:a16="http://schemas.microsoft.com/office/drawing/2014/main" id="{BCEB5F8E-3D5D-3112-3228-3EAD08AFDE80}"/>
                </a:ext>
              </a:extLst>
            </p:cNvPr>
            <p:cNvGrpSpPr/>
            <p:nvPr/>
          </p:nvGrpSpPr>
          <p:grpSpPr>
            <a:xfrm>
              <a:off x="4201631" y="4717797"/>
              <a:ext cx="1457702" cy="378040"/>
              <a:chOff x="4201631" y="4717797"/>
              <a:chExt cx="1457702" cy="378040"/>
            </a:xfrm>
          </p:grpSpPr>
          <p:grpSp>
            <p:nvGrpSpPr>
              <p:cNvPr id="149" name="그룹 148">
                <a:extLst>
                  <a:ext uri="{FF2B5EF4-FFF2-40B4-BE49-F238E27FC236}">
                    <a16:creationId xmlns:a16="http://schemas.microsoft.com/office/drawing/2014/main" id="{025E8D17-3640-AF4C-2B01-5E80D42F7FB4}"/>
                  </a:ext>
                </a:extLst>
              </p:cNvPr>
              <p:cNvGrpSpPr/>
              <p:nvPr/>
            </p:nvGrpSpPr>
            <p:grpSpPr>
              <a:xfrm>
                <a:off x="4201631" y="4876802"/>
                <a:ext cx="1457702" cy="45720"/>
                <a:chOff x="4377932" y="5397386"/>
                <a:chExt cx="1457702" cy="45720"/>
              </a:xfrm>
            </p:grpSpPr>
            <p:cxnSp>
              <p:nvCxnSpPr>
                <p:cNvPr id="152" name="직선 연결선 151">
                  <a:extLst>
                    <a:ext uri="{FF2B5EF4-FFF2-40B4-BE49-F238E27FC236}">
                      <a16:creationId xmlns:a16="http://schemas.microsoft.com/office/drawing/2014/main" id="{657B4DC4-45BE-BE8A-B778-144DC603842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383006" y="5420246"/>
                  <a:ext cx="1452628" cy="0"/>
                </a:xfrm>
                <a:prstGeom prst="line">
                  <a:avLst/>
                </a:prstGeom>
                <a:ln w="6350"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53" name="타원 152">
                  <a:extLst>
                    <a:ext uri="{FF2B5EF4-FFF2-40B4-BE49-F238E27FC236}">
                      <a16:creationId xmlns:a16="http://schemas.microsoft.com/office/drawing/2014/main" id="{F72FBFCC-7518-5617-8D81-83CEB6E6FA3B}"/>
                    </a:ext>
                  </a:extLst>
                </p:cNvPr>
                <p:cNvSpPr/>
                <p:nvPr/>
              </p:nvSpPr>
              <p:spPr>
                <a:xfrm>
                  <a:off x="4377932" y="5397387"/>
                  <a:ext cx="45719" cy="45719"/>
                </a:xfrm>
                <a:prstGeom prst="ellipse">
                  <a:avLst/>
                </a:prstGeom>
                <a:solidFill>
                  <a:schemeClr val="bg2">
                    <a:lumMod val="50000"/>
                  </a:schemeClr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bg2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54" name="타원 153">
                  <a:extLst>
                    <a:ext uri="{FF2B5EF4-FFF2-40B4-BE49-F238E27FC236}">
                      <a16:creationId xmlns:a16="http://schemas.microsoft.com/office/drawing/2014/main" id="{404906CC-D180-5E0B-CDEA-DCC612790294}"/>
                    </a:ext>
                  </a:extLst>
                </p:cNvPr>
                <p:cNvSpPr/>
                <p:nvPr/>
              </p:nvSpPr>
              <p:spPr>
                <a:xfrm>
                  <a:off x="5789912" y="5397386"/>
                  <a:ext cx="45722" cy="45720"/>
                </a:xfrm>
                <a:prstGeom prst="ellipse">
                  <a:avLst/>
                </a:prstGeom>
                <a:solidFill>
                  <a:schemeClr val="bg2">
                    <a:lumMod val="50000"/>
                  </a:schemeClr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bg2">
                        <a:lumMod val="50000"/>
                      </a:schemeClr>
                    </a:solidFill>
                  </a:endParaRPr>
                </a:p>
              </p:txBody>
            </p:sp>
          </p:grpSp>
          <p:sp>
            <p:nvSpPr>
              <p:cNvPr id="150" name="직사각형 149">
                <a:extLst>
                  <a:ext uri="{FF2B5EF4-FFF2-40B4-BE49-F238E27FC236}">
                    <a16:creationId xmlns:a16="http://schemas.microsoft.com/office/drawing/2014/main" id="{AA195637-E4D0-E6F0-2068-008F7B790F35}"/>
                  </a:ext>
                </a:extLst>
              </p:cNvPr>
              <p:cNvSpPr/>
              <p:nvPr/>
            </p:nvSpPr>
            <p:spPr>
              <a:xfrm>
                <a:off x="4635492" y="4717797"/>
                <a:ext cx="595055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600" dirty="0">
                    <a:solidFill>
                      <a:schemeClr val="bg2">
                        <a:lumMod val="50000"/>
                      </a:schemeClr>
                    </a:solidFill>
                  </a:rPr>
                  <a:t>직항</a:t>
                </a:r>
              </a:p>
            </p:txBody>
          </p:sp>
          <p:sp>
            <p:nvSpPr>
              <p:cNvPr id="151" name="직사각형 150">
                <a:extLst>
                  <a:ext uri="{FF2B5EF4-FFF2-40B4-BE49-F238E27FC236}">
                    <a16:creationId xmlns:a16="http://schemas.microsoft.com/office/drawing/2014/main" id="{E19223F6-04CA-E4AC-509D-44E969164CC9}"/>
                  </a:ext>
                </a:extLst>
              </p:cNvPr>
              <p:cNvSpPr/>
              <p:nvPr/>
            </p:nvSpPr>
            <p:spPr>
              <a:xfrm>
                <a:off x="4552723" y="4915837"/>
                <a:ext cx="760592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600" dirty="0">
                    <a:solidFill>
                      <a:schemeClr val="bg2">
                        <a:lumMod val="50000"/>
                      </a:schemeClr>
                    </a:solidFill>
                  </a:rPr>
                  <a:t>14</a:t>
                </a:r>
                <a:r>
                  <a:rPr lang="ko-KR" altLang="en-US" sz="600" dirty="0">
                    <a:solidFill>
                      <a:schemeClr val="bg2">
                        <a:lumMod val="50000"/>
                      </a:schemeClr>
                    </a:solidFill>
                  </a:rPr>
                  <a:t>시간 </a:t>
                </a:r>
                <a:r>
                  <a:rPr lang="en-US" altLang="ko-KR" sz="600" dirty="0">
                    <a:solidFill>
                      <a:schemeClr val="bg2">
                        <a:lumMod val="50000"/>
                      </a:schemeClr>
                    </a:solidFill>
                  </a:rPr>
                  <a:t>20</a:t>
                </a:r>
                <a:r>
                  <a:rPr lang="ko-KR" altLang="en-US" sz="600" dirty="0">
                    <a:solidFill>
                      <a:schemeClr val="bg2">
                        <a:lumMod val="50000"/>
                      </a:schemeClr>
                    </a:solidFill>
                  </a:rPr>
                  <a:t>분</a:t>
                </a:r>
              </a:p>
            </p:txBody>
          </p:sp>
        </p:grpSp>
        <p:grpSp>
          <p:nvGrpSpPr>
            <p:cNvPr id="131" name="그룹 130">
              <a:extLst>
                <a:ext uri="{FF2B5EF4-FFF2-40B4-BE49-F238E27FC236}">
                  <a16:creationId xmlns:a16="http://schemas.microsoft.com/office/drawing/2014/main" id="{CBCC30F0-AC81-26CE-A499-FF19746BB5AA}"/>
                </a:ext>
              </a:extLst>
            </p:cNvPr>
            <p:cNvGrpSpPr/>
            <p:nvPr/>
          </p:nvGrpSpPr>
          <p:grpSpPr>
            <a:xfrm>
              <a:off x="3598300" y="5226099"/>
              <a:ext cx="595055" cy="356897"/>
              <a:chOff x="3380359" y="4711131"/>
              <a:chExt cx="595055" cy="356897"/>
            </a:xfrm>
          </p:grpSpPr>
          <p:sp>
            <p:nvSpPr>
              <p:cNvPr id="147" name="직사각형 146">
                <a:extLst>
                  <a:ext uri="{FF2B5EF4-FFF2-40B4-BE49-F238E27FC236}">
                    <a16:creationId xmlns:a16="http://schemas.microsoft.com/office/drawing/2014/main" id="{602103B0-57B0-03BC-E3AE-E2FF8976FDC8}"/>
                  </a:ext>
                </a:extLst>
              </p:cNvPr>
              <p:cNvSpPr/>
              <p:nvPr/>
            </p:nvSpPr>
            <p:spPr>
              <a:xfrm>
                <a:off x="3380359" y="4711131"/>
                <a:ext cx="595055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b="1" dirty="0">
                    <a:solidFill>
                      <a:schemeClr val="tx1"/>
                    </a:solidFill>
                  </a:rPr>
                  <a:t>20:10</a:t>
                </a:r>
                <a:endParaRPr lang="ko-KR" altLang="en-US" sz="8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8" name="직사각형 147">
                <a:extLst>
                  <a:ext uri="{FF2B5EF4-FFF2-40B4-BE49-F238E27FC236}">
                    <a16:creationId xmlns:a16="http://schemas.microsoft.com/office/drawing/2014/main" id="{76E12765-5C00-391A-3FE4-97CAF938CFB1}"/>
                  </a:ext>
                </a:extLst>
              </p:cNvPr>
              <p:cNvSpPr/>
              <p:nvPr/>
            </p:nvSpPr>
            <p:spPr>
              <a:xfrm>
                <a:off x="3380359" y="4888028"/>
                <a:ext cx="595055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700" dirty="0">
                    <a:solidFill>
                      <a:schemeClr val="bg2">
                        <a:lumMod val="50000"/>
                      </a:schemeClr>
                    </a:solidFill>
                  </a:rPr>
                  <a:t>INC</a:t>
                </a:r>
                <a:endParaRPr lang="ko-KR" altLang="en-US" sz="70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32" name="그룹 131">
              <a:extLst>
                <a:ext uri="{FF2B5EF4-FFF2-40B4-BE49-F238E27FC236}">
                  <a16:creationId xmlns:a16="http://schemas.microsoft.com/office/drawing/2014/main" id="{F82BE619-9298-DDD4-4DEC-2AB3A58FE58F}"/>
                </a:ext>
              </a:extLst>
            </p:cNvPr>
            <p:cNvGrpSpPr/>
            <p:nvPr/>
          </p:nvGrpSpPr>
          <p:grpSpPr>
            <a:xfrm>
              <a:off x="5640866" y="5226099"/>
              <a:ext cx="595055" cy="356897"/>
              <a:chOff x="4878956" y="4711131"/>
              <a:chExt cx="595055" cy="356897"/>
            </a:xfrm>
          </p:grpSpPr>
          <p:sp>
            <p:nvSpPr>
              <p:cNvPr id="145" name="직사각형 144">
                <a:extLst>
                  <a:ext uri="{FF2B5EF4-FFF2-40B4-BE49-F238E27FC236}">
                    <a16:creationId xmlns:a16="http://schemas.microsoft.com/office/drawing/2014/main" id="{CE219160-732D-E506-9A2A-480C60B93F4E}"/>
                  </a:ext>
                </a:extLst>
              </p:cNvPr>
              <p:cNvSpPr/>
              <p:nvPr/>
            </p:nvSpPr>
            <p:spPr>
              <a:xfrm>
                <a:off x="4878956" y="4711131"/>
                <a:ext cx="595055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b="1" dirty="0">
                    <a:solidFill>
                      <a:schemeClr val="tx1"/>
                    </a:solidFill>
                  </a:rPr>
                  <a:t>19:40</a:t>
                </a:r>
                <a:endParaRPr lang="ko-KR" altLang="en-US" sz="8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6" name="직사각형 145">
                <a:extLst>
                  <a:ext uri="{FF2B5EF4-FFF2-40B4-BE49-F238E27FC236}">
                    <a16:creationId xmlns:a16="http://schemas.microsoft.com/office/drawing/2014/main" id="{785DE132-7E87-050A-089D-0B70A1A7280B}"/>
                  </a:ext>
                </a:extLst>
              </p:cNvPr>
              <p:cNvSpPr/>
              <p:nvPr/>
            </p:nvSpPr>
            <p:spPr>
              <a:xfrm>
                <a:off x="4878956" y="4888028"/>
                <a:ext cx="595055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700" dirty="0">
                    <a:solidFill>
                      <a:schemeClr val="bg2">
                        <a:lumMod val="50000"/>
                      </a:schemeClr>
                    </a:solidFill>
                  </a:rPr>
                  <a:t>YYZ</a:t>
                </a:r>
                <a:endParaRPr lang="ko-KR" altLang="en-US" sz="70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33" name="그룹 132">
              <a:extLst>
                <a:ext uri="{FF2B5EF4-FFF2-40B4-BE49-F238E27FC236}">
                  <a16:creationId xmlns:a16="http://schemas.microsoft.com/office/drawing/2014/main" id="{00F0B5DD-A5B7-1C9D-CEF3-3C8FF2F2F992}"/>
                </a:ext>
              </a:extLst>
            </p:cNvPr>
            <p:cNvGrpSpPr/>
            <p:nvPr/>
          </p:nvGrpSpPr>
          <p:grpSpPr>
            <a:xfrm>
              <a:off x="4196971" y="5212537"/>
              <a:ext cx="1462362" cy="370459"/>
              <a:chOff x="4196971" y="4716047"/>
              <a:chExt cx="1462362" cy="370459"/>
            </a:xfrm>
          </p:grpSpPr>
          <p:grpSp>
            <p:nvGrpSpPr>
              <p:cNvPr id="139" name="그룹 138">
                <a:extLst>
                  <a:ext uri="{FF2B5EF4-FFF2-40B4-BE49-F238E27FC236}">
                    <a16:creationId xmlns:a16="http://schemas.microsoft.com/office/drawing/2014/main" id="{E6D836DE-4F3A-6E74-7118-B1F2C958A01A}"/>
                  </a:ext>
                </a:extLst>
              </p:cNvPr>
              <p:cNvGrpSpPr/>
              <p:nvPr/>
            </p:nvGrpSpPr>
            <p:grpSpPr>
              <a:xfrm>
                <a:off x="4196971" y="4879854"/>
                <a:ext cx="1462362" cy="45720"/>
                <a:chOff x="4373272" y="5400438"/>
                <a:chExt cx="1462362" cy="45720"/>
              </a:xfrm>
            </p:grpSpPr>
            <p:cxnSp>
              <p:nvCxnSpPr>
                <p:cNvPr id="142" name="직선 연결선 141">
                  <a:extLst>
                    <a:ext uri="{FF2B5EF4-FFF2-40B4-BE49-F238E27FC236}">
                      <a16:creationId xmlns:a16="http://schemas.microsoft.com/office/drawing/2014/main" id="{F186DB67-DC2F-8470-7B33-E7B59C4FF1A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391114" y="5423298"/>
                  <a:ext cx="1444520" cy="0"/>
                </a:xfrm>
                <a:prstGeom prst="line">
                  <a:avLst/>
                </a:prstGeom>
                <a:ln w="6350"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43" name="타원 142">
                  <a:extLst>
                    <a:ext uri="{FF2B5EF4-FFF2-40B4-BE49-F238E27FC236}">
                      <a16:creationId xmlns:a16="http://schemas.microsoft.com/office/drawing/2014/main" id="{BDFBAFBF-14A6-64D2-1518-5179059AC5E1}"/>
                    </a:ext>
                  </a:extLst>
                </p:cNvPr>
                <p:cNvSpPr/>
                <p:nvPr/>
              </p:nvSpPr>
              <p:spPr>
                <a:xfrm>
                  <a:off x="4373272" y="5400438"/>
                  <a:ext cx="45722" cy="45720"/>
                </a:xfrm>
                <a:prstGeom prst="ellipse">
                  <a:avLst/>
                </a:prstGeom>
                <a:solidFill>
                  <a:schemeClr val="bg2">
                    <a:lumMod val="50000"/>
                  </a:schemeClr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solidFill>
                      <a:schemeClr val="bg2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44" name="타원 143">
                  <a:extLst>
                    <a:ext uri="{FF2B5EF4-FFF2-40B4-BE49-F238E27FC236}">
                      <a16:creationId xmlns:a16="http://schemas.microsoft.com/office/drawing/2014/main" id="{2AA273F5-ADC9-B91C-7C6D-F9F145869C2D}"/>
                    </a:ext>
                  </a:extLst>
                </p:cNvPr>
                <p:cNvSpPr/>
                <p:nvPr/>
              </p:nvSpPr>
              <p:spPr>
                <a:xfrm>
                  <a:off x="5789912" y="5400438"/>
                  <a:ext cx="45722" cy="45720"/>
                </a:xfrm>
                <a:prstGeom prst="ellipse">
                  <a:avLst/>
                </a:prstGeom>
                <a:solidFill>
                  <a:schemeClr val="bg2">
                    <a:lumMod val="50000"/>
                  </a:schemeClr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bg2">
                        <a:lumMod val="50000"/>
                      </a:schemeClr>
                    </a:solidFill>
                  </a:endParaRPr>
                </a:p>
              </p:txBody>
            </p:sp>
          </p:grpSp>
          <p:sp>
            <p:nvSpPr>
              <p:cNvPr id="140" name="직사각형 139">
                <a:extLst>
                  <a:ext uri="{FF2B5EF4-FFF2-40B4-BE49-F238E27FC236}">
                    <a16:creationId xmlns:a16="http://schemas.microsoft.com/office/drawing/2014/main" id="{F4356960-F34B-42D6-338F-BA9E56403481}"/>
                  </a:ext>
                </a:extLst>
              </p:cNvPr>
              <p:cNvSpPr/>
              <p:nvPr/>
            </p:nvSpPr>
            <p:spPr>
              <a:xfrm>
                <a:off x="4640834" y="4716047"/>
                <a:ext cx="595055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600" dirty="0">
                    <a:solidFill>
                      <a:schemeClr val="bg2">
                        <a:lumMod val="50000"/>
                      </a:schemeClr>
                    </a:solidFill>
                  </a:rPr>
                  <a:t>직항</a:t>
                </a:r>
              </a:p>
            </p:txBody>
          </p:sp>
          <p:sp>
            <p:nvSpPr>
              <p:cNvPr id="141" name="직사각형 140">
                <a:extLst>
                  <a:ext uri="{FF2B5EF4-FFF2-40B4-BE49-F238E27FC236}">
                    <a16:creationId xmlns:a16="http://schemas.microsoft.com/office/drawing/2014/main" id="{C83C4049-C0EC-7C44-B059-03A915631A2B}"/>
                  </a:ext>
                </a:extLst>
              </p:cNvPr>
              <p:cNvSpPr/>
              <p:nvPr/>
            </p:nvSpPr>
            <p:spPr>
              <a:xfrm>
                <a:off x="4556309" y="4906506"/>
                <a:ext cx="760592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600" dirty="0">
                    <a:solidFill>
                      <a:schemeClr val="bg2">
                        <a:lumMod val="50000"/>
                      </a:schemeClr>
                    </a:solidFill>
                  </a:rPr>
                  <a:t>14</a:t>
                </a:r>
                <a:r>
                  <a:rPr lang="ko-KR" altLang="en-US" sz="600" dirty="0">
                    <a:solidFill>
                      <a:schemeClr val="bg2">
                        <a:lumMod val="50000"/>
                      </a:schemeClr>
                    </a:solidFill>
                  </a:rPr>
                  <a:t>시간 </a:t>
                </a:r>
                <a:r>
                  <a:rPr lang="en-US" altLang="ko-KR" sz="600" dirty="0">
                    <a:solidFill>
                      <a:schemeClr val="bg2">
                        <a:lumMod val="50000"/>
                      </a:schemeClr>
                    </a:solidFill>
                  </a:rPr>
                  <a:t>20</a:t>
                </a:r>
                <a:r>
                  <a:rPr lang="ko-KR" altLang="en-US" sz="600" dirty="0">
                    <a:solidFill>
                      <a:schemeClr val="bg2">
                        <a:lumMod val="50000"/>
                      </a:schemeClr>
                    </a:solidFill>
                  </a:rPr>
                  <a:t>분</a:t>
                </a:r>
              </a:p>
            </p:txBody>
          </p:sp>
        </p:grpSp>
        <p:pic>
          <p:nvPicPr>
            <p:cNvPr id="134" name="그래픽 133" descr="초승달 윤곽선">
              <a:extLst>
                <a:ext uri="{FF2B5EF4-FFF2-40B4-BE49-F238E27FC236}">
                  <a16:creationId xmlns:a16="http://schemas.microsoft.com/office/drawing/2014/main" id="{3311233E-AAA5-7612-E161-CAC0D0371FA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234662" y="5312257"/>
              <a:ext cx="180001" cy="180001"/>
            </a:xfrm>
            <a:prstGeom prst="rect">
              <a:avLst/>
            </a:prstGeom>
          </p:spPr>
        </p:pic>
        <p:sp>
          <p:nvSpPr>
            <p:cNvPr id="135" name="직사각형 134">
              <a:extLst>
                <a:ext uri="{FF2B5EF4-FFF2-40B4-BE49-F238E27FC236}">
                  <a16:creationId xmlns:a16="http://schemas.microsoft.com/office/drawing/2014/main" id="{BADA49F4-97E1-853F-7EEC-2F31CAF2C977}"/>
                </a:ext>
              </a:extLst>
            </p:cNvPr>
            <p:cNvSpPr/>
            <p:nvPr/>
          </p:nvSpPr>
          <p:spPr>
            <a:xfrm>
              <a:off x="2395012" y="5312257"/>
              <a:ext cx="1227738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b="1" dirty="0" err="1">
                  <a:solidFill>
                    <a:schemeClr val="tx1"/>
                  </a:solidFill>
                </a:rPr>
                <a:t>가루다인도네시아항공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grpSp>
          <p:nvGrpSpPr>
            <p:cNvPr id="136" name="그룹 135">
              <a:extLst>
                <a:ext uri="{FF2B5EF4-FFF2-40B4-BE49-F238E27FC236}">
                  <a16:creationId xmlns:a16="http://schemas.microsoft.com/office/drawing/2014/main" id="{6846CC7A-1C98-CC32-B2AF-E63D49C274BA}"/>
                </a:ext>
              </a:extLst>
            </p:cNvPr>
            <p:cNvGrpSpPr/>
            <p:nvPr/>
          </p:nvGrpSpPr>
          <p:grpSpPr>
            <a:xfrm>
              <a:off x="7165332" y="4365278"/>
              <a:ext cx="1227738" cy="180000"/>
              <a:chOff x="7197113" y="4365278"/>
              <a:chExt cx="1227738" cy="180000"/>
            </a:xfrm>
          </p:grpSpPr>
          <p:sp>
            <p:nvSpPr>
              <p:cNvPr id="137" name="직사각형 136">
                <a:extLst>
                  <a:ext uri="{FF2B5EF4-FFF2-40B4-BE49-F238E27FC236}">
                    <a16:creationId xmlns:a16="http://schemas.microsoft.com/office/drawing/2014/main" id="{2C01C9F2-2282-0FDD-2660-CC5A6330C3E7}"/>
                  </a:ext>
                </a:extLst>
              </p:cNvPr>
              <p:cNvSpPr/>
              <p:nvPr/>
            </p:nvSpPr>
            <p:spPr>
              <a:xfrm>
                <a:off x="7197113" y="4365278"/>
                <a:ext cx="443046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u="sng" dirty="0">
                    <a:solidFill>
                      <a:schemeClr val="tx1"/>
                    </a:solidFill>
                  </a:rPr>
                  <a:t>규정</a:t>
                </a:r>
              </a:p>
            </p:txBody>
          </p:sp>
          <p:sp>
            <p:nvSpPr>
              <p:cNvPr id="138" name="직사각형 137">
                <a:extLst>
                  <a:ext uri="{FF2B5EF4-FFF2-40B4-BE49-F238E27FC236}">
                    <a16:creationId xmlns:a16="http://schemas.microsoft.com/office/drawing/2014/main" id="{02418D9E-DA98-3CCA-983C-C584BF575901}"/>
                  </a:ext>
                </a:extLst>
              </p:cNvPr>
              <p:cNvSpPr/>
              <p:nvPr/>
            </p:nvSpPr>
            <p:spPr>
              <a:xfrm>
                <a:off x="7501913" y="4365278"/>
                <a:ext cx="922938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u="sng" dirty="0">
                    <a:solidFill>
                      <a:schemeClr val="tx1"/>
                    </a:solidFill>
                  </a:rPr>
                  <a:t>여행 상세일정</a:t>
                </a:r>
              </a:p>
            </p:txBody>
          </p:sp>
        </p:grpSp>
      </p:grpSp>
      <p:sp>
        <p:nvSpPr>
          <p:cNvPr id="162" name="직사각형 161">
            <a:extLst>
              <a:ext uri="{FF2B5EF4-FFF2-40B4-BE49-F238E27FC236}">
                <a16:creationId xmlns:a16="http://schemas.microsoft.com/office/drawing/2014/main" id="{0524DC3D-3356-9DB5-439E-E1525C868E43}"/>
              </a:ext>
            </a:extLst>
          </p:cNvPr>
          <p:cNvSpPr/>
          <p:nvPr/>
        </p:nvSpPr>
        <p:spPr>
          <a:xfrm>
            <a:off x="2113703" y="3020526"/>
            <a:ext cx="6214839" cy="17280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3" name="직사각형 162">
            <a:extLst>
              <a:ext uri="{FF2B5EF4-FFF2-40B4-BE49-F238E27FC236}">
                <a16:creationId xmlns:a16="http://schemas.microsoft.com/office/drawing/2014/main" id="{54E6E12B-591A-57C7-8231-4CA5AD77816C}"/>
              </a:ext>
            </a:extLst>
          </p:cNvPr>
          <p:cNvSpPr/>
          <p:nvPr/>
        </p:nvSpPr>
        <p:spPr>
          <a:xfrm>
            <a:off x="6358171" y="4224230"/>
            <a:ext cx="900000" cy="365907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err="1"/>
              <a:t>셀프예약</a:t>
            </a:r>
            <a:endParaRPr lang="ko-KR" altLang="en-US" sz="900" dirty="0"/>
          </a:p>
        </p:txBody>
      </p:sp>
      <p:sp>
        <p:nvSpPr>
          <p:cNvPr id="164" name="직사각형 163">
            <a:extLst>
              <a:ext uri="{FF2B5EF4-FFF2-40B4-BE49-F238E27FC236}">
                <a16:creationId xmlns:a16="http://schemas.microsoft.com/office/drawing/2014/main" id="{8358EA69-D6B5-7062-5E73-964104C50313}"/>
              </a:ext>
            </a:extLst>
          </p:cNvPr>
          <p:cNvSpPr/>
          <p:nvPr/>
        </p:nvSpPr>
        <p:spPr>
          <a:xfrm>
            <a:off x="7329201" y="4224230"/>
            <a:ext cx="900000" cy="365907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전담팀요청</a:t>
            </a:r>
            <a:endParaRPr lang="ko-KR" altLang="en-US" sz="9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pSp>
        <p:nvGrpSpPr>
          <p:cNvPr id="165" name="그룹 164">
            <a:extLst>
              <a:ext uri="{FF2B5EF4-FFF2-40B4-BE49-F238E27FC236}">
                <a16:creationId xmlns:a16="http://schemas.microsoft.com/office/drawing/2014/main" id="{4A1CA04B-C80F-C845-0DC7-0766B74EAE5B}"/>
              </a:ext>
            </a:extLst>
          </p:cNvPr>
          <p:cNvGrpSpPr/>
          <p:nvPr/>
        </p:nvGrpSpPr>
        <p:grpSpPr>
          <a:xfrm>
            <a:off x="6910877" y="3980534"/>
            <a:ext cx="1402471" cy="162601"/>
            <a:chOff x="6910877" y="4739316"/>
            <a:chExt cx="1402471" cy="162601"/>
          </a:xfrm>
        </p:grpSpPr>
        <p:sp>
          <p:nvSpPr>
            <p:cNvPr id="166" name="직사각형 165">
              <a:extLst>
                <a:ext uri="{FF2B5EF4-FFF2-40B4-BE49-F238E27FC236}">
                  <a16:creationId xmlns:a16="http://schemas.microsoft.com/office/drawing/2014/main" id="{5F1A7213-334B-EDFD-A370-8C0C85865123}"/>
                </a:ext>
              </a:extLst>
            </p:cNvPr>
            <p:cNvSpPr/>
            <p:nvPr/>
          </p:nvSpPr>
          <p:spPr>
            <a:xfrm>
              <a:off x="6910877" y="4764955"/>
              <a:ext cx="554002" cy="13696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총 요금</a:t>
              </a:r>
            </a:p>
          </p:txBody>
        </p:sp>
        <p:sp>
          <p:nvSpPr>
            <p:cNvPr id="167" name="직사각형 166">
              <a:extLst>
                <a:ext uri="{FF2B5EF4-FFF2-40B4-BE49-F238E27FC236}">
                  <a16:creationId xmlns:a16="http://schemas.microsoft.com/office/drawing/2014/main" id="{F21946DF-8A97-88BF-AEB9-8234EB8FBB0D}"/>
                </a:ext>
              </a:extLst>
            </p:cNvPr>
            <p:cNvSpPr/>
            <p:nvPr/>
          </p:nvSpPr>
          <p:spPr>
            <a:xfrm>
              <a:off x="7235113" y="4739316"/>
              <a:ext cx="1005024" cy="13696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b="1" dirty="0">
                  <a:solidFill>
                    <a:srgbClr val="4B90FF"/>
                  </a:solidFill>
                </a:rPr>
                <a:t>1,582,650</a:t>
              </a:r>
              <a:endParaRPr lang="ko-KR" altLang="en-US" sz="1100" b="1" dirty="0">
                <a:solidFill>
                  <a:srgbClr val="4B90FF"/>
                </a:solidFill>
              </a:endParaRPr>
            </a:p>
          </p:txBody>
        </p:sp>
        <p:sp>
          <p:nvSpPr>
            <p:cNvPr id="168" name="직사각형 167">
              <a:extLst>
                <a:ext uri="{FF2B5EF4-FFF2-40B4-BE49-F238E27FC236}">
                  <a16:creationId xmlns:a16="http://schemas.microsoft.com/office/drawing/2014/main" id="{B9F2C95B-7D31-A2C4-862F-8CE36E0E58A5}"/>
                </a:ext>
              </a:extLst>
            </p:cNvPr>
            <p:cNvSpPr/>
            <p:nvPr/>
          </p:nvSpPr>
          <p:spPr>
            <a:xfrm>
              <a:off x="8011880" y="4764955"/>
              <a:ext cx="301468" cy="13696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>
                  <a:solidFill>
                    <a:schemeClr val="tx1"/>
                  </a:solidFill>
                </a:rPr>
                <a:t>원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</p:grpSp>
      <p:sp>
        <p:nvSpPr>
          <p:cNvPr id="169" name="사각형: 둥근 모서리 168">
            <a:extLst>
              <a:ext uri="{FF2B5EF4-FFF2-40B4-BE49-F238E27FC236}">
                <a16:creationId xmlns:a16="http://schemas.microsoft.com/office/drawing/2014/main" id="{AB1D7B36-6CE7-2D0C-3715-4778094CB773}"/>
              </a:ext>
            </a:extLst>
          </p:cNvPr>
          <p:cNvSpPr/>
          <p:nvPr/>
        </p:nvSpPr>
        <p:spPr>
          <a:xfrm>
            <a:off x="2231123" y="3155165"/>
            <a:ext cx="432000" cy="151575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 err="1"/>
              <a:t>미준수</a:t>
            </a:r>
            <a:endParaRPr lang="ko-KR" altLang="en-US" sz="600" dirty="0"/>
          </a:p>
        </p:txBody>
      </p:sp>
      <p:sp>
        <p:nvSpPr>
          <p:cNvPr id="170" name="사각형: 둥근 모서리 169">
            <a:extLst>
              <a:ext uri="{FF2B5EF4-FFF2-40B4-BE49-F238E27FC236}">
                <a16:creationId xmlns:a16="http://schemas.microsoft.com/office/drawing/2014/main" id="{962F9238-1532-47C6-6BF1-3AD4B6B57E6F}"/>
              </a:ext>
            </a:extLst>
          </p:cNvPr>
          <p:cNvSpPr/>
          <p:nvPr/>
        </p:nvSpPr>
        <p:spPr>
          <a:xfrm>
            <a:off x="2703689" y="3144604"/>
            <a:ext cx="651986" cy="180000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>
                <a:solidFill>
                  <a:schemeClr val="tx1"/>
                </a:solidFill>
              </a:rPr>
              <a:t>잔여좌석 </a:t>
            </a:r>
            <a:r>
              <a:rPr lang="en-US" altLang="ko-KR" sz="600" dirty="0">
                <a:solidFill>
                  <a:schemeClr val="tx1"/>
                </a:solidFill>
              </a:rPr>
              <a:t>9</a:t>
            </a:r>
            <a:r>
              <a:rPr lang="ko-KR" altLang="en-US" sz="600" dirty="0">
                <a:solidFill>
                  <a:schemeClr val="tx1"/>
                </a:solidFill>
              </a:rPr>
              <a:t>석</a:t>
            </a:r>
          </a:p>
        </p:txBody>
      </p:sp>
      <p:pic>
        <p:nvPicPr>
          <p:cNvPr id="171" name="그래픽 170" descr="초승달 윤곽선">
            <a:extLst>
              <a:ext uri="{FF2B5EF4-FFF2-40B4-BE49-F238E27FC236}">
                <a16:creationId xmlns:a16="http://schemas.microsoft.com/office/drawing/2014/main" id="{7BCBF884-447C-2E45-964B-983B251C7D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34662" y="3511101"/>
            <a:ext cx="180001" cy="180001"/>
          </a:xfrm>
          <a:prstGeom prst="rect">
            <a:avLst/>
          </a:prstGeom>
        </p:spPr>
      </p:pic>
      <p:sp>
        <p:nvSpPr>
          <p:cNvPr id="172" name="직사각형 171">
            <a:extLst>
              <a:ext uri="{FF2B5EF4-FFF2-40B4-BE49-F238E27FC236}">
                <a16:creationId xmlns:a16="http://schemas.microsoft.com/office/drawing/2014/main" id="{2FBA4E64-1972-CA59-F5F8-86BBE4B53CF5}"/>
              </a:ext>
            </a:extLst>
          </p:cNvPr>
          <p:cNvSpPr/>
          <p:nvPr/>
        </p:nvSpPr>
        <p:spPr>
          <a:xfrm>
            <a:off x="2395403" y="3513441"/>
            <a:ext cx="595055" cy="18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b="1" dirty="0">
                <a:solidFill>
                  <a:schemeClr val="tx1"/>
                </a:solidFill>
              </a:rPr>
              <a:t>대한항공</a:t>
            </a:r>
          </a:p>
        </p:txBody>
      </p:sp>
      <p:grpSp>
        <p:nvGrpSpPr>
          <p:cNvPr id="173" name="그룹 172">
            <a:extLst>
              <a:ext uri="{FF2B5EF4-FFF2-40B4-BE49-F238E27FC236}">
                <a16:creationId xmlns:a16="http://schemas.microsoft.com/office/drawing/2014/main" id="{223168AD-8FB1-1F3E-EC91-1C4A189FD1EC}"/>
              </a:ext>
            </a:extLst>
          </p:cNvPr>
          <p:cNvGrpSpPr/>
          <p:nvPr/>
        </p:nvGrpSpPr>
        <p:grpSpPr>
          <a:xfrm>
            <a:off x="3598300" y="3511101"/>
            <a:ext cx="595055" cy="356897"/>
            <a:chOff x="3380359" y="4711131"/>
            <a:chExt cx="595055" cy="356897"/>
          </a:xfrm>
        </p:grpSpPr>
        <p:sp>
          <p:nvSpPr>
            <p:cNvPr id="174" name="직사각형 173">
              <a:extLst>
                <a:ext uri="{FF2B5EF4-FFF2-40B4-BE49-F238E27FC236}">
                  <a16:creationId xmlns:a16="http://schemas.microsoft.com/office/drawing/2014/main" id="{CFA2C277-1117-0CDB-914A-3BBB71C55EC7}"/>
                </a:ext>
              </a:extLst>
            </p:cNvPr>
            <p:cNvSpPr/>
            <p:nvPr/>
          </p:nvSpPr>
          <p:spPr>
            <a:xfrm>
              <a:off x="3380359" y="4711131"/>
              <a:ext cx="595055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</a:rPr>
                <a:t>20:10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175" name="직사각형 174">
              <a:extLst>
                <a:ext uri="{FF2B5EF4-FFF2-40B4-BE49-F238E27FC236}">
                  <a16:creationId xmlns:a16="http://schemas.microsoft.com/office/drawing/2014/main" id="{5082CF8F-89C8-61AB-7000-CEACFD1C0979}"/>
                </a:ext>
              </a:extLst>
            </p:cNvPr>
            <p:cNvSpPr/>
            <p:nvPr/>
          </p:nvSpPr>
          <p:spPr>
            <a:xfrm>
              <a:off x="3380359" y="4888028"/>
              <a:ext cx="595055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dirty="0">
                  <a:solidFill>
                    <a:schemeClr val="bg2">
                      <a:lumMod val="50000"/>
                    </a:schemeClr>
                  </a:solidFill>
                </a:rPr>
                <a:t>INC</a:t>
              </a:r>
              <a:endParaRPr lang="ko-KR" altLang="en-US" sz="7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  <p:grpSp>
        <p:nvGrpSpPr>
          <p:cNvPr id="176" name="그룹 175">
            <a:extLst>
              <a:ext uri="{FF2B5EF4-FFF2-40B4-BE49-F238E27FC236}">
                <a16:creationId xmlns:a16="http://schemas.microsoft.com/office/drawing/2014/main" id="{AE7FF1A6-46DA-384D-E97D-241341C016C6}"/>
              </a:ext>
            </a:extLst>
          </p:cNvPr>
          <p:cNvGrpSpPr/>
          <p:nvPr/>
        </p:nvGrpSpPr>
        <p:grpSpPr>
          <a:xfrm>
            <a:off x="5640866" y="3511101"/>
            <a:ext cx="595055" cy="356897"/>
            <a:chOff x="4878956" y="4711131"/>
            <a:chExt cx="595055" cy="356897"/>
          </a:xfrm>
        </p:grpSpPr>
        <p:sp>
          <p:nvSpPr>
            <p:cNvPr id="177" name="직사각형 176">
              <a:extLst>
                <a:ext uri="{FF2B5EF4-FFF2-40B4-BE49-F238E27FC236}">
                  <a16:creationId xmlns:a16="http://schemas.microsoft.com/office/drawing/2014/main" id="{B31C8029-00E1-4C5B-5EF0-545795690A59}"/>
                </a:ext>
              </a:extLst>
            </p:cNvPr>
            <p:cNvSpPr/>
            <p:nvPr/>
          </p:nvSpPr>
          <p:spPr>
            <a:xfrm>
              <a:off x="4878956" y="4711131"/>
              <a:ext cx="595055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</a:rPr>
                <a:t>19:40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178" name="직사각형 177">
              <a:extLst>
                <a:ext uri="{FF2B5EF4-FFF2-40B4-BE49-F238E27FC236}">
                  <a16:creationId xmlns:a16="http://schemas.microsoft.com/office/drawing/2014/main" id="{66499CBA-9DE9-6153-9D16-2EA8C9C01A14}"/>
                </a:ext>
              </a:extLst>
            </p:cNvPr>
            <p:cNvSpPr/>
            <p:nvPr/>
          </p:nvSpPr>
          <p:spPr>
            <a:xfrm>
              <a:off x="4878956" y="4888028"/>
              <a:ext cx="595055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dirty="0">
                  <a:solidFill>
                    <a:schemeClr val="bg2">
                      <a:lumMod val="50000"/>
                    </a:schemeClr>
                  </a:solidFill>
                </a:rPr>
                <a:t>YYZ</a:t>
              </a:r>
              <a:endParaRPr lang="ko-KR" altLang="en-US" sz="7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  <p:grpSp>
        <p:nvGrpSpPr>
          <p:cNvPr id="179" name="그룹 178">
            <a:extLst>
              <a:ext uri="{FF2B5EF4-FFF2-40B4-BE49-F238E27FC236}">
                <a16:creationId xmlns:a16="http://schemas.microsoft.com/office/drawing/2014/main" id="{D652EBFC-2A50-E187-C86C-A5C95F55E503}"/>
              </a:ext>
            </a:extLst>
          </p:cNvPr>
          <p:cNvGrpSpPr/>
          <p:nvPr/>
        </p:nvGrpSpPr>
        <p:grpSpPr>
          <a:xfrm>
            <a:off x="4201631" y="3507684"/>
            <a:ext cx="1457702" cy="378040"/>
            <a:chOff x="4201631" y="4717797"/>
            <a:chExt cx="1457702" cy="378040"/>
          </a:xfrm>
        </p:grpSpPr>
        <p:grpSp>
          <p:nvGrpSpPr>
            <p:cNvPr id="180" name="그룹 179">
              <a:extLst>
                <a:ext uri="{FF2B5EF4-FFF2-40B4-BE49-F238E27FC236}">
                  <a16:creationId xmlns:a16="http://schemas.microsoft.com/office/drawing/2014/main" id="{442C97B5-616E-DC54-CE65-FA14487458E2}"/>
                </a:ext>
              </a:extLst>
            </p:cNvPr>
            <p:cNvGrpSpPr/>
            <p:nvPr/>
          </p:nvGrpSpPr>
          <p:grpSpPr>
            <a:xfrm>
              <a:off x="4201631" y="4876802"/>
              <a:ext cx="1457702" cy="45720"/>
              <a:chOff x="4377932" y="5397386"/>
              <a:chExt cx="1457702" cy="45720"/>
            </a:xfrm>
          </p:grpSpPr>
          <p:cxnSp>
            <p:nvCxnSpPr>
              <p:cNvPr id="183" name="직선 연결선 182">
                <a:extLst>
                  <a:ext uri="{FF2B5EF4-FFF2-40B4-BE49-F238E27FC236}">
                    <a16:creationId xmlns:a16="http://schemas.microsoft.com/office/drawing/2014/main" id="{911CB5B2-51A9-297A-36BD-9AC93FD42B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83006" y="5420246"/>
                <a:ext cx="1452628" cy="0"/>
              </a:xfrm>
              <a:prstGeom prst="line">
                <a:avLst/>
              </a:prstGeom>
              <a:ln w="6350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4" name="타원 183">
                <a:extLst>
                  <a:ext uri="{FF2B5EF4-FFF2-40B4-BE49-F238E27FC236}">
                    <a16:creationId xmlns:a16="http://schemas.microsoft.com/office/drawing/2014/main" id="{32A462E2-808E-BEE1-92FD-B50246B75311}"/>
                  </a:ext>
                </a:extLst>
              </p:cNvPr>
              <p:cNvSpPr/>
              <p:nvPr/>
            </p:nvSpPr>
            <p:spPr>
              <a:xfrm>
                <a:off x="4377932" y="5397387"/>
                <a:ext cx="45719" cy="45719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85" name="타원 184">
                <a:extLst>
                  <a:ext uri="{FF2B5EF4-FFF2-40B4-BE49-F238E27FC236}">
                    <a16:creationId xmlns:a16="http://schemas.microsoft.com/office/drawing/2014/main" id="{47CFC7F4-4784-0260-80B6-26C0703BDEDF}"/>
                  </a:ext>
                </a:extLst>
              </p:cNvPr>
              <p:cNvSpPr/>
              <p:nvPr/>
            </p:nvSpPr>
            <p:spPr>
              <a:xfrm>
                <a:off x="5789912" y="5397386"/>
                <a:ext cx="45722" cy="45720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p:grpSp>
        <p:sp>
          <p:nvSpPr>
            <p:cNvPr id="181" name="직사각형 180">
              <a:extLst>
                <a:ext uri="{FF2B5EF4-FFF2-40B4-BE49-F238E27FC236}">
                  <a16:creationId xmlns:a16="http://schemas.microsoft.com/office/drawing/2014/main" id="{042FAA5B-2CB7-C192-F7AC-7C46E510DD21}"/>
                </a:ext>
              </a:extLst>
            </p:cNvPr>
            <p:cNvSpPr/>
            <p:nvPr/>
          </p:nvSpPr>
          <p:spPr>
            <a:xfrm>
              <a:off x="4635492" y="4717797"/>
              <a:ext cx="595055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600" dirty="0">
                  <a:solidFill>
                    <a:schemeClr val="bg2">
                      <a:lumMod val="50000"/>
                    </a:schemeClr>
                  </a:solidFill>
                </a:rPr>
                <a:t>직항</a:t>
              </a:r>
            </a:p>
          </p:txBody>
        </p:sp>
        <p:sp>
          <p:nvSpPr>
            <p:cNvPr id="182" name="직사각형 181">
              <a:extLst>
                <a:ext uri="{FF2B5EF4-FFF2-40B4-BE49-F238E27FC236}">
                  <a16:creationId xmlns:a16="http://schemas.microsoft.com/office/drawing/2014/main" id="{C99A9671-1E06-7A7E-5822-EB7B5DF30339}"/>
                </a:ext>
              </a:extLst>
            </p:cNvPr>
            <p:cNvSpPr/>
            <p:nvPr/>
          </p:nvSpPr>
          <p:spPr>
            <a:xfrm>
              <a:off x="4552723" y="4915837"/>
              <a:ext cx="760592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>
                  <a:solidFill>
                    <a:schemeClr val="bg2">
                      <a:lumMod val="50000"/>
                    </a:schemeClr>
                  </a:solidFill>
                </a:rPr>
                <a:t>14</a:t>
              </a:r>
              <a:r>
                <a:rPr lang="ko-KR" altLang="en-US" sz="600" dirty="0">
                  <a:solidFill>
                    <a:schemeClr val="bg2">
                      <a:lumMod val="50000"/>
                    </a:schemeClr>
                  </a:solidFill>
                </a:rPr>
                <a:t>시간 </a:t>
              </a:r>
              <a:r>
                <a:rPr lang="en-US" altLang="ko-KR" sz="600" dirty="0">
                  <a:solidFill>
                    <a:schemeClr val="bg2">
                      <a:lumMod val="50000"/>
                    </a:schemeClr>
                  </a:solidFill>
                </a:rPr>
                <a:t>20</a:t>
              </a:r>
              <a:r>
                <a:rPr lang="ko-KR" altLang="en-US" sz="600" dirty="0">
                  <a:solidFill>
                    <a:schemeClr val="bg2">
                      <a:lumMod val="50000"/>
                    </a:schemeClr>
                  </a:solidFill>
                </a:rPr>
                <a:t>분</a:t>
              </a:r>
            </a:p>
          </p:txBody>
        </p:sp>
      </p:grpSp>
      <p:grpSp>
        <p:nvGrpSpPr>
          <p:cNvPr id="186" name="그룹 185">
            <a:extLst>
              <a:ext uri="{FF2B5EF4-FFF2-40B4-BE49-F238E27FC236}">
                <a16:creationId xmlns:a16="http://schemas.microsoft.com/office/drawing/2014/main" id="{569B6943-D4BF-F151-77FE-23B29ACD22E2}"/>
              </a:ext>
            </a:extLst>
          </p:cNvPr>
          <p:cNvGrpSpPr/>
          <p:nvPr/>
        </p:nvGrpSpPr>
        <p:grpSpPr>
          <a:xfrm>
            <a:off x="3598300" y="4230287"/>
            <a:ext cx="595055" cy="356897"/>
            <a:chOff x="3380359" y="4711131"/>
            <a:chExt cx="595055" cy="356897"/>
          </a:xfrm>
        </p:grpSpPr>
        <p:sp>
          <p:nvSpPr>
            <p:cNvPr id="187" name="직사각형 186">
              <a:extLst>
                <a:ext uri="{FF2B5EF4-FFF2-40B4-BE49-F238E27FC236}">
                  <a16:creationId xmlns:a16="http://schemas.microsoft.com/office/drawing/2014/main" id="{05140AC4-0245-EE6D-F798-1206ACABC6C3}"/>
                </a:ext>
              </a:extLst>
            </p:cNvPr>
            <p:cNvSpPr/>
            <p:nvPr/>
          </p:nvSpPr>
          <p:spPr>
            <a:xfrm>
              <a:off x="3380359" y="4711131"/>
              <a:ext cx="595055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</a:rPr>
                <a:t>20:10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188" name="직사각형 187">
              <a:extLst>
                <a:ext uri="{FF2B5EF4-FFF2-40B4-BE49-F238E27FC236}">
                  <a16:creationId xmlns:a16="http://schemas.microsoft.com/office/drawing/2014/main" id="{04695D4A-3AED-09D6-DD55-F132315A32E1}"/>
                </a:ext>
              </a:extLst>
            </p:cNvPr>
            <p:cNvSpPr/>
            <p:nvPr/>
          </p:nvSpPr>
          <p:spPr>
            <a:xfrm>
              <a:off x="3380359" y="4888028"/>
              <a:ext cx="595055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dirty="0">
                  <a:solidFill>
                    <a:schemeClr val="bg2">
                      <a:lumMod val="50000"/>
                    </a:schemeClr>
                  </a:solidFill>
                </a:rPr>
                <a:t>INC</a:t>
              </a:r>
              <a:endParaRPr lang="ko-KR" altLang="en-US" sz="7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  <p:grpSp>
        <p:nvGrpSpPr>
          <p:cNvPr id="189" name="그룹 188">
            <a:extLst>
              <a:ext uri="{FF2B5EF4-FFF2-40B4-BE49-F238E27FC236}">
                <a16:creationId xmlns:a16="http://schemas.microsoft.com/office/drawing/2014/main" id="{B6684E19-409B-A437-E929-146018AD90A0}"/>
              </a:ext>
            </a:extLst>
          </p:cNvPr>
          <p:cNvGrpSpPr/>
          <p:nvPr/>
        </p:nvGrpSpPr>
        <p:grpSpPr>
          <a:xfrm>
            <a:off x="5640866" y="4230287"/>
            <a:ext cx="595055" cy="356897"/>
            <a:chOff x="4878956" y="4711131"/>
            <a:chExt cx="595055" cy="356897"/>
          </a:xfrm>
        </p:grpSpPr>
        <p:sp>
          <p:nvSpPr>
            <p:cNvPr id="190" name="직사각형 189">
              <a:extLst>
                <a:ext uri="{FF2B5EF4-FFF2-40B4-BE49-F238E27FC236}">
                  <a16:creationId xmlns:a16="http://schemas.microsoft.com/office/drawing/2014/main" id="{6026804B-9FE6-C2A6-1FA3-09B3AFE9BB2F}"/>
                </a:ext>
              </a:extLst>
            </p:cNvPr>
            <p:cNvSpPr/>
            <p:nvPr/>
          </p:nvSpPr>
          <p:spPr>
            <a:xfrm>
              <a:off x="4878956" y="4711131"/>
              <a:ext cx="595055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</a:rPr>
                <a:t>19:40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191" name="직사각형 190">
              <a:extLst>
                <a:ext uri="{FF2B5EF4-FFF2-40B4-BE49-F238E27FC236}">
                  <a16:creationId xmlns:a16="http://schemas.microsoft.com/office/drawing/2014/main" id="{9F11F4F5-777E-04CE-B9F5-5203E3B8D593}"/>
                </a:ext>
              </a:extLst>
            </p:cNvPr>
            <p:cNvSpPr/>
            <p:nvPr/>
          </p:nvSpPr>
          <p:spPr>
            <a:xfrm>
              <a:off x="4878956" y="4888028"/>
              <a:ext cx="595055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dirty="0">
                  <a:solidFill>
                    <a:schemeClr val="bg2">
                      <a:lumMod val="50000"/>
                    </a:schemeClr>
                  </a:solidFill>
                </a:rPr>
                <a:t>YYZ</a:t>
              </a:r>
              <a:endParaRPr lang="ko-KR" altLang="en-US" sz="7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  <p:grpSp>
        <p:nvGrpSpPr>
          <p:cNvPr id="192" name="그룹 191">
            <a:extLst>
              <a:ext uri="{FF2B5EF4-FFF2-40B4-BE49-F238E27FC236}">
                <a16:creationId xmlns:a16="http://schemas.microsoft.com/office/drawing/2014/main" id="{860209DE-06CA-1CB5-EAEF-B2F532A2279C}"/>
              </a:ext>
            </a:extLst>
          </p:cNvPr>
          <p:cNvGrpSpPr/>
          <p:nvPr/>
        </p:nvGrpSpPr>
        <p:grpSpPr>
          <a:xfrm>
            <a:off x="4196971" y="4216725"/>
            <a:ext cx="1462362" cy="370459"/>
            <a:chOff x="4196971" y="4716047"/>
            <a:chExt cx="1462362" cy="370459"/>
          </a:xfrm>
        </p:grpSpPr>
        <p:grpSp>
          <p:nvGrpSpPr>
            <p:cNvPr id="193" name="그룹 192">
              <a:extLst>
                <a:ext uri="{FF2B5EF4-FFF2-40B4-BE49-F238E27FC236}">
                  <a16:creationId xmlns:a16="http://schemas.microsoft.com/office/drawing/2014/main" id="{9D2C1021-A19E-B24C-94FC-2E7C28CF3FB1}"/>
                </a:ext>
              </a:extLst>
            </p:cNvPr>
            <p:cNvGrpSpPr/>
            <p:nvPr/>
          </p:nvGrpSpPr>
          <p:grpSpPr>
            <a:xfrm>
              <a:off x="4196971" y="4879854"/>
              <a:ext cx="1462362" cy="45720"/>
              <a:chOff x="4373272" y="5400438"/>
              <a:chExt cx="1462362" cy="45720"/>
            </a:xfrm>
          </p:grpSpPr>
          <p:cxnSp>
            <p:nvCxnSpPr>
              <p:cNvPr id="196" name="직선 연결선 195">
                <a:extLst>
                  <a:ext uri="{FF2B5EF4-FFF2-40B4-BE49-F238E27FC236}">
                    <a16:creationId xmlns:a16="http://schemas.microsoft.com/office/drawing/2014/main" id="{5BC553C6-9825-0470-C4C9-23A756D7B01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91114" y="5423298"/>
                <a:ext cx="1444520" cy="0"/>
              </a:xfrm>
              <a:prstGeom prst="line">
                <a:avLst/>
              </a:prstGeom>
              <a:ln w="6350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7" name="타원 196">
                <a:extLst>
                  <a:ext uri="{FF2B5EF4-FFF2-40B4-BE49-F238E27FC236}">
                    <a16:creationId xmlns:a16="http://schemas.microsoft.com/office/drawing/2014/main" id="{2B1518F4-0227-E2D8-398F-FDE865C82FED}"/>
                  </a:ext>
                </a:extLst>
              </p:cNvPr>
              <p:cNvSpPr/>
              <p:nvPr/>
            </p:nvSpPr>
            <p:spPr>
              <a:xfrm>
                <a:off x="4373272" y="5400438"/>
                <a:ext cx="45722" cy="45720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98" name="타원 197">
                <a:extLst>
                  <a:ext uri="{FF2B5EF4-FFF2-40B4-BE49-F238E27FC236}">
                    <a16:creationId xmlns:a16="http://schemas.microsoft.com/office/drawing/2014/main" id="{2F29BF54-FFB5-3816-67F9-2046E2151643}"/>
                  </a:ext>
                </a:extLst>
              </p:cNvPr>
              <p:cNvSpPr/>
              <p:nvPr/>
            </p:nvSpPr>
            <p:spPr>
              <a:xfrm>
                <a:off x="5789912" y="5400438"/>
                <a:ext cx="45722" cy="45720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p:grpSp>
        <p:sp>
          <p:nvSpPr>
            <p:cNvPr id="194" name="직사각형 193">
              <a:extLst>
                <a:ext uri="{FF2B5EF4-FFF2-40B4-BE49-F238E27FC236}">
                  <a16:creationId xmlns:a16="http://schemas.microsoft.com/office/drawing/2014/main" id="{07393B27-F4E8-0EAA-1145-13D63B07738B}"/>
                </a:ext>
              </a:extLst>
            </p:cNvPr>
            <p:cNvSpPr/>
            <p:nvPr/>
          </p:nvSpPr>
          <p:spPr>
            <a:xfrm>
              <a:off x="4640834" y="4716047"/>
              <a:ext cx="595055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600" dirty="0">
                  <a:solidFill>
                    <a:schemeClr val="bg2">
                      <a:lumMod val="50000"/>
                    </a:schemeClr>
                  </a:solidFill>
                </a:rPr>
                <a:t>직항</a:t>
              </a:r>
            </a:p>
          </p:txBody>
        </p:sp>
        <p:sp>
          <p:nvSpPr>
            <p:cNvPr id="195" name="직사각형 194">
              <a:extLst>
                <a:ext uri="{FF2B5EF4-FFF2-40B4-BE49-F238E27FC236}">
                  <a16:creationId xmlns:a16="http://schemas.microsoft.com/office/drawing/2014/main" id="{F2013E2F-DF30-BA73-BEC0-F3A3543DBD71}"/>
                </a:ext>
              </a:extLst>
            </p:cNvPr>
            <p:cNvSpPr/>
            <p:nvPr/>
          </p:nvSpPr>
          <p:spPr>
            <a:xfrm>
              <a:off x="4556309" y="4906506"/>
              <a:ext cx="760592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>
                  <a:solidFill>
                    <a:schemeClr val="bg2">
                      <a:lumMod val="50000"/>
                    </a:schemeClr>
                  </a:solidFill>
                </a:rPr>
                <a:t>14</a:t>
              </a:r>
              <a:r>
                <a:rPr lang="ko-KR" altLang="en-US" sz="600" dirty="0">
                  <a:solidFill>
                    <a:schemeClr val="bg2">
                      <a:lumMod val="50000"/>
                    </a:schemeClr>
                  </a:solidFill>
                </a:rPr>
                <a:t>시간 </a:t>
              </a:r>
              <a:r>
                <a:rPr lang="en-US" altLang="ko-KR" sz="600" dirty="0">
                  <a:solidFill>
                    <a:schemeClr val="bg2">
                      <a:lumMod val="50000"/>
                    </a:schemeClr>
                  </a:solidFill>
                </a:rPr>
                <a:t>20</a:t>
              </a:r>
              <a:r>
                <a:rPr lang="ko-KR" altLang="en-US" sz="600" dirty="0">
                  <a:solidFill>
                    <a:schemeClr val="bg2">
                      <a:lumMod val="50000"/>
                    </a:schemeClr>
                  </a:solidFill>
                </a:rPr>
                <a:t>분</a:t>
              </a:r>
            </a:p>
          </p:txBody>
        </p:sp>
      </p:grpSp>
      <p:pic>
        <p:nvPicPr>
          <p:cNvPr id="199" name="그래픽 198" descr="초승달 윤곽선">
            <a:extLst>
              <a:ext uri="{FF2B5EF4-FFF2-40B4-BE49-F238E27FC236}">
                <a16:creationId xmlns:a16="http://schemas.microsoft.com/office/drawing/2014/main" id="{77F60359-D9FE-5AA2-7E67-081E8D0BBD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34662" y="4316445"/>
            <a:ext cx="180001" cy="180001"/>
          </a:xfrm>
          <a:prstGeom prst="rect">
            <a:avLst/>
          </a:prstGeom>
        </p:spPr>
      </p:pic>
      <p:sp>
        <p:nvSpPr>
          <p:cNvPr id="200" name="직사각형 199">
            <a:extLst>
              <a:ext uri="{FF2B5EF4-FFF2-40B4-BE49-F238E27FC236}">
                <a16:creationId xmlns:a16="http://schemas.microsoft.com/office/drawing/2014/main" id="{5305C85A-4073-224B-96F7-7B43D5B383C1}"/>
              </a:ext>
            </a:extLst>
          </p:cNvPr>
          <p:cNvSpPr/>
          <p:nvPr/>
        </p:nvSpPr>
        <p:spPr>
          <a:xfrm>
            <a:off x="2395012" y="4316445"/>
            <a:ext cx="1227738" cy="18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b="1" dirty="0">
                <a:solidFill>
                  <a:schemeClr val="tx1"/>
                </a:solidFill>
              </a:rPr>
              <a:t>대한항공</a:t>
            </a:r>
          </a:p>
        </p:txBody>
      </p:sp>
      <p:grpSp>
        <p:nvGrpSpPr>
          <p:cNvPr id="201" name="그룹 200">
            <a:extLst>
              <a:ext uri="{FF2B5EF4-FFF2-40B4-BE49-F238E27FC236}">
                <a16:creationId xmlns:a16="http://schemas.microsoft.com/office/drawing/2014/main" id="{3C978935-2562-4EE2-F060-E9880B978BEF}"/>
              </a:ext>
            </a:extLst>
          </p:cNvPr>
          <p:cNvGrpSpPr/>
          <p:nvPr/>
        </p:nvGrpSpPr>
        <p:grpSpPr>
          <a:xfrm>
            <a:off x="7165332" y="3155165"/>
            <a:ext cx="1227738" cy="180000"/>
            <a:chOff x="7197113" y="4365278"/>
            <a:chExt cx="1227738" cy="180000"/>
          </a:xfrm>
        </p:grpSpPr>
        <p:sp>
          <p:nvSpPr>
            <p:cNvPr id="202" name="직사각형 201">
              <a:extLst>
                <a:ext uri="{FF2B5EF4-FFF2-40B4-BE49-F238E27FC236}">
                  <a16:creationId xmlns:a16="http://schemas.microsoft.com/office/drawing/2014/main" id="{4B6B2D43-6799-18D6-F5A5-B03D4A255801}"/>
                </a:ext>
              </a:extLst>
            </p:cNvPr>
            <p:cNvSpPr/>
            <p:nvPr/>
          </p:nvSpPr>
          <p:spPr>
            <a:xfrm>
              <a:off x="7197113" y="4365278"/>
              <a:ext cx="443046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u="sng" dirty="0">
                  <a:solidFill>
                    <a:schemeClr val="tx1"/>
                  </a:solidFill>
                </a:rPr>
                <a:t>규정</a:t>
              </a:r>
            </a:p>
          </p:txBody>
        </p:sp>
        <p:sp>
          <p:nvSpPr>
            <p:cNvPr id="203" name="직사각형 202">
              <a:extLst>
                <a:ext uri="{FF2B5EF4-FFF2-40B4-BE49-F238E27FC236}">
                  <a16:creationId xmlns:a16="http://schemas.microsoft.com/office/drawing/2014/main" id="{361A33F8-0ADB-8AA6-AB62-639D1F716E9F}"/>
                </a:ext>
              </a:extLst>
            </p:cNvPr>
            <p:cNvSpPr/>
            <p:nvPr/>
          </p:nvSpPr>
          <p:spPr>
            <a:xfrm>
              <a:off x="7501913" y="4365278"/>
              <a:ext cx="922938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u="sng" dirty="0">
                  <a:solidFill>
                    <a:schemeClr val="tx1"/>
                  </a:solidFill>
                </a:rPr>
                <a:t>여행 상세일정</a:t>
              </a:r>
            </a:p>
          </p:txBody>
        </p:sp>
      </p:grpSp>
      <p:sp>
        <p:nvSpPr>
          <p:cNvPr id="204" name="직사각형 203">
            <a:extLst>
              <a:ext uri="{FF2B5EF4-FFF2-40B4-BE49-F238E27FC236}">
                <a16:creationId xmlns:a16="http://schemas.microsoft.com/office/drawing/2014/main" id="{12636DBD-E920-C820-6745-4EFD59C773FF}"/>
              </a:ext>
            </a:extLst>
          </p:cNvPr>
          <p:cNvSpPr/>
          <p:nvPr/>
        </p:nvSpPr>
        <p:spPr>
          <a:xfrm>
            <a:off x="5644985" y="3323691"/>
            <a:ext cx="595055" cy="18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solidFill>
                  <a:srgbClr val="4B90FF"/>
                </a:solidFill>
              </a:rPr>
              <a:t>(+1</a:t>
            </a:r>
            <a:r>
              <a:rPr lang="ko-KR" altLang="en-US" sz="700" dirty="0">
                <a:solidFill>
                  <a:srgbClr val="4B90FF"/>
                </a:solidFill>
              </a:rPr>
              <a:t>일</a:t>
            </a:r>
            <a:r>
              <a:rPr lang="en-US" altLang="ko-KR" sz="700" dirty="0">
                <a:solidFill>
                  <a:srgbClr val="4B90FF"/>
                </a:solidFill>
              </a:rPr>
              <a:t>)</a:t>
            </a:r>
            <a:endParaRPr lang="ko-KR" altLang="en-US" sz="700" dirty="0">
              <a:solidFill>
                <a:srgbClr val="4B90FF"/>
              </a:solidFill>
            </a:endParaRPr>
          </a:p>
        </p:txBody>
      </p:sp>
      <p:sp>
        <p:nvSpPr>
          <p:cNvPr id="205" name="직사각형 204">
            <a:extLst>
              <a:ext uri="{FF2B5EF4-FFF2-40B4-BE49-F238E27FC236}">
                <a16:creationId xmlns:a16="http://schemas.microsoft.com/office/drawing/2014/main" id="{932C98DF-D1CC-B08F-6F20-214D7103AAC9}"/>
              </a:ext>
            </a:extLst>
          </p:cNvPr>
          <p:cNvSpPr/>
          <p:nvPr/>
        </p:nvSpPr>
        <p:spPr>
          <a:xfrm>
            <a:off x="5640866" y="4036725"/>
            <a:ext cx="595055" cy="18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solidFill>
                  <a:srgbClr val="4B90FF"/>
                </a:solidFill>
              </a:rPr>
              <a:t>(+1</a:t>
            </a:r>
            <a:r>
              <a:rPr lang="ko-KR" altLang="en-US" sz="700" dirty="0">
                <a:solidFill>
                  <a:srgbClr val="4B90FF"/>
                </a:solidFill>
              </a:rPr>
              <a:t>일</a:t>
            </a:r>
            <a:r>
              <a:rPr lang="en-US" altLang="ko-KR" sz="700" dirty="0">
                <a:solidFill>
                  <a:srgbClr val="4B90FF"/>
                </a:solidFill>
              </a:rPr>
              <a:t>)</a:t>
            </a:r>
            <a:endParaRPr lang="ko-KR" altLang="en-US" sz="700" dirty="0">
              <a:solidFill>
                <a:srgbClr val="4B90FF"/>
              </a:solidFill>
            </a:endParaRPr>
          </a:p>
        </p:txBody>
      </p:sp>
      <p:grpSp>
        <p:nvGrpSpPr>
          <p:cNvPr id="209" name="그룹 208">
            <a:extLst>
              <a:ext uri="{FF2B5EF4-FFF2-40B4-BE49-F238E27FC236}">
                <a16:creationId xmlns:a16="http://schemas.microsoft.com/office/drawing/2014/main" id="{13C8A0DD-D03E-94CD-EBAA-5B69CBEE24FC}"/>
              </a:ext>
            </a:extLst>
          </p:cNvPr>
          <p:cNvGrpSpPr/>
          <p:nvPr/>
        </p:nvGrpSpPr>
        <p:grpSpPr>
          <a:xfrm>
            <a:off x="3178927" y="5044155"/>
            <a:ext cx="413954" cy="180000"/>
            <a:chOff x="4157366" y="5471111"/>
            <a:chExt cx="413954" cy="180000"/>
          </a:xfrm>
        </p:grpSpPr>
        <p:grpSp>
          <p:nvGrpSpPr>
            <p:cNvPr id="210" name="그룹 209">
              <a:extLst>
                <a:ext uri="{FF2B5EF4-FFF2-40B4-BE49-F238E27FC236}">
                  <a16:creationId xmlns:a16="http://schemas.microsoft.com/office/drawing/2014/main" id="{D02812B1-7BA1-5B9B-ABE8-C786D11A6110}"/>
                </a:ext>
              </a:extLst>
            </p:cNvPr>
            <p:cNvGrpSpPr/>
            <p:nvPr/>
          </p:nvGrpSpPr>
          <p:grpSpPr>
            <a:xfrm>
              <a:off x="4157366" y="5471111"/>
              <a:ext cx="186350" cy="180000"/>
              <a:chOff x="4320179" y="4982392"/>
              <a:chExt cx="186350" cy="180000"/>
            </a:xfrm>
          </p:grpSpPr>
          <p:sp>
            <p:nvSpPr>
              <p:cNvPr id="214" name="직사각형 213">
                <a:extLst>
                  <a:ext uri="{FF2B5EF4-FFF2-40B4-BE49-F238E27FC236}">
                    <a16:creationId xmlns:a16="http://schemas.microsoft.com/office/drawing/2014/main" id="{96031E26-4932-BAEF-DA29-7DDF70AF7618}"/>
                  </a:ext>
                </a:extLst>
              </p:cNvPr>
              <p:cNvSpPr/>
              <p:nvPr/>
            </p:nvSpPr>
            <p:spPr>
              <a:xfrm>
                <a:off x="4323354" y="4982392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215" name="그래픽 214" descr="왼쪽 캐럿 윤곽선">
                <a:extLst>
                  <a:ext uri="{FF2B5EF4-FFF2-40B4-BE49-F238E27FC236}">
                    <a16:creationId xmlns:a16="http://schemas.microsoft.com/office/drawing/2014/main" id="{523F3E47-BB98-DA6A-B772-03A65FF587E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4320179" y="4995684"/>
                <a:ext cx="153417" cy="153417"/>
              </a:xfrm>
              <a:prstGeom prst="rect">
                <a:avLst/>
              </a:prstGeom>
            </p:spPr>
          </p:pic>
          <p:pic>
            <p:nvPicPr>
              <p:cNvPr id="216" name="그래픽 215" descr="왼쪽 캐럿 윤곽선">
                <a:extLst>
                  <a:ext uri="{FF2B5EF4-FFF2-40B4-BE49-F238E27FC236}">
                    <a16:creationId xmlns:a16="http://schemas.microsoft.com/office/drawing/2014/main" id="{E5E56035-1AA0-EE22-B60E-9511556ECD3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4353112" y="4995684"/>
                <a:ext cx="153417" cy="153417"/>
              </a:xfrm>
              <a:prstGeom prst="rect">
                <a:avLst/>
              </a:prstGeom>
            </p:spPr>
          </p:pic>
        </p:grpSp>
        <p:grpSp>
          <p:nvGrpSpPr>
            <p:cNvPr id="211" name="그룹 210">
              <a:extLst>
                <a:ext uri="{FF2B5EF4-FFF2-40B4-BE49-F238E27FC236}">
                  <a16:creationId xmlns:a16="http://schemas.microsoft.com/office/drawing/2014/main" id="{AB10ECEE-87C3-E407-B80D-CEE54222BBD0}"/>
                </a:ext>
              </a:extLst>
            </p:cNvPr>
            <p:cNvGrpSpPr/>
            <p:nvPr/>
          </p:nvGrpSpPr>
          <p:grpSpPr>
            <a:xfrm>
              <a:off x="4391320" y="5471111"/>
              <a:ext cx="180000" cy="180000"/>
              <a:chOff x="4590054" y="5059101"/>
              <a:chExt cx="180000" cy="180000"/>
            </a:xfrm>
          </p:grpSpPr>
          <p:sp>
            <p:nvSpPr>
              <p:cNvPr id="212" name="직사각형 211">
                <a:extLst>
                  <a:ext uri="{FF2B5EF4-FFF2-40B4-BE49-F238E27FC236}">
                    <a16:creationId xmlns:a16="http://schemas.microsoft.com/office/drawing/2014/main" id="{DC52F386-3C7B-857D-B976-0D7D29C4A90B}"/>
                  </a:ext>
                </a:extLst>
              </p:cNvPr>
              <p:cNvSpPr/>
              <p:nvPr/>
            </p:nvSpPr>
            <p:spPr>
              <a:xfrm>
                <a:off x="4590054" y="505910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213" name="그래픽 212" descr="왼쪽 캐럿 윤곽선">
                <a:extLst>
                  <a:ext uri="{FF2B5EF4-FFF2-40B4-BE49-F238E27FC236}">
                    <a16:creationId xmlns:a16="http://schemas.microsoft.com/office/drawing/2014/main" id="{74A7EDCD-1BC6-D408-976C-B08D63C5E97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4603346" y="5072393"/>
                <a:ext cx="153417" cy="153417"/>
              </a:xfrm>
              <a:prstGeom prst="rect">
                <a:avLst/>
              </a:prstGeom>
            </p:spPr>
          </p:pic>
        </p:grpSp>
      </p:grpSp>
      <p:grpSp>
        <p:nvGrpSpPr>
          <p:cNvPr id="217" name="그룹 216">
            <a:extLst>
              <a:ext uri="{FF2B5EF4-FFF2-40B4-BE49-F238E27FC236}">
                <a16:creationId xmlns:a16="http://schemas.microsoft.com/office/drawing/2014/main" id="{91A0A6A1-DCDC-8C48-D9D5-78A88CCC34ED}"/>
              </a:ext>
            </a:extLst>
          </p:cNvPr>
          <p:cNvGrpSpPr/>
          <p:nvPr/>
        </p:nvGrpSpPr>
        <p:grpSpPr>
          <a:xfrm>
            <a:off x="6857027" y="5044155"/>
            <a:ext cx="410780" cy="180000"/>
            <a:chOff x="8104112" y="5471111"/>
            <a:chExt cx="410780" cy="180000"/>
          </a:xfrm>
        </p:grpSpPr>
        <p:grpSp>
          <p:nvGrpSpPr>
            <p:cNvPr id="218" name="그룹 217">
              <a:extLst>
                <a:ext uri="{FF2B5EF4-FFF2-40B4-BE49-F238E27FC236}">
                  <a16:creationId xmlns:a16="http://schemas.microsoft.com/office/drawing/2014/main" id="{EBDE20EC-E891-D71A-6CB3-0BE47503F2B6}"/>
                </a:ext>
              </a:extLst>
            </p:cNvPr>
            <p:cNvGrpSpPr/>
            <p:nvPr/>
          </p:nvGrpSpPr>
          <p:grpSpPr>
            <a:xfrm rot="10800000">
              <a:off x="8104112" y="5471111"/>
              <a:ext cx="180000" cy="180000"/>
              <a:chOff x="4590054" y="5059101"/>
              <a:chExt cx="180000" cy="180000"/>
            </a:xfrm>
          </p:grpSpPr>
          <p:sp>
            <p:nvSpPr>
              <p:cNvPr id="223" name="직사각형 222">
                <a:extLst>
                  <a:ext uri="{FF2B5EF4-FFF2-40B4-BE49-F238E27FC236}">
                    <a16:creationId xmlns:a16="http://schemas.microsoft.com/office/drawing/2014/main" id="{0C095FF5-F400-CA7D-132C-2D822C6EDF08}"/>
                  </a:ext>
                </a:extLst>
              </p:cNvPr>
              <p:cNvSpPr/>
              <p:nvPr/>
            </p:nvSpPr>
            <p:spPr>
              <a:xfrm>
                <a:off x="4590054" y="505910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224" name="그래픽 223" descr="왼쪽 캐럿 윤곽선">
                <a:extLst>
                  <a:ext uri="{FF2B5EF4-FFF2-40B4-BE49-F238E27FC236}">
                    <a16:creationId xmlns:a16="http://schemas.microsoft.com/office/drawing/2014/main" id="{400EFF47-6F3B-1098-E48E-E1B886E6DD8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4603346" y="5072393"/>
                <a:ext cx="153417" cy="153417"/>
              </a:xfrm>
              <a:prstGeom prst="rect">
                <a:avLst/>
              </a:prstGeom>
            </p:spPr>
          </p:pic>
        </p:grpSp>
        <p:sp>
          <p:nvSpPr>
            <p:cNvPr id="219" name="직사각형 218">
              <a:extLst>
                <a:ext uri="{FF2B5EF4-FFF2-40B4-BE49-F238E27FC236}">
                  <a16:creationId xmlns:a16="http://schemas.microsoft.com/office/drawing/2014/main" id="{7D91A306-71A3-90C9-29D8-5FFA523BB47C}"/>
                </a:ext>
              </a:extLst>
            </p:cNvPr>
            <p:cNvSpPr/>
            <p:nvPr/>
          </p:nvSpPr>
          <p:spPr>
            <a:xfrm rot="10800000">
              <a:off x="8331717" y="5471111"/>
              <a:ext cx="180000" cy="180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220" name="그룹 219">
              <a:extLst>
                <a:ext uri="{FF2B5EF4-FFF2-40B4-BE49-F238E27FC236}">
                  <a16:creationId xmlns:a16="http://schemas.microsoft.com/office/drawing/2014/main" id="{1038CFD1-C7BD-A157-9E47-E25FE7C5787F}"/>
                </a:ext>
              </a:extLst>
            </p:cNvPr>
            <p:cNvGrpSpPr/>
            <p:nvPr/>
          </p:nvGrpSpPr>
          <p:grpSpPr>
            <a:xfrm rot="10800000">
              <a:off x="8328542" y="5484402"/>
              <a:ext cx="186350" cy="153417"/>
              <a:chOff x="3988983" y="5072971"/>
              <a:chExt cx="186350" cy="153417"/>
            </a:xfrm>
          </p:grpSpPr>
          <p:pic>
            <p:nvPicPr>
              <p:cNvPr id="221" name="그래픽 220" descr="왼쪽 캐럿 윤곽선">
                <a:extLst>
                  <a:ext uri="{FF2B5EF4-FFF2-40B4-BE49-F238E27FC236}">
                    <a16:creationId xmlns:a16="http://schemas.microsoft.com/office/drawing/2014/main" id="{0B2AB671-F9EC-F573-B9B9-8FF32C50B0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3988983" y="5072971"/>
                <a:ext cx="153417" cy="153417"/>
              </a:xfrm>
              <a:prstGeom prst="rect">
                <a:avLst/>
              </a:prstGeom>
            </p:spPr>
          </p:pic>
          <p:pic>
            <p:nvPicPr>
              <p:cNvPr id="222" name="그래픽 221" descr="왼쪽 캐럿 윤곽선">
                <a:extLst>
                  <a:ext uri="{FF2B5EF4-FFF2-40B4-BE49-F238E27FC236}">
                    <a16:creationId xmlns:a16="http://schemas.microsoft.com/office/drawing/2014/main" id="{958E6FE5-284F-354B-AF87-05CD5C0103A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4021916" y="5072971"/>
                <a:ext cx="153417" cy="153417"/>
              </a:xfrm>
              <a:prstGeom prst="rect">
                <a:avLst/>
              </a:prstGeom>
            </p:spPr>
          </p:pic>
        </p:grpSp>
      </p:grpSp>
      <p:graphicFrame>
        <p:nvGraphicFramePr>
          <p:cNvPr id="225" name="표 224">
            <a:extLst>
              <a:ext uri="{FF2B5EF4-FFF2-40B4-BE49-F238E27FC236}">
                <a16:creationId xmlns:a16="http://schemas.microsoft.com/office/drawing/2014/main" id="{A9FD5D4D-AEAB-695B-2806-82DB0B86A3DA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3673354" y="5026155"/>
          <a:ext cx="3103200" cy="216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10320">
                  <a:extLst>
                    <a:ext uri="{9D8B030D-6E8A-4147-A177-3AD203B41FA5}">
                      <a16:colId xmlns:a16="http://schemas.microsoft.com/office/drawing/2014/main" val="2122073885"/>
                    </a:ext>
                  </a:extLst>
                </a:gridCol>
                <a:gridCol w="310320">
                  <a:extLst>
                    <a:ext uri="{9D8B030D-6E8A-4147-A177-3AD203B41FA5}">
                      <a16:colId xmlns:a16="http://schemas.microsoft.com/office/drawing/2014/main" val="1875093406"/>
                    </a:ext>
                  </a:extLst>
                </a:gridCol>
                <a:gridCol w="310320">
                  <a:extLst>
                    <a:ext uri="{9D8B030D-6E8A-4147-A177-3AD203B41FA5}">
                      <a16:colId xmlns:a16="http://schemas.microsoft.com/office/drawing/2014/main" val="3735021190"/>
                    </a:ext>
                  </a:extLst>
                </a:gridCol>
                <a:gridCol w="310320">
                  <a:extLst>
                    <a:ext uri="{9D8B030D-6E8A-4147-A177-3AD203B41FA5}">
                      <a16:colId xmlns:a16="http://schemas.microsoft.com/office/drawing/2014/main" val="2656198298"/>
                    </a:ext>
                  </a:extLst>
                </a:gridCol>
                <a:gridCol w="310320">
                  <a:extLst>
                    <a:ext uri="{9D8B030D-6E8A-4147-A177-3AD203B41FA5}">
                      <a16:colId xmlns:a16="http://schemas.microsoft.com/office/drawing/2014/main" val="1438282676"/>
                    </a:ext>
                  </a:extLst>
                </a:gridCol>
                <a:gridCol w="310320">
                  <a:extLst>
                    <a:ext uri="{9D8B030D-6E8A-4147-A177-3AD203B41FA5}">
                      <a16:colId xmlns:a16="http://schemas.microsoft.com/office/drawing/2014/main" val="140094122"/>
                    </a:ext>
                  </a:extLst>
                </a:gridCol>
                <a:gridCol w="310320">
                  <a:extLst>
                    <a:ext uri="{9D8B030D-6E8A-4147-A177-3AD203B41FA5}">
                      <a16:colId xmlns:a16="http://schemas.microsoft.com/office/drawing/2014/main" val="2042546390"/>
                    </a:ext>
                  </a:extLst>
                </a:gridCol>
                <a:gridCol w="310320">
                  <a:extLst>
                    <a:ext uri="{9D8B030D-6E8A-4147-A177-3AD203B41FA5}">
                      <a16:colId xmlns:a16="http://schemas.microsoft.com/office/drawing/2014/main" val="2166950550"/>
                    </a:ext>
                  </a:extLst>
                </a:gridCol>
                <a:gridCol w="310320">
                  <a:extLst>
                    <a:ext uri="{9D8B030D-6E8A-4147-A177-3AD203B41FA5}">
                      <a16:colId xmlns:a16="http://schemas.microsoft.com/office/drawing/2014/main" val="2000330457"/>
                    </a:ext>
                  </a:extLst>
                </a:gridCol>
                <a:gridCol w="310320">
                  <a:extLst>
                    <a:ext uri="{9D8B030D-6E8A-4147-A177-3AD203B41FA5}">
                      <a16:colId xmlns:a16="http://schemas.microsoft.com/office/drawing/2014/main" val="1674608138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u="sng" dirty="0"/>
                        <a:t>1</a:t>
                      </a:r>
                      <a:endParaRPr lang="ko-KR" altLang="en-US" sz="800" b="0" u="sng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2</a:t>
                      </a:r>
                      <a:endParaRPr lang="ko-KR" altLang="en-US" sz="800" b="0" dirty="0">
                        <a:solidFill>
                          <a:schemeClr val="bg2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3</a:t>
                      </a:r>
                      <a:endParaRPr lang="ko-KR" altLang="en-US" sz="800" b="0" dirty="0">
                        <a:solidFill>
                          <a:schemeClr val="bg2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4</a:t>
                      </a:r>
                      <a:endParaRPr lang="ko-KR" altLang="en-US" sz="800" b="0" dirty="0">
                        <a:solidFill>
                          <a:schemeClr val="bg2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5</a:t>
                      </a:r>
                      <a:endParaRPr lang="ko-KR" altLang="en-US" sz="800" b="0" dirty="0">
                        <a:solidFill>
                          <a:schemeClr val="bg2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6</a:t>
                      </a:r>
                      <a:endParaRPr lang="ko-KR" altLang="en-US" sz="800" b="0" dirty="0">
                        <a:solidFill>
                          <a:schemeClr val="bg2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7</a:t>
                      </a:r>
                      <a:endParaRPr lang="ko-KR" altLang="en-US" sz="800" b="0" dirty="0">
                        <a:solidFill>
                          <a:schemeClr val="bg2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8</a:t>
                      </a:r>
                      <a:endParaRPr lang="ko-KR" altLang="en-US" sz="800" b="0" dirty="0">
                        <a:solidFill>
                          <a:schemeClr val="bg2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9</a:t>
                      </a:r>
                      <a:endParaRPr lang="ko-KR" altLang="en-US" sz="800" b="0" dirty="0">
                        <a:solidFill>
                          <a:schemeClr val="bg2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10</a:t>
                      </a:r>
                      <a:endParaRPr lang="ko-KR" altLang="en-US" sz="800" b="0" dirty="0">
                        <a:solidFill>
                          <a:schemeClr val="bg2">
                            <a:lumMod val="75000"/>
                          </a:schemeClr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1738801"/>
                  </a:ext>
                </a:extLst>
              </a:tr>
            </a:tbl>
          </a:graphicData>
        </a:graphic>
      </p:graphicFrame>
      <p:sp>
        <p:nvSpPr>
          <p:cNvPr id="226" name="직사각형 225">
            <a:extLst>
              <a:ext uri="{FF2B5EF4-FFF2-40B4-BE49-F238E27FC236}">
                <a16:creationId xmlns:a16="http://schemas.microsoft.com/office/drawing/2014/main" id="{21AF87F2-0641-D00C-44F2-6603D796B868}"/>
              </a:ext>
            </a:extLst>
          </p:cNvPr>
          <p:cNvSpPr/>
          <p:nvPr/>
        </p:nvSpPr>
        <p:spPr>
          <a:xfrm>
            <a:off x="122792" y="614884"/>
            <a:ext cx="8707394" cy="6103610"/>
          </a:xfrm>
          <a:prstGeom prst="rect">
            <a:avLst/>
          </a:prstGeom>
          <a:solidFill>
            <a:schemeClr val="tx1">
              <a:lumMod val="85000"/>
              <a:lumOff val="1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7" name="직사각형 226">
            <a:extLst>
              <a:ext uri="{FF2B5EF4-FFF2-40B4-BE49-F238E27FC236}">
                <a16:creationId xmlns:a16="http://schemas.microsoft.com/office/drawing/2014/main" id="{87C42B0A-1854-72D7-E191-608557121320}"/>
              </a:ext>
            </a:extLst>
          </p:cNvPr>
          <p:cNvSpPr/>
          <p:nvPr/>
        </p:nvSpPr>
        <p:spPr>
          <a:xfrm>
            <a:off x="7483753" y="1490611"/>
            <a:ext cx="821357" cy="2520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9" name="사각형: 둥근 모서리 228">
            <a:extLst>
              <a:ext uri="{FF2B5EF4-FFF2-40B4-BE49-F238E27FC236}">
                <a16:creationId xmlns:a16="http://schemas.microsoft.com/office/drawing/2014/main" id="{5F86D17E-684E-0147-528B-EA406DA7741E}"/>
              </a:ext>
            </a:extLst>
          </p:cNvPr>
          <p:cNvSpPr>
            <a:spLocks/>
          </p:cNvSpPr>
          <p:nvPr/>
        </p:nvSpPr>
        <p:spPr>
          <a:xfrm>
            <a:off x="2108745" y="1339238"/>
            <a:ext cx="5102935" cy="473204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245" name="그래픽 244" descr="닫기 단색으로 채워진">
            <a:extLst>
              <a:ext uri="{FF2B5EF4-FFF2-40B4-BE49-F238E27FC236}">
                <a16:creationId xmlns:a16="http://schemas.microsoft.com/office/drawing/2014/main" id="{98C7F13D-0388-781B-0D53-DDF3355EE8D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899755" y="1489317"/>
            <a:ext cx="165661" cy="165661"/>
          </a:xfrm>
          <a:prstGeom prst="rect">
            <a:avLst/>
          </a:prstGeom>
        </p:spPr>
      </p:pic>
      <p:sp>
        <p:nvSpPr>
          <p:cNvPr id="248" name="TextBox 247">
            <a:extLst>
              <a:ext uri="{FF2B5EF4-FFF2-40B4-BE49-F238E27FC236}">
                <a16:creationId xmlns:a16="http://schemas.microsoft.com/office/drawing/2014/main" id="{6CB18512-2711-B1B6-5790-D3E2FE6C57E2}"/>
              </a:ext>
            </a:extLst>
          </p:cNvPr>
          <p:cNvSpPr txBox="1"/>
          <p:nvPr/>
        </p:nvSpPr>
        <p:spPr>
          <a:xfrm>
            <a:off x="2206829" y="1449037"/>
            <a:ext cx="99899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/>
              <a:t>여행 상세일정</a:t>
            </a:r>
          </a:p>
        </p:txBody>
      </p:sp>
      <p:sp>
        <p:nvSpPr>
          <p:cNvPr id="249" name="직사각형 248">
            <a:extLst>
              <a:ext uri="{FF2B5EF4-FFF2-40B4-BE49-F238E27FC236}">
                <a16:creationId xmlns:a16="http://schemas.microsoft.com/office/drawing/2014/main" id="{850B0C9B-D523-2DDD-F911-9C518F328E67}"/>
              </a:ext>
            </a:extLst>
          </p:cNvPr>
          <p:cNvSpPr/>
          <p:nvPr/>
        </p:nvSpPr>
        <p:spPr>
          <a:xfrm>
            <a:off x="2320212" y="1828799"/>
            <a:ext cx="4680000" cy="432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8D895148-167A-D65A-F64A-684CE28E230D}"/>
              </a:ext>
            </a:extLst>
          </p:cNvPr>
          <p:cNvSpPr txBox="1"/>
          <p:nvPr/>
        </p:nvSpPr>
        <p:spPr>
          <a:xfrm>
            <a:off x="2391889" y="1929383"/>
            <a:ext cx="166103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dirty="0"/>
              <a:t>인천</a:t>
            </a:r>
            <a:r>
              <a:rPr lang="en-US" altLang="ko-KR" sz="900" b="1" dirty="0"/>
              <a:t>(INC)  </a:t>
            </a:r>
            <a:r>
              <a:rPr lang="ko-KR" altLang="en-US" sz="900" b="1" dirty="0"/>
              <a:t>→  밀라노</a:t>
            </a:r>
            <a:r>
              <a:rPr lang="en-US" altLang="ko-KR" sz="900" b="1" dirty="0"/>
              <a:t>(MXP)</a:t>
            </a:r>
            <a:endParaRPr lang="ko-KR" altLang="en-US" sz="900" b="1" dirty="0"/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12AEF353-5AAB-4EB6-CC10-9B288DDB46F0}"/>
              </a:ext>
            </a:extLst>
          </p:cNvPr>
          <p:cNvSpPr txBox="1"/>
          <p:nvPr/>
        </p:nvSpPr>
        <p:spPr>
          <a:xfrm>
            <a:off x="5640866" y="1954019"/>
            <a:ext cx="128432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/>
              <a:t>총 여행시간 </a:t>
            </a:r>
            <a:r>
              <a:rPr lang="en-US" altLang="ko-KR" sz="800" dirty="0"/>
              <a:t>8</a:t>
            </a:r>
            <a:r>
              <a:rPr lang="ko-KR" altLang="en-US" sz="800" dirty="0"/>
              <a:t>시간 </a:t>
            </a:r>
            <a:r>
              <a:rPr lang="en-US" altLang="ko-KR" sz="800" dirty="0"/>
              <a:t>30</a:t>
            </a:r>
            <a:r>
              <a:rPr lang="ko-KR" altLang="en-US" sz="800" dirty="0"/>
              <a:t>분</a:t>
            </a:r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2E28A1E3-33A4-299C-146A-E4D88449D763}"/>
              </a:ext>
            </a:extLst>
          </p:cNvPr>
          <p:cNvSpPr txBox="1"/>
          <p:nvPr/>
        </p:nvSpPr>
        <p:spPr>
          <a:xfrm>
            <a:off x="2323750" y="2385115"/>
            <a:ext cx="48442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dirty="0"/>
              <a:t>11:25</a:t>
            </a:r>
            <a:endParaRPr lang="ko-KR" altLang="en-US" sz="900" b="1" dirty="0"/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1F52BE01-F882-80E4-9B22-7A5BA6181072}"/>
              </a:ext>
            </a:extLst>
          </p:cNvPr>
          <p:cNvSpPr txBox="1"/>
          <p:nvPr/>
        </p:nvSpPr>
        <p:spPr>
          <a:xfrm>
            <a:off x="2266844" y="2604283"/>
            <a:ext cx="59824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>
                <a:solidFill>
                  <a:schemeClr val="bg2">
                    <a:lumMod val="50000"/>
                  </a:schemeClr>
                </a:solidFill>
              </a:rPr>
              <a:t>11.17(</a:t>
            </a:r>
            <a:r>
              <a:rPr lang="ko-KR" altLang="en-US" sz="800" dirty="0">
                <a:solidFill>
                  <a:schemeClr val="bg2">
                    <a:lumMod val="50000"/>
                  </a:schemeClr>
                </a:solidFill>
              </a:rPr>
              <a:t>일</a:t>
            </a:r>
            <a:r>
              <a:rPr lang="en-US" altLang="ko-KR" sz="800" dirty="0">
                <a:solidFill>
                  <a:schemeClr val="bg2">
                    <a:lumMod val="50000"/>
                  </a:schemeClr>
                </a:solidFill>
              </a:rPr>
              <a:t>)</a:t>
            </a:r>
            <a:endParaRPr lang="ko-KR" altLang="en-US" sz="8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785A56AC-10D2-BC6E-D009-C7C21E94BCA5}"/>
              </a:ext>
            </a:extLst>
          </p:cNvPr>
          <p:cNvSpPr txBox="1"/>
          <p:nvPr/>
        </p:nvSpPr>
        <p:spPr>
          <a:xfrm>
            <a:off x="3200419" y="2385115"/>
            <a:ext cx="97013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dirty="0"/>
              <a:t>인천</a:t>
            </a:r>
            <a:r>
              <a:rPr lang="en-US" altLang="ko-KR" sz="900" b="1" dirty="0"/>
              <a:t>(INC) </a:t>
            </a:r>
            <a:r>
              <a:rPr lang="ko-KR" altLang="en-US" sz="900" b="1" dirty="0"/>
              <a:t>출발</a:t>
            </a:r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68CFA873-4C1B-84C5-0CFC-615512CFCBA8}"/>
              </a:ext>
            </a:extLst>
          </p:cNvPr>
          <p:cNvSpPr txBox="1"/>
          <p:nvPr/>
        </p:nvSpPr>
        <p:spPr>
          <a:xfrm>
            <a:off x="4138361" y="2392809"/>
            <a:ext cx="58541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>
                <a:solidFill>
                  <a:schemeClr val="bg2">
                    <a:lumMod val="25000"/>
                  </a:schemeClr>
                </a:solidFill>
              </a:rPr>
              <a:t>터미널 </a:t>
            </a:r>
            <a:r>
              <a:rPr lang="en-US" altLang="ko-KR" sz="800" dirty="0">
                <a:solidFill>
                  <a:schemeClr val="bg2">
                    <a:lumMod val="25000"/>
                  </a:schemeClr>
                </a:solidFill>
              </a:rPr>
              <a:t>2</a:t>
            </a:r>
            <a:endParaRPr lang="ko-KR" altLang="en-US" sz="8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C6928423-CACE-B8FD-82D6-5EFDC3E2D646}"/>
              </a:ext>
            </a:extLst>
          </p:cNvPr>
          <p:cNvSpPr txBox="1"/>
          <p:nvPr/>
        </p:nvSpPr>
        <p:spPr>
          <a:xfrm>
            <a:off x="3200419" y="2604283"/>
            <a:ext cx="2273379" cy="21544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ko-KR" altLang="en-US" sz="800" dirty="0">
                <a:solidFill>
                  <a:schemeClr val="bg2">
                    <a:lumMod val="25000"/>
                  </a:schemeClr>
                </a:solidFill>
              </a:rPr>
              <a:t>대한항공 </a:t>
            </a:r>
            <a:r>
              <a:rPr lang="en-US" altLang="ko-KR" sz="800" dirty="0">
                <a:solidFill>
                  <a:schemeClr val="bg2">
                    <a:lumMod val="25000"/>
                  </a:schemeClr>
                </a:solidFill>
              </a:rPr>
              <a:t>KE945  |  </a:t>
            </a:r>
            <a:r>
              <a:rPr lang="ko-KR" altLang="en-US" sz="800" dirty="0">
                <a:solidFill>
                  <a:schemeClr val="bg2">
                    <a:lumMod val="25000"/>
                  </a:schemeClr>
                </a:solidFill>
              </a:rPr>
              <a:t>일반석  </a:t>
            </a:r>
            <a:r>
              <a:rPr lang="en-US" altLang="ko-KR" sz="800" dirty="0">
                <a:solidFill>
                  <a:schemeClr val="bg2">
                    <a:lumMod val="25000"/>
                  </a:schemeClr>
                </a:solidFill>
              </a:rPr>
              <a:t>| </a:t>
            </a:r>
            <a:r>
              <a:rPr lang="ko-KR" altLang="en-US" sz="800" dirty="0">
                <a:solidFill>
                  <a:schemeClr val="bg2">
                    <a:lumMod val="25000"/>
                  </a:schemeClr>
                </a:solidFill>
              </a:rPr>
              <a:t>무료 수하물 </a:t>
            </a:r>
            <a:r>
              <a:rPr lang="en-US" altLang="ko-KR" sz="800" dirty="0">
                <a:solidFill>
                  <a:schemeClr val="bg2">
                    <a:lumMod val="25000"/>
                  </a:schemeClr>
                </a:solidFill>
              </a:rPr>
              <a:t>1</a:t>
            </a:r>
            <a:r>
              <a:rPr lang="ko-KR" altLang="en-US" sz="800" dirty="0">
                <a:solidFill>
                  <a:schemeClr val="bg2">
                    <a:lumMod val="25000"/>
                  </a:schemeClr>
                </a:solidFill>
              </a:rPr>
              <a:t>개</a:t>
            </a: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DD4981C4-051A-D4EC-A0F9-5CF7E995A39C}"/>
              </a:ext>
            </a:extLst>
          </p:cNvPr>
          <p:cNvSpPr txBox="1"/>
          <p:nvPr/>
        </p:nvSpPr>
        <p:spPr>
          <a:xfrm>
            <a:off x="3200419" y="3500124"/>
            <a:ext cx="144943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dirty="0" err="1"/>
              <a:t>프랑크프루트</a:t>
            </a:r>
            <a:r>
              <a:rPr lang="en-US" altLang="ko-KR" sz="900" b="1" dirty="0"/>
              <a:t>(FRA) </a:t>
            </a:r>
            <a:r>
              <a:rPr lang="ko-KR" altLang="en-US" sz="900" b="1" dirty="0"/>
              <a:t>도착</a:t>
            </a:r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08860A7C-A87E-E9A3-D3A1-84D41A7DA9FE}"/>
              </a:ext>
            </a:extLst>
          </p:cNvPr>
          <p:cNvSpPr txBox="1"/>
          <p:nvPr/>
        </p:nvSpPr>
        <p:spPr>
          <a:xfrm>
            <a:off x="3226554" y="3042496"/>
            <a:ext cx="995786" cy="21544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altLang="ko-KR" sz="800" dirty="0">
                <a:solidFill>
                  <a:srgbClr val="4B90FF"/>
                </a:solidFill>
              </a:rPr>
              <a:t>04</a:t>
            </a:r>
            <a:r>
              <a:rPr lang="ko-KR" altLang="en-US" sz="800" dirty="0">
                <a:solidFill>
                  <a:srgbClr val="4B90FF"/>
                </a:solidFill>
              </a:rPr>
              <a:t>시간 </a:t>
            </a:r>
            <a:r>
              <a:rPr lang="en-US" altLang="ko-KR" sz="800" dirty="0">
                <a:solidFill>
                  <a:srgbClr val="4B90FF"/>
                </a:solidFill>
              </a:rPr>
              <a:t>10</a:t>
            </a:r>
            <a:r>
              <a:rPr lang="ko-KR" altLang="en-US" sz="800" dirty="0">
                <a:solidFill>
                  <a:srgbClr val="4B90FF"/>
                </a:solidFill>
              </a:rPr>
              <a:t>분 비행</a:t>
            </a:r>
          </a:p>
        </p:txBody>
      </p:sp>
      <p:grpSp>
        <p:nvGrpSpPr>
          <p:cNvPr id="263" name="그룹 262">
            <a:extLst>
              <a:ext uri="{FF2B5EF4-FFF2-40B4-BE49-F238E27FC236}">
                <a16:creationId xmlns:a16="http://schemas.microsoft.com/office/drawing/2014/main" id="{91BFF2D4-15F6-389A-A89D-97F09EBD5D1F}"/>
              </a:ext>
            </a:extLst>
          </p:cNvPr>
          <p:cNvGrpSpPr/>
          <p:nvPr/>
        </p:nvGrpSpPr>
        <p:grpSpPr>
          <a:xfrm>
            <a:off x="3025475" y="2504550"/>
            <a:ext cx="45719" cy="1130944"/>
            <a:chOff x="3025475" y="2504550"/>
            <a:chExt cx="45719" cy="1130944"/>
          </a:xfrm>
          <a:solidFill>
            <a:srgbClr val="4B90FF"/>
          </a:solidFill>
        </p:grpSpPr>
        <p:sp>
          <p:nvSpPr>
            <p:cNvPr id="252" name="타원 251">
              <a:extLst>
                <a:ext uri="{FF2B5EF4-FFF2-40B4-BE49-F238E27FC236}">
                  <a16:creationId xmlns:a16="http://schemas.microsoft.com/office/drawing/2014/main" id="{3D3A0843-E0C5-6A64-8E6C-B91483D3B547}"/>
                </a:ext>
              </a:extLst>
            </p:cNvPr>
            <p:cNvSpPr/>
            <p:nvPr/>
          </p:nvSpPr>
          <p:spPr>
            <a:xfrm>
              <a:off x="3025475" y="2504550"/>
              <a:ext cx="45719" cy="45719"/>
            </a:xfrm>
            <a:prstGeom prst="ellipse">
              <a:avLst/>
            </a:prstGeom>
            <a:grpFill/>
            <a:ln w="6350">
              <a:solidFill>
                <a:srgbClr val="4B9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cxnSp>
          <p:nvCxnSpPr>
            <p:cNvPr id="253" name="직선 연결선 252">
              <a:extLst>
                <a:ext uri="{FF2B5EF4-FFF2-40B4-BE49-F238E27FC236}">
                  <a16:creationId xmlns:a16="http://schemas.microsoft.com/office/drawing/2014/main" id="{CE43AB5E-792F-43D1-78FF-5C6E6838F96F}"/>
                </a:ext>
              </a:extLst>
            </p:cNvPr>
            <p:cNvCxnSpPr>
              <a:cxnSpLocks/>
              <a:endCxn id="262" idx="4"/>
            </p:cNvCxnSpPr>
            <p:nvPr/>
          </p:nvCxnSpPr>
          <p:spPr>
            <a:xfrm>
              <a:off x="3048334" y="2504550"/>
              <a:ext cx="1" cy="1130944"/>
            </a:xfrm>
            <a:prstGeom prst="line">
              <a:avLst/>
            </a:prstGeom>
            <a:grpFill/>
            <a:ln w="6350">
              <a:solidFill>
                <a:srgbClr val="4B90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2" name="타원 261">
              <a:extLst>
                <a:ext uri="{FF2B5EF4-FFF2-40B4-BE49-F238E27FC236}">
                  <a16:creationId xmlns:a16="http://schemas.microsoft.com/office/drawing/2014/main" id="{8C71067B-DBB1-73C3-0117-5093F42DF3FC}"/>
                </a:ext>
              </a:extLst>
            </p:cNvPr>
            <p:cNvSpPr/>
            <p:nvPr/>
          </p:nvSpPr>
          <p:spPr>
            <a:xfrm>
              <a:off x="3025475" y="3589775"/>
              <a:ext cx="45719" cy="45719"/>
            </a:xfrm>
            <a:prstGeom prst="ellipse">
              <a:avLst/>
            </a:prstGeom>
            <a:grpFill/>
            <a:ln w="6350">
              <a:solidFill>
                <a:srgbClr val="4B9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  <p:grpSp>
        <p:nvGrpSpPr>
          <p:cNvPr id="279" name="그룹 278">
            <a:extLst>
              <a:ext uri="{FF2B5EF4-FFF2-40B4-BE49-F238E27FC236}">
                <a16:creationId xmlns:a16="http://schemas.microsoft.com/office/drawing/2014/main" id="{703F3699-5F25-820C-81E5-4DB9120FA2C1}"/>
              </a:ext>
            </a:extLst>
          </p:cNvPr>
          <p:cNvGrpSpPr/>
          <p:nvPr/>
        </p:nvGrpSpPr>
        <p:grpSpPr>
          <a:xfrm>
            <a:off x="2266844" y="3500124"/>
            <a:ext cx="598241" cy="434612"/>
            <a:chOff x="2266844" y="3511101"/>
            <a:chExt cx="598241" cy="434612"/>
          </a:xfrm>
        </p:grpSpPr>
        <p:sp>
          <p:nvSpPr>
            <p:cNvPr id="265" name="TextBox 264">
              <a:extLst>
                <a:ext uri="{FF2B5EF4-FFF2-40B4-BE49-F238E27FC236}">
                  <a16:creationId xmlns:a16="http://schemas.microsoft.com/office/drawing/2014/main" id="{90FA0768-974B-2942-79E7-6EB341590663}"/>
                </a:ext>
              </a:extLst>
            </p:cNvPr>
            <p:cNvSpPr txBox="1"/>
            <p:nvPr/>
          </p:nvSpPr>
          <p:spPr>
            <a:xfrm>
              <a:off x="2323750" y="3511101"/>
              <a:ext cx="48442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b="1" dirty="0"/>
                <a:t>15:35</a:t>
              </a:r>
              <a:endParaRPr lang="ko-KR" altLang="en-US" sz="900" b="1" dirty="0"/>
            </a:p>
          </p:txBody>
        </p:sp>
        <p:sp>
          <p:nvSpPr>
            <p:cNvPr id="266" name="TextBox 265">
              <a:extLst>
                <a:ext uri="{FF2B5EF4-FFF2-40B4-BE49-F238E27FC236}">
                  <a16:creationId xmlns:a16="http://schemas.microsoft.com/office/drawing/2014/main" id="{D94457F7-871C-239D-E6BC-4B701A4797F5}"/>
                </a:ext>
              </a:extLst>
            </p:cNvPr>
            <p:cNvSpPr txBox="1"/>
            <p:nvPr/>
          </p:nvSpPr>
          <p:spPr>
            <a:xfrm>
              <a:off x="2266844" y="3730269"/>
              <a:ext cx="598241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dirty="0">
                  <a:solidFill>
                    <a:schemeClr val="bg2">
                      <a:lumMod val="50000"/>
                    </a:schemeClr>
                  </a:solidFill>
                </a:rPr>
                <a:t>11.17(</a:t>
              </a:r>
              <a:r>
                <a:rPr lang="ko-KR" altLang="en-US" sz="800" dirty="0">
                  <a:solidFill>
                    <a:schemeClr val="bg2">
                      <a:lumMod val="50000"/>
                    </a:schemeClr>
                  </a:solidFill>
                </a:rPr>
                <a:t>일</a:t>
              </a:r>
              <a:r>
                <a:rPr lang="en-US" altLang="ko-KR" sz="800" dirty="0">
                  <a:solidFill>
                    <a:schemeClr val="bg2">
                      <a:lumMod val="50000"/>
                    </a:schemeClr>
                  </a:solidFill>
                </a:rPr>
                <a:t>)</a:t>
              </a:r>
              <a:endParaRPr lang="ko-KR" altLang="en-US" sz="8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  <p:sp>
        <p:nvSpPr>
          <p:cNvPr id="269" name="TextBox 268">
            <a:extLst>
              <a:ext uri="{FF2B5EF4-FFF2-40B4-BE49-F238E27FC236}">
                <a16:creationId xmlns:a16="http://schemas.microsoft.com/office/drawing/2014/main" id="{6C6E5390-B6F9-DF32-C359-1DFBC624D9BB}"/>
              </a:ext>
            </a:extLst>
          </p:cNvPr>
          <p:cNvSpPr txBox="1"/>
          <p:nvPr/>
        </p:nvSpPr>
        <p:spPr>
          <a:xfrm>
            <a:off x="3200419" y="4303615"/>
            <a:ext cx="144943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dirty="0" err="1"/>
              <a:t>프랑크프루트</a:t>
            </a:r>
            <a:r>
              <a:rPr lang="en-US" altLang="ko-KR" sz="900" b="1" dirty="0"/>
              <a:t>(FRA) </a:t>
            </a:r>
            <a:r>
              <a:rPr lang="ko-KR" altLang="en-US" sz="900" b="1" dirty="0"/>
              <a:t>출발</a:t>
            </a:r>
          </a:p>
        </p:txBody>
      </p:sp>
      <p:grpSp>
        <p:nvGrpSpPr>
          <p:cNvPr id="280" name="그룹 279">
            <a:extLst>
              <a:ext uri="{FF2B5EF4-FFF2-40B4-BE49-F238E27FC236}">
                <a16:creationId xmlns:a16="http://schemas.microsoft.com/office/drawing/2014/main" id="{418F8EB8-029E-8828-7455-9161621C8793}"/>
              </a:ext>
            </a:extLst>
          </p:cNvPr>
          <p:cNvGrpSpPr/>
          <p:nvPr/>
        </p:nvGrpSpPr>
        <p:grpSpPr>
          <a:xfrm>
            <a:off x="2266844" y="4303615"/>
            <a:ext cx="598241" cy="434612"/>
            <a:chOff x="2266844" y="4314592"/>
            <a:chExt cx="598241" cy="434612"/>
          </a:xfrm>
        </p:grpSpPr>
        <p:sp>
          <p:nvSpPr>
            <p:cNvPr id="270" name="TextBox 269">
              <a:extLst>
                <a:ext uri="{FF2B5EF4-FFF2-40B4-BE49-F238E27FC236}">
                  <a16:creationId xmlns:a16="http://schemas.microsoft.com/office/drawing/2014/main" id="{EB244D60-6DBB-3FCE-71D8-41C492A7126B}"/>
                </a:ext>
              </a:extLst>
            </p:cNvPr>
            <p:cNvSpPr txBox="1"/>
            <p:nvPr/>
          </p:nvSpPr>
          <p:spPr>
            <a:xfrm>
              <a:off x="2323750" y="4314592"/>
              <a:ext cx="48442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b="1" dirty="0"/>
                <a:t>17:45</a:t>
              </a:r>
              <a:endParaRPr lang="ko-KR" altLang="en-US" sz="900" b="1" dirty="0"/>
            </a:p>
          </p:txBody>
        </p:sp>
        <p:sp>
          <p:nvSpPr>
            <p:cNvPr id="271" name="TextBox 270">
              <a:extLst>
                <a:ext uri="{FF2B5EF4-FFF2-40B4-BE49-F238E27FC236}">
                  <a16:creationId xmlns:a16="http://schemas.microsoft.com/office/drawing/2014/main" id="{3973FC63-BF92-C081-92EA-6C7E1B144817}"/>
                </a:ext>
              </a:extLst>
            </p:cNvPr>
            <p:cNvSpPr txBox="1"/>
            <p:nvPr/>
          </p:nvSpPr>
          <p:spPr>
            <a:xfrm>
              <a:off x="2266844" y="4533760"/>
              <a:ext cx="598241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dirty="0">
                  <a:solidFill>
                    <a:schemeClr val="bg2">
                      <a:lumMod val="50000"/>
                    </a:schemeClr>
                  </a:solidFill>
                </a:rPr>
                <a:t>11.17(</a:t>
              </a:r>
              <a:r>
                <a:rPr lang="ko-KR" altLang="en-US" sz="800" dirty="0">
                  <a:solidFill>
                    <a:schemeClr val="bg2">
                      <a:lumMod val="50000"/>
                    </a:schemeClr>
                  </a:solidFill>
                </a:rPr>
                <a:t>일</a:t>
              </a:r>
              <a:r>
                <a:rPr lang="en-US" altLang="ko-KR" sz="800" dirty="0">
                  <a:solidFill>
                    <a:schemeClr val="bg2">
                      <a:lumMod val="50000"/>
                    </a:schemeClr>
                  </a:solidFill>
                </a:rPr>
                <a:t>)</a:t>
              </a:r>
              <a:endParaRPr lang="ko-KR" altLang="en-US" sz="8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  <p:sp>
        <p:nvSpPr>
          <p:cNvPr id="272" name="TextBox 271">
            <a:extLst>
              <a:ext uri="{FF2B5EF4-FFF2-40B4-BE49-F238E27FC236}">
                <a16:creationId xmlns:a16="http://schemas.microsoft.com/office/drawing/2014/main" id="{72B03520-B6B4-3FB9-B85D-B6E11F1B4399}"/>
              </a:ext>
            </a:extLst>
          </p:cNvPr>
          <p:cNvSpPr txBox="1"/>
          <p:nvPr/>
        </p:nvSpPr>
        <p:spPr>
          <a:xfrm>
            <a:off x="4599800" y="4311309"/>
            <a:ext cx="58541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>
                <a:solidFill>
                  <a:schemeClr val="bg2">
                    <a:lumMod val="25000"/>
                  </a:schemeClr>
                </a:solidFill>
              </a:rPr>
              <a:t>터미널 </a:t>
            </a:r>
            <a:r>
              <a:rPr lang="en-US" altLang="ko-KR" sz="800" dirty="0">
                <a:solidFill>
                  <a:schemeClr val="bg2">
                    <a:lumMod val="25000"/>
                  </a:schemeClr>
                </a:solidFill>
              </a:rPr>
              <a:t>1</a:t>
            </a:r>
            <a:endParaRPr lang="ko-KR" altLang="en-US" sz="8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273" name="TextBox 272">
            <a:extLst>
              <a:ext uri="{FF2B5EF4-FFF2-40B4-BE49-F238E27FC236}">
                <a16:creationId xmlns:a16="http://schemas.microsoft.com/office/drawing/2014/main" id="{6DB34067-D641-AA49-3FD7-43012B2EEB80}"/>
              </a:ext>
            </a:extLst>
          </p:cNvPr>
          <p:cNvSpPr txBox="1"/>
          <p:nvPr/>
        </p:nvSpPr>
        <p:spPr>
          <a:xfrm>
            <a:off x="3200419" y="4515766"/>
            <a:ext cx="2593980" cy="21544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ko-KR" altLang="en-US" sz="800" dirty="0" err="1">
                <a:solidFill>
                  <a:schemeClr val="bg2">
                    <a:lumMod val="25000"/>
                  </a:schemeClr>
                </a:solidFill>
              </a:rPr>
              <a:t>에어유로파</a:t>
            </a:r>
            <a:r>
              <a:rPr lang="ko-KR" altLang="en-US" sz="8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altLang="ko-KR" sz="800" dirty="0">
                <a:solidFill>
                  <a:schemeClr val="bg2">
                    <a:lumMod val="25000"/>
                  </a:schemeClr>
                </a:solidFill>
              </a:rPr>
              <a:t>AB123  |  </a:t>
            </a:r>
            <a:r>
              <a:rPr lang="ko-KR" altLang="en-US" sz="800" dirty="0">
                <a:solidFill>
                  <a:schemeClr val="bg2">
                    <a:lumMod val="25000"/>
                  </a:schemeClr>
                </a:solidFill>
              </a:rPr>
              <a:t>비지니스석  </a:t>
            </a:r>
            <a:r>
              <a:rPr lang="en-US" altLang="ko-KR" sz="800" dirty="0">
                <a:solidFill>
                  <a:schemeClr val="bg2">
                    <a:lumMod val="25000"/>
                  </a:schemeClr>
                </a:solidFill>
              </a:rPr>
              <a:t>| </a:t>
            </a:r>
            <a:r>
              <a:rPr lang="ko-KR" altLang="en-US" sz="800" dirty="0">
                <a:solidFill>
                  <a:schemeClr val="bg2">
                    <a:lumMod val="25000"/>
                  </a:schemeClr>
                </a:solidFill>
              </a:rPr>
              <a:t>무료 수하물 </a:t>
            </a:r>
            <a:r>
              <a:rPr lang="en-US" altLang="ko-KR" sz="800" dirty="0">
                <a:solidFill>
                  <a:schemeClr val="bg2">
                    <a:lumMod val="25000"/>
                  </a:schemeClr>
                </a:solidFill>
              </a:rPr>
              <a:t>2</a:t>
            </a:r>
            <a:r>
              <a:rPr lang="ko-KR" altLang="en-US" sz="800" dirty="0">
                <a:solidFill>
                  <a:schemeClr val="bg2">
                    <a:lumMod val="25000"/>
                  </a:schemeClr>
                </a:solidFill>
              </a:rPr>
              <a:t>개</a:t>
            </a:r>
          </a:p>
        </p:txBody>
      </p:sp>
      <p:sp>
        <p:nvSpPr>
          <p:cNvPr id="274" name="TextBox 273">
            <a:extLst>
              <a:ext uri="{FF2B5EF4-FFF2-40B4-BE49-F238E27FC236}">
                <a16:creationId xmlns:a16="http://schemas.microsoft.com/office/drawing/2014/main" id="{ECA280BE-D611-6143-A0CA-7DC0AC58C29D}"/>
              </a:ext>
            </a:extLst>
          </p:cNvPr>
          <p:cNvSpPr txBox="1"/>
          <p:nvPr/>
        </p:nvSpPr>
        <p:spPr>
          <a:xfrm>
            <a:off x="3226554" y="4944418"/>
            <a:ext cx="995785" cy="21544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altLang="ko-KR" sz="800" dirty="0">
                <a:solidFill>
                  <a:srgbClr val="4B90FF"/>
                </a:solidFill>
              </a:rPr>
              <a:t>02</a:t>
            </a:r>
            <a:r>
              <a:rPr lang="ko-KR" altLang="en-US" sz="800" dirty="0">
                <a:solidFill>
                  <a:srgbClr val="4B90FF"/>
                </a:solidFill>
              </a:rPr>
              <a:t>시간 </a:t>
            </a:r>
            <a:r>
              <a:rPr lang="en-US" altLang="ko-KR" sz="800" dirty="0">
                <a:solidFill>
                  <a:srgbClr val="4B90FF"/>
                </a:solidFill>
              </a:rPr>
              <a:t>10</a:t>
            </a:r>
            <a:r>
              <a:rPr lang="ko-KR" altLang="en-US" sz="800" dirty="0">
                <a:solidFill>
                  <a:srgbClr val="4B90FF"/>
                </a:solidFill>
              </a:rPr>
              <a:t>분 비행</a:t>
            </a:r>
          </a:p>
        </p:txBody>
      </p:sp>
      <p:grpSp>
        <p:nvGrpSpPr>
          <p:cNvPr id="275" name="그룹 274">
            <a:extLst>
              <a:ext uri="{FF2B5EF4-FFF2-40B4-BE49-F238E27FC236}">
                <a16:creationId xmlns:a16="http://schemas.microsoft.com/office/drawing/2014/main" id="{DD8B7702-6E6E-1CA2-BC79-202468D68867}"/>
              </a:ext>
            </a:extLst>
          </p:cNvPr>
          <p:cNvGrpSpPr/>
          <p:nvPr/>
        </p:nvGrpSpPr>
        <p:grpSpPr>
          <a:xfrm>
            <a:off x="3025475" y="4406472"/>
            <a:ext cx="45719" cy="1130944"/>
            <a:chOff x="3025475" y="2504550"/>
            <a:chExt cx="45719" cy="1130944"/>
          </a:xfrm>
          <a:solidFill>
            <a:srgbClr val="4B90FF"/>
          </a:solidFill>
        </p:grpSpPr>
        <p:sp>
          <p:nvSpPr>
            <p:cNvPr id="276" name="타원 275">
              <a:extLst>
                <a:ext uri="{FF2B5EF4-FFF2-40B4-BE49-F238E27FC236}">
                  <a16:creationId xmlns:a16="http://schemas.microsoft.com/office/drawing/2014/main" id="{08B02CD4-5CFF-2017-943C-CA20FC8B8BAA}"/>
                </a:ext>
              </a:extLst>
            </p:cNvPr>
            <p:cNvSpPr/>
            <p:nvPr/>
          </p:nvSpPr>
          <p:spPr>
            <a:xfrm>
              <a:off x="3025475" y="2504550"/>
              <a:ext cx="45719" cy="45719"/>
            </a:xfrm>
            <a:prstGeom prst="ellipse">
              <a:avLst/>
            </a:prstGeom>
            <a:grpFill/>
            <a:ln w="6350">
              <a:solidFill>
                <a:srgbClr val="4B9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cxnSp>
          <p:nvCxnSpPr>
            <p:cNvPr id="277" name="직선 연결선 276">
              <a:extLst>
                <a:ext uri="{FF2B5EF4-FFF2-40B4-BE49-F238E27FC236}">
                  <a16:creationId xmlns:a16="http://schemas.microsoft.com/office/drawing/2014/main" id="{66061715-BFC5-6706-AABB-B65689EBB86B}"/>
                </a:ext>
              </a:extLst>
            </p:cNvPr>
            <p:cNvCxnSpPr>
              <a:cxnSpLocks/>
              <a:endCxn id="278" idx="4"/>
            </p:cNvCxnSpPr>
            <p:nvPr/>
          </p:nvCxnSpPr>
          <p:spPr>
            <a:xfrm>
              <a:off x="3048334" y="2504550"/>
              <a:ext cx="1" cy="1130944"/>
            </a:xfrm>
            <a:prstGeom prst="line">
              <a:avLst/>
            </a:prstGeom>
            <a:grpFill/>
            <a:ln w="6350">
              <a:solidFill>
                <a:srgbClr val="4B90FF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8" name="타원 277">
              <a:extLst>
                <a:ext uri="{FF2B5EF4-FFF2-40B4-BE49-F238E27FC236}">
                  <a16:creationId xmlns:a16="http://schemas.microsoft.com/office/drawing/2014/main" id="{D92E9E81-0604-151C-4E19-7ABACBEE8BB7}"/>
                </a:ext>
              </a:extLst>
            </p:cNvPr>
            <p:cNvSpPr/>
            <p:nvPr/>
          </p:nvSpPr>
          <p:spPr>
            <a:xfrm>
              <a:off x="3025475" y="3589775"/>
              <a:ext cx="45719" cy="45719"/>
            </a:xfrm>
            <a:prstGeom prst="ellipse">
              <a:avLst/>
            </a:prstGeom>
            <a:grpFill/>
            <a:ln w="6350">
              <a:solidFill>
                <a:srgbClr val="4B9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  <p:sp>
        <p:nvSpPr>
          <p:cNvPr id="281" name="TextBox 280">
            <a:extLst>
              <a:ext uri="{FF2B5EF4-FFF2-40B4-BE49-F238E27FC236}">
                <a16:creationId xmlns:a16="http://schemas.microsoft.com/office/drawing/2014/main" id="{7B159A00-0841-C2C6-9E92-190FB613DBF3}"/>
              </a:ext>
            </a:extLst>
          </p:cNvPr>
          <p:cNvSpPr txBox="1"/>
          <p:nvPr/>
        </p:nvSpPr>
        <p:spPr>
          <a:xfrm>
            <a:off x="3200419" y="5408963"/>
            <a:ext cx="114165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b="1" dirty="0"/>
              <a:t>밀라노</a:t>
            </a:r>
            <a:r>
              <a:rPr lang="en-US" altLang="ko-KR" sz="900" b="1" dirty="0"/>
              <a:t>(MXP) </a:t>
            </a:r>
            <a:r>
              <a:rPr lang="ko-KR" altLang="en-US" sz="900" b="1" dirty="0"/>
              <a:t>도착</a:t>
            </a:r>
          </a:p>
        </p:txBody>
      </p:sp>
      <p:grpSp>
        <p:nvGrpSpPr>
          <p:cNvPr id="282" name="그룹 281">
            <a:extLst>
              <a:ext uri="{FF2B5EF4-FFF2-40B4-BE49-F238E27FC236}">
                <a16:creationId xmlns:a16="http://schemas.microsoft.com/office/drawing/2014/main" id="{C06506EA-92C2-45AC-7EFF-42883275BEEF}"/>
              </a:ext>
            </a:extLst>
          </p:cNvPr>
          <p:cNvGrpSpPr/>
          <p:nvPr/>
        </p:nvGrpSpPr>
        <p:grpSpPr>
          <a:xfrm>
            <a:off x="2266844" y="5408963"/>
            <a:ext cx="598241" cy="434612"/>
            <a:chOff x="2266844" y="4314592"/>
            <a:chExt cx="598241" cy="434612"/>
          </a:xfrm>
        </p:grpSpPr>
        <p:sp>
          <p:nvSpPr>
            <p:cNvPr id="283" name="TextBox 282">
              <a:extLst>
                <a:ext uri="{FF2B5EF4-FFF2-40B4-BE49-F238E27FC236}">
                  <a16:creationId xmlns:a16="http://schemas.microsoft.com/office/drawing/2014/main" id="{98385B62-1645-3A54-ABA1-8AF687E54556}"/>
                </a:ext>
              </a:extLst>
            </p:cNvPr>
            <p:cNvSpPr txBox="1"/>
            <p:nvPr/>
          </p:nvSpPr>
          <p:spPr>
            <a:xfrm>
              <a:off x="2323750" y="4314592"/>
              <a:ext cx="48442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b="1" dirty="0"/>
                <a:t>19:55</a:t>
              </a:r>
              <a:endParaRPr lang="ko-KR" altLang="en-US" sz="900" b="1" dirty="0"/>
            </a:p>
          </p:txBody>
        </p:sp>
        <p:sp>
          <p:nvSpPr>
            <p:cNvPr id="284" name="TextBox 283">
              <a:extLst>
                <a:ext uri="{FF2B5EF4-FFF2-40B4-BE49-F238E27FC236}">
                  <a16:creationId xmlns:a16="http://schemas.microsoft.com/office/drawing/2014/main" id="{4B352B2C-B937-819F-4E79-06010D74AB82}"/>
                </a:ext>
              </a:extLst>
            </p:cNvPr>
            <p:cNvSpPr txBox="1"/>
            <p:nvPr/>
          </p:nvSpPr>
          <p:spPr>
            <a:xfrm>
              <a:off x="2266844" y="4533760"/>
              <a:ext cx="598241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dirty="0">
                  <a:solidFill>
                    <a:schemeClr val="bg2">
                      <a:lumMod val="50000"/>
                    </a:schemeClr>
                  </a:solidFill>
                </a:rPr>
                <a:t>11.17(</a:t>
              </a:r>
              <a:r>
                <a:rPr lang="ko-KR" altLang="en-US" sz="800" dirty="0">
                  <a:solidFill>
                    <a:schemeClr val="bg2">
                      <a:lumMod val="50000"/>
                    </a:schemeClr>
                  </a:solidFill>
                </a:rPr>
                <a:t>일</a:t>
              </a:r>
              <a:r>
                <a:rPr lang="en-US" altLang="ko-KR" sz="800" dirty="0">
                  <a:solidFill>
                    <a:schemeClr val="bg2">
                      <a:lumMod val="50000"/>
                    </a:schemeClr>
                  </a:solidFill>
                </a:rPr>
                <a:t>)</a:t>
              </a:r>
              <a:endParaRPr lang="ko-KR" altLang="en-US" sz="8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  <p:sp>
        <p:nvSpPr>
          <p:cNvPr id="285" name="사각형: 둥근 모서리 284">
            <a:extLst>
              <a:ext uri="{FF2B5EF4-FFF2-40B4-BE49-F238E27FC236}">
                <a16:creationId xmlns:a16="http://schemas.microsoft.com/office/drawing/2014/main" id="{6ED3B6CD-6763-69EB-ED87-E31D7D1CD9CF}"/>
              </a:ext>
            </a:extLst>
          </p:cNvPr>
          <p:cNvSpPr/>
          <p:nvPr/>
        </p:nvSpPr>
        <p:spPr>
          <a:xfrm>
            <a:off x="7099565" y="2591251"/>
            <a:ext cx="18000" cy="720000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86" name="직선 화살표 연결선 285">
            <a:extLst>
              <a:ext uri="{FF2B5EF4-FFF2-40B4-BE49-F238E27FC236}">
                <a16:creationId xmlns:a16="http://schemas.microsoft.com/office/drawing/2014/main" id="{F0AC6FBF-3258-3069-9F41-879D61B1FE5F}"/>
              </a:ext>
            </a:extLst>
          </p:cNvPr>
          <p:cNvCxnSpPr>
            <a:cxnSpLocks/>
          </p:cNvCxnSpPr>
          <p:nvPr/>
        </p:nvCxnSpPr>
        <p:spPr>
          <a:xfrm flipH="1">
            <a:off x="7156403" y="1742611"/>
            <a:ext cx="345595" cy="212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직선 연결선 266">
            <a:extLst>
              <a:ext uri="{FF2B5EF4-FFF2-40B4-BE49-F238E27FC236}">
                <a16:creationId xmlns:a16="http://schemas.microsoft.com/office/drawing/2014/main" id="{7CA114F9-FF1D-401A-B2E0-229AC18E277B}"/>
              </a:ext>
            </a:extLst>
          </p:cNvPr>
          <p:cNvCxnSpPr>
            <a:cxnSpLocks/>
            <a:stCxn id="262" idx="4"/>
            <a:endCxn id="276" idx="0"/>
          </p:cNvCxnSpPr>
          <p:nvPr/>
        </p:nvCxnSpPr>
        <p:spPr>
          <a:xfrm>
            <a:off x="3048335" y="3635494"/>
            <a:ext cx="0" cy="770978"/>
          </a:xfrm>
          <a:prstGeom prst="line">
            <a:avLst/>
          </a:prstGeom>
          <a:solidFill>
            <a:srgbClr val="4B90FF"/>
          </a:solidFill>
          <a:ln w="635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8" name="TextBox 297">
            <a:extLst>
              <a:ext uri="{FF2B5EF4-FFF2-40B4-BE49-F238E27FC236}">
                <a16:creationId xmlns:a16="http://schemas.microsoft.com/office/drawing/2014/main" id="{5A1D2DA0-6D1F-48FF-8AD4-B9610AD1CE31}"/>
              </a:ext>
            </a:extLst>
          </p:cNvPr>
          <p:cNvSpPr txBox="1"/>
          <p:nvPr/>
        </p:nvSpPr>
        <p:spPr>
          <a:xfrm>
            <a:off x="3204035" y="3920530"/>
            <a:ext cx="995785" cy="21544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altLang="ko-KR" sz="800" dirty="0">
                <a:solidFill>
                  <a:srgbClr val="C00000"/>
                </a:solidFill>
              </a:rPr>
              <a:t>02</a:t>
            </a:r>
            <a:r>
              <a:rPr lang="ko-KR" altLang="en-US" sz="800" dirty="0">
                <a:solidFill>
                  <a:srgbClr val="C00000"/>
                </a:solidFill>
              </a:rPr>
              <a:t>시간 </a:t>
            </a:r>
            <a:r>
              <a:rPr lang="en-US" altLang="ko-KR" sz="800" dirty="0">
                <a:solidFill>
                  <a:srgbClr val="C00000"/>
                </a:solidFill>
              </a:rPr>
              <a:t>10</a:t>
            </a:r>
            <a:r>
              <a:rPr lang="ko-KR" altLang="en-US" sz="800" dirty="0">
                <a:solidFill>
                  <a:srgbClr val="C00000"/>
                </a:solidFill>
              </a:rPr>
              <a:t>분 대기</a:t>
            </a:r>
          </a:p>
        </p:txBody>
      </p:sp>
      <p:grpSp>
        <p:nvGrpSpPr>
          <p:cNvPr id="299" name="그룹 298">
            <a:extLst>
              <a:ext uri="{FF2B5EF4-FFF2-40B4-BE49-F238E27FC236}">
                <a16:creationId xmlns:a16="http://schemas.microsoft.com/office/drawing/2014/main" id="{7EAB03B7-F141-410D-A3E5-058D9FEFFA3A}"/>
              </a:ext>
            </a:extLst>
          </p:cNvPr>
          <p:cNvGrpSpPr/>
          <p:nvPr/>
        </p:nvGrpSpPr>
        <p:grpSpPr>
          <a:xfrm>
            <a:off x="2083855" y="1311147"/>
            <a:ext cx="276910" cy="215444"/>
            <a:chOff x="4507293" y="1910946"/>
            <a:chExt cx="276910" cy="215444"/>
          </a:xfrm>
        </p:grpSpPr>
        <p:sp>
          <p:nvSpPr>
            <p:cNvPr id="300" name="타원 299">
              <a:extLst>
                <a:ext uri="{FF2B5EF4-FFF2-40B4-BE49-F238E27FC236}">
                  <a16:creationId xmlns:a16="http://schemas.microsoft.com/office/drawing/2014/main" id="{BA1ECFA7-3E09-4A59-A971-EED44D760637}"/>
                </a:ext>
              </a:extLst>
            </p:cNvPr>
            <p:cNvSpPr/>
            <p:nvPr/>
          </p:nvSpPr>
          <p:spPr>
            <a:xfrm>
              <a:off x="4536630" y="1922684"/>
              <a:ext cx="171278" cy="18690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1" name="TextBox 300">
              <a:extLst>
                <a:ext uri="{FF2B5EF4-FFF2-40B4-BE49-F238E27FC236}">
                  <a16:creationId xmlns:a16="http://schemas.microsoft.com/office/drawing/2014/main" id="{D4A1E4CD-5293-4451-B3DC-FAED05E5C081}"/>
                </a:ext>
              </a:extLst>
            </p:cNvPr>
            <p:cNvSpPr txBox="1"/>
            <p:nvPr/>
          </p:nvSpPr>
          <p:spPr>
            <a:xfrm>
              <a:off x="4507293" y="1910946"/>
              <a:ext cx="2769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>
                  <a:solidFill>
                    <a:schemeClr val="bg1"/>
                  </a:solidFill>
                </a:rPr>
                <a:t>1</a:t>
              </a:r>
              <a:endParaRPr lang="ko-KR" altLang="en-US" sz="8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02" name="그룹 301">
            <a:extLst>
              <a:ext uri="{FF2B5EF4-FFF2-40B4-BE49-F238E27FC236}">
                <a16:creationId xmlns:a16="http://schemas.microsoft.com/office/drawing/2014/main" id="{EDFADA09-4504-4B51-A588-CF75B84C16C3}"/>
              </a:ext>
            </a:extLst>
          </p:cNvPr>
          <p:cNvGrpSpPr/>
          <p:nvPr/>
        </p:nvGrpSpPr>
        <p:grpSpPr>
          <a:xfrm>
            <a:off x="5485197" y="1891965"/>
            <a:ext cx="276910" cy="215444"/>
            <a:chOff x="4507293" y="1910946"/>
            <a:chExt cx="276910" cy="215444"/>
          </a:xfrm>
        </p:grpSpPr>
        <p:sp>
          <p:nvSpPr>
            <p:cNvPr id="303" name="타원 302">
              <a:extLst>
                <a:ext uri="{FF2B5EF4-FFF2-40B4-BE49-F238E27FC236}">
                  <a16:creationId xmlns:a16="http://schemas.microsoft.com/office/drawing/2014/main" id="{CA6D15FC-93D8-47A2-9E4B-4A429F9CEB4C}"/>
                </a:ext>
              </a:extLst>
            </p:cNvPr>
            <p:cNvSpPr/>
            <p:nvPr/>
          </p:nvSpPr>
          <p:spPr>
            <a:xfrm>
              <a:off x="4536630" y="1922684"/>
              <a:ext cx="171278" cy="18690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4" name="TextBox 303">
              <a:extLst>
                <a:ext uri="{FF2B5EF4-FFF2-40B4-BE49-F238E27FC236}">
                  <a16:creationId xmlns:a16="http://schemas.microsoft.com/office/drawing/2014/main" id="{714CEB8B-A15C-4140-B128-8926B5B441F5}"/>
                </a:ext>
              </a:extLst>
            </p:cNvPr>
            <p:cNvSpPr txBox="1"/>
            <p:nvPr/>
          </p:nvSpPr>
          <p:spPr>
            <a:xfrm>
              <a:off x="4507293" y="1910946"/>
              <a:ext cx="2769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>
                  <a:solidFill>
                    <a:schemeClr val="bg1"/>
                  </a:solidFill>
                </a:rPr>
                <a:t>2</a:t>
              </a:r>
              <a:endParaRPr lang="ko-KR" altLang="en-US" sz="8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05" name="그룹 304">
            <a:extLst>
              <a:ext uri="{FF2B5EF4-FFF2-40B4-BE49-F238E27FC236}">
                <a16:creationId xmlns:a16="http://schemas.microsoft.com/office/drawing/2014/main" id="{2E9DD883-9451-4AE7-947A-E34C1E92C5A1}"/>
              </a:ext>
            </a:extLst>
          </p:cNvPr>
          <p:cNvGrpSpPr/>
          <p:nvPr/>
        </p:nvGrpSpPr>
        <p:grpSpPr>
          <a:xfrm>
            <a:off x="3085192" y="3759538"/>
            <a:ext cx="276910" cy="215444"/>
            <a:chOff x="4507293" y="1910946"/>
            <a:chExt cx="276910" cy="215444"/>
          </a:xfrm>
        </p:grpSpPr>
        <p:sp>
          <p:nvSpPr>
            <p:cNvPr id="306" name="타원 305">
              <a:extLst>
                <a:ext uri="{FF2B5EF4-FFF2-40B4-BE49-F238E27FC236}">
                  <a16:creationId xmlns:a16="http://schemas.microsoft.com/office/drawing/2014/main" id="{F5D055F6-BDD6-42CB-9965-2418CD85273D}"/>
                </a:ext>
              </a:extLst>
            </p:cNvPr>
            <p:cNvSpPr/>
            <p:nvPr/>
          </p:nvSpPr>
          <p:spPr>
            <a:xfrm>
              <a:off x="4536630" y="1922684"/>
              <a:ext cx="171278" cy="18690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7" name="TextBox 306">
              <a:extLst>
                <a:ext uri="{FF2B5EF4-FFF2-40B4-BE49-F238E27FC236}">
                  <a16:creationId xmlns:a16="http://schemas.microsoft.com/office/drawing/2014/main" id="{1BAD18F6-491C-4C88-8783-2DA01C5C561B}"/>
                </a:ext>
              </a:extLst>
            </p:cNvPr>
            <p:cNvSpPr txBox="1"/>
            <p:nvPr/>
          </p:nvSpPr>
          <p:spPr>
            <a:xfrm>
              <a:off x="4507293" y="1910946"/>
              <a:ext cx="2769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>
                  <a:solidFill>
                    <a:schemeClr val="bg1"/>
                  </a:solidFill>
                </a:rPr>
                <a:t>3</a:t>
              </a:r>
              <a:endParaRPr lang="ko-KR" altLang="en-US" sz="800" b="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096512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818D0-08D2-E8B4-64D9-BD8A2D656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1" name="직선 연결선 250">
            <a:extLst>
              <a:ext uri="{FF2B5EF4-FFF2-40B4-BE49-F238E27FC236}">
                <a16:creationId xmlns:a16="http://schemas.microsoft.com/office/drawing/2014/main" id="{2F232852-B32F-150C-84ED-4FE9E80A4035}"/>
              </a:ext>
            </a:extLst>
          </p:cNvPr>
          <p:cNvCxnSpPr>
            <a:cxnSpLocks/>
          </p:cNvCxnSpPr>
          <p:nvPr/>
        </p:nvCxnSpPr>
        <p:spPr>
          <a:xfrm>
            <a:off x="231345" y="1902800"/>
            <a:ext cx="1565819" cy="0"/>
          </a:xfrm>
          <a:prstGeom prst="line">
            <a:avLst/>
          </a:prstGeom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53" name="그룹 252">
            <a:extLst>
              <a:ext uri="{FF2B5EF4-FFF2-40B4-BE49-F238E27FC236}">
                <a16:creationId xmlns:a16="http://schemas.microsoft.com/office/drawing/2014/main" id="{846E4880-5F69-5739-89AC-B7618CEEA776}"/>
              </a:ext>
            </a:extLst>
          </p:cNvPr>
          <p:cNvGrpSpPr/>
          <p:nvPr/>
        </p:nvGrpSpPr>
        <p:grpSpPr>
          <a:xfrm>
            <a:off x="141517" y="2890592"/>
            <a:ext cx="1763943" cy="403295"/>
            <a:chOff x="3514096" y="4684199"/>
            <a:chExt cx="1763943" cy="403295"/>
          </a:xfrm>
        </p:grpSpPr>
        <p:cxnSp>
          <p:nvCxnSpPr>
            <p:cNvPr id="254" name="직선 연결선 253">
              <a:extLst>
                <a:ext uri="{FF2B5EF4-FFF2-40B4-BE49-F238E27FC236}">
                  <a16:creationId xmlns:a16="http://schemas.microsoft.com/office/drawing/2014/main" id="{F58338C9-C8D6-B5A6-234E-00724B836603}"/>
                </a:ext>
              </a:extLst>
            </p:cNvPr>
            <p:cNvCxnSpPr>
              <a:cxnSpLocks/>
            </p:cNvCxnSpPr>
            <p:nvPr/>
          </p:nvCxnSpPr>
          <p:spPr>
            <a:xfrm>
              <a:off x="3612313" y="5087494"/>
              <a:ext cx="1565819" cy="0"/>
            </a:xfrm>
            <a:prstGeom prst="line">
              <a:avLst/>
            </a:prstGeom>
            <a:ln w="6350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5" name="직사각형 254">
              <a:extLst>
                <a:ext uri="{FF2B5EF4-FFF2-40B4-BE49-F238E27FC236}">
                  <a16:creationId xmlns:a16="http://schemas.microsoft.com/office/drawing/2014/main" id="{9ADE71FD-B10B-CFEB-09F3-EE5DD7C2E6F0}"/>
                </a:ext>
              </a:extLst>
            </p:cNvPr>
            <p:cNvSpPr/>
            <p:nvPr/>
          </p:nvSpPr>
          <p:spPr>
            <a:xfrm>
              <a:off x="3514096" y="4684199"/>
              <a:ext cx="944880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b="1" dirty="0">
                  <a:solidFill>
                    <a:schemeClr val="tx1"/>
                  </a:solidFill>
                </a:rPr>
                <a:t>경유 횟수</a:t>
              </a:r>
            </a:p>
          </p:txBody>
        </p:sp>
        <p:grpSp>
          <p:nvGrpSpPr>
            <p:cNvPr id="256" name="그룹 255">
              <a:extLst>
                <a:ext uri="{FF2B5EF4-FFF2-40B4-BE49-F238E27FC236}">
                  <a16:creationId xmlns:a16="http://schemas.microsoft.com/office/drawing/2014/main" id="{6F4DF0E8-B61B-8658-BC42-615C3D3AA488}"/>
                </a:ext>
              </a:extLst>
            </p:cNvPr>
            <p:cNvGrpSpPr/>
            <p:nvPr/>
          </p:nvGrpSpPr>
          <p:grpSpPr>
            <a:xfrm>
              <a:off x="3612311" y="4875694"/>
              <a:ext cx="494216" cy="180000"/>
              <a:chOff x="395415" y="3933668"/>
              <a:chExt cx="494216" cy="180000"/>
            </a:xfrm>
          </p:grpSpPr>
          <p:sp>
            <p:nvSpPr>
              <p:cNvPr id="267" name="직사각형 266">
                <a:extLst>
                  <a:ext uri="{FF2B5EF4-FFF2-40B4-BE49-F238E27FC236}">
                    <a16:creationId xmlns:a16="http://schemas.microsoft.com/office/drawing/2014/main" id="{1043FD85-91D8-DE98-64A9-45A09C084B12}"/>
                  </a:ext>
                </a:extLst>
              </p:cNvPr>
              <p:cNvSpPr/>
              <p:nvPr/>
            </p:nvSpPr>
            <p:spPr>
              <a:xfrm>
                <a:off x="395415" y="3966003"/>
                <a:ext cx="115330" cy="11533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8" name="직사각형 267">
                <a:extLst>
                  <a:ext uri="{FF2B5EF4-FFF2-40B4-BE49-F238E27FC236}">
                    <a16:creationId xmlns:a16="http://schemas.microsoft.com/office/drawing/2014/main" id="{8585574F-8C59-50A9-8AD8-1989A11ECD1F}"/>
                  </a:ext>
                </a:extLst>
              </p:cNvPr>
              <p:cNvSpPr/>
              <p:nvPr/>
            </p:nvSpPr>
            <p:spPr>
              <a:xfrm>
                <a:off x="493631" y="3933668"/>
                <a:ext cx="396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>
                    <a:solidFill>
                      <a:schemeClr val="tx1"/>
                    </a:solidFill>
                  </a:rPr>
                  <a:t>전체</a:t>
                </a:r>
              </a:p>
            </p:txBody>
          </p:sp>
        </p:grpSp>
        <p:grpSp>
          <p:nvGrpSpPr>
            <p:cNvPr id="257" name="그룹 256">
              <a:extLst>
                <a:ext uri="{FF2B5EF4-FFF2-40B4-BE49-F238E27FC236}">
                  <a16:creationId xmlns:a16="http://schemas.microsoft.com/office/drawing/2014/main" id="{F8B74307-3A79-C26A-0709-D533BC24D7D8}"/>
                </a:ext>
              </a:extLst>
            </p:cNvPr>
            <p:cNvGrpSpPr/>
            <p:nvPr/>
          </p:nvGrpSpPr>
          <p:grpSpPr>
            <a:xfrm>
              <a:off x="4783823" y="4875694"/>
              <a:ext cx="494216" cy="180000"/>
              <a:chOff x="395415" y="3933668"/>
              <a:chExt cx="494216" cy="180000"/>
            </a:xfrm>
          </p:grpSpPr>
          <p:sp>
            <p:nvSpPr>
              <p:cNvPr id="265" name="직사각형 264">
                <a:extLst>
                  <a:ext uri="{FF2B5EF4-FFF2-40B4-BE49-F238E27FC236}">
                    <a16:creationId xmlns:a16="http://schemas.microsoft.com/office/drawing/2014/main" id="{34DC16C9-4DFB-87EC-393E-E5C512151518}"/>
                  </a:ext>
                </a:extLst>
              </p:cNvPr>
              <p:cNvSpPr/>
              <p:nvPr/>
            </p:nvSpPr>
            <p:spPr>
              <a:xfrm>
                <a:off x="395415" y="3966003"/>
                <a:ext cx="115330" cy="11533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6" name="직사각형 265">
                <a:extLst>
                  <a:ext uri="{FF2B5EF4-FFF2-40B4-BE49-F238E27FC236}">
                    <a16:creationId xmlns:a16="http://schemas.microsoft.com/office/drawing/2014/main" id="{E06F1E40-1D90-AD9A-25B7-C0207FC496E4}"/>
                  </a:ext>
                </a:extLst>
              </p:cNvPr>
              <p:cNvSpPr/>
              <p:nvPr/>
            </p:nvSpPr>
            <p:spPr>
              <a:xfrm>
                <a:off x="493631" y="3933668"/>
                <a:ext cx="396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>
                    <a:solidFill>
                      <a:schemeClr val="tx1"/>
                    </a:solidFill>
                  </a:rPr>
                  <a:t>경유</a:t>
                </a:r>
              </a:p>
            </p:txBody>
          </p:sp>
        </p:grpSp>
        <p:grpSp>
          <p:nvGrpSpPr>
            <p:cNvPr id="258" name="그룹 257">
              <a:extLst>
                <a:ext uri="{FF2B5EF4-FFF2-40B4-BE49-F238E27FC236}">
                  <a16:creationId xmlns:a16="http://schemas.microsoft.com/office/drawing/2014/main" id="{1476E778-2C52-AA1F-F6CC-07CE4D066DCC}"/>
                </a:ext>
              </a:extLst>
            </p:cNvPr>
            <p:cNvGrpSpPr/>
            <p:nvPr/>
          </p:nvGrpSpPr>
          <p:grpSpPr>
            <a:xfrm>
              <a:off x="4198067" y="4875694"/>
              <a:ext cx="494216" cy="180000"/>
              <a:chOff x="981171" y="3933668"/>
              <a:chExt cx="494216" cy="180000"/>
            </a:xfrm>
          </p:grpSpPr>
          <p:sp>
            <p:nvSpPr>
              <p:cNvPr id="259" name="직사각형 258">
                <a:extLst>
                  <a:ext uri="{FF2B5EF4-FFF2-40B4-BE49-F238E27FC236}">
                    <a16:creationId xmlns:a16="http://schemas.microsoft.com/office/drawing/2014/main" id="{F10882A1-45D1-44E6-3E55-8C0BA9ABA05E}"/>
                  </a:ext>
                </a:extLst>
              </p:cNvPr>
              <p:cNvSpPr/>
              <p:nvPr/>
            </p:nvSpPr>
            <p:spPr>
              <a:xfrm>
                <a:off x="1079387" y="3933668"/>
                <a:ext cx="396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>
                    <a:solidFill>
                      <a:schemeClr val="tx1"/>
                    </a:solidFill>
                  </a:rPr>
                  <a:t>직항</a:t>
                </a:r>
              </a:p>
            </p:txBody>
          </p:sp>
          <p:grpSp>
            <p:nvGrpSpPr>
              <p:cNvPr id="260" name="그룹 259">
                <a:extLst>
                  <a:ext uri="{FF2B5EF4-FFF2-40B4-BE49-F238E27FC236}">
                    <a16:creationId xmlns:a16="http://schemas.microsoft.com/office/drawing/2014/main" id="{A05AA8D6-8694-F8AA-8929-F2409B5D1288}"/>
                  </a:ext>
                </a:extLst>
              </p:cNvPr>
              <p:cNvGrpSpPr/>
              <p:nvPr/>
            </p:nvGrpSpPr>
            <p:grpSpPr>
              <a:xfrm>
                <a:off x="981171" y="3966003"/>
                <a:ext cx="115330" cy="115330"/>
                <a:chOff x="981171" y="3966003"/>
                <a:chExt cx="115330" cy="115330"/>
              </a:xfrm>
            </p:grpSpPr>
            <p:sp>
              <p:nvSpPr>
                <p:cNvPr id="261" name="직사각형 260">
                  <a:extLst>
                    <a:ext uri="{FF2B5EF4-FFF2-40B4-BE49-F238E27FC236}">
                      <a16:creationId xmlns:a16="http://schemas.microsoft.com/office/drawing/2014/main" id="{99C3D1AF-1C4D-3FE8-A946-B326C184516D}"/>
                    </a:ext>
                  </a:extLst>
                </p:cNvPr>
                <p:cNvSpPr/>
                <p:nvPr/>
              </p:nvSpPr>
              <p:spPr>
                <a:xfrm>
                  <a:off x="981171" y="3966003"/>
                  <a:ext cx="115330" cy="115330"/>
                </a:xfrm>
                <a:prstGeom prst="rect">
                  <a:avLst/>
                </a:prstGeom>
                <a:solidFill>
                  <a:schemeClr val="bg2">
                    <a:lumMod val="50000"/>
                  </a:schemeClr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accent6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grpSp>
              <p:nvGrpSpPr>
                <p:cNvPr id="262" name="그룹 261">
                  <a:extLst>
                    <a:ext uri="{FF2B5EF4-FFF2-40B4-BE49-F238E27FC236}">
                      <a16:creationId xmlns:a16="http://schemas.microsoft.com/office/drawing/2014/main" id="{8506FDDC-3FA5-4197-011E-6C1F80058CB4}"/>
                    </a:ext>
                  </a:extLst>
                </p:cNvPr>
                <p:cNvGrpSpPr/>
                <p:nvPr/>
              </p:nvGrpSpPr>
              <p:grpSpPr>
                <a:xfrm>
                  <a:off x="1002836" y="4005668"/>
                  <a:ext cx="72000" cy="36000"/>
                  <a:chOff x="3413760" y="4836443"/>
                  <a:chExt cx="345002" cy="117028"/>
                </a:xfrm>
              </p:grpSpPr>
              <p:cxnSp>
                <p:nvCxnSpPr>
                  <p:cNvPr id="263" name="직선 연결선 262">
                    <a:extLst>
                      <a:ext uri="{FF2B5EF4-FFF2-40B4-BE49-F238E27FC236}">
                        <a16:creationId xmlns:a16="http://schemas.microsoft.com/office/drawing/2014/main" id="{FA7E3B65-8306-B549-1CC5-E02E4917B265}"/>
                      </a:ext>
                    </a:extLst>
                  </p:cNvPr>
                  <p:cNvCxnSpPr/>
                  <p:nvPr/>
                </p:nvCxnSpPr>
                <p:spPr>
                  <a:xfrm>
                    <a:off x="3413760" y="4836443"/>
                    <a:ext cx="117028" cy="117028"/>
                  </a:xfrm>
                  <a:prstGeom prst="line">
                    <a:avLst/>
                  </a:prstGeom>
                  <a:ln w="63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64" name="직선 연결선 263">
                    <a:extLst>
                      <a:ext uri="{FF2B5EF4-FFF2-40B4-BE49-F238E27FC236}">
                        <a16:creationId xmlns:a16="http://schemas.microsoft.com/office/drawing/2014/main" id="{42A264F1-7B47-13DB-CB0C-9A6896E6F730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3513912" y="4837015"/>
                    <a:ext cx="244850" cy="116456"/>
                  </a:xfrm>
                  <a:prstGeom prst="line">
                    <a:avLst/>
                  </a:prstGeom>
                  <a:ln w="63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</p:grpSp>
      <p:grpSp>
        <p:nvGrpSpPr>
          <p:cNvPr id="269" name="그룹 268">
            <a:extLst>
              <a:ext uri="{FF2B5EF4-FFF2-40B4-BE49-F238E27FC236}">
                <a16:creationId xmlns:a16="http://schemas.microsoft.com/office/drawing/2014/main" id="{3C3E0D1E-E143-F076-C56E-DC738291C21E}"/>
              </a:ext>
            </a:extLst>
          </p:cNvPr>
          <p:cNvGrpSpPr/>
          <p:nvPr/>
        </p:nvGrpSpPr>
        <p:grpSpPr>
          <a:xfrm>
            <a:off x="140949" y="1089582"/>
            <a:ext cx="1764511" cy="726376"/>
            <a:chOff x="297200" y="4049295"/>
            <a:chExt cx="1764511" cy="726376"/>
          </a:xfrm>
        </p:grpSpPr>
        <p:sp>
          <p:nvSpPr>
            <p:cNvPr id="270" name="직사각형 269">
              <a:extLst>
                <a:ext uri="{FF2B5EF4-FFF2-40B4-BE49-F238E27FC236}">
                  <a16:creationId xmlns:a16="http://schemas.microsoft.com/office/drawing/2014/main" id="{8CC169CC-028A-3A03-066E-CAC80639AA33}"/>
                </a:ext>
              </a:extLst>
            </p:cNvPr>
            <p:cNvSpPr/>
            <p:nvPr/>
          </p:nvSpPr>
          <p:spPr>
            <a:xfrm>
              <a:off x="297200" y="4049295"/>
              <a:ext cx="944880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b="1" dirty="0">
                  <a:solidFill>
                    <a:schemeClr val="tx1"/>
                  </a:solidFill>
                </a:rPr>
                <a:t>항공사 동맹</a:t>
              </a:r>
            </a:p>
          </p:txBody>
        </p:sp>
        <p:grpSp>
          <p:nvGrpSpPr>
            <p:cNvPr id="271" name="그룹 270">
              <a:extLst>
                <a:ext uri="{FF2B5EF4-FFF2-40B4-BE49-F238E27FC236}">
                  <a16:creationId xmlns:a16="http://schemas.microsoft.com/office/drawing/2014/main" id="{22BA7B38-3975-F743-653D-D961B51F9377}"/>
                </a:ext>
              </a:extLst>
            </p:cNvPr>
            <p:cNvGrpSpPr/>
            <p:nvPr/>
          </p:nvGrpSpPr>
          <p:grpSpPr>
            <a:xfrm>
              <a:off x="395415" y="4223034"/>
              <a:ext cx="494216" cy="180000"/>
              <a:chOff x="395415" y="3933668"/>
              <a:chExt cx="494216" cy="180000"/>
            </a:xfrm>
          </p:grpSpPr>
          <p:sp>
            <p:nvSpPr>
              <p:cNvPr id="289" name="직사각형 288">
                <a:extLst>
                  <a:ext uri="{FF2B5EF4-FFF2-40B4-BE49-F238E27FC236}">
                    <a16:creationId xmlns:a16="http://schemas.microsoft.com/office/drawing/2014/main" id="{923B2B3E-F251-E38C-6789-92A85022A58D}"/>
                  </a:ext>
                </a:extLst>
              </p:cNvPr>
              <p:cNvSpPr/>
              <p:nvPr/>
            </p:nvSpPr>
            <p:spPr>
              <a:xfrm>
                <a:off x="395415" y="3966003"/>
                <a:ext cx="115330" cy="11533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0" name="직사각형 289">
                <a:extLst>
                  <a:ext uri="{FF2B5EF4-FFF2-40B4-BE49-F238E27FC236}">
                    <a16:creationId xmlns:a16="http://schemas.microsoft.com/office/drawing/2014/main" id="{0653DF0F-7AF6-5F36-CD14-1DBEF8AF0AD2}"/>
                  </a:ext>
                </a:extLst>
              </p:cNvPr>
              <p:cNvSpPr/>
              <p:nvPr/>
            </p:nvSpPr>
            <p:spPr>
              <a:xfrm>
                <a:off x="493631" y="3933668"/>
                <a:ext cx="396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>
                    <a:solidFill>
                      <a:schemeClr val="tx1"/>
                    </a:solidFill>
                  </a:rPr>
                  <a:t>전체</a:t>
                </a:r>
              </a:p>
            </p:txBody>
          </p:sp>
        </p:grpSp>
        <p:grpSp>
          <p:nvGrpSpPr>
            <p:cNvPr id="272" name="그룹 271">
              <a:extLst>
                <a:ext uri="{FF2B5EF4-FFF2-40B4-BE49-F238E27FC236}">
                  <a16:creationId xmlns:a16="http://schemas.microsoft.com/office/drawing/2014/main" id="{E86408BF-A021-F0AA-11BE-E0992591D47A}"/>
                </a:ext>
              </a:extLst>
            </p:cNvPr>
            <p:cNvGrpSpPr/>
            <p:nvPr/>
          </p:nvGrpSpPr>
          <p:grpSpPr>
            <a:xfrm>
              <a:off x="395415" y="4411980"/>
              <a:ext cx="710216" cy="180000"/>
              <a:chOff x="395415" y="3933668"/>
              <a:chExt cx="710216" cy="180000"/>
            </a:xfrm>
          </p:grpSpPr>
          <p:sp>
            <p:nvSpPr>
              <p:cNvPr id="287" name="직사각형 286">
                <a:extLst>
                  <a:ext uri="{FF2B5EF4-FFF2-40B4-BE49-F238E27FC236}">
                    <a16:creationId xmlns:a16="http://schemas.microsoft.com/office/drawing/2014/main" id="{B604FFAC-B898-AB11-6A80-F0EC28E42ABD}"/>
                  </a:ext>
                </a:extLst>
              </p:cNvPr>
              <p:cNvSpPr/>
              <p:nvPr/>
            </p:nvSpPr>
            <p:spPr>
              <a:xfrm>
                <a:off x="395415" y="3966003"/>
                <a:ext cx="115330" cy="11533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8" name="직사각형 287">
                <a:extLst>
                  <a:ext uri="{FF2B5EF4-FFF2-40B4-BE49-F238E27FC236}">
                    <a16:creationId xmlns:a16="http://schemas.microsoft.com/office/drawing/2014/main" id="{1FBCE100-105F-4568-BC59-EF7819CAA766}"/>
                  </a:ext>
                </a:extLst>
              </p:cNvPr>
              <p:cNvSpPr/>
              <p:nvPr/>
            </p:nvSpPr>
            <p:spPr>
              <a:xfrm>
                <a:off x="493631" y="3933668"/>
                <a:ext cx="612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 err="1">
                    <a:solidFill>
                      <a:schemeClr val="tx1"/>
                    </a:solidFill>
                  </a:rPr>
                  <a:t>원월드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73" name="그룹 272">
              <a:extLst>
                <a:ext uri="{FF2B5EF4-FFF2-40B4-BE49-F238E27FC236}">
                  <a16:creationId xmlns:a16="http://schemas.microsoft.com/office/drawing/2014/main" id="{858A3F2E-A2D8-86C6-7A8F-AE8AA16A161B}"/>
                </a:ext>
              </a:extLst>
            </p:cNvPr>
            <p:cNvGrpSpPr/>
            <p:nvPr/>
          </p:nvGrpSpPr>
          <p:grpSpPr>
            <a:xfrm>
              <a:off x="1046285" y="4236639"/>
              <a:ext cx="1015426" cy="180000"/>
              <a:chOff x="395415" y="3933667"/>
              <a:chExt cx="1015426" cy="180000"/>
            </a:xfrm>
          </p:grpSpPr>
          <p:sp>
            <p:nvSpPr>
              <p:cNvPr id="285" name="직사각형 284">
                <a:extLst>
                  <a:ext uri="{FF2B5EF4-FFF2-40B4-BE49-F238E27FC236}">
                    <a16:creationId xmlns:a16="http://schemas.microsoft.com/office/drawing/2014/main" id="{CAEE9542-6F15-25C9-C0D5-79B0D80A31A4}"/>
                  </a:ext>
                </a:extLst>
              </p:cNvPr>
              <p:cNvSpPr/>
              <p:nvPr/>
            </p:nvSpPr>
            <p:spPr>
              <a:xfrm>
                <a:off x="395415" y="3966002"/>
                <a:ext cx="115330" cy="11533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6" name="직사각형 285">
                <a:extLst>
                  <a:ext uri="{FF2B5EF4-FFF2-40B4-BE49-F238E27FC236}">
                    <a16:creationId xmlns:a16="http://schemas.microsoft.com/office/drawing/2014/main" id="{944B44C2-5F9D-5B24-5CA8-840AA646DBD8}"/>
                  </a:ext>
                </a:extLst>
              </p:cNvPr>
              <p:cNvSpPr/>
              <p:nvPr/>
            </p:nvSpPr>
            <p:spPr>
              <a:xfrm>
                <a:off x="493630" y="3933667"/>
                <a:ext cx="917211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 err="1">
                    <a:solidFill>
                      <a:schemeClr val="tx1"/>
                    </a:solidFill>
                  </a:rPr>
                  <a:t>스타얼라이언스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74" name="그룹 273">
              <a:extLst>
                <a:ext uri="{FF2B5EF4-FFF2-40B4-BE49-F238E27FC236}">
                  <a16:creationId xmlns:a16="http://schemas.microsoft.com/office/drawing/2014/main" id="{3E59A63C-B857-0321-AB08-24C1DC2884EF}"/>
                </a:ext>
              </a:extLst>
            </p:cNvPr>
            <p:cNvGrpSpPr/>
            <p:nvPr/>
          </p:nvGrpSpPr>
          <p:grpSpPr>
            <a:xfrm>
              <a:off x="1046285" y="4403079"/>
              <a:ext cx="710216" cy="180000"/>
              <a:chOff x="395415" y="3933668"/>
              <a:chExt cx="710216" cy="180000"/>
            </a:xfrm>
          </p:grpSpPr>
          <p:sp>
            <p:nvSpPr>
              <p:cNvPr id="283" name="직사각형 282">
                <a:extLst>
                  <a:ext uri="{FF2B5EF4-FFF2-40B4-BE49-F238E27FC236}">
                    <a16:creationId xmlns:a16="http://schemas.microsoft.com/office/drawing/2014/main" id="{EE44B22E-6304-42FC-E699-6ADE4294DC44}"/>
                  </a:ext>
                </a:extLst>
              </p:cNvPr>
              <p:cNvSpPr/>
              <p:nvPr/>
            </p:nvSpPr>
            <p:spPr>
              <a:xfrm>
                <a:off x="395415" y="3966003"/>
                <a:ext cx="115330" cy="11533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4" name="직사각형 283">
                <a:extLst>
                  <a:ext uri="{FF2B5EF4-FFF2-40B4-BE49-F238E27FC236}">
                    <a16:creationId xmlns:a16="http://schemas.microsoft.com/office/drawing/2014/main" id="{96F94150-8EA9-E318-E07C-6C88F0BC78FE}"/>
                  </a:ext>
                </a:extLst>
              </p:cNvPr>
              <p:cNvSpPr/>
              <p:nvPr/>
            </p:nvSpPr>
            <p:spPr>
              <a:xfrm>
                <a:off x="493631" y="3933668"/>
                <a:ext cx="612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 err="1">
                    <a:solidFill>
                      <a:schemeClr val="tx1"/>
                    </a:solidFill>
                  </a:rPr>
                  <a:t>스카이팀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75" name="그룹 274">
              <a:extLst>
                <a:ext uri="{FF2B5EF4-FFF2-40B4-BE49-F238E27FC236}">
                  <a16:creationId xmlns:a16="http://schemas.microsoft.com/office/drawing/2014/main" id="{79EB1F52-1853-52C4-3F62-72679DEEB3CF}"/>
                </a:ext>
              </a:extLst>
            </p:cNvPr>
            <p:cNvGrpSpPr/>
            <p:nvPr/>
          </p:nvGrpSpPr>
          <p:grpSpPr>
            <a:xfrm>
              <a:off x="395415" y="4595671"/>
              <a:ext cx="710216" cy="180000"/>
              <a:chOff x="395415" y="3933668"/>
              <a:chExt cx="710216" cy="180000"/>
            </a:xfrm>
          </p:grpSpPr>
          <p:sp>
            <p:nvSpPr>
              <p:cNvPr id="281" name="직사각형 280">
                <a:extLst>
                  <a:ext uri="{FF2B5EF4-FFF2-40B4-BE49-F238E27FC236}">
                    <a16:creationId xmlns:a16="http://schemas.microsoft.com/office/drawing/2014/main" id="{1593DE89-F91C-B26F-3FAF-1E3AE664D5CD}"/>
                  </a:ext>
                </a:extLst>
              </p:cNvPr>
              <p:cNvSpPr/>
              <p:nvPr/>
            </p:nvSpPr>
            <p:spPr>
              <a:xfrm>
                <a:off x="395415" y="3966003"/>
                <a:ext cx="115330" cy="11533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2" name="직사각형 281">
                <a:extLst>
                  <a:ext uri="{FF2B5EF4-FFF2-40B4-BE49-F238E27FC236}">
                    <a16:creationId xmlns:a16="http://schemas.microsoft.com/office/drawing/2014/main" id="{98FA3DCF-FFA2-D7FD-73EF-949C9500813B}"/>
                  </a:ext>
                </a:extLst>
              </p:cNvPr>
              <p:cNvSpPr/>
              <p:nvPr/>
            </p:nvSpPr>
            <p:spPr>
              <a:xfrm>
                <a:off x="493631" y="3933668"/>
                <a:ext cx="612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>
                    <a:solidFill>
                      <a:schemeClr val="tx1"/>
                    </a:solidFill>
                  </a:rPr>
                  <a:t>기타</a:t>
                </a:r>
              </a:p>
            </p:txBody>
          </p:sp>
        </p:grpSp>
        <p:grpSp>
          <p:nvGrpSpPr>
            <p:cNvPr id="276" name="그룹 275">
              <a:extLst>
                <a:ext uri="{FF2B5EF4-FFF2-40B4-BE49-F238E27FC236}">
                  <a16:creationId xmlns:a16="http://schemas.microsoft.com/office/drawing/2014/main" id="{A152FCBD-92D0-CB24-D98F-DA94CD04767C}"/>
                </a:ext>
              </a:extLst>
            </p:cNvPr>
            <p:cNvGrpSpPr/>
            <p:nvPr/>
          </p:nvGrpSpPr>
          <p:grpSpPr>
            <a:xfrm>
              <a:off x="1049366" y="4437647"/>
              <a:ext cx="115330" cy="115330"/>
              <a:chOff x="981171" y="3966003"/>
              <a:chExt cx="115330" cy="115330"/>
            </a:xfrm>
          </p:grpSpPr>
          <p:sp>
            <p:nvSpPr>
              <p:cNvPr id="277" name="직사각형 276">
                <a:extLst>
                  <a:ext uri="{FF2B5EF4-FFF2-40B4-BE49-F238E27FC236}">
                    <a16:creationId xmlns:a16="http://schemas.microsoft.com/office/drawing/2014/main" id="{92928527-57D2-B28B-6537-CD236D8B59A6}"/>
                  </a:ext>
                </a:extLst>
              </p:cNvPr>
              <p:cNvSpPr/>
              <p:nvPr/>
            </p:nvSpPr>
            <p:spPr>
              <a:xfrm>
                <a:off x="981171" y="3966003"/>
                <a:ext cx="115330" cy="115330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278" name="그룹 277">
                <a:extLst>
                  <a:ext uri="{FF2B5EF4-FFF2-40B4-BE49-F238E27FC236}">
                    <a16:creationId xmlns:a16="http://schemas.microsoft.com/office/drawing/2014/main" id="{F312E33A-6FFB-1767-6EB4-6FF0ACFB0377}"/>
                  </a:ext>
                </a:extLst>
              </p:cNvPr>
              <p:cNvGrpSpPr/>
              <p:nvPr/>
            </p:nvGrpSpPr>
            <p:grpSpPr>
              <a:xfrm>
                <a:off x="1002836" y="4005668"/>
                <a:ext cx="72000" cy="36000"/>
                <a:chOff x="3413760" y="4836443"/>
                <a:chExt cx="345002" cy="117028"/>
              </a:xfrm>
            </p:grpSpPr>
            <p:cxnSp>
              <p:nvCxnSpPr>
                <p:cNvPr id="279" name="직선 연결선 278">
                  <a:extLst>
                    <a:ext uri="{FF2B5EF4-FFF2-40B4-BE49-F238E27FC236}">
                      <a16:creationId xmlns:a16="http://schemas.microsoft.com/office/drawing/2014/main" id="{B6460B66-4F13-224A-9BBE-E39DDD9BC363}"/>
                    </a:ext>
                  </a:extLst>
                </p:cNvPr>
                <p:cNvCxnSpPr/>
                <p:nvPr/>
              </p:nvCxnSpPr>
              <p:spPr>
                <a:xfrm>
                  <a:off x="3413760" y="4836443"/>
                  <a:ext cx="117028" cy="117028"/>
                </a:xfrm>
                <a:prstGeom prst="line">
                  <a:avLst/>
                </a:prstGeom>
                <a:ln w="6350"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0" name="직선 연결선 279">
                  <a:extLst>
                    <a:ext uri="{FF2B5EF4-FFF2-40B4-BE49-F238E27FC236}">
                      <a16:creationId xmlns:a16="http://schemas.microsoft.com/office/drawing/2014/main" id="{6DD1C1D8-4E40-556A-A290-336DE671AA68}"/>
                    </a:ext>
                  </a:extLst>
                </p:cNvPr>
                <p:cNvCxnSpPr/>
                <p:nvPr/>
              </p:nvCxnSpPr>
              <p:spPr>
                <a:xfrm flipV="1">
                  <a:off x="3513912" y="4837015"/>
                  <a:ext cx="244850" cy="116456"/>
                </a:xfrm>
                <a:prstGeom prst="line">
                  <a:avLst/>
                </a:prstGeom>
                <a:ln w="6350"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291" name="그룹 290">
            <a:extLst>
              <a:ext uri="{FF2B5EF4-FFF2-40B4-BE49-F238E27FC236}">
                <a16:creationId xmlns:a16="http://schemas.microsoft.com/office/drawing/2014/main" id="{E25BB761-7FAE-9C69-9302-EB8D915A9508}"/>
              </a:ext>
            </a:extLst>
          </p:cNvPr>
          <p:cNvGrpSpPr/>
          <p:nvPr/>
        </p:nvGrpSpPr>
        <p:grpSpPr>
          <a:xfrm>
            <a:off x="140949" y="3388063"/>
            <a:ext cx="1810621" cy="440899"/>
            <a:chOff x="325147" y="4975411"/>
            <a:chExt cx="1810621" cy="440899"/>
          </a:xfrm>
        </p:grpSpPr>
        <p:cxnSp>
          <p:nvCxnSpPr>
            <p:cNvPr id="292" name="직선 연결선 291">
              <a:extLst>
                <a:ext uri="{FF2B5EF4-FFF2-40B4-BE49-F238E27FC236}">
                  <a16:creationId xmlns:a16="http://schemas.microsoft.com/office/drawing/2014/main" id="{F3DA902E-294E-D312-B8C9-ED1A1128C121}"/>
                </a:ext>
              </a:extLst>
            </p:cNvPr>
            <p:cNvCxnSpPr>
              <a:cxnSpLocks/>
            </p:cNvCxnSpPr>
            <p:nvPr/>
          </p:nvCxnSpPr>
          <p:spPr>
            <a:xfrm>
              <a:off x="389200" y="5416310"/>
              <a:ext cx="1565819" cy="0"/>
            </a:xfrm>
            <a:prstGeom prst="line">
              <a:avLst/>
            </a:prstGeom>
            <a:ln w="6350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3" name="직사각형 292">
              <a:extLst>
                <a:ext uri="{FF2B5EF4-FFF2-40B4-BE49-F238E27FC236}">
                  <a16:creationId xmlns:a16="http://schemas.microsoft.com/office/drawing/2014/main" id="{42D6782A-8D21-91E0-90F0-6C3227926F41}"/>
                </a:ext>
              </a:extLst>
            </p:cNvPr>
            <p:cNvSpPr/>
            <p:nvPr/>
          </p:nvSpPr>
          <p:spPr>
            <a:xfrm>
              <a:off x="325147" y="4975411"/>
              <a:ext cx="944880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b="1" dirty="0">
                  <a:solidFill>
                    <a:schemeClr val="tx1"/>
                  </a:solidFill>
                </a:rPr>
                <a:t>규정 준수여부</a:t>
              </a:r>
            </a:p>
          </p:txBody>
        </p:sp>
        <p:grpSp>
          <p:nvGrpSpPr>
            <p:cNvPr id="294" name="그룹 293">
              <a:extLst>
                <a:ext uri="{FF2B5EF4-FFF2-40B4-BE49-F238E27FC236}">
                  <a16:creationId xmlns:a16="http://schemas.microsoft.com/office/drawing/2014/main" id="{FF21408A-467D-FD02-85CA-D9A7B1BD6AAC}"/>
                </a:ext>
              </a:extLst>
            </p:cNvPr>
            <p:cNvGrpSpPr/>
            <p:nvPr/>
          </p:nvGrpSpPr>
          <p:grpSpPr>
            <a:xfrm>
              <a:off x="417480" y="5167829"/>
              <a:ext cx="494216" cy="180000"/>
              <a:chOff x="395415" y="3933668"/>
              <a:chExt cx="494216" cy="180000"/>
            </a:xfrm>
          </p:grpSpPr>
          <p:sp>
            <p:nvSpPr>
              <p:cNvPr id="306" name="직사각형 305">
                <a:extLst>
                  <a:ext uri="{FF2B5EF4-FFF2-40B4-BE49-F238E27FC236}">
                    <a16:creationId xmlns:a16="http://schemas.microsoft.com/office/drawing/2014/main" id="{2B3EE5AB-3EEF-0087-E86B-0DC1518FC7FB}"/>
                  </a:ext>
                </a:extLst>
              </p:cNvPr>
              <p:cNvSpPr/>
              <p:nvPr/>
            </p:nvSpPr>
            <p:spPr>
              <a:xfrm>
                <a:off x="395415" y="3966003"/>
                <a:ext cx="115330" cy="11533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7" name="직사각형 306">
                <a:extLst>
                  <a:ext uri="{FF2B5EF4-FFF2-40B4-BE49-F238E27FC236}">
                    <a16:creationId xmlns:a16="http://schemas.microsoft.com/office/drawing/2014/main" id="{1A159F48-BBD9-B6FF-E496-063B3AEE70A4}"/>
                  </a:ext>
                </a:extLst>
              </p:cNvPr>
              <p:cNvSpPr/>
              <p:nvPr/>
            </p:nvSpPr>
            <p:spPr>
              <a:xfrm>
                <a:off x="493631" y="3933668"/>
                <a:ext cx="396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>
                    <a:solidFill>
                      <a:schemeClr val="tx1"/>
                    </a:solidFill>
                  </a:rPr>
                  <a:t>전체</a:t>
                </a:r>
              </a:p>
            </p:txBody>
          </p:sp>
        </p:grpSp>
        <p:grpSp>
          <p:nvGrpSpPr>
            <p:cNvPr id="295" name="그룹 294">
              <a:extLst>
                <a:ext uri="{FF2B5EF4-FFF2-40B4-BE49-F238E27FC236}">
                  <a16:creationId xmlns:a16="http://schemas.microsoft.com/office/drawing/2014/main" id="{5B3BE886-E78C-DCEF-8C34-2601FB255556}"/>
                </a:ext>
              </a:extLst>
            </p:cNvPr>
            <p:cNvGrpSpPr/>
            <p:nvPr/>
          </p:nvGrpSpPr>
          <p:grpSpPr>
            <a:xfrm>
              <a:off x="957516" y="5167829"/>
              <a:ext cx="494216" cy="180000"/>
              <a:chOff x="395415" y="3933668"/>
              <a:chExt cx="494216" cy="180000"/>
            </a:xfrm>
          </p:grpSpPr>
          <p:sp>
            <p:nvSpPr>
              <p:cNvPr id="304" name="직사각형 303">
                <a:extLst>
                  <a:ext uri="{FF2B5EF4-FFF2-40B4-BE49-F238E27FC236}">
                    <a16:creationId xmlns:a16="http://schemas.microsoft.com/office/drawing/2014/main" id="{CDF792BE-1913-3E1A-D324-4D48679CC832}"/>
                  </a:ext>
                </a:extLst>
              </p:cNvPr>
              <p:cNvSpPr/>
              <p:nvPr/>
            </p:nvSpPr>
            <p:spPr>
              <a:xfrm>
                <a:off x="395415" y="3966003"/>
                <a:ext cx="115330" cy="11533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5" name="직사각형 304">
                <a:extLst>
                  <a:ext uri="{FF2B5EF4-FFF2-40B4-BE49-F238E27FC236}">
                    <a16:creationId xmlns:a16="http://schemas.microsoft.com/office/drawing/2014/main" id="{3A4FC0A1-3489-FCA9-4DC1-7BE4DD8345D4}"/>
                  </a:ext>
                </a:extLst>
              </p:cNvPr>
              <p:cNvSpPr/>
              <p:nvPr/>
            </p:nvSpPr>
            <p:spPr>
              <a:xfrm>
                <a:off x="493631" y="3933668"/>
                <a:ext cx="396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>
                    <a:solidFill>
                      <a:schemeClr val="tx1"/>
                    </a:solidFill>
                  </a:rPr>
                  <a:t>준수</a:t>
                </a:r>
              </a:p>
            </p:txBody>
          </p:sp>
        </p:grpSp>
        <p:grpSp>
          <p:nvGrpSpPr>
            <p:cNvPr id="296" name="그룹 295">
              <a:extLst>
                <a:ext uri="{FF2B5EF4-FFF2-40B4-BE49-F238E27FC236}">
                  <a16:creationId xmlns:a16="http://schemas.microsoft.com/office/drawing/2014/main" id="{A0728495-5E5D-D317-5F96-B6E5CA92859B}"/>
                </a:ext>
              </a:extLst>
            </p:cNvPr>
            <p:cNvGrpSpPr/>
            <p:nvPr/>
          </p:nvGrpSpPr>
          <p:grpSpPr>
            <a:xfrm>
              <a:off x="1497552" y="5167829"/>
              <a:ext cx="638216" cy="180000"/>
              <a:chOff x="395415" y="3933668"/>
              <a:chExt cx="638216" cy="180000"/>
            </a:xfrm>
          </p:grpSpPr>
          <p:sp>
            <p:nvSpPr>
              <p:cNvPr id="302" name="직사각형 301">
                <a:extLst>
                  <a:ext uri="{FF2B5EF4-FFF2-40B4-BE49-F238E27FC236}">
                    <a16:creationId xmlns:a16="http://schemas.microsoft.com/office/drawing/2014/main" id="{9B64148D-A4D0-67FC-312E-CDDCC7C7B6D4}"/>
                  </a:ext>
                </a:extLst>
              </p:cNvPr>
              <p:cNvSpPr/>
              <p:nvPr/>
            </p:nvSpPr>
            <p:spPr>
              <a:xfrm>
                <a:off x="395415" y="3966003"/>
                <a:ext cx="115330" cy="11533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3" name="직사각형 302">
                <a:extLst>
                  <a:ext uri="{FF2B5EF4-FFF2-40B4-BE49-F238E27FC236}">
                    <a16:creationId xmlns:a16="http://schemas.microsoft.com/office/drawing/2014/main" id="{835D3D9E-1142-94D8-5E41-87BC6B1E6CAB}"/>
                  </a:ext>
                </a:extLst>
              </p:cNvPr>
              <p:cNvSpPr/>
              <p:nvPr/>
            </p:nvSpPr>
            <p:spPr>
              <a:xfrm>
                <a:off x="493631" y="3933668"/>
                <a:ext cx="540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 err="1">
                    <a:solidFill>
                      <a:schemeClr val="tx1"/>
                    </a:solidFill>
                  </a:rPr>
                  <a:t>미준수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97" name="그룹 296">
              <a:extLst>
                <a:ext uri="{FF2B5EF4-FFF2-40B4-BE49-F238E27FC236}">
                  <a16:creationId xmlns:a16="http://schemas.microsoft.com/office/drawing/2014/main" id="{D18E513A-4D70-6104-384B-B3FAF62520BD}"/>
                </a:ext>
              </a:extLst>
            </p:cNvPr>
            <p:cNvGrpSpPr/>
            <p:nvPr/>
          </p:nvGrpSpPr>
          <p:grpSpPr>
            <a:xfrm>
              <a:off x="960485" y="5202348"/>
              <a:ext cx="115330" cy="115330"/>
              <a:chOff x="981171" y="3966003"/>
              <a:chExt cx="115330" cy="115330"/>
            </a:xfrm>
          </p:grpSpPr>
          <p:sp>
            <p:nvSpPr>
              <p:cNvPr id="298" name="직사각형 297">
                <a:extLst>
                  <a:ext uri="{FF2B5EF4-FFF2-40B4-BE49-F238E27FC236}">
                    <a16:creationId xmlns:a16="http://schemas.microsoft.com/office/drawing/2014/main" id="{14489219-3BF7-E0BB-73C9-26925236E9BA}"/>
                  </a:ext>
                </a:extLst>
              </p:cNvPr>
              <p:cNvSpPr/>
              <p:nvPr/>
            </p:nvSpPr>
            <p:spPr>
              <a:xfrm>
                <a:off x="981171" y="3966003"/>
                <a:ext cx="115330" cy="115330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299" name="그룹 298">
                <a:extLst>
                  <a:ext uri="{FF2B5EF4-FFF2-40B4-BE49-F238E27FC236}">
                    <a16:creationId xmlns:a16="http://schemas.microsoft.com/office/drawing/2014/main" id="{1C61A99F-C0AA-D9F8-BCF4-A2DB54628332}"/>
                  </a:ext>
                </a:extLst>
              </p:cNvPr>
              <p:cNvGrpSpPr/>
              <p:nvPr/>
            </p:nvGrpSpPr>
            <p:grpSpPr>
              <a:xfrm>
                <a:off x="1002836" y="4005668"/>
                <a:ext cx="72000" cy="36000"/>
                <a:chOff x="3413760" y="4836443"/>
                <a:chExt cx="345002" cy="117028"/>
              </a:xfrm>
            </p:grpSpPr>
            <p:cxnSp>
              <p:nvCxnSpPr>
                <p:cNvPr id="300" name="직선 연결선 299">
                  <a:extLst>
                    <a:ext uri="{FF2B5EF4-FFF2-40B4-BE49-F238E27FC236}">
                      <a16:creationId xmlns:a16="http://schemas.microsoft.com/office/drawing/2014/main" id="{CB47A661-9225-D29C-B3E0-AB35289C6589}"/>
                    </a:ext>
                  </a:extLst>
                </p:cNvPr>
                <p:cNvCxnSpPr/>
                <p:nvPr/>
              </p:nvCxnSpPr>
              <p:spPr>
                <a:xfrm>
                  <a:off x="3413760" y="4836443"/>
                  <a:ext cx="117028" cy="117028"/>
                </a:xfrm>
                <a:prstGeom prst="line">
                  <a:avLst/>
                </a:prstGeom>
                <a:ln w="6350"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1" name="직선 연결선 300">
                  <a:extLst>
                    <a:ext uri="{FF2B5EF4-FFF2-40B4-BE49-F238E27FC236}">
                      <a16:creationId xmlns:a16="http://schemas.microsoft.com/office/drawing/2014/main" id="{694576B2-AA1A-E5A0-2E32-B7ECD37E8E96}"/>
                    </a:ext>
                  </a:extLst>
                </p:cNvPr>
                <p:cNvCxnSpPr/>
                <p:nvPr/>
              </p:nvCxnSpPr>
              <p:spPr>
                <a:xfrm flipV="1">
                  <a:off x="3513912" y="4837015"/>
                  <a:ext cx="244850" cy="116456"/>
                </a:xfrm>
                <a:prstGeom prst="line">
                  <a:avLst/>
                </a:prstGeom>
                <a:ln w="6350"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cxnSp>
        <p:nvCxnSpPr>
          <p:cNvPr id="308" name="직선 연결선 307">
            <a:extLst>
              <a:ext uri="{FF2B5EF4-FFF2-40B4-BE49-F238E27FC236}">
                <a16:creationId xmlns:a16="http://schemas.microsoft.com/office/drawing/2014/main" id="{8D514ECA-29E2-8842-F351-04FFA6010DB8}"/>
              </a:ext>
            </a:extLst>
          </p:cNvPr>
          <p:cNvCxnSpPr>
            <a:cxnSpLocks/>
          </p:cNvCxnSpPr>
          <p:nvPr/>
        </p:nvCxnSpPr>
        <p:spPr>
          <a:xfrm>
            <a:off x="216071" y="2816696"/>
            <a:ext cx="1565819" cy="0"/>
          </a:xfrm>
          <a:prstGeom prst="line">
            <a:avLst/>
          </a:prstGeom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09" name="그룹 308">
            <a:extLst>
              <a:ext uri="{FF2B5EF4-FFF2-40B4-BE49-F238E27FC236}">
                <a16:creationId xmlns:a16="http://schemas.microsoft.com/office/drawing/2014/main" id="{5B29E80C-A303-1C33-D640-DCF35015C482}"/>
              </a:ext>
            </a:extLst>
          </p:cNvPr>
          <p:cNvGrpSpPr/>
          <p:nvPr/>
        </p:nvGrpSpPr>
        <p:grpSpPr>
          <a:xfrm>
            <a:off x="125675" y="2003478"/>
            <a:ext cx="1764511" cy="726376"/>
            <a:chOff x="297200" y="4049295"/>
            <a:chExt cx="1764511" cy="726376"/>
          </a:xfrm>
        </p:grpSpPr>
        <p:sp>
          <p:nvSpPr>
            <p:cNvPr id="310" name="직사각형 309">
              <a:extLst>
                <a:ext uri="{FF2B5EF4-FFF2-40B4-BE49-F238E27FC236}">
                  <a16:creationId xmlns:a16="http://schemas.microsoft.com/office/drawing/2014/main" id="{8102912F-41CC-47AE-365E-2E565E2702EF}"/>
                </a:ext>
              </a:extLst>
            </p:cNvPr>
            <p:cNvSpPr/>
            <p:nvPr/>
          </p:nvSpPr>
          <p:spPr>
            <a:xfrm>
              <a:off x="297200" y="4049295"/>
              <a:ext cx="944880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b="1" dirty="0">
                  <a:solidFill>
                    <a:schemeClr val="tx1"/>
                  </a:solidFill>
                </a:rPr>
                <a:t>항공사</a:t>
              </a:r>
            </a:p>
          </p:txBody>
        </p:sp>
        <p:grpSp>
          <p:nvGrpSpPr>
            <p:cNvPr id="311" name="그룹 310">
              <a:extLst>
                <a:ext uri="{FF2B5EF4-FFF2-40B4-BE49-F238E27FC236}">
                  <a16:creationId xmlns:a16="http://schemas.microsoft.com/office/drawing/2014/main" id="{38545370-80E4-695B-1CAC-5457BE00B850}"/>
                </a:ext>
              </a:extLst>
            </p:cNvPr>
            <p:cNvGrpSpPr/>
            <p:nvPr/>
          </p:nvGrpSpPr>
          <p:grpSpPr>
            <a:xfrm>
              <a:off x="395415" y="4223034"/>
              <a:ext cx="725490" cy="178301"/>
              <a:chOff x="395415" y="3933668"/>
              <a:chExt cx="725490" cy="178301"/>
            </a:xfrm>
          </p:grpSpPr>
          <p:sp>
            <p:nvSpPr>
              <p:cNvPr id="329" name="직사각형 328">
                <a:extLst>
                  <a:ext uri="{FF2B5EF4-FFF2-40B4-BE49-F238E27FC236}">
                    <a16:creationId xmlns:a16="http://schemas.microsoft.com/office/drawing/2014/main" id="{A48E8284-4BDD-34C2-1AA1-E6C8EA415117}"/>
                  </a:ext>
                </a:extLst>
              </p:cNvPr>
              <p:cNvSpPr/>
              <p:nvPr/>
            </p:nvSpPr>
            <p:spPr>
              <a:xfrm>
                <a:off x="395415" y="3966003"/>
                <a:ext cx="115330" cy="11533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0" name="직사각형 329">
                <a:extLst>
                  <a:ext uri="{FF2B5EF4-FFF2-40B4-BE49-F238E27FC236}">
                    <a16:creationId xmlns:a16="http://schemas.microsoft.com/office/drawing/2014/main" id="{E020C193-6A03-BFA2-8872-C90BAC941531}"/>
                  </a:ext>
                </a:extLst>
              </p:cNvPr>
              <p:cNvSpPr/>
              <p:nvPr/>
            </p:nvSpPr>
            <p:spPr>
              <a:xfrm>
                <a:off x="493631" y="3933668"/>
                <a:ext cx="627274" cy="17830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>
                    <a:solidFill>
                      <a:schemeClr val="tx1"/>
                    </a:solidFill>
                  </a:rPr>
                  <a:t>대한항공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12" name="그룹 311">
              <a:extLst>
                <a:ext uri="{FF2B5EF4-FFF2-40B4-BE49-F238E27FC236}">
                  <a16:creationId xmlns:a16="http://schemas.microsoft.com/office/drawing/2014/main" id="{778B2397-D465-AB9B-D6DF-C5161FC5C63E}"/>
                </a:ext>
              </a:extLst>
            </p:cNvPr>
            <p:cNvGrpSpPr/>
            <p:nvPr/>
          </p:nvGrpSpPr>
          <p:grpSpPr>
            <a:xfrm>
              <a:off x="395415" y="4411980"/>
              <a:ext cx="710216" cy="180000"/>
              <a:chOff x="395415" y="3933668"/>
              <a:chExt cx="710216" cy="180000"/>
            </a:xfrm>
          </p:grpSpPr>
          <p:sp>
            <p:nvSpPr>
              <p:cNvPr id="327" name="직사각형 326">
                <a:extLst>
                  <a:ext uri="{FF2B5EF4-FFF2-40B4-BE49-F238E27FC236}">
                    <a16:creationId xmlns:a16="http://schemas.microsoft.com/office/drawing/2014/main" id="{DEA2F2FE-006E-3FF5-D051-897D631BB9FB}"/>
                  </a:ext>
                </a:extLst>
              </p:cNvPr>
              <p:cNvSpPr/>
              <p:nvPr/>
            </p:nvSpPr>
            <p:spPr>
              <a:xfrm>
                <a:off x="395415" y="3966003"/>
                <a:ext cx="115330" cy="11533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8" name="직사각형 327">
                <a:extLst>
                  <a:ext uri="{FF2B5EF4-FFF2-40B4-BE49-F238E27FC236}">
                    <a16:creationId xmlns:a16="http://schemas.microsoft.com/office/drawing/2014/main" id="{7E219A4E-13BF-2612-7F43-77B0EB9D9DAD}"/>
                  </a:ext>
                </a:extLst>
              </p:cNvPr>
              <p:cNvSpPr/>
              <p:nvPr/>
            </p:nvSpPr>
            <p:spPr>
              <a:xfrm>
                <a:off x="493631" y="3933668"/>
                <a:ext cx="612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 err="1">
                    <a:solidFill>
                      <a:schemeClr val="tx1"/>
                    </a:solidFill>
                  </a:rPr>
                  <a:t>진에어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13" name="그룹 312">
              <a:extLst>
                <a:ext uri="{FF2B5EF4-FFF2-40B4-BE49-F238E27FC236}">
                  <a16:creationId xmlns:a16="http://schemas.microsoft.com/office/drawing/2014/main" id="{24F700E2-CFDD-59DE-CF52-0A2A93DDC00F}"/>
                </a:ext>
              </a:extLst>
            </p:cNvPr>
            <p:cNvGrpSpPr/>
            <p:nvPr/>
          </p:nvGrpSpPr>
          <p:grpSpPr>
            <a:xfrm>
              <a:off x="1046285" y="4236639"/>
              <a:ext cx="1015426" cy="180000"/>
              <a:chOff x="395415" y="3933667"/>
              <a:chExt cx="1015426" cy="180000"/>
            </a:xfrm>
          </p:grpSpPr>
          <p:sp>
            <p:nvSpPr>
              <p:cNvPr id="325" name="직사각형 324">
                <a:extLst>
                  <a:ext uri="{FF2B5EF4-FFF2-40B4-BE49-F238E27FC236}">
                    <a16:creationId xmlns:a16="http://schemas.microsoft.com/office/drawing/2014/main" id="{25B520DD-8981-BCAE-6CCF-FBE17D0C5578}"/>
                  </a:ext>
                </a:extLst>
              </p:cNvPr>
              <p:cNvSpPr/>
              <p:nvPr/>
            </p:nvSpPr>
            <p:spPr>
              <a:xfrm>
                <a:off x="395415" y="3966002"/>
                <a:ext cx="115330" cy="11533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6" name="직사각형 325">
                <a:extLst>
                  <a:ext uri="{FF2B5EF4-FFF2-40B4-BE49-F238E27FC236}">
                    <a16:creationId xmlns:a16="http://schemas.microsoft.com/office/drawing/2014/main" id="{E5BC180F-30A3-F4F1-CDD4-849CB9376BF1}"/>
                  </a:ext>
                </a:extLst>
              </p:cNvPr>
              <p:cNvSpPr/>
              <p:nvPr/>
            </p:nvSpPr>
            <p:spPr>
              <a:xfrm>
                <a:off x="493630" y="3933667"/>
                <a:ext cx="917211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>
                    <a:solidFill>
                      <a:schemeClr val="tx1"/>
                    </a:solidFill>
                  </a:rPr>
                  <a:t>아시아나</a:t>
                </a:r>
              </a:p>
            </p:txBody>
          </p:sp>
        </p:grpSp>
        <p:grpSp>
          <p:nvGrpSpPr>
            <p:cNvPr id="314" name="그룹 313">
              <a:extLst>
                <a:ext uri="{FF2B5EF4-FFF2-40B4-BE49-F238E27FC236}">
                  <a16:creationId xmlns:a16="http://schemas.microsoft.com/office/drawing/2014/main" id="{0490FB16-7954-7815-B013-4E4312A76408}"/>
                </a:ext>
              </a:extLst>
            </p:cNvPr>
            <p:cNvGrpSpPr/>
            <p:nvPr/>
          </p:nvGrpSpPr>
          <p:grpSpPr>
            <a:xfrm>
              <a:off x="1046285" y="4403079"/>
              <a:ext cx="710216" cy="180000"/>
              <a:chOff x="395415" y="3933668"/>
              <a:chExt cx="710216" cy="180000"/>
            </a:xfrm>
          </p:grpSpPr>
          <p:sp>
            <p:nvSpPr>
              <p:cNvPr id="323" name="직사각형 322">
                <a:extLst>
                  <a:ext uri="{FF2B5EF4-FFF2-40B4-BE49-F238E27FC236}">
                    <a16:creationId xmlns:a16="http://schemas.microsoft.com/office/drawing/2014/main" id="{2660CF6F-C455-A5FE-3061-1361569750FA}"/>
                  </a:ext>
                </a:extLst>
              </p:cNvPr>
              <p:cNvSpPr/>
              <p:nvPr/>
            </p:nvSpPr>
            <p:spPr>
              <a:xfrm>
                <a:off x="395415" y="3966003"/>
                <a:ext cx="115330" cy="11533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4" name="직사각형 323">
                <a:extLst>
                  <a:ext uri="{FF2B5EF4-FFF2-40B4-BE49-F238E27FC236}">
                    <a16:creationId xmlns:a16="http://schemas.microsoft.com/office/drawing/2014/main" id="{79BA828B-B1A7-EB32-A9C7-12CA3A7223EB}"/>
                  </a:ext>
                </a:extLst>
              </p:cNvPr>
              <p:cNvSpPr/>
              <p:nvPr/>
            </p:nvSpPr>
            <p:spPr>
              <a:xfrm>
                <a:off x="493631" y="3933668"/>
                <a:ext cx="612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 err="1">
                    <a:solidFill>
                      <a:schemeClr val="tx1"/>
                    </a:solidFill>
                  </a:rPr>
                  <a:t>부산에어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15" name="그룹 314">
              <a:extLst>
                <a:ext uri="{FF2B5EF4-FFF2-40B4-BE49-F238E27FC236}">
                  <a16:creationId xmlns:a16="http://schemas.microsoft.com/office/drawing/2014/main" id="{7A401042-3395-335B-32CA-DB70F28E3DA6}"/>
                </a:ext>
              </a:extLst>
            </p:cNvPr>
            <p:cNvGrpSpPr/>
            <p:nvPr/>
          </p:nvGrpSpPr>
          <p:grpSpPr>
            <a:xfrm>
              <a:off x="395415" y="4595671"/>
              <a:ext cx="710216" cy="180000"/>
              <a:chOff x="395415" y="3933668"/>
              <a:chExt cx="710216" cy="180000"/>
            </a:xfrm>
          </p:grpSpPr>
          <p:sp>
            <p:nvSpPr>
              <p:cNvPr id="321" name="직사각형 320">
                <a:extLst>
                  <a:ext uri="{FF2B5EF4-FFF2-40B4-BE49-F238E27FC236}">
                    <a16:creationId xmlns:a16="http://schemas.microsoft.com/office/drawing/2014/main" id="{E293DD4D-23C4-5F8E-4682-DB5B682C1714}"/>
                  </a:ext>
                </a:extLst>
              </p:cNvPr>
              <p:cNvSpPr/>
              <p:nvPr/>
            </p:nvSpPr>
            <p:spPr>
              <a:xfrm>
                <a:off x="395415" y="3966003"/>
                <a:ext cx="115330" cy="11533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2" name="직사각형 321">
                <a:extLst>
                  <a:ext uri="{FF2B5EF4-FFF2-40B4-BE49-F238E27FC236}">
                    <a16:creationId xmlns:a16="http://schemas.microsoft.com/office/drawing/2014/main" id="{CC352BD4-F65D-F39A-921D-FDA51A9E014A}"/>
                  </a:ext>
                </a:extLst>
              </p:cNvPr>
              <p:cNvSpPr/>
              <p:nvPr/>
            </p:nvSpPr>
            <p:spPr>
              <a:xfrm>
                <a:off x="493631" y="3933668"/>
                <a:ext cx="612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>
                    <a:solidFill>
                      <a:schemeClr val="tx1"/>
                    </a:solidFill>
                  </a:rPr>
                  <a:t>독일한공</a:t>
                </a:r>
              </a:p>
            </p:txBody>
          </p:sp>
        </p:grpSp>
        <p:grpSp>
          <p:nvGrpSpPr>
            <p:cNvPr id="316" name="그룹 315">
              <a:extLst>
                <a:ext uri="{FF2B5EF4-FFF2-40B4-BE49-F238E27FC236}">
                  <a16:creationId xmlns:a16="http://schemas.microsoft.com/office/drawing/2014/main" id="{4D45F9DE-009C-5073-790B-1CE6D3E34508}"/>
                </a:ext>
              </a:extLst>
            </p:cNvPr>
            <p:cNvGrpSpPr/>
            <p:nvPr/>
          </p:nvGrpSpPr>
          <p:grpSpPr>
            <a:xfrm>
              <a:off x="1049366" y="4437647"/>
              <a:ext cx="115330" cy="115330"/>
              <a:chOff x="981171" y="3966003"/>
              <a:chExt cx="115330" cy="115330"/>
            </a:xfrm>
          </p:grpSpPr>
          <p:sp>
            <p:nvSpPr>
              <p:cNvPr id="317" name="직사각형 316">
                <a:extLst>
                  <a:ext uri="{FF2B5EF4-FFF2-40B4-BE49-F238E27FC236}">
                    <a16:creationId xmlns:a16="http://schemas.microsoft.com/office/drawing/2014/main" id="{8B0824CA-6AF1-C0F1-62B5-FFD7ACB9D45B}"/>
                  </a:ext>
                </a:extLst>
              </p:cNvPr>
              <p:cNvSpPr/>
              <p:nvPr/>
            </p:nvSpPr>
            <p:spPr>
              <a:xfrm>
                <a:off x="981171" y="3966003"/>
                <a:ext cx="115330" cy="115330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318" name="그룹 317">
                <a:extLst>
                  <a:ext uri="{FF2B5EF4-FFF2-40B4-BE49-F238E27FC236}">
                    <a16:creationId xmlns:a16="http://schemas.microsoft.com/office/drawing/2014/main" id="{272A4AAD-4198-4040-6360-875BE888E436}"/>
                  </a:ext>
                </a:extLst>
              </p:cNvPr>
              <p:cNvGrpSpPr/>
              <p:nvPr/>
            </p:nvGrpSpPr>
            <p:grpSpPr>
              <a:xfrm>
                <a:off x="1002836" y="4005668"/>
                <a:ext cx="72000" cy="36000"/>
                <a:chOff x="3413760" y="4836443"/>
                <a:chExt cx="345002" cy="117028"/>
              </a:xfrm>
            </p:grpSpPr>
            <p:cxnSp>
              <p:nvCxnSpPr>
                <p:cNvPr id="319" name="직선 연결선 318">
                  <a:extLst>
                    <a:ext uri="{FF2B5EF4-FFF2-40B4-BE49-F238E27FC236}">
                      <a16:creationId xmlns:a16="http://schemas.microsoft.com/office/drawing/2014/main" id="{025AB83A-E2B1-8207-12B8-344E89EB5448}"/>
                    </a:ext>
                  </a:extLst>
                </p:cNvPr>
                <p:cNvCxnSpPr/>
                <p:nvPr/>
              </p:nvCxnSpPr>
              <p:spPr>
                <a:xfrm>
                  <a:off x="3413760" y="4836443"/>
                  <a:ext cx="117028" cy="117028"/>
                </a:xfrm>
                <a:prstGeom prst="line">
                  <a:avLst/>
                </a:prstGeom>
                <a:ln w="6350"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0" name="직선 연결선 319">
                  <a:extLst>
                    <a:ext uri="{FF2B5EF4-FFF2-40B4-BE49-F238E27FC236}">
                      <a16:creationId xmlns:a16="http://schemas.microsoft.com/office/drawing/2014/main" id="{25E2B522-2413-269A-8B28-38CBB675B120}"/>
                    </a:ext>
                  </a:extLst>
                </p:cNvPr>
                <p:cNvCxnSpPr/>
                <p:nvPr/>
              </p:nvCxnSpPr>
              <p:spPr>
                <a:xfrm flipV="1">
                  <a:off x="3513912" y="4837015"/>
                  <a:ext cx="244850" cy="116456"/>
                </a:xfrm>
                <a:prstGeom prst="line">
                  <a:avLst/>
                </a:prstGeom>
                <a:ln w="6350"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F36C7F4A-B1A4-D762-0A2C-A431157EA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20</a:t>
            </a:fld>
            <a:endParaRPr lang="ko-KR" altLang="en-US" dirty="0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4724C79-D6A4-F5E1-C7FC-1ADDF2CFD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A6618-D80D-4B7E-A45B-A31FDCA0FB45}" type="datetime1">
              <a:rPr lang="ko-KR" altLang="en-US" smtClean="0"/>
              <a:t>2026-01-15</a:t>
            </a:fld>
            <a:endParaRPr lang="ko-KR" altLang="en-US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EF71276-ADD9-AE50-DBAF-B6898B99CA41}"/>
              </a:ext>
            </a:extLst>
          </p:cNvPr>
          <p:cNvSpPr txBox="1"/>
          <p:nvPr/>
        </p:nvSpPr>
        <p:spPr>
          <a:xfrm>
            <a:off x="992038" y="221039"/>
            <a:ext cx="13433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/>
              <a:t>탑승객 정보 확인 창 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78CB312-E500-D76A-1EDD-02BE96B2FEE9}"/>
              </a:ext>
            </a:extLst>
          </p:cNvPr>
          <p:cNvSpPr txBox="1"/>
          <p:nvPr/>
        </p:nvSpPr>
        <p:spPr>
          <a:xfrm>
            <a:off x="3355675" y="213760"/>
            <a:ext cx="368789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1000" b="1" dirty="0">
                <a:solidFill>
                  <a:schemeClr val="tx1"/>
                </a:solidFill>
              </a:rPr>
              <a:t>항공 </a:t>
            </a:r>
            <a:r>
              <a:rPr lang="en-US" altLang="ko-KR" sz="1000" b="1" dirty="0">
                <a:solidFill>
                  <a:schemeClr val="tx1"/>
                </a:solidFill>
              </a:rPr>
              <a:t>&gt; </a:t>
            </a:r>
            <a:r>
              <a:rPr lang="ko-KR" altLang="en-US" sz="1000" b="1" dirty="0">
                <a:solidFill>
                  <a:schemeClr val="tx1"/>
                </a:solidFill>
              </a:rPr>
              <a:t>국제선 조회 </a:t>
            </a:r>
            <a:r>
              <a:rPr lang="en-US" altLang="ko-KR" sz="1000" b="1" dirty="0">
                <a:solidFill>
                  <a:schemeClr val="tx1"/>
                </a:solidFill>
              </a:rPr>
              <a:t>&gt; </a:t>
            </a:r>
            <a:r>
              <a:rPr lang="ko-KR" altLang="en-US" sz="1000" b="1" dirty="0"/>
              <a:t>탑승객 정보 확인 창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graphicFrame>
        <p:nvGraphicFramePr>
          <p:cNvPr id="40" name="표 39">
            <a:extLst>
              <a:ext uri="{FF2B5EF4-FFF2-40B4-BE49-F238E27FC236}">
                <a16:creationId xmlns:a16="http://schemas.microsoft.com/office/drawing/2014/main" id="{C99DECAC-9E6B-579D-DA41-410A38EB78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5968234"/>
              </p:ext>
            </p:extLst>
          </p:nvPr>
        </p:nvGraphicFramePr>
        <p:xfrm>
          <a:off x="8895422" y="89351"/>
          <a:ext cx="3208784" cy="44303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336">
                  <a:extLst>
                    <a:ext uri="{9D8B030D-6E8A-4147-A177-3AD203B41FA5}">
                      <a16:colId xmlns:a16="http://schemas.microsoft.com/office/drawing/2014/main" val="449230696"/>
                    </a:ext>
                  </a:extLst>
                </a:gridCol>
                <a:gridCol w="2908448">
                  <a:extLst>
                    <a:ext uri="{9D8B030D-6E8A-4147-A177-3AD203B41FA5}">
                      <a16:colId xmlns:a16="http://schemas.microsoft.com/office/drawing/2014/main" val="3129023239"/>
                    </a:ext>
                  </a:extLst>
                </a:gridCol>
              </a:tblGrid>
              <a:tr h="323687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0687550"/>
                  </a:ext>
                </a:extLst>
              </a:tr>
              <a:tr h="272123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ko-KR" altLang="en-US" sz="900" b="1" dirty="0"/>
                        <a:t>탑승객 정보 확인 창</a:t>
                      </a:r>
                      <a:endParaRPr lang="en-US" altLang="ko-KR" sz="900" b="1" dirty="0"/>
                    </a:p>
                    <a:p>
                      <a:pPr algn="l" latinLnBrk="1"/>
                      <a:endParaRPr lang="en-US" altLang="ko-KR" sz="900" b="1" dirty="0"/>
                    </a:p>
                    <a:p>
                      <a:pPr algn="l" latinLnBrk="1"/>
                      <a:r>
                        <a:rPr lang="ko-KR" altLang="en-US" sz="900" b="1" dirty="0"/>
                        <a:t>출장자 입력 창과 마찬가지고 </a:t>
                      </a:r>
                      <a:r>
                        <a:rPr lang="en-US" altLang="ko-KR" sz="900" b="1" dirty="0" err="1"/>
                        <a:t>costcenter</a:t>
                      </a:r>
                      <a:r>
                        <a:rPr lang="ko-KR" altLang="en-US" sz="900" b="1" dirty="0"/>
                        <a:t> 영역은 사용 고객사에게만 노출 되도록 한다</a:t>
                      </a:r>
                      <a:endParaRPr lang="en-US" altLang="ko-KR" sz="900" b="1" dirty="0"/>
                    </a:p>
                    <a:p>
                      <a:pPr algn="l" latinLnBrk="1"/>
                      <a:endParaRPr lang="en-US" altLang="ko-KR" sz="900" b="1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Basic </a:t>
                      </a:r>
                      <a:r>
                        <a:rPr lang="en-US" altLang="ko-KR" sz="900" b="1" u="none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ver</a:t>
                      </a:r>
                      <a:r>
                        <a:rPr lang="en-US" altLang="ko-KR" sz="900" b="1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: </a:t>
                      </a:r>
                      <a:r>
                        <a:rPr lang="ko-KR" altLang="en-US" sz="900" b="1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탐승객 </a:t>
                      </a:r>
                      <a:r>
                        <a:rPr lang="en-US" altLang="ko-KR" sz="900" b="1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900" b="1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마일리지</a:t>
                      </a:r>
                      <a:endParaRPr lang="en-US" altLang="ko-KR" sz="900" b="1" u="none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u="none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Costcenter</a:t>
                      </a:r>
                      <a:r>
                        <a:rPr lang="en-US" altLang="ko-KR" sz="900" b="1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900" b="1" u="none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ver</a:t>
                      </a:r>
                      <a:r>
                        <a:rPr lang="en-US" altLang="ko-KR" sz="900" b="1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: </a:t>
                      </a:r>
                      <a:r>
                        <a:rPr lang="ko-KR" altLang="en-US" sz="900" b="1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탑승객 </a:t>
                      </a:r>
                      <a:r>
                        <a:rPr lang="en-US" altLang="ko-KR" sz="900" b="1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 </a:t>
                      </a:r>
                      <a:r>
                        <a:rPr lang="en-US" altLang="ko-KR" sz="900" b="1" u="none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costcenter</a:t>
                      </a:r>
                      <a:r>
                        <a:rPr lang="en-US" altLang="ko-KR" sz="900" b="1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/ </a:t>
                      </a:r>
                      <a:r>
                        <a:rPr lang="ko-KR" altLang="en-US" sz="900" b="1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마일리지</a:t>
                      </a:r>
                      <a:endParaRPr lang="en-US" altLang="ko-KR" sz="900" b="1" u="none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3499294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u="sng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해당 영역은 스케줄이 </a:t>
                      </a:r>
                      <a:r>
                        <a:rPr lang="ko-KR" altLang="en-US" sz="900" b="0" u="sng" baseline="0" dirty="0" err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미준수</a:t>
                      </a:r>
                      <a:r>
                        <a:rPr lang="ko-KR" altLang="en-US" sz="900" b="0" u="none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</a:t>
                      </a:r>
                      <a:r>
                        <a:rPr lang="ko-KR" altLang="en-US" sz="900" b="0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경우에만 노출 되도록 함</a:t>
                      </a:r>
                      <a:endParaRPr lang="en-US" altLang="ko-KR" sz="900" b="0" u="none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1" u="none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신청사유</a:t>
                      </a:r>
                      <a:r>
                        <a:rPr lang="en-US" altLang="ko-KR" sz="900" b="1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 </a:t>
                      </a:r>
                      <a:r>
                        <a:rPr lang="en-US" altLang="ko-KR" sz="900" b="1" u="none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selectBox</a:t>
                      </a:r>
                      <a:r>
                        <a:rPr lang="en-US" altLang="ko-KR" sz="900" b="1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- </a:t>
                      </a:r>
                      <a:r>
                        <a:rPr lang="ko-KR" altLang="en-US" sz="900" b="0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항공 좌석현황에 따른 규정 준수 불가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- </a:t>
                      </a:r>
                      <a:r>
                        <a:rPr lang="ko-KR" altLang="en-US" sz="900" b="0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예외적 내부 승인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- </a:t>
                      </a:r>
                      <a:r>
                        <a:rPr lang="ko-KR" altLang="en-US" sz="900" b="0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동행자의 대리 예약 진행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- </a:t>
                      </a:r>
                      <a:r>
                        <a:rPr lang="ko-KR" altLang="en-US" sz="900" b="0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고객사 동반 출장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- </a:t>
                      </a:r>
                      <a:r>
                        <a:rPr lang="ko-KR" altLang="en-US" sz="900" b="0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임원 동반 출장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- </a:t>
                      </a:r>
                      <a:r>
                        <a:rPr lang="ko-KR" altLang="en-US" sz="900" b="0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기타 </a:t>
                      </a:r>
                      <a:r>
                        <a:rPr lang="en-US" altLang="ko-KR" sz="900" b="0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b="0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직접 작성</a:t>
                      </a:r>
                      <a:r>
                        <a:rPr lang="en-US" altLang="ko-KR" sz="900" b="0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</a:t>
                      </a:r>
                      <a:br>
                        <a:rPr lang="en-US" altLang="ko-KR" sz="900" b="0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</a:br>
                      <a:r>
                        <a:rPr lang="en-US" altLang="ko-KR" sz="900" b="0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u="sng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기타사항 </a:t>
                      </a:r>
                      <a:r>
                        <a:rPr lang="en-US" altLang="ko-KR" sz="900" b="0" u="sng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900" b="0" u="sng" baseline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textarea</a:t>
                      </a:r>
                      <a:r>
                        <a:rPr lang="en-US" altLang="ko-KR" sz="900" b="0" u="sng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 : </a:t>
                      </a:r>
                      <a:r>
                        <a:rPr lang="ko-KR" altLang="en-US" sz="900" b="0" u="sng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신청사유가 </a:t>
                      </a:r>
                      <a:r>
                        <a:rPr lang="en-US" altLang="ko-KR" sz="900" b="0" u="sng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“</a:t>
                      </a:r>
                      <a:r>
                        <a:rPr lang="ko-KR" altLang="en-US" sz="900" b="0" u="sng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기타</a:t>
                      </a:r>
                      <a:r>
                        <a:rPr lang="en-US" altLang="ko-KR" sz="900" b="0" u="sng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”</a:t>
                      </a:r>
                      <a:r>
                        <a:rPr lang="ko-KR" altLang="en-US" sz="900" b="0" u="sng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 경우에만 활성화 하도록 함</a:t>
                      </a:r>
                      <a:endParaRPr lang="en-US" altLang="ko-KR" sz="900" b="0" u="sng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4187651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클릭 시</a:t>
                      </a:r>
                      <a:r>
                        <a:rPr lang="en-US" altLang="ko-KR" sz="900" b="0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900" b="0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항공사 예약 페이지 팝업 노출</a:t>
                      </a:r>
                      <a:endParaRPr lang="en-US" altLang="ko-KR" sz="900" b="0" u="none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8377254"/>
                  </a:ext>
                </a:extLst>
              </a:tr>
              <a:tr h="27253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Check point</a:t>
                      </a:r>
                      <a:endParaRPr lang="ko-KR" altLang="en-US" sz="10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194342"/>
                  </a:ext>
                </a:extLst>
              </a:tr>
              <a:tr h="635909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출장자가 잘못 입력 되었을 시</a:t>
                      </a:r>
                      <a:r>
                        <a:rPr lang="en-US" altLang="ko-KR" sz="900" b="0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b="0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출장자 입력으로 돌아가서 수정해야 함</a:t>
                      </a:r>
                      <a:endParaRPr lang="en-US" altLang="ko-KR" sz="900" b="0" u="none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9267137"/>
                  </a:ext>
                </a:extLst>
              </a:tr>
            </a:tbl>
          </a:graphicData>
        </a:graphic>
      </p:graphicFrame>
      <p:grpSp>
        <p:nvGrpSpPr>
          <p:cNvPr id="14" name="그룹 13">
            <a:extLst>
              <a:ext uri="{FF2B5EF4-FFF2-40B4-BE49-F238E27FC236}">
                <a16:creationId xmlns:a16="http://schemas.microsoft.com/office/drawing/2014/main" id="{8FE4B5D7-3338-5AD5-CDE7-49105586ECFB}"/>
              </a:ext>
            </a:extLst>
          </p:cNvPr>
          <p:cNvGrpSpPr/>
          <p:nvPr/>
        </p:nvGrpSpPr>
        <p:grpSpPr>
          <a:xfrm>
            <a:off x="7248542" y="1061440"/>
            <a:ext cx="1080000" cy="252000"/>
            <a:chOff x="7248542" y="3635149"/>
            <a:chExt cx="1080000" cy="252000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3F9F77B7-1B92-638A-0BCC-FADB36432CCF}"/>
                </a:ext>
              </a:extLst>
            </p:cNvPr>
            <p:cNvSpPr/>
            <p:nvPr/>
          </p:nvSpPr>
          <p:spPr>
            <a:xfrm>
              <a:off x="7248542" y="3635149"/>
              <a:ext cx="1080000" cy="252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r>
                <a:rPr lang="ko-KR" altLang="en-US" sz="800" dirty="0">
                  <a:solidFill>
                    <a:schemeClr val="tx1"/>
                  </a:solidFill>
                </a:rPr>
                <a:t>선택</a:t>
              </a:r>
            </a:p>
          </p:txBody>
        </p: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4CD295F7-C5B2-24F0-59DD-0A6FE9956927}"/>
                </a:ext>
              </a:extLst>
            </p:cNvPr>
            <p:cNvGrpSpPr/>
            <p:nvPr/>
          </p:nvGrpSpPr>
          <p:grpSpPr>
            <a:xfrm flipH="1">
              <a:off x="8184355" y="3739138"/>
              <a:ext cx="60620" cy="45719"/>
              <a:chOff x="2582354" y="4366054"/>
              <a:chExt cx="443974" cy="226749"/>
            </a:xfrm>
          </p:grpSpPr>
          <p:cxnSp>
            <p:nvCxnSpPr>
              <p:cNvPr id="17" name="직선 연결선 16">
                <a:extLst>
                  <a:ext uri="{FF2B5EF4-FFF2-40B4-BE49-F238E27FC236}">
                    <a16:creationId xmlns:a16="http://schemas.microsoft.com/office/drawing/2014/main" id="{E7A406E1-E826-DEC3-3436-E2E762EFBBA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82354" y="4366054"/>
                <a:ext cx="226749" cy="226749"/>
              </a:xfrm>
              <a:prstGeom prst="line">
                <a:avLst/>
              </a:prstGeom>
              <a:ln w="9525">
                <a:solidFill>
                  <a:schemeClr val="bg2">
                    <a:lumMod val="50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" name="직선 연결선 17">
                <a:extLst>
                  <a:ext uri="{FF2B5EF4-FFF2-40B4-BE49-F238E27FC236}">
                    <a16:creationId xmlns:a16="http://schemas.microsoft.com/office/drawing/2014/main" id="{81AFBC12-50FB-8CAA-80B1-FCDF68626BA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99579" y="4366054"/>
                <a:ext cx="226749" cy="226749"/>
              </a:xfrm>
              <a:prstGeom prst="line">
                <a:avLst/>
              </a:prstGeom>
              <a:ln w="9525">
                <a:solidFill>
                  <a:schemeClr val="bg2">
                    <a:lumMod val="50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C2A2B9F4-D4FE-2BBB-F576-E5CB8DEE3056}"/>
              </a:ext>
            </a:extLst>
          </p:cNvPr>
          <p:cNvSpPr/>
          <p:nvPr/>
        </p:nvSpPr>
        <p:spPr>
          <a:xfrm>
            <a:off x="2051217" y="1089582"/>
            <a:ext cx="2007154" cy="1869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bg2">
                    <a:lumMod val="50000"/>
                  </a:schemeClr>
                </a:solidFill>
              </a:rPr>
              <a:t>총</a:t>
            </a:r>
            <a:r>
              <a:rPr lang="ko-KR" altLang="en-US" sz="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100</a:t>
            </a:r>
            <a:r>
              <a:rPr lang="ko-KR" altLang="en-US" sz="800" dirty="0">
                <a:solidFill>
                  <a:schemeClr val="bg2">
                    <a:lumMod val="50000"/>
                  </a:schemeClr>
                </a:solidFill>
              </a:rPr>
              <a:t>개의 항공이 검색되었습니다</a:t>
            </a:r>
            <a:r>
              <a:rPr lang="en-US" altLang="ko-KR" sz="800" dirty="0">
                <a:solidFill>
                  <a:schemeClr val="bg2">
                    <a:lumMod val="50000"/>
                  </a:schemeClr>
                </a:solidFill>
              </a:rPr>
              <a:t>.</a:t>
            </a:r>
            <a:endParaRPr lang="ko-KR" altLang="en-US" sz="800" dirty="0">
              <a:solidFill>
                <a:schemeClr val="bg2">
                  <a:lumMod val="50000"/>
                </a:schemeClr>
              </a:solidFill>
            </a:endParaRPr>
          </a:p>
        </p:txBody>
      </p:sp>
      <p:grpSp>
        <p:nvGrpSpPr>
          <p:cNvPr id="120" name="그룹 119">
            <a:extLst>
              <a:ext uri="{FF2B5EF4-FFF2-40B4-BE49-F238E27FC236}">
                <a16:creationId xmlns:a16="http://schemas.microsoft.com/office/drawing/2014/main" id="{EABE1ACF-9B0B-7451-4C8C-9E048A8B190D}"/>
              </a:ext>
            </a:extLst>
          </p:cNvPr>
          <p:cNvGrpSpPr/>
          <p:nvPr/>
        </p:nvGrpSpPr>
        <p:grpSpPr>
          <a:xfrm>
            <a:off x="5855331" y="1110958"/>
            <a:ext cx="1206093" cy="148340"/>
            <a:chOff x="5855331" y="3944528"/>
            <a:chExt cx="1206093" cy="148340"/>
          </a:xfrm>
        </p:grpSpPr>
        <p:sp>
          <p:nvSpPr>
            <p:cNvPr id="121" name="직사각형 120">
              <a:extLst>
                <a:ext uri="{FF2B5EF4-FFF2-40B4-BE49-F238E27FC236}">
                  <a16:creationId xmlns:a16="http://schemas.microsoft.com/office/drawing/2014/main" id="{197AFADD-5242-98A2-F7A4-7D30A1F636A7}"/>
                </a:ext>
              </a:extLst>
            </p:cNvPr>
            <p:cNvSpPr/>
            <p:nvPr/>
          </p:nvSpPr>
          <p:spPr>
            <a:xfrm>
              <a:off x="5855331" y="3944528"/>
              <a:ext cx="1132188" cy="14834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b="1" dirty="0">
                  <a:solidFill>
                    <a:schemeClr val="tx1"/>
                  </a:solidFill>
                </a:rPr>
                <a:t>조회시간</a:t>
              </a:r>
              <a:r>
                <a:rPr lang="en-US" altLang="ko-KR" sz="800" b="1" dirty="0">
                  <a:solidFill>
                    <a:schemeClr val="tx1"/>
                  </a:solidFill>
                </a:rPr>
                <a:t>: 20</a:t>
              </a:r>
              <a:r>
                <a:rPr lang="ko-KR" altLang="en-US" sz="800" b="1" dirty="0">
                  <a:solidFill>
                    <a:schemeClr val="tx1"/>
                  </a:solidFill>
                </a:rPr>
                <a:t>시 </a:t>
              </a:r>
              <a:r>
                <a:rPr lang="en-US" altLang="ko-KR" sz="800" b="1" dirty="0">
                  <a:solidFill>
                    <a:schemeClr val="tx1"/>
                  </a:solidFill>
                </a:rPr>
                <a:t>33</a:t>
              </a:r>
              <a:r>
                <a:rPr lang="ko-KR" altLang="en-US" sz="800" b="1" dirty="0">
                  <a:solidFill>
                    <a:schemeClr val="tx1"/>
                  </a:solidFill>
                </a:rPr>
                <a:t>분</a:t>
              </a:r>
            </a:p>
          </p:txBody>
        </p:sp>
        <p:pic>
          <p:nvPicPr>
            <p:cNvPr id="122" name="그래픽 121" descr="새로 고침 단색으로 채워진">
              <a:extLst>
                <a:ext uri="{FF2B5EF4-FFF2-40B4-BE49-F238E27FC236}">
                  <a16:creationId xmlns:a16="http://schemas.microsoft.com/office/drawing/2014/main" id="{B3F4E209-4777-8935-A3D1-96DE4943E88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2700000">
              <a:off x="6954278" y="3965125"/>
              <a:ext cx="107146" cy="107146"/>
            </a:xfrm>
            <a:prstGeom prst="rect">
              <a:avLst/>
            </a:prstGeom>
          </p:spPr>
        </p:pic>
      </p:grpSp>
      <p:grpSp>
        <p:nvGrpSpPr>
          <p:cNvPr id="123" name="그룹 122">
            <a:extLst>
              <a:ext uri="{FF2B5EF4-FFF2-40B4-BE49-F238E27FC236}">
                <a16:creationId xmlns:a16="http://schemas.microsoft.com/office/drawing/2014/main" id="{6E404308-191D-084F-8B96-08CCDE7A6B6C}"/>
              </a:ext>
            </a:extLst>
          </p:cNvPr>
          <p:cNvGrpSpPr/>
          <p:nvPr/>
        </p:nvGrpSpPr>
        <p:grpSpPr>
          <a:xfrm>
            <a:off x="2113703" y="1397069"/>
            <a:ext cx="6279367" cy="1512000"/>
            <a:chOff x="2113703" y="4230639"/>
            <a:chExt cx="6279367" cy="1512000"/>
          </a:xfrm>
        </p:grpSpPr>
        <p:sp>
          <p:nvSpPr>
            <p:cNvPr id="124" name="직사각형 123">
              <a:extLst>
                <a:ext uri="{FF2B5EF4-FFF2-40B4-BE49-F238E27FC236}">
                  <a16:creationId xmlns:a16="http://schemas.microsoft.com/office/drawing/2014/main" id="{0E9E5AAF-89B9-C4A0-1898-ED2CB065696B}"/>
                </a:ext>
              </a:extLst>
            </p:cNvPr>
            <p:cNvSpPr/>
            <p:nvPr/>
          </p:nvSpPr>
          <p:spPr>
            <a:xfrm>
              <a:off x="2113703" y="4230639"/>
              <a:ext cx="6214839" cy="151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25" name="직사각형 124">
              <a:extLst>
                <a:ext uri="{FF2B5EF4-FFF2-40B4-BE49-F238E27FC236}">
                  <a16:creationId xmlns:a16="http://schemas.microsoft.com/office/drawing/2014/main" id="{ECED4E14-95A7-D641-3650-A9DAB8FC960A}"/>
                </a:ext>
              </a:extLst>
            </p:cNvPr>
            <p:cNvSpPr/>
            <p:nvPr/>
          </p:nvSpPr>
          <p:spPr>
            <a:xfrm>
              <a:off x="6358171" y="5220042"/>
              <a:ext cx="900000" cy="365907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 err="1"/>
                <a:t>셀프예약</a:t>
              </a:r>
              <a:endParaRPr lang="ko-KR" altLang="en-US" sz="900" dirty="0"/>
            </a:p>
          </p:txBody>
        </p:sp>
        <p:sp>
          <p:nvSpPr>
            <p:cNvPr id="126" name="직사각형 125">
              <a:extLst>
                <a:ext uri="{FF2B5EF4-FFF2-40B4-BE49-F238E27FC236}">
                  <a16:creationId xmlns:a16="http://schemas.microsoft.com/office/drawing/2014/main" id="{5598286B-3713-BD3C-DA68-C68A44C5F99C}"/>
                </a:ext>
              </a:extLst>
            </p:cNvPr>
            <p:cNvSpPr/>
            <p:nvPr/>
          </p:nvSpPr>
          <p:spPr>
            <a:xfrm>
              <a:off x="7329201" y="5220042"/>
              <a:ext cx="900000" cy="365907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전담팀요청</a:t>
              </a:r>
              <a:endParaRPr lang="ko-KR" altLang="en-US" sz="9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grpSp>
          <p:nvGrpSpPr>
            <p:cNvPr id="127" name="그룹 126">
              <a:extLst>
                <a:ext uri="{FF2B5EF4-FFF2-40B4-BE49-F238E27FC236}">
                  <a16:creationId xmlns:a16="http://schemas.microsoft.com/office/drawing/2014/main" id="{9C3ABA07-CC2F-225E-ED34-84B05D5F4BA0}"/>
                </a:ext>
              </a:extLst>
            </p:cNvPr>
            <p:cNvGrpSpPr/>
            <p:nvPr/>
          </p:nvGrpSpPr>
          <p:grpSpPr>
            <a:xfrm>
              <a:off x="6910877" y="4976346"/>
              <a:ext cx="1402471" cy="162601"/>
              <a:chOff x="6910877" y="4739316"/>
              <a:chExt cx="1402471" cy="162601"/>
            </a:xfrm>
          </p:grpSpPr>
          <p:sp>
            <p:nvSpPr>
              <p:cNvPr id="163" name="직사각형 162">
                <a:extLst>
                  <a:ext uri="{FF2B5EF4-FFF2-40B4-BE49-F238E27FC236}">
                    <a16:creationId xmlns:a16="http://schemas.microsoft.com/office/drawing/2014/main" id="{5B708110-3095-D26E-60CA-1C114C82A6BA}"/>
                  </a:ext>
                </a:extLst>
              </p:cNvPr>
              <p:cNvSpPr/>
              <p:nvPr/>
            </p:nvSpPr>
            <p:spPr>
              <a:xfrm>
                <a:off x="6910877" y="4764955"/>
                <a:ext cx="554002" cy="13696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>
                    <a:solidFill>
                      <a:schemeClr val="tx1"/>
                    </a:solidFill>
                  </a:rPr>
                  <a:t>총 요금</a:t>
                </a:r>
              </a:p>
            </p:txBody>
          </p:sp>
          <p:sp>
            <p:nvSpPr>
              <p:cNvPr id="164" name="직사각형 163">
                <a:extLst>
                  <a:ext uri="{FF2B5EF4-FFF2-40B4-BE49-F238E27FC236}">
                    <a16:creationId xmlns:a16="http://schemas.microsoft.com/office/drawing/2014/main" id="{C8BFB1EC-92DC-BAB4-8E1A-DAD61DE4CE53}"/>
                  </a:ext>
                </a:extLst>
              </p:cNvPr>
              <p:cNvSpPr/>
              <p:nvPr/>
            </p:nvSpPr>
            <p:spPr>
              <a:xfrm>
                <a:off x="7235113" y="4739316"/>
                <a:ext cx="1005024" cy="13696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100" b="1" dirty="0">
                    <a:solidFill>
                      <a:srgbClr val="4B90FF"/>
                    </a:solidFill>
                  </a:rPr>
                  <a:t>1,582,650</a:t>
                </a:r>
                <a:endParaRPr lang="ko-KR" altLang="en-US" sz="1100" b="1" dirty="0">
                  <a:solidFill>
                    <a:srgbClr val="4B90FF"/>
                  </a:solidFill>
                </a:endParaRPr>
              </a:p>
            </p:txBody>
          </p:sp>
          <p:sp>
            <p:nvSpPr>
              <p:cNvPr id="165" name="직사각형 164">
                <a:extLst>
                  <a:ext uri="{FF2B5EF4-FFF2-40B4-BE49-F238E27FC236}">
                    <a16:creationId xmlns:a16="http://schemas.microsoft.com/office/drawing/2014/main" id="{11B87AD9-FC32-BB36-7F11-1AA2B1ADE173}"/>
                  </a:ext>
                </a:extLst>
              </p:cNvPr>
              <p:cNvSpPr/>
              <p:nvPr/>
            </p:nvSpPr>
            <p:spPr>
              <a:xfrm>
                <a:off x="8011880" y="4764955"/>
                <a:ext cx="301468" cy="13696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>
                    <a:solidFill>
                      <a:schemeClr val="tx1"/>
                    </a:solidFill>
                  </a:rPr>
                  <a:t>원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28" name="사각형: 둥근 모서리 127">
              <a:extLst>
                <a:ext uri="{FF2B5EF4-FFF2-40B4-BE49-F238E27FC236}">
                  <a16:creationId xmlns:a16="http://schemas.microsoft.com/office/drawing/2014/main" id="{AB4E5272-D4F2-CA46-084E-5BE1CB69F26C}"/>
                </a:ext>
              </a:extLst>
            </p:cNvPr>
            <p:cNvSpPr/>
            <p:nvPr/>
          </p:nvSpPr>
          <p:spPr>
            <a:xfrm>
              <a:off x="2231123" y="4365278"/>
              <a:ext cx="364440" cy="180000"/>
            </a:xfrm>
            <a:prstGeom prst="roundRect">
              <a:avLst/>
            </a:prstGeom>
            <a:solidFill>
              <a:srgbClr val="4B90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600" dirty="0"/>
                <a:t>준수</a:t>
              </a:r>
            </a:p>
          </p:txBody>
        </p:sp>
        <p:sp>
          <p:nvSpPr>
            <p:cNvPr id="129" name="사각형: 둥근 모서리 128">
              <a:extLst>
                <a:ext uri="{FF2B5EF4-FFF2-40B4-BE49-F238E27FC236}">
                  <a16:creationId xmlns:a16="http://schemas.microsoft.com/office/drawing/2014/main" id="{B1D4C77E-F1C2-C31F-02C0-0911D229FA73}"/>
                </a:ext>
              </a:extLst>
            </p:cNvPr>
            <p:cNvSpPr/>
            <p:nvPr/>
          </p:nvSpPr>
          <p:spPr>
            <a:xfrm>
              <a:off x="2653229" y="4365278"/>
              <a:ext cx="651986" cy="180000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600">
                  <a:solidFill>
                    <a:schemeClr val="tx1"/>
                  </a:solidFill>
                </a:rPr>
                <a:t>잔여좌석 </a:t>
              </a:r>
              <a:r>
                <a:rPr lang="en-US" altLang="ko-KR" sz="600" dirty="0">
                  <a:solidFill>
                    <a:schemeClr val="tx1"/>
                  </a:solidFill>
                </a:rPr>
                <a:t>9</a:t>
              </a:r>
              <a:r>
                <a:rPr lang="ko-KR" altLang="en-US" sz="600" dirty="0">
                  <a:solidFill>
                    <a:schemeClr val="tx1"/>
                  </a:solidFill>
                </a:rPr>
                <a:t>석</a:t>
              </a:r>
            </a:p>
          </p:txBody>
        </p:sp>
        <p:pic>
          <p:nvPicPr>
            <p:cNvPr id="130" name="그래픽 129" descr="초승달 윤곽선">
              <a:extLst>
                <a:ext uri="{FF2B5EF4-FFF2-40B4-BE49-F238E27FC236}">
                  <a16:creationId xmlns:a16="http://schemas.microsoft.com/office/drawing/2014/main" id="{7BF72E03-C2E2-AF7C-0DDE-6B118C89D20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234662" y="4721214"/>
              <a:ext cx="180001" cy="180001"/>
            </a:xfrm>
            <a:prstGeom prst="rect">
              <a:avLst/>
            </a:prstGeom>
          </p:spPr>
        </p:pic>
        <p:sp>
          <p:nvSpPr>
            <p:cNvPr id="131" name="직사각형 130">
              <a:extLst>
                <a:ext uri="{FF2B5EF4-FFF2-40B4-BE49-F238E27FC236}">
                  <a16:creationId xmlns:a16="http://schemas.microsoft.com/office/drawing/2014/main" id="{31F923ED-E7D5-66FB-27ED-9EABEB345C77}"/>
                </a:ext>
              </a:extLst>
            </p:cNvPr>
            <p:cNvSpPr/>
            <p:nvPr/>
          </p:nvSpPr>
          <p:spPr>
            <a:xfrm>
              <a:off x="2395403" y="4723554"/>
              <a:ext cx="595055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b="1" dirty="0">
                  <a:solidFill>
                    <a:schemeClr val="tx1"/>
                  </a:solidFill>
                </a:rPr>
                <a:t>대한항공</a:t>
              </a:r>
            </a:p>
          </p:txBody>
        </p:sp>
        <p:grpSp>
          <p:nvGrpSpPr>
            <p:cNvPr id="132" name="그룹 131">
              <a:extLst>
                <a:ext uri="{FF2B5EF4-FFF2-40B4-BE49-F238E27FC236}">
                  <a16:creationId xmlns:a16="http://schemas.microsoft.com/office/drawing/2014/main" id="{0C53AF5E-C7D6-52DB-4483-4D3B5CC17DD5}"/>
                </a:ext>
              </a:extLst>
            </p:cNvPr>
            <p:cNvGrpSpPr/>
            <p:nvPr/>
          </p:nvGrpSpPr>
          <p:grpSpPr>
            <a:xfrm>
              <a:off x="3598300" y="4721214"/>
              <a:ext cx="595055" cy="356897"/>
              <a:chOff x="3380359" y="4711131"/>
              <a:chExt cx="595055" cy="356897"/>
            </a:xfrm>
          </p:grpSpPr>
          <p:sp>
            <p:nvSpPr>
              <p:cNvPr id="161" name="직사각형 160">
                <a:extLst>
                  <a:ext uri="{FF2B5EF4-FFF2-40B4-BE49-F238E27FC236}">
                    <a16:creationId xmlns:a16="http://schemas.microsoft.com/office/drawing/2014/main" id="{B7F425E8-C266-8AE1-A683-0325EE6F50A6}"/>
                  </a:ext>
                </a:extLst>
              </p:cNvPr>
              <p:cNvSpPr/>
              <p:nvPr/>
            </p:nvSpPr>
            <p:spPr>
              <a:xfrm>
                <a:off x="3380359" y="4711131"/>
                <a:ext cx="595055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b="1" dirty="0">
                    <a:solidFill>
                      <a:schemeClr val="tx1"/>
                    </a:solidFill>
                  </a:rPr>
                  <a:t>20:10</a:t>
                </a:r>
                <a:endParaRPr lang="ko-KR" altLang="en-US" sz="8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직사각형 161">
                <a:extLst>
                  <a:ext uri="{FF2B5EF4-FFF2-40B4-BE49-F238E27FC236}">
                    <a16:creationId xmlns:a16="http://schemas.microsoft.com/office/drawing/2014/main" id="{765234BA-8DA3-941D-ECB0-FBB98214074F}"/>
                  </a:ext>
                </a:extLst>
              </p:cNvPr>
              <p:cNvSpPr/>
              <p:nvPr/>
            </p:nvSpPr>
            <p:spPr>
              <a:xfrm>
                <a:off x="3380359" y="4888028"/>
                <a:ext cx="595055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700" dirty="0">
                    <a:solidFill>
                      <a:schemeClr val="bg2">
                        <a:lumMod val="50000"/>
                      </a:schemeClr>
                    </a:solidFill>
                  </a:rPr>
                  <a:t>INC</a:t>
                </a:r>
                <a:endParaRPr lang="ko-KR" altLang="en-US" sz="70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33" name="그룹 132">
              <a:extLst>
                <a:ext uri="{FF2B5EF4-FFF2-40B4-BE49-F238E27FC236}">
                  <a16:creationId xmlns:a16="http://schemas.microsoft.com/office/drawing/2014/main" id="{0CDDCC2B-BAC7-4918-6D5F-1C56E22F4F20}"/>
                </a:ext>
              </a:extLst>
            </p:cNvPr>
            <p:cNvGrpSpPr/>
            <p:nvPr/>
          </p:nvGrpSpPr>
          <p:grpSpPr>
            <a:xfrm>
              <a:off x="5640866" y="4721214"/>
              <a:ext cx="595055" cy="356897"/>
              <a:chOff x="4878956" y="4711131"/>
              <a:chExt cx="595055" cy="356897"/>
            </a:xfrm>
          </p:grpSpPr>
          <p:sp>
            <p:nvSpPr>
              <p:cNvPr id="159" name="직사각형 158">
                <a:extLst>
                  <a:ext uri="{FF2B5EF4-FFF2-40B4-BE49-F238E27FC236}">
                    <a16:creationId xmlns:a16="http://schemas.microsoft.com/office/drawing/2014/main" id="{94D5F2B3-8B16-931B-38C9-8CFB345C7F10}"/>
                  </a:ext>
                </a:extLst>
              </p:cNvPr>
              <p:cNvSpPr/>
              <p:nvPr/>
            </p:nvSpPr>
            <p:spPr>
              <a:xfrm>
                <a:off x="4878956" y="4711131"/>
                <a:ext cx="595055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b="1" dirty="0">
                    <a:solidFill>
                      <a:schemeClr val="tx1"/>
                    </a:solidFill>
                  </a:rPr>
                  <a:t>19:40</a:t>
                </a:r>
                <a:endParaRPr lang="ko-KR" altLang="en-US" sz="8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직사각형 159">
                <a:extLst>
                  <a:ext uri="{FF2B5EF4-FFF2-40B4-BE49-F238E27FC236}">
                    <a16:creationId xmlns:a16="http://schemas.microsoft.com/office/drawing/2014/main" id="{8855CF85-6DAD-32C4-D624-D52635A6894C}"/>
                  </a:ext>
                </a:extLst>
              </p:cNvPr>
              <p:cNvSpPr/>
              <p:nvPr/>
            </p:nvSpPr>
            <p:spPr>
              <a:xfrm>
                <a:off x="4878956" y="4888028"/>
                <a:ext cx="595055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700" dirty="0">
                    <a:solidFill>
                      <a:schemeClr val="bg2">
                        <a:lumMod val="50000"/>
                      </a:schemeClr>
                    </a:solidFill>
                  </a:rPr>
                  <a:t>YYZ</a:t>
                </a:r>
                <a:endParaRPr lang="ko-KR" altLang="en-US" sz="70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34" name="그룹 133">
              <a:extLst>
                <a:ext uri="{FF2B5EF4-FFF2-40B4-BE49-F238E27FC236}">
                  <a16:creationId xmlns:a16="http://schemas.microsoft.com/office/drawing/2014/main" id="{9F85D380-AF38-3E6A-76A1-75FB1978E0FA}"/>
                </a:ext>
              </a:extLst>
            </p:cNvPr>
            <p:cNvGrpSpPr/>
            <p:nvPr/>
          </p:nvGrpSpPr>
          <p:grpSpPr>
            <a:xfrm>
              <a:off x="4201631" y="4876802"/>
              <a:ext cx="1457702" cy="219035"/>
              <a:chOff x="4201631" y="4876802"/>
              <a:chExt cx="1457702" cy="219035"/>
            </a:xfrm>
          </p:grpSpPr>
          <p:grpSp>
            <p:nvGrpSpPr>
              <p:cNvPr id="153" name="그룹 152">
                <a:extLst>
                  <a:ext uri="{FF2B5EF4-FFF2-40B4-BE49-F238E27FC236}">
                    <a16:creationId xmlns:a16="http://schemas.microsoft.com/office/drawing/2014/main" id="{69879328-758B-B41C-5999-BDAFA5886432}"/>
                  </a:ext>
                </a:extLst>
              </p:cNvPr>
              <p:cNvGrpSpPr/>
              <p:nvPr/>
            </p:nvGrpSpPr>
            <p:grpSpPr>
              <a:xfrm>
                <a:off x="4201631" y="4876802"/>
                <a:ext cx="1457702" cy="45720"/>
                <a:chOff x="4377932" y="5397386"/>
                <a:chExt cx="1457702" cy="45720"/>
              </a:xfrm>
            </p:grpSpPr>
            <p:cxnSp>
              <p:nvCxnSpPr>
                <p:cNvPr id="156" name="직선 연결선 155">
                  <a:extLst>
                    <a:ext uri="{FF2B5EF4-FFF2-40B4-BE49-F238E27FC236}">
                      <a16:creationId xmlns:a16="http://schemas.microsoft.com/office/drawing/2014/main" id="{7FC6DD55-C852-DAAD-6311-D7438A2F845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383006" y="5420246"/>
                  <a:ext cx="1452628" cy="0"/>
                </a:xfrm>
                <a:prstGeom prst="line">
                  <a:avLst/>
                </a:prstGeom>
                <a:ln w="6350"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57" name="타원 156">
                  <a:extLst>
                    <a:ext uri="{FF2B5EF4-FFF2-40B4-BE49-F238E27FC236}">
                      <a16:creationId xmlns:a16="http://schemas.microsoft.com/office/drawing/2014/main" id="{C4B952EB-4099-7A77-1893-0F130BCC6842}"/>
                    </a:ext>
                  </a:extLst>
                </p:cNvPr>
                <p:cNvSpPr/>
                <p:nvPr/>
              </p:nvSpPr>
              <p:spPr>
                <a:xfrm>
                  <a:off x="4377932" y="5397387"/>
                  <a:ext cx="45719" cy="45719"/>
                </a:xfrm>
                <a:prstGeom prst="ellipse">
                  <a:avLst/>
                </a:prstGeom>
                <a:solidFill>
                  <a:schemeClr val="bg2">
                    <a:lumMod val="50000"/>
                  </a:schemeClr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bg2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58" name="타원 157">
                  <a:extLst>
                    <a:ext uri="{FF2B5EF4-FFF2-40B4-BE49-F238E27FC236}">
                      <a16:creationId xmlns:a16="http://schemas.microsoft.com/office/drawing/2014/main" id="{8AD0FDE9-F015-FA0C-6837-A55FC3F32772}"/>
                    </a:ext>
                  </a:extLst>
                </p:cNvPr>
                <p:cNvSpPr/>
                <p:nvPr/>
              </p:nvSpPr>
              <p:spPr>
                <a:xfrm>
                  <a:off x="5789912" y="5397386"/>
                  <a:ext cx="45722" cy="45720"/>
                </a:xfrm>
                <a:prstGeom prst="ellipse">
                  <a:avLst/>
                </a:prstGeom>
                <a:solidFill>
                  <a:schemeClr val="bg2">
                    <a:lumMod val="50000"/>
                  </a:schemeClr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bg2">
                        <a:lumMod val="50000"/>
                      </a:schemeClr>
                    </a:solidFill>
                  </a:endParaRPr>
                </a:p>
              </p:txBody>
            </p:sp>
          </p:grpSp>
          <p:sp>
            <p:nvSpPr>
              <p:cNvPr id="155" name="직사각형 154">
                <a:extLst>
                  <a:ext uri="{FF2B5EF4-FFF2-40B4-BE49-F238E27FC236}">
                    <a16:creationId xmlns:a16="http://schemas.microsoft.com/office/drawing/2014/main" id="{5ADCB0C9-95B2-A619-7337-13EB3813DD5A}"/>
                  </a:ext>
                </a:extLst>
              </p:cNvPr>
              <p:cNvSpPr/>
              <p:nvPr/>
            </p:nvSpPr>
            <p:spPr>
              <a:xfrm>
                <a:off x="4552723" y="4915837"/>
                <a:ext cx="760592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600" dirty="0">
                    <a:solidFill>
                      <a:schemeClr val="bg2">
                        <a:lumMod val="50000"/>
                      </a:schemeClr>
                    </a:solidFill>
                  </a:rPr>
                  <a:t>14</a:t>
                </a:r>
                <a:r>
                  <a:rPr lang="ko-KR" altLang="en-US" sz="600" dirty="0">
                    <a:solidFill>
                      <a:schemeClr val="bg2">
                        <a:lumMod val="50000"/>
                      </a:schemeClr>
                    </a:solidFill>
                  </a:rPr>
                  <a:t>시간 </a:t>
                </a:r>
                <a:r>
                  <a:rPr lang="en-US" altLang="ko-KR" sz="600" dirty="0">
                    <a:solidFill>
                      <a:schemeClr val="bg2">
                        <a:lumMod val="50000"/>
                      </a:schemeClr>
                    </a:solidFill>
                  </a:rPr>
                  <a:t>20</a:t>
                </a:r>
                <a:r>
                  <a:rPr lang="ko-KR" altLang="en-US" sz="600" dirty="0">
                    <a:solidFill>
                      <a:schemeClr val="bg2">
                        <a:lumMod val="50000"/>
                      </a:schemeClr>
                    </a:solidFill>
                  </a:rPr>
                  <a:t>분</a:t>
                </a:r>
              </a:p>
            </p:txBody>
          </p:sp>
        </p:grpSp>
        <p:grpSp>
          <p:nvGrpSpPr>
            <p:cNvPr id="135" name="그룹 134">
              <a:extLst>
                <a:ext uri="{FF2B5EF4-FFF2-40B4-BE49-F238E27FC236}">
                  <a16:creationId xmlns:a16="http://schemas.microsoft.com/office/drawing/2014/main" id="{8BB6CCA3-B631-194A-AAB1-8484622FBA6C}"/>
                </a:ext>
              </a:extLst>
            </p:cNvPr>
            <p:cNvGrpSpPr/>
            <p:nvPr/>
          </p:nvGrpSpPr>
          <p:grpSpPr>
            <a:xfrm>
              <a:off x="3598300" y="5226099"/>
              <a:ext cx="595055" cy="356897"/>
              <a:chOff x="3380359" y="4711131"/>
              <a:chExt cx="595055" cy="356897"/>
            </a:xfrm>
          </p:grpSpPr>
          <p:sp>
            <p:nvSpPr>
              <p:cNvPr id="151" name="직사각형 150">
                <a:extLst>
                  <a:ext uri="{FF2B5EF4-FFF2-40B4-BE49-F238E27FC236}">
                    <a16:creationId xmlns:a16="http://schemas.microsoft.com/office/drawing/2014/main" id="{362E59DF-FE99-4BAC-1E11-D2A488E28C2B}"/>
                  </a:ext>
                </a:extLst>
              </p:cNvPr>
              <p:cNvSpPr/>
              <p:nvPr/>
            </p:nvSpPr>
            <p:spPr>
              <a:xfrm>
                <a:off x="3380359" y="4711131"/>
                <a:ext cx="595055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b="1" dirty="0">
                    <a:solidFill>
                      <a:schemeClr val="tx1"/>
                    </a:solidFill>
                  </a:rPr>
                  <a:t>20:10</a:t>
                </a:r>
                <a:endParaRPr lang="ko-KR" altLang="en-US" sz="8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2" name="직사각형 151">
                <a:extLst>
                  <a:ext uri="{FF2B5EF4-FFF2-40B4-BE49-F238E27FC236}">
                    <a16:creationId xmlns:a16="http://schemas.microsoft.com/office/drawing/2014/main" id="{D4D0DC42-B730-62E1-0574-515E8991B781}"/>
                  </a:ext>
                </a:extLst>
              </p:cNvPr>
              <p:cNvSpPr/>
              <p:nvPr/>
            </p:nvSpPr>
            <p:spPr>
              <a:xfrm>
                <a:off x="3380359" y="4888028"/>
                <a:ext cx="595055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700" dirty="0">
                    <a:solidFill>
                      <a:schemeClr val="bg2">
                        <a:lumMod val="50000"/>
                      </a:schemeClr>
                    </a:solidFill>
                  </a:rPr>
                  <a:t>INC</a:t>
                </a:r>
                <a:endParaRPr lang="ko-KR" altLang="en-US" sz="70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36" name="그룹 135">
              <a:extLst>
                <a:ext uri="{FF2B5EF4-FFF2-40B4-BE49-F238E27FC236}">
                  <a16:creationId xmlns:a16="http://schemas.microsoft.com/office/drawing/2014/main" id="{561E23A8-409D-1BA0-874C-CBC324FD0652}"/>
                </a:ext>
              </a:extLst>
            </p:cNvPr>
            <p:cNvGrpSpPr/>
            <p:nvPr/>
          </p:nvGrpSpPr>
          <p:grpSpPr>
            <a:xfrm>
              <a:off x="5640866" y="5226099"/>
              <a:ext cx="595055" cy="356897"/>
              <a:chOff x="4878956" y="4711131"/>
              <a:chExt cx="595055" cy="356897"/>
            </a:xfrm>
          </p:grpSpPr>
          <p:sp>
            <p:nvSpPr>
              <p:cNvPr id="149" name="직사각형 148">
                <a:extLst>
                  <a:ext uri="{FF2B5EF4-FFF2-40B4-BE49-F238E27FC236}">
                    <a16:creationId xmlns:a16="http://schemas.microsoft.com/office/drawing/2014/main" id="{3026D603-0335-ECAD-F3CF-669C0DCCC3D2}"/>
                  </a:ext>
                </a:extLst>
              </p:cNvPr>
              <p:cNvSpPr/>
              <p:nvPr/>
            </p:nvSpPr>
            <p:spPr>
              <a:xfrm>
                <a:off x="4878956" y="4711131"/>
                <a:ext cx="595055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b="1" dirty="0">
                    <a:solidFill>
                      <a:schemeClr val="tx1"/>
                    </a:solidFill>
                  </a:rPr>
                  <a:t>19:40</a:t>
                </a:r>
                <a:endParaRPr lang="ko-KR" altLang="en-US" sz="8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0" name="직사각형 149">
                <a:extLst>
                  <a:ext uri="{FF2B5EF4-FFF2-40B4-BE49-F238E27FC236}">
                    <a16:creationId xmlns:a16="http://schemas.microsoft.com/office/drawing/2014/main" id="{94C2009B-56DF-106A-7913-F76AB0C56CEF}"/>
                  </a:ext>
                </a:extLst>
              </p:cNvPr>
              <p:cNvSpPr/>
              <p:nvPr/>
            </p:nvSpPr>
            <p:spPr>
              <a:xfrm>
                <a:off x="4878956" y="4888028"/>
                <a:ext cx="595055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700" dirty="0">
                    <a:solidFill>
                      <a:schemeClr val="bg2">
                        <a:lumMod val="50000"/>
                      </a:schemeClr>
                    </a:solidFill>
                  </a:rPr>
                  <a:t>YYZ</a:t>
                </a:r>
                <a:endParaRPr lang="ko-KR" altLang="en-US" sz="70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37" name="그룹 136">
              <a:extLst>
                <a:ext uri="{FF2B5EF4-FFF2-40B4-BE49-F238E27FC236}">
                  <a16:creationId xmlns:a16="http://schemas.microsoft.com/office/drawing/2014/main" id="{B0827CB5-1163-3753-10C5-6AF510C3CD75}"/>
                </a:ext>
              </a:extLst>
            </p:cNvPr>
            <p:cNvGrpSpPr/>
            <p:nvPr/>
          </p:nvGrpSpPr>
          <p:grpSpPr>
            <a:xfrm>
              <a:off x="4196971" y="5376344"/>
              <a:ext cx="1462362" cy="206652"/>
              <a:chOff x="4196971" y="4879854"/>
              <a:chExt cx="1462362" cy="206652"/>
            </a:xfrm>
          </p:grpSpPr>
          <p:grpSp>
            <p:nvGrpSpPr>
              <p:cNvPr id="143" name="그룹 142">
                <a:extLst>
                  <a:ext uri="{FF2B5EF4-FFF2-40B4-BE49-F238E27FC236}">
                    <a16:creationId xmlns:a16="http://schemas.microsoft.com/office/drawing/2014/main" id="{14662813-315D-6078-CAAF-502E458DBFF5}"/>
                  </a:ext>
                </a:extLst>
              </p:cNvPr>
              <p:cNvGrpSpPr/>
              <p:nvPr/>
            </p:nvGrpSpPr>
            <p:grpSpPr>
              <a:xfrm>
                <a:off x="4196971" y="4879854"/>
                <a:ext cx="1462362" cy="45720"/>
                <a:chOff x="4373272" y="5400438"/>
                <a:chExt cx="1462362" cy="45720"/>
              </a:xfrm>
            </p:grpSpPr>
            <p:cxnSp>
              <p:nvCxnSpPr>
                <p:cNvPr id="146" name="직선 연결선 145">
                  <a:extLst>
                    <a:ext uri="{FF2B5EF4-FFF2-40B4-BE49-F238E27FC236}">
                      <a16:creationId xmlns:a16="http://schemas.microsoft.com/office/drawing/2014/main" id="{E0A42A27-F575-5C93-B80F-CCACEA2D0CF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391114" y="5423298"/>
                  <a:ext cx="1444520" cy="0"/>
                </a:xfrm>
                <a:prstGeom prst="line">
                  <a:avLst/>
                </a:prstGeom>
                <a:ln w="6350"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47" name="타원 146">
                  <a:extLst>
                    <a:ext uri="{FF2B5EF4-FFF2-40B4-BE49-F238E27FC236}">
                      <a16:creationId xmlns:a16="http://schemas.microsoft.com/office/drawing/2014/main" id="{E2D17DEC-5353-2633-9215-3F89A1D6D742}"/>
                    </a:ext>
                  </a:extLst>
                </p:cNvPr>
                <p:cNvSpPr/>
                <p:nvPr/>
              </p:nvSpPr>
              <p:spPr>
                <a:xfrm>
                  <a:off x="4373272" y="5400438"/>
                  <a:ext cx="45722" cy="45720"/>
                </a:xfrm>
                <a:prstGeom prst="ellipse">
                  <a:avLst/>
                </a:prstGeom>
                <a:solidFill>
                  <a:schemeClr val="bg2">
                    <a:lumMod val="50000"/>
                  </a:schemeClr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solidFill>
                      <a:schemeClr val="bg2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48" name="타원 147">
                  <a:extLst>
                    <a:ext uri="{FF2B5EF4-FFF2-40B4-BE49-F238E27FC236}">
                      <a16:creationId xmlns:a16="http://schemas.microsoft.com/office/drawing/2014/main" id="{5387AC41-712C-66CF-A965-98205234BA7F}"/>
                    </a:ext>
                  </a:extLst>
                </p:cNvPr>
                <p:cNvSpPr/>
                <p:nvPr/>
              </p:nvSpPr>
              <p:spPr>
                <a:xfrm>
                  <a:off x="5789912" y="5400438"/>
                  <a:ext cx="45722" cy="45720"/>
                </a:xfrm>
                <a:prstGeom prst="ellipse">
                  <a:avLst/>
                </a:prstGeom>
                <a:solidFill>
                  <a:schemeClr val="bg2">
                    <a:lumMod val="50000"/>
                  </a:schemeClr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bg2">
                        <a:lumMod val="50000"/>
                      </a:schemeClr>
                    </a:solidFill>
                  </a:endParaRPr>
                </a:p>
              </p:txBody>
            </p:sp>
          </p:grpSp>
          <p:sp>
            <p:nvSpPr>
              <p:cNvPr id="145" name="직사각형 144">
                <a:extLst>
                  <a:ext uri="{FF2B5EF4-FFF2-40B4-BE49-F238E27FC236}">
                    <a16:creationId xmlns:a16="http://schemas.microsoft.com/office/drawing/2014/main" id="{A6D7D863-E9E8-6B8E-49E2-C6F32015F57A}"/>
                  </a:ext>
                </a:extLst>
              </p:cNvPr>
              <p:cNvSpPr/>
              <p:nvPr/>
            </p:nvSpPr>
            <p:spPr>
              <a:xfrm>
                <a:off x="4556309" y="4906506"/>
                <a:ext cx="760592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600" dirty="0">
                    <a:solidFill>
                      <a:schemeClr val="bg2">
                        <a:lumMod val="50000"/>
                      </a:schemeClr>
                    </a:solidFill>
                  </a:rPr>
                  <a:t>14</a:t>
                </a:r>
                <a:r>
                  <a:rPr lang="ko-KR" altLang="en-US" sz="600" dirty="0">
                    <a:solidFill>
                      <a:schemeClr val="bg2">
                        <a:lumMod val="50000"/>
                      </a:schemeClr>
                    </a:solidFill>
                  </a:rPr>
                  <a:t>시간 </a:t>
                </a:r>
                <a:r>
                  <a:rPr lang="en-US" altLang="ko-KR" sz="600" dirty="0">
                    <a:solidFill>
                      <a:schemeClr val="bg2">
                        <a:lumMod val="50000"/>
                      </a:schemeClr>
                    </a:solidFill>
                  </a:rPr>
                  <a:t>20</a:t>
                </a:r>
                <a:r>
                  <a:rPr lang="ko-KR" altLang="en-US" sz="600" dirty="0">
                    <a:solidFill>
                      <a:schemeClr val="bg2">
                        <a:lumMod val="50000"/>
                      </a:schemeClr>
                    </a:solidFill>
                  </a:rPr>
                  <a:t>분</a:t>
                </a:r>
              </a:p>
            </p:txBody>
          </p:sp>
        </p:grpSp>
        <p:pic>
          <p:nvPicPr>
            <p:cNvPr id="138" name="그래픽 137" descr="초승달 윤곽선">
              <a:extLst>
                <a:ext uri="{FF2B5EF4-FFF2-40B4-BE49-F238E27FC236}">
                  <a16:creationId xmlns:a16="http://schemas.microsoft.com/office/drawing/2014/main" id="{D8C30C1B-B093-39E5-4B73-9493840FC53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234662" y="5312257"/>
              <a:ext cx="180001" cy="180001"/>
            </a:xfrm>
            <a:prstGeom prst="rect">
              <a:avLst/>
            </a:prstGeom>
          </p:spPr>
        </p:pic>
        <p:sp>
          <p:nvSpPr>
            <p:cNvPr id="139" name="직사각형 138">
              <a:extLst>
                <a:ext uri="{FF2B5EF4-FFF2-40B4-BE49-F238E27FC236}">
                  <a16:creationId xmlns:a16="http://schemas.microsoft.com/office/drawing/2014/main" id="{8C2247D0-ACC0-22EF-0C76-DCC617C84520}"/>
                </a:ext>
              </a:extLst>
            </p:cNvPr>
            <p:cNvSpPr/>
            <p:nvPr/>
          </p:nvSpPr>
          <p:spPr>
            <a:xfrm>
              <a:off x="2395012" y="5312257"/>
              <a:ext cx="1227738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b="1" dirty="0" err="1">
                  <a:solidFill>
                    <a:schemeClr val="tx1"/>
                  </a:solidFill>
                </a:rPr>
                <a:t>가루다인도네시아항공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grpSp>
          <p:nvGrpSpPr>
            <p:cNvPr id="140" name="그룹 139">
              <a:extLst>
                <a:ext uri="{FF2B5EF4-FFF2-40B4-BE49-F238E27FC236}">
                  <a16:creationId xmlns:a16="http://schemas.microsoft.com/office/drawing/2014/main" id="{898B1048-AE8D-DB56-36B7-6C0C4EE09831}"/>
                </a:ext>
              </a:extLst>
            </p:cNvPr>
            <p:cNvGrpSpPr/>
            <p:nvPr/>
          </p:nvGrpSpPr>
          <p:grpSpPr>
            <a:xfrm>
              <a:off x="7165332" y="4365278"/>
              <a:ext cx="1227738" cy="180000"/>
              <a:chOff x="7197113" y="4365278"/>
              <a:chExt cx="1227738" cy="180000"/>
            </a:xfrm>
          </p:grpSpPr>
          <p:sp>
            <p:nvSpPr>
              <p:cNvPr id="141" name="직사각형 140">
                <a:extLst>
                  <a:ext uri="{FF2B5EF4-FFF2-40B4-BE49-F238E27FC236}">
                    <a16:creationId xmlns:a16="http://schemas.microsoft.com/office/drawing/2014/main" id="{DE644EFF-83D7-D739-B50D-B6F277C3BBF7}"/>
                  </a:ext>
                </a:extLst>
              </p:cNvPr>
              <p:cNvSpPr/>
              <p:nvPr/>
            </p:nvSpPr>
            <p:spPr>
              <a:xfrm>
                <a:off x="7197113" y="4365278"/>
                <a:ext cx="443046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u="sng" dirty="0">
                    <a:solidFill>
                      <a:schemeClr val="tx1"/>
                    </a:solidFill>
                  </a:rPr>
                  <a:t>규정</a:t>
                </a:r>
              </a:p>
            </p:txBody>
          </p:sp>
          <p:sp>
            <p:nvSpPr>
              <p:cNvPr id="142" name="직사각형 141">
                <a:extLst>
                  <a:ext uri="{FF2B5EF4-FFF2-40B4-BE49-F238E27FC236}">
                    <a16:creationId xmlns:a16="http://schemas.microsoft.com/office/drawing/2014/main" id="{8EC3823C-CF89-3861-17BA-D672EE7EE127}"/>
                  </a:ext>
                </a:extLst>
              </p:cNvPr>
              <p:cNvSpPr/>
              <p:nvPr/>
            </p:nvSpPr>
            <p:spPr>
              <a:xfrm>
                <a:off x="7501913" y="4365278"/>
                <a:ext cx="922938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u="sng" dirty="0">
                    <a:solidFill>
                      <a:schemeClr val="tx1"/>
                    </a:solidFill>
                  </a:rPr>
                  <a:t>여행 상세일정</a:t>
                </a:r>
              </a:p>
            </p:txBody>
          </p:sp>
        </p:grpSp>
      </p:grpSp>
      <p:sp>
        <p:nvSpPr>
          <p:cNvPr id="166" name="직사각형 165">
            <a:extLst>
              <a:ext uri="{FF2B5EF4-FFF2-40B4-BE49-F238E27FC236}">
                <a16:creationId xmlns:a16="http://schemas.microsoft.com/office/drawing/2014/main" id="{0FF160A0-399D-661A-420A-87D37896DDFF}"/>
              </a:ext>
            </a:extLst>
          </p:cNvPr>
          <p:cNvSpPr/>
          <p:nvPr/>
        </p:nvSpPr>
        <p:spPr>
          <a:xfrm>
            <a:off x="2113703" y="3020526"/>
            <a:ext cx="6214839" cy="17280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7" name="직사각형 166">
            <a:extLst>
              <a:ext uri="{FF2B5EF4-FFF2-40B4-BE49-F238E27FC236}">
                <a16:creationId xmlns:a16="http://schemas.microsoft.com/office/drawing/2014/main" id="{8B76820D-31E7-37B2-EBD9-80A9E21B1B2C}"/>
              </a:ext>
            </a:extLst>
          </p:cNvPr>
          <p:cNvSpPr/>
          <p:nvPr/>
        </p:nvSpPr>
        <p:spPr>
          <a:xfrm>
            <a:off x="6358171" y="4224230"/>
            <a:ext cx="900000" cy="365907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err="1"/>
              <a:t>셀프예약</a:t>
            </a:r>
            <a:endParaRPr lang="ko-KR" altLang="en-US" sz="900" dirty="0"/>
          </a:p>
        </p:txBody>
      </p:sp>
      <p:sp>
        <p:nvSpPr>
          <p:cNvPr id="168" name="직사각형 167">
            <a:extLst>
              <a:ext uri="{FF2B5EF4-FFF2-40B4-BE49-F238E27FC236}">
                <a16:creationId xmlns:a16="http://schemas.microsoft.com/office/drawing/2014/main" id="{9A4CE01A-F924-A4F7-827B-AC586C63688D}"/>
              </a:ext>
            </a:extLst>
          </p:cNvPr>
          <p:cNvSpPr/>
          <p:nvPr/>
        </p:nvSpPr>
        <p:spPr>
          <a:xfrm>
            <a:off x="7329201" y="4224230"/>
            <a:ext cx="900000" cy="365907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전담팀요청</a:t>
            </a:r>
            <a:endParaRPr lang="ko-KR" altLang="en-US" sz="9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pSp>
        <p:nvGrpSpPr>
          <p:cNvPr id="169" name="그룹 168">
            <a:extLst>
              <a:ext uri="{FF2B5EF4-FFF2-40B4-BE49-F238E27FC236}">
                <a16:creationId xmlns:a16="http://schemas.microsoft.com/office/drawing/2014/main" id="{58AA8C5E-061E-EE82-14DA-8CB624095B89}"/>
              </a:ext>
            </a:extLst>
          </p:cNvPr>
          <p:cNvGrpSpPr/>
          <p:nvPr/>
        </p:nvGrpSpPr>
        <p:grpSpPr>
          <a:xfrm>
            <a:off x="6910877" y="3980534"/>
            <a:ext cx="1402471" cy="162601"/>
            <a:chOff x="6910877" y="4739316"/>
            <a:chExt cx="1402471" cy="162601"/>
          </a:xfrm>
        </p:grpSpPr>
        <p:sp>
          <p:nvSpPr>
            <p:cNvPr id="170" name="직사각형 169">
              <a:extLst>
                <a:ext uri="{FF2B5EF4-FFF2-40B4-BE49-F238E27FC236}">
                  <a16:creationId xmlns:a16="http://schemas.microsoft.com/office/drawing/2014/main" id="{9385FCA7-FD77-963E-322F-3E322183AE54}"/>
                </a:ext>
              </a:extLst>
            </p:cNvPr>
            <p:cNvSpPr/>
            <p:nvPr/>
          </p:nvSpPr>
          <p:spPr>
            <a:xfrm>
              <a:off x="6910877" y="4764955"/>
              <a:ext cx="554002" cy="13696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총 요금</a:t>
              </a:r>
            </a:p>
          </p:txBody>
        </p:sp>
        <p:sp>
          <p:nvSpPr>
            <p:cNvPr id="171" name="직사각형 170">
              <a:extLst>
                <a:ext uri="{FF2B5EF4-FFF2-40B4-BE49-F238E27FC236}">
                  <a16:creationId xmlns:a16="http://schemas.microsoft.com/office/drawing/2014/main" id="{88F79F24-C12A-9D4D-E469-D2338CEC12A3}"/>
                </a:ext>
              </a:extLst>
            </p:cNvPr>
            <p:cNvSpPr/>
            <p:nvPr/>
          </p:nvSpPr>
          <p:spPr>
            <a:xfrm>
              <a:off x="7235113" y="4739316"/>
              <a:ext cx="1005024" cy="13696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b="1" dirty="0">
                  <a:solidFill>
                    <a:srgbClr val="4B90FF"/>
                  </a:solidFill>
                </a:rPr>
                <a:t>1,582,650</a:t>
              </a:r>
              <a:endParaRPr lang="ko-KR" altLang="en-US" sz="1100" b="1" dirty="0">
                <a:solidFill>
                  <a:srgbClr val="4B90FF"/>
                </a:solidFill>
              </a:endParaRPr>
            </a:p>
          </p:txBody>
        </p:sp>
        <p:sp>
          <p:nvSpPr>
            <p:cNvPr id="172" name="직사각형 171">
              <a:extLst>
                <a:ext uri="{FF2B5EF4-FFF2-40B4-BE49-F238E27FC236}">
                  <a16:creationId xmlns:a16="http://schemas.microsoft.com/office/drawing/2014/main" id="{B985EAB1-2AB4-DAD1-1B0B-8BA7D4211AB9}"/>
                </a:ext>
              </a:extLst>
            </p:cNvPr>
            <p:cNvSpPr/>
            <p:nvPr/>
          </p:nvSpPr>
          <p:spPr>
            <a:xfrm>
              <a:off x="8011880" y="4764955"/>
              <a:ext cx="301468" cy="13696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>
                  <a:solidFill>
                    <a:schemeClr val="tx1"/>
                  </a:solidFill>
                </a:rPr>
                <a:t>원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</p:grpSp>
      <p:sp>
        <p:nvSpPr>
          <p:cNvPr id="173" name="사각형: 둥근 모서리 172">
            <a:extLst>
              <a:ext uri="{FF2B5EF4-FFF2-40B4-BE49-F238E27FC236}">
                <a16:creationId xmlns:a16="http://schemas.microsoft.com/office/drawing/2014/main" id="{83397374-DEB7-7FDC-C1A2-6C205E286276}"/>
              </a:ext>
            </a:extLst>
          </p:cNvPr>
          <p:cNvSpPr/>
          <p:nvPr/>
        </p:nvSpPr>
        <p:spPr>
          <a:xfrm>
            <a:off x="2231123" y="3155165"/>
            <a:ext cx="432000" cy="151575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 err="1"/>
              <a:t>미준수</a:t>
            </a:r>
            <a:endParaRPr lang="ko-KR" altLang="en-US" sz="600" dirty="0"/>
          </a:p>
        </p:txBody>
      </p:sp>
      <p:sp>
        <p:nvSpPr>
          <p:cNvPr id="174" name="사각형: 둥근 모서리 173">
            <a:extLst>
              <a:ext uri="{FF2B5EF4-FFF2-40B4-BE49-F238E27FC236}">
                <a16:creationId xmlns:a16="http://schemas.microsoft.com/office/drawing/2014/main" id="{311D2CD7-5F7C-3FB1-15BB-A9B570AED438}"/>
              </a:ext>
            </a:extLst>
          </p:cNvPr>
          <p:cNvSpPr/>
          <p:nvPr/>
        </p:nvSpPr>
        <p:spPr>
          <a:xfrm>
            <a:off x="2703689" y="3144604"/>
            <a:ext cx="651986" cy="180000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>
                <a:solidFill>
                  <a:schemeClr val="tx1"/>
                </a:solidFill>
              </a:rPr>
              <a:t>잔여좌석 </a:t>
            </a:r>
            <a:r>
              <a:rPr lang="en-US" altLang="ko-KR" sz="600" dirty="0">
                <a:solidFill>
                  <a:schemeClr val="tx1"/>
                </a:solidFill>
              </a:rPr>
              <a:t>9</a:t>
            </a:r>
            <a:r>
              <a:rPr lang="ko-KR" altLang="en-US" sz="600" dirty="0">
                <a:solidFill>
                  <a:schemeClr val="tx1"/>
                </a:solidFill>
              </a:rPr>
              <a:t>석</a:t>
            </a:r>
          </a:p>
        </p:txBody>
      </p:sp>
      <p:pic>
        <p:nvPicPr>
          <p:cNvPr id="175" name="그래픽 174" descr="초승달 윤곽선">
            <a:extLst>
              <a:ext uri="{FF2B5EF4-FFF2-40B4-BE49-F238E27FC236}">
                <a16:creationId xmlns:a16="http://schemas.microsoft.com/office/drawing/2014/main" id="{1BDC88C2-AB00-C544-5E30-C190081CE5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34662" y="3511101"/>
            <a:ext cx="180001" cy="180001"/>
          </a:xfrm>
          <a:prstGeom prst="rect">
            <a:avLst/>
          </a:prstGeom>
        </p:spPr>
      </p:pic>
      <p:sp>
        <p:nvSpPr>
          <p:cNvPr id="176" name="직사각형 175">
            <a:extLst>
              <a:ext uri="{FF2B5EF4-FFF2-40B4-BE49-F238E27FC236}">
                <a16:creationId xmlns:a16="http://schemas.microsoft.com/office/drawing/2014/main" id="{DABD7F3A-C890-4D00-BCB5-DA8F288F3265}"/>
              </a:ext>
            </a:extLst>
          </p:cNvPr>
          <p:cNvSpPr/>
          <p:nvPr/>
        </p:nvSpPr>
        <p:spPr>
          <a:xfrm>
            <a:off x="2395403" y="3513441"/>
            <a:ext cx="595055" cy="18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b="1" dirty="0">
                <a:solidFill>
                  <a:schemeClr val="tx1"/>
                </a:solidFill>
              </a:rPr>
              <a:t>대한항공</a:t>
            </a:r>
          </a:p>
        </p:txBody>
      </p:sp>
      <p:grpSp>
        <p:nvGrpSpPr>
          <p:cNvPr id="177" name="그룹 176">
            <a:extLst>
              <a:ext uri="{FF2B5EF4-FFF2-40B4-BE49-F238E27FC236}">
                <a16:creationId xmlns:a16="http://schemas.microsoft.com/office/drawing/2014/main" id="{7F08601D-6AB1-1E7F-E972-4D621F9984FE}"/>
              </a:ext>
            </a:extLst>
          </p:cNvPr>
          <p:cNvGrpSpPr/>
          <p:nvPr/>
        </p:nvGrpSpPr>
        <p:grpSpPr>
          <a:xfrm>
            <a:off x="3598300" y="3511101"/>
            <a:ext cx="595055" cy="356897"/>
            <a:chOff x="3380359" y="4711131"/>
            <a:chExt cx="595055" cy="356897"/>
          </a:xfrm>
        </p:grpSpPr>
        <p:sp>
          <p:nvSpPr>
            <p:cNvPr id="178" name="직사각형 177">
              <a:extLst>
                <a:ext uri="{FF2B5EF4-FFF2-40B4-BE49-F238E27FC236}">
                  <a16:creationId xmlns:a16="http://schemas.microsoft.com/office/drawing/2014/main" id="{1A02FDBB-9FBD-0730-38E3-A8189E1B8939}"/>
                </a:ext>
              </a:extLst>
            </p:cNvPr>
            <p:cNvSpPr/>
            <p:nvPr/>
          </p:nvSpPr>
          <p:spPr>
            <a:xfrm>
              <a:off x="3380359" y="4711131"/>
              <a:ext cx="595055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</a:rPr>
                <a:t>20:10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179" name="직사각형 178">
              <a:extLst>
                <a:ext uri="{FF2B5EF4-FFF2-40B4-BE49-F238E27FC236}">
                  <a16:creationId xmlns:a16="http://schemas.microsoft.com/office/drawing/2014/main" id="{D0C33D76-8A4D-BB45-270C-D438B9AFF72A}"/>
                </a:ext>
              </a:extLst>
            </p:cNvPr>
            <p:cNvSpPr/>
            <p:nvPr/>
          </p:nvSpPr>
          <p:spPr>
            <a:xfrm>
              <a:off x="3380359" y="4888028"/>
              <a:ext cx="595055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dirty="0">
                  <a:solidFill>
                    <a:schemeClr val="bg2">
                      <a:lumMod val="50000"/>
                    </a:schemeClr>
                  </a:solidFill>
                </a:rPr>
                <a:t>INC</a:t>
              </a:r>
              <a:endParaRPr lang="ko-KR" altLang="en-US" sz="7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  <p:grpSp>
        <p:nvGrpSpPr>
          <p:cNvPr id="180" name="그룹 179">
            <a:extLst>
              <a:ext uri="{FF2B5EF4-FFF2-40B4-BE49-F238E27FC236}">
                <a16:creationId xmlns:a16="http://schemas.microsoft.com/office/drawing/2014/main" id="{22504DFA-1529-5F8D-562A-4673EC0D9E69}"/>
              </a:ext>
            </a:extLst>
          </p:cNvPr>
          <p:cNvGrpSpPr/>
          <p:nvPr/>
        </p:nvGrpSpPr>
        <p:grpSpPr>
          <a:xfrm>
            <a:off x="5640866" y="3511101"/>
            <a:ext cx="595055" cy="356897"/>
            <a:chOff x="4878956" y="4711131"/>
            <a:chExt cx="595055" cy="356897"/>
          </a:xfrm>
        </p:grpSpPr>
        <p:sp>
          <p:nvSpPr>
            <p:cNvPr id="181" name="직사각형 180">
              <a:extLst>
                <a:ext uri="{FF2B5EF4-FFF2-40B4-BE49-F238E27FC236}">
                  <a16:creationId xmlns:a16="http://schemas.microsoft.com/office/drawing/2014/main" id="{F73857FC-7EC0-8D29-9CD2-102ACD794BEE}"/>
                </a:ext>
              </a:extLst>
            </p:cNvPr>
            <p:cNvSpPr/>
            <p:nvPr/>
          </p:nvSpPr>
          <p:spPr>
            <a:xfrm>
              <a:off x="4878956" y="4711131"/>
              <a:ext cx="595055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</a:rPr>
                <a:t>19:40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182" name="직사각형 181">
              <a:extLst>
                <a:ext uri="{FF2B5EF4-FFF2-40B4-BE49-F238E27FC236}">
                  <a16:creationId xmlns:a16="http://schemas.microsoft.com/office/drawing/2014/main" id="{13280E3E-216E-A09A-6371-2579D37557BD}"/>
                </a:ext>
              </a:extLst>
            </p:cNvPr>
            <p:cNvSpPr/>
            <p:nvPr/>
          </p:nvSpPr>
          <p:spPr>
            <a:xfrm>
              <a:off x="4878956" y="4888028"/>
              <a:ext cx="595055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dirty="0">
                  <a:solidFill>
                    <a:schemeClr val="bg2">
                      <a:lumMod val="50000"/>
                    </a:schemeClr>
                  </a:solidFill>
                </a:rPr>
                <a:t>YYZ</a:t>
              </a:r>
              <a:endParaRPr lang="ko-KR" altLang="en-US" sz="7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  <p:grpSp>
        <p:nvGrpSpPr>
          <p:cNvPr id="183" name="그룹 182">
            <a:extLst>
              <a:ext uri="{FF2B5EF4-FFF2-40B4-BE49-F238E27FC236}">
                <a16:creationId xmlns:a16="http://schemas.microsoft.com/office/drawing/2014/main" id="{5184E613-C3F9-2BA4-B02B-94EB01FCFFD1}"/>
              </a:ext>
            </a:extLst>
          </p:cNvPr>
          <p:cNvGrpSpPr/>
          <p:nvPr/>
        </p:nvGrpSpPr>
        <p:grpSpPr>
          <a:xfrm>
            <a:off x="4201631" y="3507684"/>
            <a:ext cx="1457702" cy="378040"/>
            <a:chOff x="4201631" y="4717797"/>
            <a:chExt cx="1457702" cy="378040"/>
          </a:xfrm>
        </p:grpSpPr>
        <p:grpSp>
          <p:nvGrpSpPr>
            <p:cNvPr id="184" name="그룹 183">
              <a:extLst>
                <a:ext uri="{FF2B5EF4-FFF2-40B4-BE49-F238E27FC236}">
                  <a16:creationId xmlns:a16="http://schemas.microsoft.com/office/drawing/2014/main" id="{58545BFB-3BA6-9CC7-B391-E73FA9BD074B}"/>
                </a:ext>
              </a:extLst>
            </p:cNvPr>
            <p:cNvGrpSpPr/>
            <p:nvPr/>
          </p:nvGrpSpPr>
          <p:grpSpPr>
            <a:xfrm>
              <a:off x="4201631" y="4876802"/>
              <a:ext cx="1457702" cy="45720"/>
              <a:chOff x="4377932" y="5397386"/>
              <a:chExt cx="1457702" cy="45720"/>
            </a:xfrm>
          </p:grpSpPr>
          <p:cxnSp>
            <p:nvCxnSpPr>
              <p:cNvPr id="187" name="직선 연결선 186">
                <a:extLst>
                  <a:ext uri="{FF2B5EF4-FFF2-40B4-BE49-F238E27FC236}">
                    <a16:creationId xmlns:a16="http://schemas.microsoft.com/office/drawing/2014/main" id="{FB1FDC4A-19AC-D28E-0BAB-F07EC5E6A78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83006" y="5420246"/>
                <a:ext cx="1452628" cy="0"/>
              </a:xfrm>
              <a:prstGeom prst="line">
                <a:avLst/>
              </a:prstGeom>
              <a:ln w="6350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8" name="타원 187">
                <a:extLst>
                  <a:ext uri="{FF2B5EF4-FFF2-40B4-BE49-F238E27FC236}">
                    <a16:creationId xmlns:a16="http://schemas.microsoft.com/office/drawing/2014/main" id="{7729341E-4422-5E80-A322-E4B5E24DE2E4}"/>
                  </a:ext>
                </a:extLst>
              </p:cNvPr>
              <p:cNvSpPr/>
              <p:nvPr/>
            </p:nvSpPr>
            <p:spPr>
              <a:xfrm>
                <a:off x="4377932" y="5397387"/>
                <a:ext cx="45719" cy="45719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189" name="타원 188">
                <a:extLst>
                  <a:ext uri="{FF2B5EF4-FFF2-40B4-BE49-F238E27FC236}">
                    <a16:creationId xmlns:a16="http://schemas.microsoft.com/office/drawing/2014/main" id="{5F901B02-8704-173F-75DF-800EE22014A7}"/>
                  </a:ext>
                </a:extLst>
              </p:cNvPr>
              <p:cNvSpPr/>
              <p:nvPr/>
            </p:nvSpPr>
            <p:spPr>
              <a:xfrm>
                <a:off x="5789912" y="5397386"/>
                <a:ext cx="45722" cy="45720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p:grpSp>
        <p:sp>
          <p:nvSpPr>
            <p:cNvPr id="185" name="직사각형 184">
              <a:extLst>
                <a:ext uri="{FF2B5EF4-FFF2-40B4-BE49-F238E27FC236}">
                  <a16:creationId xmlns:a16="http://schemas.microsoft.com/office/drawing/2014/main" id="{2206C34C-2E40-725D-8E45-5635EC0B3E4C}"/>
                </a:ext>
              </a:extLst>
            </p:cNvPr>
            <p:cNvSpPr/>
            <p:nvPr/>
          </p:nvSpPr>
          <p:spPr>
            <a:xfrm>
              <a:off x="4635492" y="4717797"/>
              <a:ext cx="595055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600" dirty="0">
                  <a:solidFill>
                    <a:schemeClr val="bg2">
                      <a:lumMod val="50000"/>
                    </a:schemeClr>
                  </a:solidFill>
                </a:rPr>
                <a:t>직항</a:t>
              </a:r>
            </a:p>
          </p:txBody>
        </p:sp>
        <p:sp>
          <p:nvSpPr>
            <p:cNvPr id="186" name="직사각형 185">
              <a:extLst>
                <a:ext uri="{FF2B5EF4-FFF2-40B4-BE49-F238E27FC236}">
                  <a16:creationId xmlns:a16="http://schemas.microsoft.com/office/drawing/2014/main" id="{F3FFFACA-83BB-6AD1-5589-4C39AC69F547}"/>
                </a:ext>
              </a:extLst>
            </p:cNvPr>
            <p:cNvSpPr/>
            <p:nvPr/>
          </p:nvSpPr>
          <p:spPr>
            <a:xfrm>
              <a:off x="4552723" y="4915837"/>
              <a:ext cx="760592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>
                  <a:solidFill>
                    <a:schemeClr val="bg2">
                      <a:lumMod val="50000"/>
                    </a:schemeClr>
                  </a:solidFill>
                </a:rPr>
                <a:t>14</a:t>
              </a:r>
              <a:r>
                <a:rPr lang="ko-KR" altLang="en-US" sz="600" dirty="0">
                  <a:solidFill>
                    <a:schemeClr val="bg2">
                      <a:lumMod val="50000"/>
                    </a:schemeClr>
                  </a:solidFill>
                </a:rPr>
                <a:t>시간 </a:t>
              </a:r>
              <a:r>
                <a:rPr lang="en-US" altLang="ko-KR" sz="600" dirty="0">
                  <a:solidFill>
                    <a:schemeClr val="bg2">
                      <a:lumMod val="50000"/>
                    </a:schemeClr>
                  </a:solidFill>
                </a:rPr>
                <a:t>20</a:t>
              </a:r>
              <a:r>
                <a:rPr lang="ko-KR" altLang="en-US" sz="600" dirty="0">
                  <a:solidFill>
                    <a:schemeClr val="bg2">
                      <a:lumMod val="50000"/>
                    </a:schemeClr>
                  </a:solidFill>
                </a:rPr>
                <a:t>분</a:t>
              </a:r>
            </a:p>
          </p:txBody>
        </p:sp>
      </p:grpSp>
      <p:grpSp>
        <p:nvGrpSpPr>
          <p:cNvPr id="190" name="그룹 189">
            <a:extLst>
              <a:ext uri="{FF2B5EF4-FFF2-40B4-BE49-F238E27FC236}">
                <a16:creationId xmlns:a16="http://schemas.microsoft.com/office/drawing/2014/main" id="{F1C39FD4-11D3-9A51-C21E-606E9A01F809}"/>
              </a:ext>
            </a:extLst>
          </p:cNvPr>
          <p:cNvGrpSpPr/>
          <p:nvPr/>
        </p:nvGrpSpPr>
        <p:grpSpPr>
          <a:xfrm>
            <a:off x="3598300" y="4230287"/>
            <a:ext cx="595055" cy="356897"/>
            <a:chOff x="3380359" y="4711131"/>
            <a:chExt cx="595055" cy="356897"/>
          </a:xfrm>
        </p:grpSpPr>
        <p:sp>
          <p:nvSpPr>
            <p:cNvPr id="191" name="직사각형 190">
              <a:extLst>
                <a:ext uri="{FF2B5EF4-FFF2-40B4-BE49-F238E27FC236}">
                  <a16:creationId xmlns:a16="http://schemas.microsoft.com/office/drawing/2014/main" id="{15813011-05CC-7D4A-6A8D-83CDF67448F7}"/>
                </a:ext>
              </a:extLst>
            </p:cNvPr>
            <p:cNvSpPr/>
            <p:nvPr/>
          </p:nvSpPr>
          <p:spPr>
            <a:xfrm>
              <a:off x="3380359" y="4711131"/>
              <a:ext cx="595055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</a:rPr>
                <a:t>20:10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192" name="직사각형 191">
              <a:extLst>
                <a:ext uri="{FF2B5EF4-FFF2-40B4-BE49-F238E27FC236}">
                  <a16:creationId xmlns:a16="http://schemas.microsoft.com/office/drawing/2014/main" id="{F167546E-63C7-8BBF-DA8B-FAE7720EE6DB}"/>
                </a:ext>
              </a:extLst>
            </p:cNvPr>
            <p:cNvSpPr/>
            <p:nvPr/>
          </p:nvSpPr>
          <p:spPr>
            <a:xfrm>
              <a:off x="3380359" y="4888028"/>
              <a:ext cx="595055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dirty="0">
                  <a:solidFill>
                    <a:schemeClr val="bg2">
                      <a:lumMod val="50000"/>
                    </a:schemeClr>
                  </a:solidFill>
                </a:rPr>
                <a:t>INC</a:t>
              </a:r>
              <a:endParaRPr lang="ko-KR" altLang="en-US" sz="7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  <p:grpSp>
        <p:nvGrpSpPr>
          <p:cNvPr id="193" name="그룹 192">
            <a:extLst>
              <a:ext uri="{FF2B5EF4-FFF2-40B4-BE49-F238E27FC236}">
                <a16:creationId xmlns:a16="http://schemas.microsoft.com/office/drawing/2014/main" id="{26E4EB9E-2184-A046-EAB2-B701C565EA9E}"/>
              </a:ext>
            </a:extLst>
          </p:cNvPr>
          <p:cNvGrpSpPr/>
          <p:nvPr/>
        </p:nvGrpSpPr>
        <p:grpSpPr>
          <a:xfrm>
            <a:off x="5640866" y="4230287"/>
            <a:ext cx="595055" cy="356897"/>
            <a:chOff x="4878956" y="4711131"/>
            <a:chExt cx="595055" cy="356897"/>
          </a:xfrm>
        </p:grpSpPr>
        <p:sp>
          <p:nvSpPr>
            <p:cNvPr id="194" name="직사각형 193">
              <a:extLst>
                <a:ext uri="{FF2B5EF4-FFF2-40B4-BE49-F238E27FC236}">
                  <a16:creationId xmlns:a16="http://schemas.microsoft.com/office/drawing/2014/main" id="{5AF93452-FAFF-3668-5711-8EDF506F2BC4}"/>
                </a:ext>
              </a:extLst>
            </p:cNvPr>
            <p:cNvSpPr/>
            <p:nvPr/>
          </p:nvSpPr>
          <p:spPr>
            <a:xfrm>
              <a:off x="4878956" y="4711131"/>
              <a:ext cx="595055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</a:rPr>
                <a:t>19:40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195" name="직사각형 194">
              <a:extLst>
                <a:ext uri="{FF2B5EF4-FFF2-40B4-BE49-F238E27FC236}">
                  <a16:creationId xmlns:a16="http://schemas.microsoft.com/office/drawing/2014/main" id="{1117A9CA-8281-9173-02DC-6F3C425BAA6B}"/>
                </a:ext>
              </a:extLst>
            </p:cNvPr>
            <p:cNvSpPr/>
            <p:nvPr/>
          </p:nvSpPr>
          <p:spPr>
            <a:xfrm>
              <a:off x="4878956" y="4888028"/>
              <a:ext cx="595055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dirty="0">
                  <a:solidFill>
                    <a:schemeClr val="bg2">
                      <a:lumMod val="50000"/>
                    </a:schemeClr>
                  </a:solidFill>
                </a:rPr>
                <a:t>YYZ</a:t>
              </a:r>
              <a:endParaRPr lang="ko-KR" altLang="en-US" sz="7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  <p:grpSp>
        <p:nvGrpSpPr>
          <p:cNvPr id="196" name="그룹 195">
            <a:extLst>
              <a:ext uri="{FF2B5EF4-FFF2-40B4-BE49-F238E27FC236}">
                <a16:creationId xmlns:a16="http://schemas.microsoft.com/office/drawing/2014/main" id="{7E3DC877-7027-5C98-151C-1A05F6EE83A0}"/>
              </a:ext>
            </a:extLst>
          </p:cNvPr>
          <p:cNvGrpSpPr/>
          <p:nvPr/>
        </p:nvGrpSpPr>
        <p:grpSpPr>
          <a:xfrm>
            <a:off x="4196971" y="4216725"/>
            <a:ext cx="1462362" cy="370459"/>
            <a:chOff x="4196971" y="4716047"/>
            <a:chExt cx="1462362" cy="370459"/>
          </a:xfrm>
        </p:grpSpPr>
        <p:grpSp>
          <p:nvGrpSpPr>
            <p:cNvPr id="197" name="그룹 196">
              <a:extLst>
                <a:ext uri="{FF2B5EF4-FFF2-40B4-BE49-F238E27FC236}">
                  <a16:creationId xmlns:a16="http://schemas.microsoft.com/office/drawing/2014/main" id="{301CFD6D-19BE-5EA6-BB1B-73BF355B9E6D}"/>
                </a:ext>
              </a:extLst>
            </p:cNvPr>
            <p:cNvGrpSpPr/>
            <p:nvPr/>
          </p:nvGrpSpPr>
          <p:grpSpPr>
            <a:xfrm>
              <a:off x="4196971" y="4879854"/>
              <a:ext cx="1462362" cy="45720"/>
              <a:chOff x="4373272" y="5400438"/>
              <a:chExt cx="1462362" cy="45720"/>
            </a:xfrm>
          </p:grpSpPr>
          <p:cxnSp>
            <p:nvCxnSpPr>
              <p:cNvPr id="200" name="직선 연결선 199">
                <a:extLst>
                  <a:ext uri="{FF2B5EF4-FFF2-40B4-BE49-F238E27FC236}">
                    <a16:creationId xmlns:a16="http://schemas.microsoft.com/office/drawing/2014/main" id="{01D7298D-0F76-4865-2D2F-60BE654EBE0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91114" y="5423298"/>
                <a:ext cx="1444520" cy="0"/>
              </a:xfrm>
              <a:prstGeom prst="line">
                <a:avLst/>
              </a:prstGeom>
              <a:ln w="6350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1" name="타원 200">
                <a:extLst>
                  <a:ext uri="{FF2B5EF4-FFF2-40B4-BE49-F238E27FC236}">
                    <a16:creationId xmlns:a16="http://schemas.microsoft.com/office/drawing/2014/main" id="{6ED86965-72E8-DF0A-7342-F54D9EABDF23}"/>
                  </a:ext>
                </a:extLst>
              </p:cNvPr>
              <p:cNvSpPr/>
              <p:nvPr/>
            </p:nvSpPr>
            <p:spPr>
              <a:xfrm>
                <a:off x="4373272" y="5400438"/>
                <a:ext cx="45722" cy="45720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02" name="타원 201">
                <a:extLst>
                  <a:ext uri="{FF2B5EF4-FFF2-40B4-BE49-F238E27FC236}">
                    <a16:creationId xmlns:a16="http://schemas.microsoft.com/office/drawing/2014/main" id="{19D395F1-34E8-C588-46ED-E9A157B22883}"/>
                  </a:ext>
                </a:extLst>
              </p:cNvPr>
              <p:cNvSpPr/>
              <p:nvPr/>
            </p:nvSpPr>
            <p:spPr>
              <a:xfrm>
                <a:off x="5789912" y="5400438"/>
                <a:ext cx="45722" cy="45720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p:grpSp>
        <p:sp>
          <p:nvSpPr>
            <p:cNvPr id="198" name="직사각형 197">
              <a:extLst>
                <a:ext uri="{FF2B5EF4-FFF2-40B4-BE49-F238E27FC236}">
                  <a16:creationId xmlns:a16="http://schemas.microsoft.com/office/drawing/2014/main" id="{4C091D7C-8DDD-5D86-920C-F6A5AA17C4DC}"/>
                </a:ext>
              </a:extLst>
            </p:cNvPr>
            <p:cNvSpPr/>
            <p:nvPr/>
          </p:nvSpPr>
          <p:spPr>
            <a:xfrm>
              <a:off x="4640834" y="4716047"/>
              <a:ext cx="595055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600" dirty="0">
                  <a:solidFill>
                    <a:schemeClr val="bg2">
                      <a:lumMod val="50000"/>
                    </a:schemeClr>
                  </a:solidFill>
                </a:rPr>
                <a:t>직항</a:t>
              </a:r>
            </a:p>
          </p:txBody>
        </p:sp>
        <p:sp>
          <p:nvSpPr>
            <p:cNvPr id="199" name="직사각형 198">
              <a:extLst>
                <a:ext uri="{FF2B5EF4-FFF2-40B4-BE49-F238E27FC236}">
                  <a16:creationId xmlns:a16="http://schemas.microsoft.com/office/drawing/2014/main" id="{2885FB89-1B48-AA65-63A5-C070A3FB681A}"/>
                </a:ext>
              </a:extLst>
            </p:cNvPr>
            <p:cNvSpPr/>
            <p:nvPr/>
          </p:nvSpPr>
          <p:spPr>
            <a:xfrm>
              <a:off x="4556309" y="4906506"/>
              <a:ext cx="760592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>
                  <a:solidFill>
                    <a:schemeClr val="bg2">
                      <a:lumMod val="50000"/>
                    </a:schemeClr>
                  </a:solidFill>
                </a:rPr>
                <a:t>14</a:t>
              </a:r>
              <a:r>
                <a:rPr lang="ko-KR" altLang="en-US" sz="600" dirty="0">
                  <a:solidFill>
                    <a:schemeClr val="bg2">
                      <a:lumMod val="50000"/>
                    </a:schemeClr>
                  </a:solidFill>
                </a:rPr>
                <a:t>시간 </a:t>
              </a:r>
              <a:r>
                <a:rPr lang="en-US" altLang="ko-KR" sz="600" dirty="0">
                  <a:solidFill>
                    <a:schemeClr val="bg2">
                      <a:lumMod val="50000"/>
                    </a:schemeClr>
                  </a:solidFill>
                </a:rPr>
                <a:t>20</a:t>
              </a:r>
              <a:r>
                <a:rPr lang="ko-KR" altLang="en-US" sz="600" dirty="0">
                  <a:solidFill>
                    <a:schemeClr val="bg2">
                      <a:lumMod val="50000"/>
                    </a:schemeClr>
                  </a:solidFill>
                </a:rPr>
                <a:t>분</a:t>
              </a:r>
            </a:p>
          </p:txBody>
        </p:sp>
      </p:grpSp>
      <p:pic>
        <p:nvPicPr>
          <p:cNvPr id="203" name="그래픽 202" descr="초승달 윤곽선">
            <a:extLst>
              <a:ext uri="{FF2B5EF4-FFF2-40B4-BE49-F238E27FC236}">
                <a16:creationId xmlns:a16="http://schemas.microsoft.com/office/drawing/2014/main" id="{2EC91B45-2B1F-2F49-A9BC-F255385980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34662" y="4316445"/>
            <a:ext cx="180001" cy="180001"/>
          </a:xfrm>
          <a:prstGeom prst="rect">
            <a:avLst/>
          </a:prstGeom>
        </p:spPr>
      </p:pic>
      <p:sp>
        <p:nvSpPr>
          <p:cNvPr id="204" name="직사각형 203">
            <a:extLst>
              <a:ext uri="{FF2B5EF4-FFF2-40B4-BE49-F238E27FC236}">
                <a16:creationId xmlns:a16="http://schemas.microsoft.com/office/drawing/2014/main" id="{A4125D8E-9079-A59E-6C15-399DE4F63748}"/>
              </a:ext>
            </a:extLst>
          </p:cNvPr>
          <p:cNvSpPr/>
          <p:nvPr/>
        </p:nvSpPr>
        <p:spPr>
          <a:xfrm>
            <a:off x="2395012" y="4316445"/>
            <a:ext cx="1227738" cy="18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b="1" dirty="0">
                <a:solidFill>
                  <a:schemeClr val="tx1"/>
                </a:solidFill>
              </a:rPr>
              <a:t>대한항공</a:t>
            </a:r>
          </a:p>
        </p:txBody>
      </p:sp>
      <p:grpSp>
        <p:nvGrpSpPr>
          <p:cNvPr id="205" name="그룹 204">
            <a:extLst>
              <a:ext uri="{FF2B5EF4-FFF2-40B4-BE49-F238E27FC236}">
                <a16:creationId xmlns:a16="http://schemas.microsoft.com/office/drawing/2014/main" id="{3F1968E3-4076-9361-BBE2-E38F7642E21A}"/>
              </a:ext>
            </a:extLst>
          </p:cNvPr>
          <p:cNvGrpSpPr/>
          <p:nvPr/>
        </p:nvGrpSpPr>
        <p:grpSpPr>
          <a:xfrm>
            <a:off x="7165332" y="3155165"/>
            <a:ext cx="1227738" cy="180000"/>
            <a:chOff x="7197113" y="4365278"/>
            <a:chExt cx="1227738" cy="180000"/>
          </a:xfrm>
        </p:grpSpPr>
        <p:sp>
          <p:nvSpPr>
            <p:cNvPr id="206" name="직사각형 205">
              <a:extLst>
                <a:ext uri="{FF2B5EF4-FFF2-40B4-BE49-F238E27FC236}">
                  <a16:creationId xmlns:a16="http://schemas.microsoft.com/office/drawing/2014/main" id="{3A9B363A-32B1-17E5-8B04-931B15805FFA}"/>
                </a:ext>
              </a:extLst>
            </p:cNvPr>
            <p:cNvSpPr/>
            <p:nvPr/>
          </p:nvSpPr>
          <p:spPr>
            <a:xfrm>
              <a:off x="7197113" y="4365278"/>
              <a:ext cx="443046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u="sng" dirty="0">
                  <a:solidFill>
                    <a:schemeClr val="tx1"/>
                  </a:solidFill>
                </a:rPr>
                <a:t>규정</a:t>
              </a:r>
            </a:p>
          </p:txBody>
        </p:sp>
        <p:sp>
          <p:nvSpPr>
            <p:cNvPr id="207" name="직사각형 206">
              <a:extLst>
                <a:ext uri="{FF2B5EF4-FFF2-40B4-BE49-F238E27FC236}">
                  <a16:creationId xmlns:a16="http://schemas.microsoft.com/office/drawing/2014/main" id="{816A03CB-B258-E0BC-024B-75AF46C6211E}"/>
                </a:ext>
              </a:extLst>
            </p:cNvPr>
            <p:cNvSpPr/>
            <p:nvPr/>
          </p:nvSpPr>
          <p:spPr>
            <a:xfrm>
              <a:off x="7501913" y="4365278"/>
              <a:ext cx="922938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u="sng" dirty="0">
                  <a:solidFill>
                    <a:schemeClr val="tx1"/>
                  </a:solidFill>
                </a:rPr>
                <a:t>여행 상세일정</a:t>
              </a:r>
            </a:p>
          </p:txBody>
        </p:sp>
      </p:grpSp>
      <p:sp>
        <p:nvSpPr>
          <p:cNvPr id="208" name="직사각형 207">
            <a:extLst>
              <a:ext uri="{FF2B5EF4-FFF2-40B4-BE49-F238E27FC236}">
                <a16:creationId xmlns:a16="http://schemas.microsoft.com/office/drawing/2014/main" id="{0939B2D8-C8CD-58C6-84C0-5C82029DFB7D}"/>
              </a:ext>
            </a:extLst>
          </p:cNvPr>
          <p:cNvSpPr/>
          <p:nvPr/>
        </p:nvSpPr>
        <p:spPr>
          <a:xfrm>
            <a:off x="5644985" y="3323691"/>
            <a:ext cx="595055" cy="18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solidFill>
                  <a:srgbClr val="4B90FF"/>
                </a:solidFill>
              </a:rPr>
              <a:t>(+1</a:t>
            </a:r>
            <a:r>
              <a:rPr lang="ko-KR" altLang="en-US" sz="700" dirty="0">
                <a:solidFill>
                  <a:srgbClr val="4B90FF"/>
                </a:solidFill>
              </a:rPr>
              <a:t>일</a:t>
            </a:r>
            <a:r>
              <a:rPr lang="en-US" altLang="ko-KR" sz="700" dirty="0">
                <a:solidFill>
                  <a:srgbClr val="4B90FF"/>
                </a:solidFill>
              </a:rPr>
              <a:t>)</a:t>
            </a:r>
            <a:endParaRPr lang="ko-KR" altLang="en-US" sz="700" dirty="0">
              <a:solidFill>
                <a:srgbClr val="4B90FF"/>
              </a:solidFill>
            </a:endParaRPr>
          </a:p>
        </p:txBody>
      </p:sp>
      <p:sp>
        <p:nvSpPr>
          <p:cNvPr id="209" name="직사각형 208">
            <a:extLst>
              <a:ext uri="{FF2B5EF4-FFF2-40B4-BE49-F238E27FC236}">
                <a16:creationId xmlns:a16="http://schemas.microsoft.com/office/drawing/2014/main" id="{0D6E0FD3-00DC-BDBB-C463-8623EADBDF6C}"/>
              </a:ext>
            </a:extLst>
          </p:cNvPr>
          <p:cNvSpPr/>
          <p:nvPr/>
        </p:nvSpPr>
        <p:spPr>
          <a:xfrm>
            <a:off x="5640866" y="4036725"/>
            <a:ext cx="595055" cy="18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solidFill>
                  <a:srgbClr val="4B90FF"/>
                </a:solidFill>
              </a:rPr>
              <a:t>(+1</a:t>
            </a:r>
            <a:r>
              <a:rPr lang="ko-KR" altLang="en-US" sz="700" dirty="0">
                <a:solidFill>
                  <a:srgbClr val="4B90FF"/>
                </a:solidFill>
              </a:rPr>
              <a:t>일</a:t>
            </a:r>
            <a:r>
              <a:rPr lang="en-US" altLang="ko-KR" sz="700" dirty="0">
                <a:solidFill>
                  <a:srgbClr val="4B90FF"/>
                </a:solidFill>
              </a:rPr>
              <a:t>)</a:t>
            </a:r>
            <a:endParaRPr lang="ko-KR" altLang="en-US" sz="700" dirty="0">
              <a:solidFill>
                <a:srgbClr val="4B90FF"/>
              </a:solidFill>
            </a:endParaRPr>
          </a:p>
        </p:txBody>
      </p:sp>
      <p:grpSp>
        <p:nvGrpSpPr>
          <p:cNvPr id="213" name="그룹 212">
            <a:extLst>
              <a:ext uri="{FF2B5EF4-FFF2-40B4-BE49-F238E27FC236}">
                <a16:creationId xmlns:a16="http://schemas.microsoft.com/office/drawing/2014/main" id="{F2E2F8A3-EC6C-470A-3A16-D99D1C762096}"/>
              </a:ext>
            </a:extLst>
          </p:cNvPr>
          <p:cNvGrpSpPr/>
          <p:nvPr/>
        </p:nvGrpSpPr>
        <p:grpSpPr>
          <a:xfrm>
            <a:off x="3178927" y="5044155"/>
            <a:ext cx="413954" cy="180000"/>
            <a:chOff x="4157366" y="5471111"/>
            <a:chExt cx="413954" cy="180000"/>
          </a:xfrm>
        </p:grpSpPr>
        <p:grpSp>
          <p:nvGrpSpPr>
            <p:cNvPr id="214" name="그룹 213">
              <a:extLst>
                <a:ext uri="{FF2B5EF4-FFF2-40B4-BE49-F238E27FC236}">
                  <a16:creationId xmlns:a16="http://schemas.microsoft.com/office/drawing/2014/main" id="{91151410-0F41-678A-A098-D0AA4AB49B88}"/>
                </a:ext>
              </a:extLst>
            </p:cNvPr>
            <p:cNvGrpSpPr/>
            <p:nvPr/>
          </p:nvGrpSpPr>
          <p:grpSpPr>
            <a:xfrm>
              <a:off x="4157366" y="5471111"/>
              <a:ext cx="186350" cy="180000"/>
              <a:chOff x="4320179" y="4982392"/>
              <a:chExt cx="186350" cy="180000"/>
            </a:xfrm>
          </p:grpSpPr>
          <p:sp>
            <p:nvSpPr>
              <p:cNvPr id="218" name="직사각형 217">
                <a:extLst>
                  <a:ext uri="{FF2B5EF4-FFF2-40B4-BE49-F238E27FC236}">
                    <a16:creationId xmlns:a16="http://schemas.microsoft.com/office/drawing/2014/main" id="{6F86F410-D7EB-E281-D419-6397F52B055E}"/>
                  </a:ext>
                </a:extLst>
              </p:cNvPr>
              <p:cNvSpPr/>
              <p:nvPr/>
            </p:nvSpPr>
            <p:spPr>
              <a:xfrm>
                <a:off x="4323354" y="4982392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219" name="그래픽 218" descr="왼쪽 캐럿 윤곽선">
                <a:extLst>
                  <a:ext uri="{FF2B5EF4-FFF2-40B4-BE49-F238E27FC236}">
                    <a16:creationId xmlns:a16="http://schemas.microsoft.com/office/drawing/2014/main" id="{E23BAAE5-8CF3-E36E-938E-B40A801BAF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4320179" y="4995684"/>
                <a:ext cx="153417" cy="153417"/>
              </a:xfrm>
              <a:prstGeom prst="rect">
                <a:avLst/>
              </a:prstGeom>
            </p:spPr>
          </p:pic>
          <p:pic>
            <p:nvPicPr>
              <p:cNvPr id="220" name="그래픽 219" descr="왼쪽 캐럿 윤곽선">
                <a:extLst>
                  <a:ext uri="{FF2B5EF4-FFF2-40B4-BE49-F238E27FC236}">
                    <a16:creationId xmlns:a16="http://schemas.microsoft.com/office/drawing/2014/main" id="{BABFFC06-7A7B-A3FF-198E-A107706CC1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4353112" y="4995684"/>
                <a:ext cx="153417" cy="153417"/>
              </a:xfrm>
              <a:prstGeom prst="rect">
                <a:avLst/>
              </a:prstGeom>
            </p:spPr>
          </p:pic>
        </p:grpSp>
        <p:grpSp>
          <p:nvGrpSpPr>
            <p:cNvPr id="215" name="그룹 214">
              <a:extLst>
                <a:ext uri="{FF2B5EF4-FFF2-40B4-BE49-F238E27FC236}">
                  <a16:creationId xmlns:a16="http://schemas.microsoft.com/office/drawing/2014/main" id="{6FC3CD46-7719-7B05-C6A7-5EA512FF0F0B}"/>
                </a:ext>
              </a:extLst>
            </p:cNvPr>
            <p:cNvGrpSpPr/>
            <p:nvPr/>
          </p:nvGrpSpPr>
          <p:grpSpPr>
            <a:xfrm>
              <a:off x="4391320" y="5471111"/>
              <a:ext cx="180000" cy="180000"/>
              <a:chOff x="4590054" y="5059101"/>
              <a:chExt cx="180000" cy="180000"/>
            </a:xfrm>
          </p:grpSpPr>
          <p:sp>
            <p:nvSpPr>
              <p:cNvPr id="216" name="직사각형 215">
                <a:extLst>
                  <a:ext uri="{FF2B5EF4-FFF2-40B4-BE49-F238E27FC236}">
                    <a16:creationId xmlns:a16="http://schemas.microsoft.com/office/drawing/2014/main" id="{F1820BA3-D214-AE6F-E7FC-5B5CEDAC4BF2}"/>
                  </a:ext>
                </a:extLst>
              </p:cNvPr>
              <p:cNvSpPr/>
              <p:nvPr/>
            </p:nvSpPr>
            <p:spPr>
              <a:xfrm>
                <a:off x="4590054" y="505910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217" name="그래픽 216" descr="왼쪽 캐럿 윤곽선">
                <a:extLst>
                  <a:ext uri="{FF2B5EF4-FFF2-40B4-BE49-F238E27FC236}">
                    <a16:creationId xmlns:a16="http://schemas.microsoft.com/office/drawing/2014/main" id="{DE8AE850-F238-FA42-AD31-62A13A48F4D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4603346" y="5072393"/>
                <a:ext cx="153417" cy="153417"/>
              </a:xfrm>
              <a:prstGeom prst="rect">
                <a:avLst/>
              </a:prstGeom>
            </p:spPr>
          </p:pic>
        </p:grpSp>
      </p:grpSp>
      <p:sp>
        <p:nvSpPr>
          <p:cNvPr id="230" name="직사각형 229">
            <a:extLst>
              <a:ext uri="{FF2B5EF4-FFF2-40B4-BE49-F238E27FC236}">
                <a16:creationId xmlns:a16="http://schemas.microsoft.com/office/drawing/2014/main" id="{7DF8035D-9623-2BE0-FD2A-8A4A80810AF0}"/>
              </a:ext>
            </a:extLst>
          </p:cNvPr>
          <p:cNvSpPr/>
          <p:nvPr/>
        </p:nvSpPr>
        <p:spPr>
          <a:xfrm>
            <a:off x="114207" y="614884"/>
            <a:ext cx="8707394" cy="6103610"/>
          </a:xfrm>
          <a:prstGeom prst="rect">
            <a:avLst/>
          </a:prstGeom>
          <a:solidFill>
            <a:schemeClr val="tx1">
              <a:lumMod val="85000"/>
              <a:lumOff val="1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31" name="직사각형 230">
            <a:extLst>
              <a:ext uri="{FF2B5EF4-FFF2-40B4-BE49-F238E27FC236}">
                <a16:creationId xmlns:a16="http://schemas.microsoft.com/office/drawing/2014/main" id="{D5FE105D-6166-ACE1-7DE7-5AFED41EDA4A}"/>
              </a:ext>
            </a:extLst>
          </p:cNvPr>
          <p:cNvSpPr/>
          <p:nvPr/>
        </p:nvSpPr>
        <p:spPr>
          <a:xfrm>
            <a:off x="6366950" y="2395372"/>
            <a:ext cx="897682" cy="3659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3" name="사각형: 둥근 모서리 232">
            <a:extLst>
              <a:ext uri="{FF2B5EF4-FFF2-40B4-BE49-F238E27FC236}">
                <a16:creationId xmlns:a16="http://schemas.microsoft.com/office/drawing/2014/main" id="{D37A93A0-0EB7-51D3-0032-E6E2D16FAB3D}"/>
              </a:ext>
            </a:extLst>
          </p:cNvPr>
          <p:cNvSpPr>
            <a:spLocks/>
          </p:cNvSpPr>
          <p:nvPr/>
        </p:nvSpPr>
        <p:spPr>
          <a:xfrm>
            <a:off x="2839208" y="1996314"/>
            <a:ext cx="2695961" cy="3708148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34" name="TextBox 233">
            <a:extLst>
              <a:ext uri="{FF2B5EF4-FFF2-40B4-BE49-F238E27FC236}">
                <a16:creationId xmlns:a16="http://schemas.microsoft.com/office/drawing/2014/main" id="{BA617C46-00F5-BC93-928C-384C54CE6B80}"/>
              </a:ext>
            </a:extLst>
          </p:cNvPr>
          <p:cNvSpPr txBox="1"/>
          <p:nvPr/>
        </p:nvSpPr>
        <p:spPr>
          <a:xfrm>
            <a:off x="3699361" y="2086015"/>
            <a:ext cx="87248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/>
              <a:t>탑승객 확인</a:t>
            </a:r>
          </a:p>
        </p:txBody>
      </p:sp>
      <p:sp>
        <p:nvSpPr>
          <p:cNvPr id="246" name="사각형: 둥근 모서리 245">
            <a:extLst>
              <a:ext uri="{FF2B5EF4-FFF2-40B4-BE49-F238E27FC236}">
                <a16:creationId xmlns:a16="http://schemas.microsoft.com/office/drawing/2014/main" id="{3A387552-D5BC-E12D-736B-EBC9104D143B}"/>
              </a:ext>
            </a:extLst>
          </p:cNvPr>
          <p:cNvSpPr/>
          <p:nvPr/>
        </p:nvSpPr>
        <p:spPr>
          <a:xfrm>
            <a:off x="2992440" y="5315258"/>
            <a:ext cx="2324461" cy="262196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/>
              <a:t>예약하기</a:t>
            </a:r>
          </a:p>
        </p:txBody>
      </p:sp>
      <p:pic>
        <p:nvPicPr>
          <p:cNvPr id="4" name="그래픽 3" descr="닫기 단색으로 채워진">
            <a:extLst>
              <a:ext uri="{FF2B5EF4-FFF2-40B4-BE49-F238E27FC236}">
                <a16:creationId xmlns:a16="http://schemas.microsoft.com/office/drawing/2014/main" id="{958DC351-1E20-91D3-EE6E-A1E6511D630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316101" y="2086648"/>
            <a:ext cx="142568" cy="165661"/>
          </a:xfrm>
          <a:prstGeom prst="rect">
            <a:avLst/>
          </a:prstGeom>
        </p:spPr>
      </p:pic>
      <p:grpSp>
        <p:nvGrpSpPr>
          <p:cNvPr id="28" name="그룹 27">
            <a:extLst>
              <a:ext uri="{FF2B5EF4-FFF2-40B4-BE49-F238E27FC236}">
                <a16:creationId xmlns:a16="http://schemas.microsoft.com/office/drawing/2014/main" id="{A3DB1905-B906-E7C4-51AB-0D35C5FC7EAE}"/>
              </a:ext>
            </a:extLst>
          </p:cNvPr>
          <p:cNvGrpSpPr/>
          <p:nvPr/>
        </p:nvGrpSpPr>
        <p:grpSpPr>
          <a:xfrm>
            <a:off x="3026279" y="2366762"/>
            <a:ext cx="2085398" cy="248120"/>
            <a:chOff x="3906545" y="2773229"/>
            <a:chExt cx="2081260" cy="248120"/>
          </a:xfrm>
        </p:grpSpPr>
        <p:sp>
          <p:nvSpPr>
            <p:cNvPr id="239" name="TextBox 238">
              <a:extLst>
                <a:ext uri="{FF2B5EF4-FFF2-40B4-BE49-F238E27FC236}">
                  <a16:creationId xmlns:a16="http://schemas.microsoft.com/office/drawing/2014/main" id="{D49ED118-A83D-7274-8A7A-03026F6EA2E3}"/>
                </a:ext>
              </a:extLst>
            </p:cNvPr>
            <p:cNvSpPr txBox="1"/>
            <p:nvPr/>
          </p:nvSpPr>
          <p:spPr>
            <a:xfrm>
              <a:off x="3906545" y="2773229"/>
              <a:ext cx="49244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b="1" dirty="0"/>
                <a:t>탑승객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8B9C534-9369-5C45-0DEB-D0DB3DA2BD65}"/>
                </a:ext>
              </a:extLst>
            </p:cNvPr>
            <p:cNvSpPr txBox="1"/>
            <p:nvPr/>
          </p:nvSpPr>
          <p:spPr>
            <a:xfrm>
              <a:off x="4612615" y="2785884"/>
              <a:ext cx="742637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b="1" dirty="0"/>
                <a:t>Cost center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A6DB923-3975-5FC7-B012-27D930039E5F}"/>
                </a:ext>
              </a:extLst>
            </p:cNvPr>
            <p:cNvSpPr txBox="1"/>
            <p:nvPr/>
          </p:nvSpPr>
          <p:spPr>
            <a:xfrm>
              <a:off x="5392770" y="2805905"/>
              <a:ext cx="59503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b="1" dirty="0"/>
                <a:t>마일리지</a:t>
              </a:r>
              <a:endParaRPr lang="en-US" altLang="ko-KR" sz="800" b="1" dirty="0"/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6D7C616D-F655-7444-9FEE-953939AECE32}"/>
              </a:ext>
            </a:extLst>
          </p:cNvPr>
          <p:cNvGrpSpPr/>
          <p:nvPr/>
        </p:nvGrpSpPr>
        <p:grpSpPr>
          <a:xfrm>
            <a:off x="2978086" y="2633857"/>
            <a:ext cx="2306889" cy="217906"/>
            <a:chOff x="3858446" y="2966402"/>
            <a:chExt cx="2302311" cy="217906"/>
          </a:xfrm>
        </p:grpSpPr>
        <p:sp>
          <p:nvSpPr>
            <p:cNvPr id="241" name="TextBox 240">
              <a:extLst>
                <a:ext uri="{FF2B5EF4-FFF2-40B4-BE49-F238E27FC236}">
                  <a16:creationId xmlns:a16="http://schemas.microsoft.com/office/drawing/2014/main" id="{0FB50122-CB02-617B-09D6-0667F9BAEC54}"/>
                </a:ext>
              </a:extLst>
            </p:cNvPr>
            <p:cNvSpPr txBox="1"/>
            <p:nvPr/>
          </p:nvSpPr>
          <p:spPr>
            <a:xfrm>
              <a:off x="4678716" y="2966402"/>
              <a:ext cx="604653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700" dirty="0">
                  <a:solidFill>
                    <a:schemeClr val="bg2">
                      <a:lumMod val="50000"/>
                    </a:schemeClr>
                  </a:solidFill>
                </a:rPr>
                <a:t>TEST_TEST</a:t>
              </a:r>
              <a:endParaRPr lang="ko-KR" altLang="en-US" sz="7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244" name="사각형: 둥근 모서리 243">
              <a:extLst>
                <a:ext uri="{FF2B5EF4-FFF2-40B4-BE49-F238E27FC236}">
                  <a16:creationId xmlns:a16="http://schemas.microsoft.com/office/drawing/2014/main" id="{32FCA0A5-DDDD-5A40-0B1D-582D3A394638}"/>
                </a:ext>
              </a:extLst>
            </p:cNvPr>
            <p:cNvSpPr/>
            <p:nvPr/>
          </p:nvSpPr>
          <p:spPr>
            <a:xfrm>
              <a:off x="3858446" y="2968099"/>
              <a:ext cx="724624" cy="216000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b="1" dirty="0">
                  <a:solidFill>
                    <a:schemeClr val="tx1"/>
                  </a:solidFill>
                </a:rPr>
                <a:t>이지연 </a:t>
              </a:r>
              <a:r>
                <a:rPr lang="en-US" altLang="ko-KR" sz="700" b="1" dirty="0">
                  <a:solidFill>
                    <a:schemeClr val="tx1"/>
                  </a:solidFill>
                </a:rPr>
                <a:t>(</a:t>
              </a:r>
              <a:r>
                <a:rPr lang="ko-KR" altLang="en-US" sz="700" b="1" dirty="0">
                  <a:solidFill>
                    <a:schemeClr val="tx1"/>
                  </a:solidFill>
                </a:rPr>
                <a:t>성인</a:t>
              </a:r>
              <a:r>
                <a:rPr lang="en-US" altLang="ko-KR" sz="700" b="1" dirty="0">
                  <a:solidFill>
                    <a:schemeClr val="tx1"/>
                  </a:solidFill>
                </a:rPr>
                <a:t>)</a:t>
              </a:r>
              <a:endParaRPr lang="ko-KR" altLang="en-US" sz="700" b="1" dirty="0">
                <a:solidFill>
                  <a:schemeClr val="tx1"/>
                </a:solidFill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78A9931-7869-EFD7-C303-BBDD5F47DB58}"/>
                </a:ext>
              </a:extLst>
            </p:cNvPr>
            <p:cNvSpPr txBox="1"/>
            <p:nvPr/>
          </p:nvSpPr>
          <p:spPr>
            <a:xfrm>
              <a:off x="5323668" y="2984253"/>
              <a:ext cx="837089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700" dirty="0">
                  <a:solidFill>
                    <a:schemeClr val="bg2">
                      <a:lumMod val="50000"/>
                    </a:schemeClr>
                  </a:solidFill>
                </a:rPr>
                <a:t>OZ  152156123</a:t>
              </a:r>
              <a:endParaRPr lang="ko-KR" altLang="en-US" sz="7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DF1D8921-4641-B073-6053-A9ACF38843FA}"/>
              </a:ext>
            </a:extLst>
          </p:cNvPr>
          <p:cNvGrpSpPr/>
          <p:nvPr/>
        </p:nvGrpSpPr>
        <p:grpSpPr>
          <a:xfrm>
            <a:off x="2985389" y="2969907"/>
            <a:ext cx="2277098" cy="226059"/>
            <a:chOff x="3865735" y="3302146"/>
            <a:chExt cx="2272579" cy="226059"/>
          </a:xfrm>
        </p:grpSpPr>
        <p:sp>
          <p:nvSpPr>
            <p:cNvPr id="249" name="사각형: 둥근 모서리 248">
              <a:extLst>
                <a:ext uri="{FF2B5EF4-FFF2-40B4-BE49-F238E27FC236}">
                  <a16:creationId xmlns:a16="http://schemas.microsoft.com/office/drawing/2014/main" id="{DBBBFCEE-3AE8-D9B1-9D60-E5251566D635}"/>
                </a:ext>
              </a:extLst>
            </p:cNvPr>
            <p:cNvSpPr/>
            <p:nvPr/>
          </p:nvSpPr>
          <p:spPr>
            <a:xfrm>
              <a:off x="3865735" y="3302146"/>
              <a:ext cx="716308" cy="216000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b="1" dirty="0">
                  <a:solidFill>
                    <a:schemeClr val="tx1"/>
                  </a:solidFill>
                </a:rPr>
                <a:t>오수아</a:t>
              </a:r>
              <a:r>
                <a:rPr lang="en-US" altLang="ko-KR" sz="700" b="1" dirty="0">
                  <a:solidFill>
                    <a:schemeClr val="tx1"/>
                  </a:solidFill>
                </a:rPr>
                <a:t> (</a:t>
              </a:r>
              <a:r>
                <a:rPr lang="ko-KR" altLang="en-US" sz="700" b="1" dirty="0">
                  <a:solidFill>
                    <a:schemeClr val="tx1"/>
                  </a:solidFill>
                </a:rPr>
                <a:t>성인</a:t>
              </a:r>
              <a:r>
                <a:rPr lang="en-US" altLang="ko-KR" sz="700" b="1" dirty="0">
                  <a:solidFill>
                    <a:schemeClr val="tx1"/>
                  </a:solidFill>
                </a:rPr>
                <a:t>)</a:t>
              </a:r>
              <a:endParaRPr lang="ko-KR" altLang="en-US" sz="700" b="1" dirty="0">
                <a:solidFill>
                  <a:schemeClr val="tx1"/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8D154EF-A9B2-B14A-3CEA-C9201A261312}"/>
                </a:ext>
              </a:extLst>
            </p:cNvPr>
            <p:cNvSpPr txBox="1"/>
            <p:nvPr/>
          </p:nvSpPr>
          <p:spPr>
            <a:xfrm>
              <a:off x="4672991" y="3310299"/>
              <a:ext cx="604653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700" dirty="0">
                  <a:solidFill>
                    <a:schemeClr val="bg2">
                      <a:lumMod val="50000"/>
                    </a:schemeClr>
                  </a:solidFill>
                </a:rPr>
                <a:t>TEST_TEST</a:t>
              </a:r>
              <a:endParaRPr lang="ko-KR" altLang="en-US" sz="7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55CE938-DA27-69B3-2308-490B04EA371E}"/>
                </a:ext>
              </a:extLst>
            </p:cNvPr>
            <p:cNvSpPr txBox="1"/>
            <p:nvPr/>
          </p:nvSpPr>
          <p:spPr>
            <a:xfrm>
              <a:off x="5323667" y="3328150"/>
              <a:ext cx="81464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700" dirty="0">
                  <a:solidFill>
                    <a:schemeClr val="bg2">
                      <a:lumMod val="50000"/>
                    </a:schemeClr>
                  </a:solidFill>
                </a:rPr>
                <a:t>KE  154513183</a:t>
              </a:r>
              <a:endParaRPr lang="ko-KR" altLang="en-US" sz="7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887BA856-977E-7AC8-DAFB-4B168FD7308D}"/>
              </a:ext>
            </a:extLst>
          </p:cNvPr>
          <p:cNvGrpSpPr/>
          <p:nvPr/>
        </p:nvGrpSpPr>
        <p:grpSpPr>
          <a:xfrm>
            <a:off x="2980310" y="3303208"/>
            <a:ext cx="2249793" cy="226059"/>
            <a:chOff x="3865734" y="3302146"/>
            <a:chExt cx="2245328" cy="226059"/>
          </a:xfrm>
        </p:grpSpPr>
        <p:sp>
          <p:nvSpPr>
            <p:cNvPr id="43" name="사각형: 둥근 모서리 42">
              <a:extLst>
                <a:ext uri="{FF2B5EF4-FFF2-40B4-BE49-F238E27FC236}">
                  <a16:creationId xmlns:a16="http://schemas.microsoft.com/office/drawing/2014/main" id="{D65616A7-6AB0-600F-3922-0B5EEF7BFBE4}"/>
                </a:ext>
              </a:extLst>
            </p:cNvPr>
            <p:cNvSpPr/>
            <p:nvPr/>
          </p:nvSpPr>
          <p:spPr>
            <a:xfrm>
              <a:off x="3865734" y="3302146"/>
              <a:ext cx="731275" cy="216000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b="1" dirty="0">
                  <a:solidFill>
                    <a:schemeClr val="tx1"/>
                  </a:solidFill>
                </a:rPr>
                <a:t>김민</a:t>
              </a:r>
              <a:r>
                <a:rPr lang="en-US" altLang="ko-KR" sz="700" b="1" dirty="0">
                  <a:solidFill>
                    <a:schemeClr val="tx1"/>
                  </a:solidFill>
                </a:rPr>
                <a:t> (</a:t>
              </a:r>
              <a:r>
                <a:rPr lang="ko-KR" altLang="en-US" sz="700" b="1" dirty="0">
                  <a:solidFill>
                    <a:schemeClr val="tx1"/>
                  </a:solidFill>
                </a:rPr>
                <a:t>소아</a:t>
              </a:r>
              <a:r>
                <a:rPr lang="en-US" altLang="ko-KR" sz="700" b="1" dirty="0">
                  <a:solidFill>
                    <a:schemeClr val="tx1"/>
                  </a:solidFill>
                </a:rPr>
                <a:t>)</a:t>
              </a:r>
              <a:endParaRPr lang="ko-KR" altLang="en-US" sz="700" b="1" dirty="0">
                <a:solidFill>
                  <a:schemeClr val="tx1"/>
                </a:solidFill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76B9B64-38B8-8AAD-702B-BE106D6DC457}"/>
                </a:ext>
              </a:extLst>
            </p:cNvPr>
            <p:cNvSpPr txBox="1"/>
            <p:nvPr/>
          </p:nvSpPr>
          <p:spPr>
            <a:xfrm>
              <a:off x="4672991" y="3310299"/>
              <a:ext cx="604653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700" dirty="0">
                  <a:solidFill>
                    <a:schemeClr val="bg2">
                      <a:lumMod val="50000"/>
                    </a:schemeClr>
                  </a:solidFill>
                </a:rPr>
                <a:t>TEST_TEST</a:t>
              </a:r>
              <a:endParaRPr lang="ko-KR" altLang="en-US" sz="7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2AAC973A-C02B-9355-A5C9-2A46B8AC15FC}"/>
                </a:ext>
              </a:extLst>
            </p:cNvPr>
            <p:cNvSpPr txBox="1"/>
            <p:nvPr/>
          </p:nvSpPr>
          <p:spPr>
            <a:xfrm>
              <a:off x="5323667" y="3328150"/>
              <a:ext cx="787395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700" dirty="0">
                  <a:solidFill>
                    <a:schemeClr val="bg2">
                      <a:lumMod val="50000"/>
                    </a:schemeClr>
                  </a:solidFill>
                </a:rPr>
                <a:t>OZ  15552356</a:t>
              </a:r>
              <a:endParaRPr lang="ko-KR" altLang="en-US" sz="7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  <p:cxnSp>
        <p:nvCxnSpPr>
          <p:cNvPr id="252" name="직선 화살표 연결선 251">
            <a:extLst>
              <a:ext uri="{FF2B5EF4-FFF2-40B4-BE49-F238E27FC236}">
                <a16:creationId xmlns:a16="http://schemas.microsoft.com/office/drawing/2014/main" id="{EB30A332-26C7-3F54-C266-247BA7DA5522}"/>
              </a:ext>
            </a:extLst>
          </p:cNvPr>
          <p:cNvCxnSpPr>
            <a:cxnSpLocks/>
          </p:cNvCxnSpPr>
          <p:nvPr/>
        </p:nvCxnSpPr>
        <p:spPr>
          <a:xfrm flipH="1">
            <a:off x="5843319" y="2890696"/>
            <a:ext cx="671765" cy="72686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288A735C-D9B1-E04B-4BE4-CBEF2B5D8746}"/>
              </a:ext>
            </a:extLst>
          </p:cNvPr>
          <p:cNvSpPr/>
          <p:nvPr/>
        </p:nvSpPr>
        <p:spPr>
          <a:xfrm>
            <a:off x="2903080" y="5297102"/>
            <a:ext cx="2490187" cy="3369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6" name="직사각형 225">
            <a:extLst>
              <a:ext uri="{FF2B5EF4-FFF2-40B4-BE49-F238E27FC236}">
                <a16:creationId xmlns:a16="http://schemas.microsoft.com/office/drawing/2014/main" id="{28B74A60-B453-4F83-A44B-8ECCC9EE8AAB}"/>
              </a:ext>
            </a:extLst>
          </p:cNvPr>
          <p:cNvSpPr/>
          <p:nvPr/>
        </p:nvSpPr>
        <p:spPr>
          <a:xfrm>
            <a:off x="2917693" y="4147260"/>
            <a:ext cx="2327927" cy="21846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b="1" dirty="0">
                <a:solidFill>
                  <a:schemeClr val="tx1"/>
                </a:solidFill>
              </a:rPr>
              <a:t>기타사항</a:t>
            </a:r>
            <a:endParaRPr lang="en-US" altLang="ko-KR" sz="800" b="1" dirty="0">
              <a:solidFill>
                <a:schemeClr val="tx1"/>
              </a:solidFill>
            </a:endParaRPr>
          </a:p>
          <a:p>
            <a:r>
              <a:rPr lang="ko-KR" altLang="en-US" sz="600" dirty="0">
                <a:solidFill>
                  <a:schemeClr val="tx1"/>
                </a:solidFill>
              </a:rPr>
              <a:t>출장 규정 위반 사유를 확인 후 신청해주시기 바랍니다</a:t>
            </a:r>
            <a:r>
              <a:rPr lang="en-US" altLang="ko-KR" sz="600" dirty="0">
                <a:solidFill>
                  <a:schemeClr val="tx1"/>
                </a:solidFill>
              </a:rPr>
              <a:t>.</a:t>
            </a:r>
            <a:endParaRPr lang="ko-KR" altLang="en-US" sz="6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227" name="직사각형 226">
            <a:extLst>
              <a:ext uri="{FF2B5EF4-FFF2-40B4-BE49-F238E27FC236}">
                <a16:creationId xmlns:a16="http://schemas.microsoft.com/office/drawing/2014/main" id="{B6F98ABB-2139-40B8-883C-35081D281C90}"/>
              </a:ext>
            </a:extLst>
          </p:cNvPr>
          <p:cNvSpPr/>
          <p:nvPr/>
        </p:nvSpPr>
        <p:spPr>
          <a:xfrm>
            <a:off x="2997984" y="4405937"/>
            <a:ext cx="2312090" cy="799329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endParaRPr lang="ko-KR" altLang="en-US" sz="7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867B4560-C055-49ED-9963-CBA486EEA1E4}"/>
              </a:ext>
            </a:extLst>
          </p:cNvPr>
          <p:cNvSpPr txBox="1"/>
          <p:nvPr/>
        </p:nvSpPr>
        <p:spPr>
          <a:xfrm>
            <a:off x="2903080" y="3602280"/>
            <a:ext cx="63190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b="1" dirty="0"/>
              <a:t>신청 사유</a:t>
            </a:r>
          </a:p>
        </p:txBody>
      </p:sp>
      <p:sp>
        <p:nvSpPr>
          <p:cNvPr id="235" name="직사각형 234">
            <a:extLst>
              <a:ext uri="{FF2B5EF4-FFF2-40B4-BE49-F238E27FC236}">
                <a16:creationId xmlns:a16="http://schemas.microsoft.com/office/drawing/2014/main" id="{D3DCF1E8-55C4-47B4-BC58-0C2BF39E7964}"/>
              </a:ext>
            </a:extLst>
          </p:cNvPr>
          <p:cNvSpPr/>
          <p:nvPr/>
        </p:nvSpPr>
        <p:spPr>
          <a:xfrm>
            <a:off x="2983942" y="3821076"/>
            <a:ext cx="2327926" cy="22999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임원 동반 출장</a:t>
            </a:r>
          </a:p>
        </p:txBody>
      </p:sp>
      <p:pic>
        <p:nvPicPr>
          <p:cNvPr id="236" name="그래픽 235" descr="위쪽 캐럿 단색으로 채워진">
            <a:extLst>
              <a:ext uri="{FF2B5EF4-FFF2-40B4-BE49-F238E27FC236}">
                <a16:creationId xmlns:a16="http://schemas.microsoft.com/office/drawing/2014/main" id="{EAF7AFAD-5D5A-46EC-9B96-2DBB84908C6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10800000">
            <a:off x="5048160" y="3828962"/>
            <a:ext cx="266898" cy="282652"/>
          </a:xfrm>
          <a:prstGeom prst="rect">
            <a:avLst/>
          </a:prstGeom>
        </p:spPr>
      </p:pic>
      <p:sp>
        <p:nvSpPr>
          <p:cNvPr id="237" name="직사각형 236">
            <a:extLst>
              <a:ext uri="{FF2B5EF4-FFF2-40B4-BE49-F238E27FC236}">
                <a16:creationId xmlns:a16="http://schemas.microsoft.com/office/drawing/2014/main" id="{EAED38C5-2F92-4610-B53B-B8D90BDA6D88}"/>
              </a:ext>
            </a:extLst>
          </p:cNvPr>
          <p:cNvSpPr/>
          <p:nvPr/>
        </p:nvSpPr>
        <p:spPr>
          <a:xfrm>
            <a:off x="2895115" y="3568891"/>
            <a:ext cx="2490187" cy="16898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38" name="그룹 237">
            <a:extLst>
              <a:ext uri="{FF2B5EF4-FFF2-40B4-BE49-F238E27FC236}">
                <a16:creationId xmlns:a16="http://schemas.microsoft.com/office/drawing/2014/main" id="{164325BA-9418-485C-9958-4BE620D35075}"/>
              </a:ext>
            </a:extLst>
          </p:cNvPr>
          <p:cNvGrpSpPr/>
          <p:nvPr/>
        </p:nvGrpSpPr>
        <p:grpSpPr>
          <a:xfrm>
            <a:off x="2767195" y="3414699"/>
            <a:ext cx="276910" cy="215444"/>
            <a:chOff x="4507293" y="1910946"/>
            <a:chExt cx="276910" cy="215444"/>
          </a:xfrm>
        </p:grpSpPr>
        <p:sp>
          <p:nvSpPr>
            <p:cNvPr id="240" name="타원 239">
              <a:extLst>
                <a:ext uri="{FF2B5EF4-FFF2-40B4-BE49-F238E27FC236}">
                  <a16:creationId xmlns:a16="http://schemas.microsoft.com/office/drawing/2014/main" id="{B1BE453D-0B17-49A3-B690-BC7E8103C879}"/>
                </a:ext>
              </a:extLst>
            </p:cNvPr>
            <p:cNvSpPr/>
            <p:nvPr/>
          </p:nvSpPr>
          <p:spPr>
            <a:xfrm>
              <a:off x="4536630" y="1922684"/>
              <a:ext cx="171278" cy="18690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2" name="TextBox 241">
              <a:extLst>
                <a:ext uri="{FF2B5EF4-FFF2-40B4-BE49-F238E27FC236}">
                  <a16:creationId xmlns:a16="http://schemas.microsoft.com/office/drawing/2014/main" id="{79494825-3556-4AFF-BCDA-7BBECDBEBF0D}"/>
                </a:ext>
              </a:extLst>
            </p:cNvPr>
            <p:cNvSpPr txBox="1"/>
            <p:nvPr/>
          </p:nvSpPr>
          <p:spPr>
            <a:xfrm>
              <a:off x="4507293" y="1910946"/>
              <a:ext cx="2769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>
                  <a:solidFill>
                    <a:schemeClr val="bg1"/>
                  </a:solidFill>
                </a:rPr>
                <a:t>1</a:t>
              </a:r>
              <a:endParaRPr lang="ko-KR" altLang="en-US" sz="8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9C303F8A-8D0B-9B6A-3554-B0E4D5CACBC9}"/>
              </a:ext>
            </a:extLst>
          </p:cNvPr>
          <p:cNvGrpSpPr/>
          <p:nvPr/>
        </p:nvGrpSpPr>
        <p:grpSpPr>
          <a:xfrm>
            <a:off x="2775160" y="5142910"/>
            <a:ext cx="276910" cy="215444"/>
            <a:chOff x="4507293" y="1910946"/>
            <a:chExt cx="276910" cy="215444"/>
          </a:xfrm>
        </p:grpSpPr>
        <p:sp>
          <p:nvSpPr>
            <p:cNvPr id="61" name="타원 60">
              <a:extLst>
                <a:ext uri="{FF2B5EF4-FFF2-40B4-BE49-F238E27FC236}">
                  <a16:creationId xmlns:a16="http://schemas.microsoft.com/office/drawing/2014/main" id="{AFFD57D3-9C78-FA1D-8CD0-6560FFD2CABA}"/>
                </a:ext>
              </a:extLst>
            </p:cNvPr>
            <p:cNvSpPr/>
            <p:nvPr/>
          </p:nvSpPr>
          <p:spPr>
            <a:xfrm>
              <a:off x="4536630" y="1922684"/>
              <a:ext cx="171278" cy="18690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01FA9B64-14D4-90D0-0810-4374ED71F871}"/>
                </a:ext>
              </a:extLst>
            </p:cNvPr>
            <p:cNvSpPr txBox="1"/>
            <p:nvPr/>
          </p:nvSpPr>
          <p:spPr>
            <a:xfrm>
              <a:off x="4507293" y="1910946"/>
              <a:ext cx="2769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>
                  <a:solidFill>
                    <a:schemeClr val="bg1"/>
                  </a:solidFill>
                </a:rPr>
                <a:t>2</a:t>
              </a:r>
              <a:endParaRPr lang="ko-KR" altLang="en-US" sz="800" b="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266224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2DC79B-0418-68DD-3F87-D9E3901EF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275B3FDE-2416-E6E6-7F17-A9494EEE0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21</a:t>
            </a:fld>
            <a:endParaRPr lang="ko-KR" altLang="en-US" dirty="0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60E42D1-424A-6FC1-A197-E4DE0FF78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A6618-D80D-4B7E-A45B-A31FDCA0FB45}" type="datetime1">
              <a:rPr lang="ko-KR" altLang="en-US" smtClean="0"/>
              <a:t>2026-01-15</a:t>
            </a:fld>
            <a:endParaRPr lang="ko-KR" altLang="en-US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9B3A233-87C4-15BD-ED55-121295184822}"/>
              </a:ext>
            </a:extLst>
          </p:cNvPr>
          <p:cNvSpPr txBox="1"/>
          <p:nvPr/>
        </p:nvSpPr>
        <p:spPr>
          <a:xfrm>
            <a:off x="992038" y="221039"/>
            <a:ext cx="13433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 err="1"/>
              <a:t>전담팀</a:t>
            </a:r>
            <a:r>
              <a:rPr lang="ko-KR" altLang="en-US" sz="1000" b="1" dirty="0"/>
              <a:t> 요청 창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9851EBD-C56D-D571-F387-DF2C94BA7A49}"/>
              </a:ext>
            </a:extLst>
          </p:cNvPr>
          <p:cNvSpPr txBox="1"/>
          <p:nvPr/>
        </p:nvSpPr>
        <p:spPr>
          <a:xfrm>
            <a:off x="3355675" y="213760"/>
            <a:ext cx="368789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>
                <a:solidFill>
                  <a:schemeClr val="tx1"/>
                </a:solidFill>
              </a:rPr>
              <a:t>항공 </a:t>
            </a:r>
            <a:r>
              <a:rPr lang="en-US" altLang="ko-KR" sz="1000" b="1" dirty="0">
                <a:solidFill>
                  <a:schemeClr val="tx1"/>
                </a:solidFill>
              </a:rPr>
              <a:t>&gt; </a:t>
            </a:r>
            <a:r>
              <a:rPr lang="ko-KR" altLang="en-US" sz="1000" b="1" dirty="0">
                <a:solidFill>
                  <a:schemeClr val="tx1"/>
                </a:solidFill>
              </a:rPr>
              <a:t>국제선 조회 </a:t>
            </a:r>
            <a:r>
              <a:rPr lang="en-US" altLang="ko-KR" sz="1000" b="1" dirty="0">
                <a:solidFill>
                  <a:schemeClr val="tx1"/>
                </a:solidFill>
              </a:rPr>
              <a:t>&gt; </a:t>
            </a:r>
            <a:r>
              <a:rPr lang="ko-KR" altLang="en-US" sz="1000" b="1" dirty="0" err="1"/>
              <a:t>전담팀</a:t>
            </a:r>
            <a:r>
              <a:rPr lang="ko-KR" altLang="en-US" sz="1000" b="1" dirty="0"/>
              <a:t> 요청 창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F2BBF39E-BF51-DC9E-967E-EBC532446F26}"/>
              </a:ext>
            </a:extLst>
          </p:cNvPr>
          <p:cNvGrpSpPr/>
          <p:nvPr/>
        </p:nvGrpSpPr>
        <p:grpSpPr>
          <a:xfrm>
            <a:off x="7248542" y="1061440"/>
            <a:ext cx="1080000" cy="252000"/>
            <a:chOff x="7248542" y="3635149"/>
            <a:chExt cx="1080000" cy="252000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F0368476-1149-1CCE-DC8D-46911E871AA5}"/>
                </a:ext>
              </a:extLst>
            </p:cNvPr>
            <p:cNvSpPr/>
            <p:nvPr/>
          </p:nvSpPr>
          <p:spPr>
            <a:xfrm>
              <a:off x="7248542" y="3635149"/>
              <a:ext cx="1080000" cy="252000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>
                  <a:lumMod val="8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r>
                <a:rPr lang="ko-KR" altLang="en-US" sz="800" dirty="0">
                  <a:solidFill>
                    <a:schemeClr val="tx1"/>
                  </a:solidFill>
                </a:rPr>
                <a:t>선택</a:t>
              </a:r>
            </a:p>
          </p:txBody>
        </p: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582166C6-1525-315E-A5AA-B58CD0FAC9F9}"/>
                </a:ext>
              </a:extLst>
            </p:cNvPr>
            <p:cNvGrpSpPr/>
            <p:nvPr/>
          </p:nvGrpSpPr>
          <p:grpSpPr>
            <a:xfrm flipH="1">
              <a:off x="8184355" y="3739138"/>
              <a:ext cx="60620" cy="45719"/>
              <a:chOff x="2582354" y="4366054"/>
              <a:chExt cx="443974" cy="226749"/>
            </a:xfrm>
          </p:grpSpPr>
          <p:cxnSp>
            <p:nvCxnSpPr>
              <p:cNvPr id="17" name="직선 연결선 16">
                <a:extLst>
                  <a:ext uri="{FF2B5EF4-FFF2-40B4-BE49-F238E27FC236}">
                    <a16:creationId xmlns:a16="http://schemas.microsoft.com/office/drawing/2014/main" id="{B35FAF1D-9911-BFC6-43A4-A4B4C039991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582354" y="4366054"/>
                <a:ext cx="226749" cy="226749"/>
              </a:xfrm>
              <a:prstGeom prst="line">
                <a:avLst/>
              </a:prstGeom>
              <a:ln w="9525">
                <a:solidFill>
                  <a:schemeClr val="bg2">
                    <a:lumMod val="50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" name="직선 연결선 17">
                <a:extLst>
                  <a:ext uri="{FF2B5EF4-FFF2-40B4-BE49-F238E27FC236}">
                    <a16:creationId xmlns:a16="http://schemas.microsoft.com/office/drawing/2014/main" id="{28EF8A9B-08EC-6F93-EE7F-D3B45653BA3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99579" y="4366054"/>
                <a:ext cx="226749" cy="226749"/>
              </a:xfrm>
              <a:prstGeom prst="line">
                <a:avLst/>
              </a:prstGeom>
              <a:ln w="9525">
                <a:solidFill>
                  <a:schemeClr val="bg2">
                    <a:lumMod val="50000"/>
                  </a:schemeClr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748B7D41-41CE-2CEE-7859-13A4271BEBFF}"/>
              </a:ext>
            </a:extLst>
          </p:cNvPr>
          <p:cNvGrpSpPr/>
          <p:nvPr/>
        </p:nvGrpSpPr>
        <p:grpSpPr>
          <a:xfrm>
            <a:off x="468456" y="1226292"/>
            <a:ext cx="1763943" cy="442519"/>
            <a:chOff x="297200" y="3671149"/>
            <a:chExt cx="1763943" cy="442519"/>
          </a:xfrm>
        </p:grpSpPr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F882BF40-7746-0187-7C7F-32899DEE1A8A}"/>
                </a:ext>
              </a:extLst>
            </p:cNvPr>
            <p:cNvSpPr/>
            <p:nvPr/>
          </p:nvSpPr>
          <p:spPr>
            <a:xfrm>
              <a:off x="297200" y="3671149"/>
              <a:ext cx="944880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b="1" dirty="0">
                  <a:solidFill>
                    <a:schemeClr val="tx1"/>
                  </a:solidFill>
                </a:rPr>
                <a:t>경유 횟수</a:t>
              </a:r>
            </a:p>
          </p:txBody>
        </p: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7D271717-B66A-4FC4-70A0-932714ADCBB2}"/>
                </a:ext>
              </a:extLst>
            </p:cNvPr>
            <p:cNvGrpSpPr/>
            <p:nvPr/>
          </p:nvGrpSpPr>
          <p:grpSpPr>
            <a:xfrm>
              <a:off x="395415" y="3933668"/>
              <a:ext cx="494216" cy="180000"/>
              <a:chOff x="395415" y="3933668"/>
              <a:chExt cx="494216" cy="180000"/>
            </a:xfrm>
          </p:grpSpPr>
          <p:sp>
            <p:nvSpPr>
              <p:cNvPr id="64" name="직사각형 63">
                <a:extLst>
                  <a:ext uri="{FF2B5EF4-FFF2-40B4-BE49-F238E27FC236}">
                    <a16:creationId xmlns:a16="http://schemas.microsoft.com/office/drawing/2014/main" id="{546C7C26-8015-972E-9E35-65E40E8793DD}"/>
                  </a:ext>
                </a:extLst>
              </p:cNvPr>
              <p:cNvSpPr/>
              <p:nvPr/>
            </p:nvSpPr>
            <p:spPr>
              <a:xfrm>
                <a:off x="395415" y="3966003"/>
                <a:ext cx="115330" cy="11533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5" name="직사각형 64">
                <a:extLst>
                  <a:ext uri="{FF2B5EF4-FFF2-40B4-BE49-F238E27FC236}">
                    <a16:creationId xmlns:a16="http://schemas.microsoft.com/office/drawing/2014/main" id="{B35840E3-AFD7-DCD2-F5A0-11D9977C858A}"/>
                  </a:ext>
                </a:extLst>
              </p:cNvPr>
              <p:cNvSpPr/>
              <p:nvPr/>
            </p:nvSpPr>
            <p:spPr>
              <a:xfrm>
                <a:off x="493631" y="3933668"/>
                <a:ext cx="396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>
                    <a:solidFill>
                      <a:schemeClr val="tx1"/>
                    </a:solidFill>
                  </a:rPr>
                  <a:t>전체</a:t>
                </a:r>
              </a:p>
            </p:txBody>
          </p:sp>
        </p:grpSp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id="{7E4DDBE2-2D3E-863F-210F-84F41B30E6F3}"/>
                </a:ext>
              </a:extLst>
            </p:cNvPr>
            <p:cNvGrpSpPr/>
            <p:nvPr/>
          </p:nvGrpSpPr>
          <p:grpSpPr>
            <a:xfrm>
              <a:off x="1566927" y="3933668"/>
              <a:ext cx="494216" cy="180000"/>
              <a:chOff x="395415" y="3933668"/>
              <a:chExt cx="494216" cy="180000"/>
            </a:xfrm>
          </p:grpSpPr>
          <p:sp>
            <p:nvSpPr>
              <p:cNvPr id="62" name="직사각형 61">
                <a:extLst>
                  <a:ext uri="{FF2B5EF4-FFF2-40B4-BE49-F238E27FC236}">
                    <a16:creationId xmlns:a16="http://schemas.microsoft.com/office/drawing/2014/main" id="{7F5EC0A8-0B84-4BB2-E944-029CA4B0F44C}"/>
                  </a:ext>
                </a:extLst>
              </p:cNvPr>
              <p:cNvSpPr/>
              <p:nvPr/>
            </p:nvSpPr>
            <p:spPr>
              <a:xfrm>
                <a:off x="395415" y="3966003"/>
                <a:ext cx="115330" cy="11533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3" name="직사각형 62">
                <a:extLst>
                  <a:ext uri="{FF2B5EF4-FFF2-40B4-BE49-F238E27FC236}">
                    <a16:creationId xmlns:a16="http://schemas.microsoft.com/office/drawing/2014/main" id="{C619D421-0146-A622-3576-80E0F6AFF209}"/>
                  </a:ext>
                </a:extLst>
              </p:cNvPr>
              <p:cNvSpPr/>
              <p:nvPr/>
            </p:nvSpPr>
            <p:spPr>
              <a:xfrm>
                <a:off x="493631" y="3933668"/>
                <a:ext cx="396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>
                    <a:solidFill>
                      <a:schemeClr val="tx1"/>
                    </a:solidFill>
                  </a:rPr>
                  <a:t>경유</a:t>
                </a:r>
              </a:p>
            </p:txBody>
          </p:sp>
        </p:grpSp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C4A4C529-F7D8-B1B1-9D97-525496E2F925}"/>
                </a:ext>
              </a:extLst>
            </p:cNvPr>
            <p:cNvGrpSpPr/>
            <p:nvPr/>
          </p:nvGrpSpPr>
          <p:grpSpPr>
            <a:xfrm>
              <a:off x="981171" y="3933668"/>
              <a:ext cx="494216" cy="180000"/>
              <a:chOff x="981171" y="3933668"/>
              <a:chExt cx="494216" cy="180000"/>
            </a:xfrm>
          </p:grpSpPr>
          <p:sp>
            <p:nvSpPr>
              <p:cNvPr id="32" name="직사각형 31">
                <a:extLst>
                  <a:ext uri="{FF2B5EF4-FFF2-40B4-BE49-F238E27FC236}">
                    <a16:creationId xmlns:a16="http://schemas.microsoft.com/office/drawing/2014/main" id="{DE145A04-8608-FEFE-CA48-88AF6E341510}"/>
                  </a:ext>
                </a:extLst>
              </p:cNvPr>
              <p:cNvSpPr/>
              <p:nvPr/>
            </p:nvSpPr>
            <p:spPr>
              <a:xfrm>
                <a:off x="1079387" y="3933668"/>
                <a:ext cx="396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>
                    <a:solidFill>
                      <a:schemeClr val="tx1"/>
                    </a:solidFill>
                  </a:rPr>
                  <a:t>직항</a:t>
                </a:r>
              </a:p>
            </p:txBody>
          </p:sp>
          <p:grpSp>
            <p:nvGrpSpPr>
              <p:cNvPr id="33" name="그룹 32">
                <a:extLst>
                  <a:ext uri="{FF2B5EF4-FFF2-40B4-BE49-F238E27FC236}">
                    <a16:creationId xmlns:a16="http://schemas.microsoft.com/office/drawing/2014/main" id="{4E75CA42-DBD1-3C8A-E253-A20561B4C22B}"/>
                  </a:ext>
                </a:extLst>
              </p:cNvPr>
              <p:cNvGrpSpPr/>
              <p:nvPr/>
            </p:nvGrpSpPr>
            <p:grpSpPr>
              <a:xfrm>
                <a:off x="981171" y="3966003"/>
                <a:ext cx="115330" cy="115330"/>
                <a:chOff x="981171" y="3966003"/>
                <a:chExt cx="115330" cy="115330"/>
              </a:xfrm>
            </p:grpSpPr>
            <p:sp>
              <p:nvSpPr>
                <p:cNvPr id="34" name="직사각형 33">
                  <a:extLst>
                    <a:ext uri="{FF2B5EF4-FFF2-40B4-BE49-F238E27FC236}">
                      <a16:creationId xmlns:a16="http://schemas.microsoft.com/office/drawing/2014/main" id="{DC918909-0FBC-8AD2-1DF0-3620B1CC3C1B}"/>
                    </a:ext>
                  </a:extLst>
                </p:cNvPr>
                <p:cNvSpPr/>
                <p:nvPr/>
              </p:nvSpPr>
              <p:spPr>
                <a:xfrm>
                  <a:off x="981171" y="3966003"/>
                  <a:ext cx="115330" cy="115330"/>
                </a:xfrm>
                <a:prstGeom prst="rect">
                  <a:avLst/>
                </a:prstGeom>
                <a:solidFill>
                  <a:schemeClr val="bg2">
                    <a:lumMod val="50000"/>
                  </a:schemeClr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accent6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grpSp>
              <p:nvGrpSpPr>
                <p:cNvPr id="35" name="그룹 34">
                  <a:extLst>
                    <a:ext uri="{FF2B5EF4-FFF2-40B4-BE49-F238E27FC236}">
                      <a16:creationId xmlns:a16="http://schemas.microsoft.com/office/drawing/2014/main" id="{740760ED-44E7-D9BE-6B1C-863439475CBA}"/>
                    </a:ext>
                  </a:extLst>
                </p:cNvPr>
                <p:cNvGrpSpPr/>
                <p:nvPr/>
              </p:nvGrpSpPr>
              <p:grpSpPr>
                <a:xfrm>
                  <a:off x="1002836" y="4005668"/>
                  <a:ext cx="72000" cy="36000"/>
                  <a:chOff x="3413760" y="4836443"/>
                  <a:chExt cx="345002" cy="117028"/>
                </a:xfrm>
              </p:grpSpPr>
              <p:cxnSp>
                <p:nvCxnSpPr>
                  <p:cNvPr id="36" name="직선 연결선 35">
                    <a:extLst>
                      <a:ext uri="{FF2B5EF4-FFF2-40B4-BE49-F238E27FC236}">
                        <a16:creationId xmlns:a16="http://schemas.microsoft.com/office/drawing/2014/main" id="{DBCE2EE7-3613-565F-B7AB-BB07C1129E49}"/>
                      </a:ext>
                    </a:extLst>
                  </p:cNvPr>
                  <p:cNvCxnSpPr/>
                  <p:nvPr/>
                </p:nvCxnSpPr>
                <p:spPr>
                  <a:xfrm>
                    <a:off x="3413760" y="4836443"/>
                    <a:ext cx="117028" cy="117028"/>
                  </a:xfrm>
                  <a:prstGeom prst="line">
                    <a:avLst/>
                  </a:prstGeom>
                  <a:ln w="63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0" name="직선 연결선 59">
                    <a:extLst>
                      <a:ext uri="{FF2B5EF4-FFF2-40B4-BE49-F238E27FC236}">
                        <a16:creationId xmlns:a16="http://schemas.microsoft.com/office/drawing/2014/main" id="{B7D777D8-8C6C-985E-1EA9-9EEE7AEA7D7A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3513912" y="4837015"/>
                    <a:ext cx="244850" cy="116456"/>
                  </a:xfrm>
                  <a:prstGeom prst="line">
                    <a:avLst/>
                  </a:prstGeom>
                  <a:ln w="63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</p:grp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AB945C83-FE7E-BEB9-2706-4C6E0681D942}"/>
              </a:ext>
            </a:extLst>
          </p:cNvPr>
          <p:cNvGrpSpPr/>
          <p:nvPr/>
        </p:nvGrpSpPr>
        <p:grpSpPr>
          <a:xfrm>
            <a:off x="468456" y="1924031"/>
            <a:ext cx="1764511" cy="992716"/>
            <a:chOff x="297200" y="4368888"/>
            <a:chExt cx="1764511" cy="992716"/>
          </a:xfrm>
        </p:grpSpPr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1AA6E332-AF0C-5395-D276-81C8D0759502}"/>
                </a:ext>
              </a:extLst>
            </p:cNvPr>
            <p:cNvSpPr/>
            <p:nvPr/>
          </p:nvSpPr>
          <p:spPr>
            <a:xfrm>
              <a:off x="297200" y="4368888"/>
              <a:ext cx="944880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b="1" dirty="0">
                  <a:solidFill>
                    <a:schemeClr val="tx1"/>
                  </a:solidFill>
                </a:rPr>
                <a:t>항공사 동맹</a:t>
              </a:r>
            </a:p>
          </p:txBody>
        </p:sp>
        <p:grpSp>
          <p:nvGrpSpPr>
            <p:cNvPr id="75" name="그룹 74">
              <a:extLst>
                <a:ext uri="{FF2B5EF4-FFF2-40B4-BE49-F238E27FC236}">
                  <a16:creationId xmlns:a16="http://schemas.microsoft.com/office/drawing/2014/main" id="{9BEE2794-B534-0DBB-6CD8-E66B79FB4B79}"/>
                </a:ext>
              </a:extLst>
            </p:cNvPr>
            <p:cNvGrpSpPr/>
            <p:nvPr/>
          </p:nvGrpSpPr>
          <p:grpSpPr>
            <a:xfrm>
              <a:off x="395415" y="4631407"/>
              <a:ext cx="494216" cy="180000"/>
              <a:chOff x="395415" y="3933668"/>
              <a:chExt cx="494216" cy="180000"/>
            </a:xfrm>
          </p:grpSpPr>
          <p:sp>
            <p:nvSpPr>
              <p:cNvPr id="102" name="직사각형 101">
                <a:extLst>
                  <a:ext uri="{FF2B5EF4-FFF2-40B4-BE49-F238E27FC236}">
                    <a16:creationId xmlns:a16="http://schemas.microsoft.com/office/drawing/2014/main" id="{FECC58EB-7C34-26C6-3DB7-8D8EDED65FDD}"/>
                  </a:ext>
                </a:extLst>
              </p:cNvPr>
              <p:cNvSpPr/>
              <p:nvPr/>
            </p:nvSpPr>
            <p:spPr>
              <a:xfrm>
                <a:off x="395415" y="3966003"/>
                <a:ext cx="115330" cy="11533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3" name="직사각형 102">
                <a:extLst>
                  <a:ext uri="{FF2B5EF4-FFF2-40B4-BE49-F238E27FC236}">
                    <a16:creationId xmlns:a16="http://schemas.microsoft.com/office/drawing/2014/main" id="{6234127D-8875-EAAC-9EBA-44EAB4357578}"/>
                  </a:ext>
                </a:extLst>
              </p:cNvPr>
              <p:cNvSpPr/>
              <p:nvPr/>
            </p:nvSpPr>
            <p:spPr>
              <a:xfrm>
                <a:off x="493631" y="3933668"/>
                <a:ext cx="396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>
                    <a:solidFill>
                      <a:schemeClr val="tx1"/>
                    </a:solidFill>
                  </a:rPr>
                  <a:t>전체</a:t>
                </a:r>
              </a:p>
            </p:txBody>
          </p:sp>
        </p:grpSp>
        <p:grpSp>
          <p:nvGrpSpPr>
            <p:cNvPr id="76" name="그룹 75">
              <a:extLst>
                <a:ext uri="{FF2B5EF4-FFF2-40B4-BE49-F238E27FC236}">
                  <a16:creationId xmlns:a16="http://schemas.microsoft.com/office/drawing/2014/main" id="{0063E100-0FBE-BCF6-B480-B3D66DC16992}"/>
                </a:ext>
              </a:extLst>
            </p:cNvPr>
            <p:cNvGrpSpPr/>
            <p:nvPr/>
          </p:nvGrpSpPr>
          <p:grpSpPr>
            <a:xfrm>
              <a:off x="395415" y="4909133"/>
              <a:ext cx="710216" cy="180000"/>
              <a:chOff x="395415" y="3933668"/>
              <a:chExt cx="710216" cy="180000"/>
            </a:xfrm>
          </p:grpSpPr>
          <p:sp>
            <p:nvSpPr>
              <p:cNvPr id="100" name="직사각형 99">
                <a:extLst>
                  <a:ext uri="{FF2B5EF4-FFF2-40B4-BE49-F238E27FC236}">
                    <a16:creationId xmlns:a16="http://schemas.microsoft.com/office/drawing/2014/main" id="{93BEE856-0E34-9322-0981-07ED271221D1}"/>
                  </a:ext>
                </a:extLst>
              </p:cNvPr>
              <p:cNvSpPr/>
              <p:nvPr/>
            </p:nvSpPr>
            <p:spPr>
              <a:xfrm>
                <a:off x="395415" y="3966003"/>
                <a:ext cx="115330" cy="11533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1" name="직사각형 100">
                <a:extLst>
                  <a:ext uri="{FF2B5EF4-FFF2-40B4-BE49-F238E27FC236}">
                    <a16:creationId xmlns:a16="http://schemas.microsoft.com/office/drawing/2014/main" id="{75DB1894-BDC0-E3D4-DD28-880439DE9160}"/>
                  </a:ext>
                </a:extLst>
              </p:cNvPr>
              <p:cNvSpPr/>
              <p:nvPr/>
            </p:nvSpPr>
            <p:spPr>
              <a:xfrm>
                <a:off x="493631" y="3933668"/>
                <a:ext cx="612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 err="1">
                    <a:solidFill>
                      <a:schemeClr val="tx1"/>
                    </a:solidFill>
                  </a:rPr>
                  <a:t>원월드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86" name="그룹 85">
              <a:extLst>
                <a:ext uri="{FF2B5EF4-FFF2-40B4-BE49-F238E27FC236}">
                  <a16:creationId xmlns:a16="http://schemas.microsoft.com/office/drawing/2014/main" id="{69138398-6C1E-4840-9DE3-0EDD889566DD}"/>
                </a:ext>
              </a:extLst>
            </p:cNvPr>
            <p:cNvGrpSpPr/>
            <p:nvPr/>
          </p:nvGrpSpPr>
          <p:grpSpPr>
            <a:xfrm>
              <a:off x="1046285" y="4645012"/>
              <a:ext cx="1015426" cy="180000"/>
              <a:chOff x="395415" y="3933667"/>
              <a:chExt cx="1015426" cy="180000"/>
            </a:xfrm>
          </p:grpSpPr>
          <p:sp>
            <p:nvSpPr>
              <p:cNvPr id="98" name="직사각형 97">
                <a:extLst>
                  <a:ext uri="{FF2B5EF4-FFF2-40B4-BE49-F238E27FC236}">
                    <a16:creationId xmlns:a16="http://schemas.microsoft.com/office/drawing/2014/main" id="{27A3908C-95C7-AAE8-BE12-C763D94EA3AC}"/>
                  </a:ext>
                </a:extLst>
              </p:cNvPr>
              <p:cNvSpPr/>
              <p:nvPr/>
            </p:nvSpPr>
            <p:spPr>
              <a:xfrm>
                <a:off x="395415" y="3966002"/>
                <a:ext cx="115330" cy="11533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9" name="직사각형 98">
                <a:extLst>
                  <a:ext uri="{FF2B5EF4-FFF2-40B4-BE49-F238E27FC236}">
                    <a16:creationId xmlns:a16="http://schemas.microsoft.com/office/drawing/2014/main" id="{C249D959-AF9F-E1C0-604E-D7E858565E38}"/>
                  </a:ext>
                </a:extLst>
              </p:cNvPr>
              <p:cNvSpPr/>
              <p:nvPr/>
            </p:nvSpPr>
            <p:spPr>
              <a:xfrm>
                <a:off x="493630" y="3933667"/>
                <a:ext cx="917211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 err="1">
                    <a:solidFill>
                      <a:schemeClr val="tx1"/>
                    </a:solidFill>
                  </a:rPr>
                  <a:t>스타얼라이언스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87" name="그룹 86">
              <a:extLst>
                <a:ext uri="{FF2B5EF4-FFF2-40B4-BE49-F238E27FC236}">
                  <a16:creationId xmlns:a16="http://schemas.microsoft.com/office/drawing/2014/main" id="{3B22CE33-83EC-9E2A-0B71-021C260AB2B4}"/>
                </a:ext>
              </a:extLst>
            </p:cNvPr>
            <p:cNvGrpSpPr/>
            <p:nvPr/>
          </p:nvGrpSpPr>
          <p:grpSpPr>
            <a:xfrm>
              <a:off x="1046285" y="4900232"/>
              <a:ext cx="710216" cy="180000"/>
              <a:chOff x="395415" y="3933668"/>
              <a:chExt cx="710216" cy="180000"/>
            </a:xfrm>
          </p:grpSpPr>
          <p:sp>
            <p:nvSpPr>
              <p:cNvPr id="96" name="직사각형 95">
                <a:extLst>
                  <a:ext uri="{FF2B5EF4-FFF2-40B4-BE49-F238E27FC236}">
                    <a16:creationId xmlns:a16="http://schemas.microsoft.com/office/drawing/2014/main" id="{85A75770-893A-E44E-BF33-4DD3B1A3ED5E}"/>
                  </a:ext>
                </a:extLst>
              </p:cNvPr>
              <p:cNvSpPr/>
              <p:nvPr/>
            </p:nvSpPr>
            <p:spPr>
              <a:xfrm>
                <a:off x="395415" y="3966003"/>
                <a:ext cx="115330" cy="11533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7" name="직사각형 96">
                <a:extLst>
                  <a:ext uri="{FF2B5EF4-FFF2-40B4-BE49-F238E27FC236}">
                    <a16:creationId xmlns:a16="http://schemas.microsoft.com/office/drawing/2014/main" id="{D1D5F6A1-95B9-0953-C5AA-417540671261}"/>
                  </a:ext>
                </a:extLst>
              </p:cNvPr>
              <p:cNvSpPr/>
              <p:nvPr/>
            </p:nvSpPr>
            <p:spPr>
              <a:xfrm>
                <a:off x="493631" y="3933668"/>
                <a:ext cx="612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 err="1">
                    <a:solidFill>
                      <a:schemeClr val="tx1"/>
                    </a:solidFill>
                  </a:rPr>
                  <a:t>스카이팀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88" name="그룹 87">
              <a:extLst>
                <a:ext uri="{FF2B5EF4-FFF2-40B4-BE49-F238E27FC236}">
                  <a16:creationId xmlns:a16="http://schemas.microsoft.com/office/drawing/2014/main" id="{2DE60A58-6324-E8A6-D72E-17670F7695B4}"/>
                </a:ext>
              </a:extLst>
            </p:cNvPr>
            <p:cNvGrpSpPr/>
            <p:nvPr/>
          </p:nvGrpSpPr>
          <p:grpSpPr>
            <a:xfrm>
              <a:off x="395415" y="5181604"/>
              <a:ext cx="710216" cy="180000"/>
              <a:chOff x="395415" y="3933668"/>
              <a:chExt cx="710216" cy="180000"/>
            </a:xfrm>
          </p:grpSpPr>
          <p:sp>
            <p:nvSpPr>
              <p:cNvPr id="94" name="직사각형 93">
                <a:extLst>
                  <a:ext uri="{FF2B5EF4-FFF2-40B4-BE49-F238E27FC236}">
                    <a16:creationId xmlns:a16="http://schemas.microsoft.com/office/drawing/2014/main" id="{BA96525D-E9EF-F86D-1116-6C4D24A4487C}"/>
                  </a:ext>
                </a:extLst>
              </p:cNvPr>
              <p:cNvSpPr/>
              <p:nvPr/>
            </p:nvSpPr>
            <p:spPr>
              <a:xfrm>
                <a:off x="395415" y="3966003"/>
                <a:ext cx="115330" cy="11533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5" name="직사각형 94">
                <a:extLst>
                  <a:ext uri="{FF2B5EF4-FFF2-40B4-BE49-F238E27FC236}">
                    <a16:creationId xmlns:a16="http://schemas.microsoft.com/office/drawing/2014/main" id="{0D644C73-0859-4DF9-73BC-F0A6AA477B5F}"/>
                  </a:ext>
                </a:extLst>
              </p:cNvPr>
              <p:cNvSpPr/>
              <p:nvPr/>
            </p:nvSpPr>
            <p:spPr>
              <a:xfrm>
                <a:off x="493631" y="3933668"/>
                <a:ext cx="612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>
                    <a:solidFill>
                      <a:schemeClr val="tx1"/>
                    </a:solidFill>
                  </a:rPr>
                  <a:t>기타</a:t>
                </a:r>
              </a:p>
            </p:txBody>
          </p:sp>
        </p:grpSp>
        <p:grpSp>
          <p:nvGrpSpPr>
            <p:cNvPr id="89" name="그룹 88">
              <a:extLst>
                <a:ext uri="{FF2B5EF4-FFF2-40B4-BE49-F238E27FC236}">
                  <a16:creationId xmlns:a16="http://schemas.microsoft.com/office/drawing/2014/main" id="{97B8296E-BDA5-1103-E781-BDD619A8D58C}"/>
                </a:ext>
              </a:extLst>
            </p:cNvPr>
            <p:cNvGrpSpPr/>
            <p:nvPr/>
          </p:nvGrpSpPr>
          <p:grpSpPr>
            <a:xfrm>
              <a:off x="1049366" y="4934800"/>
              <a:ext cx="115330" cy="115330"/>
              <a:chOff x="981171" y="3966003"/>
              <a:chExt cx="115330" cy="115330"/>
            </a:xfrm>
          </p:grpSpPr>
          <p:sp>
            <p:nvSpPr>
              <p:cNvPr id="90" name="직사각형 89">
                <a:extLst>
                  <a:ext uri="{FF2B5EF4-FFF2-40B4-BE49-F238E27FC236}">
                    <a16:creationId xmlns:a16="http://schemas.microsoft.com/office/drawing/2014/main" id="{13732354-549E-2491-3780-922ADF161C92}"/>
                  </a:ext>
                </a:extLst>
              </p:cNvPr>
              <p:cNvSpPr/>
              <p:nvPr/>
            </p:nvSpPr>
            <p:spPr>
              <a:xfrm>
                <a:off x="981171" y="3966003"/>
                <a:ext cx="115330" cy="115330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91" name="그룹 90">
                <a:extLst>
                  <a:ext uri="{FF2B5EF4-FFF2-40B4-BE49-F238E27FC236}">
                    <a16:creationId xmlns:a16="http://schemas.microsoft.com/office/drawing/2014/main" id="{C4015318-19AF-E942-E8DF-835AA41FA5B2}"/>
                  </a:ext>
                </a:extLst>
              </p:cNvPr>
              <p:cNvGrpSpPr/>
              <p:nvPr/>
            </p:nvGrpSpPr>
            <p:grpSpPr>
              <a:xfrm>
                <a:off x="1002836" y="4005668"/>
                <a:ext cx="72000" cy="36000"/>
                <a:chOff x="3413760" y="4836443"/>
                <a:chExt cx="345002" cy="117028"/>
              </a:xfrm>
            </p:grpSpPr>
            <p:cxnSp>
              <p:nvCxnSpPr>
                <p:cNvPr id="92" name="직선 연결선 91">
                  <a:extLst>
                    <a:ext uri="{FF2B5EF4-FFF2-40B4-BE49-F238E27FC236}">
                      <a16:creationId xmlns:a16="http://schemas.microsoft.com/office/drawing/2014/main" id="{EA337BE7-2831-7599-B6C7-33ABFE00806C}"/>
                    </a:ext>
                  </a:extLst>
                </p:cNvPr>
                <p:cNvCxnSpPr/>
                <p:nvPr/>
              </p:nvCxnSpPr>
              <p:spPr>
                <a:xfrm>
                  <a:off x="3413760" y="4836443"/>
                  <a:ext cx="117028" cy="117028"/>
                </a:xfrm>
                <a:prstGeom prst="line">
                  <a:avLst/>
                </a:prstGeom>
                <a:ln w="6350"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3" name="직선 연결선 92">
                  <a:extLst>
                    <a:ext uri="{FF2B5EF4-FFF2-40B4-BE49-F238E27FC236}">
                      <a16:creationId xmlns:a16="http://schemas.microsoft.com/office/drawing/2014/main" id="{4D4DA7D3-E58A-A47B-A780-5B6B815E58B8}"/>
                    </a:ext>
                  </a:extLst>
                </p:cNvPr>
                <p:cNvCxnSpPr/>
                <p:nvPr/>
              </p:nvCxnSpPr>
              <p:spPr>
                <a:xfrm flipV="1">
                  <a:off x="3513912" y="4837015"/>
                  <a:ext cx="244850" cy="116456"/>
                </a:xfrm>
                <a:prstGeom prst="line">
                  <a:avLst/>
                </a:prstGeom>
                <a:ln w="6350"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104" name="그룹 103">
            <a:extLst>
              <a:ext uri="{FF2B5EF4-FFF2-40B4-BE49-F238E27FC236}">
                <a16:creationId xmlns:a16="http://schemas.microsoft.com/office/drawing/2014/main" id="{CEC97FCA-206E-5983-FD44-670130565CC0}"/>
              </a:ext>
            </a:extLst>
          </p:cNvPr>
          <p:cNvGrpSpPr/>
          <p:nvPr/>
        </p:nvGrpSpPr>
        <p:grpSpPr>
          <a:xfrm>
            <a:off x="468456" y="3232849"/>
            <a:ext cx="1816503" cy="442519"/>
            <a:chOff x="297200" y="5677706"/>
            <a:chExt cx="1816503" cy="442519"/>
          </a:xfrm>
        </p:grpSpPr>
        <p:sp>
          <p:nvSpPr>
            <p:cNvPr id="105" name="직사각형 104">
              <a:extLst>
                <a:ext uri="{FF2B5EF4-FFF2-40B4-BE49-F238E27FC236}">
                  <a16:creationId xmlns:a16="http://schemas.microsoft.com/office/drawing/2014/main" id="{A62EECD9-D531-1856-799A-C81772315F9B}"/>
                </a:ext>
              </a:extLst>
            </p:cNvPr>
            <p:cNvSpPr/>
            <p:nvPr/>
          </p:nvSpPr>
          <p:spPr>
            <a:xfrm>
              <a:off x="297200" y="5677706"/>
              <a:ext cx="944880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b="1" dirty="0">
                  <a:solidFill>
                    <a:schemeClr val="tx1"/>
                  </a:solidFill>
                </a:rPr>
                <a:t>규정 준수여부</a:t>
              </a:r>
            </a:p>
          </p:txBody>
        </p:sp>
        <p:grpSp>
          <p:nvGrpSpPr>
            <p:cNvPr id="106" name="그룹 105">
              <a:extLst>
                <a:ext uri="{FF2B5EF4-FFF2-40B4-BE49-F238E27FC236}">
                  <a16:creationId xmlns:a16="http://schemas.microsoft.com/office/drawing/2014/main" id="{A7C02E3D-593E-8E0E-C0EF-937F42AF5014}"/>
                </a:ext>
              </a:extLst>
            </p:cNvPr>
            <p:cNvGrpSpPr/>
            <p:nvPr/>
          </p:nvGrpSpPr>
          <p:grpSpPr>
            <a:xfrm>
              <a:off x="395415" y="5940225"/>
              <a:ext cx="494216" cy="180000"/>
              <a:chOff x="395415" y="3933668"/>
              <a:chExt cx="494216" cy="180000"/>
            </a:xfrm>
          </p:grpSpPr>
          <p:sp>
            <p:nvSpPr>
              <p:cNvPr id="118" name="직사각형 117">
                <a:extLst>
                  <a:ext uri="{FF2B5EF4-FFF2-40B4-BE49-F238E27FC236}">
                    <a16:creationId xmlns:a16="http://schemas.microsoft.com/office/drawing/2014/main" id="{CA962014-B4A6-D21B-3D17-D695D40BA8EB}"/>
                  </a:ext>
                </a:extLst>
              </p:cNvPr>
              <p:cNvSpPr/>
              <p:nvPr/>
            </p:nvSpPr>
            <p:spPr>
              <a:xfrm>
                <a:off x="395415" y="3966003"/>
                <a:ext cx="115330" cy="11533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9" name="직사각형 118">
                <a:extLst>
                  <a:ext uri="{FF2B5EF4-FFF2-40B4-BE49-F238E27FC236}">
                    <a16:creationId xmlns:a16="http://schemas.microsoft.com/office/drawing/2014/main" id="{DADBD161-80EA-0887-D2F5-CCF42BAFB026}"/>
                  </a:ext>
                </a:extLst>
              </p:cNvPr>
              <p:cNvSpPr/>
              <p:nvPr/>
            </p:nvSpPr>
            <p:spPr>
              <a:xfrm>
                <a:off x="493631" y="3933668"/>
                <a:ext cx="396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>
                    <a:solidFill>
                      <a:schemeClr val="tx1"/>
                    </a:solidFill>
                  </a:rPr>
                  <a:t>전체</a:t>
                </a:r>
              </a:p>
            </p:txBody>
          </p:sp>
        </p:grpSp>
        <p:grpSp>
          <p:nvGrpSpPr>
            <p:cNvPr id="107" name="그룹 106">
              <a:extLst>
                <a:ext uri="{FF2B5EF4-FFF2-40B4-BE49-F238E27FC236}">
                  <a16:creationId xmlns:a16="http://schemas.microsoft.com/office/drawing/2014/main" id="{DBAEF886-A429-CD34-959A-87CD78B70AEC}"/>
                </a:ext>
              </a:extLst>
            </p:cNvPr>
            <p:cNvGrpSpPr/>
            <p:nvPr/>
          </p:nvGrpSpPr>
          <p:grpSpPr>
            <a:xfrm>
              <a:off x="935451" y="5940225"/>
              <a:ext cx="494216" cy="180000"/>
              <a:chOff x="395415" y="3933668"/>
              <a:chExt cx="494216" cy="180000"/>
            </a:xfrm>
          </p:grpSpPr>
          <p:sp>
            <p:nvSpPr>
              <p:cNvPr id="116" name="직사각형 115">
                <a:extLst>
                  <a:ext uri="{FF2B5EF4-FFF2-40B4-BE49-F238E27FC236}">
                    <a16:creationId xmlns:a16="http://schemas.microsoft.com/office/drawing/2014/main" id="{1E5AB118-4585-770A-9099-E91D7FE6E354}"/>
                  </a:ext>
                </a:extLst>
              </p:cNvPr>
              <p:cNvSpPr/>
              <p:nvPr/>
            </p:nvSpPr>
            <p:spPr>
              <a:xfrm>
                <a:off x="395415" y="3966003"/>
                <a:ext cx="115330" cy="11533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7" name="직사각형 116">
                <a:extLst>
                  <a:ext uri="{FF2B5EF4-FFF2-40B4-BE49-F238E27FC236}">
                    <a16:creationId xmlns:a16="http://schemas.microsoft.com/office/drawing/2014/main" id="{AFA122AC-9288-3583-DD2C-936328775D24}"/>
                  </a:ext>
                </a:extLst>
              </p:cNvPr>
              <p:cNvSpPr/>
              <p:nvPr/>
            </p:nvSpPr>
            <p:spPr>
              <a:xfrm>
                <a:off x="493631" y="3933668"/>
                <a:ext cx="396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>
                    <a:solidFill>
                      <a:schemeClr val="tx1"/>
                    </a:solidFill>
                  </a:rPr>
                  <a:t>준수</a:t>
                </a:r>
              </a:p>
            </p:txBody>
          </p:sp>
        </p:grpSp>
        <p:grpSp>
          <p:nvGrpSpPr>
            <p:cNvPr id="108" name="그룹 107">
              <a:extLst>
                <a:ext uri="{FF2B5EF4-FFF2-40B4-BE49-F238E27FC236}">
                  <a16:creationId xmlns:a16="http://schemas.microsoft.com/office/drawing/2014/main" id="{469E3AE6-6406-BCF0-296A-F45F90EA386E}"/>
                </a:ext>
              </a:extLst>
            </p:cNvPr>
            <p:cNvGrpSpPr/>
            <p:nvPr/>
          </p:nvGrpSpPr>
          <p:grpSpPr>
            <a:xfrm>
              <a:off x="1475487" y="5940225"/>
              <a:ext cx="638216" cy="180000"/>
              <a:chOff x="395415" y="3933668"/>
              <a:chExt cx="638216" cy="180000"/>
            </a:xfrm>
          </p:grpSpPr>
          <p:sp>
            <p:nvSpPr>
              <p:cNvPr id="114" name="직사각형 113">
                <a:extLst>
                  <a:ext uri="{FF2B5EF4-FFF2-40B4-BE49-F238E27FC236}">
                    <a16:creationId xmlns:a16="http://schemas.microsoft.com/office/drawing/2014/main" id="{848AC74F-CA44-1C17-2981-394659193238}"/>
                  </a:ext>
                </a:extLst>
              </p:cNvPr>
              <p:cNvSpPr/>
              <p:nvPr/>
            </p:nvSpPr>
            <p:spPr>
              <a:xfrm>
                <a:off x="395415" y="3966003"/>
                <a:ext cx="115330" cy="11533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5" name="직사각형 114">
                <a:extLst>
                  <a:ext uri="{FF2B5EF4-FFF2-40B4-BE49-F238E27FC236}">
                    <a16:creationId xmlns:a16="http://schemas.microsoft.com/office/drawing/2014/main" id="{4AB65380-C1DE-A88A-E6F1-C7BEC8ED5B4E}"/>
                  </a:ext>
                </a:extLst>
              </p:cNvPr>
              <p:cNvSpPr/>
              <p:nvPr/>
            </p:nvSpPr>
            <p:spPr>
              <a:xfrm>
                <a:off x="493631" y="3933668"/>
                <a:ext cx="54000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 err="1">
                    <a:solidFill>
                      <a:schemeClr val="tx1"/>
                    </a:solidFill>
                  </a:rPr>
                  <a:t>미준수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09" name="그룹 108">
              <a:extLst>
                <a:ext uri="{FF2B5EF4-FFF2-40B4-BE49-F238E27FC236}">
                  <a16:creationId xmlns:a16="http://schemas.microsoft.com/office/drawing/2014/main" id="{E66AE535-2ECC-80C0-A3C0-6BC1B814F928}"/>
                </a:ext>
              </a:extLst>
            </p:cNvPr>
            <p:cNvGrpSpPr/>
            <p:nvPr/>
          </p:nvGrpSpPr>
          <p:grpSpPr>
            <a:xfrm>
              <a:off x="938420" y="5974744"/>
              <a:ext cx="115330" cy="115330"/>
              <a:chOff x="981171" y="3966003"/>
              <a:chExt cx="115330" cy="115330"/>
            </a:xfrm>
          </p:grpSpPr>
          <p:sp>
            <p:nvSpPr>
              <p:cNvPr id="110" name="직사각형 109">
                <a:extLst>
                  <a:ext uri="{FF2B5EF4-FFF2-40B4-BE49-F238E27FC236}">
                    <a16:creationId xmlns:a16="http://schemas.microsoft.com/office/drawing/2014/main" id="{58BF01C3-C81B-5045-A8E3-53C8D33A481E}"/>
                  </a:ext>
                </a:extLst>
              </p:cNvPr>
              <p:cNvSpPr/>
              <p:nvPr/>
            </p:nvSpPr>
            <p:spPr>
              <a:xfrm>
                <a:off x="981171" y="3966003"/>
                <a:ext cx="115330" cy="115330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grpSp>
            <p:nvGrpSpPr>
              <p:cNvPr id="111" name="그룹 110">
                <a:extLst>
                  <a:ext uri="{FF2B5EF4-FFF2-40B4-BE49-F238E27FC236}">
                    <a16:creationId xmlns:a16="http://schemas.microsoft.com/office/drawing/2014/main" id="{6C51E25A-26EF-DDE7-5F55-558B2F5136EC}"/>
                  </a:ext>
                </a:extLst>
              </p:cNvPr>
              <p:cNvGrpSpPr/>
              <p:nvPr/>
            </p:nvGrpSpPr>
            <p:grpSpPr>
              <a:xfrm>
                <a:off x="1002836" y="4005668"/>
                <a:ext cx="72000" cy="36000"/>
                <a:chOff x="3413760" y="4836443"/>
                <a:chExt cx="345002" cy="117028"/>
              </a:xfrm>
            </p:grpSpPr>
            <p:cxnSp>
              <p:nvCxnSpPr>
                <p:cNvPr id="112" name="직선 연결선 111">
                  <a:extLst>
                    <a:ext uri="{FF2B5EF4-FFF2-40B4-BE49-F238E27FC236}">
                      <a16:creationId xmlns:a16="http://schemas.microsoft.com/office/drawing/2014/main" id="{F1E441BD-B6AB-B0C8-307C-38A04A613386}"/>
                    </a:ext>
                  </a:extLst>
                </p:cNvPr>
                <p:cNvCxnSpPr/>
                <p:nvPr/>
              </p:nvCxnSpPr>
              <p:spPr>
                <a:xfrm>
                  <a:off x="3413760" y="4836443"/>
                  <a:ext cx="117028" cy="117028"/>
                </a:xfrm>
                <a:prstGeom prst="line">
                  <a:avLst/>
                </a:prstGeom>
                <a:ln w="6350"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3" name="직선 연결선 112">
                  <a:extLst>
                    <a:ext uri="{FF2B5EF4-FFF2-40B4-BE49-F238E27FC236}">
                      <a16:creationId xmlns:a16="http://schemas.microsoft.com/office/drawing/2014/main" id="{390CE538-F095-FFEF-48F8-81712F14739D}"/>
                    </a:ext>
                  </a:extLst>
                </p:cNvPr>
                <p:cNvCxnSpPr/>
                <p:nvPr/>
              </p:nvCxnSpPr>
              <p:spPr>
                <a:xfrm flipV="1">
                  <a:off x="3513912" y="4837015"/>
                  <a:ext cx="244850" cy="116456"/>
                </a:xfrm>
                <a:prstGeom prst="line">
                  <a:avLst/>
                </a:prstGeom>
                <a:ln w="6350">
                  <a:solidFill>
                    <a:schemeClr val="bg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120" name="그룹 119">
            <a:extLst>
              <a:ext uri="{FF2B5EF4-FFF2-40B4-BE49-F238E27FC236}">
                <a16:creationId xmlns:a16="http://schemas.microsoft.com/office/drawing/2014/main" id="{9A9C6B6E-FBC8-4BF5-4641-0E44091858D6}"/>
              </a:ext>
            </a:extLst>
          </p:cNvPr>
          <p:cNvGrpSpPr/>
          <p:nvPr/>
        </p:nvGrpSpPr>
        <p:grpSpPr>
          <a:xfrm>
            <a:off x="6494124" y="1179591"/>
            <a:ext cx="1206093" cy="148340"/>
            <a:chOff x="5855331" y="3944528"/>
            <a:chExt cx="1206093" cy="148340"/>
          </a:xfrm>
        </p:grpSpPr>
        <p:sp>
          <p:nvSpPr>
            <p:cNvPr id="121" name="직사각형 120">
              <a:extLst>
                <a:ext uri="{FF2B5EF4-FFF2-40B4-BE49-F238E27FC236}">
                  <a16:creationId xmlns:a16="http://schemas.microsoft.com/office/drawing/2014/main" id="{0F5F941E-14E7-2359-DEC7-9592F1B553AC}"/>
                </a:ext>
              </a:extLst>
            </p:cNvPr>
            <p:cNvSpPr/>
            <p:nvPr/>
          </p:nvSpPr>
          <p:spPr>
            <a:xfrm>
              <a:off x="5855331" y="3944528"/>
              <a:ext cx="1132188" cy="14834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b="1" dirty="0">
                  <a:solidFill>
                    <a:schemeClr val="tx1"/>
                  </a:solidFill>
                </a:rPr>
                <a:t>조회시간</a:t>
              </a:r>
              <a:r>
                <a:rPr lang="en-US" altLang="ko-KR" sz="800" b="1" dirty="0">
                  <a:solidFill>
                    <a:schemeClr val="tx1"/>
                  </a:solidFill>
                </a:rPr>
                <a:t>: 20</a:t>
              </a:r>
              <a:r>
                <a:rPr lang="ko-KR" altLang="en-US" sz="800" b="1" dirty="0">
                  <a:solidFill>
                    <a:schemeClr val="tx1"/>
                  </a:solidFill>
                </a:rPr>
                <a:t>시 </a:t>
              </a:r>
              <a:r>
                <a:rPr lang="en-US" altLang="ko-KR" sz="800" b="1" dirty="0">
                  <a:solidFill>
                    <a:schemeClr val="tx1"/>
                  </a:solidFill>
                </a:rPr>
                <a:t>33</a:t>
              </a:r>
              <a:r>
                <a:rPr lang="ko-KR" altLang="en-US" sz="800" b="1" dirty="0">
                  <a:solidFill>
                    <a:schemeClr val="tx1"/>
                  </a:solidFill>
                </a:rPr>
                <a:t>분</a:t>
              </a:r>
            </a:p>
          </p:txBody>
        </p:sp>
        <p:pic>
          <p:nvPicPr>
            <p:cNvPr id="122" name="그래픽 121" descr="새로 고침 단색으로 채워진">
              <a:extLst>
                <a:ext uri="{FF2B5EF4-FFF2-40B4-BE49-F238E27FC236}">
                  <a16:creationId xmlns:a16="http://schemas.microsoft.com/office/drawing/2014/main" id="{188934F0-092B-F0BC-4696-B2EDD6546A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2700000">
              <a:off x="6954278" y="3965125"/>
              <a:ext cx="107146" cy="107146"/>
            </a:xfrm>
            <a:prstGeom prst="rect">
              <a:avLst/>
            </a:prstGeom>
          </p:spPr>
        </p:pic>
      </p:grpSp>
      <p:grpSp>
        <p:nvGrpSpPr>
          <p:cNvPr id="123" name="그룹 122">
            <a:extLst>
              <a:ext uri="{FF2B5EF4-FFF2-40B4-BE49-F238E27FC236}">
                <a16:creationId xmlns:a16="http://schemas.microsoft.com/office/drawing/2014/main" id="{54101F9D-84F4-16D3-3D4A-3C634EB6311A}"/>
              </a:ext>
            </a:extLst>
          </p:cNvPr>
          <p:cNvGrpSpPr/>
          <p:nvPr/>
        </p:nvGrpSpPr>
        <p:grpSpPr>
          <a:xfrm>
            <a:off x="2113703" y="1397069"/>
            <a:ext cx="6279367" cy="1512000"/>
            <a:chOff x="2113703" y="4230639"/>
            <a:chExt cx="6279367" cy="1512000"/>
          </a:xfrm>
        </p:grpSpPr>
        <p:sp>
          <p:nvSpPr>
            <p:cNvPr id="124" name="직사각형 123">
              <a:extLst>
                <a:ext uri="{FF2B5EF4-FFF2-40B4-BE49-F238E27FC236}">
                  <a16:creationId xmlns:a16="http://schemas.microsoft.com/office/drawing/2014/main" id="{05FC4C1E-A63D-E075-D302-4B9D08DEDB37}"/>
                </a:ext>
              </a:extLst>
            </p:cNvPr>
            <p:cNvSpPr/>
            <p:nvPr/>
          </p:nvSpPr>
          <p:spPr>
            <a:xfrm>
              <a:off x="2113703" y="4230639"/>
              <a:ext cx="6214839" cy="1512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25" name="직사각형 124">
              <a:extLst>
                <a:ext uri="{FF2B5EF4-FFF2-40B4-BE49-F238E27FC236}">
                  <a16:creationId xmlns:a16="http://schemas.microsoft.com/office/drawing/2014/main" id="{EBC30267-83A2-3A5B-5374-309E1CF1C182}"/>
                </a:ext>
              </a:extLst>
            </p:cNvPr>
            <p:cNvSpPr/>
            <p:nvPr/>
          </p:nvSpPr>
          <p:spPr>
            <a:xfrm>
              <a:off x="6358171" y="5220042"/>
              <a:ext cx="900000" cy="365907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 err="1"/>
                <a:t>셀프예약</a:t>
              </a:r>
              <a:endParaRPr lang="ko-KR" altLang="en-US" sz="900" dirty="0"/>
            </a:p>
          </p:txBody>
        </p:sp>
        <p:sp>
          <p:nvSpPr>
            <p:cNvPr id="126" name="직사각형 125">
              <a:extLst>
                <a:ext uri="{FF2B5EF4-FFF2-40B4-BE49-F238E27FC236}">
                  <a16:creationId xmlns:a16="http://schemas.microsoft.com/office/drawing/2014/main" id="{3006A7EC-8A97-7989-C96C-F489986C1173}"/>
                </a:ext>
              </a:extLst>
            </p:cNvPr>
            <p:cNvSpPr/>
            <p:nvPr/>
          </p:nvSpPr>
          <p:spPr>
            <a:xfrm>
              <a:off x="7329201" y="5220042"/>
              <a:ext cx="900000" cy="365907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 err="1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전담팀요청</a:t>
              </a:r>
              <a:endParaRPr lang="ko-KR" altLang="en-US" sz="900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grpSp>
          <p:nvGrpSpPr>
            <p:cNvPr id="127" name="그룹 126">
              <a:extLst>
                <a:ext uri="{FF2B5EF4-FFF2-40B4-BE49-F238E27FC236}">
                  <a16:creationId xmlns:a16="http://schemas.microsoft.com/office/drawing/2014/main" id="{7DB649DE-033F-437A-9B37-7A0A15C41088}"/>
                </a:ext>
              </a:extLst>
            </p:cNvPr>
            <p:cNvGrpSpPr/>
            <p:nvPr/>
          </p:nvGrpSpPr>
          <p:grpSpPr>
            <a:xfrm>
              <a:off x="6910877" y="4976346"/>
              <a:ext cx="1402471" cy="162601"/>
              <a:chOff x="6910877" y="4739316"/>
              <a:chExt cx="1402471" cy="162601"/>
            </a:xfrm>
          </p:grpSpPr>
          <p:sp>
            <p:nvSpPr>
              <p:cNvPr id="163" name="직사각형 162">
                <a:extLst>
                  <a:ext uri="{FF2B5EF4-FFF2-40B4-BE49-F238E27FC236}">
                    <a16:creationId xmlns:a16="http://schemas.microsoft.com/office/drawing/2014/main" id="{B30B6205-0B6E-B8B3-044E-0F7DC2EBC8EA}"/>
                  </a:ext>
                </a:extLst>
              </p:cNvPr>
              <p:cNvSpPr/>
              <p:nvPr/>
            </p:nvSpPr>
            <p:spPr>
              <a:xfrm>
                <a:off x="6910877" y="4764955"/>
                <a:ext cx="554002" cy="13696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>
                    <a:solidFill>
                      <a:schemeClr val="tx1"/>
                    </a:solidFill>
                  </a:rPr>
                  <a:t>총 요금</a:t>
                </a:r>
              </a:p>
            </p:txBody>
          </p:sp>
          <p:sp>
            <p:nvSpPr>
              <p:cNvPr id="164" name="직사각형 163">
                <a:extLst>
                  <a:ext uri="{FF2B5EF4-FFF2-40B4-BE49-F238E27FC236}">
                    <a16:creationId xmlns:a16="http://schemas.microsoft.com/office/drawing/2014/main" id="{B3275D59-D9B5-B294-7B9A-87273470FF82}"/>
                  </a:ext>
                </a:extLst>
              </p:cNvPr>
              <p:cNvSpPr/>
              <p:nvPr/>
            </p:nvSpPr>
            <p:spPr>
              <a:xfrm>
                <a:off x="7235113" y="4739316"/>
                <a:ext cx="1005024" cy="13696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1100" b="1" dirty="0">
                    <a:solidFill>
                      <a:srgbClr val="4B90FF"/>
                    </a:solidFill>
                  </a:rPr>
                  <a:t>1,582,650</a:t>
                </a:r>
                <a:endParaRPr lang="ko-KR" altLang="en-US" sz="1100" b="1" dirty="0">
                  <a:solidFill>
                    <a:srgbClr val="4B90FF"/>
                  </a:solidFill>
                </a:endParaRPr>
              </a:p>
            </p:txBody>
          </p:sp>
          <p:sp>
            <p:nvSpPr>
              <p:cNvPr id="165" name="직사각형 164">
                <a:extLst>
                  <a:ext uri="{FF2B5EF4-FFF2-40B4-BE49-F238E27FC236}">
                    <a16:creationId xmlns:a16="http://schemas.microsoft.com/office/drawing/2014/main" id="{256E5CCC-09E8-FC87-DB3F-09CFCE5CC880}"/>
                  </a:ext>
                </a:extLst>
              </p:cNvPr>
              <p:cNvSpPr/>
              <p:nvPr/>
            </p:nvSpPr>
            <p:spPr>
              <a:xfrm>
                <a:off x="8011880" y="4764955"/>
                <a:ext cx="301468" cy="13696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>
                    <a:solidFill>
                      <a:schemeClr val="tx1"/>
                    </a:solidFill>
                  </a:rPr>
                  <a:t>원</a:t>
                </a:r>
                <a:endParaRPr lang="ko-KR" altLang="en-US" sz="8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28" name="사각형: 둥근 모서리 127">
              <a:extLst>
                <a:ext uri="{FF2B5EF4-FFF2-40B4-BE49-F238E27FC236}">
                  <a16:creationId xmlns:a16="http://schemas.microsoft.com/office/drawing/2014/main" id="{C736EAEA-849F-1FBF-46B0-BECFEE78B9F8}"/>
                </a:ext>
              </a:extLst>
            </p:cNvPr>
            <p:cNvSpPr/>
            <p:nvPr/>
          </p:nvSpPr>
          <p:spPr>
            <a:xfrm>
              <a:off x="2231123" y="4365278"/>
              <a:ext cx="364440" cy="180000"/>
            </a:xfrm>
            <a:prstGeom prst="roundRect">
              <a:avLst/>
            </a:prstGeom>
            <a:solidFill>
              <a:srgbClr val="4B90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600" dirty="0"/>
                <a:t>준수</a:t>
              </a:r>
            </a:p>
          </p:txBody>
        </p:sp>
        <p:sp>
          <p:nvSpPr>
            <p:cNvPr id="129" name="사각형: 둥근 모서리 128">
              <a:extLst>
                <a:ext uri="{FF2B5EF4-FFF2-40B4-BE49-F238E27FC236}">
                  <a16:creationId xmlns:a16="http://schemas.microsoft.com/office/drawing/2014/main" id="{81D50013-905D-9D88-8E15-9571B773F3DE}"/>
                </a:ext>
              </a:extLst>
            </p:cNvPr>
            <p:cNvSpPr/>
            <p:nvPr/>
          </p:nvSpPr>
          <p:spPr>
            <a:xfrm>
              <a:off x="2653229" y="4365278"/>
              <a:ext cx="651986" cy="180000"/>
            </a:xfrm>
            <a:prstGeom prst="roundRect">
              <a:avLst/>
            </a:prstGeom>
            <a:solidFill>
              <a:schemeClr val="bg1"/>
            </a:solidFill>
            <a:ln w="63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600">
                  <a:solidFill>
                    <a:schemeClr val="tx1"/>
                  </a:solidFill>
                </a:rPr>
                <a:t>잔여좌석 </a:t>
              </a:r>
              <a:r>
                <a:rPr lang="en-US" altLang="ko-KR" sz="600" dirty="0">
                  <a:solidFill>
                    <a:schemeClr val="tx1"/>
                  </a:solidFill>
                </a:rPr>
                <a:t>9</a:t>
              </a:r>
              <a:r>
                <a:rPr lang="ko-KR" altLang="en-US" sz="600" dirty="0">
                  <a:solidFill>
                    <a:schemeClr val="tx1"/>
                  </a:solidFill>
                </a:rPr>
                <a:t>석</a:t>
              </a:r>
            </a:p>
          </p:txBody>
        </p:sp>
        <p:pic>
          <p:nvPicPr>
            <p:cNvPr id="130" name="그래픽 129" descr="초승달 윤곽선">
              <a:extLst>
                <a:ext uri="{FF2B5EF4-FFF2-40B4-BE49-F238E27FC236}">
                  <a16:creationId xmlns:a16="http://schemas.microsoft.com/office/drawing/2014/main" id="{B1852D12-FFF5-EAF5-96B0-37266709F44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234662" y="4721214"/>
              <a:ext cx="180001" cy="180001"/>
            </a:xfrm>
            <a:prstGeom prst="rect">
              <a:avLst/>
            </a:prstGeom>
          </p:spPr>
        </p:pic>
        <p:sp>
          <p:nvSpPr>
            <p:cNvPr id="131" name="직사각형 130">
              <a:extLst>
                <a:ext uri="{FF2B5EF4-FFF2-40B4-BE49-F238E27FC236}">
                  <a16:creationId xmlns:a16="http://schemas.microsoft.com/office/drawing/2014/main" id="{C196BE22-0D69-6B1E-F5A7-679ADD474258}"/>
                </a:ext>
              </a:extLst>
            </p:cNvPr>
            <p:cNvSpPr/>
            <p:nvPr/>
          </p:nvSpPr>
          <p:spPr>
            <a:xfrm>
              <a:off x="2395403" y="4723554"/>
              <a:ext cx="595055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b="1" dirty="0">
                  <a:solidFill>
                    <a:schemeClr val="tx1"/>
                  </a:solidFill>
                </a:rPr>
                <a:t>대한항공</a:t>
              </a:r>
            </a:p>
          </p:txBody>
        </p:sp>
        <p:grpSp>
          <p:nvGrpSpPr>
            <p:cNvPr id="132" name="그룹 131">
              <a:extLst>
                <a:ext uri="{FF2B5EF4-FFF2-40B4-BE49-F238E27FC236}">
                  <a16:creationId xmlns:a16="http://schemas.microsoft.com/office/drawing/2014/main" id="{C8D78FEE-ABCB-DA2B-E000-539209021AAD}"/>
                </a:ext>
              </a:extLst>
            </p:cNvPr>
            <p:cNvGrpSpPr/>
            <p:nvPr/>
          </p:nvGrpSpPr>
          <p:grpSpPr>
            <a:xfrm>
              <a:off x="3598300" y="4721214"/>
              <a:ext cx="595055" cy="356897"/>
              <a:chOff x="3380359" y="4711131"/>
              <a:chExt cx="595055" cy="356897"/>
            </a:xfrm>
          </p:grpSpPr>
          <p:sp>
            <p:nvSpPr>
              <p:cNvPr id="161" name="직사각형 160">
                <a:extLst>
                  <a:ext uri="{FF2B5EF4-FFF2-40B4-BE49-F238E27FC236}">
                    <a16:creationId xmlns:a16="http://schemas.microsoft.com/office/drawing/2014/main" id="{C6BEC359-FB9B-053D-26E6-D50E116BEC38}"/>
                  </a:ext>
                </a:extLst>
              </p:cNvPr>
              <p:cNvSpPr/>
              <p:nvPr/>
            </p:nvSpPr>
            <p:spPr>
              <a:xfrm>
                <a:off x="3380359" y="4711131"/>
                <a:ext cx="595055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b="1" dirty="0">
                    <a:solidFill>
                      <a:schemeClr val="tx1"/>
                    </a:solidFill>
                  </a:rPr>
                  <a:t>20:10</a:t>
                </a:r>
                <a:endParaRPr lang="ko-KR" altLang="en-US" sz="8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직사각형 161">
                <a:extLst>
                  <a:ext uri="{FF2B5EF4-FFF2-40B4-BE49-F238E27FC236}">
                    <a16:creationId xmlns:a16="http://schemas.microsoft.com/office/drawing/2014/main" id="{F3B4522E-591E-F4B9-6C42-FC5AA20DC75B}"/>
                  </a:ext>
                </a:extLst>
              </p:cNvPr>
              <p:cNvSpPr/>
              <p:nvPr/>
            </p:nvSpPr>
            <p:spPr>
              <a:xfrm>
                <a:off x="3380359" y="4888028"/>
                <a:ext cx="595055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700" dirty="0">
                    <a:solidFill>
                      <a:schemeClr val="bg2">
                        <a:lumMod val="50000"/>
                      </a:schemeClr>
                    </a:solidFill>
                  </a:rPr>
                  <a:t>INC</a:t>
                </a:r>
                <a:endParaRPr lang="ko-KR" altLang="en-US" sz="70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33" name="그룹 132">
              <a:extLst>
                <a:ext uri="{FF2B5EF4-FFF2-40B4-BE49-F238E27FC236}">
                  <a16:creationId xmlns:a16="http://schemas.microsoft.com/office/drawing/2014/main" id="{AA9057C6-846B-4B5C-8F5F-E4A27D856BFE}"/>
                </a:ext>
              </a:extLst>
            </p:cNvPr>
            <p:cNvGrpSpPr/>
            <p:nvPr/>
          </p:nvGrpSpPr>
          <p:grpSpPr>
            <a:xfrm>
              <a:off x="5640866" y="4721214"/>
              <a:ext cx="595055" cy="356897"/>
              <a:chOff x="4878956" y="4711131"/>
              <a:chExt cx="595055" cy="356897"/>
            </a:xfrm>
          </p:grpSpPr>
          <p:sp>
            <p:nvSpPr>
              <p:cNvPr id="159" name="직사각형 158">
                <a:extLst>
                  <a:ext uri="{FF2B5EF4-FFF2-40B4-BE49-F238E27FC236}">
                    <a16:creationId xmlns:a16="http://schemas.microsoft.com/office/drawing/2014/main" id="{6332D6D6-34EF-AD99-1C85-2C9C8A4D0DA5}"/>
                  </a:ext>
                </a:extLst>
              </p:cNvPr>
              <p:cNvSpPr/>
              <p:nvPr/>
            </p:nvSpPr>
            <p:spPr>
              <a:xfrm>
                <a:off x="4878956" y="4711131"/>
                <a:ext cx="595055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b="1" dirty="0">
                    <a:solidFill>
                      <a:schemeClr val="tx1"/>
                    </a:solidFill>
                  </a:rPr>
                  <a:t>19:40</a:t>
                </a:r>
                <a:endParaRPr lang="ko-KR" altLang="en-US" sz="8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직사각형 159">
                <a:extLst>
                  <a:ext uri="{FF2B5EF4-FFF2-40B4-BE49-F238E27FC236}">
                    <a16:creationId xmlns:a16="http://schemas.microsoft.com/office/drawing/2014/main" id="{4CE59030-2E96-AC17-7252-0B9B299EB2D5}"/>
                  </a:ext>
                </a:extLst>
              </p:cNvPr>
              <p:cNvSpPr/>
              <p:nvPr/>
            </p:nvSpPr>
            <p:spPr>
              <a:xfrm>
                <a:off x="4878956" y="4888028"/>
                <a:ext cx="595055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700" dirty="0">
                    <a:solidFill>
                      <a:schemeClr val="bg2">
                        <a:lumMod val="50000"/>
                      </a:schemeClr>
                    </a:solidFill>
                  </a:rPr>
                  <a:t>YYZ</a:t>
                </a:r>
                <a:endParaRPr lang="ko-KR" altLang="en-US" sz="70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34" name="그룹 133">
              <a:extLst>
                <a:ext uri="{FF2B5EF4-FFF2-40B4-BE49-F238E27FC236}">
                  <a16:creationId xmlns:a16="http://schemas.microsoft.com/office/drawing/2014/main" id="{F25B06A5-5378-B604-B968-84BA492975A8}"/>
                </a:ext>
              </a:extLst>
            </p:cNvPr>
            <p:cNvGrpSpPr/>
            <p:nvPr/>
          </p:nvGrpSpPr>
          <p:grpSpPr>
            <a:xfrm>
              <a:off x="4201631" y="4717797"/>
              <a:ext cx="1457702" cy="378040"/>
              <a:chOff x="4201631" y="4717797"/>
              <a:chExt cx="1457702" cy="378040"/>
            </a:xfrm>
          </p:grpSpPr>
          <p:grpSp>
            <p:nvGrpSpPr>
              <p:cNvPr id="153" name="그룹 152">
                <a:extLst>
                  <a:ext uri="{FF2B5EF4-FFF2-40B4-BE49-F238E27FC236}">
                    <a16:creationId xmlns:a16="http://schemas.microsoft.com/office/drawing/2014/main" id="{6BB8B2FA-6084-E82F-C3BE-E7B99AFAB618}"/>
                  </a:ext>
                </a:extLst>
              </p:cNvPr>
              <p:cNvGrpSpPr/>
              <p:nvPr/>
            </p:nvGrpSpPr>
            <p:grpSpPr>
              <a:xfrm>
                <a:off x="4201631" y="4876802"/>
                <a:ext cx="1457702" cy="45720"/>
                <a:chOff x="4377932" y="5397386"/>
                <a:chExt cx="1457702" cy="45720"/>
              </a:xfrm>
            </p:grpSpPr>
            <p:cxnSp>
              <p:nvCxnSpPr>
                <p:cNvPr id="156" name="직선 연결선 155">
                  <a:extLst>
                    <a:ext uri="{FF2B5EF4-FFF2-40B4-BE49-F238E27FC236}">
                      <a16:creationId xmlns:a16="http://schemas.microsoft.com/office/drawing/2014/main" id="{B7180A73-17C0-CE7C-2258-26F7A5929C7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383006" y="5420246"/>
                  <a:ext cx="1452628" cy="0"/>
                </a:xfrm>
                <a:prstGeom prst="line">
                  <a:avLst/>
                </a:prstGeom>
                <a:ln w="6350"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57" name="타원 156">
                  <a:extLst>
                    <a:ext uri="{FF2B5EF4-FFF2-40B4-BE49-F238E27FC236}">
                      <a16:creationId xmlns:a16="http://schemas.microsoft.com/office/drawing/2014/main" id="{5D930EE8-F714-D1D2-561F-CB45FF6B9312}"/>
                    </a:ext>
                  </a:extLst>
                </p:cNvPr>
                <p:cNvSpPr/>
                <p:nvPr/>
              </p:nvSpPr>
              <p:spPr>
                <a:xfrm>
                  <a:off x="4377932" y="5397387"/>
                  <a:ext cx="45719" cy="45719"/>
                </a:xfrm>
                <a:prstGeom prst="ellipse">
                  <a:avLst/>
                </a:prstGeom>
                <a:solidFill>
                  <a:schemeClr val="bg2">
                    <a:lumMod val="50000"/>
                  </a:schemeClr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bg2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58" name="타원 157">
                  <a:extLst>
                    <a:ext uri="{FF2B5EF4-FFF2-40B4-BE49-F238E27FC236}">
                      <a16:creationId xmlns:a16="http://schemas.microsoft.com/office/drawing/2014/main" id="{4D35D60A-D715-4794-2FE4-CA2234D82A0E}"/>
                    </a:ext>
                  </a:extLst>
                </p:cNvPr>
                <p:cNvSpPr/>
                <p:nvPr/>
              </p:nvSpPr>
              <p:spPr>
                <a:xfrm>
                  <a:off x="5789912" y="5397386"/>
                  <a:ext cx="45722" cy="45720"/>
                </a:xfrm>
                <a:prstGeom prst="ellipse">
                  <a:avLst/>
                </a:prstGeom>
                <a:solidFill>
                  <a:schemeClr val="bg2">
                    <a:lumMod val="50000"/>
                  </a:schemeClr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bg2">
                        <a:lumMod val="50000"/>
                      </a:schemeClr>
                    </a:solidFill>
                  </a:endParaRPr>
                </a:p>
              </p:txBody>
            </p:sp>
          </p:grpSp>
          <p:sp>
            <p:nvSpPr>
              <p:cNvPr id="154" name="직사각형 153">
                <a:extLst>
                  <a:ext uri="{FF2B5EF4-FFF2-40B4-BE49-F238E27FC236}">
                    <a16:creationId xmlns:a16="http://schemas.microsoft.com/office/drawing/2014/main" id="{D2AE9946-C4F8-D407-203E-376435EF1F88}"/>
                  </a:ext>
                </a:extLst>
              </p:cNvPr>
              <p:cNvSpPr/>
              <p:nvPr/>
            </p:nvSpPr>
            <p:spPr>
              <a:xfrm>
                <a:off x="4635492" y="4717797"/>
                <a:ext cx="595055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600" dirty="0">
                    <a:solidFill>
                      <a:schemeClr val="bg2">
                        <a:lumMod val="50000"/>
                      </a:schemeClr>
                    </a:solidFill>
                  </a:rPr>
                  <a:t>직항</a:t>
                </a:r>
              </a:p>
            </p:txBody>
          </p:sp>
          <p:sp>
            <p:nvSpPr>
              <p:cNvPr id="155" name="직사각형 154">
                <a:extLst>
                  <a:ext uri="{FF2B5EF4-FFF2-40B4-BE49-F238E27FC236}">
                    <a16:creationId xmlns:a16="http://schemas.microsoft.com/office/drawing/2014/main" id="{B2BA26D6-D736-CB6C-3E61-3224E5319357}"/>
                  </a:ext>
                </a:extLst>
              </p:cNvPr>
              <p:cNvSpPr/>
              <p:nvPr/>
            </p:nvSpPr>
            <p:spPr>
              <a:xfrm>
                <a:off x="4552723" y="4915837"/>
                <a:ext cx="760592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600" dirty="0">
                    <a:solidFill>
                      <a:schemeClr val="bg2">
                        <a:lumMod val="50000"/>
                      </a:schemeClr>
                    </a:solidFill>
                  </a:rPr>
                  <a:t>14</a:t>
                </a:r>
                <a:r>
                  <a:rPr lang="ko-KR" altLang="en-US" sz="600" dirty="0">
                    <a:solidFill>
                      <a:schemeClr val="bg2">
                        <a:lumMod val="50000"/>
                      </a:schemeClr>
                    </a:solidFill>
                  </a:rPr>
                  <a:t>시간 </a:t>
                </a:r>
                <a:r>
                  <a:rPr lang="en-US" altLang="ko-KR" sz="600" dirty="0">
                    <a:solidFill>
                      <a:schemeClr val="bg2">
                        <a:lumMod val="50000"/>
                      </a:schemeClr>
                    </a:solidFill>
                  </a:rPr>
                  <a:t>20</a:t>
                </a:r>
                <a:r>
                  <a:rPr lang="ko-KR" altLang="en-US" sz="600" dirty="0">
                    <a:solidFill>
                      <a:schemeClr val="bg2">
                        <a:lumMod val="50000"/>
                      </a:schemeClr>
                    </a:solidFill>
                  </a:rPr>
                  <a:t>분</a:t>
                </a:r>
              </a:p>
            </p:txBody>
          </p:sp>
        </p:grpSp>
        <p:grpSp>
          <p:nvGrpSpPr>
            <p:cNvPr id="135" name="그룹 134">
              <a:extLst>
                <a:ext uri="{FF2B5EF4-FFF2-40B4-BE49-F238E27FC236}">
                  <a16:creationId xmlns:a16="http://schemas.microsoft.com/office/drawing/2014/main" id="{8EA1EBC6-7CFC-92E6-CC70-C9DA93442E5F}"/>
                </a:ext>
              </a:extLst>
            </p:cNvPr>
            <p:cNvGrpSpPr/>
            <p:nvPr/>
          </p:nvGrpSpPr>
          <p:grpSpPr>
            <a:xfrm>
              <a:off x="3598300" y="5226099"/>
              <a:ext cx="595055" cy="356897"/>
              <a:chOff x="3380359" y="4711131"/>
              <a:chExt cx="595055" cy="356897"/>
            </a:xfrm>
          </p:grpSpPr>
          <p:sp>
            <p:nvSpPr>
              <p:cNvPr id="151" name="직사각형 150">
                <a:extLst>
                  <a:ext uri="{FF2B5EF4-FFF2-40B4-BE49-F238E27FC236}">
                    <a16:creationId xmlns:a16="http://schemas.microsoft.com/office/drawing/2014/main" id="{643CBA59-018A-AEFF-FC54-6BB185190768}"/>
                  </a:ext>
                </a:extLst>
              </p:cNvPr>
              <p:cNvSpPr/>
              <p:nvPr/>
            </p:nvSpPr>
            <p:spPr>
              <a:xfrm>
                <a:off x="3380359" y="4711131"/>
                <a:ext cx="595055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b="1" dirty="0">
                    <a:solidFill>
                      <a:schemeClr val="tx1"/>
                    </a:solidFill>
                  </a:rPr>
                  <a:t>20:10</a:t>
                </a:r>
                <a:endParaRPr lang="ko-KR" altLang="en-US" sz="8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2" name="직사각형 151">
                <a:extLst>
                  <a:ext uri="{FF2B5EF4-FFF2-40B4-BE49-F238E27FC236}">
                    <a16:creationId xmlns:a16="http://schemas.microsoft.com/office/drawing/2014/main" id="{5B3936EE-F328-2FCC-CFED-D12D7856A7AF}"/>
                  </a:ext>
                </a:extLst>
              </p:cNvPr>
              <p:cNvSpPr/>
              <p:nvPr/>
            </p:nvSpPr>
            <p:spPr>
              <a:xfrm>
                <a:off x="3380359" y="4888028"/>
                <a:ext cx="595055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700" dirty="0">
                    <a:solidFill>
                      <a:schemeClr val="bg2">
                        <a:lumMod val="50000"/>
                      </a:schemeClr>
                    </a:solidFill>
                  </a:rPr>
                  <a:t>INC</a:t>
                </a:r>
                <a:endParaRPr lang="ko-KR" altLang="en-US" sz="70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36" name="그룹 135">
              <a:extLst>
                <a:ext uri="{FF2B5EF4-FFF2-40B4-BE49-F238E27FC236}">
                  <a16:creationId xmlns:a16="http://schemas.microsoft.com/office/drawing/2014/main" id="{C0BE4D7C-A61E-217D-9D83-44AE8CBDE051}"/>
                </a:ext>
              </a:extLst>
            </p:cNvPr>
            <p:cNvGrpSpPr/>
            <p:nvPr/>
          </p:nvGrpSpPr>
          <p:grpSpPr>
            <a:xfrm>
              <a:off x="5640866" y="5226099"/>
              <a:ext cx="595055" cy="356897"/>
              <a:chOff x="4878956" y="4711131"/>
              <a:chExt cx="595055" cy="356897"/>
            </a:xfrm>
          </p:grpSpPr>
          <p:sp>
            <p:nvSpPr>
              <p:cNvPr id="149" name="직사각형 148">
                <a:extLst>
                  <a:ext uri="{FF2B5EF4-FFF2-40B4-BE49-F238E27FC236}">
                    <a16:creationId xmlns:a16="http://schemas.microsoft.com/office/drawing/2014/main" id="{60AEAA51-D63E-6CE9-ABC5-1D66A694647C}"/>
                  </a:ext>
                </a:extLst>
              </p:cNvPr>
              <p:cNvSpPr/>
              <p:nvPr/>
            </p:nvSpPr>
            <p:spPr>
              <a:xfrm>
                <a:off x="4878956" y="4711131"/>
                <a:ext cx="595055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800" b="1" dirty="0">
                    <a:solidFill>
                      <a:schemeClr val="tx1"/>
                    </a:solidFill>
                  </a:rPr>
                  <a:t>19:40</a:t>
                </a:r>
                <a:endParaRPr lang="ko-KR" altLang="en-US" sz="8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0" name="직사각형 149">
                <a:extLst>
                  <a:ext uri="{FF2B5EF4-FFF2-40B4-BE49-F238E27FC236}">
                    <a16:creationId xmlns:a16="http://schemas.microsoft.com/office/drawing/2014/main" id="{AD964AA6-AB9E-753C-D9CF-B839F571E50C}"/>
                  </a:ext>
                </a:extLst>
              </p:cNvPr>
              <p:cNvSpPr/>
              <p:nvPr/>
            </p:nvSpPr>
            <p:spPr>
              <a:xfrm>
                <a:off x="4878956" y="4888028"/>
                <a:ext cx="595055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700" dirty="0">
                    <a:solidFill>
                      <a:schemeClr val="bg2">
                        <a:lumMod val="50000"/>
                      </a:schemeClr>
                    </a:solidFill>
                  </a:rPr>
                  <a:t>YYZ</a:t>
                </a:r>
                <a:endParaRPr lang="ko-KR" altLang="en-US" sz="700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p:grpSp>
        <p:grpSp>
          <p:nvGrpSpPr>
            <p:cNvPr id="137" name="그룹 136">
              <a:extLst>
                <a:ext uri="{FF2B5EF4-FFF2-40B4-BE49-F238E27FC236}">
                  <a16:creationId xmlns:a16="http://schemas.microsoft.com/office/drawing/2014/main" id="{E75D39D2-494B-942B-4FB5-51CA7A1AFFA9}"/>
                </a:ext>
              </a:extLst>
            </p:cNvPr>
            <p:cNvGrpSpPr/>
            <p:nvPr/>
          </p:nvGrpSpPr>
          <p:grpSpPr>
            <a:xfrm>
              <a:off x="4196971" y="5212537"/>
              <a:ext cx="1462362" cy="370459"/>
              <a:chOff x="4196971" y="4716047"/>
              <a:chExt cx="1462362" cy="370459"/>
            </a:xfrm>
          </p:grpSpPr>
          <p:grpSp>
            <p:nvGrpSpPr>
              <p:cNvPr id="143" name="그룹 142">
                <a:extLst>
                  <a:ext uri="{FF2B5EF4-FFF2-40B4-BE49-F238E27FC236}">
                    <a16:creationId xmlns:a16="http://schemas.microsoft.com/office/drawing/2014/main" id="{011A3AFD-DBB7-5554-CFE3-2321D3CC5D3F}"/>
                  </a:ext>
                </a:extLst>
              </p:cNvPr>
              <p:cNvGrpSpPr/>
              <p:nvPr/>
            </p:nvGrpSpPr>
            <p:grpSpPr>
              <a:xfrm>
                <a:off x="4196971" y="4879854"/>
                <a:ext cx="1462362" cy="45720"/>
                <a:chOff x="4373272" y="5400438"/>
                <a:chExt cx="1462362" cy="45720"/>
              </a:xfrm>
            </p:grpSpPr>
            <p:cxnSp>
              <p:nvCxnSpPr>
                <p:cNvPr id="146" name="직선 연결선 145">
                  <a:extLst>
                    <a:ext uri="{FF2B5EF4-FFF2-40B4-BE49-F238E27FC236}">
                      <a16:creationId xmlns:a16="http://schemas.microsoft.com/office/drawing/2014/main" id="{93592F9D-6ADE-9D29-3F37-2D17F8C87D7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391114" y="5423298"/>
                  <a:ext cx="1444520" cy="0"/>
                </a:xfrm>
                <a:prstGeom prst="line">
                  <a:avLst/>
                </a:prstGeom>
                <a:ln w="6350"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47" name="타원 146">
                  <a:extLst>
                    <a:ext uri="{FF2B5EF4-FFF2-40B4-BE49-F238E27FC236}">
                      <a16:creationId xmlns:a16="http://schemas.microsoft.com/office/drawing/2014/main" id="{CDE8E4F3-CAE7-8E7A-2DA5-8443E87CD41E}"/>
                    </a:ext>
                  </a:extLst>
                </p:cNvPr>
                <p:cNvSpPr/>
                <p:nvPr/>
              </p:nvSpPr>
              <p:spPr>
                <a:xfrm>
                  <a:off x="4373272" y="5400438"/>
                  <a:ext cx="45722" cy="45720"/>
                </a:xfrm>
                <a:prstGeom prst="ellipse">
                  <a:avLst/>
                </a:prstGeom>
                <a:solidFill>
                  <a:schemeClr val="bg2">
                    <a:lumMod val="50000"/>
                  </a:schemeClr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solidFill>
                      <a:schemeClr val="bg2">
                        <a:lumMod val="50000"/>
                      </a:schemeClr>
                    </a:solidFill>
                  </a:endParaRPr>
                </a:p>
              </p:txBody>
            </p:sp>
            <p:sp>
              <p:nvSpPr>
                <p:cNvPr id="148" name="타원 147">
                  <a:extLst>
                    <a:ext uri="{FF2B5EF4-FFF2-40B4-BE49-F238E27FC236}">
                      <a16:creationId xmlns:a16="http://schemas.microsoft.com/office/drawing/2014/main" id="{B52FE6EB-B221-3A34-E530-7FE458016AFD}"/>
                    </a:ext>
                  </a:extLst>
                </p:cNvPr>
                <p:cNvSpPr/>
                <p:nvPr/>
              </p:nvSpPr>
              <p:spPr>
                <a:xfrm>
                  <a:off x="5789912" y="5400438"/>
                  <a:ext cx="45722" cy="45720"/>
                </a:xfrm>
                <a:prstGeom prst="ellipse">
                  <a:avLst/>
                </a:prstGeom>
                <a:solidFill>
                  <a:schemeClr val="bg2">
                    <a:lumMod val="50000"/>
                  </a:schemeClr>
                </a:solidFill>
                <a:ln w="6350"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>
                    <a:solidFill>
                      <a:schemeClr val="bg2">
                        <a:lumMod val="50000"/>
                      </a:schemeClr>
                    </a:solidFill>
                  </a:endParaRPr>
                </a:p>
              </p:txBody>
            </p:sp>
          </p:grpSp>
          <p:sp>
            <p:nvSpPr>
              <p:cNvPr id="144" name="직사각형 143">
                <a:extLst>
                  <a:ext uri="{FF2B5EF4-FFF2-40B4-BE49-F238E27FC236}">
                    <a16:creationId xmlns:a16="http://schemas.microsoft.com/office/drawing/2014/main" id="{C4E059AB-E677-B255-346A-515462AD9B35}"/>
                  </a:ext>
                </a:extLst>
              </p:cNvPr>
              <p:cNvSpPr/>
              <p:nvPr/>
            </p:nvSpPr>
            <p:spPr>
              <a:xfrm>
                <a:off x="4640834" y="4716047"/>
                <a:ext cx="595055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600" dirty="0">
                    <a:solidFill>
                      <a:schemeClr val="bg2">
                        <a:lumMod val="50000"/>
                      </a:schemeClr>
                    </a:solidFill>
                  </a:rPr>
                  <a:t>직항</a:t>
                </a:r>
              </a:p>
            </p:txBody>
          </p:sp>
          <p:sp>
            <p:nvSpPr>
              <p:cNvPr id="145" name="직사각형 144">
                <a:extLst>
                  <a:ext uri="{FF2B5EF4-FFF2-40B4-BE49-F238E27FC236}">
                    <a16:creationId xmlns:a16="http://schemas.microsoft.com/office/drawing/2014/main" id="{771CA14A-231C-A2CD-BB40-9C09F2D1EE82}"/>
                  </a:ext>
                </a:extLst>
              </p:cNvPr>
              <p:cNvSpPr/>
              <p:nvPr/>
            </p:nvSpPr>
            <p:spPr>
              <a:xfrm>
                <a:off x="4556309" y="4906506"/>
                <a:ext cx="760592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600" dirty="0">
                    <a:solidFill>
                      <a:schemeClr val="bg2">
                        <a:lumMod val="50000"/>
                      </a:schemeClr>
                    </a:solidFill>
                  </a:rPr>
                  <a:t>14</a:t>
                </a:r>
                <a:r>
                  <a:rPr lang="ko-KR" altLang="en-US" sz="600" dirty="0">
                    <a:solidFill>
                      <a:schemeClr val="bg2">
                        <a:lumMod val="50000"/>
                      </a:schemeClr>
                    </a:solidFill>
                  </a:rPr>
                  <a:t>시간 </a:t>
                </a:r>
                <a:r>
                  <a:rPr lang="en-US" altLang="ko-KR" sz="600" dirty="0">
                    <a:solidFill>
                      <a:schemeClr val="bg2">
                        <a:lumMod val="50000"/>
                      </a:schemeClr>
                    </a:solidFill>
                  </a:rPr>
                  <a:t>20</a:t>
                </a:r>
                <a:r>
                  <a:rPr lang="ko-KR" altLang="en-US" sz="600" dirty="0">
                    <a:solidFill>
                      <a:schemeClr val="bg2">
                        <a:lumMod val="50000"/>
                      </a:schemeClr>
                    </a:solidFill>
                  </a:rPr>
                  <a:t>분</a:t>
                </a:r>
              </a:p>
            </p:txBody>
          </p:sp>
        </p:grpSp>
        <p:pic>
          <p:nvPicPr>
            <p:cNvPr id="138" name="그래픽 137" descr="초승달 윤곽선">
              <a:extLst>
                <a:ext uri="{FF2B5EF4-FFF2-40B4-BE49-F238E27FC236}">
                  <a16:creationId xmlns:a16="http://schemas.microsoft.com/office/drawing/2014/main" id="{5857AC98-9919-7DAE-1C4D-CEFA99F38AF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234662" y="5312257"/>
              <a:ext cx="180001" cy="180001"/>
            </a:xfrm>
            <a:prstGeom prst="rect">
              <a:avLst/>
            </a:prstGeom>
          </p:spPr>
        </p:pic>
        <p:sp>
          <p:nvSpPr>
            <p:cNvPr id="139" name="직사각형 138">
              <a:extLst>
                <a:ext uri="{FF2B5EF4-FFF2-40B4-BE49-F238E27FC236}">
                  <a16:creationId xmlns:a16="http://schemas.microsoft.com/office/drawing/2014/main" id="{2DCAD44C-FCC6-919B-42BA-95BDF05394AF}"/>
                </a:ext>
              </a:extLst>
            </p:cNvPr>
            <p:cNvSpPr/>
            <p:nvPr/>
          </p:nvSpPr>
          <p:spPr>
            <a:xfrm>
              <a:off x="2395012" y="5312257"/>
              <a:ext cx="1227738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b="1" dirty="0" err="1">
                  <a:solidFill>
                    <a:schemeClr val="tx1"/>
                  </a:solidFill>
                </a:rPr>
                <a:t>가루다인도네시아항공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grpSp>
          <p:nvGrpSpPr>
            <p:cNvPr id="140" name="그룹 139">
              <a:extLst>
                <a:ext uri="{FF2B5EF4-FFF2-40B4-BE49-F238E27FC236}">
                  <a16:creationId xmlns:a16="http://schemas.microsoft.com/office/drawing/2014/main" id="{BED21EEC-D2B0-7947-1EC0-94FF6FD3C190}"/>
                </a:ext>
              </a:extLst>
            </p:cNvPr>
            <p:cNvGrpSpPr/>
            <p:nvPr/>
          </p:nvGrpSpPr>
          <p:grpSpPr>
            <a:xfrm>
              <a:off x="7165332" y="4365278"/>
              <a:ext cx="1227738" cy="180000"/>
              <a:chOff x="7197113" y="4365278"/>
              <a:chExt cx="1227738" cy="180000"/>
            </a:xfrm>
          </p:grpSpPr>
          <p:sp>
            <p:nvSpPr>
              <p:cNvPr id="141" name="직사각형 140">
                <a:extLst>
                  <a:ext uri="{FF2B5EF4-FFF2-40B4-BE49-F238E27FC236}">
                    <a16:creationId xmlns:a16="http://schemas.microsoft.com/office/drawing/2014/main" id="{BC721DB8-80BF-94F2-8ED2-6A2C05E8C569}"/>
                  </a:ext>
                </a:extLst>
              </p:cNvPr>
              <p:cNvSpPr/>
              <p:nvPr/>
            </p:nvSpPr>
            <p:spPr>
              <a:xfrm>
                <a:off x="7197113" y="4365278"/>
                <a:ext cx="443046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u="sng" dirty="0">
                    <a:solidFill>
                      <a:schemeClr val="tx1"/>
                    </a:solidFill>
                  </a:rPr>
                  <a:t>규정</a:t>
                </a:r>
              </a:p>
            </p:txBody>
          </p:sp>
          <p:sp>
            <p:nvSpPr>
              <p:cNvPr id="142" name="직사각형 141">
                <a:extLst>
                  <a:ext uri="{FF2B5EF4-FFF2-40B4-BE49-F238E27FC236}">
                    <a16:creationId xmlns:a16="http://schemas.microsoft.com/office/drawing/2014/main" id="{849687AD-130F-DC8E-A129-8F9FDAD666B2}"/>
                  </a:ext>
                </a:extLst>
              </p:cNvPr>
              <p:cNvSpPr/>
              <p:nvPr/>
            </p:nvSpPr>
            <p:spPr>
              <a:xfrm>
                <a:off x="7501913" y="4365278"/>
                <a:ext cx="922938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u="sng" dirty="0">
                    <a:solidFill>
                      <a:schemeClr val="tx1"/>
                    </a:solidFill>
                  </a:rPr>
                  <a:t>여행 상세일정</a:t>
                </a:r>
              </a:p>
            </p:txBody>
          </p:sp>
        </p:grpSp>
      </p:grpSp>
      <p:sp>
        <p:nvSpPr>
          <p:cNvPr id="166" name="직사각형 165">
            <a:extLst>
              <a:ext uri="{FF2B5EF4-FFF2-40B4-BE49-F238E27FC236}">
                <a16:creationId xmlns:a16="http://schemas.microsoft.com/office/drawing/2014/main" id="{7EE950D8-310F-3999-F751-1E8BCD0871AE}"/>
              </a:ext>
            </a:extLst>
          </p:cNvPr>
          <p:cNvSpPr/>
          <p:nvPr/>
        </p:nvSpPr>
        <p:spPr>
          <a:xfrm>
            <a:off x="2113703" y="3020526"/>
            <a:ext cx="6214839" cy="1728000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8" name="직사각형 167">
            <a:extLst>
              <a:ext uri="{FF2B5EF4-FFF2-40B4-BE49-F238E27FC236}">
                <a16:creationId xmlns:a16="http://schemas.microsoft.com/office/drawing/2014/main" id="{B3BCA783-191A-4D6E-1492-4F09965BE2F1}"/>
              </a:ext>
            </a:extLst>
          </p:cNvPr>
          <p:cNvSpPr/>
          <p:nvPr/>
        </p:nvSpPr>
        <p:spPr>
          <a:xfrm>
            <a:off x="7329201" y="4224230"/>
            <a:ext cx="900000" cy="365907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전담팀요청</a:t>
            </a:r>
            <a:endParaRPr lang="ko-KR" altLang="en-US" sz="9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pSp>
        <p:nvGrpSpPr>
          <p:cNvPr id="169" name="그룹 168">
            <a:extLst>
              <a:ext uri="{FF2B5EF4-FFF2-40B4-BE49-F238E27FC236}">
                <a16:creationId xmlns:a16="http://schemas.microsoft.com/office/drawing/2014/main" id="{AD1A7047-A609-E1F7-B049-4FDB9B7891F7}"/>
              </a:ext>
            </a:extLst>
          </p:cNvPr>
          <p:cNvGrpSpPr/>
          <p:nvPr/>
        </p:nvGrpSpPr>
        <p:grpSpPr>
          <a:xfrm>
            <a:off x="6910877" y="3980534"/>
            <a:ext cx="1402471" cy="162601"/>
            <a:chOff x="6910877" y="4739316"/>
            <a:chExt cx="1402471" cy="162601"/>
          </a:xfrm>
        </p:grpSpPr>
        <p:sp>
          <p:nvSpPr>
            <p:cNvPr id="170" name="직사각형 169">
              <a:extLst>
                <a:ext uri="{FF2B5EF4-FFF2-40B4-BE49-F238E27FC236}">
                  <a16:creationId xmlns:a16="http://schemas.microsoft.com/office/drawing/2014/main" id="{26E46537-C0AD-68F4-317E-AB818EF8F13B}"/>
                </a:ext>
              </a:extLst>
            </p:cNvPr>
            <p:cNvSpPr/>
            <p:nvPr/>
          </p:nvSpPr>
          <p:spPr>
            <a:xfrm>
              <a:off x="6910877" y="4764955"/>
              <a:ext cx="554002" cy="13696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tx1"/>
                  </a:solidFill>
                </a:rPr>
                <a:t>총 요금</a:t>
              </a:r>
            </a:p>
          </p:txBody>
        </p:sp>
        <p:sp>
          <p:nvSpPr>
            <p:cNvPr id="171" name="직사각형 170">
              <a:extLst>
                <a:ext uri="{FF2B5EF4-FFF2-40B4-BE49-F238E27FC236}">
                  <a16:creationId xmlns:a16="http://schemas.microsoft.com/office/drawing/2014/main" id="{7E9DED26-0D65-4ABC-37D5-17001CC66F03}"/>
                </a:ext>
              </a:extLst>
            </p:cNvPr>
            <p:cNvSpPr/>
            <p:nvPr/>
          </p:nvSpPr>
          <p:spPr>
            <a:xfrm>
              <a:off x="7235113" y="4739316"/>
              <a:ext cx="1005024" cy="13696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b="1" dirty="0">
                  <a:solidFill>
                    <a:srgbClr val="4B90FF"/>
                  </a:solidFill>
                </a:rPr>
                <a:t>1,582,650</a:t>
              </a:r>
              <a:endParaRPr lang="ko-KR" altLang="en-US" sz="1100" b="1" dirty="0">
                <a:solidFill>
                  <a:srgbClr val="4B90FF"/>
                </a:solidFill>
              </a:endParaRPr>
            </a:p>
          </p:txBody>
        </p:sp>
        <p:sp>
          <p:nvSpPr>
            <p:cNvPr id="172" name="직사각형 171">
              <a:extLst>
                <a:ext uri="{FF2B5EF4-FFF2-40B4-BE49-F238E27FC236}">
                  <a16:creationId xmlns:a16="http://schemas.microsoft.com/office/drawing/2014/main" id="{5CF2A0F9-972D-21E1-860B-EC2700D40C27}"/>
                </a:ext>
              </a:extLst>
            </p:cNvPr>
            <p:cNvSpPr/>
            <p:nvPr/>
          </p:nvSpPr>
          <p:spPr>
            <a:xfrm>
              <a:off x="8011880" y="4764955"/>
              <a:ext cx="301468" cy="13696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>
                  <a:solidFill>
                    <a:schemeClr val="tx1"/>
                  </a:solidFill>
                </a:rPr>
                <a:t>원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05" name="그룹 204">
            <a:extLst>
              <a:ext uri="{FF2B5EF4-FFF2-40B4-BE49-F238E27FC236}">
                <a16:creationId xmlns:a16="http://schemas.microsoft.com/office/drawing/2014/main" id="{36C2EF89-B4DD-984D-C5CB-57EC6B475E54}"/>
              </a:ext>
            </a:extLst>
          </p:cNvPr>
          <p:cNvGrpSpPr/>
          <p:nvPr/>
        </p:nvGrpSpPr>
        <p:grpSpPr>
          <a:xfrm>
            <a:off x="7165332" y="3155165"/>
            <a:ext cx="1227738" cy="180000"/>
            <a:chOff x="7197113" y="4365278"/>
            <a:chExt cx="1227738" cy="180000"/>
          </a:xfrm>
        </p:grpSpPr>
        <p:sp>
          <p:nvSpPr>
            <p:cNvPr id="206" name="직사각형 205">
              <a:extLst>
                <a:ext uri="{FF2B5EF4-FFF2-40B4-BE49-F238E27FC236}">
                  <a16:creationId xmlns:a16="http://schemas.microsoft.com/office/drawing/2014/main" id="{52825A61-386E-A59B-EA1E-32F50AEE4FF1}"/>
                </a:ext>
              </a:extLst>
            </p:cNvPr>
            <p:cNvSpPr/>
            <p:nvPr/>
          </p:nvSpPr>
          <p:spPr>
            <a:xfrm>
              <a:off x="7197113" y="4365278"/>
              <a:ext cx="443046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u="sng" dirty="0">
                  <a:solidFill>
                    <a:schemeClr val="tx1"/>
                  </a:solidFill>
                </a:rPr>
                <a:t>규정</a:t>
              </a:r>
            </a:p>
          </p:txBody>
        </p:sp>
        <p:sp>
          <p:nvSpPr>
            <p:cNvPr id="207" name="직사각형 206">
              <a:extLst>
                <a:ext uri="{FF2B5EF4-FFF2-40B4-BE49-F238E27FC236}">
                  <a16:creationId xmlns:a16="http://schemas.microsoft.com/office/drawing/2014/main" id="{075525D1-D6BD-EC18-0F94-341A93C63288}"/>
                </a:ext>
              </a:extLst>
            </p:cNvPr>
            <p:cNvSpPr/>
            <p:nvPr/>
          </p:nvSpPr>
          <p:spPr>
            <a:xfrm>
              <a:off x="7501913" y="4365278"/>
              <a:ext cx="922938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800" u="sng" dirty="0">
                  <a:solidFill>
                    <a:schemeClr val="tx1"/>
                  </a:solidFill>
                </a:rPr>
                <a:t>여행 상세일정</a:t>
              </a:r>
            </a:p>
          </p:txBody>
        </p:sp>
      </p:grpSp>
      <p:sp>
        <p:nvSpPr>
          <p:cNvPr id="231" name="직사각형 230">
            <a:extLst>
              <a:ext uri="{FF2B5EF4-FFF2-40B4-BE49-F238E27FC236}">
                <a16:creationId xmlns:a16="http://schemas.microsoft.com/office/drawing/2014/main" id="{EA883C9C-2057-51EE-20A9-6FEB5E65E41F}"/>
              </a:ext>
            </a:extLst>
          </p:cNvPr>
          <p:cNvSpPr/>
          <p:nvPr/>
        </p:nvSpPr>
        <p:spPr>
          <a:xfrm>
            <a:off x="7329201" y="2370015"/>
            <a:ext cx="897682" cy="36590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52" name="직선 화살표 연결선 251">
            <a:extLst>
              <a:ext uri="{FF2B5EF4-FFF2-40B4-BE49-F238E27FC236}">
                <a16:creationId xmlns:a16="http://schemas.microsoft.com/office/drawing/2014/main" id="{1E36F623-81AA-CD37-D7D3-1FED7BF818C7}"/>
              </a:ext>
            </a:extLst>
          </p:cNvPr>
          <p:cNvCxnSpPr>
            <a:cxnSpLocks/>
          </p:cNvCxnSpPr>
          <p:nvPr/>
        </p:nvCxnSpPr>
        <p:spPr>
          <a:xfrm flipH="1">
            <a:off x="6485527" y="840674"/>
            <a:ext cx="433314" cy="69839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29" name="표 228">
            <a:extLst>
              <a:ext uri="{FF2B5EF4-FFF2-40B4-BE49-F238E27FC236}">
                <a16:creationId xmlns:a16="http://schemas.microsoft.com/office/drawing/2014/main" id="{88F976D0-F4F9-4C76-A678-ED31269C38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9686916"/>
              </p:ext>
            </p:extLst>
          </p:nvPr>
        </p:nvGraphicFramePr>
        <p:xfrm>
          <a:off x="8895422" y="89351"/>
          <a:ext cx="3208784" cy="56647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694">
                  <a:extLst>
                    <a:ext uri="{9D8B030D-6E8A-4147-A177-3AD203B41FA5}">
                      <a16:colId xmlns:a16="http://schemas.microsoft.com/office/drawing/2014/main" val="449230696"/>
                    </a:ext>
                  </a:extLst>
                </a:gridCol>
                <a:gridCol w="2935090">
                  <a:extLst>
                    <a:ext uri="{9D8B030D-6E8A-4147-A177-3AD203B41FA5}">
                      <a16:colId xmlns:a16="http://schemas.microsoft.com/office/drawing/2014/main" val="934294675"/>
                    </a:ext>
                  </a:extLst>
                </a:gridCol>
              </a:tblGrid>
              <a:tr h="323687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0687550"/>
                  </a:ext>
                </a:extLst>
              </a:tr>
              <a:tr h="272123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ko-KR" altLang="en-US" sz="900" b="1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항공예약 요청 페이지</a:t>
                      </a:r>
                      <a:endParaRPr lang="en-US" altLang="ko-KR" sz="900" b="1" u="none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algn="l" latinLnBrk="1"/>
                      <a:endParaRPr lang="en-US" altLang="ko-KR" sz="900" b="1" u="none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1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출장자 정보에는 항공 조회 시 입력한 예약자 정보가 자동 입력 되도록 하며 예상 요금 등 모든 기능에 대한 자세한 설명은</a:t>
                      </a:r>
                      <a:r>
                        <a:rPr lang="ko-KR" altLang="en-US" sz="900" b="1" u="none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900" b="1" u="none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[</a:t>
                      </a:r>
                      <a:r>
                        <a:rPr lang="ko-KR" altLang="en-US" sz="900" b="1" u="none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요청 기획서</a:t>
                      </a:r>
                      <a:r>
                        <a:rPr lang="en-US" altLang="ko-KR" sz="900" b="1" u="none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]</a:t>
                      </a:r>
                      <a:r>
                        <a:rPr lang="ko-KR" altLang="en-US" sz="900" b="1" u="none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에서 확인</a:t>
                      </a:r>
                      <a:endParaRPr lang="en-US" altLang="ko-KR" sz="900" b="1" u="none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  <a:p>
                      <a:pPr marL="171450" indent="-171450" algn="l" latinLnBrk="1"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b="0" u="sng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요청 페이지가 헤더를 가리지 않도록 노출 </a:t>
                      </a:r>
                      <a:r>
                        <a:rPr lang="en-US" altLang="ko-KR" sz="900" b="1" u="sng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b="1" u="none" baseline="0" dirty="0" err="1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수정요청건</a:t>
                      </a:r>
                      <a:r>
                        <a:rPr lang="en-US" altLang="ko-KR" sz="900" b="1" u="sng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499294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/>
                        <a:t>1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dirty="0"/>
                        <a:t>클릭 시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 err="1"/>
                        <a:t>모달창</a:t>
                      </a:r>
                      <a:r>
                        <a:rPr lang="ko-KR" altLang="en-US" sz="900" dirty="0"/>
                        <a:t> 닫힘</a:t>
                      </a:r>
                      <a:endParaRPr lang="ko-KR" altLang="en-US" sz="900" b="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6680531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/>
                        <a:t>2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클릭 시</a:t>
                      </a:r>
                      <a:r>
                        <a:rPr lang="en-US" altLang="ko-KR" sz="900" b="0" dirty="0"/>
                        <a:t>, </a:t>
                      </a:r>
                      <a:r>
                        <a:rPr lang="ko-KR" altLang="en-US" sz="900" b="0" dirty="0"/>
                        <a:t>문구 노출 후 항공전담팀에게 요청 메일 발송</a:t>
                      </a:r>
                      <a:br>
                        <a:rPr lang="en-US" altLang="ko-KR" sz="900" b="0" dirty="0"/>
                      </a:br>
                      <a:r>
                        <a:rPr lang="ko-KR" altLang="en-US" sz="900" b="1" dirty="0"/>
                        <a:t>요청 문구 </a:t>
                      </a:r>
                      <a:r>
                        <a:rPr lang="en-US" altLang="ko-KR" sz="900" b="1" dirty="0"/>
                        <a:t>: </a:t>
                      </a:r>
                      <a:r>
                        <a:rPr lang="ko-KR" altLang="en-US" sz="900" b="1" dirty="0"/>
                        <a:t>요청 하시겠습니까</a:t>
                      </a:r>
                      <a:r>
                        <a:rPr lang="en-US" altLang="ko-KR" sz="900" b="1" dirty="0"/>
                        <a:t>?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br>
                        <a:rPr lang="en-US" altLang="ko-KR" sz="900" b="0" dirty="0"/>
                      </a:br>
                      <a:r>
                        <a:rPr lang="ko-KR" altLang="en-US" sz="900" b="0" dirty="0"/>
                        <a:t>요청이 완료 되면</a:t>
                      </a:r>
                      <a:r>
                        <a:rPr lang="en-US" altLang="ko-KR" sz="900" b="0" dirty="0"/>
                        <a:t>, </a:t>
                      </a:r>
                      <a:r>
                        <a:rPr lang="ko-KR" altLang="en-US" sz="900" b="0" dirty="0"/>
                        <a:t>문구 노출 후 </a:t>
                      </a:r>
                      <a:r>
                        <a:rPr lang="ko-KR" altLang="en-US" sz="900" dirty="0"/>
                        <a:t>항공페이지로 이동</a:t>
                      </a:r>
                      <a:br>
                        <a:rPr lang="en-US" altLang="ko-KR" sz="900" b="0" dirty="0"/>
                      </a:br>
                      <a:r>
                        <a:rPr lang="ko-KR" altLang="en-US" sz="900" dirty="0"/>
                        <a:t>이때</a:t>
                      </a:r>
                      <a:r>
                        <a:rPr lang="en-US" altLang="ko-KR" sz="900" dirty="0"/>
                        <a:t>,</a:t>
                      </a:r>
                      <a:r>
                        <a:rPr lang="ko-KR" altLang="en-US" sz="900" dirty="0"/>
                        <a:t>조회조건은 모두 초기화 되며 빈페이지로 이동됨</a:t>
                      </a:r>
                      <a:br>
                        <a:rPr lang="en-US" altLang="ko-KR" sz="900" dirty="0"/>
                      </a:br>
                      <a:endParaRPr lang="en-US" altLang="ko-KR" sz="90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/>
                        <a:t>요청완료 후 문구 </a:t>
                      </a:r>
                      <a:r>
                        <a:rPr lang="en-US" altLang="ko-KR" sz="900" b="1" dirty="0"/>
                        <a:t>: </a:t>
                      </a:r>
                      <a:r>
                        <a:rPr lang="ko-KR" altLang="en-US" sz="9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요청이 완료되었습니다</a:t>
                      </a:r>
                      <a:r>
                        <a:rPr lang="en-US" altLang="ko-KR" sz="9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9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빠른 시일 내에 </a:t>
                      </a:r>
                      <a:r>
                        <a:rPr lang="ko-KR" altLang="en-US" sz="9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전담팀</a:t>
                      </a:r>
                      <a:r>
                        <a:rPr lang="ko-KR" altLang="en-US" sz="9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확인 예정입니다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1438607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/>
                        <a:t>3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/>
                        <a:t>CLOSE </a:t>
                      </a:r>
                      <a:r>
                        <a:rPr lang="ko-KR" altLang="en-US" sz="900" b="1" dirty="0"/>
                        <a:t>버튼 </a:t>
                      </a:r>
                      <a:r>
                        <a:rPr lang="en-US" altLang="ko-KR" sz="900" b="1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900" b="1" dirty="0">
                          <a:solidFill>
                            <a:srgbClr val="FF0000"/>
                          </a:solidFill>
                        </a:rPr>
                        <a:t>추가 </a:t>
                      </a:r>
                      <a:r>
                        <a:rPr lang="ko-KR" altLang="en-US" sz="900" b="1" dirty="0" err="1">
                          <a:solidFill>
                            <a:srgbClr val="FF0000"/>
                          </a:solidFill>
                        </a:rPr>
                        <a:t>요청건</a:t>
                      </a:r>
                      <a:r>
                        <a:rPr lang="en-US" altLang="ko-KR" sz="900" b="1" dirty="0">
                          <a:solidFill>
                            <a:srgbClr val="FF0000"/>
                          </a:solidFill>
                        </a:rPr>
                        <a:t>)</a:t>
                      </a:r>
                      <a:endParaRPr lang="en-US" altLang="ko-KR" sz="900" b="1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/>
                        <a:t>- </a:t>
                      </a:r>
                      <a:r>
                        <a:rPr lang="ko-KR" altLang="en-US" sz="900" b="0" dirty="0"/>
                        <a:t>클릭 시 항공 예약 요청 </a:t>
                      </a:r>
                      <a:r>
                        <a:rPr lang="ko-KR" altLang="en-US" sz="900" b="0" dirty="0" err="1"/>
                        <a:t>모달창</a:t>
                      </a:r>
                      <a:r>
                        <a:rPr lang="ko-KR" altLang="en-US" sz="900" b="0" dirty="0"/>
                        <a:t> 닫힘 처리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9040831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/>
                        <a:t>4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 err="1"/>
                        <a:t>영문명</a:t>
                      </a:r>
                      <a:r>
                        <a:rPr lang="ko-KR" altLang="en-US" sz="900" b="1" dirty="0"/>
                        <a:t> 성 이름 노출 순서 </a:t>
                      </a:r>
                      <a:r>
                        <a:rPr lang="en-US" altLang="ko-KR" sz="900" b="1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900" b="1" dirty="0">
                          <a:solidFill>
                            <a:srgbClr val="FF0000"/>
                          </a:solidFill>
                        </a:rPr>
                        <a:t>수정 </a:t>
                      </a:r>
                      <a:r>
                        <a:rPr lang="ko-KR" altLang="en-US" sz="900" b="1" dirty="0" err="1">
                          <a:solidFill>
                            <a:srgbClr val="FF0000"/>
                          </a:solidFill>
                        </a:rPr>
                        <a:t>요청건</a:t>
                      </a:r>
                      <a:r>
                        <a:rPr lang="en-US" altLang="ko-KR" sz="900" b="1" dirty="0">
                          <a:solidFill>
                            <a:srgbClr val="FF0000"/>
                          </a:solidFill>
                        </a:rPr>
                        <a:t>)</a:t>
                      </a: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900" b="0" dirty="0"/>
                        <a:t>[AS-IS] : {</a:t>
                      </a:r>
                      <a:r>
                        <a:rPr lang="ko-KR" altLang="en-US" sz="900" b="0" dirty="0"/>
                        <a:t>이름</a:t>
                      </a:r>
                      <a:r>
                        <a:rPr lang="en-US" altLang="ko-KR" sz="900" b="0" dirty="0"/>
                        <a:t>} {</a:t>
                      </a:r>
                      <a:r>
                        <a:rPr lang="ko-KR" altLang="en-US" sz="900" b="0" dirty="0"/>
                        <a:t>성</a:t>
                      </a:r>
                      <a:r>
                        <a:rPr lang="en-US" altLang="ko-KR" sz="900" b="0" dirty="0"/>
                        <a:t>}</a:t>
                      </a: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900" b="0" dirty="0"/>
                        <a:t>[TO-BE] : {</a:t>
                      </a:r>
                      <a:r>
                        <a:rPr lang="ko-KR" altLang="en-US" sz="900" b="0" dirty="0"/>
                        <a:t>성</a:t>
                      </a:r>
                      <a:r>
                        <a:rPr lang="en-US" altLang="ko-KR" sz="900" b="0" dirty="0"/>
                        <a:t>} {</a:t>
                      </a:r>
                      <a:r>
                        <a:rPr lang="ko-KR" altLang="en-US" sz="900" b="0" dirty="0"/>
                        <a:t>이름</a:t>
                      </a:r>
                      <a:r>
                        <a:rPr lang="en-US" altLang="ko-KR" sz="900" b="0" dirty="0"/>
                        <a:t>}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순으로 변경 </a:t>
                      </a:r>
                      <a:r>
                        <a:rPr lang="en-US" altLang="ko-KR" sz="900" b="0" dirty="0"/>
                        <a:t>[</a:t>
                      </a:r>
                      <a:r>
                        <a:rPr lang="ko-KR" altLang="en-US" sz="900" b="0" dirty="0"/>
                        <a:t>요청 기획서</a:t>
                      </a:r>
                      <a:r>
                        <a:rPr lang="en-US" altLang="ko-KR" sz="900" b="0" dirty="0"/>
                        <a:t>] </a:t>
                      </a:r>
                      <a:r>
                        <a:rPr lang="ko-KR" altLang="en-US" sz="900" b="0" dirty="0"/>
                        <a:t>동일하게 적용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6771498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/>
                        <a:t>5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/>
                        <a:t>출장자 추가 </a:t>
                      </a:r>
                      <a:endParaRPr lang="en-US" altLang="ko-KR" sz="900" b="1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/>
                        <a:t>- </a:t>
                      </a:r>
                      <a:r>
                        <a:rPr lang="ko-KR" altLang="en-US" sz="900" b="0" dirty="0"/>
                        <a:t>클릭 시 출장자 정보 </a:t>
                      </a:r>
                      <a:r>
                        <a:rPr lang="en-US" altLang="ko-KR" sz="900" b="0" dirty="0"/>
                        <a:t>1 </a:t>
                      </a:r>
                      <a:r>
                        <a:rPr lang="ko-KR" altLang="en-US" sz="900" b="0" dirty="0"/>
                        <a:t>하단으로 출장자 정보</a:t>
                      </a:r>
                      <a:br>
                        <a:rPr lang="en-US" altLang="ko-KR" sz="900" b="0" dirty="0"/>
                      </a:br>
                      <a:r>
                        <a:rPr lang="en-US" altLang="ko-KR" sz="900" b="0" dirty="0"/>
                        <a:t> </a:t>
                      </a:r>
                      <a:r>
                        <a:rPr lang="ko-KR" altLang="en-US" sz="900" b="0" dirty="0"/>
                        <a:t> 영역 추가 </a:t>
                      </a:r>
                      <a:br>
                        <a:rPr lang="en-US" altLang="ko-KR" sz="900" b="0" dirty="0"/>
                      </a:br>
                      <a:r>
                        <a:rPr lang="en-US" altLang="ko-KR" sz="900" b="0" dirty="0"/>
                        <a:t> </a:t>
                      </a:r>
                      <a:r>
                        <a:rPr lang="ko-KR" altLang="en-US" sz="900" b="0" dirty="0"/>
                        <a:t>ㄴ 출장자 정보 타이틀 넘버링 </a:t>
                      </a:r>
                      <a:r>
                        <a:rPr lang="en-US" altLang="ko-KR" sz="900" b="0" dirty="0"/>
                        <a:t>+1</a:t>
                      </a:r>
                      <a:r>
                        <a:rPr lang="ko-KR" altLang="en-US" sz="900" b="0" dirty="0"/>
                        <a:t>씩 추가</a:t>
                      </a:r>
                      <a:endParaRPr lang="en-US" altLang="ko-KR" sz="900" b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/>
                        <a:t>- </a:t>
                      </a:r>
                      <a:r>
                        <a:rPr lang="ko-KR" altLang="en-US" sz="900" b="0" dirty="0"/>
                        <a:t>최대 </a:t>
                      </a:r>
                      <a:r>
                        <a:rPr lang="en-US" altLang="ko-KR" sz="900" b="0" dirty="0"/>
                        <a:t>9</a:t>
                      </a:r>
                      <a:r>
                        <a:rPr lang="ko-KR" altLang="en-US" sz="900" b="0" dirty="0"/>
                        <a:t>명으로 제한하되</a:t>
                      </a:r>
                      <a:r>
                        <a:rPr lang="en-US" altLang="ko-KR" sz="900" b="0" dirty="0"/>
                        <a:t>, </a:t>
                      </a:r>
                      <a:r>
                        <a:rPr lang="ko-KR" altLang="en-US" sz="900" b="0" dirty="0"/>
                        <a:t>초과 할 시에는 아래와 같은 문구 노출</a:t>
                      </a:r>
                      <a:endParaRPr lang="en-US" altLang="ko-KR" sz="900" b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문구 </a:t>
                      </a:r>
                      <a:r>
                        <a:rPr lang="en-US" altLang="ko-KR" sz="900" b="0" dirty="0"/>
                        <a:t>: </a:t>
                      </a:r>
                      <a:r>
                        <a:rPr lang="ko-KR" altLang="en-US" sz="900" b="0" dirty="0"/>
                        <a:t>출장자는 최대 인원은 </a:t>
                      </a:r>
                      <a:r>
                        <a:rPr lang="en-US" altLang="ko-KR" sz="900" b="0" dirty="0"/>
                        <a:t>9</a:t>
                      </a:r>
                      <a:r>
                        <a:rPr lang="ko-KR" altLang="en-US" sz="900" b="0" dirty="0"/>
                        <a:t>명입니다</a:t>
                      </a:r>
                      <a:r>
                        <a:rPr lang="en-US" altLang="ko-KR" sz="900" b="0" dirty="0"/>
                        <a:t>.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5001584"/>
                  </a:ext>
                </a:extLst>
              </a:tr>
              <a:tr h="27253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Check point</a:t>
                      </a:r>
                      <a:endParaRPr lang="ko-KR" altLang="en-US" sz="10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194342"/>
                  </a:ext>
                </a:extLst>
              </a:tr>
              <a:tr h="635909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u="none" baseline="0" dirty="0">
                          <a:solidFill>
                            <a:srgbClr val="FF0000"/>
                          </a:solidFill>
                          <a:latin typeface="+mn-ea"/>
                          <a:ea typeface="+mn-ea"/>
                        </a:rPr>
                        <a:t>출장자의 좌석등급에는 검색 했던 좌석등급으로 초기 세팅 되도록 함</a:t>
                      </a:r>
                      <a:endParaRPr lang="en-US" altLang="ko-KR" sz="900" b="1" u="none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9267137"/>
                  </a:ext>
                </a:extLst>
              </a:tr>
            </a:tbl>
          </a:graphicData>
        </a:graphic>
      </p:graphicFrame>
      <p:sp>
        <p:nvSpPr>
          <p:cNvPr id="243" name="직사각형 242">
            <a:extLst>
              <a:ext uri="{FF2B5EF4-FFF2-40B4-BE49-F238E27FC236}">
                <a16:creationId xmlns:a16="http://schemas.microsoft.com/office/drawing/2014/main" id="{75E1BB32-EAAD-43D2-9B1A-E2365760AAC1}"/>
              </a:ext>
            </a:extLst>
          </p:cNvPr>
          <p:cNvSpPr/>
          <p:nvPr/>
        </p:nvSpPr>
        <p:spPr>
          <a:xfrm>
            <a:off x="281482" y="658704"/>
            <a:ext cx="896814" cy="46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SM C&amp;C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44" name="직사각형 243">
            <a:extLst>
              <a:ext uri="{FF2B5EF4-FFF2-40B4-BE49-F238E27FC236}">
                <a16:creationId xmlns:a16="http://schemas.microsoft.com/office/drawing/2014/main" id="{BA25546F-44E7-4351-A3F9-05A336E6446A}"/>
              </a:ext>
            </a:extLst>
          </p:cNvPr>
          <p:cNvSpPr/>
          <p:nvPr/>
        </p:nvSpPr>
        <p:spPr>
          <a:xfrm>
            <a:off x="1354203" y="658704"/>
            <a:ext cx="5705004" cy="46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ln w="0"/>
                <a:solidFill>
                  <a:schemeClr val="tx1"/>
                </a:solidFill>
              </a:rPr>
              <a:t>항공</a:t>
            </a:r>
            <a:r>
              <a:rPr lang="en-US" altLang="ko-KR" sz="1200" dirty="0">
                <a:ln w="0"/>
                <a:solidFill>
                  <a:schemeClr val="tx1"/>
                </a:solidFill>
              </a:rPr>
              <a:t>	</a:t>
            </a:r>
            <a:r>
              <a:rPr lang="ko-KR" altLang="en-US" sz="1200" dirty="0">
                <a:ln w="0"/>
                <a:solidFill>
                  <a:schemeClr val="tx1"/>
                </a:solidFill>
              </a:rPr>
              <a:t>호텔</a:t>
            </a:r>
            <a:r>
              <a:rPr lang="en-US" altLang="ko-KR" sz="1200" dirty="0">
                <a:ln w="0"/>
                <a:solidFill>
                  <a:schemeClr val="tx1"/>
                </a:solidFill>
              </a:rPr>
              <a:t>	</a:t>
            </a:r>
            <a:r>
              <a:rPr lang="ko-KR" altLang="en-US" sz="1200" dirty="0">
                <a:ln w="0"/>
                <a:solidFill>
                  <a:schemeClr val="tx1"/>
                </a:solidFill>
              </a:rPr>
              <a:t>요청</a:t>
            </a:r>
            <a:endParaRPr lang="ko-KR" altLang="en-US" sz="1200" dirty="0"/>
          </a:p>
        </p:txBody>
      </p:sp>
      <p:sp>
        <p:nvSpPr>
          <p:cNvPr id="245" name="직사각형 244">
            <a:extLst>
              <a:ext uri="{FF2B5EF4-FFF2-40B4-BE49-F238E27FC236}">
                <a16:creationId xmlns:a16="http://schemas.microsoft.com/office/drawing/2014/main" id="{5021CC46-6B85-4380-85C1-007E9442216A}"/>
              </a:ext>
            </a:extLst>
          </p:cNvPr>
          <p:cNvSpPr/>
          <p:nvPr/>
        </p:nvSpPr>
        <p:spPr>
          <a:xfrm>
            <a:off x="7235113" y="658704"/>
            <a:ext cx="1449811" cy="46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n w="0"/>
                <a:solidFill>
                  <a:schemeClr val="tx1"/>
                </a:solidFill>
              </a:rPr>
              <a:t>마이페이지</a:t>
            </a:r>
            <a:r>
              <a:rPr lang="en-US" altLang="ko-KR" sz="1000" dirty="0">
                <a:ln w="0"/>
                <a:solidFill>
                  <a:schemeClr val="tx1"/>
                </a:solidFill>
              </a:rPr>
              <a:t> </a:t>
            </a:r>
            <a:r>
              <a:rPr lang="ko-KR" altLang="en-US" sz="1000" dirty="0">
                <a:ln w="0"/>
                <a:solidFill>
                  <a:schemeClr val="tx1"/>
                </a:solidFill>
              </a:rPr>
              <a:t>로그아웃</a:t>
            </a:r>
            <a:endParaRPr lang="ko-KR" altLang="en-US" sz="1000" dirty="0"/>
          </a:p>
        </p:txBody>
      </p:sp>
      <p:sp>
        <p:nvSpPr>
          <p:cNvPr id="246" name="직사각형 245">
            <a:extLst>
              <a:ext uri="{FF2B5EF4-FFF2-40B4-BE49-F238E27FC236}">
                <a16:creationId xmlns:a16="http://schemas.microsoft.com/office/drawing/2014/main" id="{B982C51A-E57C-44CB-9D39-5125C64C93D8}"/>
              </a:ext>
            </a:extLst>
          </p:cNvPr>
          <p:cNvSpPr/>
          <p:nvPr/>
        </p:nvSpPr>
        <p:spPr>
          <a:xfrm>
            <a:off x="87794" y="1163996"/>
            <a:ext cx="8707394" cy="6103610"/>
          </a:xfrm>
          <a:prstGeom prst="rect">
            <a:avLst/>
          </a:prstGeom>
          <a:solidFill>
            <a:schemeClr val="tx1">
              <a:lumMod val="85000"/>
              <a:lumOff val="1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47" name="직사각형 246">
            <a:extLst>
              <a:ext uri="{FF2B5EF4-FFF2-40B4-BE49-F238E27FC236}">
                <a16:creationId xmlns:a16="http://schemas.microsoft.com/office/drawing/2014/main" id="{0C0E254B-8BF8-40EA-A660-770E845EA66C}"/>
              </a:ext>
            </a:extLst>
          </p:cNvPr>
          <p:cNvSpPr/>
          <p:nvPr/>
        </p:nvSpPr>
        <p:spPr>
          <a:xfrm>
            <a:off x="2222473" y="1481905"/>
            <a:ext cx="2007154" cy="1869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bg2">
                    <a:lumMod val="50000"/>
                  </a:schemeClr>
                </a:solidFill>
              </a:rPr>
              <a:t>총</a:t>
            </a:r>
            <a:r>
              <a:rPr lang="ko-KR" altLang="en-US" sz="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ko-KR" sz="8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100</a:t>
            </a:r>
            <a:r>
              <a:rPr lang="ko-KR" altLang="en-US" sz="800" dirty="0">
                <a:solidFill>
                  <a:schemeClr val="bg2">
                    <a:lumMod val="50000"/>
                  </a:schemeClr>
                </a:solidFill>
              </a:rPr>
              <a:t>개의 항공이 검색되었습니다</a:t>
            </a:r>
            <a:r>
              <a:rPr lang="en-US" altLang="ko-KR" sz="800" dirty="0">
                <a:solidFill>
                  <a:schemeClr val="bg2">
                    <a:lumMod val="50000"/>
                  </a:schemeClr>
                </a:solidFill>
              </a:rPr>
              <a:t>.</a:t>
            </a:r>
            <a:endParaRPr lang="ko-KR" altLang="en-US" sz="800" dirty="0">
              <a:solidFill>
                <a:schemeClr val="bg2">
                  <a:lumMod val="50000"/>
                </a:schemeClr>
              </a:solidFill>
            </a:endParaRPr>
          </a:p>
        </p:txBody>
      </p:sp>
      <p:cxnSp>
        <p:nvCxnSpPr>
          <p:cNvPr id="248" name="직선 연결선 247">
            <a:extLst>
              <a:ext uri="{FF2B5EF4-FFF2-40B4-BE49-F238E27FC236}">
                <a16:creationId xmlns:a16="http://schemas.microsoft.com/office/drawing/2014/main" id="{21EE9155-85D4-4DDC-A8EE-7E0FE6556624}"/>
              </a:ext>
            </a:extLst>
          </p:cNvPr>
          <p:cNvCxnSpPr>
            <a:cxnSpLocks/>
          </p:cNvCxnSpPr>
          <p:nvPr/>
        </p:nvCxnSpPr>
        <p:spPr>
          <a:xfrm>
            <a:off x="566673" y="1789391"/>
            <a:ext cx="1565819" cy="0"/>
          </a:xfrm>
          <a:prstGeom prst="line">
            <a:avLst/>
          </a:prstGeom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직선 연결선 248">
            <a:extLst>
              <a:ext uri="{FF2B5EF4-FFF2-40B4-BE49-F238E27FC236}">
                <a16:creationId xmlns:a16="http://schemas.microsoft.com/office/drawing/2014/main" id="{A0C61BE1-E4FD-4380-9366-762EBF70D324}"/>
              </a:ext>
            </a:extLst>
          </p:cNvPr>
          <p:cNvCxnSpPr>
            <a:cxnSpLocks/>
          </p:cNvCxnSpPr>
          <p:nvPr/>
        </p:nvCxnSpPr>
        <p:spPr>
          <a:xfrm>
            <a:off x="566671" y="3051010"/>
            <a:ext cx="1565819" cy="0"/>
          </a:xfrm>
          <a:prstGeom prst="line">
            <a:avLst/>
          </a:prstGeom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직선 연결선 249">
            <a:extLst>
              <a:ext uri="{FF2B5EF4-FFF2-40B4-BE49-F238E27FC236}">
                <a16:creationId xmlns:a16="http://schemas.microsoft.com/office/drawing/2014/main" id="{C817ABEF-A3A8-4244-B752-59F5EE733463}"/>
              </a:ext>
            </a:extLst>
          </p:cNvPr>
          <p:cNvCxnSpPr>
            <a:cxnSpLocks/>
          </p:cNvCxnSpPr>
          <p:nvPr/>
        </p:nvCxnSpPr>
        <p:spPr>
          <a:xfrm>
            <a:off x="566673" y="3795948"/>
            <a:ext cx="1565819" cy="0"/>
          </a:xfrm>
          <a:prstGeom prst="line">
            <a:avLst/>
          </a:prstGeom>
          <a:ln w="635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1" name="직사각형 250">
            <a:extLst>
              <a:ext uri="{FF2B5EF4-FFF2-40B4-BE49-F238E27FC236}">
                <a16:creationId xmlns:a16="http://schemas.microsoft.com/office/drawing/2014/main" id="{FC5D5CAC-3820-44BB-B127-21A218E76C2E}"/>
              </a:ext>
            </a:extLst>
          </p:cNvPr>
          <p:cNvSpPr/>
          <p:nvPr/>
        </p:nvSpPr>
        <p:spPr>
          <a:xfrm>
            <a:off x="5531132" y="2365998"/>
            <a:ext cx="900000" cy="365907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err="1"/>
              <a:t>셀프예약</a:t>
            </a:r>
            <a:endParaRPr lang="ko-KR" altLang="en-US" sz="900" dirty="0"/>
          </a:p>
        </p:txBody>
      </p:sp>
      <p:sp>
        <p:nvSpPr>
          <p:cNvPr id="253" name="사각형: 둥근 모서리 252">
            <a:extLst>
              <a:ext uri="{FF2B5EF4-FFF2-40B4-BE49-F238E27FC236}">
                <a16:creationId xmlns:a16="http://schemas.microsoft.com/office/drawing/2014/main" id="{48F4A64E-F944-4CB6-A5AD-5416AEA522F6}"/>
              </a:ext>
            </a:extLst>
          </p:cNvPr>
          <p:cNvSpPr/>
          <p:nvPr/>
        </p:nvSpPr>
        <p:spPr>
          <a:xfrm>
            <a:off x="2402379" y="3547488"/>
            <a:ext cx="432000" cy="151575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 err="1"/>
              <a:t>미준수</a:t>
            </a:r>
            <a:endParaRPr lang="ko-KR" altLang="en-US" sz="600" dirty="0"/>
          </a:p>
        </p:txBody>
      </p:sp>
      <p:sp>
        <p:nvSpPr>
          <p:cNvPr id="254" name="사각형: 둥근 모서리 253">
            <a:extLst>
              <a:ext uri="{FF2B5EF4-FFF2-40B4-BE49-F238E27FC236}">
                <a16:creationId xmlns:a16="http://schemas.microsoft.com/office/drawing/2014/main" id="{2A880A8D-20BA-481D-A75D-6495E2F89CFF}"/>
              </a:ext>
            </a:extLst>
          </p:cNvPr>
          <p:cNvSpPr/>
          <p:nvPr/>
        </p:nvSpPr>
        <p:spPr>
          <a:xfrm>
            <a:off x="2874945" y="3536927"/>
            <a:ext cx="651986" cy="180000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600" dirty="0">
                <a:solidFill>
                  <a:schemeClr val="tx1"/>
                </a:solidFill>
              </a:rPr>
              <a:t>잔여좌석 </a:t>
            </a:r>
            <a:r>
              <a:rPr lang="en-US" altLang="ko-KR" sz="600" dirty="0">
                <a:solidFill>
                  <a:schemeClr val="tx1"/>
                </a:solidFill>
              </a:rPr>
              <a:t>9</a:t>
            </a:r>
            <a:r>
              <a:rPr lang="ko-KR" altLang="en-US" sz="600" dirty="0">
                <a:solidFill>
                  <a:schemeClr val="tx1"/>
                </a:solidFill>
              </a:rPr>
              <a:t>석</a:t>
            </a:r>
          </a:p>
        </p:txBody>
      </p:sp>
      <p:pic>
        <p:nvPicPr>
          <p:cNvPr id="255" name="그래픽 254" descr="초승달 윤곽선">
            <a:extLst>
              <a:ext uri="{FF2B5EF4-FFF2-40B4-BE49-F238E27FC236}">
                <a16:creationId xmlns:a16="http://schemas.microsoft.com/office/drawing/2014/main" id="{9BD2D708-DDAA-4128-86B8-4F9576795B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05918" y="3903424"/>
            <a:ext cx="180001" cy="180001"/>
          </a:xfrm>
          <a:prstGeom prst="rect">
            <a:avLst/>
          </a:prstGeom>
        </p:spPr>
      </p:pic>
      <p:sp>
        <p:nvSpPr>
          <p:cNvPr id="256" name="직사각형 255">
            <a:extLst>
              <a:ext uri="{FF2B5EF4-FFF2-40B4-BE49-F238E27FC236}">
                <a16:creationId xmlns:a16="http://schemas.microsoft.com/office/drawing/2014/main" id="{25432532-ECD9-47D8-AFFB-67B0D4342BB5}"/>
              </a:ext>
            </a:extLst>
          </p:cNvPr>
          <p:cNvSpPr/>
          <p:nvPr/>
        </p:nvSpPr>
        <p:spPr>
          <a:xfrm>
            <a:off x="2566659" y="3905764"/>
            <a:ext cx="595055" cy="18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b="1" dirty="0">
                <a:solidFill>
                  <a:schemeClr val="tx1"/>
                </a:solidFill>
              </a:rPr>
              <a:t>대한항공</a:t>
            </a:r>
          </a:p>
        </p:txBody>
      </p:sp>
      <p:grpSp>
        <p:nvGrpSpPr>
          <p:cNvPr id="257" name="그룹 256">
            <a:extLst>
              <a:ext uri="{FF2B5EF4-FFF2-40B4-BE49-F238E27FC236}">
                <a16:creationId xmlns:a16="http://schemas.microsoft.com/office/drawing/2014/main" id="{8D7C67E8-9E3F-4846-95D7-4A8070051E35}"/>
              </a:ext>
            </a:extLst>
          </p:cNvPr>
          <p:cNvGrpSpPr/>
          <p:nvPr/>
        </p:nvGrpSpPr>
        <p:grpSpPr>
          <a:xfrm>
            <a:off x="3769556" y="3903424"/>
            <a:ext cx="595055" cy="356897"/>
            <a:chOff x="3380359" y="4711131"/>
            <a:chExt cx="595055" cy="356897"/>
          </a:xfrm>
        </p:grpSpPr>
        <p:sp>
          <p:nvSpPr>
            <p:cNvPr id="258" name="직사각형 257">
              <a:extLst>
                <a:ext uri="{FF2B5EF4-FFF2-40B4-BE49-F238E27FC236}">
                  <a16:creationId xmlns:a16="http://schemas.microsoft.com/office/drawing/2014/main" id="{C77AA7AF-CCF9-4EDC-AFB6-4F6B05B7362F}"/>
                </a:ext>
              </a:extLst>
            </p:cNvPr>
            <p:cNvSpPr/>
            <p:nvPr/>
          </p:nvSpPr>
          <p:spPr>
            <a:xfrm>
              <a:off x="3380359" y="4711131"/>
              <a:ext cx="595055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</a:rPr>
                <a:t>20:10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259" name="직사각형 258">
              <a:extLst>
                <a:ext uri="{FF2B5EF4-FFF2-40B4-BE49-F238E27FC236}">
                  <a16:creationId xmlns:a16="http://schemas.microsoft.com/office/drawing/2014/main" id="{4C9A19E5-4F46-4FC0-AA87-57E650C5118C}"/>
                </a:ext>
              </a:extLst>
            </p:cNvPr>
            <p:cNvSpPr/>
            <p:nvPr/>
          </p:nvSpPr>
          <p:spPr>
            <a:xfrm>
              <a:off x="3380359" y="4888028"/>
              <a:ext cx="595055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dirty="0">
                  <a:solidFill>
                    <a:schemeClr val="bg2">
                      <a:lumMod val="50000"/>
                    </a:schemeClr>
                  </a:solidFill>
                </a:rPr>
                <a:t>INC</a:t>
              </a:r>
              <a:endParaRPr lang="ko-KR" altLang="en-US" sz="7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  <p:grpSp>
        <p:nvGrpSpPr>
          <p:cNvPr id="260" name="그룹 259">
            <a:extLst>
              <a:ext uri="{FF2B5EF4-FFF2-40B4-BE49-F238E27FC236}">
                <a16:creationId xmlns:a16="http://schemas.microsoft.com/office/drawing/2014/main" id="{9DFF0587-F2CF-438E-9A44-7706B4CB345E}"/>
              </a:ext>
            </a:extLst>
          </p:cNvPr>
          <p:cNvGrpSpPr/>
          <p:nvPr/>
        </p:nvGrpSpPr>
        <p:grpSpPr>
          <a:xfrm>
            <a:off x="5812122" y="3903424"/>
            <a:ext cx="595055" cy="356897"/>
            <a:chOff x="4878956" y="4711131"/>
            <a:chExt cx="595055" cy="356897"/>
          </a:xfrm>
        </p:grpSpPr>
        <p:sp>
          <p:nvSpPr>
            <p:cNvPr id="261" name="직사각형 260">
              <a:extLst>
                <a:ext uri="{FF2B5EF4-FFF2-40B4-BE49-F238E27FC236}">
                  <a16:creationId xmlns:a16="http://schemas.microsoft.com/office/drawing/2014/main" id="{94D95A1E-9A49-4045-BB89-775F7C6F07A7}"/>
                </a:ext>
              </a:extLst>
            </p:cNvPr>
            <p:cNvSpPr/>
            <p:nvPr/>
          </p:nvSpPr>
          <p:spPr>
            <a:xfrm>
              <a:off x="4878956" y="4711131"/>
              <a:ext cx="595055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</a:rPr>
                <a:t>19:40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262" name="직사각형 261">
              <a:extLst>
                <a:ext uri="{FF2B5EF4-FFF2-40B4-BE49-F238E27FC236}">
                  <a16:creationId xmlns:a16="http://schemas.microsoft.com/office/drawing/2014/main" id="{58805ACE-0B80-4F4B-8EEB-6236ABC08A0C}"/>
                </a:ext>
              </a:extLst>
            </p:cNvPr>
            <p:cNvSpPr/>
            <p:nvPr/>
          </p:nvSpPr>
          <p:spPr>
            <a:xfrm>
              <a:off x="4878956" y="4888028"/>
              <a:ext cx="595055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dirty="0">
                  <a:solidFill>
                    <a:schemeClr val="bg2">
                      <a:lumMod val="50000"/>
                    </a:schemeClr>
                  </a:solidFill>
                </a:rPr>
                <a:t>YYZ</a:t>
              </a:r>
              <a:endParaRPr lang="ko-KR" altLang="en-US" sz="7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  <p:grpSp>
        <p:nvGrpSpPr>
          <p:cNvPr id="263" name="그룹 262">
            <a:extLst>
              <a:ext uri="{FF2B5EF4-FFF2-40B4-BE49-F238E27FC236}">
                <a16:creationId xmlns:a16="http://schemas.microsoft.com/office/drawing/2014/main" id="{EFAB170A-9B01-4F9B-802D-F64F86AE02A1}"/>
              </a:ext>
            </a:extLst>
          </p:cNvPr>
          <p:cNvGrpSpPr/>
          <p:nvPr/>
        </p:nvGrpSpPr>
        <p:grpSpPr>
          <a:xfrm>
            <a:off x="4372887" y="3900007"/>
            <a:ext cx="1457702" cy="378040"/>
            <a:chOff x="4201631" y="4717797"/>
            <a:chExt cx="1457702" cy="378040"/>
          </a:xfrm>
        </p:grpSpPr>
        <p:grpSp>
          <p:nvGrpSpPr>
            <p:cNvPr id="264" name="그룹 263">
              <a:extLst>
                <a:ext uri="{FF2B5EF4-FFF2-40B4-BE49-F238E27FC236}">
                  <a16:creationId xmlns:a16="http://schemas.microsoft.com/office/drawing/2014/main" id="{83A002B8-20F0-4E43-BCE4-B5B0B96B013E}"/>
                </a:ext>
              </a:extLst>
            </p:cNvPr>
            <p:cNvGrpSpPr/>
            <p:nvPr/>
          </p:nvGrpSpPr>
          <p:grpSpPr>
            <a:xfrm>
              <a:off x="4201631" y="4876802"/>
              <a:ext cx="1457702" cy="45720"/>
              <a:chOff x="4377932" y="5397386"/>
              <a:chExt cx="1457702" cy="45720"/>
            </a:xfrm>
          </p:grpSpPr>
          <p:cxnSp>
            <p:nvCxnSpPr>
              <p:cNvPr id="267" name="직선 연결선 266">
                <a:extLst>
                  <a:ext uri="{FF2B5EF4-FFF2-40B4-BE49-F238E27FC236}">
                    <a16:creationId xmlns:a16="http://schemas.microsoft.com/office/drawing/2014/main" id="{7D48E466-7FAE-4AE7-BB38-B760169ED9D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83006" y="5420246"/>
                <a:ext cx="1452628" cy="0"/>
              </a:xfrm>
              <a:prstGeom prst="line">
                <a:avLst/>
              </a:prstGeom>
              <a:ln w="6350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8" name="타원 267">
                <a:extLst>
                  <a:ext uri="{FF2B5EF4-FFF2-40B4-BE49-F238E27FC236}">
                    <a16:creationId xmlns:a16="http://schemas.microsoft.com/office/drawing/2014/main" id="{2E68C014-AB81-40ED-AF88-2DD9EA8C2747}"/>
                  </a:ext>
                </a:extLst>
              </p:cNvPr>
              <p:cNvSpPr/>
              <p:nvPr/>
            </p:nvSpPr>
            <p:spPr>
              <a:xfrm>
                <a:off x="4377932" y="5397387"/>
                <a:ext cx="45719" cy="45719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69" name="타원 268">
                <a:extLst>
                  <a:ext uri="{FF2B5EF4-FFF2-40B4-BE49-F238E27FC236}">
                    <a16:creationId xmlns:a16="http://schemas.microsoft.com/office/drawing/2014/main" id="{15FA3FC5-57B4-475B-B80C-1031C22617FE}"/>
                  </a:ext>
                </a:extLst>
              </p:cNvPr>
              <p:cNvSpPr/>
              <p:nvPr/>
            </p:nvSpPr>
            <p:spPr>
              <a:xfrm>
                <a:off x="5789912" y="5397386"/>
                <a:ext cx="45722" cy="45720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p:grpSp>
        <p:sp>
          <p:nvSpPr>
            <p:cNvPr id="265" name="직사각형 264">
              <a:extLst>
                <a:ext uri="{FF2B5EF4-FFF2-40B4-BE49-F238E27FC236}">
                  <a16:creationId xmlns:a16="http://schemas.microsoft.com/office/drawing/2014/main" id="{70C9E294-ED00-481D-AEBA-CC8653E07FC2}"/>
                </a:ext>
              </a:extLst>
            </p:cNvPr>
            <p:cNvSpPr/>
            <p:nvPr/>
          </p:nvSpPr>
          <p:spPr>
            <a:xfrm>
              <a:off x="4635492" y="4717797"/>
              <a:ext cx="595055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600" dirty="0">
                  <a:solidFill>
                    <a:schemeClr val="bg2">
                      <a:lumMod val="50000"/>
                    </a:schemeClr>
                  </a:solidFill>
                </a:rPr>
                <a:t>직항</a:t>
              </a:r>
            </a:p>
          </p:txBody>
        </p:sp>
        <p:sp>
          <p:nvSpPr>
            <p:cNvPr id="266" name="직사각형 265">
              <a:extLst>
                <a:ext uri="{FF2B5EF4-FFF2-40B4-BE49-F238E27FC236}">
                  <a16:creationId xmlns:a16="http://schemas.microsoft.com/office/drawing/2014/main" id="{0C7D22DB-ACAE-490D-8000-81A21BC30EFE}"/>
                </a:ext>
              </a:extLst>
            </p:cNvPr>
            <p:cNvSpPr/>
            <p:nvPr/>
          </p:nvSpPr>
          <p:spPr>
            <a:xfrm>
              <a:off x="4552723" y="4915837"/>
              <a:ext cx="760592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>
                  <a:solidFill>
                    <a:schemeClr val="bg2">
                      <a:lumMod val="50000"/>
                    </a:schemeClr>
                  </a:solidFill>
                </a:rPr>
                <a:t>14</a:t>
              </a:r>
              <a:r>
                <a:rPr lang="ko-KR" altLang="en-US" sz="600" dirty="0">
                  <a:solidFill>
                    <a:schemeClr val="bg2">
                      <a:lumMod val="50000"/>
                    </a:schemeClr>
                  </a:solidFill>
                </a:rPr>
                <a:t>시간 </a:t>
              </a:r>
              <a:r>
                <a:rPr lang="en-US" altLang="ko-KR" sz="600" dirty="0">
                  <a:solidFill>
                    <a:schemeClr val="bg2">
                      <a:lumMod val="50000"/>
                    </a:schemeClr>
                  </a:solidFill>
                </a:rPr>
                <a:t>20</a:t>
              </a:r>
              <a:r>
                <a:rPr lang="ko-KR" altLang="en-US" sz="600" dirty="0">
                  <a:solidFill>
                    <a:schemeClr val="bg2">
                      <a:lumMod val="50000"/>
                    </a:schemeClr>
                  </a:solidFill>
                </a:rPr>
                <a:t>분</a:t>
              </a:r>
            </a:p>
          </p:txBody>
        </p:sp>
      </p:grpSp>
      <p:grpSp>
        <p:nvGrpSpPr>
          <p:cNvPr id="270" name="그룹 269">
            <a:extLst>
              <a:ext uri="{FF2B5EF4-FFF2-40B4-BE49-F238E27FC236}">
                <a16:creationId xmlns:a16="http://schemas.microsoft.com/office/drawing/2014/main" id="{24EA975C-1CCF-461A-8960-E525A5B84AE5}"/>
              </a:ext>
            </a:extLst>
          </p:cNvPr>
          <p:cNvGrpSpPr/>
          <p:nvPr/>
        </p:nvGrpSpPr>
        <p:grpSpPr>
          <a:xfrm>
            <a:off x="3769556" y="4622610"/>
            <a:ext cx="595055" cy="356897"/>
            <a:chOff x="3380359" y="4711131"/>
            <a:chExt cx="595055" cy="356897"/>
          </a:xfrm>
        </p:grpSpPr>
        <p:sp>
          <p:nvSpPr>
            <p:cNvPr id="271" name="직사각형 270">
              <a:extLst>
                <a:ext uri="{FF2B5EF4-FFF2-40B4-BE49-F238E27FC236}">
                  <a16:creationId xmlns:a16="http://schemas.microsoft.com/office/drawing/2014/main" id="{F1A282BB-4E6B-426B-B646-AA017762F94F}"/>
                </a:ext>
              </a:extLst>
            </p:cNvPr>
            <p:cNvSpPr/>
            <p:nvPr/>
          </p:nvSpPr>
          <p:spPr>
            <a:xfrm>
              <a:off x="3380359" y="4711131"/>
              <a:ext cx="595055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</a:rPr>
                <a:t>20:10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272" name="직사각형 271">
              <a:extLst>
                <a:ext uri="{FF2B5EF4-FFF2-40B4-BE49-F238E27FC236}">
                  <a16:creationId xmlns:a16="http://schemas.microsoft.com/office/drawing/2014/main" id="{B3AF8D92-5701-422F-A889-7BE49924FAA3}"/>
                </a:ext>
              </a:extLst>
            </p:cNvPr>
            <p:cNvSpPr/>
            <p:nvPr/>
          </p:nvSpPr>
          <p:spPr>
            <a:xfrm>
              <a:off x="3380359" y="4888028"/>
              <a:ext cx="595055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dirty="0">
                  <a:solidFill>
                    <a:schemeClr val="bg2">
                      <a:lumMod val="50000"/>
                    </a:schemeClr>
                  </a:solidFill>
                </a:rPr>
                <a:t>INC</a:t>
              </a:r>
              <a:endParaRPr lang="ko-KR" altLang="en-US" sz="7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  <p:grpSp>
        <p:nvGrpSpPr>
          <p:cNvPr id="273" name="그룹 272">
            <a:extLst>
              <a:ext uri="{FF2B5EF4-FFF2-40B4-BE49-F238E27FC236}">
                <a16:creationId xmlns:a16="http://schemas.microsoft.com/office/drawing/2014/main" id="{895EAA87-BEA2-468F-BF34-4A82CD965A37}"/>
              </a:ext>
            </a:extLst>
          </p:cNvPr>
          <p:cNvGrpSpPr/>
          <p:nvPr/>
        </p:nvGrpSpPr>
        <p:grpSpPr>
          <a:xfrm>
            <a:off x="5812122" y="4622610"/>
            <a:ext cx="595055" cy="356897"/>
            <a:chOff x="4878956" y="4711131"/>
            <a:chExt cx="595055" cy="356897"/>
          </a:xfrm>
        </p:grpSpPr>
        <p:sp>
          <p:nvSpPr>
            <p:cNvPr id="274" name="직사각형 273">
              <a:extLst>
                <a:ext uri="{FF2B5EF4-FFF2-40B4-BE49-F238E27FC236}">
                  <a16:creationId xmlns:a16="http://schemas.microsoft.com/office/drawing/2014/main" id="{DDC58255-31B0-4C19-BA79-F736ADE33428}"/>
                </a:ext>
              </a:extLst>
            </p:cNvPr>
            <p:cNvSpPr/>
            <p:nvPr/>
          </p:nvSpPr>
          <p:spPr>
            <a:xfrm>
              <a:off x="4878956" y="4711131"/>
              <a:ext cx="595055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</a:rPr>
                <a:t>19:40</a:t>
              </a:r>
              <a:endParaRPr lang="ko-KR" altLang="en-US" sz="800" b="1" dirty="0">
                <a:solidFill>
                  <a:schemeClr val="tx1"/>
                </a:solidFill>
              </a:endParaRPr>
            </a:p>
          </p:txBody>
        </p:sp>
        <p:sp>
          <p:nvSpPr>
            <p:cNvPr id="275" name="직사각형 274">
              <a:extLst>
                <a:ext uri="{FF2B5EF4-FFF2-40B4-BE49-F238E27FC236}">
                  <a16:creationId xmlns:a16="http://schemas.microsoft.com/office/drawing/2014/main" id="{AAE0E748-3E19-4C59-B5B5-F150482E62C9}"/>
                </a:ext>
              </a:extLst>
            </p:cNvPr>
            <p:cNvSpPr/>
            <p:nvPr/>
          </p:nvSpPr>
          <p:spPr>
            <a:xfrm>
              <a:off x="4878956" y="4888028"/>
              <a:ext cx="595055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dirty="0">
                  <a:solidFill>
                    <a:schemeClr val="bg2">
                      <a:lumMod val="50000"/>
                    </a:schemeClr>
                  </a:solidFill>
                </a:rPr>
                <a:t>YYZ</a:t>
              </a:r>
              <a:endParaRPr lang="ko-KR" altLang="en-US" sz="7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  <p:grpSp>
        <p:nvGrpSpPr>
          <p:cNvPr id="276" name="그룹 275">
            <a:extLst>
              <a:ext uri="{FF2B5EF4-FFF2-40B4-BE49-F238E27FC236}">
                <a16:creationId xmlns:a16="http://schemas.microsoft.com/office/drawing/2014/main" id="{435479B2-BF22-4653-87BC-013A320AEAAA}"/>
              </a:ext>
            </a:extLst>
          </p:cNvPr>
          <p:cNvGrpSpPr/>
          <p:nvPr/>
        </p:nvGrpSpPr>
        <p:grpSpPr>
          <a:xfrm>
            <a:off x="4368227" y="4609048"/>
            <a:ext cx="1462362" cy="370459"/>
            <a:chOff x="4196971" y="4716047"/>
            <a:chExt cx="1462362" cy="370459"/>
          </a:xfrm>
        </p:grpSpPr>
        <p:grpSp>
          <p:nvGrpSpPr>
            <p:cNvPr id="277" name="그룹 276">
              <a:extLst>
                <a:ext uri="{FF2B5EF4-FFF2-40B4-BE49-F238E27FC236}">
                  <a16:creationId xmlns:a16="http://schemas.microsoft.com/office/drawing/2014/main" id="{68A710F9-EB79-44F0-9F82-6E14441F42F2}"/>
                </a:ext>
              </a:extLst>
            </p:cNvPr>
            <p:cNvGrpSpPr/>
            <p:nvPr/>
          </p:nvGrpSpPr>
          <p:grpSpPr>
            <a:xfrm>
              <a:off x="4196971" y="4879854"/>
              <a:ext cx="1462362" cy="45720"/>
              <a:chOff x="4373272" y="5400438"/>
              <a:chExt cx="1462362" cy="45720"/>
            </a:xfrm>
          </p:grpSpPr>
          <p:cxnSp>
            <p:nvCxnSpPr>
              <p:cNvPr id="280" name="직선 연결선 279">
                <a:extLst>
                  <a:ext uri="{FF2B5EF4-FFF2-40B4-BE49-F238E27FC236}">
                    <a16:creationId xmlns:a16="http://schemas.microsoft.com/office/drawing/2014/main" id="{F30D275B-BEE1-4D63-B815-A11598F5556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91114" y="5423298"/>
                <a:ext cx="1444520" cy="0"/>
              </a:xfrm>
              <a:prstGeom prst="line">
                <a:avLst/>
              </a:prstGeom>
              <a:ln w="6350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1" name="타원 280">
                <a:extLst>
                  <a:ext uri="{FF2B5EF4-FFF2-40B4-BE49-F238E27FC236}">
                    <a16:creationId xmlns:a16="http://schemas.microsoft.com/office/drawing/2014/main" id="{B584FD21-D9BE-4BA3-8975-8E31EF73ECE4}"/>
                  </a:ext>
                </a:extLst>
              </p:cNvPr>
              <p:cNvSpPr/>
              <p:nvPr/>
            </p:nvSpPr>
            <p:spPr>
              <a:xfrm>
                <a:off x="4373272" y="5400438"/>
                <a:ext cx="45722" cy="45720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  <p:sp>
            <p:nvSpPr>
              <p:cNvPr id="282" name="타원 281">
                <a:extLst>
                  <a:ext uri="{FF2B5EF4-FFF2-40B4-BE49-F238E27FC236}">
                    <a16:creationId xmlns:a16="http://schemas.microsoft.com/office/drawing/2014/main" id="{DB4098FF-A3F4-4457-92B6-E3B0C91A1759}"/>
                  </a:ext>
                </a:extLst>
              </p:cNvPr>
              <p:cNvSpPr/>
              <p:nvPr/>
            </p:nvSpPr>
            <p:spPr>
              <a:xfrm>
                <a:off x="5789912" y="5400438"/>
                <a:ext cx="45722" cy="45720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 w="63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p:grpSp>
        <p:sp>
          <p:nvSpPr>
            <p:cNvPr id="278" name="직사각형 277">
              <a:extLst>
                <a:ext uri="{FF2B5EF4-FFF2-40B4-BE49-F238E27FC236}">
                  <a16:creationId xmlns:a16="http://schemas.microsoft.com/office/drawing/2014/main" id="{E85E2301-5460-4E16-ABC2-DF3C6BA262AD}"/>
                </a:ext>
              </a:extLst>
            </p:cNvPr>
            <p:cNvSpPr/>
            <p:nvPr/>
          </p:nvSpPr>
          <p:spPr>
            <a:xfrm>
              <a:off x="4640834" y="4716047"/>
              <a:ext cx="595055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600" dirty="0">
                  <a:solidFill>
                    <a:schemeClr val="bg2">
                      <a:lumMod val="50000"/>
                    </a:schemeClr>
                  </a:solidFill>
                </a:rPr>
                <a:t>직항</a:t>
              </a:r>
            </a:p>
          </p:txBody>
        </p:sp>
        <p:sp>
          <p:nvSpPr>
            <p:cNvPr id="279" name="직사각형 278">
              <a:extLst>
                <a:ext uri="{FF2B5EF4-FFF2-40B4-BE49-F238E27FC236}">
                  <a16:creationId xmlns:a16="http://schemas.microsoft.com/office/drawing/2014/main" id="{AA148997-579C-4AC5-B091-6D895DD5B943}"/>
                </a:ext>
              </a:extLst>
            </p:cNvPr>
            <p:cNvSpPr/>
            <p:nvPr/>
          </p:nvSpPr>
          <p:spPr>
            <a:xfrm>
              <a:off x="4556309" y="4906506"/>
              <a:ext cx="760592" cy="180000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>
                  <a:solidFill>
                    <a:schemeClr val="bg2">
                      <a:lumMod val="50000"/>
                    </a:schemeClr>
                  </a:solidFill>
                </a:rPr>
                <a:t>14</a:t>
              </a:r>
              <a:r>
                <a:rPr lang="ko-KR" altLang="en-US" sz="600" dirty="0">
                  <a:solidFill>
                    <a:schemeClr val="bg2">
                      <a:lumMod val="50000"/>
                    </a:schemeClr>
                  </a:solidFill>
                </a:rPr>
                <a:t>시간 </a:t>
              </a:r>
              <a:r>
                <a:rPr lang="en-US" altLang="ko-KR" sz="600" dirty="0">
                  <a:solidFill>
                    <a:schemeClr val="bg2">
                      <a:lumMod val="50000"/>
                    </a:schemeClr>
                  </a:solidFill>
                </a:rPr>
                <a:t>20</a:t>
              </a:r>
              <a:r>
                <a:rPr lang="ko-KR" altLang="en-US" sz="600" dirty="0">
                  <a:solidFill>
                    <a:schemeClr val="bg2">
                      <a:lumMod val="50000"/>
                    </a:schemeClr>
                  </a:solidFill>
                </a:rPr>
                <a:t>분</a:t>
              </a:r>
            </a:p>
          </p:txBody>
        </p:sp>
      </p:grpSp>
      <p:pic>
        <p:nvPicPr>
          <p:cNvPr id="283" name="그래픽 282" descr="초승달 윤곽선">
            <a:extLst>
              <a:ext uri="{FF2B5EF4-FFF2-40B4-BE49-F238E27FC236}">
                <a16:creationId xmlns:a16="http://schemas.microsoft.com/office/drawing/2014/main" id="{0BEB0F7C-0565-40CF-8286-A06386C0845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405918" y="4708768"/>
            <a:ext cx="180001" cy="180001"/>
          </a:xfrm>
          <a:prstGeom prst="rect">
            <a:avLst/>
          </a:prstGeom>
        </p:spPr>
      </p:pic>
      <p:sp>
        <p:nvSpPr>
          <p:cNvPr id="284" name="직사각형 283">
            <a:extLst>
              <a:ext uri="{FF2B5EF4-FFF2-40B4-BE49-F238E27FC236}">
                <a16:creationId xmlns:a16="http://schemas.microsoft.com/office/drawing/2014/main" id="{87709F73-25D9-4A8C-A04F-D5354377BFF4}"/>
              </a:ext>
            </a:extLst>
          </p:cNvPr>
          <p:cNvSpPr/>
          <p:nvPr/>
        </p:nvSpPr>
        <p:spPr>
          <a:xfrm>
            <a:off x="2566268" y="4708768"/>
            <a:ext cx="1227738" cy="18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b="1" dirty="0">
                <a:solidFill>
                  <a:schemeClr val="tx1"/>
                </a:solidFill>
              </a:rPr>
              <a:t>대한항공</a:t>
            </a:r>
          </a:p>
        </p:txBody>
      </p:sp>
      <p:sp>
        <p:nvSpPr>
          <p:cNvPr id="285" name="직사각형 284">
            <a:extLst>
              <a:ext uri="{FF2B5EF4-FFF2-40B4-BE49-F238E27FC236}">
                <a16:creationId xmlns:a16="http://schemas.microsoft.com/office/drawing/2014/main" id="{75C23FAA-9079-4695-B4A0-57FBE33DF848}"/>
              </a:ext>
            </a:extLst>
          </p:cNvPr>
          <p:cNvSpPr/>
          <p:nvPr/>
        </p:nvSpPr>
        <p:spPr>
          <a:xfrm>
            <a:off x="5816241" y="3716014"/>
            <a:ext cx="595055" cy="18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solidFill>
                  <a:srgbClr val="4B90FF"/>
                </a:solidFill>
              </a:rPr>
              <a:t>(+1</a:t>
            </a:r>
            <a:r>
              <a:rPr lang="ko-KR" altLang="en-US" sz="700" dirty="0">
                <a:solidFill>
                  <a:srgbClr val="4B90FF"/>
                </a:solidFill>
              </a:rPr>
              <a:t>일</a:t>
            </a:r>
            <a:r>
              <a:rPr lang="en-US" altLang="ko-KR" sz="700" dirty="0">
                <a:solidFill>
                  <a:srgbClr val="4B90FF"/>
                </a:solidFill>
              </a:rPr>
              <a:t>)</a:t>
            </a:r>
            <a:endParaRPr lang="ko-KR" altLang="en-US" sz="700" dirty="0">
              <a:solidFill>
                <a:srgbClr val="4B90FF"/>
              </a:solidFill>
            </a:endParaRPr>
          </a:p>
        </p:txBody>
      </p:sp>
      <p:sp>
        <p:nvSpPr>
          <p:cNvPr id="286" name="직사각형 285">
            <a:extLst>
              <a:ext uri="{FF2B5EF4-FFF2-40B4-BE49-F238E27FC236}">
                <a16:creationId xmlns:a16="http://schemas.microsoft.com/office/drawing/2014/main" id="{51EF9ADC-6FC3-446A-92FF-D4B695D9C420}"/>
              </a:ext>
            </a:extLst>
          </p:cNvPr>
          <p:cNvSpPr/>
          <p:nvPr/>
        </p:nvSpPr>
        <p:spPr>
          <a:xfrm>
            <a:off x="5812122" y="4429048"/>
            <a:ext cx="595055" cy="18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700" dirty="0">
                <a:solidFill>
                  <a:srgbClr val="4B90FF"/>
                </a:solidFill>
              </a:rPr>
              <a:t>(+1</a:t>
            </a:r>
            <a:r>
              <a:rPr lang="ko-KR" altLang="en-US" sz="700" dirty="0">
                <a:solidFill>
                  <a:srgbClr val="4B90FF"/>
                </a:solidFill>
              </a:rPr>
              <a:t>일</a:t>
            </a:r>
            <a:r>
              <a:rPr lang="en-US" altLang="ko-KR" sz="700" dirty="0">
                <a:solidFill>
                  <a:srgbClr val="4B90FF"/>
                </a:solidFill>
              </a:rPr>
              <a:t>)</a:t>
            </a:r>
            <a:endParaRPr lang="ko-KR" altLang="en-US" sz="700" dirty="0">
              <a:solidFill>
                <a:srgbClr val="4B90FF"/>
              </a:solidFill>
            </a:endParaRPr>
          </a:p>
        </p:txBody>
      </p:sp>
      <p:sp>
        <p:nvSpPr>
          <p:cNvPr id="287" name="직사각형 286">
            <a:extLst>
              <a:ext uri="{FF2B5EF4-FFF2-40B4-BE49-F238E27FC236}">
                <a16:creationId xmlns:a16="http://schemas.microsoft.com/office/drawing/2014/main" id="{24A903B3-35EB-4750-9F46-831FB0062244}"/>
              </a:ext>
            </a:extLst>
          </p:cNvPr>
          <p:cNvSpPr/>
          <p:nvPr/>
        </p:nvSpPr>
        <p:spPr>
          <a:xfrm>
            <a:off x="1646937" y="3529784"/>
            <a:ext cx="115330" cy="115330"/>
          </a:xfrm>
          <a:prstGeom prst="rect">
            <a:avLst/>
          </a:prstGeom>
          <a:solidFill>
            <a:schemeClr val="bg2">
              <a:lumMod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88" name="직선 연결선 287">
            <a:extLst>
              <a:ext uri="{FF2B5EF4-FFF2-40B4-BE49-F238E27FC236}">
                <a16:creationId xmlns:a16="http://schemas.microsoft.com/office/drawing/2014/main" id="{D2E18B6D-C3CE-4570-9E61-7C79F5939C02}"/>
              </a:ext>
            </a:extLst>
          </p:cNvPr>
          <p:cNvCxnSpPr/>
          <p:nvPr/>
        </p:nvCxnSpPr>
        <p:spPr>
          <a:xfrm>
            <a:off x="1668602" y="3569449"/>
            <a:ext cx="24423" cy="36000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9" name="직선 연결선 288">
            <a:extLst>
              <a:ext uri="{FF2B5EF4-FFF2-40B4-BE49-F238E27FC236}">
                <a16:creationId xmlns:a16="http://schemas.microsoft.com/office/drawing/2014/main" id="{825DA7C7-E809-4AE9-9658-1B28ECE31FB6}"/>
              </a:ext>
            </a:extLst>
          </p:cNvPr>
          <p:cNvCxnSpPr/>
          <p:nvPr/>
        </p:nvCxnSpPr>
        <p:spPr>
          <a:xfrm flipV="1">
            <a:off x="1689503" y="3569625"/>
            <a:ext cx="51099" cy="35824"/>
          </a:xfrm>
          <a:prstGeom prst="line">
            <a:avLst/>
          </a:prstGeom>
          <a:ln w="635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90" name="그룹 289">
            <a:extLst>
              <a:ext uri="{FF2B5EF4-FFF2-40B4-BE49-F238E27FC236}">
                <a16:creationId xmlns:a16="http://schemas.microsoft.com/office/drawing/2014/main" id="{03D55E7F-C370-4F17-A076-EAA5ADA62333}"/>
              </a:ext>
            </a:extLst>
          </p:cNvPr>
          <p:cNvGrpSpPr/>
          <p:nvPr/>
        </p:nvGrpSpPr>
        <p:grpSpPr>
          <a:xfrm>
            <a:off x="3350183" y="5436478"/>
            <a:ext cx="413954" cy="180000"/>
            <a:chOff x="4157366" y="5471111"/>
            <a:chExt cx="413954" cy="180000"/>
          </a:xfrm>
        </p:grpSpPr>
        <p:grpSp>
          <p:nvGrpSpPr>
            <p:cNvPr id="291" name="그룹 290">
              <a:extLst>
                <a:ext uri="{FF2B5EF4-FFF2-40B4-BE49-F238E27FC236}">
                  <a16:creationId xmlns:a16="http://schemas.microsoft.com/office/drawing/2014/main" id="{FAC45FD6-CD1F-41FF-A2B9-CD9087480D26}"/>
                </a:ext>
              </a:extLst>
            </p:cNvPr>
            <p:cNvGrpSpPr/>
            <p:nvPr/>
          </p:nvGrpSpPr>
          <p:grpSpPr>
            <a:xfrm>
              <a:off x="4157366" y="5471111"/>
              <a:ext cx="186350" cy="180000"/>
              <a:chOff x="4320179" y="4982392"/>
              <a:chExt cx="186350" cy="180000"/>
            </a:xfrm>
          </p:grpSpPr>
          <p:sp>
            <p:nvSpPr>
              <p:cNvPr id="295" name="직사각형 294">
                <a:extLst>
                  <a:ext uri="{FF2B5EF4-FFF2-40B4-BE49-F238E27FC236}">
                    <a16:creationId xmlns:a16="http://schemas.microsoft.com/office/drawing/2014/main" id="{96156F67-7E68-4979-9BFD-5F4CE22B773B}"/>
                  </a:ext>
                </a:extLst>
              </p:cNvPr>
              <p:cNvSpPr/>
              <p:nvPr/>
            </p:nvSpPr>
            <p:spPr>
              <a:xfrm>
                <a:off x="4323354" y="4982392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296" name="그래픽 295" descr="왼쪽 캐럿 윤곽선">
                <a:extLst>
                  <a:ext uri="{FF2B5EF4-FFF2-40B4-BE49-F238E27FC236}">
                    <a16:creationId xmlns:a16="http://schemas.microsoft.com/office/drawing/2014/main" id="{664580B7-8DE6-4534-B99B-54E90B6736E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4320179" y="4995684"/>
                <a:ext cx="153417" cy="153417"/>
              </a:xfrm>
              <a:prstGeom prst="rect">
                <a:avLst/>
              </a:prstGeom>
            </p:spPr>
          </p:pic>
          <p:pic>
            <p:nvPicPr>
              <p:cNvPr id="297" name="그래픽 296" descr="왼쪽 캐럿 윤곽선">
                <a:extLst>
                  <a:ext uri="{FF2B5EF4-FFF2-40B4-BE49-F238E27FC236}">
                    <a16:creationId xmlns:a16="http://schemas.microsoft.com/office/drawing/2014/main" id="{865DF280-90F4-4962-B4AA-68A0440822F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4353112" y="4995684"/>
                <a:ext cx="153417" cy="153417"/>
              </a:xfrm>
              <a:prstGeom prst="rect">
                <a:avLst/>
              </a:prstGeom>
            </p:spPr>
          </p:pic>
        </p:grpSp>
        <p:grpSp>
          <p:nvGrpSpPr>
            <p:cNvPr id="292" name="그룹 291">
              <a:extLst>
                <a:ext uri="{FF2B5EF4-FFF2-40B4-BE49-F238E27FC236}">
                  <a16:creationId xmlns:a16="http://schemas.microsoft.com/office/drawing/2014/main" id="{887AE65A-E313-4DD8-B30D-5A0169DF86D9}"/>
                </a:ext>
              </a:extLst>
            </p:cNvPr>
            <p:cNvGrpSpPr/>
            <p:nvPr/>
          </p:nvGrpSpPr>
          <p:grpSpPr>
            <a:xfrm>
              <a:off x="4391320" y="5471111"/>
              <a:ext cx="180000" cy="180000"/>
              <a:chOff x="4590054" y="5059101"/>
              <a:chExt cx="180000" cy="180000"/>
            </a:xfrm>
          </p:grpSpPr>
          <p:sp>
            <p:nvSpPr>
              <p:cNvPr id="293" name="직사각형 292">
                <a:extLst>
                  <a:ext uri="{FF2B5EF4-FFF2-40B4-BE49-F238E27FC236}">
                    <a16:creationId xmlns:a16="http://schemas.microsoft.com/office/drawing/2014/main" id="{A334D6A0-1890-475A-AF47-99C9ADA30B47}"/>
                  </a:ext>
                </a:extLst>
              </p:cNvPr>
              <p:cNvSpPr/>
              <p:nvPr/>
            </p:nvSpPr>
            <p:spPr>
              <a:xfrm>
                <a:off x="4590054" y="5059101"/>
                <a:ext cx="180000" cy="180000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pic>
            <p:nvPicPr>
              <p:cNvPr id="294" name="그래픽 293" descr="왼쪽 캐럿 윤곽선">
                <a:extLst>
                  <a:ext uri="{FF2B5EF4-FFF2-40B4-BE49-F238E27FC236}">
                    <a16:creationId xmlns:a16="http://schemas.microsoft.com/office/drawing/2014/main" id="{9F0F81E1-0B20-452A-9942-11355C7B95C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4603346" y="5072393"/>
                <a:ext cx="153417" cy="153417"/>
              </a:xfrm>
              <a:prstGeom prst="rect">
                <a:avLst/>
              </a:prstGeom>
            </p:spPr>
          </p:pic>
        </p:grpSp>
      </p:grpSp>
      <p:sp>
        <p:nvSpPr>
          <p:cNvPr id="298" name="사각형: 둥근 모서리 297">
            <a:extLst>
              <a:ext uri="{FF2B5EF4-FFF2-40B4-BE49-F238E27FC236}">
                <a16:creationId xmlns:a16="http://schemas.microsoft.com/office/drawing/2014/main" id="{CDBAF9CB-1016-4C19-88A2-E115C45B00A7}"/>
              </a:ext>
            </a:extLst>
          </p:cNvPr>
          <p:cNvSpPr>
            <a:spLocks/>
          </p:cNvSpPr>
          <p:nvPr/>
        </p:nvSpPr>
        <p:spPr>
          <a:xfrm>
            <a:off x="566671" y="1189590"/>
            <a:ext cx="6359263" cy="564567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299" name="그래픽 298" descr="닫기 단색으로 채워진">
            <a:extLst>
              <a:ext uri="{FF2B5EF4-FFF2-40B4-BE49-F238E27FC236}">
                <a16:creationId xmlns:a16="http://schemas.microsoft.com/office/drawing/2014/main" id="{C5EED041-F3A4-43A2-A24F-BF3C344481A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728391" y="1223487"/>
            <a:ext cx="142568" cy="165661"/>
          </a:xfrm>
          <a:prstGeom prst="rect">
            <a:avLst/>
          </a:prstGeom>
        </p:spPr>
      </p:pic>
      <p:sp>
        <p:nvSpPr>
          <p:cNvPr id="300" name="직사각형 299">
            <a:extLst>
              <a:ext uri="{FF2B5EF4-FFF2-40B4-BE49-F238E27FC236}">
                <a16:creationId xmlns:a16="http://schemas.microsoft.com/office/drawing/2014/main" id="{F2A4AE94-4DF9-4765-A0B6-6BCC3EA67D37}"/>
              </a:ext>
            </a:extLst>
          </p:cNvPr>
          <p:cNvSpPr/>
          <p:nvPr/>
        </p:nvSpPr>
        <p:spPr>
          <a:xfrm>
            <a:off x="3037104" y="1210043"/>
            <a:ext cx="1290540" cy="2899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b="1" dirty="0">
                <a:solidFill>
                  <a:schemeClr val="tx1"/>
                </a:solidFill>
              </a:rPr>
              <a:t>항공 예약 요청</a:t>
            </a:r>
          </a:p>
        </p:txBody>
      </p:sp>
      <p:sp>
        <p:nvSpPr>
          <p:cNvPr id="301" name="직사각형 300">
            <a:extLst>
              <a:ext uri="{FF2B5EF4-FFF2-40B4-BE49-F238E27FC236}">
                <a16:creationId xmlns:a16="http://schemas.microsoft.com/office/drawing/2014/main" id="{BC065A78-07DB-4085-AD94-0BD0FF1321F8}"/>
              </a:ext>
            </a:extLst>
          </p:cNvPr>
          <p:cNvSpPr/>
          <p:nvPr/>
        </p:nvSpPr>
        <p:spPr>
          <a:xfrm>
            <a:off x="658837" y="1461373"/>
            <a:ext cx="934900" cy="1367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b="1" dirty="0">
                <a:solidFill>
                  <a:schemeClr val="tx1"/>
                </a:solidFill>
              </a:rPr>
              <a:t>예약자 정보</a:t>
            </a:r>
          </a:p>
        </p:txBody>
      </p:sp>
      <p:graphicFrame>
        <p:nvGraphicFramePr>
          <p:cNvPr id="302" name="표 301">
            <a:extLst>
              <a:ext uri="{FF2B5EF4-FFF2-40B4-BE49-F238E27FC236}">
                <a16:creationId xmlns:a16="http://schemas.microsoft.com/office/drawing/2014/main" id="{0AF365F2-1B94-4A5C-9413-DDD8833193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9253271"/>
              </p:ext>
            </p:extLst>
          </p:nvPr>
        </p:nvGraphicFramePr>
        <p:xfrm>
          <a:off x="733277" y="1624346"/>
          <a:ext cx="5898198" cy="4757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4879">
                  <a:extLst>
                    <a:ext uri="{9D8B030D-6E8A-4147-A177-3AD203B41FA5}">
                      <a16:colId xmlns:a16="http://schemas.microsoft.com/office/drawing/2014/main" val="316504750"/>
                    </a:ext>
                  </a:extLst>
                </a:gridCol>
                <a:gridCol w="2114220">
                  <a:extLst>
                    <a:ext uri="{9D8B030D-6E8A-4147-A177-3AD203B41FA5}">
                      <a16:colId xmlns:a16="http://schemas.microsoft.com/office/drawing/2014/main" val="4242783349"/>
                    </a:ext>
                  </a:extLst>
                </a:gridCol>
                <a:gridCol w="721506">
                  <a:extLst>
                    <a:ext uri="{9D8B030D-6E8A-4147-A177-3AD203B41FA5}">
                      <a16:colId xmlns:a16="http://schemas.microsoft.com/office/drawing/2014/main" val="256378881"/>
                    </a:ext>
                  </a:extLst>
                </a:gridCol>
                <a:gridCol w="2227593">
                  <a:extLst>
                    <a:ext uri="{9D8B030D-6E8A-4147-A177-3AD203B41FA5}">
                      <a16:colId xmlns:a16="http://schemas.microsoft.com/office/drawing/2014/main" val="1661652692"/>
                    </a:ext>
                  </a:extLst>
                </a:gridCol>
              </a:tblGrid>
              <a:tr h="15857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600" b="1" dirty="0" err="1">
                          <a:solidFill>
                            <a:schemeClr val="tx1"/>
                          </a:solidFill>
                        </a:rPr>
                        <a:t>한글명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22860" marB="2286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600" b="0" dirty="0">
                          <a:solidFill>
                            <a:schemeClr val="tx1"/>
                          </a:solidFill>
                        </a:rPr>
                        <a:t>오지연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600" b="1" dirty="0">
                          <a:solidFill>
                            <a:schemeClr val="tx1"/>
                          </a:solidFill>
                        </a:rPr>
                        <a:t>영문명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600" b="0" dirty="0">
                          <a:solidFill>
                            <a:schemeClr val="tx1"/>
                          </a:solidFill>
                        </a:rPr>
                        <a:t>OH JIYEON</a:t>
                      </a:r>
                      <a:endParaRPr lang="ko-KR" altLang="en-US" sz="6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6163663"/>
                  </a:ext>
                </a:extLst>
              </a:tr>
              <a:tr h="15857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600" b="1" dirty="0">
                          <a:solidFill>
                            <a:schemeClr val="tx1"/>
                          </a:solidFill>
                        </a:rPr>
                        <a:t>성별</a:t>
                      </a:r>
                    </a:p>
                  </a:txBody>
                  <a:tcPr marL="45720" marR="45720" marT="22860" marB="2286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600" b="0" dirty="0">
                          <a:solidFill>
                            <a:schemeClr val="tx1"/>
                          </a:solidFill>
                        </a:rPr>
                        <a:t>여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600" b="1" dirty="0">
                          <a:solidFill>
                            <a:schemeClr val="tx1"/>
                          </a:solidFill>
                        </a:rPr>
                        <a:t>이메일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600" b="0" dirty="0">
                          <a:solidFill>
                            <a:schemeClr val="tx1"/>
                          </a:solidFill>
                          <a:hlinkClick r:id="rId10"/>
                        </a:rPr>
                        <a:t>Jiyeon@smtown.com</a:t>
                      </a:r>
                      <a:endParaRPr lang="ko-KR" altLang="en-US" sz="6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1845122"/>
                  </a:ext>
                </a:extLst>
              </a:tr>
              <a:tr h="15857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600" b="1" dirty="0">
                          <a:solidFill>
                            <a:schemeClr val="tx1"/>
                          </a:solidFill>
                        </a:rPr>
                        <a:t>연락처</a:t>
                      </a:r>
                    </a:p>
                  </a:txBody>
                  <a:tcPr marL="45720" marR="45720" marT="22860" marB="2286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600" b="0" dirty="0">
                          <a:solidFill>
                            <a:schemeClr val="tx1"/>
                          </a:solidFill>
                        </a:rPr>
                        <a:t>010-2356-2354</a:t>
                      </a:r>
                      <a:endParaRPr lang="ko-KR" altLang="en-US" sz="6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600" b="1" dirty="0">
                          <a:solidFill>
                            <a:schemeClr val="tx1"/>
                          </a:solidFill>
                        </a:rPr>
                        <a:t>출장자와 동일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6657840"/>
                  </a:ext>
                </a:extLst>
              </a:tr>
            </a:tbl>
          </a:graphicData>
        </a:graphic>
      </p:graphicFrame>
      <p:sp>
        <p:nvSpPr>
          <p:cNvPr id="303" name="직사각형 302">
            <a:extLst>
              <a:ext uri="{FF2B5EF4-FFF2-40B4-BE49-F238E27FC236}">
                <a16:creationId xmlns:a16="http://schemas.microsoft.com/office/drawing/2014/main" id="{49DA1B64-391C-4F20-BA92-9BAD715BB0C2}"/>
              </a:ext>
            </a:extLst>
          </p:cNvPr>
          <p:cNvSpPr/>
          <p:nvPr/>
        </p:nvSpPr>
        <p:spPr>
          <a:xfrm>
            <a:off x="649630" y="2251277"/>
            <a:ext cx="788901" cy="7483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b="1" dirty="0">
                <a:solidFill>
                  <a:schemeClr val="tx1"/>
                </a:solidFill>
              </a:rPr>
              <a:t>출장자 정보 </a:t>
            </a:r>
            <a:r>
              <a:rPr lang="en-US" altLang="ko-KR" sz="700" b="1" dirty="0">
                <a:solidFill>
                  <a:schemeClr val="tx1"/>
                </a:solidFill>
              </a:rPr>
              <a:t>1</a:t>
            </a:r>
            <a:endParaRPr lang="ko-KR" altLang="en-US" sz="700" b="1" dirty="0">
              <a:solidFill>
                <a:schemeClr val="tx1"/>
              </a:solidFill>
            </a:endParaRPr>
          </a:p>
        </p:txBody>
      </p:sp>
      <p:graphicFrame>
        <p:nvGraphicFramePr>
          <p:cNvPr id="304" name="표 303">
            <a:extLst>
              <a:ext uri="{FF2B5EF4-FFF2-40B4-BE49-F238E27FC236}">
                <a16:creationId xmlns:a16="http://schemas.microsoft.com/office/drawing/2014/main" id="{50E460E4-6776-4DE7-A6D4-6B56958BCF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8639195"/>
              </p:ext>
            </p:extLst>
          </p:nvPr>
        </p:nvGraphicFramePr>
        <p:xfrm>
          <a:off x="735075" y="2402337"/>
          <a:ext cx="5898199" cy="4444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5095">
                  <a:extLst>
                    <a:ext uri="{9D8B030D-6E8A-4147-A177-3AD203B41FA5}">
                      <a16:colId xmlns:a16="http://schemas.microsoft.com/office/drawing/2014/main" val="316504750"/>
                    </a:ext>
                  </a:extLst>
                </a:gridCol>
                <a:gridCol w="2294004">
                  <a:extLst>
                    <a:ext uri="{9D8B030D-6E8A-4147-A177-3AD203B41FA5}">
                      <a16:colId xmlns:a16="http://schemas.microsoft.com/office/drawing/2014/main" val="4242783349"/>
                    </a:ext>
                  </a:extLst>
                </a:gridCol>
                <a:gridCol w="721506">
                  <a:extLst>
                    <a:ext uri="{9D8B030D-6E8A-4147-A177-3AD203B41FA5}">
                      <a16:colId xmlns:a16="http://schemas.microsoft.com/office/drawing/2014/main" val="256378881"/>
                    </a:ext>
                  </a:extLst>
                </a:gridCol>
                <a:gridCol w="2227594">
                  <a:extLst>
                    <a:ext uri="{9D8B030D-6E8A-4147-A177-3AD203B41FA5}">
                      <a16:colId xmlns:a16="http://schemas.microsoft.com/office/drawing/2014/main" val="1661652692"/>
                    </a:ext>
                  </a:extLst>
                </a:gridCol>
              </a:tblGrid>
              <a:tr h="14815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600" b="1" dirty="0" err="1">
                          <a:solidFill>
                            <a:schemeClr val="tx1"/>
                          </a:solidFill>
                        </a:rPr>
                        <a:t>한글명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11430" marB="1143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11430" marB="1143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600" b="1" dirty="0">
                          <a:solidFill>
                            <a:schemeClr val="tx1"/>
                          </a:solidFill>
                        </a:rPr>
                        <a:t>영문명</a:t>
                      </a:r>
                    </a:p>
                  </a:txBody>
                  <a:tcPr marL="45720" marR="45720" marT="11430" marB="1143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600" b="0" dirty="0">
                          <a:solidFill>
                            <a:schemeClr val="tx1"/>
                          </a:solidFill>
                        </a:rPr>
                        <a:t>OH JIYEON</a:t>
                      </a:r>
                      <a:endParaRPr lang="ko-KR" altLang="en-US" sz="6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11430" marB="1143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6163663"/>
                  </a:ext>
                </a:extLst>
              </a:tr>
              <a:tr h="14815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600" b="1" dirty="0">
                          <a:solidFill>
                            <a:schemeClr val="tx1"/>
                          </a:solidFill>
                        </a:rPr>
                        <a:t>성별</a:t>
                      </a:r>
                    </a:p>
                  </a:txBody>
                  <a:tcPr marL="45720" marR="45720" marT="11430" marB="1143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600" b="0" dirty="0">
                          <a:solidFill>
                            <a:schemeClr val="tx1"/>
                          </a:solidFill>
                        </a:rPr>
                        <a:t>여</a:t>
                      </a:r>
                    </a:p>
                  </a:txBody>
                  <a:tcPr marL="45720" marR="45720" marT="11430" marB="1143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600" b="1" dirty="0">
                          <a:solidFill>
                            <a:schemeClr val="tx1"/>
                          </a:solidFill>
                        </a:rPr>
                        <a:t>좌석등급</a:t>
                      </a:r>
                    </a:p>
                  </a:txBody>
                  <a:tcPr marL="45720" marR="45720" marT="11430" marB="1143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11430" marB="1143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1845122"/>
                  </a:ext>
                </a:extLst>
              </a:tr>
              <a:tr h="148154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600" b="1" dirty="0">
                          <a:solidFill>
                            <a:schemeClr val="tx1"/>
                          </a:solidFill>
                        </a:rPr>
                        <a:t>이메일</a:t>
                      </a:r>
                    </a:p>
                  </a:txBody>
                  <a:tcPr marL="45720" marR="45720" marT="11430" marB="1143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600" b="0" dirty="0">
                          <a:solidFill>
                            <a:schemeClr val="tx1"/>
                          </a:solidFill>
                          <a:hlinkClick r:id="rId10"/>
                        </a:rPr>
                        <a:t>Jiyeon@smtown.com</a:t>
                      </a:r>
                      <a:endParaRPr lang="ko-KR" altLang="en-US" sz="6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11430" marB="1143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11430" marB="1143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6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11430" marB="1143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6657840"/>
                  </a:ext>
                </a:extLst>
              </a:tr>
            </a:tbl>
          </a:graphicData>
        </a:graphic>
      </p:graphicFrame>
      <p:grpSp>
        <p:nvGrpSpPr>
          <p:cNvPr id="305" name="그룹 304">
            <a:extLst>
              <a:ext uri="{FF2B5EF4-FFF2-40B4-BE49-F238E27FC236}">
                <a16:creationId xmlns:a16="http://schemas.microsoft.com/office/drawing/2014/main" id="{945E8067-3F85-4F54-825B-D3F702112182}"/>
              </a:ext>
            </a:extLst>
          </p:cNvPr>
          <p:cNvGrpSpPr/>
          <p:nvPr/>
        </p:nvGrpSpPr>
        <p:grpSpPr>
          <a:xfrm>
            <a:off x="4414826" y="2576875"/>
            <a:ext cx="1458583" cy="132270"/>
            <a:chOff x="3174521" y="2986620"/>
            <a:chExt cx="2660909" cy="282715"/>
          </a:xfrm>
        </p:grpSpPr>
        <p:sp>
          <p:nvSpPr>
            <p:cNvPr id="306" name="직사각형 305">
              <a:extLst>
                <a:ext uri="{FF2B5EF4-FFF2-40B4-BE49-F238E27FC236}">
                  <a16:creationId xmlns:a16="http://schemas.microsoft.com/office/drawing/2014/main" id="{05177CCB-0C22-4D37-9589-EB18FF6D4F17}"/>
                </a:ext>
              </a:extLst>
            </p:cNvPr>
            <p:cNvSpPr/>
            <p:nvPr/>
          </p:nvSpPr>
          <p:spPr>
            <a:xfrm>
              <a:off x="3174521" y="2986620"/>
              <a:ext cx="2660909" cy="233785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600" dirty="0">
                  <a:solidFill>
                    <a:schemeClr val="tx1"/>
                  </a:solidFill>
                </a:rPr>
                <a:t>일반석</a:t>
              </a:r>
            </a:p>
          </p:txBody>
        </p:sp>
        <p:pic>
          <p:nvPicPr>
            <p:cNvPr id="307" name="그래픽 306" descr="위쪽 캐럿 단색으로 채워진">
              <a:extLst>
                <a:ext uri="{FF2B5EF4-FFF2-40B4-BE49-F238E27FC236}">
                  <a16:creationId xmlns:a16="http://schemas.microsoft.com/office/drawing/2014/main" id="{03252044-F3B9-4617-B499-B311494843C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 rot="10800000">
              <a:off x="5542950" y="2992335"/>
              <a:ext cx="277000" cy="277000"/>
            </a:xfrm>
            <a:prstGeom prst="rect">
              <a:avLst/>
            </a:prstGeom>
          </p:spPr>
        </p:pic>
      </p:grpSp>
      <p:sp>
        <p:nvSpPr>
          <p:cNvPr id="308" name="직사각형 307">
            <a:extLst>
              <a:ext uri="{FF2B5EF4-FFF2-40B4-BE49-F238E27FC236}">
                <a16:creationId xmlns:a16="http://schemas.microsoft.com/office/drawing/2014/main" id="{346B82BA-7544-447E-A9E9-CBDFCB7B8EA1}"/>
              </a:ext>
            </a:extLst>
          </p:cNvPr>
          <p:cNvSpPr>
            <a:spLocks/>
          </p:cNvSpPr>
          <p:nvPr/>
        </p:nvSpPr>
        <p:spPr>
          <a:xfrm>
            <a:off x="1412968" y="2452225"/>
            <a:ext cx="1458583" cy="102816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600" dirty="0">
                <a:solidFill>
                  <a:schemeClr val="tx1"/>
                </a:solidFill>
              </a:rPr>
              <a:t>오지연</a:t>
            </a:r>
          </a:p>
        </p:txBody>
      </p:sp>
      <p:sp>
        <p:nvSpPr>
          <p:cNvPr id="309" name="직사각형 308">
            <a:extLst>
              <a:ext uri="{FF2B5EF4-FFF2-40B4-BE49-F238E27FC236}">
                <a16:creationId xmlns:a16="http://schemas.microsoft.com/office/drawing/2014/main" id="{75A7BF8B-41E4-428F-8D61-B3A88C168CF7}"/>
              </a:ext>
            </a:extLst>
          </p:cNvPr>
          <p:cNvSpPr/>
          <p:nvPr/>
        </p:nvSpPr>
        <p:spPr>
          <a:xfrm>
            <a:off x="5955963" y="2895989"/>
            <a:ext cx="675512" cy="145186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출장자 추가</a:t>
            </a:r>
          </a:p>
        </p:txBody>
      </p:sp>
      <p:pic>
        <p:nvPicPr>
          <p:cNvPr id="310" name="그래픽 309" descr="추가">
            <a:extLst>
              <a:ext uri="{FF2B5EF4-FFF2-40B4-BE49-F238E27FC236}">
                <a16:creationId xmlns:a16="http://schemas.microsoft.com/office/drawing/2014/main" id="{291EAA7A-B727-4CD9-80EC-63C1538F829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482627" y="2908683"/>
            <a:ext cx="110741" cy="114076"/>
          </a:xfrm>
          <a:prstGeom prst="rect">
            <a:avLst/>
          </a:prstGeom>
        </p:spPr>
      </p:pic>
      <p:sp>
        <p:nvSpPr>
          <p:cNvPr id="311" name="직사각형 310">
            <a:extLst>
              <a:ext uri="{FF2B5EF4-FFF2-40B4-BE49-F238E27FC236}">
                <a16:creationId xmlns:a16="http://schemas.microsoft.com/office/drawing/2014/main" id="{DEA9471F-1144-404C-A88C-3672E6059681}"/>
              </a:ext>
            </a:extLst>
          </p:cNvPr>
          <p:cNvSpPr/>
          <p:nvPr/>
        </p:nvSpPr>
        <p:spPr>
          <a:xfrm>
            <a:off x="662263" y="3028637"/>
            <a:ext cx="750706" cy="1354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b="1" dirty="0">
                <a:solidFill>
                  <a:schemeClr val="tx1"/>
                </a:solidFill>
              </a:rPr>
              <a:t>여정 정보</a:t>
            </a:r>
          </a:p>
        </p:txBody>
      </p:sp>
      <p:graphicFrame>
        <p:nvGraphicFramePr>
          <p:cNvPr id="312" name="표 311">
            <a:extLst>
              <a:ext uri="{FF2B5EF4-FFF2-40B4-BE49-F238E27FC236}">
                <a16:creationId xmlns:a16="http://schemas.microsoft.com/office/drawing/2014/main" id="{1421D5FF-008B-41C2-A7D4-EA68D68B84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4741634"/>
              </p:ext>
            </p:extLst>
          </p:nvPr>
        </p:nvGraphicFramePr>
        <p:xfrm>
          <a:off x="733276" y="3220900"/>
          <a:ext cx="5898199" cy="18474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8030">
                  <a:extLst>
                    <a:ext uri="{9D8B030D-6E8A-4147-A177-3AD203B41FA5}">
                      <a16:colId xmlns:a16="http://schemas.microsoft.com/office/drawing/2014/main" val="2542619400"/>
                    </a:ext>
                  </a:extLst>
                </a:gridCol>
                <a:gridCol w="4990169">
                  <a:extLst>
                    <a:ext uri="{9D8B030D-6E8A-4147-A177-3AD203B41FA5}">
                      <a16:colId xmlns:a16="http://schemas.microsoft.com/office/drawing/2014/main" val="2731100643"/>
                    </a:ext>
                  </a:extLst>
                </a:gridCol>
              </a:tblGrid>
              <a:tr h="153552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6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✈︎ 여정</a:t>
                      </a:r>
                      <a:r>
                        <a:rPr lang="en-US" altLang="ko-KR" sz="6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1`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400" b="0" dirty="0" err="1">
                          <a:solidFill>
                            <a:schemeClr val="tx1"/>
                          </a:solidFill>
                        </a:rPr>
                        <a:t>케세이퍼시픽항공</a:t>
                      </a:r>
                      <a:r>
                        <a:rPr lang="ko-KR" altLang="en-US" sz="4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400" b="0" dirty="0">
                          <a:solidFill>
                            <a:schemeClr val="tx1"/>
                          </a:solidFill>
                        </a:rPr>
                        <a:t>CX417 (</a:t>
                      </a:r>
                      <a:r>
                        <a:rPr lang="ko-KR" altLang="en-US" sz="400" b="0" dirty="0">
                          <a:solidFill>
                            <a:schemeClr val="tx1"/>
                          </a:solidFill>
                        </a:rPr>
                        <a:t>일반석</a:t>
                      </a:r>
                      <a:r>
                        <a:rPr lang="en-US" altLang="ko-KR" sz="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645419"/>
                  </a:ext>
                </a:extLst>
              </a:tr>
              <a:tr h="15355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400" b="0" dirty="0">
                          <a:solidFill>
                            <a:schemeClr val="tx1"/>
                          </a:solidFill>
                        </a:rPr>
                        <a:t>     서울</a:t>
                      </a:r>
                      <a:r>
                        <a:rPr lang="en-US" altLang="ko-KR" sz="400" b="0" dirty="0">
                          <a:solidFill>
                            <a:schemeClr val="tx1"/>
                          </a:solidFill>
                        </a:rPr>
                        <a:t>(ICN) ➡ </a:t>
                      </a:r>
                      <a:r>
                        <a:rPr lang="ko-KR" altLang="en-US" sz="400" b="0" dirty="0">
                          <a:solidFill>
                            <a:schemeClr val="tx1"/>
                          </a:solidFill>
                        </a:rPr>
                        <a:t>홍콩</a:t>
                      </a:r>
                      <a:r>
                        <a:rPr lang="en-US" altLang="ko-KR" sz="400" b="0" dirty="0">
                          <a:solidFill>
                            <a:schemeClr val="tx1"/>
                          </a:solidFill>
                        </a:rPr>
                        <a:t>(HKG)</a:t>
                      </a: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0540715"/>
                  </a:ext>
                </a:extLst>
              </a:tr>
              <a:tr h="153552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400" b="0" dirty="0">
                          <a:solidFill>
                            <a:schemeClr val="tx1"/>
                          </a:solidFill>
                        </a:rPr>
                        <a:t>     2025-04-20(</a:t>
                      </a:r>
                      <a:r>
                        <a:rPr lang="ko-KR" altLang="en-US" sz="400" b="0" dirty="0">
                          <a:solidFill>
                            <a:schemeClr val="tx1"/>
                          </a:solidFill>
                        </a:rPr>
                        <a:t>일</a:t>
                      </a:r>
                      <a:r>
                        <a:rPr lang="en-US" altLang="ko-KR" sz="400" b="0" dirty="0">
                          <a:solidFill>
                            <a:schemeClr val="tx1"/>
                          </a:solidFill>
                        </a:rPr>
                        <a:t>) 10:10 ➡ 2025-04-20(</a:t>
                      </a:r>
                      <a:r>
                        <a:rPr lang="ko-KR" altLang="en-US" sz="400" b="0" dirty="0">
                          <a:solidFill>
                            <a:schemeClr val="tx1"/>
                          </a:solidFill>
                        </a:rPr>
                        <a:t>일</a:t>
                      </a:r>
                      <a:r>
                        <a:rPr lang="en-US" altLang="ko-KR" sz="400" b="0" dirty="0">
                          <a:solidFill>
                            <a:schemeClr val="tx1"/>
                          </a:solidFill>
                        </a:rPr>
                        <a:t>) 12:00 </a:t>
                      </a: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424262"/>
                  </a:ext>
                </a:extLst>
              </a:tr>
              <a:tr h="153552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6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⇆ 여정</a:t>
                      </a:r>
                      <a:r>
                        <a:rPr lang="en-US" altLang="ko-KR" sz="6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400" b="0" dirty="0" err="1">
                          <a:solidFill>
                            <a:schemeClr val="tx1"/>
                          </a:solidFill>
                        </a:rPr>
                        <a:t>케세이퍼시픽항공</a:t>
                      </a:r>
                      <a:r>
                        <a:rPr lang="ko-KR" altLang="en-US" sz="4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400" b="0" dirty="0">
                          <a:solidFill>
                            <a:schemeClr val="tx1"/>
                          </a:solidFill>
                        </a:rPr>
                        <a:t>CX113 (</a:t>
                      </a:r>
                      <a:r>
                        <a:rPr lang="ko-KR" altLang="en-US" sz="400" b="0" dirty="0">
                          <a:solidFill>
                            <a:schemeClr val="tx1"/>
                          </a:solidFill>
                        </a:rPr>
                        <a:t>일반석</a:t>
                      </a:r>
                      <a:r>
                        <a:rPr lang="en-US" altLang="ko-KR" sz="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898511"/>
                  </a:ext>
                </a:extLst>
              </a:tr>
              <a:tr h="15355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400" b="0" dirty="0">
                          <a:solidFill>
                            <a:schemeClr val="tx1"/>
                          </a:solidFill>
                        </a:rPr>
                        <a:t>     홍콩</a:t>
                      </a:r>
                      <a:r>
                        <a:rPr lang="en-US" altLang="ko-KR" sz="400" b="0" dirty="0">
                          <a:solidFill>
                            <a:schemeClr val="tx1"/>
                          </a:solidFill>
                        </a:rPr>
                        <a:t>(HKG) ➡ </a:t>
                      </a:r>
                      <a:r>
                        <a:rPr lang="ko-KR" altLang="en-US" sz="400" b="0" dirty="0">
                          <a:solidFill>
                            <a:schemeClr val="tx1"/>
                          </a:solidFill>
                        </a:rPr>
                        <a:t>오클랜드</a:t>
                      </a:r>
                      <a:r>
                        <a:rPr lang="en-US" altLang="ko-KR" sz="400" b="0" dirty="0">
                          <a:solidFill>
                            <a:schemeClr val="tx1"/>
                          </a:solidFill>
                        </a:rPr>
                        <a:t>(AKL)</a:t>
                      </a: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4016584"/>
                  </a:ext>
                </a:extLst>
              </a:tr>
              <a:tr h="153552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400" b="0" dirty="0">
                          <a:solidFill>
                            <a:schemeClr val="tx1"/>
                          </a:solidFill>
                        </a:rPr>
                        <a:t>     2025-04-20(</a:t>
                      </a:r>
                      <a:r>
                        <a:rPr lang="ko-KR" altLang="en-US" sz="400" b="0" dirty="0">
                          <a:solidFill>
                            <a:schemeClr val="tx1"/>
                          </a:solidFill>
                        </a:rPr>
                        <a:t>일</a:t>
                      </a:r>
                      <a:r>
                        <a:rPr lang="en-US" altLang="ko-KR" sz="400" b="0" dirty="0">
                          <a:solidFill>
                            <a:schemeClr val="tx1"/>
                          </a:solidFill>
                        </a:rPr>
                        <a:t>) 21:05 ➡ 2025-04-21(</a:t>
                      </a:r>
                      <a:r>
                        <a:rPr lang="ko-KR" altLang="en-US" sz="400" b="0" dirty="0">
                          <a:solidFill>
                            <a:schemeClr val="tx1"/>
                          </a:solidFill>
                        </a:rPr>
                        <a:t>월</a:t>
                      </a:r>
                      <a:r>
                        <a:rPr lang="en-US" altLang="ko-KR" sz="400" b="0" dirty="0">
                          <a:solidFill>
                            <a:schemeClr val="tx1"/>
                          </a:solidFill>
                        </a:rPr>
                        <a:t>) 11:40 </a:t>
                      </a: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4003542"/>
                  </a:ext>
                </a:extLst>
              </a:tr>
              <a:tr h="151551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6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⇆ 여정</a:t>
                      </a:r>
                      <a:r>
                        <a:rPr lang="en-US" altLang="ko-KR" sz="6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400" b="0" dirty="0" err="1">
                          <a:solidFill>
                            <a:schemeClr val="tx1"/>
                          </a:solidFill>
                        </a:rPr>
                        <a:t>케세이퍼시픽항공</a:t>
                      </a:r>
                      <a:r>
                        <a:rPr lang="ko-KR" altLang="en-US" sz="4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400" b="0" dirty="0">
                          <a:solidFill>
                            <a:schemeClr val="tx1"/>
                          </a:solidFill>
                        </a:rPr>
                        <a:t>CX198 (</a:t>
                      </a:r>
                      <a:r>
                        <a:rPr lang="ko-KR" altLang="en-US" sz="400" b="0" dirty="0">
                          <a:solidFill>
                            <a:schemeClr val="tx1"/>
                          </a:solidFill>
                        </a:rPr>
                        <a:t>일반석</a:t>
                      </a:r>
                      <a:r>
                        <a:rPr lang="en-US" altLang="ko-KR" sz="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6181446"/>
                  </a:ext>
                </a:extLst>
              </a:tr>
              <a:tr h="153552"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400" b="0" dirty="0">
                          <a:solidFill>
                            <a:schemeClr val="tx1"/>
                          </a:solidFill>
                        </a:rPr>
                        <a:t>     오클랜드</a:t>
                      </a:r>
                      <a:r>
                        <a:rPr lang="en-US" altLang="ko-KR" sz="400" b="0" dirty="0">
                          <a:solidFill>
                            <a:schemeClr val="tx1"/>
                          </a:solidFill>
                        </a:rPr>
                        <a:t>(AKL) ➡ </a:t>
                      </a:r>
                      <a:r>
                        <a:rPr lang="ko-KR" altLang="en-US" sz="400" b="0" dirty="0">
                          <a:solidFill>
                            <a:schemeClr val="tx1"/>
                          </a:solidFill>
                        </a:rPr>
                        <a:t>홍콩</a:t>
                      </a:r>
                      <a:r>
                        <a:rPr lang="en-US" altLang="ko-KR" sz="400" b="0" dirty="0">
                          <a:solidFill>
                            <a:schemeClr val="tx1"/>
                          </a:solidFill>
                        </a:rPr>
                        <a:t>(HKG)</a:t>
                      </a: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3198737"/>
                  </a:ext>
                </a:extLst>
              </a:tr>
              <a:tr h="153552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400" b="0" dirty="0">
                          <a:solidFill>
                            <a:schemeClr val="tx1"/>
                          </a:solidFill>
                        </a:rPr>
                        <a:t>     2025-04-25(</a:t>
                      </a:r>
                      <a:r>
                        <a:rPr lang="ko-KR" altLang="en-US" sz="400" b="0" dirty="0">
                          <a:solidFill>
                            <a:schemeClr val="tx1"/>
                          </a:solidFill>
                        </a:rPr>
                        <a:t>금</a:t>
                      </a:r>
                      <a:r>
                        <a:rPr lang="en-US" altLang="ko-KR" sz="400" b="0" dirty="0">
                          <a:solidFill>
                            <a:schemeClr val="tx1"/>
                          </a:solidFill>
                        </a:rPr>
                        <a:t>) 13:25 ➡ 2025-04-25(</a:t>
                      </a:r>
                      <a:r>
                        <a:rPr lang="ko-KR" altLang="en-US" sz="400" b="0" dirty="0">
                          <a:solidFill>
                            <a:schemeClr val="tx1"/>
                          </a:solidFill>
                        </a:rPr>
                        <a:t>금</a:t>
                      </a:r>
                      <a:r>
                        <a:rPr lang="en-US" altLang="ko-KR" sz="400" b="0" dirty="0">
                          <a:solidFill>
                            <a:schemeClr val="tx1"/>
                          </a:solidFill>
                        </a:rPr>
                        <a:t>) 21:05 </a:t>
                      </a: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5353077"/>
                  </a:ext>
                </a:extLst>
              </a:tr>
              <a:tr h="153552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6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✈︎ 여정</a:t>
                      </a:r>
                      <a:r>
                        <a:rPr lang="en-US" altLang="ko-KR" sz="6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ko-KR" altLang="en-US" sz="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400" b="0" dirty="0" err="1">
                          <a:solidFill>
                            <a:schemeClr val="tx1"/>
                          </a:solidFill>
                        </a:rPr>
                        <a:t>케세이퍼시픽항공</a:t>
                      </a:r>
                      <a:r>
                        <a:rPr lang="ko-KR" altLang="en-US" sz="4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400" b="0" dirty="0">
                          <a:solidFill>
                            <a:schemeClr val="tx1"/>
                          </a:solidFill>
                        </a:rPr>
                        <a:t>CX416 (</a:t>
                      </a:r>
                      <a:r>
                        <a:rPr lang="ko-KR" altLang="en-US" sz="400" b="0" dirty="0">
                          <a:solidFill>
                            <a:schemeClr val="tx1"/>
                          </a:solidFill>
                        </a:rPr>
                        <a:t>일반석</a:t>
                      </a:r>
                      <a:r>
                        <a:rPr lang="en-US" altLang="ko-KR" sz="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5217471"/>
                  </a:ext>
                </a:extLst>
              </a:tr>
              <a:tr h="1595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400" b="0" dirty="0">
                          <a:solidFill>
                            <a:schemeClr val="tx1"/>
                          </a:solidFill>
                        </a:rPr>
                        <a:t>     홍콩</a:t>
                      </a:r>
                      <a:r>
                        <a:rPr lang="en-US" altLang="ko-KR" sz="400" b="0" dirty="0">
                          <a:solidFill>
                            <a:schemeClr val="tx1"/>
                          </a:solidFill>
                        </a:rPr>
                        <a:t>(HKG) ➡ </a:t>
                      </a:r>
                      <a:r>
                        <a:rPr lang="ko-KR" altLang="en-US" sz="400" b="0" dirty="0">
                          <a:solidFill>
                            <a:schemeClr val="tx1"/>
                          </a:solidFill>
                        </a:rPr>
                        <a:t>서울</a:t>
                      </a:r>
                      <a:r>
                        <a:rPr lang="en-US" altLang="ko-KR" sz="400" b="0" dirty="0">
                          <a:solidFill>
                            <a:schemeClr val="tx1"/>
                          </a:solidFill>
                        </a:rPr>
                        <a:t>(ICN)</a:t>
                      </a: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131961"/>
                  </a:ext>
                </a:extLst>
              </a:tr>
              <a:tr h="153552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400" b="0" dirty="0">
                          <a:solidFill>
                            <a:schemeClr val="tx1"/>
                          </a:solidFill>
                        </a:rPr>
                        <a:t>     2025-04-26(</a:t>
                      </a:r>
                      <a:r>
                        <a:rPr lang="ko-KR" altLang="en-US" sz="400" b="0" dirty="0">
                          <a:solidFill>
                            <a:schemeClr val="tx1"/>
                          </a:solidFill>
                        </a:rPr>
                        <a:t>토</a:t>
                      </a:r>
                      <a:r>
                        <a:rPr lang="en-US" altLang="ko-KR" sz="400" b="0" dirty="0">
                          <a:solidFill>
                            <a:schemeClr val="tx1"/>
                          </a:solidFill>
                        </a:rPr>
                        <a:t>) 16:25 ➡ 2025-04-26(</a:t>
                      </a:r>
                      <a:r>
                        <a:rPr lang="ko-KR" altLang="en-US" sz="400" b="0" dirty="0">
                          <a:solidFill>
                            <a:schemeClr val="tx1"/>
                          </a:solidFill>
                        </a:rPr>
                        <a:t>토</a:t>
                      </a:r>
                      <a:r>
                        <a:rPr lang="en-US" altLang="ko-KR" sz="400" b="0" dirty="0">
                          <a:solidFill>
                            <a:schemeClr val="tx1"/>
                          </a:solidFill>
                        </a:rPr>
                        <a:t>) 21:10 </a:t>
                      </a:r>
                      <a:endParaRPr lang="ko-KR" altLang="en-US" sz="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966951"/>
                  </a:ext>
                </a:extLst>
              </a:tr>
            </a:tbl>
          </a:graphicData>
        </a:graphic>
      </p:graphicFrame>
      <p:sp>
        <p:nvSpPr>
          <p:cNvPr id="313" name="TextBox 312">
            <a:extLst>
              <a:ext uri="{FF2B5EF4-FFF2-40B4-BE49-F238E27FC236}">
                <a16:creationId xmlns:a16="http://schemas.microsoft.com/office/drawing/2014/main" id="{C6049092-848C-492A-83DD-417BBD72589F}"/>
              </a:ext>
            </a:extLst>
          </p:cNvPr>
          <p:cNvSpPr txBox="1"/>
          <p:nvPr/>
        </p:nvSpPr>
        <p:spPr>
          <a:xfrm>
            <a:off x="641032" y="5094126"/>
            <a:ext cx="5755497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00" dirty="0">
                <a:solidFill>
                  <a:srgbClr val="FF0000"/>
                </a:solidFill>
              </a:rPr>
              <a:t>항공사 발권시한으로 인해 항공요금 및 좌석 상황이 변동되어 자동취소 및 확정 금액변동 등 예약상황이 변경될 수 있으니 이용에 참고 부탁 드립니다</a:t>
            </a:r>
            <a:r>
              <a:rPr lang="en-US" altLang="ko-KR" sz="500" dirty="0">
                <a:solidFill>
                  <a:srgbClr val="FF0000"/>
                </a:solidFill>
              </a:rPr>
              <a:t>.</a:t>
            </a:r>
            <a:endParaRPr lang="ko-KR" altLang="en-US" sz="500" dirty="0">
              <a:solidFill>
                <a:srgbClr val="FF0000"/>
              </a:solidFill>
            </a:endParaRPr>
          </a:p>
        </p:txBody>
      </p:sp>
      <p:sp>
        <p:nvSpPr>
          <p:cNvPr id="314" name="TextBox 313">
            <a:extLst>
              <a:ext uri="{FF2B5EF4-FFF2-40B4-BE49-F238E27FC236}">
                <a16:creationId xmlns:a16="http://schemas.microsoft.com/office/drawing/2014/main" id="{899B77A0-12E2-4807-8153-6573F1FC225A}"/>
              </a:ext>
            </a:extLst>
          </p:cNvPr>
          <p:cNvSpPr txBox="1"/>
          <p:nvPr/>
        </p:nvSpPr>
        <p:spPr>
          <a:xfrm>
            <a:off x="5479803" y="5185754"/>
            <a:ext cx="12025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600" dirty="0"/>
              <a:t>1</a:t>
            </a:r>
            <a:r>
              <a:rPr lang="ko-KR" altLang="en-US" sz="600" dirty="0"/>
              <a:t>인당 예상 요금 </a:t>
            </a:r>
            <a:r>
              <a:rPr lang="en-US" altLang="ko-KR" sz="600" b="1" dirty="0"/>
              <a:t>1,661,300</a:t>
            </a:r>
            <a:r>
              <a:rPr lang="ko-KR" altLang="en-US" sz="600" dirty="0"/>
              <a:t>원</a:t>
            </a:r>
            <a:endParaRPr lang="en-US" altLang="ko-KR" sz="600" dirty="0"/>
          </a:p>
          <a:p>
            <a:pPr algn="r"/>
            <a:r>
              <a:rPr lang="ko-KR" altLang="en-US" sz="600" dirty="0"/>
              <a:t>총 예상 요금 </a:t>
            </a:r>
            <a:r>
              <a:rPr lang="en-US" altLang="ko-KR" sz="600" b="1" dirty="0"/>
              <a:t>1,661,300</a:t>
            </a:r>
            <a:r>
              <a:rPr lang="ko-KR" altLang="en-US" sz="600" dirty="0"/>
              <a:t>원</a:t>
            </a:r>
          </a:p>
        </p:txBody>
      </p:sp>
      <p:pic>
        <p:nvPicPr>
          <p:cNvPr id="315" name="그래픽 314" descr="플립 달력 단색으로 채워진">
            <a:extLst>
              <a:ext uri="{FF2B5EF4-FFF2-40B4-BE49-F238E27FC236}">
                <a16:creationId xmlns:a16="http://schemas.microsoft.com/office/drawing/2014/main" id="{6704393C-E340-4848-8E68-9CF08F4316D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727838" y="3550864"/>
            <a:ext cx="81484" cy="92709"/>
          </a:xfrm>
          <a:prstGeom prst="rect">
            <a:avLst/>
          </a:prstGeom>
        </p:spPr>
      </p:pic>
      <p:pic>
        <p:nvPicPr>
          <p:cNvPr id="316" name="그래픽 315" descr="표식 단색으로 채워진">
            <a:extLst>
              <a:ext uri="{FF2B5EF4-FFF2-40B4-BE49-F238E27FC236}">
                <a16:creationId xmlns:a16="http://schemas.microsoft.com/office/drawing/2014/main" id="{C9204511-3D2B-40E7-B6EC-53B401D8F357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726000" y="3404548"/>
            <a:ext cx="92783" cy="92783"/>
          </a:xfrm>
          <a:prstGeom prst="rect">
            <a:avLst/>
          </a:prstGeom>
        </p:spPr>
      </p:pic>
      <p:pic>
        <p:nvPicPr>
          <p:cNvPr id="317" name="그래픽 316" descr="플립 달력 단색으로 채워진">
            <a:extLst>
              <a:ext uri="{FF2B5EF4-FFF2-40B4-BE49-F238E27FC236}">
                <a16:creationId xmlns:a16="http://schemas.microsoft.com/office/drawing/2014/main" id="{5B7DC83B-22B1-4782-901D-07E12C513F3D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723040" y="4019215"/>
            <a:ext cx="81484" cy="92709"/>
          </a:xfrm>
          <a:prstGeom prst="rect">
            <a:avLst/>
          </a:prstGeom>
        </p:spPr>
      </p:pic>
      <p:pic>
        <p:nvPicPr>
          <p:cNvPr id="318" name="그래픽 317" descr="표식 단색으로 채워진">
            <a:extLst>
              <a:ext uri="{FF2B5EF4-FFF2-40B4-BE49-F238E27FC236}">
                <a16:creationId xmlns:a16="http://schemas.microsoft.com/office/drawing/2014/main" id="{85044717-267D-430F-95DB-945AF0B1C402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721202" y="3872899"/>
            <a:ext cx="92783" cy="92783"/>
          </a:xfrm>
          <a:prstGeom prst="rect">
            <a:avLst/>
          </a:prstGeom>
        </p:spPr>
      </p:pic>
      <p:pic>
        <p:nvPicPr>
          <p:cNvPr id="319" name="그래픽 318" descr="플립 달력 단색으로 채워진">
            <a:extLst>
              <a:ext uri="{FF2B5EF4-FFF2-40B4-BE49-F238E27FC236}">
                <a16:creationId xmlns:a16="http://schemas.microsoft.com/office/drawing/2014/main" id="{7B085E51-C173-4182-90FD-D375553BACD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724378" y="4476033"/>
            <a:ext cx="81484" cy="92709"/>
          </a:xfrm>
          <a:prstGeom prst="rect">
            <a:avLst/>
          </a:prstGeom>
        </p:spPr>
      </p:pic>
      <p:pic>
        <p:nvPicPr>
          <p:cNvPr id="320" name="그래픽 319" descr="표식 단색으로 채워진">
            <a:extLst>
              <a:ext uri="{FF2B5EF4-FFF2-40B4-BE49-F238E27FC236}">
                <a16:creationId xmlns:a16="http://schemas.microsoft.com/office/drawing/2014/main" id="{173A11A2-E819-456F-B68A-E70FE0447805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722540" y="4329717"/>
            <a:ext cx="92783" cy="92783"/>
          </a:xfrm>
          <a:prstGeom prst="rect">
            <a:avLst/>
          </a:prstGeom>
        </p:spPr>
      </p:pic>
      <p:pic>
        <p:nvPicPr>
          <p:cNvPr id="321" name="그래픽 320" descr="플립 달력 단색으로 채워진">
            <a:extLst>
              <a:ext uri="{FF2B5EF4-FFF2-40B4-BE49-F238E27FC236}">
                <a16:creationId xmlns:a16="http://schemas.microsoft.com/office/drawing/2014/main" id="{B21A9A42-1AF4-4AEC-9C07-C846B9BA418E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727838" y="4938788"/>
            <a:ext cx="81484" cy="92709"/>
          </a:xfrm>
          <a:prstGeom prst="rect">
            <a:avLst/>
          </a:prstGeom>
        </p:spPr>
      </p:pic>
      <p:pic>
        <p:nvPicPr>
          <p:cNvPr id="322" name="그래픽 321" descr="표식 단색으로 채워진">
            <a:extLst>
              <a:ext uri="{FF2B5EF4-FFF2-40B4-BE49-F238E27FC236}">
                <a16:creationId xmlns:a16="http://schemas.microsoft.com/office/drawing/2014/main" id="{E21A6216-C38D-4495-869C-9DBBE75CDCC2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726000" y="4792472"/>
            <a:ext cx="92783" cy="92783"/>
          </a:xfrm>
          <a:prstGeom prst="rect">
            <a:avLst/>
          </a:prstGeom>
        </p:spPr>
      </p:pic>
      <p:sp>
        <p:nvSpPr>
          <p:cNvPr id="323" name="직사각형 322">
            <a:extLst>
              <a:ext uri="{FF2B5EF4-FFF2-40B4-BE49-F238E27FC236}">
                <a16:creationId xmlns:a16="http://schemas.microsoft.com/office/drawing/2014/main" id="{823B99DC-958C-4827-81DD-1EBEAB040D8F}"/>
              </a:ext>
            </a:extLst>
          </p:cNvPr>
          <p:cNvSpPr/>
          <p:nvPr/>
        </p:nvSpPr>
        <p:spPr>
          <a:xfrm>
            <a:off x="652505" y="5395532"/>
            <a:ext cx="4382640" cy="21846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b="1" dirty="0">
                <a:solidFill>
                  <a:schemeClr val="tx1"/>
                </a:solidFill>
              </a:rPr>
              <a:t>요청 사항 </a:t>
            </a:r>
            <a:r>
              <a:rPr lang="ko-KR" altLang="en-US" sz="400" b="1" dirty="0">
                <a:solidFill>
                  <a:schemeClr val="bg1">
                    <a:lumMod val="50000"/>
                  </a:schemeClr>
                </a:solidFill>
              </a:rPr>
              <a:t>요청사항에 따라 예상비용은 달라질 수 있으므로 </a:t>
            </a:r>
            <a:r>
              <a:rPr lang="ko-KR" altLang="en-US" sz="400" b="1" dirty="0" err="1">
                <a:solidFill>
                  <a:schemeClr val="bg1">
                    <a:lumMod val="50000"/>
                  </a:schemeClr>
                </a:solidFill>
              </a:rPr>
              <a:t>전담팀</a:t>
            </a:r>
            <a:r>
              <a:rPr lang="ko-KR" altLang="en-US" sz="400" b="1" dirty="0">
                <a:solidFill>
                  <a:schemeClr val="bg1">
                    <a:lumMod val="50000"/>
                  </a:schemeClr>
                </a:solidFill>
              </a:rPr>
              <a:t> 안내에 따라 비용을 다시 확인해 주시기 바랍니다</a:t>
            </a:r>
            <a:r>
              <a:rPr lang="en-US" altLang="ko-KR" sz="400" b="1" dirty="0">
                <a:solidFill>
                  <a:schemeClr val="bg1">
                    <a:lumMod val="50000"/>
                  </a:schemeClr>
                </a:solidFill>
              </a:rPr>
              <a:t>.</a:t>
            </a:r>
            <a:endParaRPr lang="ko-KR" altLang="en-US" sz="700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24" name="직사각형 323">
            <a:extLst>
              <a:ext uri="{FF2B5EF4-FFF2-40B4-BE49-F238E27FC236}">
                <a16:creationId xmlns:a16="http://schemas.microsoft.com/office/drawing/2014/main" id="{B04672F5-ED90-497F-8B70-623179505C19}"/>
              </a:ext>
            </a:extLst>
          </p:cNvPr>
          <p:cNvSpPr/>
          <p:nvPr/>
        </p:nvSpPr>
        <p:spPr>
          <a:xfrm>
            <a:off x="733275" y="5654300"/>
            <a:ext cx="5898199" cy="799329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투숙일정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, </a:t>
            </a:r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선호호텔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, </a:t>
            </a:r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조식 포함여부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, 1</a:t>
            </a:r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박당 예산</a:t>
            </a:r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, </a:t>
            </a:r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기타 요청사항</a:t>
            </a:r>
          </a:p>
        </p:txBody>
      </p:sp>
      <p:sp>
        <p:nvSpPr>
          <p:cNvPr id="325" name="직사각형 324">
            <a:extLst>
              <a:ext uri="{FF2B5EF4-FFF2-40B4-BE49-F238E27FC236}">
                <a16:creationId xmlns:a16="http://schemas.microsoft.com/office/drawing/2014/main" id="{4B60B918-D06C-4D30-89C4-FD958E02F7F9}"/>
              </a:ext>
            </a:extLst>
          </p:cNvPr>
          <p:cNvSpPr/>
          <p:nvPr/>
        </p:nvSpPr>
        <p:spPr>
          <a:xfrm>
            <a:off x="3510735" y="6526948"/>
            <a:ext cx="865844" cy="23426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r>
              <a:rPr lang="ko-KR" altLang="en-US" sz="700" b="1" dirty="0">
                <a:solidFill>
                  <a:schemeClr val="bg1">
                    <a:lumMod val="50000"/>
                  </a:schemeClr>
                </a:solidFill>
              </a:rPr>
              <a:t>요청하기</a:t>
            </a:r>
          </a:p>
        </p:txBody>
      </p:sp>
      <p:sp>
        <p:nvSpPr>
          <p:cNvPr id="326" name="직사각형 325">
            <a:extLst>
              <a:ext uri="{FF2B5EF4-FFF2-40B4-BE49-F238E27FC236}">
                <a16:creationId xmlns:a16="http://schemas.microsoft.com/office/drawing/2014/main" id="{AACA2440-905C-4C92-AB4A-E144CE319609}"/>
              </a:ext>
            </a:extLst>
          </p:cNvPr>
          <p:cNvSpPr>
            <a:spLocks/>
          </p:cNvSpPr>
          <p:nvPr/>
        </p:nvSpPr>
        <p:spPr>
          <a:xfrm>
            <a:off x="4441395" y="1960163"/>
            <a:ext cx="753364" cy="97286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500" dirty="0">
                <a:solidFill>
                  <a:schemeClr val="tx1"/>
                </a:solidFill>
              </a:rPr>
              <a:t>출장자</a:t>
            </a:r>
            <a:r>
              <a:rPr lang="en-US" altLang="ko-KR" sz="500" dirty="0">
                <a:solidFill>
                  <a:schemeClr val="tx1"/>
                </a:solidFill>
              </a:rPr>
              <a:t>1</a:t>
            </a:r>
            <a:r>
              <a:rPr lang="ko-KR" altLang="en-US" sz="500" dirty="0">
                <a:solidFill>
                  <a:schemeClr val="tx1"/>
                </a:solidFill>
              </a:rPr>
              <a:t>과 동일하기</a:t>
            </a:r>
          </a:p>
        </p:txBody>
      </p:sp>
      <p:sp>
        <p:nvSpPr>
          <p:cNvPr id="327" name="직사각형 326">
            <a:extLst>
              <a:ext uri="{FF2B5EF4-FFF2-40B4-BE49-F238E27FC236}">
                <a16:creationId xmlns:a16="http://schemas.microsoft.com/office/drawing/2014/main" id="{BE95E424-D5DE-426F-B49C-7620E47AC53E}"/>
              </a:ext>
            </a:extLst>
          </p:cNvPr>
          <p:cNvSpPr/>
          <p:nvPr/>
        </p:nvSpPr>
        <p:spPr>
          <a:xfrm>
            <a:off x="2571532" y="6528044"/>
            <a:ext cx="865844" cy="23426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r>
              <a:rPr lang="ko-KR" altLang="en-US" sz="700" b="1">
                <a:solidFill>
                  <a:schemeClr val="bg1">
                    <a:lumMod val="50000"/>
                  </a:schemeClr>
                </a:solidFill>
              </a:rPr>
              <a:t>취 소</a:t>
            </a:r>
            <a:endParaRPr lang="ko-KR" altLang="en-US" sz="700" b="1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328" name="그룹 327">
            <a:extLst>
              <a:ext uri="{FF2B5EF4-FFF2-40B4-BE49-F238E27FC236}">
                <a16:creationId xmlns:a16="http://schemas.microsoft.com/office/drawing/2014/main" id="{27D3A19D-2765-4A5B-9A03-F4FA6CB54593}"/>
              </a:ext>
            </a:extLst>
          </p:cNvPr>
          <p:cNvGrpSpPr/>
          <p:nvPr/>
        </p:nvGrpSpPr>
        <p:grpSpPr>
          <a:xfrm>
            <a:off x="2427813" y="6436768"/>
            <a:ext cx="276910" cy="215444"/>
            <a:chOff x="4507293" y="1910946"/>
            <a:chExt cx="276910" cy="215444"/>
          </a:xfrm>
        </p:grpSpPr>
        <p:sp>
          <p:nvSpPr>
            <p:cNvPr id="329" name="타원 328">
              <a:extLst>
                <a:ext uri="{FF2B5EF4-FFF2-40B4-BE49-F238E27FC236}">
                  <a16:creationId xmlns:a16="http://schemas.microsoft.com/office/drawing/2014/main" id="{757B89C8-FD5F-42B6-B642-E0D09B97DA4D}"/>
                </a:ext>
              </a:extLst>
            </p:cNvPr>
            <p:cNvSpPr/>
            <p:nvPr/>
          </p:nvSpPr>
          <p:spPr>
            <a:xfrm>
              <a:off x="4536630" y="1922684"/>
              <a:ext cx="171278" cy="18690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0" name="TextBox 329">
              <a:extLst>
                <a:ext uri="{FF2B5EF4-FFF2-40B4-BE49-F238E27FC236}">
                  <a16:creationId xmlns:a16="http://schemas.microsoft.com/office/drawing/2014/main" id="{7DB6B6BE-A606-4C5E-81DC-3956D8CAB20D}"/>
                </a:ext>
              </a:extLst>
            </p:cNvPr>
            <p:cNvSpPr txBox="1"/>
            <p:nvPr/>
          </p:nvSpPr>
          <p:spPr>
            <a:xfrm>
              <a:off x="4507293" y="1910946"/>
              <a:ext cx="2769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>
                  <a:solidFill>
                    <a:schemeClr val="bg1"/>
                  </a:solidFill>
                </a:rPr>
                <a:t>1</a:t>
              </a:r>
              <a:endParaRPr lang="ko-KR" altLang="en-US" sz="8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31" name="그룹 330">
            <a:extLst>
              <a:ext uri="{FF2B5EF4-FFF2-40B4-BE49-F238E27FC236}">
                <a16:creationId xmlns:a16="http://schemas.microsoft.com/office/drawing/2014/main" id="{01F89D7E-C427-48AA-8322-877ECFA98F1C}"/>
              </a:ext>
            </a:extLst>
          </p:cNvPr>
          <p:cNvGrpSpPr/>
          <p:nvPr/>
        </p:nvGrpSpPr>
        <p:grpSpPr>
          <a:xfrm>
            <a:off x="3434440" y="6428636"/>
            <a:ext cx="276910" cy="215444"/>
            <a:chOff x="4507293" y="1910946"/>
            <a:chExt cx="276910" cy="215444"/>
          </a:xfrm>
        </p:grpSpPr>
        <p:sp>
          <p:nvSpPr>
            <p:cNvPr id="332" name="타원 331">
              <a:extLst>
                <a:ext uri="{FF2B5EF4-FFF2-40B4-BE49-F238E27FC236}">
                  <a16:creationId xmlns:a16="http://schemas.microsoft.com/office/drawing/2014/main" id="{9C092A4C-4034-4B8A-8368-906DECBFE09F}"/>
                </a:ext>
              </a:extLst>
            </p:cNvPr>
            <p:cNvSpPr/>
            <p:nvPr/>
          </p:nvSpPr>
          <p:spPr>
            <a:xfrm>
              <a:off x="4536630" y="1922684"/>
              <a:ext cx="171278" cy="18690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3" name="TextBox 332">
              <a:extLst>
                <a:ext uri="{FF2B5EF4-FFF2-40B4-BE49-F238E27FC236}">
                  <a16:creationId xmlns:a16="http://schemas.microsoft.com/office/drawing/2014/main" id="{03569EDD-6557-43E4-A862-931392DD5B31}"/>
                </a:ext>
              </a:extLst>
            </p:cNvPr>
            <p:cNvSpPr txBox="1"/>
            <p:nvPr/>
          </p:nvSpPr>
          <p:spPr>
            <a:xfrm>
              <a:off x="4507293" y="1910946"/>
              <a:ext cx="2769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>
                  <a:solidFill>
                    <a:schemeClr val="bg1"/>
                  </a:solidFill>
                </a:rPr>
                <a:t>2</a:t>
              </a:r>
              <a:endParaRPr lang="ko-KR" altLang="en-US" sz="8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34" name="그룹 333">
            <a:extLst>
              <a:ext uri="{FF2B5EF4-FFF2-40B4-BE49-F238E27FC236}">
                <a16:creationId xmlns:a16="http://schemas.microsoft.com/office/drawing/2014/main" id="{0B07D7B7-0432-4E6B-8A30-3A15E7AF0633}"/>
              </a:ext>
            </a:extLst>
          </p:cNvPr>
          <p:cNvGrpSpPr/>
          <p:nvPr/>
        </p:nvGrpSpPr>
        <p:grpSpPr>
          <a:xfrm>
            <a:off x="6466821" y="1194159"/>
            <a:ext cx="276910" cy="215444"/>
            <a:chOff x="4507293" y="1910946"/>
            <a:chExt cx="276910" cy="215444"/>
          </a:xfrm>
        </p:grpSpPr>
        <p:sp>
          <p:nvSpPr>
            <p:cNvPr id="335" name="타원 334">
              <a:extLst>
                <a:ext uri="{FF2B5EF4-FFF2-40B4-BE49-F238E27FC236}">
                  <a16:creationId xmlns:a16="http://schemas.microsoft.com/office/drawing/2014/main" id="{09B17273-B42A-4E8A-AA68-703421A1ECC4}"/>
                </a:ext>
              </a:extLst>
            </p:cNvPr>
            <p:cNvSpPr/>
            <p:nvPr/>
          </p:nvSpPr>
          <p:spPr>
            <a:xfrm>
              <a:off x="4536630" y="1922684"/>
              <a:ext cx="171278" cy="18690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6" name="TextBox 335">
              <a:extLst>
                <a:ext uri="{FF2B5EF4-FFF2-40B4-BE49-F238E27FC236}">
                  <a16:creationId xmlns:a16="http://schemas.microsoft.com/office/drawing/2014/main" id="{F931E07D-B11E-4240-ADB6-88244C21FA85}"/>
                </a:ext>
              </a:extLst>
            </p:cNvPr>
            <p:cNvSpPr txBox="1"/>
            <p:nvPr/>
          </p:nvSpPr>
          <p:spPr>
            <a:xfrm>
              <a:off x="4507293" y="1910946"/>
              <a:ext cx="2769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>
                  <a:solidFill>
                    <a:schemeClr val="bg1"/>
                  </a:solidFill>
                </a:rPr>
                <a:t>3</a:t>
              </a:r>
              <a:endParaRPr lang="ko-KR" altLang="en-US" sz="800" b="1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871A4825-443C-42B2-A0E0-7D30B706BA23}"/>
              </a:ext>
            </a:extLst>
          </p:cNvPr>
          <p:cNvCxnSpPr>
            <a:cxnSpLocks/>
          </p:cNvCxnSpPr>
          <p:nvPr/>
        </p:nvCxnSpPr>
        <p:spPr>
          <a:xfrm flipH="1">
            <a:off x="6882766" y="2743625"/>
            <a:ext cx="879984" cy="39520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44" name="그룹 343">
            <a:extLst>
              <a:ext uri="{FF2B5EF4-FFF2-40B4-BE49-F238E27FC236}">
                <a16:creationId xmlns:a16="http://schemas.microsoft.com/office/drawing/2014/main" id="{E0385381-F3C0-4D96-BB3A-C731FE999852}"/>
              </a:ext>
            </a:extLst>
          </p:cNvPr>
          <p:cNvGrpSpPr/>
          <p:nvPr/>
        </p:nvGrpSpPr>
        <p:grpSpPr>
          <a:xfrm>
            <a:off x="5778380" y="2764560"/>
            <a:ext cx="276910" cy="215444"/>
            <a:chOff x="4507293" y="1910946"/>
            <a:chExt cx="276910" cy="215444"/>
          </a:xfrm>
        </p:grpSpPr>
        <p:sp>
          <p:nvSpPr>
            <p:cNvPr id="345" name="타원 344">
              <a:extLst>
                <a:ext uri="{FF2B5EF4-FFF2-40B4-BE49-F238E27FC236}">
                  <a16:creationId xmlns:a16="http://schemas.microsoft.com/office/drawing/2014/main" id="{367FE40D-0355-483F-8460-8267676207A2}"/>
                </a:ext>
              </a:extLst>
            </p:cNvPr>
            <p:cNvSpPr/>
            <p:nvPr/>
          </p:nvSpPr>
          <p:spPr>
            <a:xfrm>
              <a:off x="4536630" y="1922684"/>
              <a:ext cx="171278" cy="18690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6" name="TextBox 345">
              <a:extLst>
                <a:ext uri="{FF2B5EF4-FFF2-40B4-BE49-F238E27FC236}">
                  <a16:creationId xmlns:a16="http://schemas.microsoft.com/office/drawing/2014/main" id="{D064DB1F-7166-4204-B1EE-47621C248538}"/>
                </a:ext>
              </a:extLst>
            </p:cNvPr>
            <p:cNvSpPr txBox="1"/>
            <p:nvPr/>
          </p:nvSpPr>
          <p:spPr>
            <a:xfrm>
              <a:off x="4507293" y="1910946"/>
              <a:ext cx="2769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>
                  <a:solidFill>
                    <a:schemeClr val="bg1"/>
                  </a:solidFill>
                </a:rPr>
                <a:t>5</a:t>
              </a:r>
              <a:endParaRPr lang="ko-KR" altLang="en-US" sz="8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19" name="그룹 218">
            <a:extLst>
              <a:ext uri="{FF2B5EF4-FFF2-40B4-BE49-F238E27FC236}">
                <a16:creationId xmlns:a16="http://schemas.microsoft.com/office/drawing/2014/main" id="{D29B4271-B89F-4FC2-B2FD-5AC8D3E22ABA}"/>
              </a:ext>
            </a:extLst>
          </p:cNvPr>
          <p:cNvGrpSpPr/>
          <p:nvPr/>
        </p:nvGrpSpPr>
        <p:grpSpPr>
          <a:xfrm>
            <a:off x="4207136" y="2338505"/>
            <a:ext cx="276910" cy="215444"/>
            <a:chOff x="4507293" y="1910946"/>
            <a:chExt cx="276910" cy="215444"/>
          </a:xfrm>
        </p:grpSpPr>
        <p:sp>
          <p:nvSpPr>
            <p:cNvPr id="220" name="타원 219">
              <a:extLst>
                <a:ext uri="{FF2B5EF4-FFF2-40B4-BE49-F238E27FC236}">
                  <a16:creationId xmlns:a16="http://schemas.microsoft.com/office/drawing/2014/main" id="{D385FC3C-CC7C-4CD0-9E4D-1AA75B92FDE2}"/>
                </a:ext>
              </a:extLst>
            </p:cNvPr>
            <p:cNvSpPr/>
            <p:nvPr/>
          </p:nvSpPr>
          <p:spPr>
            <a:xfrm>
              <a:off x="4536630" y="1922684"/>
              <a:ext cx="171278" cy="18690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1" name="TextBox 220">
              <a:extLst>
                <a:ext uri="{FF2B5EF4-FFF2-40B4-BE49-F238E27FC236}">
                  <a16:creationId xmlns:a16="http://schemas.microsoft.com/office/drawing/2014/main" id="{560D8D91-00C9-4D14-904D-42E15D132BFD}"/>
                </a:ext>
              </a:extLst>
            </p:cNvPr>
            <p:cNvSpPr txBox="1"/>
            <p:nvPr/>
          </p:nvSpPr>
          <p:spPr>
            <a:xfrm>
              <a:off x="4507293" y="1910946"/>
              <a:ext cx="2769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>
                  <a:solidFill>
                    <a:schemeClr val="bg1"/>
                  </a:solidFill>
                </a:rPr>
                <a:t>4</a:t>
              </a:r>
              <a:endParaRPr lang="ko-KR" altLang="en-US" sz="800" b="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331483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5EF60A3-2310-4153-9E83-F12BDCE7A965}"/>
              </a:ext>
            </a:extLst>
          </p:cNvPr>
          <p:cNvSpPr txBox="1"/>
          <p:nvPr/>
        </p:nvSpPr>
        <p:spPr>
          <a:xfrm>
            <a:off x="1372380" y="2367353"/>
            <a:ext cx="84680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3200" b="1" dirty="0">
                <a:solidFill>
                  <a:prstClr val="black">
                    <a:lumMod val="65000"/>
                    <a:lumOff val="3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BTMS </a:t>
            </a:r>
            <a:r>
              <a:rPr kumimoji="1" lang="ko-KR" altLang="en-US" sz="3200" b="1" dirty="0">
                <a:solidFill>
                  <a:prstClr val="black">
                    <a:lumMod val="65000"/>
                    <a:lumOff val="3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항공 국내선 조회</a:t>
            </a:r>
            <a:endParaRPr kumimoji="1" lang="ko-KR" altLang="en-US" sz="1200" b="1" dirty="0">
              <a:solidFill>
                <a:prstClr val="black">
                  <a:lumMod val="65000"/>
                  <a:lumOff val="3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5" name="직선 연결선[R] 7">
            <a:extLst>
              <a:ext uri="{FF2B5EF4-FFF2-40B4-BE49-F238E27FC236}">
                <a16:creationId xmlns:a16="http://schemas.microsoft.com/office/drawing/2014/main" id="{921E3EA9-5200-4ADD-883A-3CED9D4728D1}"/>
              </a:ext>
            </a:extLst>
          </p:cNvPr>
          <p:cNvCxnSpPr>
            <a:cxnSpLocks/>
          </p:cNvCxnSpPr>
          <p:nvPr/>
        </p:nvCxnSpPr>
        <p:spPr>
          <a:xfrm>
            <a:off x="1415480" y="3068960"/>
            <a:ext cx="890830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95051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AFDC4F-A30C-2AAD-C6CF-FFCB057DA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9FE884C3-8E52-D334-75E5-041D4024F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23</a:t>
            </a:fld>
            <a:endParaRPr lang="ko-KR" altLang="en-US" dirty="0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5A53415-4325-D7C4-9342-BB887086F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A6618-D80D-4B7E-A45B-A31FDCA0FB45}" type="datetime1">
              <a:rPr lang="ko-KR" altLang="en-US" smtClean="0"/>
              <a:t>2026-01-15</a:t>
            </a:fld>
            <a:endParaRPr lang="ko-KR" altLang="en-US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89EDB76-7098-4464-556F-426F1F0B0632}"/>
              </a:ext>
            </a:extLst>
          </p:cNvPr>
          <p:cNvSpPr txBox="1"/>
          <p:nvPr/>
        </p:nvSpPr>
        <p:spPr>
          <a:xfrm>
            <a:off x="992038" y="221039"/>
            <a:ext cx="13433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>
                <a:solidFill>
                  <a:schemeClr val="tx1"/>
                </a:solidFill>
              </a:rPr>
              <a:t>주요 </a:t>
            </a:r>
            <a:r>
              <a:rPr lang="ko-KR" altLang="en-US" sz="1000" b="1" dirty="0"/>
              <a:t>도시 </a:t>
            </a:r>
            <a:r>
              <a:rPr lang="ko-KR" altLang="en-US" sz="1000" b="1" dirty="0">
                <a:solidFill>
                  <a:schemeClr val="tx1"/>
                </a:solidFill>
              </a:rPr>
              <a:t>리스트</a:t>
            </a:r>
            <a:endParaRPr lang="ko-KR" altLang="en-US" sz="1000" b="1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CFEF56B-8BFB-DFE1-F9B5-2CD7DE7F6A60}"/>
              </a:ext>
            </a:extLst>
          </p:cNvPr>
          <p:cNvSpPr txBox="1"/>
          <p:nvPr/>
        </p:nvSpPr>
        <p:spPr>
          <a:xfrm>
            <a:off x="3355675" y="213760"/>
            <a:ext cx="258014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1000" b="1" dirty="0">
                <a:solidFill>
                  <a:schemeClr val="tx1"/>
                </a:solidFill>
              </a:rPr>
              <a:t>항공 </a:t>
            </a:r>
            <a:r>
              <a:rPr lang="en-US" altLang="ko-KR" sz="1000" b="1" dirty="0">
                <a:solidFill>
                  <a:schemeClr val="tx1"/>
                </a:solidFill>
              </a:rPr>
              <a:t>&gt; </a:t>
            </a:r>
            <a:r>
              <a:rPr lang="ko-KR" altLang="en-US" sz="1000" b="1" dirty="0">
                <a:solidFill>
                  <a:schemeClr val="tx1"/>
                </a:solidFill>
              </a:rPr>
              <a:t>국내선 조회 </a:t>
            </a:r>
            <a:r>
              <a:rPr lang="en-US" altLang="ko-KR" sz="1000" b="1" dirty="0">
                <a:solidFill>
                  <a:schemeClr val="tx1"/>
                </a:solidFill>
              </a:rPr>
              <a:t>&gt; </a:t>
            </a:r>
            <a:r>
              <a:rPr lang="ko-KR" altLang="en-US" sz="1000" b="1" dirty="0">
                <a:solidFill>
                  <a:schemeClr val="tx1"/>
                </a:solidFill>
              </a:rPr>
              <a:t>주요 도시 리스트</a:t>
            </a:r>
          </a:p>
        </p:txBody>
      </p:sp>
      <p:graphicFrame>
        <p:nvGraphicFramePr>
          <p:cNvPr id="232" name="표 231">
            <a:extLst>
              <a:ext uri="{FF2B5EF4-FFF2-40B4-BE49-F238E27FC236}">
                <a16:creationId xmlns:a16="http://schemas.microsoft.com/office/drawing/2014/main" id="{338BA396-2E75-7EFC-1532-846F7695B3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6740669"/>
              </p:ext>
            </p:extLst>
          </p:nvPr>
        </p:nvGraphicFramePr>
        <p:xfrm>
          <a:off x="8895426" y="89350"/>
          <a:ext cx="3208784" cy="43998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020">
                  <a:extLst>
                    <a:ext uri="{9D8B030D-6E8A-4147-A177-3AD203B41FA5}">
                      <a16:colId xmlns:a16="http://schemas.microsoft.com/office/drawing/2014/main" val="2331582862"/>
                    </a:ext>
                  </a:extLst>
                </a:gridCol>
                <a:gridCol w="2842764">
                  <a:extLst>
                    <a:ext uri="{9D8B030D-6E8A-4147-A177-3AD203B41FA5}">
                      <a16:colId xmlns:a16="http://schemas.microsoft.com/office/drawing/2014/main" val="2209047372"/>
                    </a:ext>
                  </a:extLst>
                </a:gridCol>
              </a:tblGrid>
              <a:tr h="323687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1541402"/>
                  </a:ext>
                </a:extLst>
              </a:tr>
              <a:tr h="272123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ko-KR" altLang="en-US" sz="900" b="1" dirty="0"/>
                        <a:t>출</a:t>
                      </a:r>
                      <a:r>
                        <a:rPr lang="en-US" altLang="ko-KR" sz="900" b="1" dirty="0"/>
                        <a:t>/</a:t>
                      </a:r>
                      <a:r>
                        <a:rPr lang="ko-KR" altLang="en-US" sz="900" b="1" dirty="0"/>
                        <a:t>도착지 클릭 시</a:t>
                      </a:r>
                      <a:r>
                        <a:rPr lang="en-US" altLang="ko-KR" sz="900" b="1" dirty="0"/>
                        <a:t>, </a:t>
                      </a:r>
                      <a:r>
                        <a:rPr lang="ko-KR" altLang="en-US" sz="900" b="1" dirty="0"/>
                        <a:t>국내 도시  리스트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289071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/>
                        <a:t>1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/>
                        <a:t>국내선 지역선택 팝업 </a:t>
                      </a:r>
                      <a:r>
                        <a:rPr lang="en-US" altLang="ko-KR" sz="900" b="1" dirty="0"/>
                        <a:t>- </a:t>
                      </a:r>
                      <a:r>
                        <a:rPr lang="en-US" altLang="ko-KR" sz="900" b="1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900" b="1" dirty="0">
                          <a:solidFill>
                            <a:srgbClr val="FF0000"/>
                          </a:solidFill>
                        </a:rPr>
                        <a:t>추가 </a:t>
                      </a:r>
                      <a:r>
                        <a:rPr lang="ko-KR" altLang="en-US" sz="900" b="1" dirty="0" err="1">
                          <a:solidFill>
                            <a:srgbClr val="FF0000"/>
                          </a:solidFill>
                        </a:rPr>
                        <a:t>요청건</a:t>
                      </a:r>
                      <a:r>
                        <a:rPr lang="en-US" altLang="ko-KR" sz="900" b="1" dirty="0">
                          <a:solidFill>
                            <a:srgbClr val="FF0000"/>
                          </a:solidFill>
                        </a:rPr>
                        <a:t>)</a:t>
                      </a:r>
                      <a:endParaRPr lang="en-US" altLang="ko-KR" sz="900" b="1" dirty="0"/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dirty="0"/>
                        <a:t>출발지</a:t>
                      </a:r>
                      <a:r>
                        <a:rPr lang="en-US" altLang="ko-KR" sz="900" b="0" dirty="0"/>
                        <a:t>, </a:t>
                      </a:r>
                      <a:r>
                        <a:rPr lang="ko-KR" altLang="en-US" sz="900" b="0" dirty="0"/>
                        <a:t>도착지 모두 </a:t>
                      </a:r>
                      <a:r>
                        <a:rPr lang="ko-KR" altLang="en-US" sz="900" b="1" u="sng" dirty="0"/>
                        <a:t>대한민국 </a:t>
                      </a:r>
                      <a:r>
                        <a:rPr lang="en-US" altLang="ko-KR" sz="900" b="1" u="sng" dirty="0"/>
                        <a:t>TAB</a:t>
                      </a:r>
                      <a:r>
                        <a:rPr lang="ko-KR" altLang="en-US" sz="900" b="1" u="sng" dirty="0"/>
                        <a:t>만 </a:t>
                      </a:r>
                      <a:r>
                        <a:rPr lang="ko-KR" altLang="en-US" sz="900" b="0" dirty="0"/>
                        <a:t>노출</a:t>
                      </a:r>
                      <a:endParaRPr lang="en-US" altLang="ko-KR" sz="900" b="0" dirty="0"/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dirty="0"/>
                        <a:t>국내선 취항하는 노선만 </a:t>
                      </a:r>
                      <a:r>
                        <a:rPr lang="en-US" altLang="ko-KR" sz="900" b="0" dirty="0"/>
                        <a:t>2</a:t>
                      </a:r>
                      <a:r>
                        <a:rPr lang="ko-KR" altLang="en-US" sz="900" b="0" dirty="0"/>
                        <a:t>번에 노출</a:t>
                      </a:r>
                      <a:endParaRPr lang="en-US" altLang="ko-KR" sz="900" b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/>
                        <a:t>*</a:t>
                      </a:r>
                      <a:r>
                        <a:rPr lang="ko-KR" altLang="en-US" sz="900" b="0" dirty="0"/>
                        <a:t> 해당 리스트는 현업에서 제공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1462875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/>
                        <a:t>2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원하는 나라 선택 시 입력 란에 노출 되며</a:t>
                      </a:r>
                      <a:r>
                        <a:rPr lang="en-US" altLang="ko-KR" sz="900" b="0" dirty="0"/>
                        <a:t>, </a:t>
                      </a:r>
                      <a:r>
                        <a:rPr lang="ko-KR" altLang="en-US" sz="900" b="0" dirty="0"/>
                        <a:t>주요목적지 슬라이드 닫힘</a:t>
                      </a:r>
                      <a:endParaRPr lang="en-US" altLang="ko-KR" sz="900" b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이때</a:t>
                      </a:r>
                      <a:r>
                        <a:rPr lang="en-US" altLang="ko-KR" sz="900" b="0" dirty="0"/>
                        <a:t>, 4</a:t>
                      </a:r>
                      <a:r>
                        <a:rPr lang="ko-KR" altLang="en-US" sz="900" b="0" dirty="0"/>
                        <a:t>번 도착지 </a:t>
                      </a:r>
                      <a:r>
                        <a:rPr lang="en-US" altLang="ko-KR" sz="900" b="0" dirty="0"/>
                        <a:t>input</a:t>
                      </a:r>
                      <a:r>
                        <a:rPr lang="ko-KR" altLang="en-US" sz="900" b="0" dirty="0"/>
                        <a:t>에는 </a:t>
                      </a:r>
                      <a:r>
                        <a:rPr lang="ko-KR" altLang="en-US" sz="900" b="1" dirty="0"/>
                        <a:t>도시 </a:t>
                      </a:r>
                      <a:r>
                        <a:rPr lang="en-US" altLang="ko-KR" sz="900" b="1" dirty="0"/>
                        <a:t>(</a:t>
                      </a:r>
                      <a:r>
                        <a:rPr lang="ko-KR" altLang="en-US" sz="900" b="1" dirty="0"/>
                        <a:t>도시코드</a:t>
                      </a:r>
                      <a:r>
                        <a:rPr lang="en-US" altLang="ko-KR" sz="900" b="1" dirty="0"/>
                        <a:t>)</a:t>
                      </a:r>
                      <a:r>
                        <a:rPr lang="ko-KR" altLang="en-US" sz="900" b="0" dirty="0"/>
                        <a:t>로 노출 되도록 함</a:t>
                      </a:r>
                      <a:endParaRPr lang="en-US" altLang="ko-KR" sz="900" b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/>
                        <a:t> </a:t>
                      </a:r>
                      <a:r>
                        <a:rPr lang="ko-KR" altLang="en-US" sz="900" b="0" dirty="0"/>
                        <a:t>ㄴ</a:t>
                      </a:r>
                      <a:r>
                        <a:rPr lang="en-US" altLang="ko-KR" sz="900" b="0" dirty="0"/>
                        <a:t>EX) </a:t>
                      </a:r>
                      <a:r>
                        <a:rPr lang="ko-KR" altLang="en-US" sz="900" b="0" dirty="0"/>
                        <a:t>제주 </a:t>
                      </a:r>
                      <a:r>
                        <a:rPr lang="en-US" altLang="ko-KR" sz="900" b="0" dirty="0"/>
                        <a:t>(CJU)</a:t>
                      </a:r>
                      <a:endParaRPr lang="ko-KR" altLang="en-US" sz="900" b="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1372609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/>
                        <a:t>3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 err="1"/>
                        <a:t>다구간</a:t>
                      </a:r>
                      <a:r>
                        <a:rPr lang="en-US" altLang="ko-KR" sz="900" b="1" dirty="0"/>
                        <a:t>,</a:t>
                      </a:r>
                      <a:r>
                        <a:rPr lang="ko-KR" altLang="en-US" sz="900" b="1" dirty="0"/>
                        <a:t> 직항 검색 </a:t>
                      </a:r>
                      <a:endParaRPr lang="en-US" altLang="ko-KR" sz="900" b="1" dirty="0"/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dirty="0"/>
                        <a:t>국내선 검색 페이지에서는 불필요로 </a:t>
                      </a:r>
                      <a:r>
                        <a:rPr lang="ko-KR" altLang="en-US" sz="900" b="0" dirty="0" err="1"/>
                        <a:t>미노출</a:t>
                      </a:r>
                      <a:endParaRPr lang="en-US" altLang="ko-KR" sz="900" b="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69084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/>
                        <a:t>4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/>
                        <a:t>출발지 및 도착지 입력</a:t>
                      </a:r>
                      <a:endParaRPr lang="en-US" altLang="ko-KR" sz="900" b="1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/>
                        <a:t>Input </a:t>
                      </a:r>
                      <a:r>
                        <a:rPr lang="ko-KR" altLang="en-US" sz="900" dirty="0"/>
                        <a:t>클릭 시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주요도시 슬라이드 노출 되며</a:t>
                      </a:r>
                      <a:r>
                        <a:rPr lang="en-US" altLang="ko-KR" sz="900" dirty="0"/>
                        <a:t>,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/>
                        <a:t>텍스트 입력 시에는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도시가 자동 완성 되도록 함</a:t>
                      </a:r>
                      <a:endParaRPr lang="en-US" altLang="ko-KR" sz="90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/>
                        <a:t>텍스트 입력은 도시명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공항 코드 모두 입력 가능</a:t>
                      </a:r>
                      <a:endParaRPr lang="en-US" altLang="ko-KR" sz="9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8648885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dirty="0"/>
                        <a:t>5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kern="1200" baseline="0" dirty="0">
                          <a:solidFill>
                            <a:schemeClr val="tx1"/>
                          </a:solidFill>
                          <a:latin typeface="+mj-lt"/>
                          <a:ea typeface="나눔고딕" panose="020D0604000000000000" pitchFamily="50" charset="-127"/>
                          <a:cs typeface="+mn-cs"/>
                        </a:rPr>
                        <a:t>스위칭 처리 </a:t>
                      </a:r>
                      <a:r>
                        <a:rPr lang="en-US" altLang="ko-KR" sz="900" b="1" kern="1200" baseline="0" dirty="0">
                          <a:solidFill>
                            <a:schemeClr val="tx1"/>
                          </a:solidFill>
                          <a:latin typeface="+mj-lt"/>
                          <a:ea typeface="나눔고딕" panose="020D0604000000000000" pitchFamily="50" charset="-127"/>
                          <a:cs typeface="+mn-cs"/>
                        </a:rPr>
                        <a:t>(</a:t>
                      </a:r>
                      <a:r>
                        <a:rPr lang="ko-KR" altLang="en-US" sz="900" b="1" kern="1200" baseline="0" dirty="0">
                          <a:solidFill>
                            <a:schemeClr val="tx1"/>
                          </a:solidFill>
                          <a:latin typeface="+mj-lt"/>
                          <a:ea typeface="나눔고딕" panose="020D0604000000000000" pitchFamily="50" charset="-127"/>
                          <a:cs typeface="+mn-cs"/>
                        </a:rPr>
                        <a:t>출발지</a:t>
                      </a:r>
                      <a:r>
                        <a:rPr lang="en-US" altLang="ko-KR" sz="900" b="1" kern="1200" baseline="0" dirty="0">
                          <a:solidFill>
                            <a:schemeClr val="tx1"/>
                          </a:solidFill>
                          <a:latin typeface="+mj-lt"/>
                          <a:ea typeface="나눔고딕" panose="020D0604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900" b="1" kern="1200" baseline="0" dirty="0">
                          <a:solidFill>
                            <a:schemeClr val="tx1"/>
                          </a:solidFill>
                          <a:latin typeface="+mj-lt"/>
                          <a:ea typeface="나눔고딕" panose="020D0604000000000000" pitchFamily="50" charset="-127"/>
                          <a:cs typeface="+mn-cs"/>
                        </a:rPr>
                        <a:t>도착지</a:t>
                      </a:r>
                      <a:r>
                        <a:rPr lang="en-US" altLang="ko-KR" sz="900" b="1" kern="1200" baseline="0" dirty="0">
                          <a:solidFill>
                            <a:schemeClr val="tx1"/>
                          </a:solidFill>
                          <a:latin typeface="+mj-lt"/>
                          <a:ea typeface="나눔고딕" panose="020D0604000000000000" pitchFamily="50" charset="-127"/>
                          <a:cs typeface="+mn-cs"/>
                        </a:rPr>
                        <a:t>)</a:t>
                      </a: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도착지가 없을 경우에도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스위칭 액션 있음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.</a:t>
                      </a:r>
                    </a:p>
                    <a:p>
                      <a:pPr marL="171450" marR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왕복</a:t>
                      </a: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800" b="0" kern="1200" baseline="0" dirty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+mn-cs"/>
                        </a:rPr>
                        <a:t>편도 모두 적용</a:t>
                      </a: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826787"/>
                  </a:ext>
                </a:extLst>
              </a:tr>
              <a:tr h="27253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Check point</a:t>
                      </a:r>
                      <a:endParaRPr lang="ko-KR" altLang="en-US" sz="10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460177"/>
                  </a:ext>
                </a:extLst>
              </a:tr>
              <a:tr h="635909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br>
                        <a:rPr lang="en-US" altLang="ko-KR" sz="900" b="0" dirty="0"/>
                      </a:br>
                      <a:r>
                        <a:rPr lang="ko-KR" altLang="en-US" sz="900" b="1" dirty="0" err="1"/>
                        <a:t>출도착일</a:t>
                      </a:r>
                      <a:r>
                        <a:rPr lang="ko-KR" altLang="en-US" sz="900" b="1" dirty="0"/>
                        <a:t> 및 인원 선택 등 국제선과 동일</a:t>
                      </a:r>
                      <a:endParaRPr lang="en-US" altLang="ko-KR" sz="900" b="1" u="none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7885996"/>
                  </a:ext>
                </a:extLst>
              </a:tr>
            </a:tbl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8A91F145-79D8-C44A-2215-CEE971C6785F}"/>
              </a:ext>
            </a:extLst>
          </p:cNvPr>
          <p:cNvSpPr/>
          <p:nvPr/>
        </p:nvSpPr>
        <p:spPr>
          <a:xfrm>
            <a:off x="281482" y="658704"/>
            <a:ext cx="896814" cy="46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SM C&amp;C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08CA875-1D66-1500-D06D-89D0CF7503A1}"/>
              </a:ext>
            </a:extLst>
          </p:cNvPr>
          <p:cNvSpPr/>
          <p:nvPr/>
        </p:nvSpPr>
        <p:spPr>
          <a:xfrm>
            <a:off x="1354203" y="658704"/>
            <a:ext cx="5705004" cy="46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ln w="0"/>
                <a:solidFill>
                  <a:schemeClr val="tx1"/>
                </a:solidFill>
              </a:rPr>
              <a:t>항공</a:t>
            </a:r>
            <a:r>
              <a:rPr lang="en-US" altLang="ko-KR" sz="1200" dirty="0">
                <a:ln w="0"/>
                <a:solidFill>
                  <a:schemeClr val="tx1"/>
                </a:solidFill>
              </a:rPr>
              <a:t>	</a:t>
            </a:r>
            <a:r>
              <a:rPr lang="ko-KR" altLang="en-US" sz="1200" dirty="0">
                <a:ln w="0"/>
                <a:solidFill>
                  <a:schemeClr val="tx1"/>
                </a:solidFill>
              </a:rPr>
              <a:t>호텔</a:t>
            </a:r>
            <a:r>
              <a:rPr lang="en-US" altLang="ko-KR" sz="1200" dirty="0">
                <a:ln w="0"/>
                <a:solidFill>
                  <a:schemeClr val="tx1"/>
                </a:solidFill>
              </a:rPr>
              <a:t>	</a:t>
            </a:r>
            <a:r>
              <a:rPr lang="ko-KR" altLang="en-US" sz="1200" dirty="0">
                <a:ln w="0"/>
                <a:solidFill>
                  <a:schemeClr val="tx1"/>
                </a:solidFill>
              </a:rPr>
              <a:t>요청</a:t>
            </a:r>
            <a:endParaRPr lang="ko-KR" altLang="en-US" sz="1200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66DAEDC-01D9-FECA-7FE1-427648094B52}"/>
              </a:ext>
            </a:extLst>
          </p:cNvPr>
          <p:cNvSpPr/>
          <p:nvPr/>
        </p:nvSpPr>
        <p:spPr>
          <a:xfrm>
            <a:off x="7235113" y="658704"/>
            <a:ext cx="1449811" cy="46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n w="0"/>
                <a:solidFill>
                  <a:schemeClr val="tx1"/>
                </a:solidFill>
              </a:rPr>
              <a:t>마이페이지</a:t>
            </a:r>
            <a:r>
              <a:rPr lang="en-US" altLang="ko-KR" sz="1000" dirty="0">
                <a:ln w="0"/>
                <a:solidFill>
                  <a:schemeClr val="tx1"/>
                </a:solidFill>
              </a:rPr>
              <a:t> </a:t>
            </a:r>
            <a:r>
              <a:rPr lang="ko-KR" altLang="en-US" sz="1000" dirty="0">
                <a:ln w="0"/>
                <a:solidFill>
                  <a:schemeClr val="tx1"/>
                </a:solidFill>
              </a:rPr>
              <a:t>로그아웃</a:t>
            </a:r>
            <a:endParaRPr lang="ko-KR" altLang="en-US" sz="1000" dirty="0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6DAE81E-023C-E47A-1DD4-7358425DBF3A}"/>
              </a:ext>
            </a:extLst>
          </p:cNvPr>
          <p:cNvGrpSpPr/>
          <p:nvPr/>
        </p:nvGrpSpPr>
        <p:grpSpPr>
          <a:xfrm>
            <a:off x="281482" y="1344395"/>
            <a:ext cx="8253677" cy="4737867"/>
            <a:chOff x="297200" y="1502938"/>
            <a:chExt cx="8253677" cy="4737867"/>
          </a:xfrm>
        </p:grpSpPr>
        <p:grpSp>
          <p:nvGrpSpPr>
            <p:cNvPr id="338" name="그룹 337">
              <a:extLst>
                <a:ext uri="{FF2B5EF4-FFF2-40B4-BE49-F238E27FC236}">
                  <a16:creationId xmlns:a16="http://schemas.microsoft.com/office/drawing/2014/main" id="{1E5A141F-9B70-4912-D959-681F08F4F69C}"/>
                </a:ext>
              </a:extLst>
            </p:cNvPr>
            <p:cNvGrpSpPr/>
            <p:nvPr/>
          </p:nvGrpSpPr>
          <p:grpSpPr>
            <a:xfrm>
              <a:off x="395415" y="1502938"/>
              <a:ext cx="8155462" cy="1849862"/>
              <a:chOff x="395415" y="1502938"/>
              <a:chExt cx="8155462" cy="1849862"/>
            </a:xfrm>
          </p:grpSpPr>
          <p:cxnSp>
            <p:nvCxnSpPr>
              <p:cNvPr id="339" name="직선 연결선 338">
                <a:extLst>
                  <a:ext uri="{FF2B5EF4-FFF2-40B4-BE49-F238E27FC236}">
                    <a16:creationId xmlns:a16="http://schemas.microsoft.com/office/drawing/2014/main" id="{70941CE6-D39E-3DFB-DEDE-5A26C8542AB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41362" y="2479912"/>
                <a:ext cx="0" cy="263205"/>
              </a:xfrm>
              <a:prstGeom prst="line">
                <a:avLst/>
              </a:prstGeom>
              <a:ln w="9525"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40" name="직사각형 339">
                <a:extLst>
                  <a:ext uri="{FF2B5EF4-FFF2-40B4-BE49-F238E27FC236}">
                    <a16:creationId xmlns:a16="http://schemas.microsoft.com/office/drawing/2014/main" id="{F4C77F58-7312-17EE-8314-E706D931EF21}"/>
                  </a:ext>
                </a:extLst>
              </p:cNvPr>
              <p:cNvSpPr/>
              <p:nvPr/>
            </p:nvSpPr>
            <p:spPr>
              <a:xfrm>
                <a:off x="395417" y="1787611"/>
                <a:ext cx="8155460" cy="1565189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41" name="직사각형 340">
                <a:extLst>
                  <a:ext uri="{FF2B5EF4-FFF2-40B4-BE49-F238E27FC236}">
                    <a16:creationId xmlns:a16="http://schemas.microsoft.com/office/drawing/2014/main" id="{A1A7F8F9-0A20-3037-2253-6C6E613B67B1}"/>
                  </a:ext>
                </a:extLst>
              </p:cNvPr>
              <p:cNvSpPr/>
              <p:nvPr/>
            </p:nvSpPr>
            <p:spPr>
              <a:xfrm>
                <a:off x="526700" y="3006842"/>
                <a:ext cx="540000" cy="18000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dirty="0">
                    <a:solidFill>
                      <a:schemeClr val="tx1"/>
                    </a:solidFill>
                  </a:rPr>
                  <a:t>출장자</a:t>
                </a:r>
              </a:p>
            </p:txBody>
          </p:sp>
          <p:sp>
            <p:nvSpPr>
              <p:cNvPr id="342" name="직사각형 341">
                <a:extLst>
                  <a:ext uri="{FF2B5EF4-FFF2-40B4-BE49-F238E27FC236}">
                    <a16:creationId xmlns:a16="http://schemas.microsoft.com/office/drawing/2014/main" id="{E8945988-D6D2-BE10-17AC-23D8BEA82D58}"/>
                  </a:ext>
                </a:extLst>
              </p:cNvPr>
              <p:cNvSpPr/>
              <p:nvPr/>
            </p:nvSpPr>
            <p:spPr>
              <a:xfrm>
                <a:off x="7248542" y="2362206"/>
                <a:ext cx="1080000" cy="504000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>
                    <a:solidFill>
                      <a:schemeClr val="bg1"/>
                    </a:solidFill>
                  </a:rPr>
                  <a:t>검색</a:t>
                </a:r>
              </a:p>
            </p:txBody>
          </p:sp>
          <p:grpSp>
            <p:nvGrpSpPr>
              <p:cNvPr id="343" name="그룹 342">
                <a:extLst>
                  <a:ext uri="{FF2B5EF4-FFF2-40B4-BE49-F238E27FC236}">
                    <a16:creationId xmlns:a16="http://schemas.microsoft.com/office/drawing/2014/main" id="{D32ED58D-CDB8-DEAD-0AE0-334E79FDED62}"/>
                  </a:ext>
                </a:extLst>
              </p:cNvPr>
              <p:cNvGrpSpPr/>
              <p:nvPr/>
            </p:nvGrpSpPr>
            <p:grpSpPr>
              <a:xfrm>
                <a:off x="527220" y="2034332"/>
                <a:ext cx="1383795" cy="180613"/>
                <a:chOff x="527220" y="2034332"/>
                <a:chExt cx="1383795" cy="180613"/>
              </a:xfrm>
            </p:grpSpPr>
            <p:grpSp>
              <p:nvGrpSpPr>
                <p:cNvPr id="362" name="그룹 361">
                  <a:extLst>
                    <a:ext uri="{FF2B5EF4-FFF2-40B4-BE49-F238E27FC236}">
                      <a16:creationId xmlns:a16="http://schemas.microsoft.com/office/drawing/2014/main" id="{5507BAEB-27C1-D431-7508-927C709B27CC}"/>
                    </a:ext>
                  </a:extLst>
                </p:cNvPr>
                <p:cNvGrpSpPr/>
                <p:nvPr/>
              </p:nvGrpSpPr>
              <p:grpSpPr>
                <a:xfrm>
                  <a:off x="527220" y="2034332"/>
                  <a:ext cx="390676" cy="180613"/>
                  <a:chOff x="601362" y="2034332"/>
                  <a:chExt cx="390676" cy="180613"/>
                </a:xfrm>
              </p:grpSpPr>
              <p:sp>
                <p:nvSpPr>
                  <p:cNvPr id="365" name="직사각형 364">
                    <a:extLst>
                      <a:ext uri="{FF2B5EF4-FFF2-40B4-BE49-F238E27FC236}">
                        <a16:creationId xmlns:a16="http://schemas.microsoft.com/office/drawing/2014/main" id="{241A8C63-E0AC-F776-A194-1A8CD8A555F7}"/>
                      </a:ext>
                    </a:extLst>
                  </p:cNvPr>
                  <p:cNvSpPr/>
                  <p:nvPr/>
                </p:nvSpPr>
                <p:spPr>
                  <a:xfrm>
                    <a:off x="601362" y="2034332"/>
                    <a:ext cx="390676" cy="18000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800" dirty="0">
                        <a:solidFill>
                          <a:schemeClr val="tx1"/>
                        </a:solidFill>
                      </a:rPr>
                      <a:t>왕복</a:t>
                    </a:r>
                  </a:p>
                </p:txBody>
              </p:sp>
              <p:cxnSp>
                <p:nvCxnSpPr>
                  <p:cNvPr id="366" name="직선 연결선 365">
                    <a:extLst>
                      <a:ext uri="{FF2B5EF4-FFF2-40B4-BE49-F238E27FC236}">
                        <a16:creationId xmlns:a16="http://schemas.microsoft.com/office/drawing/2014/main" id="{866D4C0F-1C7A-6E0A-8CB5-6FCFEC8871C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81210" y="2214945"/>
                    <a:ext cx="230981" cy="0"/>
                  </a:xfrm>
                  <a:prstGeom prst="line">
                    <a:avLst/>
                  </a:prstGeom>
                  <a:ln w="9525"/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363" name="직사각형 362">
                  <a:extLst>
                    <a:ext uri="{FF2B5EF4-FFF2-40B4-BE49-F238E27FC236}">
                      <a16:creationId xmlns:a16="http://schemas.microsoft.com/office/drawing/2014/main" id="{CC3247D4-4D7C-DE23-6025-2E7B7A85667F}"/>
                    </a:ext>
                  </a:extLst>
                </p:cNvPr>
                <p:cNvSpPr/>
                <p:nvPr/>
              </p:nvSpPr>
              <p:spPr>
                <a:xfrm>
                  <a:off x="985835" y="2034332"/>
                  <a:ext cx="390676" cy="180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 dirty="0">
                      <a:solidFill>
                        <a:schemeClr val="bg1">
                          <a:lumMod val="50000"/>
                        </a:schemeClr>
                      </a:solidFill>
                    </a:rPr>
                    <a:t>편도</a:t>
                  </a:r>
                </a:p>
              </p:txBody>
            </p:sp>
            <p:sp>
              <p:nvSpPr>
                <p:cNvPr id="364" name="직사각형 363">
                  <a:extLst>
                    <a:ext uri="{FF2B5EF4-FFF2-40B4-BE49-F238E27FC236}">
                      <a16:creationId xmlns:a16="http://schemas.microsoft.com/office/drawing/2014/main" id="{8532F6CE-F975-3703-75C4-055575AD50FB}"/>
                    </a:ext>
                  </a:extLst>
                </p:cNvPr>
                <p:cNvSpPr/>
                <p:nvPr/>
              </p:nvSpPr>
              <p:spPr>
                <a:xfrm>
                  <a:off x="1370307" y="2034332"/>
                  <a:ext cx="540708" cy="180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 dirty="0" err="1">
                      <a:solidFill>
                        <a:schemeClr val="bg1">
                          <a:lumMod val="50000"/>
                        </a:schemeClr>
                      </a:solidFill>
                    </a:rPr>
                    <a:t>다구간</a:t>
                  </a:r>
                  <a:endParaRPr lang="ko-KR" altLang="en-US" sz="800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p:txBody>
            </p:sp>
          </p:grpSp>
          <p:grpSp>
            <p:nvGrpSpPr>
              <p:cNvPr id="344" name="그룹 343">
                <a:extLst>
                  <a:ext uri="{FF2B5EF4-FFF2-40B4-BE49-F238E27FC236}">
                    <a16:creationId xmlns:a16="http://schemas.microsoft.com/office/drawing/2014/main" id="{073C4B74-7EE9-628C-C04C-969B2CA86540}"/>
                  </a:ext>
                </a:extLst>
              </p:cNvPr>
              <p:cNvGrpSpPr/>
              <p:nvPr/>
            </p:nvGrpSpPr>
            <p:grpSpPr>
              <a:xfrm>
                <a:off x="2335411" y="2026507"/>
                <a:ext cx="832987" cy="180000"/>
                <a:chOff x="2335411" y="2026507"/>
                <a:chExt cx="832987" cy="180000"/>
              </a:xfrm>
            </p:grpSpPr>
            <p:sp>
              <p:nvSpPr>
                <p:cNvPr id="360" name="직사각형 359">
                  <a:extLst>
                    <a:ext uri="{FF2B5EF4-FFF2-40B4-BE49-F238E27FC236}">
                      <a16:creationId xmlns:a16="http://schemas.microsoft.com/office/drawing/2014/main" id="{6CEE112C-4F4A-6AC3-BF24-4CCBEFB4FB45}"/>
                    </a:ext>
                  </a:extLst>
                </p:cNvPr>
                <p:cNvSpPr/>
                <p:nvPr/>
              </p:nvSpPr>
              <p:spPr>
                <a:xfrm>
                  <a:off x="2393248" y="2026507"/>
                  <a:ext cx="775150" cy="180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 dirty="0">
                      <a:solidFill>
                        <a:schemeClr val="tx1"/>
                      </a:solidFill>
                    </a:rPr>
                    <a:t>직항만 검색</a:t>
                  </a:r>
                </a:p>
              </p:txBody>
            </p:sp>
            <p:sp>
              <p:nvSpPr>
                <p:cNvPr id="361" name="직사각형 360">
                  <a:extLst>
                    <a:ext uri="{FF2B5EF4-FFF2-40B4-BE49-F238E27FC236}">
                      <a16:creationId xmlns:a16="http://schemas.microsoft.com/office/drawing/2014/main" id="{391F58E4-A580-51C9-FE53-E5B92BBD67DD}"/>
                    </a:ext>
                  </a:extLst>
                </p:cNvPr>
                <p:cNvSpPr/>
                <p:nvPr/>
              </p:nvSpPr>
              <p:spPr>
                <a:xfrm>
                  <a:off x="2335411" y="2058842"/>
                  <a:ext cx="115330" cy="11533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accent6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345" name="직사각형 344">
                <a:extLst>
                  <a:ext uri="{FF2B5EF4-FFF2-40B4-BE49-F238E27FC236}">
                    <a16:creationId xmlns:a16="http://schemas.microsoft.com/office/drawing/2014/main" id="{48DF9ACA-4A16-5092-C789-F009C7A02B46}"/>
                  </a:ext>
                </a:extLst>
              </p:cNvPr>
              <p:cNvSpPr/>
              <p:nvPr/>
            </p:nvSpPr>
            <p:spPr>
              <a:xfrm>
                <a:off x="601362" y="2365392"/>
                <a:ext cx="6480000" cy="504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grpSp>
            <p:nvGrpSpPr>
              <p:cNvPr id="346" name="그룹 345">
                <a:extLst>
                  <a:ext uri="{FF2B5EF4-FFF2-40B4-BE49-F238E27FC236}">
                    <a16:creationId xmlns:a16="http://schemas.microsoft.com/office/drawing/2014/main" id="{3990E76A-8D48-98FD-B8F0-C50B6EEA9F94}"/>
                  </a:ext>
                </a:extLst>
              </p:cNvPr>
              <p:cNvGrpSpPr/>
              <p:nvPr/>
            </p:nvGrpSpPr>
            <p:grpSpPr>
              <a:xfrm>
                <a:off x="869155" y="2487152"/>
                <a:ext cx="2658079" cy="248804"/>
                <a:chOff x="869155" y="2487152"/>
                <a:chExt cx="2658079" cy="248804"/>
              </a:xfrm>
            </p:grpSpPr>
            <p:sp>
              <p:nvSpPr>
                <p:cNvPr id="355" name="직사각형 354">
                  <a:extLst>
                    <a:ext uri="{FF2B5EF4-FFF2-40B4-BE49-F238E27FC236}">
                      <a16:creationId xmlns:a16="http://schemas.microsoft.com/office/drawing/2014/main" id="{5DE2A0DE-553F-9DE9-AE2C-EA1BA756BB29}"/>
                    </a:ext>
                  </a:extLst>
                </p:cNvPr>
                <p:cNvSpPr/>
                <p:nvPr/>
              </p:nvSpPr>
              <p:spPr>
                <a:xfrm>
                  <a:off x="869155" y="2524206"/>
                  <a:ext cx="944880" cy="18000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 dirty="0">
                      <a:solidFill>
                        <a:schemeClr val="tx1"/>
                      </a:solidFill>
                    </a:rPr>
                    <a:t>서울</a:t>
                  </a:r>
                  <a:r>
                    <a:rPr lang="en-US" altLang="ko-KR" sz="800" dirty="0">
                      <a:solidFill>
                        <a:schemeClr val="tx1"/>
                      </a:solidFill>
                    </a:rPr>
                    <a:t>/</a:t>
                  </a:r>
                  <a:r>
                    <a:rPr lang="ko-KR" altLang="en-US" sz="800" dirty="0">
                      <a:solidFill>
                        <a:schemeClr val="tx1"/>
                      </a:solidFill>
                    </a:rPr>
                    <a:t>인천</a:t>
                  </a:r>
                  <a:r>
                    <a:rPr lang="en-US" altLang="ko-KR" sz="800" dirty="0">
                      <a:solidFill>
                        <a:schemeClr val="tx1"/>
                      </a:solidFill>
                    </a:rPr>
                    <a:t>(ICN)</a:t>
                  </a:r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356" name="그룹 355">
                  <a:extLst>
                    <a:ext uri="{FF2B5EF4-FFF2-40B4-BE49-F238E27FC236}">
                      <a16:creationId xmlns:a16="http://schemas.microsoft.com/office/drawing/2014/main" id="{74DC8FE9-BF73-20F4-94C5-3C781FB88C84}"/>
                    </a:ext>
                  </a:extLst>
                </p:cNvPr>
                <p:cNvGrpSpPr/>
                <p:nvPr/>
              </p:nvGrpSpPr>
              <p:grpSpPr>
                <a:xfrm>
                  <a:off x="1721548" y="2487152"/>
                  <a:ext cx="944880" cy="248804"/>
                  <a:chOff x="1911015" y="2455402"/>
                  <a:chExt cx="944880" cy="248804"/>
                </a:xfrm>
              </p:grpSpPr>
              <p:sp>
                <p:nvSpPr>
                  <p:cNvPr id="358" name="직사각형 357">
                    <a:extLst>
                      <a:ext uri="{FF2B5EF4-FFF2-40B4-BE49-F238E27FC236}">
                        <a16:creationId xmlns:a16="http://schemas.microsoft.com/office/drawing/2014/main" id="{0F5BCE39-4382-BCD5-480C-48190C1E69A6}"/>
                      </a:ext>
                    </a:extLst>
                  </p:cNvPr>
                  <p:cNvSpPr/>
                  <p:nvPr/>
                </p:nvSpPr>
                <p:spPr>
                  <a:xfrm>
                    <a:off x="1911015" y="2524206"/>
                    <a:ext cx="944880" cy="1800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800" dirty="0">
                        <a:solidFill>
                          <a:schemeClr val="tx1"/>
                        </a:solidFill>
                      </a:rPr>
                      <a:t>←</a:t>
                    </a:r>
                  </a:p>
                </p:txBody>
              </p:sp>
              <p:sp>
                <p:nvSpPr>
                  <p:cNvPr id="359" name="직사각형 358">
                    <a:extLst>
                      <a:ext uri="{FF2B5EF4-FFF2-40B4-BE49-F238E27FC236}">
                        <a16:creationId xmlns:a16="http://schemas.microsoft.com/office/drawing/2014/main" id="{21779AA0-BB7A-1449-24E0-8CCE6F195C13}"/>
                      </a:ext>
                    </a:extLst>
                  </p:cNvPr>
                  <p:cNvSpPr/>
                  <p:nvPr/>
                </p:nvSpPr>
                <p:spPr>
                  <a:xfrm>
                    <a:off x="1911015" y="2455402"/>
                    <a:ext cx="944880" cy="1800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800" dirty="0">
                        <a:solidFill>
                          <a:schemeClr val="tx1"/>
                        </a:solidFill>
                      </a:rPr>
                      <a:t>→</a:t>
                    </a:r>
                  </a:p>
                </p:txBody>
              </p:sp>
            </p:grpSp>
            <p:sp>
              <p:nvSpPr>
                <p:cNvPr id="357" name="직사각형 356">
                  <a:extLst>
                    <a:ext uri="{FF2B5EF4-FFF2-40B4-BE49-F238E27FC236}">
                      <a16:creationId xmlns:a16="http://schemas.microsoft.com/office/drawing/2014/main" id="{C5B5CC3B-605A-F22E-1BB8-7F8061CDA29F}"/>
                    </a:ext>
                  </a:extLst>
                </p:cNvPr>
                <p:cNvSpPr/>
                <p:nvPr/>
              </p:nvSpPr>
              <p:spPr>
                <a:xfrm>
                  <a:off x="2582354" y="2524206"/>
                  <a:ext cx="944880" cy="18000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 dirty="0">
                      <a:solidFill>
                        <a:schemeClr val="bg2">
                          <a:lumMod val="50000"/>
                        </a:schemeClr>
                      </a:solidFill>
                    </a:rPr>
                    <a:t>도착지</a:t>
                  </a:r>
                </a:p>
              </p:txBody>
            </p:sp>
          </p:grpSp>
          <p:sp>
            <p:nvSpPr>
              <p:cNvPr id="347" name="직사각형 346">
                <a:extLst>
                  <a:ext uri="{FF2B5EF4-FFF2-40B4-BE49-F238E27FC236}">
                    <a16:creationId xmlns:a16="http://schemas.microsoft.com/office/drawing/2014/main" id="{22246E2C-76C4-6BE6-28D2-3925AD6D4091}"/>
                  </a:ext>
                </a:extLst>
              </p:cNvPr>
              <p:cNvSpPr/>
              <p:nvPr/>
            </p:nvSpPr>
            <p:spPr>
              <a:xfrm>
                <a:off x="4177014" y="2524206"/>
                <a:ext cx="94488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>
                    <a:solidFill>
                      <a:schemeClr val="bg2">
                        <a:lumMod val="50000"/>
                      </a:schemeClr>
                    </a:solidFill>
                  </a:rPr>
                  <a:t>출장일정</a:t>
                </a:r>
              </a:p>
            </p:txBody>
          </p:sp>
          <p:sp>
            <p:nvSpPr>
              <p:cNvPr id="348" name="직사각형 347">
                <a:extLst>
                  <a:ext uri="{FF2B5EF4-FFF2-40B4-BE49-F238E27FC236}">
                    <a16:creationId xmlns:a16="http://schemas.microsoft.com/office/drawing/2014/main" id="{8AE87B37-C8E0-DCAE-2E08-EB95F2A81C74}"/>
                  </a:ext>
                </a:extLst>
              </p:cNvPr>
              <p:cNvSpPr/>
              <p:nvPr/>
            </p:nvSpPr>
            <p:spPr>
              <a:xfrm>
                <a:off x="5797013" y="2524206"/>
                <a:ext cx="94488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dirty="0">
                    <a:solidFill>
                      <a:schemeClr val="tx1"/>
                    </a:solidFill>
                  </a:rPr>
                  <a:t>인원 </a:t>
                </a:r>
                <a:r>
                  <a:rPr lang="en-US" altLang="ko-KR" sz="800" dirty="0">
                    <a:solidFill>
                      <a:schemeClr val="tx1"/>
                    </a:solidFill>
                  </a:rPr>
                  <a:t>1 · </a:t>
                </a:r>
                <a:r>
                  <a:rPr lang="ko-KR" altLang="en-US" sz="800" dirty="0">
                    <a:solidFill>
                      <a:schemeClr val="tx1"/>
                    </a:solidFill>
                  </a:rPr>
                  <a:t>일반석</a:t>
                </a:r>
              </a:p>
            </p:txBody>
          </p:sp>
          <p:cxnSp>
            <p:nvCxnSpPr>
              <p:cNvPr id="349" name="직선 연결선 348">
                <a:extLst>
                  <a:ext uri="{FF2B5EF4-FFF2-40B4-BE49-F238E27FC236}">
                    <a16:creationId xmlns:a16="http://schemas.microsoft.com/office/drawing/2014/main" id="{5C623089-3771-9852-3C19-794593215DA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57545" y="2487698"/>
                <a:ext cx="0" cy="263205"/>
              </a:xfrm>
              <a:prstGeom prst="line">
                <a:avLst/>
              </a:prstGeom>
              <a:ln w="9525"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50" name="직선 연결선 349">
                <a:extLst>
                  <a:ext uri="{FF2B5EF4-FFF2-40B4-BE49-F238E27FC236}">
                    <a16:creationId xmlns:a16="http://schemas.microsoft.com/office/drawing/2014/main" id="{6FE29D44-D331-9BAE-1B57-2A98F8B55A1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41362" y="2485790"/>
                <a:ext cx="0" cy="263205"/>
              </a:xfrm>
              <a:prstGeom prst="line">
                <a:avLst/>
              </a:prstGeom>
              <a:ln w="9525">
                <a:solidFill>
                  <a:schemeClr val="bg2">
                    <a:lumMod val="90000"/>
                  </a:schemeClr>
                </a:solidFill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351" name="그룹 350">
                <a:extLst>
                  <a:ext uri="{FF2B5EF4-FFF2-40B4-BE49-F238E27FC236}">
                    <a16:creationId xmlns:a16="http://schemas.microsoft.com/office/drawing/2014/main" id="{8616B1F2-713B-E38F-32DF-87A3F741F9AE}"/>
                  </a:ext>
                </a:extLst>
              </p:cNvPr>
              <p:cNvGrpSpPr/>
              <p:nvPr/>
            </p:nvGrpSpPr>
            <p:grpSpPr>
              <a:xfrm>
                <a:off x="395415" y="1502938"/>
                <a:ext cx="4697636" cy="288000"/>
                <a:chOff x="395415" y="1502938"/>
                <a:chExt cx="4697636" cy="288000"/>
              </a:xfrm>
            </p:grpSpPr>
            <p:sp>
              <p:nvSpPr>
                <p:cNvPr id="352" name="직사각형 351">
                  <a:extLst>
                    <a:ext uri="{FF2B5EF4-FFF2-40B4-BE49-F238E27FC236}">
                      <a16:creationId xmlns:a16="http://schemas.microsoft.com/office/drawing/2014/main" id="{6D2CDAF2-16C8-5AD7-2D4F-8DD0956FA2E6}"/>
                    </a:ext>
                  </a:extLst>
                </p:cNvPr>
                <p:cNvSpPr/>
                <p:nvPr/>
              </p:nvSpPr>
              <p:spPr>
                <a:xfrm>
                  <a:off x="395415" y="1502938"/>
                  <a:ext cx="1566000" cy="288000"/>
                </a:xfrm>
                <a:prstGeom prst="rect">
                  <a:avLst/>
                </a:prstGeom>
                <a:solidFill>
                  <a:srgbClr val="747474"/>
                </a:solidFill>
                <a:ln w="9525" cap="flat" cmpd="sng" algn="ctr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accent6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00" dirty="0">
                      <a:solidFill>
                        <a:schemeClr val="tx1"/>
                      </a:solidFill>
                    </a:rPr>
                    <a:t>국제선</a:t>
                  </a:r>
                </a:p>
              </p:txBody>
            </p:sp>
            <p:sp>
              <p:nvSpPr>
                <p:cNvPr id="353" name="직사각형 352">
                  <a:extLst>
                    <a:ext uri="{FF2B5EF4-FFF2-40B4-BE49-F238E27FC236}">
                      <a16:creationId xmlns:a16="http://schemas.microsoft.com/office/drawing/2014/main" id="{A51F8303-68CC-AE99-94AE-400F6934CDA3}"/>
                    </a:ext>
                  </a:extLst>
                </p:cNvPr>
                <p:cNvSpPr/>
                <p:nvPr/>
              </p:nvSpPr>
              <p:spPr>
                <a:xfrm>
                  <a:off x="3527051" y="1502938"/>
                  <a:ext cx="1566000" cy="288000"/>
                </a:xfrm>
                <a:prstGeom prst="rect">
                  <a:avLst/>
                </a:prstGeom>
                <a:solidFill>
                  <a:schemeClr val="bg2">
                    <a:lumMod val="50000"/>
                  </a:schemeClr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accent6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00" dirty="0">
                      <a:solidFill>
                        <a:schemeClr val="bg1"/>
                      </a:solidFill>
                    </a:rPr>
                    <a:t>예약내역</a:t>
                  </a:r>
                </a:p>
              </p:txBody>
            </p:sp>
            <p:sp>
              <p:nvSpPr>
                <p:cNvPr id="354" name="직사각형 353">
                  <a:extLst>
                    <a:ext uri="{FF2B5EF4-FFF2-40B4-BE49-F238E27FC236}">
                      <a16:creationId xmlns:a16="http://schemas.microsoft.com/office/drawing/2014/main" id="{2F7B6400-2DCF-A255-078E-3876E9080269}"/>
                    </a:ext>
                  </a:extLst>
                </p:cNvPr>
                <p:cNvSpPr/>
                <p:nvPr/>
              </p:nvSpPr>
              <p:spPr>
                <a:xfrm>
                  <a:off x="1961234" y="1502938"/>
                  <a:ext cx="1566000" cy="28800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>
                      <a:lumMod val="7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accent6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900" dirty="0">
                      <a:solidFill>
                        <a:schemeClr val="tx1"/>
                      </a:solidFill>
                    </a:rPr>
                    <a:t>국내선</a:t>
                  </a:r>
                </a:p>
              </p:txBody>
            </p:sp>
          </p:grpSp>
        </p:grp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0E3EBC8D-F7FF-9BCE-310B-38AFD76DF3C8}"/>
                </a:ext>
              </a:extLst>
            </p:cNvPr>
            <p:cNvCxnSpPr>
              <a:cxnSpLocks/>
            </p:cNvCxnSpPr>
            <p:nvPr/>
          </p:nvCxnSpPr>
          <p:spPr>
            <a:xfrm>
              <a:off x="3841362" y="2479912"/>
              <a:ext cx="0" cy="263205"/>
            </a:xfrm>
            <a:prstGeom prst="line">
              <a:avLst/>
            </a:prstGeom>
            <a:ln w="952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grpSp>
          <p:nvGrpSpPr>
            <p:cNvPr id="110" name="그룹 109">
              <a:extLst>
                <a:ext uri="{FF2B5EF4-FFF2-40B4-BE49-F238E27FC236}">
                  <a16:creationId xmlns:a16="http://schemas.microsoft.com/office/drawing/2014/main" id="{78BE9450-CC43-EC96-2448-AB826AFDBAE6}"/>
                </a:ext>
              </a:extLst>
            </p:cNvPr>
            <p:cNvGrpSpPr/>
            <p:nvPr/>
          </p:nvGrpSpPr>
          <p:grpSpPr>
            <a:xfrm>
              <a:off x="7248542" y="3635149"/>
              <a:ext cx="1080000" cy="252000"/>
              <a:chOff x="7248542" y="3635149"/>
              <a:chExt cx="1080000" cy="252000"/>
            </a:xfrm>
          </p:grpSpPr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445B4B9D-71FB-69DC-C08C-9C4AE197551B}"/>
                  </a:ext>
                </a:extLst>
              </p:cNvPr>
              <p:cNvSpPr/>
              <p:nvPr/>
            </p:nvSpPr>
            <p:spPr>
              <a:xfrm>
                <a:off x="7248542" y="3635149"/>
                <a:ext cx="1080000" cy="252000"/>
              </a:xfrm>
              <a:prstGeom prst="rect">
                <a:avLst/>
              </a:prstGeom>
              <a:solidFill>
                <a:schemeClr val="bg1"/>
              </a:solidFill>
              <a:ln w="9525" cap="flat" cmpd="sng" algn="ctr">
                <a:solidFill>
                  <a:schemeClr val="bg1">
                    <a:lumMod val="85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accent6"/>
              </a:fontRef>
            </p:style>
            <p:txBody>
              <a:bodyPr rtlCol="0" anchor="ctr"/>
              <a:lstStyle/>
              <a:p>
                <a:r>
                  <a:rPr lang="ko-KR" altLang="en-US" sz="800" dirty="0">
                    <a:solidFill>
                      <a:schemeClr val="tx1"/>
                    </a:solidFill>
                  </a:rPr>
                  <a:t>선택</a:t>
                </a:r>
              </a:p>
            </p:txBody>
          </p:sp>
          <p:grpSp>
            <p:nvGrpSpPr>
              <p:cNvPr id="32" name="그룹 31">
                <a:extLst>
                  <a:ext uri="{FF2B5EF4-FFF2-40B4-BE49-F238E27FC236}">
                    <a16:creationId xmlns:a16="http://schemas.microsoft.com/office/drawing/2014/main" id="{AC937C56-4A0C-6550-0759-4A8EBC5F130C}"/>
                  </a:ext>
                </a:extLst>
              </p:cNvPr>
              <p:cNvGrpSpPr/>
              <p:nvPr/>
            </p:nvGrpSpPr>
            <p:grpSpPr>
              <a:xfrm flipH="1">
                <a:off x="8184355" y="3739138"/>
                <a:ext cx="60620" cy="45719"/>
                <a:chOff x="2582354" y="4366054"/>
                <a:chExt cx="443974" cy="226749"/>
              </a:xfrm>
            </p:grpSpPr>
            <p:cxnSp>
              <p:nvCxnSpPr>
                <p:cNvPr id="33" name="직선 연결선 32">
                  <a:extLst>
                    <a:ext uri="{FF2B5EF4-FFF2-40B4-BE49-F238E27FC236}">
                      <a16:creationId xmlns:a16="http://schemas.microsoft.com/office/drawing/2014/main" id="{68D61830-3C51-2E97-5112-50EC4AAE4D1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582354" y="4366054"/>
                  <a:ext cx="226749" cy="226749"/>
                </a:xfrm>
                <a:prstGeom prst="line">
                  <a:avLst/>
                </a:prstGeom>
                <a:ln w="9525"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직선 연결선 33">
                  <a:extLst>
                    <a:ext uri="{FF2B5EF4-FFF2-40B4-BE49-F238E27FC236}">
                      <a16:creationId xmlns:a16="http://schemas.microsoft.com/office/drawing/2014/main" id="{E3A0B8DF-143B-8B79-9842-E29D49F8BEF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2799579" y="4366054"/>
                  <a:ext cx="226749" cy="226749"/>
                </a:xfrm>
                <a:prstGeom prst="line">
                  <a:avLst/>
                </a:prstGeom>
                <a:ln w="9525"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BA373A8D-89D0-5BDC-3810-7965D93A7CF5}"/>
                </a:ext>
              </a:extLst>
            </p:cNvPr>
            <p:cNvSpPr/>
            <p:nvPr/>
          </p:nvSpPr>
          <p:spPr>
            <a:xfrm>
              <a:off x="2442517" y="3924069"/>
              <a:ext cx="1708115" cy="19229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solidFill>
                    <a:schemeClr val="bg2">
                      <a:lumMod val="50000"/>
                    </a:schemeClr>
                  </a:solidFill>
                </a:rPr>
                <a:t>총</a:t>
              </a:r>
              <a:r>
                <a:rPr lang="ko-KR" altLang="en-US" sz="80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 </a:t>
              </a:r>
              <a:r>
                <a:rPr lang="en-US" altLang="ko-KR" sz="800" dirty="0">
                  <a:solidFill>
                    <a:schemeClr val="tx2">
                      <a:lumMod val="75000"/>
                      <a:lumOff val="25000"/>
                    </a:schemeClr>
                  </a:solidFill>
                </a:rPr>
                <a:t>0</a:t>
              </a:r>
              <a:r>
                <a:rPr lang="ko-KR" altLang="en-US" sz="800" dirty="0">
                  <a:solidFill>
                    <a:schemeClr val="bg2">
                      <a:lumMod val="50000"/>
                    </a:schemeClr>
                  </a:solidFill>
                </a:rPr>
                <a:t>개의 항공이 검색되었습니다</a:t>
              </a:r>
              <a:r>
                <a:rPr lang="en-US" altLang="ko-KR" sz="800" dirty="0">
                  <a:solidFill>
                    <a:schemeClr val="bg2">
                      <a:lumMod val="50000"/>
                    </a:schemeClr>
                  </a:solidFill>
                </a:rPr>
                <a:t>.</a:t>
              </a:r>
              <a:endParaRPr lang="ko-KR" altLang="en-US" sz="8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cxnSp>
          <p:nvCxnSpPr>
            <p:cNvPr id="43" name="직선 연결선 42">
              <a:extLst>
                <a:ext uri="{FF2B5EF4-FFF2-40B4-BE49-F238E27FC236}">
                  <a16:creationId xmlns:a16="http://schemas.microsoft.com/office/drawing/2014/main" id="{D45A95C8-ED0B-E0D7-8154-E57825CBF976}"/>
                </a:ext>
              </a:extLst>
            </p:cNvPr>
            <p:cNvCxnSpPr>
              <a:cxnSpLocks/>
            </p:cNvCxnSpPr>
            <p:nvPr/>
          </p:nvCxnSpPr>
          <p:spPr>
            <a:xfrm>
              <a:off x="395417" y="4234248"/>
              <a:ext cx="1565819" cy="0"/>
            </a:xfrm>
            <a:prstGeom prst="line">
              <a:avLst/>
            </a:prstGeom>
            <a:ln w="6350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직선 연결선 53">
              <a:extLst>
                <a:ext uri="{FF2B5EF4-FFF2-40B4-BE49-F238E27FC236}">
                  <a16:creationId xmlns:a16="http://schemas.microsoft.com/office/drawing/2014/main" id="{E4752744-EB8D-D067-AFCB-B6B01DA803E4}"/>
                </a:ext>
              </a:extLst>
            </p:cNvPr>
            <p:cNvCxnSpPr>
              <a:cxnSpLocks/>
            </p:cNvCxnSpPr>
            <p:nvPr/>
          </p:nvCxnSpPr>
          <p:spPr>
            <a:xfrm>
              <a:off x="395415" y="5495867"/>
              <a:ext cx="1565819" cy="0"/>
            </a:xfrm>
            <a:prstGeom prst="line">
              <a:avLst/>
            </a:prstGeom>
            <a:ln w="6350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직선 연결선 72">
              <a:extLst>
                <a:ext uri="{FF2B5EF4-FFF2-40B4-BE49-F238E27FC236}">
                  <a16:creationId xmlns:a16="http://schemas.microsoft.com/office/drawing/2014/main" id="{DCDBE8A8-884C-D44A-E7F3-98A0E550D6DD}"/>
                </a:ext>
              </a:extLst>
            </p:cNvPr>
            <p:cNvCxnSpPr>
              <a:cxnSpLocks/>
            </p:cNvCxnSpPr>
            <p:nvPr/>
          </p:nvCxnSpPr>
          <p:spPr>
            <a:xfrm>
              <a:off x="395417" y="6240805"/>
              <a:ext cx="1565819" cy="0"/>
            </a:xfrm>
            <a:prstGeom prst="line">
              <a:avLst/>
            </a:prstGeom>
            <a:ln w="6350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7" name="그룹 106">
              <a:extLst>
                <a:ext uri="{FF2B5EF4-FFF2-40B4-BE49-F238E27FC236}">
                  <a16:creationId xmlns:a16="http://schemas.microsoft.com/office/drawing/2014/main" id="{5E96E280-9743-E6AC-28A7-2614F54D166D}"/>
                </a:ext>
              </a:extLst>
            </p:cNvPr>
            <p:cNvGrpSpPr/>
            <p:nvPr/>
          </p:nvGrpSpPr>
          <p:grpSpPr>
            <a:xfrm>
              <a:off x="297200" y="3671149"/>
              <a:ext cx="1763943" cy="442519"/>
              <a:chOff x="297200" y="3671149"/>
              <a:chExt cx="1763943" cy="442519"/>
            </a:xfrm>
          </p:grpSpPr>
          <p:sp>
            <p:nvSpPr>
              <p:cNvPr id="36" name="직사각형 35">
                <a:extLst>
                  <a:ext uri="{FF2B5EF4-FFF2-40B4-BE49-F238E27FC236}">
                    <a16:creationId xmlns:a16="http://schemas.microsoft.com/office/drawing/2014/main" id="{A6300952-0749-F27A-3393-0F9535DDC067}"/>
                  </a:ext>
                </a:extLst>
              </p:cNvPr>
              <p:cNvSpPr/>
              <p:nvPr/>
            </p:nvSpPr>
            <p:spPr>
              <a:xfrm>
                <a:off x="297200" y="3671149"/>
                <a:ext cx="94488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b="1" dirty="0">
                    <a:solidFill>
                      <a:schemeClr val="tx1"/>
                    </a:solidFill>
                  </a:rPr>
                  <a:t>경유 횟수</a:t>
                </a:r>
              </a:p>
            </p:txBody>
          </p:sp>
          <p:grpSp>
            <p:nvGrpSpPr>
              <p:cNvPr id="37" name="그룹 36">
                <a:extLst>
                  <a:ext uri="{FF2B5EF4-FFF2-40B4-BE49-F238E27FC236}">
                    <a16:creationId xmlns:a16="http://schemas.microsoft.com/office/drawing/2014/main" id="{0C11E212-7F31-8895-BEF1-7B6F8B16B11F}"/>
                  </a:ext>
                </a:extLst>
              </p:cNvPr>
              <p:cNvGrpSpPr/>
              <p:nvPr/>
            </p:nvGrpSpPr>
            <p:grpSpPr>
              <a:xfrm>
                <a:off x="395415" y="3933668"/>
                <a:ext cx="494216" cy="180000"/>
                <a:chOff x="395415" y="3933668"/>
                <a:chExt cx="494216" cy="180000"/>
              </a:xfrm>
            </p:grpSpPr>
            <p:sp>
              <p:nvSpPr>
                <p:cNvPr id="38" name="직사각형 37">
                  <a:extLst>
                    <a:ext uri="{FF2B5EF4-FFF2-40B4-BE49-F238E27FC236}">
                      <a16:creationId xmlns:a16="http://schemas.microsoft.com/office/drawing/2014/main" id="{980C6D0F-B845-A6B5-2D1E-EAE168245987}"/>
                    </a:ext>
                  </a:extLst>
                </p:cNvPr>
                <p:cNvSpPr/>
                <p:nvPr/>
              </p:nvSpPr>
              <p:spPr>
                <a:xfrm>
                  <a:off x="395415" y="3966003"/>
                  <a:ext cx="115330" cy="11533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accent6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39" name="직사각형 38">
                  <a:extLst>
                    <a:ext uri="{FF2B5EF4-FFF2-40B4-BE49-F238E27FC236}">
                      <a16:creationId xmlns:a16="http://schemas.microsoft.com/office/drawing/2014/main" id="{CFB14368-8A8E-6A1D-8F8C-155E5EDE1248}"/>
                    </a:ext>
                  </a:extLst>
                </p:cNvPr>
                <p:cNvSpPr/>
                <p:nvPr/>
              </p:nvSpPr>
              <p:spPr>
                <a:xfrm>
                  <a:off x="493631" y="3933668"/>
                  <a:ext cx="396000" cy="18000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ko-KR" altLang="en-US" sz="800" dirty="0">
                      <a:solidFill>
                        <a:schemeClr val="tx1"/>
                      </a:solidFill>
                    </a:rPr>
                    <a:t>전체</a:t>
                  </a:r>
                </a:p>
              </p:txBody>
            </p:sp>
          </p:grpSp>
          <p:grpSp>
            <p:nvGrpSpPr>
              <p:cNvPr id="40" name="그룹 39">
                <a:extLst>
                  <a:ext uri="{FF2B5EF4-FFF2-40B4-BE49-F238E27FC236}">
                    <a16:creationId xmlns:a16="http://schemas.microsoft.com/office/drawing/2014/main" id="{B823594B-05FB-2838-D2F6-0749C644084E}"/>
                  </a:ext>
                </a:extLst>
              </p:cNvPr>
              <p:cNvGrpSpPr/>
              <p:nvPr/>
            </p:nvGrpSpPr>
            <p:grpSpPr>
              <a:xfrm>
                <a:off x="1566927" y="3933668"/>
                <a:ext cx="494216" cy="180000"/>
                <a:chOff x="395415" y="3933668"/>
                <a:chExt cx="494216" cy="180000"/>
              </a:xfrm>
            </p:grpSpPr>
            <p:sp>
              <p:nvSpPr>
                <p:cNvPr id="41" name="직사각형 40">
                  <a:extLst>
                    <a:ext uri="{FF2B5EF4-FFF2-40B4-BE49-F238E27FC236}">
                      <a16:creationId xmlns:a16="http://schemas.microsoft.com/office/drawing/2014/main" id="{9B76AB9C-7A86-6364-3C45-9D3A6C1664AA}"/>
                    </a:ext>
                  </a:extLst>
                </p:cNvPr>
                <p:cNvSpPr/>
                <p:nvPr/>
              </p:nvSpPr>
              <p:spPr>
                <a:xfrm>
                  <a:off x="395415" y="3966003"/>
                  <a:ext cx="115330" cy="11533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accent6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2" name="직사각형 41">
                  <a:extLst>
                    <a:ext uri="{FF2B5EF4-FFF2-40B4-BE49-F238E27FC236}">
                      <a16:creationId xmlns:a16="http://schemas.microsoft.com/office/drawing/2014/main" id="{7569452C-DC5A-4023-6FDA-E738EF5220CF}"/>
                    </a:ext>
                  </a:extLst>
                </p:cNvPr>
                <p:cNvSpPr/>
                <p:nvPr/>
              </p:nvSpPr>
              <p:spPr>
                <a:xfrm>
                  <a:off x="493631" y="3933668"/>
                  <a:ext cx="396000" cy="18000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ko-KR" altLang="en-US" sz="800" dirty="0">
                      <a:solidFill>
                        <a:schemeClr val="tx1"/>
                      </a:solidFill>
                    </a:rPr>
                    <a:t>경유</a:t>
                  </a:r>
                </a:p>
              </p:txBody>
            </p:sp>
          </p:grpSp>
          <p:grpSp>
            <p:nvGrpSpPr>
              <p:cNvPr id="74" name="그룹 73">
                <a:extLst>
                  <a:ext uri="{FF2B5EF4-FFF2-40B4-BE49-F238E27FC236}">
                    <a16:creationId xmlns:a16="http://schemas.microsoft.com/office/drawing/2014/main" id="{D09A54CB-5F1A-EDA6-B885-821BD6BA47A2}"/>
                  </a:ext>
                </a:extLst>
              </p:cNvPr>
              <p:cNvGrpSpPr/>
              <p:nvPr/>
            </p:nvGrpSpPr>
            <p:grpSpPr>
              <a:xfrm>
                <a:off x="981171" y="3933668"/>
                <a:ext cx="494216" cy="180000"/>
                <a:chOff x="981171" y="3933668"/>
                <a:chExt cx="494216" cy="180000"/>
              </a:xfrm>
            </p:grpSpPr>
            <p:sp>
              <p:nvSpPr>
                <p:cNvPr id="75" name="직사각형 74">
                  <a:extLst>
                    <a:ext uri="{FF2B5EF4-FFF2-40B4-BE49-F238E27FC236}">
                      <a16:creationId xmlns:a16="http://schemas.microsoft.com/office/drawing/2014/main" id="{6C7E91F6-37BC-9C94-A6CC-836FF1AE0E41}"/>
                    </a:ext>
                  </a:extLst>
                </p:cNvPr>
                <p:cNvSpPr/>
                <p:nvPr/>
              </p:nvSpPr>
              <p:spPr>
                <a:xfrm>
                  <a:off x="1079387" y="3933668"/>
                  <a:ext cx="396000" cy="18000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ko-KR" altLang="en-US" sz="800" dirty="0">
                      <a:solidFill>
                        <a:schemeClr val="tx1"/>
                      </a:solidFill>
                    </a:rPr>
                    <a:t>직항</a:t>
                  </a:r>
                </a:p>
              </p:txBody>
            </p:sp>
            <p:grpSp>
              <p:nvGrpSpPr>
                <p:cNvPr id="76" name="그룹 75">
                  <a:extLst>
                    <a:ext uri="{FF2B5EF4-FFF2-40B4-BE49-F238E27FC236}">
                      <a16:creationId xmlns:a16="http://schemas.microsoft.com/office/drawing/2014/main" id="{145B37F6-F8DA-3768-81D0-9EE257B46328}"/>
                    </a:ext>
                  </a:extLst>
                </p:cNvPr>
                <p:cNvGrpSpPr/>
                <p:nvPr/>
              </p:nvGrpSpPr>
              <p:grpSpPr>
                <a:xfrm>
                  <a:off x="981171" y="3966003"/>
                  <a:ext cx="115330" cy="115330"/>
                  <a:chOff x="981171" y="3966003"/>
                  <a:chExt cx="115330" cy="115330"/>
                </a:xfrm>
              </p:grpSpPr>
              <p:sp>
                <p:nvSpPr>
                  <p:cNvPr id="77" name="직사각형 76">
                    <a:extLst>
                      <a:ext uri="{FF2B5EF4-FFF2-40B4-BE49-F238E27FC236}">
                        <a16:creationId xmlns:a16="http://schemas.microsoft.com/office/drawing/2014/main" id="{D048E124-25AE-4B05-FFD7-FD632A4F755E}"/>
                      </a:ext>
                    </a:extLst>
                  </p:cNvPr>
                  <p:cNvSpPr/>
                  <p:nvPr/>
                </p:nvSpPr>
                <p:spPr>
                  <a:xfrm>
                    <a:off x="981171" y="3966003"/>
                    <a:ext cx="115330" cy="115330"/>
                  </a:xfrm>
                  <a:prstGeom prst="rect">
                    <a:avLst/>
                  </a:prstGeom>
                  <a:solidFill>
                    <a:schemeClr val="bg2">
                      <a:lumMod val="50000"/>
                    </a:schemeClr>
                  </a:solidFill>
                  <a:ln w="9525" cap="flat" cmpd="sng" algn="ctr">
                    <a:noFill/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accent6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/>
                  </a:p>
                </p:txBody>
              </p:sp>
              <p:grpSp>
                <p:nvGrpSpPr>
                  <p:cNvPr id="78" name="그룹 77">
                    <a:extLst>
                      <a:ext uri="{FF2B5EF4-FFF2-40B4-BE49-F238E27FC236}">
                        <a16:creationId xmlns:a16="http://schemas.microsoft.com/office/drawing/2014/main" id="{9344F90A-D6C3-312F-C8D3-DEC057AADE84}"/>
                      </a:ext>
                    </a:extLst>
                  </p:cNvPr>
                  <p:cNvGrpSpPr/>
                  <p:nvPr/>
                </p:nvGrpSpPr>
                <p:grpSpPr>
                  <a:xfrm>
                    <a:off x="1002836" y="4005668"/>
                    <a:ext cx="72000" cy="36000"/>
                    <a:chOff x="3413760" y="4836443"/>
                    <a:chExt cx="345002" cy="117028"/>
                  </a:xfrm>
                </p:grpSpPr>
                <p:cxnSp>
                  <p:nvCxnSpPr>
                    <p:cNvPr id="79" name="직선 연결선 78">
                      <a:extLst>
                        <a:ext uri="{FF2B5EF4-FFF2-40B4-BE49-F238E27FC236}">
                          <a16:creationId xmlns:a16="http://schemas.microsoft.com/office/drawing/2014/main" id="{BE5F82E5-77E5-B8BC-A881-B78883E56A66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3413760" y="4836443"/>
                      <a:ext cx="117028" cy="117028"/>
                    </a:xfrm>
                    <a:prstGeom prst="line">
                      <a:avLst/>
                    </a:prstGeom>
                    <a:ln w="6350"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80" name="직선 연결선 79">
                      <a:extLst>
                        <a:ext uri="{FF2B5EF4-FFF2-40B4-BE49-F238E27FC236}">
                          <a16:creationId xmlns:a16="http://schemas.microsoft.com/office/drawing/2014/main" id="{9A4D8E7A-43F1-4C22-F21D-EA4B1BF1770F}"/>
                        </a:ext>
                      </a:extLst>
                    </p:cNvPr>
                    <p:cNvCxnSpPr/>
                    <p:nvPr/>
                  </p:nvCxnSpPr>
                  <p:spPr>
                    <a:xfrm flipV="1">
                      <a:off x="3513912" y="4837015"/>
                      <a:ext cx="244850" cy="116456"/>
                    </a:xfrm>
                    <a:prstGeom prst="line">
                      <a:avLst/>
                    </a:prstGeom>
                    <a:ln w="6350"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</p:grpSp>
        <p:grpSp>
          <p:nvGrpSpPr>
            <p:cNvPr id="108" name="그룹 107">
              <a:extLst>
                <a:ext uri="{FF2B5EF4-FFF2-40B4-BE49-F238E27FC236}">
                  <a16:creationId xmlns:a16="http://schemas.microsoft.com/office/drawing/2014/main" id="{885ED305-9EA7-71FE-7E2B-E93075E23B89}"/>
                </a:ext>
              </a:extLst>
            </p:cNvPr>
            <p:cNvGrpSpPr/>
            <p:nvPr/>
          </p:nvGrpSpPr>
          <p:grpSpPr>
            <a:xfrm>
              <a:off x="297200" y="4368888"/>
              <a:ext cx="1764511" cy="992716"/>
              <a:chOff x="297200" y="4368888"/>
              <a:chExt cx="1764511" cy="992716"/>
            </a:xfrm>
          </p:grpSpPr>
          <p:sp>
            <p:nvSpPr>
              <p:cNvPr id="44" name="직사각형 43">
                <a:extLst>
                  <a:ext uri="{FF2B5EF4-FFF2-40B4-BE49-F238E27FC236}">
                    <a16:creationId xmlns:a16="http://schemas.microsoft.com/office/drawing/2014/main" id="{BAED4014-362F-95B1-6486-DA26DF7F6CE2}"/>
                  </a:ext>
                </a:extLst>
              </p:cNvPr>
              <p:cNvSpPr/>
              <p:nvPr/>
            </p:nvSpPr>
            <p:spPr>
              <a:xfrm>
                <a:off x="297200" y="4368888"/>
                <a:ext cx="94488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b="1" dirty="0">
                    <a:solidFill>
                      <a:schemeClr val="tx1"/>
                    </a:solidFill>
                  </a:rPr>
                  <a:t>항공사 동맹</a:t>
                </a:r>
              </a:p>
            </p:txBody>
          </p:sp>
          <p:grpSp>
            <p:nvGrpSpPr>
              <p:cNvPr id="45" name="그룹 44">
                <a:extLst>
                  <a:ext uri="{FF2B5EF4-FFF2-40B4-BE49-F238E27FC236}">
                    <a16:creationId xmlns:a16="http://schemas.microsoft.com/office/drawing/2014/main" id="{FA0A6FC8-BB0B-69CE-4247-E184A88688CA}"/>
                  </a:ext>
                </a:extLst>
              </p:cNvPr>
              <p:cNvGrpSpPr/>
              <p:nvPr/>
            </p:nvGrpSpPr>
            <p:grpSpPr>
              <a:xfrm>
                <a:off x="395415" y="4631407"/>
                <a:ext cx="494216" cy="180000"/>
                <a:chOff x="395415" y="3933668"/>
                <a:chExt cx="494216" cy="180000"/>
              </a:xfrm>
            </p:grpSpPr>
            <p:sp>
              <p:nvSpPr>
                <p:cNvPr id="46" name="직사각형 45">
                  <a:extLst>
                    <a:ext uri="{FF2B5EF4-FFF2-40B4-BE49-F238E27FC236}">
                      <a16:creationId xmlns:a16="http://schemas.microsoft.com/office/drawing/2014/main" id="{78220FA2-60C8-6F67-3F33-54706F35F09C}"/>
                    </a:ext>
                  </a:extLst>
                </p:cNvPr>
                <p:cNvSpPr/>
                <p:nvPr/>
              </p:nvSpPr>
              <p:spPr>
                <a:xfrm>
                  <a:off x="395415" y="3966003"/>
                  <a:ext cx="115330" cy="11533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accent6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7" name="직사각형 46">
                  <a:extLst>
                    <a:ext uri="{FF2B5EF4-FFF2-40B4-BE49-F238E27FC236}">
                      <a16:creationId xmlns:a16="http://schemas.microsoft.com/office/drawing/2014/main" id="{33FF53A8-2803-B79A-1F9D-13CCDCBC95F4}"/>
                    </a:ext>
                  </a:extLst>
                </p:cNvPr>
                <p:cNvSpPr/>
                <p:nvPr/>
              </p:nvSpPr>
              <p:spPr>
                <a:xfrm>
                  <a:off x="493631" y="3933668"/>
                  <a:ext cx="396000" cy="18000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ko-KR" altLang="en-US" sz="800" dirty="0">
                      <a:solidFill>
                        <a:schemeClr val="tx1"/>
                      </a:solidFill>
                    </a:rPr>
                    <a:t>전체</a:t>
                  </a:r>
                </a:p>
              </p:txBody>
            </p:sp>
          </p:grpSp>
          <p:grpSp>
            <p:nvGrpSpPr>
              <p:cNvPr id="48" name="그룹 47">
                <a:extLst>
                  <a:ext uri="{FF2B5EF4-FFF2-40B4-BE49-F238E27FC236}">
                    <a16:creationId xmlns:a16="http://schemas.microsoft.com/office/drawing/2014/main" id="{99A8167C-0DA4-CCBB-0D38-0F71526D1C77}"/>
                  </a:ext>
                </a:extLst>
              </p:cNvPr>
              <p:cNvGrpSpPr/>
              <p:nvPr/>
            </p:nvGrpSpPr>
            <p:grpSpPr>
              <a:xfrm>
                <a:off x="395415" y="4909133"/>
                <a:ext cx="710216" cy="180000"/>
                <a:chOff x="395415" y="3933668"/>
                <a:chExt cx="710216" cy="180000"/>
              </a:xfrm>
            </p:grpSpPr>
            <p:sp>
              <p:nvSpPr>
                <p:cNvPr id="49" name="직사각형 48">
                  <a:extLst>
                    <a:ext uri="{FF2B5EF4-FFF2-40B4-BE49-F238E27FC236}">
                      <a16:creationId xmlns:a16="http://schemas.microsoft.com/office/drawing/2014/main" id="{E39D62C2-F92B-34A8-AB73-02AFB077FB2F}"/>
                    </a:ext>
                  </a:extLst>
                </p:cNvPr>
                <p:cNvSpPr/>
                <p:nvPr/>
              </p:nvSpPr>
              <p:spPr>
                <a:xfrm>
                  <a:off x="395415" y="3966003"/>
                  <a:ext cx="115330" cy="11533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accent6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0" name="직사각형 49">
                  <a:extLst>
                    <a:ext uri="{FF2B5EF4-FFF2-40B4-BE49-F238E27FC236}">
                      <a16:creationId xmlns:a16="http://schemas.microsoft.com/office/drawing/2014/main" id="{31618D2B-8060-8212-E4ED-02E53E6DC211}"/>
                    </a:ext>
                  </a:extLst>
                </p:cNvPr>
                <p:cNvSpPr/>
                <p:nvPr/>
              </p:nvSpPr>
              <p:spPr>
                <a:xfrm>
                  <a:off x="493631" y="3933668"/>
                  <a:ext cx="612000" cy="18000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ko-KR" altLang="en-US" sz="800" dirty="0" err="1">
                      <a:solidFill>
                        <a:schemeClr val="tx1"/>
                      </a:solidFill>
                    </a:rPr>
                    <a:t>원월드</a:t>
                  </a:r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1" name="그룹 50">
                <a:extLst>
                  <a:ext uri="{FF2B5EF4-FFF2-40B4-BE49-F238E27FC236}">
                    <a16:creationId xmlns:a16="http://schemas.microsoft.com/office/drawing/2014/main" id="{407D5487-3F6C-8383-B9B7-7CCC184EEC01}"/>
                  </a:ext>
                </a:extLst>
              </p:cNvPr>
              <p:cNvGrpSpPr/>
              <p:nvPr/>
            </p:nvGrpSpPr>
            <p:grpSpPr>
              <a:xfrm>
                <a:off x="1046285" y="4645012"/>
                <a:ext cx="1015426" cy="180000"/>
                <a:chOff x="395415" y="3933667"/>
                <a:chExt cx="1015426" cy="180000"/>
              </a:xfrm>
            </p:grpSpPr>
            <p:sp>
              <p:nvSpPr>
                <p:cNvPr id="52" name="직사각형 51">
                  <a:extLst>
                    <a:ext uri="{FF2B5EF4-FFF2-40B4-BE49-F238E27FC236}">
                      <a16:creationId xmlns:a16="http://schemas.microsoft.com/office/drawing/2014/main" id="{54D3FF12-80A0-0A1E-E12A-8FB7D7FF8D1C}"/>
                    </a:ext>
                  </a:extLst>
                </p:cNvPr>
                <p:cNvSpPr/>
                <p:nvPr/>
              </p:nvSpPr>
              <p:spPr>
                <a:xfrm>
                  <a:off x="395415" y="3966002"/>
                  <a:ext cx="115330" cy="11533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accent6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3" name="직사각형 52">
                  <a:extLst>
                    <a:ext uri="{FF2B5EF4-FFF2-40B4-BE49-F238E27FC236}">
                      <a16:creationId xmlns:a16="http://schemas.microsoft.com/office/drawing/2014/main" id="{1C16AD7C-B439-BA20-7E69-B5D3A4297BA2}"/>
                    </a:ext>
                  </a:extLst>
                </p:cNvPr>
                <p:cNvSpPr/>
                <p:nvPr/>
              </p:nvSpPr>
              <p:spPr>
                <a:xfrm>
                  <a:off x="493630" y="3933667"/>
                  <a:ext cx="917211" cy="18000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ko-KR" altLang="en-US" sz="800" dirty="0" err="1">
                      <a:solidFill>
                        <a:schemeClr val="tx1"/>
                      </a:solidFill>
                    </a:rPr>
                    <a:t>스타얼라이언스</a:t>
                  </a:r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5" name="그룹 54">
                <a:extLst>
                  <a:ext uri="{FF2B5EF4-FFF2-40B4-BE49-F238E27FC236}">
                    <a16:creationId xmlns:a16="http://schemas.microsoft.com/office/drawing/2014/main" id="{CF9843B5-D089-788D-EB11-67C3102AAE8D}"/>
                  </a:ext>
                </a:extLst>
              </p:cNvPr>
              <p:cNvGrpSpPr/>
              <p:nvPr/>
            </p:nvGrpSpPr>
            <p:grpSpPr>
              <a:xfrm>
                <a:off x="1046285" y="4900232"/>
                <a:ext cx="710216" cy="180000"/>
                <a:chOff x="395415" y="3933668"/>
                <a:chExt cx="710216" cy="180000"/>
              </a:xfrm>
            </p:grpSpPr>
            <p:sp>
              <p:nvSpPr>
                <p:cNvPr id="56" name="직사각형 55">
                  <a:extLst>
                    <a:ext uri="{FF2B5EF4-FFF2-40B4-BE49-F238E27FC236}">
                      <a16:creationId xmlns:a16="http://schemas.microsoft.com/office/drawing/2014/main" id="{6E1C20CC-758A-AB64-1A62-538E62768574}"/>
                    </a:ext>
                  </a:extLst>
                </p:cNvPr>
                <p:cNvSpPr/>
                <p:nvPr/>
              </p:nvSpPr>
              <p:spPr>
                <a:xfrm>
                  <a:off x="395415" y="3966003"/>
                  <a:ext cx="115330" cy="11533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accent6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57" name="직사각형 56">
                  <a:extLst>
                    <a:ext uri="{FF2B5EF4-FFF2-40B4-BE49-F238E27FC236}">
                      <a16:creationId xmlns:a16="http://schemas.microsoft.com/office/drawing/2014/main" id="{171D8D2A-2719-86B6-7262-5EA31D46AD93}"/>
                    </a:ext>
                  </a:extLst>
                </p:cNvPr>
                <p:cNvSpPr/>
                <p:nvPr/>
              </p:nvSpPr>
              <p:spPr>
                <a:xfrm>
                  <a:off x="493631" y="3933668"/>
                  <a:ext cx="612000" cy="18000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ko-KR" altLang="en-US" sz="800" dirty="0" err="1">
                      <a:solidFill>
                        <a:schemeClr val="tx1"/>
                      </a:solidFill>
                    </a:rPr>
                    <a:t>스카이팀</a:t>
                  </a:r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8" name="그룹 57">
                <a:extLst>
                  <a:ext uri="{FF2B5EF4-FFF2-40B4-BE49-F238E27FC236}">
                    <a16:creationId xmlns:a16="http://schemas.microsoft.com/office/drawing/2014/main" id="{67610E39-DC5D-5512-F8D2-6D9541DEB3EA}"/>
                  </a:ext>
                </a:extLst>
              </p:cNvPr>
              <p:cNvGrpSpPr/>
              <p:nvPr/>
            </p:nvGrpSpPr>
            <p:grpSpPr>
              <a:xfrm>
                <a:off x="395415" y="5181604"/>
                <a:ext cx="710216" cy="180000"/>
                <a:chOff x="395415" y="3933668"/>
                <a:chExt cx="710216" cy="180000"/>
              </a:xfrm>
            </p:grpSpPr>
            <p:sp>
              <p:nvSpPr>
                <p:cNvPr id="59" name="직사각형 58">
                  <a:extLst>
                    <a:ext uri="{FF2B5EF4-FFF2-40B4-BE49-F238E27FC236}">
                      <a16:creationId xmlns:a16="http://schemas.microsoft.com/office/drawing/2014/main" id="{720AA93E-51E7-6FE9-86E3-3D72D76D532C}"/>
                    </a:ext>
                  </a:extLst>
                </p:cNvPr>
                <p:cNvSpPr/>
                <p:nvPr/>
              </p:nvSpPr>
              <p:spPr>
                <a:xfrm>
                  <a:off x="395415" y="3966003"/>
                  <a:ext cx="115330" cy="11533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accent6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60" name="직사각형 59">
                  <a:extLst>
                    <a:ext uri="{FF2B5EF4-FFF2-40B4-BE49-F238E27FC236}">
                      <a16:creationId xmlns:a16="http://schemas.microsoft.com/office/drawing/2014/main" id="{3B2CA27E-DD35-DD2A-3FDA-3C136C355ED8}"/>
                    </a:ext>
                  </a:extLst>
                </p:cNvPr>
                <p:cNvSpPr/>
                <p:nvPr/>
              </p:nvSpPr>
              <p:spPr>
                <a:xfrm>
                  <a:off x="493631" y="3933668"/>
                  <a:ext cx="612000" cy="18000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ko-KR" altLang="en-US" sz="800" dirty="0">
                      <a:solidFill>
                        <a:schemeClr val="tx1"/>
                      </a:solidFill>
                    </a:rPr>
                    <a:t>기타</a:t>
                  </a:r>
                </a:p>
              </p:txBody>
            </p:sp>
          </p:grpSp>
          <p:grpSp>
            <p:nvGrpSpPr>
              <p:cNvPr id="81" name="그룹 80">
                <a:extLst>
                  <a:ext uri="{FF2B5EF4-FFF2-40B4-BE49-F238E27FC236}">
                    <a16:creationId xmlns:a16="http://schemas.microsoft.com/office/drawing/2014/main" id="{7CD27707-E55B-ECA1-497A-D60D4D45428C}"/>
                  </a:ext>
                </a:extLst>
              </p:cNvPr>
              <p:cNvGrpSpPr/>
              <p:nvPr/>
            </p:nvGrpSpPr>
            <p:grpSpPr>
              <a:xfrm>
                <a:off x="1049366" y="4934800"/>
                <a:ext cx="115330" cy="115330"/>
                <a:chOff x="981171" y="3966003"/>
                <a:chExt cx="115330" cy="115330"/>
              </a:xfrm>
            </p:grpSpPr>
            <p:sp>
              <p:nvSpPr>
                <p:cNvPr id="82" name="직사각형 81">
                  <a:extLst>
                    <a:ext uri="{FF2B5EF4-FFF2-40B4-BE49-F238E27FC236}">
                      <a16:creationId xmlns:a16="http://schemas.microsoft.com/office/drawing/2014/main" id="{1542D95F-D7F3-FDE7-772E-194267705E75}"/>
                    </a:ext>
                  </a:extLst>
                </p:cNvPr>
                <p:cNvSpPr/>
                <p:nvPr/>
              </p:nvSpPr>
              <p:spPr>
                <a:xfrm>
                  <a:off x="981171" y="3966003"/>
                  <a:ext cx="115330" cy="115330"/>
                </a:xfrm>
                <a:prstGeom prst="rect">
                  <a:avLst/>
                </a:prstGeom>
                <a:solidFill>
                  <a:schemeClr val="bg2">
                    <a:lumMod val="50000"/>
                  </a:schemeClr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accent6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grpSp>
              <p:nvGrpSpPr>
                <p:cNvPr id="83" name="그룹 82">
                  <a:extLst>
                    <a:ext uri="{FF2B5EF4-FFF2-40B4-BE49-F238E27FC236}">
                      <a16:creationId xmlns:a16="http://schemas.microsoft.com/office/drawing/2014/main" id="{C533B956-7EF8-9AD5-27C2-0B34F803D645}"/>
                    </a:ext>
                  </a:extLst>
                </p:cNvPr>
                <p:cNvGrpSpPr/>
                <p:nvPr/>
              </p:nvGrpSpPr>
              <p:grpSpPr>
                <a:xfrm>
                  <a:off x="1002836" y="4005668"/>
                  <a:ext cx="72000" cy="36000"/>
                  <a:chOff x="3413760" y="4836443"/>
                  <a:chExt cx="345002" cy="117028"/>
                </a:xfrm>
              </p:grpSpPr>
              <p:cxnSp>
                <p:nvCxnSpPr>
                  <p:cNvPr id="84" name="직선 연결선 83">
                    <a:extLst>
                      <a:ext uri="{FF2B5EF4-FFF2-40B4-BE49-F238E27FC236}">
                        <a16:creationId xmlns:a16="http://schemas.microsoft.com/office/drawing/2014/main" id="{6BBB1882-FE28-F1AD-AB08-E925B183B97A}"/>
                      </a:ext>
                    </a:extLst>
                  </p:cNvPr>
                  <p:cNvCxnSpPr/>
                  <p:nvPr/>
                </p:nvCxnSpPr>
                <p:spPr>
                  <a:xfrm>
                    <a:off x="3413760" y="4836443"/>
                    <a:ext cx="117028" cy="117028"/>
                  </a:xfrm>
                  <a:prstGeom prst="line">
                    <a:avLst/>
                  </a:prstGeom>
                  <a:ln w="63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5" name="직선 연결선 84">
                    <a:extLst>
                      <a:ext uri="{FF2B5EF4-FFF2-40B4-BE49-F238E27FC236}">
                        <a16:creationId xmlns:a16="http://schemas.microsoft.com/office/drawing/2014/main" id="{629040B4-BE38-E86E-B6ED-BCE4E8546568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3513912" y="4837015"/>
                    <a:ext cx="244850" cy="116456"/>
                  </a:xfrm>
                  <a:prstGeom prst="line">
                    <a:avLst/>
                  </a:prstGeom>
                  <a:ln w="63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grpSp>
          <p:nvGrpSpPr>
            <p:cNvPr id="109" name="그룹 108">
              <a:extLst>
                <a:ext uri="{FF2B5EF4-FFF2-40B4-BE49-F238E27FC236}">
                  <a16:creationId xmlns:a16="http://schemas.microsoft.com/office/drawing/2014/main" id="{3F6488D4-24FD-BA53-2019-CD16C76148DC}"/>
                </a:ext>
              </a:extLst>
            </p:cNvPr>
            <p:cNvGrpSpPr/>
            <p:nvPr/>
          </p:nvGrpSpPr>
          <p:grpSpPr>
            <a:xfrm>
              <a:off x="297200" y="5677706"/>
              <a:ext cx="1816503" cy="442519"/>
              <a:chOff x="297200" y="5677706"/>
              <a:chExt cx="1816503" cy="442519"/>
            </a:xfrm>
          </p:grpSpPr>
          <p:sp>
            <p:nvSpPr>
              <p:cNvPr id="61" name="직사각형 60">
                <a:extLst>
                  <a:ext uri="{FF2B5EF4-FFF2-40B4-BE49-F238E27FC236}">
                    <a16:creationId xmlns:a16="http://schemas.microsoft.com/office/drawing/2014/main" id="{0D602BD7-4CBF-EE17-2396-FE85B2352FF8}"/>
                  </a:ext>
                </a:extLst>
              </p:cNvPr>
              <p:cNvSpPr/>
              <p:nvPr/>
            </p:nvSpPr>
            <p:spPr>
              <a:xfrm>
                <a:off x="297200" y="5677706"/>
                <a:ext cx="944880" cy="18000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800" b="1" dirty="0">
                    <a:solidFill>
                      <a:schemeClr val="tx1"/>
                    </a:solidFill>
                  </a:rPr>
                  <a:t>규정 준수여부</a:t>
                </a:r>
              </a:p>
            </p:txBody>
          </p:sp>
          <p:grpSp>
            <p:nvGrpSpPr>
              <p:cNvPr id="62" name="그룹 61">
                <a:extLst>
                  <a:ext uri="{FF2B5EF4-FFF2-40B4-BE49-F238E27FC236}">
                    <a16:creationId xmlns:a16="http://schemas.microsoft.com/office/drawing/2014/main" id="{F015DBA6-25BF-ECC5-019F-75B6A3E19DE0}"/>
                  </a:ext>
                </a:extLst>
              </p:cNvPr>
              <p:cNvGrpSpPr/>
              <p:nvPr/>
            </p:nvGrpSpPr>
            <p:grpSpPr>
              <a:xfrm>
                <a:off x="395415" y="5940225"/>
                <a:ext cx="494216" cy="180000"/>
                <a:chOff x="395415" y="3933668"/>
                <a:chExt cx="494216" cy="180000"/>
              </a:xfrm>
            </p:grpSpPr>
            <p:sp>
              <p:nvSpPr>
                <p:cNvPr id="63" name="직사각형 62">
                  <a:extLst>
                    <a:ext uri="{FF2B5EF4-FFF2-40B4-BE49-F238E27FC236}">
                      <a16:creationId xmlns:a16="http://schemas.microsoft.com/office/drawing/2014/main" id="{502470C4-EF80-6882-19C7-DE187293DCA3}"/>
                    </a:ext>
                  </a:extLst>
                </p:cNvPr>
                <p:cNvSpPr/>
                <p:nvPr/>
              </p:nvSpPr>
              <p:spPr>
                <a:xfrm>
                  <a:off x="395415" y="3966003"/>
                  <a:ext cx="115330" cy="11533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accent6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64" name="직사각형 63">
                  <a:extLst>
                    <a:ext uri="{FF2B5EF4-FFF2-40B4-BE49-F238E27FC236}">
                      <a16:creationId xmlns:a16="http://schemas.microsoft.com/office/drawing/2014/main" id="{EFC6A9F3-77F9-25E5-B2E6-56A16386A6A5}"/>
                    </a:ext>
                  </a:extLst>
                </p:cNvPr>
                <p:cNvSpPr/>
                <p:nvPr/>
              </p:nvSpPr>
              <p:spPr>
                <a:xfrm>
                  <a:off x="493631" y="3933668"/>
                  <a:ext cx="396000" cy="18000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ko-KR" altLang="en-US" sz="800" dirty="0">
                      <a:solidFill>
                        <a:schemeClr val="tx1"/>
                      </a:solidFill>
                    </a:rPr>
                    <a:t>전체</a:t>
                  </a:r>
                </a:p>
              </p:txBody>
            </p:sp>
          </p:grpSp>
          <p:grpSp>
            <p:nvGrpSpPr>
              <p:cNvPr id="65" name="그룹 64">
                <a:extLst>
                  <a:ext uri="{FF2B5EF4-FFF2-40B4-BE49-F238E27FC236}">
                    <a16:creationId xmlns:a16="http://schemas.microsoft.com/office/drawing/2014/main" id="{2E9F5B98-C1B0-FB35-57F7-271C01EB6E16}"/>
                  </a:ext>
                </a:extLst>
              </p:cNvPr>
              <p:cNvGrpSpPr/>
              <p:nvPr/>
            </p:nvGrpSpPr>
            <p:grpSpPr>
              <a:xfrm>
                <a:off x="935451" y="5940225"/>
                <a:ext cx="494216" cy="180000"/>
                <a:chOff x="395415" y="3933668"/>
                <a:chExt cx="494216" cy="180000"/>
              </a:xfrm>
            </p:grpSpPr>
            <p:sp>
              <p:nvSpPr>
                <p:cNvPr id="66" name="직사각형 65">
                  <a:extLst>
                    <a:ext uri="{FF2B5EF4-FFF2-40B4-BE49-F238E27FC236}">
                      <a16:creationId xmlns:a16="http://schemas.microsoft.com/office/drawing/2014/main" id="{94CC4FA0-97D8-F6E0-DB9C-743C8E4E8B57}"/>
                    </a:ext>
                  </a:extLst>
                </p:cNvPr>
                <p:cNvSpPr/>
                <p:nvPr/>
              </p:nvSpPr>
              <p:spPr>
                <a:xfrm>
                  <a:off x="395415" y="3966003"/>
                  <a:ext cx="115330" cy="11533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accent6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67" name="직사각형 66">
                  <a:extLst>
                    <a:ext uri="{FF2B5EF4-FFF2-40B4-BE49-F238E27FC236}">
                      <a16:creationId xmlns:a16="http://schemas.microsoft.com/office/drawing/2014/main" id="{2218BD5C-5243-DEEF-CC82-E82FB3BA8215}"/>
                    </a:ext>
                  </a:extLst>
                </p:cNvPr>
                <p:cNvSpPr/>
                <p:nvPr/>
              </p:nvSpPr>
              <p:spPr>
                <a:xfrm>
                  <a:off x="493631" y="3933668"/>
                  <a:ext cx="396000" cy="18000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ko-KR" altLang="en-US" sz="800" dirty="0">
                      <a:solidFill>
                        <a:schemeClr val="tx1"/>
                      </a:solidFill>
                    </a:rPr>
                    <a:t>준수</a:t>
                  </a:r>
                </a:p>
              </p:txBody>
            </p:sp>
          </p:grpSp>
          <p:grpSp>
            <p:nvGrpSpPr>
              <p:cNvPr id="68" name="그룹 67">
                <a:extLst>
                  <a:ext uri="{FF2B5EF4-FFF2-40B4-BE49-F238E27FC236}">
                    <a16:creationId xmlns:a16="http://schemas.microsoft.com/office/drawing/2014/main" id="{521AB1F9-429B-6CE5-E50B-D4F65391DDA7}"/>
                  </a:ext>
                </a:extLst>
              </p:cNvPr>
              <p:cNvGrpSpPr/>
              <p:nvPr/>
            </p:nvGrpSpPr>
            <p:grpSpPr>
              <a:xfrm>
                <a:off x="1475487" y="5940225"/>
                <a:ext cx="638216" cy="180000"/>
                <a:chOff x="395415" y="3933668"/>
                <a:chExt cx="638216" cy="180000"/>
              </a:xfrm>
            </p:grpSpPr>
            <p:sp>
              <p:nvSpPr>
                <p:cNvPr id="69" name="직사각형 68">
                  <a:extLst>
                    <a:ext uri="{FF2B5EF4-FFF2-40B4-BE49-F238E27FC236}">
                      <a16:creationId xmlns:a16="http://schemas.microsoft.com/office/drawing/2014/main" id="{6FFDADAB-AE12-30BB-7BD8-3B7A8A088EBB}"/>
                    </a:ext>
                  </a:extLst>
                </p:cNvPr>
                <p:cNvSpPr/>
                <p:nvPr/>
              </p:nvSpPr>
              <p:spPr>
                <a:xfrm>
                  <a:off x="395415" y="3966003"/>
                  <a:ext cx="115330" cy="115330"/>
                </a:xfrm>
                <a:prstGeom prst="rect">
                  <a:avLst/>
                </a:prstGeom>
                <a:solidFill>
                  <a:schemeClr val="bg1"/>
                </a:solidFill>
                <a:ln w="9525" cap="flat" cmpd="sng" algn="ctr">
                  <a:solidFill>
                    <a:schemeClr val="bg1">
                      <a:lumMod val="85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accent6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70" name="직사각형 69">
                  <a:extLst>
                    <a:ext uri="{FF2B5EF4-FFF2-40B4-BE49-F238E27FC236}">
                      <a16:creationId xmlns:a16="http://schemas.microsoft.com/office/drawing/2014/main" id="{87D8B97A-96B5-D3C0-60B2-44530A7D79B5}"/>
                    </a:ext>
                  </a:extLst>
                </p:cNvPr>
                <p:cNvSpPr/>
                <p:nvPr/>
              </p:nvSpPr>
              <p:spPr>
                <a:xfrm>
                  <a:off x="493631" y="3933668"/>
                  <a:ext cx="540000" cy="180000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ko-KR" altLang="en-US" sz="800" dirty="0" err="1">
                      <a:solidFill>
                        <a:schemeClr val="tx1"/>
                      </a:solidFill>
                    </a:rPr>
                    <a:t>미준수</a:t>
                  </a:r>
                  <a:endParaRPr lang="ko-KR" altLang="en-US" sz="8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86" name="그룹 85">
                <a:extLst>
                  <a:ext uri="{FF2B5EF4-FFF2-40B4-BE49-F238E27FC236}">
                    <a16:creationId xmlns:a16="http://schemas.microsoft.com/office/drawing/2014/main" id="{81A61960-A56D-ACE0-3453-755823A70964}"/>
                  </a:ext>
                </a:extLst>
              </p:cNvPr>
              <p:cNvGrpSpPr/>
              <p:nvPr/>
            </p:nvGrpSpPr>
            <p:grpSpPr>
              <a:xfrm>
                <a:off x="938420" y="5974744"/>
                <a:ext cx="115330" cy="115330"/>
                <a:chOff x="981171" y="3966003"/>
                <a:chExt cx="115330" cy="115330"/>
              </a:xfrm>
            </p:grpSpPr>
            <p:sp>
              <p:nvSpPr>
                <p:cNvPr id="87" name="직사각형 86">
                  <a:extLst>
                    <a:ext uri="{FF2B5EF4-FFF2-40B4-BE49-F238E27FC236}">
                      <a16:creationId xmlns:a16="http://schemas.microsoft.com/office/drawing/2014/main" id="{72CBED92-438E-BAA4-8C74-60D4F73E4133}"/>
                    </a:ext>
                  </a:extLst>
                </p:cNvPr>
                <p:cNvSpPr/>
                <p:nvPr/>
              </p:nvSpPr>
              <p:spPr>
                <a:xfrm>
                  <a:off x="981171" y="3966003"/>
                  <a:ext cx="115330" cy="115330"/>
                </a:xfrm>
                <a:prstGeom prst="rect">
                  <a:avLst/>
                </a:prstGeom>
                <a:solidFill>
                  <a:schemeClr val="bg2">
                    <a:lumMod val="50000"/>
                  </a:schemeClr>
                </a:solidFill>
                <a:ln w="9525" cap="flat" cmpd="sng" algn="ctr">
                  <a:noFill/>
                  <a:prstDash val="solid"/>
                  <a:round/>
                  <a:headEnd type="none" w="med" len="med"/>
                  <a:tailEnd type="none" w="med" len="med"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accent6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grpSp>
              <p:nvGrpSpPr>
                <p:cNvPr id="88" name="그룹 87">
                  <a:extLst>
                    <a:ext uri="{FF2B5EF4-FFF2-40B4-BE49-F238E27FC236}">
                      <a16:creationId xmlns:a16="http://schemas.microsoft.com/office/drawing/2014/main" id="{AD40B156-BA11-75F8-7806-33F1E48A8FC1}"/>
                    </a:ext>
                  </a:extLst>
                </p:cNvPr>
                <p:cNvGrpSpPr/>
                <p:nvPr/>
              </p:nvGrpSpPr>
              <p:grpSpPr>
                <a:xfrm>
                  <a:off x="1002836" y="4005668"/>
                  <a:ext cx="72000" cy="36000"/>
                  <a:chOff x="3413760" y="4836443"/>
                  <a:chExt cx="345002" cy="117028"/>
                </a:xfrm>
              </p:grpSpPr>
              <p:cxnSp>
                <p:nvCxnSpPr>
                  <p:cNvPr id="89" name="직선 연결선 88">
                    <a:extLst>
                      <a:ext uri="{FF2B5EF4-FFF2-40B4-BE49-F238E27FC236}">
                        <a16:creationId xmlns:a16="http://schemas.microsoft.com/office/drawing/2014/main" id="{86AAE396-F69D-505A-1E62-2BB2CE41314D}"/>
                      </a:ext>
                    </a:extLst>
                  </p:cNvPr>
                  <p:cNvCxnSpPr/>
                  <p:nvPr/>
                </p:nvCxnSpPr>
                <p:spPr>
                  <a:xfrm>
                    <a:off x="3413760" y="4836443"/>
                    <a:ext cx="117028" cy="117028"/>
                  </a:xfrm>
                  <a:prstGeom prst="line">
                    <a:avLst/>
                  </a:prstGeom>
                  <a:ln w="63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0" name="직선 연결선 89">
                    <a:extLst>
                      <a:ext uri="{FF2B5EF4-FFF2-40B4-BE49-F238E27FC236}">
                        <a16:creationId xmlns:a16="http://schemas.microsoft.com/office/drawing/2014/main" id="{3293D303-1502-4258-CDDB-3A6EABC7D69D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3513912" y="4837015"/>
                    <a:ext cx="244850" cy="116456"/>
                  </a:xfrm>
                  <a:prstGeom prst="line">
                    <a:avLst/>
                  </a:prstGeom>
                  <a:ln w="6350">
                    <a:solidFill>
                      <a:schemeClr val="bg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980C9986-1105-2A2C-2A61-25745BA17200}"/>
                </a:ext>
              </a:extLst>
            </p:cNvPr>
            <p:cNvSpPr/>
            <p:nvPr/>
          </p:nvSpPr>
          <p:spPr>
            <a:xfrm>
              <a:off x="601362" y="2362206"/>
              <a:ext cx="3239999" cy="51037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336" name="그룹 335">
              <a:extLst>
                <a:ext uri="{FF2B5EF4-FFF2-40B4-BE49-F238E27FC236}">
                  <a16:creationId xmlns:a16="http://schemas.microsoft.com/office/drawing/2014/main" id="{2831DEE7-7810-C578-B730-263D979212F9}"/>
                </a:ext>
              </a:extLst>
            </p:cNvPr>
            <p:cNvGrpSpPr/>
            <p:nvPr/>
          </p:nvGrpSpPr>
          <p:grpSpPr>
            <a:xfrm>
              <a:off x="395417" y="2941384"/>
              <a:ext cx="8155460" cy="1955936"/>
              <a:chOff x="395417" y="2941384"/>
              <a:chExt cx="8155460" cy="1955936"/>
            </a:xfrm>
            <a:effectLst>
              <a:outerShdw blurRad="101600" dist="38100" dir="16200000" rotWithShape="0">
                <a:prstClr val="black">
                  <a:alpha val="15000"/>
                </a:prstClr>
              </a:outerShdw>
            </a:effectLst>
          </p:grpSpPr>
          <p:sp>
            <p:nvSpPr>
              <p:cNvPr id="92" name="직사각형 91">
                <a:extLst>
                  <a:ext uri="{FF2B5EF4-FFF2-40B4-BE49-F238E27FC236}">
                    <a16:creationId xmlns:a16="http://schemas.microsoft.com/office/drawing/2014/main" id="{E85A5D59-BA6E-5452-D504-CC2605D15036}"/>
                  </a:ext>
                </a:extLst>
              </p:cNvPr>
              <p:cNvSpPr/>
              <p:nvPr/>
            </p:nvSpPr>
            <p:spPr>
              <a:xfrm>
                <a:off x="395417" y="2941384"/>
                <a:ext cx="8155460" cy="1955936"/>
              </a:xfrm>
              <a:prstGeom prst="rect">
                <a:avLst/>
              </a:prstGeom>
              <a:solidFill>
                <a:schemeClr val="bg1"/>
              </a:solidFill>
              <a:ln w="6350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3" name="직사각형 92">
                <a:extLst>
                  <a:ext uri="{FF2B5EF4-FFF2-40B4-BE49-F238E27FC236}">
                    <a16:creationId xmlns:a16="http://schemas.microsoft.com/office/drawing/2014/main" id="{E2DE22A2-6045-5C78-F068-E6992C2B48E2}"/>
                  </a:ext>
                </a:extLst>
              </p:cNvPr>
              <p:cNvSpPr/>
              <p:nvPr/>
            </p:nvSpPr>
            <p:spPr>
              <a:xfrm>
                <a:off x="520004" y="3105179"/>
                <a:ext cx="1064215" cy="26883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ko-KR" altLang="en-US" sz="1000" b="1" dirty="0">
                    <a:solidFill>
                      <a:schemeClr val="tx1"/>
                    </a:solidFill>
                  </a:rPr>
                  <a:t>지역 선택</a:t>
                </a:r>
              </a:p>
            </p:txBody>
          </p:sp>
          <p:grpSp>
            <p:nvGrpSpPr>
              <p:cNvPr id="121" name="그룹 120">
                <a:extLst>
                  <a:ext uri="{FF2B5EF4-FFF2-40B4-BE49-F238E27FC236}">
                    <a16:creationId xmlns:a16="http://schemas.microsoft.com/office/drawing/2014/main" id="{7A03E951-7A9B-05AB-8C59-863E3C1CE435}"/>
                  </a:ext>
                </a:extLst>
              </p:cNvPr>
              <p:cNvGrpSpPr/>
              <p:nvPr/>
            </p:nvGrpSpPr>
            <p:grpSpPr>
              <a:xfrm>
                <a:off x="8225984" y="3185594"/>
                <a:ext cx="108000" cy="108000"/>
                <a:chOff x="5869251" y="3186842"/>
                <a:chExt cx="160846" cy="160846"/>
              </a:xfrm>
            </p:grpSpPr>
            <p:cxnSp>
              <p:nvCxnSpPr>
                <p:cNvPr id="117" name="직선 연결선 116">
                  <a:extLst>
                    <a:ext uri="{FF2B5EF4-FFF2-40B4-BE49-F238E27FC236}">
                      <a16:creationId xmlns:a16="http://schemas.microsoft.com/office/drawing/2014/main" id="{BACAD1E7-6A9A-75C6-E65E-EE98AC77895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869251" y="3186842"/>
                  <a:ext cx="160846" cy="160846"/>
                </a:xfrm>
                <a:prstGeom prst="line">
                  <a:avLst/>
                </a:prstGeom>
                <a:ln w="9525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0" name="직선 연결선 119">
                  <a:extLst>
                    <a:ext uri="{FF2B5EF4-FFF2-40B4-BE49-F238E27FC236}">
                      <a16:creationId xmlns:a16="http://schemas.microsoft.com/office/drawing/2014/main" id="{6C28934E-A84F-B9F5-CF1F-462172DA3E8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869251" y="3186842"/>
                  <a:ext cx="160846" cy="160846"/>
                </a:xfrm>
                <a:prstGeom prst="line">
                  <a:avLst/>
                </a:prstGeom>
                <a:ln w="9525"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31" name="그룹 330">
                <a:extLst>
                  <a:ext uri="{FF2B5EF4-FFF2-40B4-BE49-F238E27FC236}">
                    <a16:creationId xmlns:a16="http://schemas.microsoft.com/office/drawing/2014/main" id="{D2A0CE26-58E7-E90F-876F-F141EEE3A76C}"/>
                  </a:ext>
                </a:extLst>
              </p:cNvPr>
              <p:cNvGrpSpPr/>
              <p:nvPr/>
            </p:nvGrpSpPr>
            <p:grpSpPr>
              <a:xfrm>
                <a:off x="603147" y="3523454"/>
                <a:ext cx="7740000" cy="1019630"/>
                <a:chOff x="603147" y="3523454"/>
                <a:chExt cx="7740000" cy="1019630"/>
              </a:xfrm>
            </p:grpSpPr>
            <p:sp>
              <p:nvSpPr>
                <p:cNvPr id="94" name="직사각형 93">
                  <a:extLst>
                    <a:ext uri="{FF2B5EF4-FFF2-40B4-BE49-F238E27FC236}">
                      <a16:creationId xmlns:a16="http://schemas.microsoft.com/office/drawing/2014/main" id="{4006AEF3-BB61-6EAE-70D3-F6C09A24ADB6}"/>
                    </a:ext>
                  </a:extLst>
                </p:cNvPr>
                <p:cNvSpPr/>
                <p:nvPr/>
              </p:nvSpPr>
              <p:spPr>
                <a:xfrm>
                  <a:off x="603147" y="3523454"/>
                  <a:ext cx="7740000" cy="1019630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chemeClr val="bg2">
                      <a:lumMod val="9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grpSp>
              <p:nvGrpSpPr>
                <p:cNvPr id="103" name="그룹 102">
                  <a:extLst>
                    <a:ext uri="{FF2B5EF4-FFF2-40B4-BE49-F238E27FC236}">
                      <a16:creationId xmlns:a16="http://schemas.microsoft.com/office/drawing/2014/main" id="{A76C5347-D27F-C05F-C879-D70B49405D24}"/>
                    </a:ext>
                  </a:extLst>
                </p:cNvPr>
                <p:cNvGrpSpPr/>
                <p:nvPr/>
              </p:nvGrpSpPr>
              <p:grpSpPr>
                <a:xfrm>
                  <a:off x="608666" y="3523454"/>
                  <a:ext cx="1352570" cy="970971"/>
                  <a:chOff x="608664" y="3474558"/>
                  <a:chExt cx="1352570" cy="970971"/>
                </a:xfrm>
              </p:grpSpPr>
              <p:sp>
                <p:nvSpPr>
                  <p:cNvPr id="95" name="직사각형 94">
                    <a:extLst>
                      <a:ext uri="{FF2B5EF4-FFF2-40B4-BE49-F238E27FC236}">
                        <a16:creationId xmlns:a16="http://schemas.microsoft.com/office/drawing/2014/main" id="{F187024E-3B3A-FEED-34B0-CE3E29A5FE52}"/>
                      </a:ext>
                    </a:extLst>
                  </p:cNvPr>
                  <p:cNvSpPr/>
                  <p:nvPr/>
                </p:nvSpPr>
                <p:spPr>
                  <a:xfrm>
                    <a:off x="608664" y="3474558"/>
                    <a:ext cx="1352570" cy="2412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800" b="1" dirty="0">
                        <a:solidFill>
                          <a:schemeClr val="tx2">
                            <a:lumMod val="50000"/>
                            <a:lumOff val="50000"/>
                          </a:schemeClr>
                        </a:solidFill>
                      </a:rPr>
                      <a:t>대한민국</a:t>
                    </a:r>
                  </a:p>
                </p:txBody>
              </p:sp>
              <p:sp>
                <p:nvSpPr>
                  <p:cNvPr id="96" name="직사각형 95">
                    <a:extLst>
                      <a:ext uri="{FF2B5EF4-FFF2-40B4-BE49-F238E27FC236}">
                        <a16:creationId xmlns:a16="http://schemas.microsoft.com/office/drawing/2014/main" id="{313A6997-AD0D-D98B-A6F1-0CC0DABA6C99}"/>
                      </a:ext>
                    </a:extLst>
                  </p:cNvPr>
                  <p:cNvSpPr/>
                  <p:nvPr/>
                </p:nvSpPr>
                <p:spPr>
                  <a:xfrm>
                    <a:off x="608664" y="3717815"/>
                    <a:ext cx="1352570" cy="241200"/>
                  </a:xfrm>
                  <a:prstGeom prst="rect">
                    <a:avLst/>
                  </a:prstGeom>
                  <a:solidFill>
                    <a:schemeClr val="bg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8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7" name="직사각형 96">
                    <a:extLst>
                      <a:ext uri="{FF2B5EF4-FFF2-40B4-BE49-F238E27FC236}">
                        <a16:creationId xmlns:a16="http://schemas.microsoft.com/office/drawing/2014/main" id="{B33D606A-6433-347C-DB35-FA6CB469F472}"/>
                      </a:ext>
                    </a:extLst>
                  </p:cNvPr>
                  <p:cNvSpPr/>
                  <p:nvPr/>
                </p:nvSpPr>
                <p:spPr>
                  <a:xfrm>
                    <a:off x="608664" y="3961072"/>
                    <a:ext cx="1352570" cy="241200"/>
                  </a:xfrm>
                  <a:prstGeom prst="rect">
                    <a:avLst/>
                  </a:prstGeom>
                  <a:solidFill>
                    <a:schemeClr val="bg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800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98" name="직사각형 97">
                    <a:extLst>
                      <a:ext uri="{FF2B5EF4-FFF2-40B4-BE49-F238E27FC236}">
                        <a16:creationId xmlns:a16="http://schemas.microsoft.com/office/drawing/2014/main" id="{E73FA0C3-8B76-D4FB-6C06-5A9255FF5AC2}"/>
                      </a:ext>
                    </a:extLst>
                  </p:cNvPr>
                  <p:cNvSpPr/>
                  <p:nvPr/>
                </p:nvSpPr>
                <p:spPr>
                  <a:xfrm>
                    <a:off x="608664" y="4204329"/>
                    <a:ext cx="1352570" cy="241200"/>
                  </a:xfrm>
                  <a:prstGeom prst="rect">
                    <a:avLst/>
                  </a:prstGeom>
                  <a:solidFill>
                    <a:schemeClr val="bg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sz="800" dirty="0">
                      <a:solidFill>
                        <a:schemeClr val="tx1"/>
                      </a:solidFill>
                    </a:endParaRPr>
                  </a:p>
                </p:txBody>
              </p:sp>
            </p:grpSp>
            <p:grpSp>
              <p:nvGrpSpPr>
                <p:cNvPr id="327" name="그룹 326">
                  <a:extLst>
                    <a:ext uri="{FF2B5EF4-FFF2-40B4-BE49-F238E27FC236}">
                      <a16:creationId xmlns:a16="http://schemas.microsoft.com/office/drawing/2014/main" id="{382EDC7D-F72B-5949-FB7B-06F20EC456DB}"/>
                    </a:ext>
                  </a:extLst>
                </p:cNvPr>
                <p:cNvGrpSpPr/>
                <p:nvPr/>
              </p:nvGrpSpPr>
              <p:grpSpPr>
                <a:xfrm>
                  <a:off x="2296034" y="3523454"/>
                  <a:ext cx="1260000" cy="966642"/>
                  <a:chOff x="2296034" y="3523454"/>
                  <a:chExt cx="1260000" cy="966642"/>
                </a:xfrm>
              </p:grpSpPr>
              <p:sp>
                <p:nvSpPr>
                  <p:cNvPr id="122" name="직사각형 121">
                    <a:extLst>
                      <a:ext uri="{FF2B5EF4-FFF2-40B4-BE49-F238E27FC236}">
                        <a16:creationId xmlns:a16="http://schemas.microsoft.com/office/drawing/2014/main" id="{407AC689-4096-C9EB-FC3B-1F1847B5E165}"/>
                      </a:ext>
                    </a:extLst>
                  </p:cNvPr>
                  <p:cNvSpPr/>
                  <p:nvPr/>
                </p:nvSpPr>
                <p:spPr>
                  <a:xfrm>
                    <a:off x="2296034" y="3523454"/>
                    <a:ext cx="1260000" cy="2412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r>
                      <a:rPr lang="en-US" altLang="ko-KR" sz="800" b="1" dirty="0">
                        <a:solidFill>
                          <a:schemeClr val="tx1"/>
                        </a:solidFill>
                      </a:rPr>
                      <a:t>ICN </a:t>
                    </a:r>
                    <a:r>
                      <a:rPr lang="ko-KR" altLang="en-US" sz="800" b="1" dirty="0">
                        <a:solidFill>
                          <a:schemeClr val="tx1"/>
                        </a:solidFill>
                      </a:rPr>
                      <a:t>인천</a:t>
                    </a:r>
                  </a:p>
                </p:txBody>
              </p:sp>
              <p:sp>
                <p:nvSpPr>
                  <p:cNvPr id="127" name="직사각형 126">
                    <a:extLst>
                      <a:ext uri="{FF2B5EF4-FFF2-40B4-BE49-F238E27FC236}">
                        <a16:creationId xmlns:a16="http://schemas.microsoft.com/office/drawing/2014/main" id="{D252ED82-D786-909E-54EC-746B9A0CE82D}"/>
                      </a:ext>
                    </a:extLst>
                  </p:cNvPr>
                  <p:cNvSpPr/>
                  <p:nvPr/>
                </p:nvSpPr>
                <p:spPr>
                  <a:xfrm>
                    <a:off x="2296034" y="3765268"/>
                    <a:ext cx="1260000" cy="2412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r>
                      <a:rPr lang="en-US" altLang="ko-KR" sz="800" dirty="0">
                        <a:solidFill>
                          <a:schemeClr val="tx1"/>
                        </a:solidFill>
                      </a:rPr>
                      <a:t>KWJ </a:t>
                    </a:r>
                    <a:r>
                      <a:rPr lang="ko-KR" altLang="en-US" sz="800" dirty="0">
                        <a:solidFill>
                          <a:schemeClr val="tx1"/>
                        </a:solidFill>
                      </a:rPr>
                      <a:t>광주</a:t>
                    </a:r>
                  </a:p>
                </p:txBody>
              </p:sp>
              <p:sp>
                <p:nvSpPr>
                  <p:cNvPr id="130" name="직사각형 129">
                    <a:extLst>
                      <a:ext uri="{FF2B5EF4-FFF2-40B4-BE49-F238E27FC236}">
                        <a16:creationId xmlns:a16="http://schemas.microsoft.com/office/drawing/2014/main" id="{7CF0B8C7-220F-99E6-2EAB-54A5567FCA2A}"/>
                      </a:ext>
                    </a:extLst>
                  </p:cNvPr>
                  <p:cNvSpPr/>
                  <p:nvPr/>
                </p:nvSpPr>
                <p:spPr>
                  <a:xfrm>
                    <a:off x="2296034" y="4007082"/>
                    <a:ext cx="1260000" cy="2412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r>
                      <a:rPr lang="en-US" altLang="ko-KR" sz="800" dirty="0">
                        <a:solidFill>
                          <a:schemeClr val="tx1"/>
                        </a:solidFill>
                      </a:rPr>
                      <a:t>RSU </a:t>
                    </a:r>
                    <a:r>
                      <a:rPr lang="ko-KR" altLang="en-US" sz="800" dirty="0">
                        <a:solidFill>
                          <a:schemeClr val="tx1"/>
                        </a:solidFill>
                      </a:rPr>
                      <a:t>여수</a:t>
                    </a:r>
                    <a:r>
                      <a:rPr lang="en-US" altLang="ko-KR" sz="800" dirty="0">
                        <a:solidFill>
                          <a:schemeClr val="tx1"/>
                        </a:solidFill>
                      </a:rPr>
                      <a:t>/</a:t>
                    </a:r>
                    <a:r>
                      <a:rPr lang="ko-KR" altLang="en-US" sz="800" dirty="0">
                        <a:solidFill>
                          <a:schemeClr val="tx1"/>
                        </a:solidFill>
                      </a:rPr>
                      <a:t>순천</a:t>
                    </a:r>
                  </a:p>
                </p:txBody>
              </p:sp>
              <p:sp>
                <p:nvSpPr>
                  <p:cNvPr id="131" name="직사각형 130">
                    <a:extLst>
                      <a:ext uri="{FF2B5EF4-FFF2-40B4-BE49-F238E27FC236}">
                        <a16:creationId xmlns:a16="http://schemas.microsoft.com/office/drawing/2014/main" id="{AF48EC20-7A51-AB08-B351-1CA1B8BC0556}"/>
                      </a:ext>
                    </a:extLst>
                  </p:cNvPr>
                  <p:cNvSpPr/>
                  <p:nvPr/>
                </p:nvSpPr>
                <p:spPr>
                  <a:xfrm>
                    <a:off x="2296034" y="4248896"/>
                    <a:ext cx="1260000" cy="2412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r>
                      <a:rPr lang="en-US" altLang="ko-KR" sz="800" dirty="0">
                        <a:solidFill>
                          <a:schemeClr val="tx1"/>
                        </a:solidFill>
                      </a:rPr>
                      <a:t>CJJ </a:t>
                    </a:r>
                    <a:r>
                      <a:rPr lang="ko-KR" altLang="en-US" sz="800" dirty="0">
                        <a:solidFill>
                          <a:schemeClr val="tx1"/>
                        </a:solidFill>
                      </a:rPr>
                      <a:t>청주</a:t>
                    </a:r>
                  </a:p>
                </p:txBody>
              </p:sp>
            </p:grpSp>
            <p:grpSp>
              <p:nvGrpSpPr>
                <p:cNvPr id="328" name="그룹 327">
                  <a:extLst>
                    <a:ext uri="{FF2B5EF4-FFF2-40B4-BE49-F238E27FC236}">
                      <a16:creationId xmlns:a16="http://schemas.microsoft.com/office/drawing/2014/main" id="{8E0C813F-D250-15D8-6B4E-8425BEEA0195}"/>
                    </a:ext>
                  </a:extLst>
                </p:cNvPr>
                <p:cNvGrpSpPr/>
                <p:nvPr/>
              </p:nvGrpSpPr>
              <p:grpSpPr>
                <a:xfrm>
                  <a:off x="3892191" y="3523454"/>
                  <a:ext cx="1260000" cy="966642"/>
                  <a:chOff x="3892191" y="3523454"/>
                  <a:chExt cx="1260000" cy="966642"/>
                </a:xfrm>
              </p:grpSpPr>
              <p:sp>
                <p:nvSpPr>
                  <p:cNvPr id="132" name="직사각형 131">
                    <a:extLst>
                      <a:ext uri="{FF2B5EF4-FFF2-40B4-BE49-F238E27FC236}">
                        <a16:creationId xmlns:a16="http://schemas.microsoft.com/office/drawing/2014/main" id="{3019D6C1-171D-504C-0C9E-980844F29CB6}"/>
                      </a:ext>
                    </a:extLst>
                  </p:cNvPr>
                  <p:cNvSpPr/>
                  <p:nvPr/>
                </p:nvSpPr>
                <p:spPr>
                  <a:xfrm>
                    <a:off x="3892191" y="3523454"/>
                    <a:ext cx="1260000" cy="2412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r>
                      <a:rPr lang="en-US" altLang="ko-KR" sz="800" dirty="0">
                        <a:solidFill>
                          <a:schemeClr val="tx1"/>
                        </a:solidFill>
                      </a:rPr>
                      <a:t>GMP </a:t>
                    </a:r>
                    <a:r>
                      <a:rPr lang="ko-KR" altLang="en-US" sz="800" dirty="0">
                        <a:solidFill>
                          <a:schemeClr val="tx1"/>
                        </a:solidFill>
                      </a:rPr>
                      <a:t>김포</a:t>
                    </a:r>
                  </a:p>
                </p:txBody>
              </p:sp>
              <p:sp>
                <p:nvSpPr>
                  <p:cNvPr id="133" name="직사각형 132">
                    <a:extLst>
                      <a:ext uri="{FF2B5EF4-FFF2-40B4-BE49-F238E27FC236}">
                        <a16:creationId xmlns:a16="http://schemas.microsoft.com/office/drawing/2014/main" id="{6B09EEBB-56CC-CA97-190C-D32B82DAE9A8}"/>
                      </a:ext>
                    </a:extLst>
                  </p:cNvPr>
                  <p:cNvSpPr/>
                  <p:nvPr/>
                </p:nvSpPr>
                <p:spPr>
                  <a:xfrm>
                    <a:off x="3892191" y="3765268"/>
                    <a:ext cx="1260000" cy="2412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r>
                      <a:rPr lang="en-US" altLang="ko-KR" sz="800" dirty="0">
                        <a:solidFill>
                          <a:schemeClr val="tx1"/>
                        </a:solidFill>
                      </a:rPr>
                      <a:t>TAE </a:t>
                    </a:r>
                    <a:r>
                      <a:rPr lang="ko-KR" altLang="en-US" sz="800" dirty="0">
                        <a:solidFill>
                          <a:schemeClr val="tx1"/>
                        </a:solidFill>
                      </a:rPr>
                      <a:t>대구</a:t>
                    </a:r>
                  </a:p>
                </p:txBody>
              </p:sp>
              <p:sp>
                <p:nvSpPr>
                  <p:cNvPr id="134" name="직사각형 133">
                    <a:extLst>
                      <a:ext uri="{FF2B5EF4-FFF2-40B4-BE49-F238E27FC236}">
                        <a16:creationId xmlns:a16="http://schemas.microsoft.com/office/drawing/2014/main" id="{EB142E44-3EC6-34CA-1A71-54CBAD301BAF}"/>
                      </a:ext>
                    </a:extLst>
                  </p:cNvPr>
                  <p:cNvSpPr/>
                  <p:nvPr/>
                </p:nvSpPr>
                <p:spPr>
                  <a:xfrm>
                    <a:off x="3892191" y="4007082"/>
                    <a:ext cx="1260000" cy="2412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r>
                      <a:rPr lang="en-US" altLang="ko-KR" sz="800" dirty="0">
                        <a:solidFill>
                          <a:schemeClr val="tx1"/>
                        </a:solidFill>
                      </a:rPr>
                      <a:t>USN </a:t>
                    </a:r>
                    <a:r>
                      <a:rPr lang="ko-KR" altLang="en-US" sz="800" dirty="0">
                        <a:solidFill>
                          <a:schemeClr val="tx1"/>
                        </a:solidFill>
                      </a:rPr>
                      <a:t>울산</a:t>
                    </a:r>
                  </a:p>
                </p:txBody>
              </p:sp>
              <p:sp>
                <p:nvSpPr>
                  <p:cNvPr id="135" name="직사각형 134">
                    <a:extLst>
                      <a:ext uri="{FF2B5EF4-FFF2-40B4-BE49-F238E27FC236}">
                        <a16:creationId xmlns:a16="http://schemas.microsoft.com/office/drawing/2014/main" id="{D2DC4216-F464-4A2C-3B89-8A7C476F56F4}"/>
                      </a:ext>
                    </a:extLst>
                  </p:cNvPr>
                  <p:cNvSpPr/>
                  <p:nvPr/>
                </p:nvSpPr>
                <p:spPr>
                  <a:xfrm>
                    <a:off x="3892191" y="4248896"/>
                    <a:ext cx="1260000" cy="2412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r>
                      <a:rPr lang="en-US" altLang="ko-KR" sz="800" dirty="0">
                        <a:solidFill>
                          <a:schemeClr val="tx1"/>
                        </a:solidFill>
                      </a:rPr>
                      <a:t>KPO </a:t>
                    </a:r>
                    <a:r>
                      <a:rPr lang="ko-KR" altLang="en-US" sz="800" dirty="0">
                        <a:solidFill>
                          <a:schemeClr val="tx1"/>
                        </a:solidFill>
                      </a:rPr>
                      <a:t>포항</a:t>
                    </a:r>
                    <a:r>
                      <a:rPr lang="en-US" altLang="ko-KR" sz="800" dirty="0">
                        <a:solidFill>
                          <a:schemeClr val="tx1"/>
                        </a:solidFill>
                      </a:rPr>
                      <a:t>/</a:t>
                    </a:r>
                    <a:r>
                      <a:rPr lang="ko-KR" altLang="en-US" sz="800" dirty="0">
                        <a:solidFill>
                          <a:schemeClr val="tx1"/>
                        </a:solidFill>
                      </a:rPr>
                      <a:t>경주</a:t>
                    </a:r>
                  </a:p>
                </p:txBody>
              </p:sp>
            </p:grpSp>
            <p:grpSp>
              <p:nvGrpSpPr>
                <p:cNvPr id="329" name="그룹 328">
                  <a:extLst>
                    <a:ext uri="{FF2B5EF4-FFF2-40B4-BE49-F238E27FC236}">
                      <a16:creationId xmlns:a16="http://schemas.microsoft.com/office/drawing/2014/main" id="{4F8A1A99-062E-EB98-8AF7-D7541980B0E3}"/>
                    </a:ext>
                  </a:extLst>
                </p:cNvPr>
                <p:cNvGrpSpPr/>
                <p:nvPr/>
              </p:nvGrpSpPr>
              <p:grpSpPr>
                <a:xfrm>
                  <a:off x="5487669" y="3523454"/>
                  <a:ext cx="1260000" cy="724828"/>
                  <a:chOff x="5487669" y="3523454"/>
                  <a:chExt cx="1260000" cy="724828"/>
                </a:xfrm>
              </p:grpSpPr>
              <p:sp>
                <p:nvSpPr>
                  <p:cNvPr id="136" name="직사각형 135">
                    <a:extLst>
                      <a:ext uri="{FF2B5EF4-FFF2-40B4-BE49-F238E27FC236}">
                        <a16:creationId xmlns:a16="http://schemas.microsoft.com/office/drawing/2014/main" id="{4C48A2D8-C2FA-32E1-0DD8-E5F66FE64207}"/>
                      </a:ext>
                    </a:extLst>
                  </p:cNvPr>
                  <p:cNvSpPr/>
                  <p:nvPr/>
                </p:nvSpPr>
                <p:spPr>
                  <a:xfrm>
                    <a:off x="5487669" y="3523454"/>
                    <a:ext cx="1260000" cy="2412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r>
                      <a:rPr lang="en-US" altLang="ko-KR" sz="800" dirty="0">
                        <a:solidFill>
                          <a:schemeClr val="tx1"/>
                        </a:solidFill>
                      </a:rPr>
                      <a:t>PUS </a:t>
                    </a:r>
                    <a:r>
                      <a:rPr lang="ko-KR" altLang="en-US" sz="800" dirty="0">
                        <a:solidFill>
                          <a:schemeClr val="tx1"/>
                        </a:solidFill>
                      </a:rPr>
                      <a:t>부산</a:t>
                    </a:r>
                  </a:p>
                </p:txBody>
              </p:sp>
              <p:sp>
                <p:nvSpPr>
                  <p:cNvPr id="137" name="직사각형 136">
                    <a:extLst>
                      <a:ext uri="{FF2B5EF4-FFF2-40B4-BE49-F238E27FC236}">
                        <a16:creationId xmlns:a16="http://schemas.microsoft.com/office/drawing/2014/main" id="{1C7ACF93-EED5-052C-54BB-9EB8FDEEDB0E}"/>
                      </a:ext>
                    </a:extLst>
                  </p:cNvPr>
                  <p:cNvSpPr/>
                  <p:nvPr/>
                </p:nvSpPr>
                <p:spPr>
                  <a:xfrm>
                    <a:off x="5487669" y="3765268"/>
                    <a:ext cx="1260000" cy="2412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r>
                      <a:rPr lang="en-US" altLang="ko-KR" sz="800" dirty="0">
                        <a:solidFill>
                          <a:schemeClr val="tx1"/>
                        </a:solidFill>
                      </a:rPr>
                      <a:t>KUV </a:t>
                    </a:r>
                    <a:r>
                      <a:rPr lang="ko-KR" altLang="en-US" sz="800" dirty="0">
                        <a:solidFill>
                          <a:schemeClr val="tx1"/>
                        </a:solidFill>
                      </a:rPr>
                      <a:t>대구</a:t>
                    </a:r>
                  </a:p>
                </p:txBody>
              </p:sp>
              <p:sp>
                <p:nvSpPr>
                  <p:cNvPr id="138" name="직사각형 137">
                    <a:extLst>
                      <a:ext uri="{FF2B5EF4-FFF2-40B4-BE49-F238E27FC236}">
                        <a16:creationId xmlns:a16="http://schemas.microsoft.com/office/drawing/2014/main" id="{69C6573F-DB1E-6DB9-03FE-9C46E44C6E55}"/>
                      </a:ext>
                    </a:extLst>
                  </p:cNvPr>
                  <p:cNvSpPr/>
                  <p:nvPr/>
                </p:nvSpPr>
                <p:spPr>
                  <a:xfrm>
                    <a:off x="5487669" y="4007082"/>
                    <a:ext cx="1260000" cy="2412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r>
                      <a:rPr lang="en-US" altLang="ko-KR" sz="800" dirty="0">
                        <a:solidFill>
                          <a:schemeClr val="tx1"/>
                        </a:solidFill>
                      </a:rPr>
                      <a:t>WJU </a:t>
                    </a:r>
                    <a:r>
                      <a:rPr lang="ko-KR" altLang="en-US" sz="800" dirty="0">
                        <a:solidFill>
                          <a:schemeClr val="tx1"/>
                        </a:solidFill>
                      </a:rPr>
                      <a:t>원주</a:t>
                    </a:r>
                  </a:p>
                </p:txBody>
              </p:sp>
            </p:grpSp>
            <p:grpSp>
              <p:nvGrpSpPr>
                <p:cNvPr id="330" name="그룹 329">
                  <a:extLst>
                    <a:ext uri="{FF2B5EF4-FFF2-40B4-BE49-F238E27FC236}">
                      <a16:creationId xmlns:a16="http://schemas.microsoft.com/office/drawing/2014/main" id="{2B7861C9-B036-5172-AB9A-0475BD6F3B9A}"/>
                    </a:ext>
                  </a:extLst>
                </p:cNvPr>
                <p:cNvGrpSpPr/>
                <p:nvPr/>
              </p:nvGrpSpPr>
              <p:grpSpPr>
                <a:xfrm>
                  <a:off x="7080320" y="3523454"/>
                  <a:ext cx="1260000" cy="724828"/>
                  <a:chOff x="7080320" y="3523454"/>
                  <a:chExt cx="1260000" cy="724828"/>
                </a:xfrm>
              </p:grpSpPr>
              <p:sp>
                <p:nvSpPr>
                  <p:cNvPr id="238" name="직사각형 237">
                    <a:extLst>
                      <a:ext uri="{FF2B5EF4-FFF2-40B4-BE49-F238E27FC236}">
                        <a16:creationId xmlns:a16="http://schemas.microsoft.com/office/drawing/2014/main" id="{3DCA2055-88EA-BF29-5F9F-BE8E6D7C4163}"/>
                      </a:ext>
                    </a:extLst>
                  </p:cNvPr>
                  <p:cNvSpPr/>
                  <p:nvPr/>
                </p:nvSpPr>
                <p:spPr>
                  <a:xfrm>
                    <a:off x="7080320" y="3523454"/>
                    <a:ext cx="1260000" cy="2412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r>
                      <a:rPr lang="en-US" altLang="ko-KR" sz="800" dirty="0">
                        <a:solidFill>
                          <a:schemeClr val="tx1"/>
                        </a:solidFill>
                      </a:rPr>
                      <a:t>CJU </a:t>
                    </a:r>
                    <a:r>
                      <a:rPr lang="ko-KR" altLang="en-US" sz="800" dirty="0">
                        <a:solidFill>
                          <a:schemeClr val="tx1"/>
                        </a:solidFill>
                      </a:rPr>
                      <a:t>제주</a:t>
                    </a:r>
                  </a:p>
                </p:txBody>
              </p:sp>
              <p:sp>
                <p:nvSpPr>
                  <p:cNvPr id="239" name="직사각형 238">
                    <a:extLst>
                      <a:ext uri="{FF2B5EF4-FFF2-40B4-BE49-F238E27FC236}">
                        <a16:creationId xmlns:a16="http://schemas.microsoft.com/office/drawing/2014/main" id="{7CAF8F86-05BA-BDAF-92AD-1DBCCCE74474}"/>
                      </a:ext>
                    </a:extLst>
                  </p:cNvPr>
                  <p:cNvSpPr/>
                  <p:nvPr/>
                </p:nvSpPr>
                <p:spPr>
                  <a:xfrm>
                    <a:off x="7080320" y="3765268"/>
                    <a:ext cx="1260000" cy="2412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r>
                      <a:rPr lang="en-US" altLang="ko-KR" sz="800" dirty="0">
                        <a:solidFill>
                          <a:schemeClr val="tx1"/>
                        </a:solidFill>
                      </a:rPr>
                      <a:t>MWX </a:t>
                    </a:r>
                    <a:r>
                      <a:rPr lang="ko-KR" altLang="en-US" sz="800" dirty="0">
                        <a:solidFill>
                          <a:schemeClr val="tx1"/>
                        </a:solidFill>
                      </a:rPr>
                      <a:t>무안</a:t>
                    </a:r>
                  </a:p>
                </p:txBody>
              </p:sp>
              <p:sp>
                <p:nvSpPr>
                  <p:cNvPr id="240" name="직사각형 239">
                    <a:extLst>
                      <a:ext uri="{FF2B5EF4-FFF2-40B4-BE49-F238E27FC236}">
                        <a16:creationId xmlns:a16="http://schemas.microsoft.com/office/drawing/2014/main" id="{D4877F86-76AA-7C09-6D2B-05E054CABC94}"/>
                      </a:ext>
                    </a:extLst>
                  </p:cNvPr>
                  <p:cNvSpPr/>
                  <p:nvPr/>
                </p:nvSpPr>
                <p:spPr>
                  <a:xfrm>
                    <a:off x="7080320" y="4007082"/>
                    <a:ext cx="1260000" cy="2412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r>
                      <a:rPr lang="en-US" altLang="ko-KR" sz="800" dirty="0">
                        <a:solidFill>
                          <a:schemeClr val="tx1"/>
                        </a:solidFill>
                      </a:rPr>
                      <a:t>HIN </a:t>
                    </a:r>
                    <a:r>
                      <a:rPr lang="ko-KR" altLang="en-US" sz="800" dirty="0">
                        <a:solidFill>
                          <a:schemeClr val="tx1"/>
                        </a:solidFill>
                      </a:rPr>
                      <a:t>진주</a:t>
                    </a:r>
                  </a:p>
                </p:txBody>
              </p:sp>
            </p:grpSp>
          </p:grpSp>
          <p:cxnSp>
            <p:nvCxnSpPr>
              <p:cNvPr id="335" name="직선 연결선 334">
                <a:extLst>
                  <a:ext uri="{FF2B5EF4-FFF2-40B4-BE49-F238E27FC236}">
                    <a16:creationId xmlns:a16="http://schemas.microsoft.com/office/drawing/2014/main" id="{AFAA0939-B444-CBDC-DD61-996A91B268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393248" y="3724908"/>
                <a:ext cx="230981" cy="0"/>
              </a:xfrm>
              <a:prstGeom prst="line">
                <a:avLst/>
              </a:prstGeom>
              <a:ln w="9525"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334" name="직선 화살표 연결선 333">
              <a:extLst>
                <a:ext uri="{FF2B5EF4-FFF2-40B4-BE49-F238E27FC236}">
                  <a16:creationId xmlns:a16="http://schemas.microsoft.com/office/drawing/2014/main" id="{78C91E27-7699-881D-7BD7-53031C08E9C9}"/>
                </a:ext>
              </a:extLst>
            </p:cNvPr>
            <p:cNvCxnSpPr/>
            <p:nvPr/>
          </p:nvCxnSpPr>
          <p:spPr>
            <a:xfrm>
              <a:off x="1314716" y="2874444"/>
              <a:ext cx="427388" cy="427388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B6D5E7E6-9965-BC86-55DD-157CE6C0CC6B}"/>
                </a:ext>
              </a:extLst>
            </p:cNvPr>
            <p:cNvSpPr/>
            <p:nvPr/>
          </p:nvSpPr>
          <p:spPr>
            <a:xfrm>
              <a:off x="554154" y="3481752"/>
              <a:ext cx="1436740" cy="107734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CB51C2A2-5157-3FF8-D2B2-D34573C25A33}"/>
                </a:ext>
              </a:extLst>
            </p:cNvPr>
            <p:cNvGrpSpPr/>
            <p:nvPr/>
          </p:nvGrpSpPr>
          <p:grpSpPr>
            <a:xfrm>
              <a:off x="462907" y="3359581"/>
              <a:ext cx="276910" cy="215444"/>
              <a:chOff x="4507293" y="1910946"/>
              <a:chExt cx="276910" cy="215444"/>
            </a:xfrm>
          </p:grpSpPr>
          <p:sp>
            <p:nvSpPr>
              <p:cNvPr id="9" name="타원 8">
                <a:extLst>
                  <a:ext uri="{FF2B5EF4-FFF2-40B4-BE49-F238E27FC236}">
                    <a16:creationId xmlns:a16="http://schemas.microsoft.com/office/drawing/2014/main" id="{EC955391-7B76-C02D-03A6-61785BD67CE4}"/>
                  </a:ext>
                </a:extLst>
              </p:cNvPr>
              <p:cNvSpPr/>
              <p:nvPr/>
            </p:nvSpPr>
            <p:spPr>
              <a:xfrm>
                <a:off x="4536630" y="1922684"/>
                <a:ext cx="171278" cy="186906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9B7E52E-0810-A0BD-5BDE-4BF461E2AD73}"/>
                  </a:ext>
                </a:extLst>
              </p:cNvPr>
              <p:cNvSpPr txBox="1"/>
              <p:nvPr/>
            </p:nvSpPr>
            <p:spPr>
              <a:xfrm>
                <a:off x="4507293" y="1910946"/>
                <a:ext cx="276910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00" b="1" dirty="0">
                    <a:solidFill>
                      <a:schemeClr val="bg1"/>
                    </a:solidFill>
                  </a:rPr>
                  <a:t>1</a:t>
                </a:r>
                <a:endParaRPr lang="ko-KR" altLang="en-US" sz="800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9DBBBC6B-545F-F572-9D1E-E982ADAFE66E}"/>
                </a:ext>
              </a:extLst>
            </p:cNvPr>
            <p:cNvSpPr/>
            <p:nvPr/>
          </p:nvSpPr>
          <p:spPr>
            <a:xfrm>
              <a:off x="2172043" y="3523454"/>
              <a:ext cx="6102591" cy="110795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642DE68C-AA2A-2A87-C87B-438F00D79469}"/>
                </a:ext>
              </a:extLst>
            </p:cNvPr>
            <p:cNvGrpSpPr/>
            <p:nvPr/>
          </p:nvGrpSpPr>
          <p:grpSpPr>
            <a:xfrm>
              <a:off x="2080797" y="3401283"/>
              <a:ext cx="276910" cy="215444"/>
              <a:chOff x="4507293" y="1910946"/>
              <a:chExt cx="276910" cy="215444"/>
            </a:xfrm>
          </p:grpSpPr>
          <p:sp>
            <p:nvSpPr>
              <p:cNvPr id="14" name="타원 13">
                <a:extLst>
                  <a:ext uri="{FF2B5EF4-FFF2-40B4-BE49-F238E27FC236}">
                    <a16:creationId xmlns:a16="http://schemas.microsoft.com/office/drawing/2014/main" id="{BC97C983-B5AE-A003-EB31-922E3206C06E}"/>
                  </a:ext>
                </a:extLst>
              </p:cNvPr>
              <p:cNvSpPr/>
              <p:nvPr/>
            </p:nvSpPr>
            <p:spPr>
              <a:xfrm>
                <a:off x="4536630" y="1922684"/>
                <a:ext cx="171278" cy="186906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A2C4A0A-9338-02EF-BB6E-F5505E0EB921}"/>
                  </a:ext>
                </a:extLst>
              </p:cNvPr>
              <p:cNvSpPr txBox="1"/>
              <p:nvPr/>
            </p:nvSpPr>
            <p:spPr>
              <a:xfrm>
                <a:off x="4507293" y="1910946"/>
                <a:ext cx="276910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800" b="1" dirty="0">
                    <a:solidFill>
                      <a:schemeClr val="bg1"/>
                    </a:solidFill>
                  </a:rPr>
                  <a:t>2</a:t>
                </a:r>
                <a:endParaRPr lang="ko-KR" altLang="en-US" sz="800" b="1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473C096-72C1-4BAB-A18E-B59C8A4EEDC4}"/>
              </a:ext>
            </a:extLst>
          </p:cNvPr>
          <p:cNvSpPr/>
          <p:nvPr/>
        </p:nvSpPr>
        <p:spPr>
          <a:xfrm>
            <a:off x="1360792" y="1831685"/>
            <a:ext cx="1791887" cy="283653"/>
          </a:xfrm>
          <a:prstGeom prst="rect">
            <a:avLst/>
          </a:prstGeom>
          <a:solidFill>
            <a:schemeClr val="bg1">
              <a:lumMod val="65000"/>
              <a:alpha val="79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62" name="그룹 161">
            <a:extLst>
              <a:ext uri="{FF2B5EF4-FFF2-40B4-BE49-F238E27FC236}">
                <a16:creationId xmlns:a16="http://schemas.microsoft.com/office/drawing/2014/main" id="{E7163965-933F-4122-8A8F-B5E3598B4D53}"/>
              </a:ext>
            </a:extLst>
          </p:cNvPr>
          <p:cNvGrpSpPr/>
          <p:nvPr/>
        </p:nvGrpSpPr>
        <p:grpSpPr>
          <a:xfrm>
            <a:off x="1264016" y="1690218"/>
            <a:ext cx="276910" cy="215444"/>
            <a:chOff x="4507293" y="1910946"/>
            <a:chExt cx="276910" cy="215444"/>
          </a:xfrm>
        </p:grpSpPr>
        <p:sp>
          <p:nvSpPr>
            <p:cNvPr id="163" name="타원 162">
              <a:extLst>
                <a:ext uri="{FF2B5EF4-FFF2-40B4-BE49-F238E27FC236}">
                  <a16:creationId xmlns:a16="http://schemas.microsoft.com/office/drawing/2014/main" id="{DE1DD5B8-E0FC-4ACF-B219-FD980AA016D2}"/>
                </a:ext>
              </a:extLst>
            </p:cNvPr>
            <p:cNvSpPr/>
            <p:nvPr/>
          </p:nvSpPr>
          <p:spPr>
            <a:xfrm>
              <a:off x="4536630" y="1922684"/>
              <a:ext cx="171278" cy="18690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4" name="TextBox 163">
              <a:extLst>
                <a:ext uri="{FF2B5EF4-FFF2-40B4-BE49-F238E27FC236}">
                  <a16:creationId xmlns:a16="http://schemas.microsoft.com/office/drawing/2014/main" id="{34BC5C53-BFEE-4B8B-BD09-522D93E9740E}"/>
                </a:ext>
              </a:extLst>
            </p:cNvPr>
            <p:cNvSpPr txBox="1"/>
            <p:nvPr/>
          </p:nvSpPr>
          <p:spPr>
            <a:xfrm>
              <a:off x="4507293" y="1910946"/>
              <a:ext cx="2769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>
                  <a:solidFill>
                    <a:schemeClr val="bg1"/>
                  </a:solidFill>
                </a:rPr>
                <a:t>3</a:t>
              </a:r>
              <a:endParaRPr lang="ko-KR" altLang="en-US" sz="8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68" name="그룹 167">
            <a:extLst>
              <a:ext uri="{FF2B5EF4-FFF2-40B4-BE49-F238E27FC236}">
                <a16:creationId xmlns:a16="http://schemas.microsoft.com/office/drawing/2014/main" id="{3C9A744B-0FCD-4B24-BA01-9CAEEFE38240}"/>
              </a:ext>
            </a:extLst>
          </p:cNvPr>
          <p:cNvGrpSpPr/>
          <p:nvPr/>
        </p:nvGrpSpPr>
        <p:grpSpPr>
          <a:xfrm>
            <a:off x="509349" y="2134940"/>
            <a:ext cx="276910" cy="215444"/>
            <a:chOff x="4507293" y="1910946"/>
            <a:chExt cx="276910" cy="215444"/>
          </a:xfrm>
        </p:grpSpPr>
        <p:sp>
          <p:nvSpPr>
            <p:cNvPr id="169" name="타원 168">
              <a:extLst>
                <a:ext uri="{FF2B5EF4-FFF2-40B4-BE49-F238E27FC236}">
                  <a16:creationId xmlns:a16="http://schemas.microsoft.com/office/drawing/2014/main" id="{F3106761-0A6E-4D96-B400-162989462767}"/>
                </a:ext>
              </a:extLst>
            </p:cNvPr>
            <p:cNvSpPr/>
            <p:nvPr/>
          </p:nvSpPr>
          <p:spPr>
            <a:xfrm>
              <a:off x="4536630" y="1922684"/>
              <a:ext cx="171278" cy="18690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0" name="TextBox 169">
              <a:extLst>
                <a:ext uri="{FF2B5EF4-FFF2-40B4-BE49-F238E27FC236}">
                  <a16:creationId xmlns:a16="http://schemas.microsoft.com/office/drawing/2014/main" id="{B6E3A7BD-C2D5-4401-85D6-E7AEBF71EB10}"/>
                </a:ext>
              </a:extLst>
            </p:cNvPr>
            <p:cNvSpPr txBox="1"/>
            <p:nvPr/>
          </p:nvSpPr>
          <p:spPr>
            <a:xfrm>
              <a:off x="4507293" y="1910946"/>
              <a:ext cx="2769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>
                  <a:solidFill>
                    <a:schemeClr val="bg1"/>
                  </a:solidFill>
                </a:rPr>
                <a:t>4</a:t>
              </a:r>
              <a:endParaRPr lang="ko-KR" altLang="en-US" sz="8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71" name="그룹 170">
            <a:extLst>
              <a:ext uri="{FF2B5EF4-FFF2-40B4-BE49-F238E27FC236}">
                <a16:creationId xmlns:a16="http://schemas.microsoft.com/office/drawing/2014/main" id="{D4EB68A9-A638-4EC4-B41A-9AEC18A15C79}"/>
              </a:ext>
            </a:extLst>
          </p:cNvPr>
          <p:cNvGrpSpPr/>
          <p:nvPr/>
        </p:nvGrpSpPr>
        <p:grpSpPr>
          <a:xfrm>
            <a:off x="1905566" y="2278489"/>
            <a:ext cx="276910" cy="215444"/>
            <a:chOff x="4507293" y="1910946"/>
            <a:chExt cx="276910" cy="215444"/>
          </a:xfrm>
        </p:grpSpPr>
        <p:sp>
          <p:nvSpPr>
            <p:cNvPr id="172" name="타원 171">
              <a:extLst>
                <a:ext uri="{FF2B5EF4-FFF2-40B4-BE49-F238E27FC236}">
                  <a16:creationId xmlns:a16="http://schemas.microsoft.com/office/drawing/2014/main" id="{BEDEB6D5-96E8-45AB-8100-F08E9CD8E8A2}"/>
                </a:ext>
              </a:extLst>
            </p:cNvPr>
            <p:cNvSpPr/>
            <p:nvPr/>
          </p:nvSpPr>
          <p:spPr>
            <a:xfrm>
              <a:off x="4536630" y="1922684"/>
              <a:ext cx="171278" cy="18690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3" name="TextBox 172">
              <a:extLst>
                <a:ext uri="{FF2B5EF4-FFF2-40B4-BE49-F238E27FC236}">
                  <a16:creationId xmlns:a16="http://schemas.microsoft.com/office/drawing/2014/main" id="{4DF4131D-EAA1-4F17-A156-490E04978AD0}"/>
                </a:ext>
              </a:extLst>
            </p:cNvPr>
            <p:cNvSpPr txBox="1"/>
            <p:nvPr/>
          </p:nvSpPr>
          <p:spPr>
            <a:xfrm>
              <a:off x="4507293" y="1910946"/>
              <a:ext cx="2769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>
                  <a:solidFill>
                    <a:schemeClr val="bg1"/>
                  </a:solidFill>
                </a:rPr>
                <a:t>5</a:t>
              </a:r>
              <a:endParaRPr lang="ko-KR" altLang="en-US" sz="800" b="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049517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3057D-B868-8AA9-8587-E3475788D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479539B-9B47-3516-78A3-9B613EBB9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24</a:t>
            </a:fld>
            <a:endParaRPr lang="ko-KR" altLang="en-US" dirty="0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BA1C75E-5424-4A42-279E-EED8015BE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A6618-D80D-4B7E-A45B-A31FDCA0FB45}" type="datetime1">
              <a:rPr lang="ko-KR" altLang="en-US" smtClean="0"/>
              <a:t>2026-01-15</a:t>
            </a:fld>
            <a:endParaRPr lang="ko-KR" altLang="en-US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CD13316-7F84-FDFE-4DB1-A180AB1E9478}"/>
              </a:ext>
            </a:extLst>
          </p:cNvPr>
          <p:cNvSpPr txBox="1"/>
          <p:nvPr/>
        </p:nvSpPr>
        <p:spPr>
          <a:xfrm>
            <a:off x="992038" y="221039"/>
            <a:ext cx="13433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/>
              <a:t>국내선 조회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F1EBB32-BA25-0EEA-CFAB-F1FA8EA87BA4}"/>
              </a:ext>
            </a:extLst>
          </p:cNvPr>
          <p:cNvSpPr txBox="1"/>
          <p:nvPr/>
        </p:nvSpPr>
        <p:spPr>
          <a:xfrm>
            <a:off x="3355675" y="213760"/>
            <a:ext cx="368789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1000" b="1" dirty="0">
                <a:solidFill>
                  <a:schemeClr val="tx1"/>
                </a:solidFill>
              </a:rPr>
              <a:t>항공 </a:t>
            </a:r>
            <a:r>
              <a:rPr lang="en-US" altLang="ko-KR" sz="1000" b="1" dirty="0">
                <a:solidFill>
                  <a:schemeClr val="tx1"/>
                </a:solidFill>
              </a:rPr>
              <a:t>&gt; </a:t>
            </a:r>
            <a:r>
              <a:rPr lang="ko-KR" altLang="en-US" sz="1000" b="1" dirty="0">
                <a:solidFill>
                  <a:schemeClr val="tx1"/>
                </a:solidFill>
              </a:rPr>
              <a:t>국내선 조회</a:t>
            </a:r>
          </a:p>
        </p:txBody>
      </p:sp>
      <p:graphicFrame>
        <p:nvGraphicFramePr>
          <p:cNvPr id="40" name="표 39">
            <a:extLst>
              <a:ext uri="{FF2B5EF4-FFF2-40B4-BE49-F238E27FC236}">
                <a16:creationId xmlns:a16="http://schemas.microsoft.com/office/drawing/2014/main" id="{A8D9981F-2DDD-4E11-BE2F-5C2BC414A7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559228"/>
              </p:ext>
            </p:extLst>
          </p:nvPr>
        </p:nvGraphicFramePr>
        <p:xfrm>
          <a:off x="8895422" y="89351"/>
          <a:ext cx="3208784" cy="4480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694">
                  <a:extLst>
                    <a:ext uri="{9D8B030D-6E8A-4147-A177-3AD203B41FA5}">
                      <a16:colId xmlns:a16="http://schemas.microsoft.com/office/drawing/2014/main" val="449230696"/>
                    </a:ext>
                  </a:extLst>
                </a:gridCol>
                <a:gridCol w="2935090">
                  <a:extLst>
                    <a:ext uri="{9D8B030D-6E8A-4147-A177-3AD203B41FA5}">
                      <a16:colId xmlns:a16="http://schemas.microsoft.com/office/drawing/2014/main" val="934294675"/>
                    </a:ext>
                  </a:extLst>
                </a:gridCol>
              </a:tblGrid>
              <a:tr h="323687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0687550"/>
                  </a:ext>
                </a:extLst>
              </a:tr>
              <a:tr h="272123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ko-KR" altLang="en-US" sz="900" b="1" dirty="0"/>
                        <a:t>항공 조회 리스트 </a:t>
                      </a:r>
                      <a:r>
                        <a:rPr lang="en-US" altLang="ko-KR" sz="900" b="1" dirty="0"/>
                        <a:t>(</a:t>
                      </a:r>
                      <a:r>
                        <a:rPr lang="ko-KR" altLang="en-US" sz="900" b="1" dirty="0"/>
                        <a:t>국내</a:t>
                      </a:r>
                      <a:r>
                        <a:rPr lang="en-US" altLang="ko-KR" sz="900" b="1" dirty="0"/>
                        <a:t>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499294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/>
                        <a:t>1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dirty="0"/>
                        <a:t>선택 시 </a:t>
                      </a:r>
                      <a:r>
                        <a:rPr lang="en-US" altLang="ko-KR" sz="900" dirty="0"/>
                        <a:t>1-1</a:t>
                      </a:r>
                      <a:r>
                        <a:rPr lang="ko-KR" altLang="en-US" sz="900" dirty="0"/>
                        <a:t>영역에 해당 스케줄이 노출 되며</a:t>
                      </a:r>
                      <a:r>
                        <a:rPr lang="en-US" altLang="ko-KR" sz="900" dirty="0"/>
                        <a:t>, 1-2</a:t>
                      </a:r>
                      <a:r>
                        <a:rPr lang="ko-KR" altLang="en-US" sz="900" dirty="0"/>
                        <a:t>에도 총 요금 계산해서 자동 세팅 되도록 함</a:t>
                      </a:r>
                      <a:br>
                        <a:rPr lang="en-US" altLang="ko-KR" sz="900" dirty="0"/>
                      </a:br>
                      <a:r>
                        <a:rPr lang="en-US" altLang="ko-KR" sz="900" dirty="0"/>
                        <a:t>(</a:t>
                      </a:r>
                      <a:r>
                        <a:rPr lang="ko-KR" altLang="en-US" sz="900" dirty="0" err="1"/>
                        <a:t>가는편</a:t>
                      </a:r>
                      <a:r>
                        <a:rPr lang="en-US" altLang="ko-KR" sz="900" dirty="0"/>
                        <a:t>/</a:t>
                      </a:r>
                      <a:r>
                        <a:rPr lang="ko-KR" altLang="en-US" sz="900" dirty="0" err="1"/>
                        <a:t>오는편</a:t>
                      </a:r>
                      <a:r>
                        <a:rPr lang="ko-KR" altLang="en-US" sz="900" dirty="0"/>
                        <a:t> 기능 동일</a:t>
                      </a:r>
                      <a:r>
                        <a:rPr lang="en-US" altLang="ko-KR" sz="900" dirty="0"/>
                        <a:t>)</a:t>
                      </a:r>
                      <a:endParaRPr lang="ko-KR" altLang="en-US" sz="900" b="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6680531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/>
                        <a:t>2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클릭 시</a:t>
                      </a:r>
                      <a:r>
                        <a:rPr lang="en-US" altLang="ko-KR" sz="900" dirty="0"/>
                        <a:t>, 2-1</a:t>
                      </a:r>
                      <a:r>
                        <a:rPr lang="ko-KR" altLang="en-US" sz="900" dirty="0"/>
                        <a:t>영역이 슬라이드로 노출 되도록 함</a:t>
                      </a:r>
                      <a:endParaRPr lang="en-US" altLang="ko-KR" sz="900" dirty="0"/>
                    </a:p>
                    <a:p>
                      <a:pPr latinLnBrk="1"/>
                      <a:r>
                        <a:rPr lang="ko-KR" altLang="en-US" sz="900" dirty="0"/>
                        <a:t>열려 있을 때 클릭 하면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슬라이드 닫힘</a:t>
                      </a:r>
                      <a:endParaRPr lang="en-US" altLang="ko-KR" sz="900" dirty="0"/>
                    </a:p>
                    <a:p>
                      <a:pPr latinLnBrk="1"/>
                      <a:endParaRPr lang="en-US" altLang="ko-KR" sz="900" dirty="0"/>
                    </a:p>
                    <a:p>
                      <a:pPr latinLnBrk="1"/>
                      <a:r>
                        <a:rPr lang="en-US" altLang="ko-KR" sz="900" b="1" dirty="0"/>
                        <a:t>2-2 </a:t>
                      </a:r>
                      <a:r>
                        <a:rPr lang="ko-KR" altLang="en-US" sz="900" b="1" dirty="0"/>
                        <a:t>요금 상세 영역</a:t>
                      </a:r>
                      <a:br>
                        <a:rPr lang="en-US" altLang="ko-KR" sz="900" dirty="0"/>
                      </a:br>
                      <a:r>
                        <a:rPr lang="en-US" altLang="ko-KR" sz="900" dirty="0"/>
                        <a:t>- [AS-IS] </a:t>
                      </a:r>
                      <a:r>
                        <a:rPr lang="ko-KR" altLang="en-US" sz="900" dirty="0"/>
                        <a:t>항공운임</a:t>
                      </a:r>
                      <a:r>
                        <a:rPr lang="en-US" altLang="ko-KR" sz="900" dirty="0"/>
                        <a:t>, [TO-BE] </a:t>
                      </a:r>
                      <a:r>
                        <a:rPr lang="ko-KR" altLang="en-US" sz="900" dirty="0"/>
                        <a:t>항공요금으로 수정</a:t>
                      </a:r>
                      <a:br>
                        <a:rPr lang="en-US" altLang="ko-KR" sz="900" dirty="0"/>
                      </a:br>
                      <a:r>
                        <a:rPr lang="ko-KR" altLang="en-US" sz="900" dirty="0"/>
                        <a:t>  ㄴ 항공운임과 항공요금 포함되는 금액 범위가 다름</a:t>
                      </a:r>
                      <a:br>
                        <a:rPr lang="en-US" altLang="ko-KR" sz="900" dirty="0"/>
                      </a:br>
                      <a:r>
                        <a:rPr lang="en-US" altLang="ko-KR" sz="900" dirty="0"/>
                        <a:t>  </a:t>
                      </a:r>
                      <a:r>
                        <a:rPr lang="ko-KR" altLang="en-US" sz="900" dirty="0"/>
                        <a:t>ㄴ </a:t>
                      </a:r>
                      <a:r>
                        <a:rPr lang="ko-KR" altLang="en-US" sz="900" dirty="0" err="1"/>
                        <a:t>셀프예약</a:t>
                      </a:r>
                      <a:r>
                        <a:rPr lang="ko-KR" altLang="en-US" sz="900" dirty="0"/>
                        <a:t> 페이지</a:t>
                      </a:r>
                      <a:r>
                        <a:rPr lang="en-US" altLang="ko-KR" sz="900" dirty="0"/>
                        <a:t>(TOPAS)</a:t>
                      </a:r>
                      <a:r>
                        <a:rPr lang="ko-KR" altLang="en-US" sz="900" dirty="0"/>
                        <a:t>와 동일하게 </a:t>
                      </a:r>
                      <a:br>
                        <a:rPr lang="en-US" altLang="ko-KR" sz="900" dirty="0"/>
                      </a:br>
                      <a:r>
                        <a:rPr lang="en-US" altLang="ko-KR" sz="900" dirty="0"/>
                        <a:t>     </a:t>
                      </a:r>
                      <a:r>
                        <a:rPr lang="ko-KR" altLang="en-US" sz="900" dirty="0"/>
                        <a:t>항공요금 기준으로 변경 </a:t>
                      </a:r>
                      <a:r>
                        <a:rPr lang="en-US" altLang="ko-KR" sz="900" dirty="0"/>
                        <a:t>(25-10-23)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1438607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/>
                        <a:t>3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 err="1"/>
                        <a:t>셀프예약</a:t>
                      </a:r>
                      <a:r>
                        <a:rPr lang="ko-KR" altLang="en-US" sz="900" b="1" dirty="0"/>
                        <a:t> 버튼</a:t>
                      </a:r>
                      <a:endParaRPr lang="en-US" altLang="ko-KR" sz="900" b="1" dirty="0"/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900" dirty="0"/>
                        <a:t>클릭 시</a:t>
                      </a:r>
                      <a:r>
                        <a:rPr lang="en-US" altLang="ko-KR" sz="900" dirty="0"/>
                        <a:t>, </a:t>
                      </a:r>
                      <a:r>
                        <a:rPr lang="en-US" altLang="ko-KR" sz="900"/>
                        <a:t>#15page</a:t>
                      </a:r>
                      <a:r>
                        <a:rPr lang="ko-KR" altLang="en-US" sz="900" dirty="0"/>
                        <a:t>와 동일하게 작동 되도록 함</a:t>
                      </a:r>
                      <a:endParaRPr lang="en-US" altLang="ko-KR" sz="900" dirty="0"/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900" dirty="0"/>
                        <a:t>관리자 페이지 </a:t>
                      </a:r>
                      <a:r>
                        <a:rPr lang="en-US" altLang="ko-KR" sz="900" dirty="0"/>
                        <a:t>&gt; </a:t>
                      </a:r>
                      <a:r>
                        <a:rPr lang="ko-KR" altLang="en-US" sz="900" dirty="0"/>
                        <a:t>계정권한관리페이지에서 </a:t>
                      </a:r>
                      <a:br>
                        <a:rPr lang="en-US" altLang="ko-KR" sz="900" dirty="0"/>
                      </a:br>
                      <a:r>
                        <a:rPr lang="ko-KR" altLang="en-US" sz="900" dirty="0" err="1"/>
                        <a:t>셀프예약이</a:t>
                      </a:r>
                      <a:r>
                        <a:rPr lang="ko-KR" altLang="en-US" sz="900" dirty="0"/>
                        <a:t> </a:t>
                      </a:r>
                      <a:r>
                        <a:rPr lang="en-US" altLang="ko-KR" sz="900" dirty="0"/>
                        <a:t>N</a:t>
                      </a:r>
                      <a:r>
                        <a:rPr lang="ko-KR" altLang="en-US" sz="900" dirty="0"/>
                        <a:t>일 경우 숨김 처리 </a:t>
                      </a:r>
                      <a:r>
                        <a:rPr lang="en-US" altLang="ko-KR" sz="900" dirty="0"/>
                        <a:t>Y</a:t>
                      </a:r>
                      <a:r>
                        <a:rPr lang="ko-KR" altLang="en-US" sz="900" dirty="0"/>
                        <a:t>일 경우 노출 </a:t>
                      </a:r>
                      <a:br>
                        <a:rPr lang="en-US" altLang="ko-KR" sz="900" dirty="0"/>
                      </a:br>
                      <a:r>
                        <a:rPr lang="ko-KR" altLang="en-US" sz="900" dirty="0"/>
                        <a:t>자세한 내용은 </a:t>
                      </a:r>
                      <a:r>
                        <a:rPr lang="en-US" altLang="ko-KR" sz="900" dirty="0"/>
                        <a:t>(</a:t>
                      </a:r>
                      <a:r>
                        <a:rPr lang="ko-KR" altLang="en-US" sz="900" dirty="0"/>
                        <a:t>관리자 기획서 </a:t>
                      </a:r>
                      <a:r>
                        <a:rPr lang="en-US" altLang="ko-KR" sz="900" dirty="0"/>
                        <a:t>#14PAGE </a:t>
                      </a:r>
                      <a:r>
                        <a:rPr lang="ko-KR" altLang="en-US" sz="900" dirty="0"/>
                        <a:t>참고</a:t>
                      </a:r>
                      <a:r>
                        <a:rPr lang="en-US" altLang="ko-KR" sz="900" dirty="0"/>
                        <a:t>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042766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/>
                        <a:t>4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 err="1"/>
                        <a:t>전담팀</a:t>
                      </a:r>
                      <a:r>
                        <a:rPr lang="ko-KR" altLang="en-US" sz="900" b="1" dirty="0"/>
                        <a:t> 요청 버튼 </a:t>
                      </a:r>
                      <a:r>
                        <a:rPr lang="en-US" altLang="ko-KR" sz="900" b="1" dirty="0">
                          <a:solidFill>
                            <a:srgbClr val="C00000"/>
                          </a:solidFill>
                        </a:rPr>
                        <a:t>(25-10-22 </a:t>
                      </a:r>
                      <a:r>
                        <a:rPr lang="ko-KR" altLang="en-US" sz="900" b="1" dirty="0">
                          <a:solidFill>
                            <a:srgbClr val="C00000"/>
                          </a:solidFill>
                        </a:rPr>
                        <a:t>추가</a:t>
                      </a:r>
                      <a:r>
                        <a:rPr lang="en-US" altLang="ko-KR" sz="900" b="1" dirty="0">
                          <a:solidFill>
                            <a:srgbClr val="C00000"/>
                          </a:solidFill>
                        </a:rPr>
                        <a:t>)</a:t>
                      </a: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900" dirty="0"/>
                        <a:t>클릭 시 </a:t>
                      </a:r>
                      <a:r>
                        <a:rPr lang="ko-KR" altLang="en-US" sz="900" dirty="0" err="1"/>
                        <a:t>전담팀</a:t>
                      </a:r>
                      <a:r>
                        <a:rPr lang="ko-KR" altLang="en-US" sz="900" dirty="0"/>
                        <a:t> 요청 페이지로 이동</a:t>
                      </a:r>
                      <a:r>
                        <a:rPr lang="en-US" altLang="ko-KR" sz="900" dirty="0"/>
                        <a:t> </a:t>
                      </a:r>
                      <a:r>
                        <a:rPr lang="en-US" altLang="ko-KR" sz="900" dirty="0">
                          <a:hlinkClick r:id="rId2" action="ppaction://hlinksldjump"/>
                        </a:rPr>
                        <a:t>(#26PAGE </a:t>
                      </a:r>
                      <a:r>
                        <a:rPr lang="ko-KR" altLang="en-US" sz="900" dirty="0">
                          <a:hlinkClick r:id="rId2" action="ppaction://hlinksldjump"/>
                        </a:rPr>
                        <a:t>참고</a:t>
                      </a:r>
                      <a:r>
                        <a:rPr lang="en-US" altLang="ko-KR" sz="900" dirty="0">
                          <a:hlinkClick r:id="rId3" action="ppaction://hlinksldjump"/>
                        </a:rPr>
                        <a:t>)</a:t>
                      </a:r>
                      <a:endParaRPr lang="en-US" altLang="ko-KR" sz="9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7946649"/>
                  </a:ext>
                </a:extLst>
              </a:tr>
              <a:tr h="27253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Check point</a:t>
                      </a:r>
                      <a:endParaRPr lang="ko-KR" altLang="en-US" sz="10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194342"/>
                  </a:ext>
                </a:extLst>
              </a:tr>
              <a:tr h="635909">
                <a:tc gridSpan="2">
                  <a:txBody>
                    <a:bodyPr/>
                    <a:lstStyle/>
                    <a:p>
                      <a:r>
                        <a:rPr lang="en-US" altLang="ko-KR" sz="900" dirty="0"/>
                        <a:t>* </a:t>
                      </a:r>
                      <a:r>
                        <a:rPr lang="ko-KR" altLang="en-US" sz="900" b="0" dirty="0"/>
                        <a:t>가는 편 선택 후</a:t>
                      </a:r>
                      <a:r>
                        <a:rPr lang="en-US" altLang="ko-KR" sz="900" b="0" dirty="0"/>
                        <a:t>, </a:t>
                      </a:r>
                      <a:r>
                        <a:rPr lang="ko-KR" altLang="en-US" sz="900" b="0" dirty="0"/>
                        <a:t>오는 편으로 자동으로 포커스 이동</a:t>
                      </a:r>
                    </a:p>
                    <a:p>
                      <a:r>
                        <a:rPr lang="en-US" altLang="ko-KR" sz="900" b="0" dirty="0"/>
                        <a:t>* </a:t>
                      </a:r>
                      <a:r>
                        <a:rPr lang="ko-KR" altLang="en-US" sz="900" b="0" dirty="0"/>
                        <a:t>가는 편을 선택하면</a:t>
                      </a:r>
                      <a:r>
                        <a:rPr lang="en-US" altLang="ko-KR" sz="900" b="0" dirty="0"/>
                        <a:t>, 1-1 </a:t>
                      </a:r>
                      <a:r>
                        <a:rPr lang="ko-KR" altLang="en-US" sz="900" b="0" dirty="0"/>
                        <a:t>영역이 리셋 되고</a:t>
                      </a:r>
                      <a:r>
                        <a:rPr lang="en-US" altLang="ko-KR" sz="900" b="0" dirty="0"/>
                        <a:t>, </a:t>
                      </a:r>
                    </a:p>
                    <a:p>
                      <a:r>
                        <a:rPr lang="ko-KR" altLang="en-US" sz="900" b="0" dirty="0"/>
                        <a:t>  가는 편부터 다시 설정됩니다</a:t>
                      </a:r>
                      <a:r>
                        <a:rPr lang="en-US" altLang="ko-KR" sz="900" b="0" dirty="0"/>
                        <a:t>.</a:t>
                      </a:r>
                      <a:endParaRPr lang="ko-KR" altLang="en-US" sz="900" b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1" u="none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9267137"/>
                  </a:ext>
                </a:extLst>
              </a:tr>
            </a:tbl>
          </a:graphicData>
        </a:graphic>
      </p:graphicFrame>
      <p:sp>
        <p:nvSpPr>
          <p:cNvPr id="63" name="직사각형 62">
            <a:extLst>
              <a:ext uri="{FF2B5EF4-FFF2-40B4-BE49-F238E27FC236}">
                <a16:creationId xmlns:a16="http://schemas.microsoft.com/office/drawing/2014/main" id="{16DC6C27-4BEF-C393-486D-B921134D52BD}"/>
              </a:ext>
            </a:extLst>
          </p:cNvPr>
          <p:cNvSpPr/>
          <p:nvPr/>
        </p:nvSpPr>
        <p:spPr>
          <a:xfrm>
            <a:off x="281482" y="658704"/>
            <a:ext cx="896814" cy="46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SM C&amp;C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26E88BE6-0B34-5A48-8F40-2F6E525499BB}"/>
              </a:ext>
            </a:extLst>
          </p:cNvPr>
          <p:cNvSpPr/>
          <p:nvPr/>
        </p:nvSpPr>
        <p:spPr>
          <a:xfrm>
            <a:off x="1354203" y="658704"/>
            <a:ext cx="5705004" cy="46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ln w="0"/>
                <a:solidFill>
                  <a:schemeClr val="tx1"/>
                </a:solidFill>
              </a:rPr>
              <a:t>항공</a:t>
            </a:r>
            <a:r>
              <a:rPr lang="en-US" altLang="ko-KR" sz="1200" dirty="0">
                <a:ln w="0"/>
                <a:solidFill>
                  <a:schemeClr val="tx1"/>
                </a:solidFill>
              </a:rPr>
              <a:t>	</a:t>
            </a:r>
            <a:r>
              <a:rPr lang="ko-KR" altLang="en-US" sz="1200" dirty="0">
                <a:ln w="0"/>
                <a:solidFill>
                  <a:schemeClr val="tx1"/>
                </a:solidFill>
              </a:rPr>
              <a:t>호텔</a:t>
            </a:r>
            <a:r>
              <a:rPr lang="en-US" altLang="ko-KR" sz="1200" dirty="0">
                <a:ln w="0"/>
                <a:solidFill>
                  <a:schemeClr val="tx1"/>
                </a:solidFill>
              </a:rPr>
              <a:t>	</a:t>
            </a:r>
            <a:r>
              <a:rPr lang="ko-KR" altLang="en-US" sz="1200" dirty="0">
                <a:ln w="0"/>
                <a:solidFill>
                  <a:schemeClr val="tx1"/>
                </a:solidFill>
              </a:rPr>
              <a:t>요청</a:t>
            </a:r>
            <a:endParaRPr lang="ko-KR" altLang="en-US" sz="1200" dirty="0"/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1CED41F2-3127-D469-7551-597C7CF18377}"/>
              </a:ext>
            </a:extLst>
          </p:cNvPr>
          <p:cNvSpPr/>
          <p:nvPr/>
        </p:nvSpPr>
        <p:spPr>
          <a:xfrm>
            <a:off x="7235113" y="658704"/>
            <a:ext cx="1449811" cy="46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n w="0"/>
                <a:solidFill>
                  <a:schemeClr val="tx1"/>
                </a:solidFill>
              </a:rPr>
              <a:t>마이페이지</a:t>
            </a:r>
            <a:r>
              <a:rPr lang="en-US" altLang="ko-KR" sz="1000" dirty="0">
                <a:ln w="0"/>
                <a:solidFill>
                  <a:schemeClr val="tx1"/>
                </a:solidFill>
              </a:rPr>
              <a:t> </a:t>
            </a:r>
            <a:r>
              <a:rPr lang="ko-KR" altLang="en-US" sz="1000" dirty="0">
                <a:ln w="0"/>
                <a:solidFill>
                  <a:schemeClr val="tx1"/>
                </a:solidFill>
              </a:rPr>
              <a:t>로그아웃</a:t>
            </a:r>
            <a:endParaRPr lang="ko-KR" altLang="en-US" sz="1000" dirty="0"/>
          </a:p>
        </p:txBody>
      </p: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4B396F92-BD19-E395-52E7-5917DCBCF9EF}"/>
              </a:ext>
            </a:extLst>
          </p:cNvPr>
          <p:cNvSpPr/>
          <p:nvPr/>
        </p:nvSpPr>
        <p:spPr>
          <a:xfrm>
            <a:off x="281482" y="1126705"/>
            <a:ext cx="8275922" cy="367872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bg1"/>
                </a:solidFill>
              </a:rPr>
              <a:t>검색조건 영역 </a:t>
            </a:r>
            <a:r>
              <a:rPr lang="en-US" altLang="ko-KR" sz="1100" b="1" dirty="0">
                <a:solidFill>
                  <a:schemeClr val="bg1"/>
                </a:solidFill>
              </a:rPr>
              <a:t>(</a:t>
            </a:r>
            <a:r>
              <a:rPr lang="ko-KR" altLang="en-US" sz="1100" b="1" dirty="0">
                <a:solidFill>
                  <a:schemeClr val="bg1"/>
                </a:solidFill>
              </a:rPr>
              <a:t>국제와 동일</a:t>
            </a:r>
            <a:r>
              <a:rPr lang="en-US" altLang="ko-KR" sz="1100" b="1" dirty="0">
                <a:solidFill>
                  <a:schemeClr val="bg1"/>
                </a:solidFill>
              </a:rPr>
              <a:t>)</a:t>
            </a:r>
            <a:endParaRPr lang="ko-KR" altLang="en-US" sz="700" b="1" dirty="0">
              <a:solidFill>
                <a:schemeClr val="bg1"/>
              </a:solidFill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F173FD37-AAB0-05E3-F0C4-0C78FDD573D0}"/>
              </a:ext>
            </a:extLst>
          </p:cNvPr>
          <p:cNvSpPr txBox="1"/>
          <p:nvPr/>
        </p:nvSpPr>
        <p:spPr>
          <a:xfrm>
            <a:off x="729889" y="1537137"/>
            <a:ext cx="527410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700" b="1" dirty="0">
                <a:effectLst/>
              </a:rPr>
              <a:t>INC </a:t>
            </a:r>
            <a:r>
              <a:rPr lang="en-US" altLang="ko-KR" sz="700" b="1" dirty="0"/>
              <a:t>→ </a:t>
            </a:r>
            <a:r>
              <a:rPr lang="en-US" altLang="ko-KR" sz="700" b="1" dirty="0">
                <a:effectLst/>
              </a:rPr>
              <a:t>CJU  2024-11-11</a:t>
            </a:r>
            <a:endParaRPr lang="ko-KR" altLang="en-US" sz="700" b="1" dirty="0"/>
          </a:p>
        </p:txBody>
      </p:sp>
      <p:sp>
        <p:nvSpPr>
          <p:cNvPr id="121" name="사각형: 둥근 모서리 120">
            <a:extLst>
              <a:ext uri="{FF2B5EF4-FFF2-40B4-BE49-F238E27FC236}">
                <a16:creationId xmlns:a16="http://schemas.microsoft.com/office/drawing/2014/main" id="{6D5620D3-6F3B-7434-BDB3-736540AF85D5}"/>
              </a:ext>
            </a:extLst>
          </p:cNvPr>
          <p:cNvSpPr/>
          <p:nvPr/>
        </p:nvSpPr>
        <p:spPr>
          <a:xfrm>
            <a:off x="281483" y="1570009"/>
            <a:ext cx="474423" cy="13412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b="1" dirty="0" err="1">
                <a:solidFill>
                  <a:schemeClr val="tx1"/>
                </a:solidFill>
              </a:rPr>
              <a:t>가는편</a:t>
            </a:r>
            <a:endParaRPr lang="ko-KR" altLang="en-US" sz="700" b="1" dirty="0">
              <a:solidFill>
                <a:schemeClr val="tx1"/>
              </a:solidFill>
            </a:endParaRPr>
          </a:p>
        </p:txBody>
      </p:sp>
      <p:graphicFrame>
        <p:nvGraphicFramePr>
          <p:cNvPr id="124" name="표 123">
            <a:extLst>
              <a:ext uri="{FF2B5EF4-FFF2-40B4-BE49-F238E27FC236}">
                <a16:creationId xmlns:a16="http://schemas.microsoft.com/office/drawing/2014/main" id="{7FF5746E-A749-0DCC-3336-D896BA8DF3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5695244"/>
              </p:ext>
            </p:extLst>
          </p:nvPr>
        </p:nvGraphicFramePr>
        <p:xfrm>
          <a:off x="281481" y="1745103"/>
          <a:ext cx="8275920" cy="1394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9320">
                  <a:extLst>
                    <a:ext uri="{9D8B030D-6E8A-4147-A177-3AD203B41FA5}">
                      <a16:colId xmlns:a16="http://schemas.microsoft.com/office/drawing/2014/main" val="912435677"/>
                    </a:ext>
                  </a:extLst>
                </a:gridCol>
                <a:gridCol w="1379320">
                  <a:extLst>
                    <a:ext uri="{9D8B030D-6E8A-4147-A177-3AD203B41FA5}">
                      <a16:colId xmlns:a16="http://schemas.microsoft.com/office/drawing/2014/main" val="280728624"/>
                    </a:ext>
                  </a:extLst>
                </a:gridCol>
                <a:gridCol w="1379320">
                  <a:extLst>
                    <a:ext uri="{9D8B030D-6E8A-4147-A177-3AD203B41FA5}">
                      <a16:colId xmlns:a16="http://schemas.microsoft.com/office/drawing/2014/main" val="930403983"/>
                    </a:ext>
                  </a:extLst>
                </a:gridCol>
                <a:gridCol w="1379320">
                  <a:extLst>
                    <a:ext uri="{9D8B030D-6E8A-4147-A177-3AD203B41FA5}">
                      <a16:colId xmlns:a16="http://schemas.microsoft.com/office/drawing/2014/main" val="344758909"/>
                    </a:ext>
                  </a:extLst>
                </a:gridCol>
                <a:gridCol w="1379320">
                  <a:extLst>
                    <a:ext uri="{9D8B030D-6E8A-4147-A177-3AD203B41FA5}">
                      <a16:colId xmlns:a16="http://schemas.microsoft.com/office/drawing/2014/main" val="1299849204"/>
                    </a:ext>
                  </a:extLst>
                </a:gridCol>
                <a:gridCol w="1379320">
                  <a:extLst>
                    <a:ext uri="{9D8B030D-6E8A-4147-A177-3AD203B41FA5}">
                      <a16:colId xmlns:a16="http://schemas.microsoft.com/office/drawing/2014/main" val="234037347"/>
                    </a:ext>
                  </a:extLst>
                </a:gridCol>
              </a:tblGrid>
              <a:tr h="140042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dirty="0">
                          <a:solidFill>
                            <a:schemeClr val="tx1"/>
                          </a:solidFill>
                        </a:rPr>
                        <a:t>대한항공</a:t>
                      </a:r>
                      <a:r>
                        <a:rPr lang="en-US" altLang="ko-KR" sz="700" b="0" dirty="0">
                          <a:solidFill>
                            <a:schemeClr val="tx1"/>
                          </a:solidFill>
                        </a:rPr>
                        <a:t>(KE)</a:t>
                      </a:r>
                      <a:endParaRPr lang="ko-KR" altLang="en-US" sz="700" b="0" dirty="0">
                        <a:solidFill>
                          <a:schemeClr val="tx1"/>
                        </a:solidFill>
                      </a:endParaRPr>
                    </a:p>
                  </a:txBody>
                  <a:tcPr marT="45304" marB="45304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tx1"/>
                          </a:solidFill>
                        </a:rPr>
                        <a:t>10:10  ⧟  19:40</a:t>
                      </a:r>
                    </a:p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tx1"/>
                          </a:solidFill>
                        </a:rPr>
                        <a:t> INC            CJU</a:t>
                      </a:r>
                      <a:endParaRPr lang="ko-KR" altLang="en-US" sz="700" b="0" dirty="0">
                        <a:solidFill>
                          <a:schemeClr val="tx1"/>
                        </a:solidFill>
                      </a:endParaRPr>
                    </a:p>
                  </a:txBody>
                  <a:tcPr marT="45304" marB="45304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err="1">
                          <a:solidFill>
                            <a:schemeClr val="tx1"/>
                          </a:solidFill>
                        </a:rPr>
                        <a:t>할인석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 marT="21509" marB="21509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>
                          <a:solidFill>
                            <a:schemeClr val="tx1"/>
                          </a:solidFill>
                        </a:rPr>
                        <a:t>일반석</a:t>
                      </a:r>
                    </a:p>
                  </a:txBody>
                  <a:tcPr marT="21509" marB="21509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>
                          <a:solidFill>
                            <a:schemeClr val="tx1"/>
                          </a:solidFill>
                        </a:rPr>
                        <a:t>비즈니스석</a:t>
                      </a:r>
                    </a:p>
                  </a:txBody>
                  <a:tcPr marT="21509" marB="21509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err="1">
                          <a:solidFill>
                            <a:schemeClr val="tx1"/>
                          </a:solidFill>
                        </a:rPr>
                        <a:t>특가석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 marT="21509" marB="21509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6790717"/>
                  </a:ext>
                </a:extLst>
              </a:tr>
              <a:tr h="140042">
                <a:tc vMerge="1"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잔여좌석 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9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석</a:t>
                      </a:r>
                    </a:p>
                  </a:txBody>
                  <a:tcPr marT="21509" marB="21509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잔여좌석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0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석</a:t>
                      </a:r>
                    </a:p>
                  </a:txBody>
                  <a:tcPr marT="21509" marB="21509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잔여좌석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석</a:t>
                      </a:r>
                    </a:p>
                  </a:txBody>
                  <a:tcPr marT="21509" marB="21509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잔여좌석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7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석</a:t>
                      </a:r>
                    </a:p>
                  </a:txBody>
                  <a:tcPr marT="21509" marB="21509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7353538"/>
                  </a:ext>
                </a:extLst>
              </a:tr>
              <a:tr h="140042">
                <a:tc vMerge="1"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123,123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원</a:t>
                      </a:r>
                    </a:p>
                  </a:txBody>
                  <a:tcPr marT="21509" marB="21509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0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원</a:t>
                      </a:r>
                    </a:p>
                  </a:txBody>
                  <a:tcPr marT="21509" marB="21509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152,400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원</a:t>
                      </a:r>
                    </a:p>
                  </a:txBody>
                  <a:tcPr marT="21509" marB="21509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789,000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원</a:t>
                      </a:r>
                    </a:p>
                  </a:txBody>
                  <a:tcPr marT="21509" marB="21509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7287231"/>
                  </a:ext>
                </a:extLst>
              </a:tr>
              <a:tr h="140042">
                <a:tc vMerge="1"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◉ 선택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T="21509" marB="21509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○선택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T="21509" marB="21509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○선택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T="21509" marB="21509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○선택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T="21509" marB="21509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801345"/>
                  </a:ext>
                </a:extLst>
              </a:tr>
              <a:tr h="189608">
                <a:tc gridSpan="6"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T="45304" marB="45304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9087056"/>
                  </a:ext>
                </a:extLst>
              </a:tr>
              <a:tr h="140042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대한항공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(KE)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T="45304" marB="45304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12:10  ⧟  20:20</a:t>
                      </a:r>
                    </a:p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 INC            CJU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T="45304" marB="45304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err="1">
                          <a:solidFill>
                            <a:schemeClr val="tx1"/>
                          </a:solidFill>
                        </a:rPr>
                        <a:t>할인석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 marT="21509" marB="21509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>
                          <a:solidFill>
                            <a:schemeClr val="tx1"/>
                          </a:solidFill>
                        </a:rPr>
                        <a:t>일반석</a:t>
                      </a:r>
                    </a:p>
                  </a:txBody>
                  <a:tcPr marT="21509" marB="21509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>
                          <a:solidFill>
                            <a:schemeClr val="tx1"/>
                          </a:solidFill>
                        </a:rPr>
                        <a:t>비즈니스석</a:t>
                      </a:r>
                    </a:p>
                  </a:txBody>
                  <a:tcPr marT="21509" marB="21509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err="1">
                          <a:solidFill>
                            <a:schemeClr val="tx1"/>
                          </a:solidFill>
                        </a:rPr>
                        <a:t>특가석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 marT="21509" marB="21509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3751639"/>
                  </a:ext>
                </a:extLst>
              </a:tr>
              <a:tr h="140042">
                <a:tc vMerge="1"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잔여좌석 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11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석</a:t>
                      </a:r>
                    </a:p>
                  </a:txBody>
                  <a:tcPr marT="21509" marB="21509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잔여좌석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5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석</a:t>
                      </a:r>
                    </a:p>
                  </a:txBody>
                  <a:tcPr marT="21509" marB="21509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잔여좌석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0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석</a:t>
                      </a:r>
                    </a:p>
                  </a:txBody>
                  <a:tcPr marT="21509" marB="21509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잔여좌석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석</a:t>
                      </a:r>
                    </a:p>
                  </a:txBody>
                  <a:tcPr marT="21509" marB="21509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0839935"/>
                  </a:ext>
                </a:extLst>
              </a:tr>
              <a:tr h="140042">
                <a:tc vMerge="1"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120,000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원</a:t>
                      </a:r>
                    </a:p>
                  </a:txBody>
                  <a:tcPr marT="21509" marB="21509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152,500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원</a:t>
                      </a:r>
                    </a:p>
                  </a:txBody>
                  <a:tcPr marT="21509" marB="21509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0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원</a:t>
                      </a:r>
                    </a:p>
                  </a:txBody>
                  <a:tcPr marT="21509" marB="21509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559,000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원</a:t>
                      </a:r>
                    </a:p>
                  </a:txBody>
                  <a:tcPr marT="21509" marB="21509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8770374"/>
                  </a:ext>
                </a:extLst>
              </a:tr>
              <a:tr h="140042">
                <a:tc vMerge="1"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○선택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T="21509" marB="21509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○선택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T="21509" marB="21509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○선택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T="21509" marB="21509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○선택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T="21509" marB="21509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3252011"/>
                  </a:ext>
                </a:extLst>
              </a:tr>
            </a:tbl>
          </a:graphicData>
        </a:graphic>
      </p:graphicFrame>
      <p:sp>
        <p:nvSpPr>
          <p:cNvPr id="125" name="TextBox 124">
            <a:extLst>
              <a:ext uri="{FF2B5EF4-FFF2-40B4-BE49-F238E27FC236}">
                <a16:creationId xmlns:a16="http://schemas.microsoft.com/office/drawing/2014/main" id="{7188A899-6905-8702-46C8-EB6646811A9E}"/>
              </a:ext>
            </a:extLst>
          </p:cNvPr>
          <p:cNvSpPr txBox="1"/>
          <p:nvPr/>
        </p:nvSpPr>
        <p:spPr>
          <a:xfrm>
            <a:off x="718622" y="3143673"/>
            <a:ext cx="527410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700" b="1" dirty="0"/>
              <a:t>CJU</a:t>
            </a:r>
            <a:r>
              <a:rPr lang="en-US" altLang="ko-KR" sz="700" b="1" dirty="0">
                <a:effectLst/>
              </a:rPr>
              <a:t> </a:t>
            </a:r>
            <a:r>
              <a:rPr lang="en-US" altLang="ko-KR" sz="700" b="1" dirty="0"/>
              <a:t>→ </a:t>
            </a:r>
            <a:r>
              <a:rPr lang="en-US" altLang="ko-KR" sz="700" b="1" dirty="0">
                <a:effectLst/>
              </a:rPr>
              <a:t>INC  2025-02-11</a:t>
            </a:r>
            <a:endParaRPr lang="ko-KR" altLang="en-US" sz="700" b="1" dirty="0"/>
          </a:p>
        </p:txBody>
      </p:sp>
      <p:sp>
        <p:nvSpPr>
          <p:cNvPr id="126" name="사각형: 둥근 모서리 125">
            <a:extLst>
              <a:ext uri="{FF2B5EF4-FFF2-40B4-BE49-F238E27FC236}">
                <a16:creationId xmlns:a16="http://schemas.microsoft.com/office/drawing/2014/main" id="{56EA7399-3149-B07E-AEFC-C1E3A6A2B998}"/>
              </a:ext>
            </a:extLst>
          </p:cNvPr>
          <p:cNvSpPr/>
          <p:nvPr/>
        </p:nvSpPr>
        <p:spPr>
          <a:xfrm>
            <a:off x="270216" y="3175510"/>
            <a:ext cx="474423" cy="121927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b="1" dirty="0" err="1">
                <a:solidFill>
                  <a:schemeClr val="tx1"/>
                </a:solidFill>
              </a:rPr>
              <a:t>오는편</a:t>
            </a:r>
            <a:endParaRPr lang="ko-KR" altLang="en-US" sz="700" b="1" dirty="0">
              <a:solidFill>
                <a:schemeClr val="tx1"/>
              </a:solidFill>
            </a:endParaRPr>
          </a:p>
        </p:txBody>
      </p:sp>
      <p:graphicFrame>
        <p:nvGraphicFramePr>
          <p:cNvPr id="127" name="표 126">
            <a:extLst>
              <a:ext uri="{FF2B5EF4-FFF2-40B4-BE49-F238E27FC236}">
                <a16:creationId xmlns:a16="http://schemas.microsoft.com/office/drawing/2014/main" id="{B3E2A399-46C6-ECC0-9867-4712595DB9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3554014"/>
              </p:ext>
            </p:extLst>
          </p:nvPr>
        </p:nvGraphicFramePr>
        <p:xfrm>
          <a:off x="281481" y="3337795"/>
          <a:ext cx="8275920" cy="1394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9320">
                  <a:extLst>
                    <a:ext uri="{9D8B030D-6E8A-4147-A177-3AD203B41FA5}">
                      <a16:colId xmlns:a16="http://schemas.microsoft.com/office/drawing/2014/main" val="912435677"/>
                    </a:ext>
                  </a:extLst>
                </a:gridCol>
                <a:gridCol w="1379320">
                  <a:extLst>
                    <a:ext uri="{9D8B030D-6E8A-4147-A177-3AD203B41FA5}">
                      <a16:colId xmlns:a16="http://schemas.microsoft.com/office/drawing/2014/main" val="280728624"/>
                    </a:ext>
                  </a:extLst>
                </a:gridCol>
                <a:gridCol w="1379320">
                  <a:extLst>
                    <a:ext uri="{9D8B030D-6E8A-4147-A177-3AD203B41FA5}">
                      <a16:colId xmlns:a16="http://schemas.microsoft.com/office/drawing/2014/main" val="930403983"/>
                    </a:ext>
                  </a:extLst>
                </a:gridCol>
                <a:gridCol w="1379320">
                  <a:extLst>
                    <a:ext uri="{9D8B030D-6E8A-4147-A177-3AD203B41FA5}">
                      <a16:colId xmlns:a16="http://schemas.microsoft.com/office/drawing/2014/main" val="344758909"/>
                    </a:ext>
                  </a:extLst>
                </a:gridCol>
                <a:gridCol w="1379320">
                  <a:extLst>
                    <a:ext uri="{9D8B030D-6E8A-4147-A177-3AD203B41FA5}">
                      <a16:colId xmlns:a16="http://schemas.microsoft.com/office/drawing/2014/main" val="1299849204"/>
                    </a:ext>
                  </a:extLst>
                </a:gridCol>
                <a:gridCol w="1379320">
                  <a:extLst>
                    <a:ext uri="{9D8B030D-6E8A-4147-A177-3AD203B41FA5}">
                      <a16:colId xmlns:a16="http://schemas.microsoft.com/office/drawing/2014/main" val="234037347"/>
                    </a:ext>
                  </a:extLst>
                </a:gridCol>
              </a:tblGrid>
              <a:tr h="140378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dirty="0">
                          <a:solidFill>
                            <a:schemeClr val="tx1"/>
                          </a:solidFill>
                        </a:rPr>
                        <a:t>대한항공</a:t>
                      </a:r>
                      <a:r>
                        <a:rPr lang="en-US" altLang="ko-KR" sz="700" b="0" dirty="0">
                          <a:solidFill>
                            <a:schemeClr val="tx1"/>
                          </a:solidFill>
                        </a:rPr>
                        <a:t>(KE)</a:t>
                      </a:r>
                      <a:endParaRPr lang="ko-KR" altLang="en-US" sz="700" b="0" dirty="0">
                        <a:solidFill>
                          <a:schemeClr val="tx1"/>
                        </a:solidFill>
                      </a:endParaRPr>
                    </a:p>
                  </a:txBody>
                  <a:tcPr marT="45304" marB="45304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tx1"/>
                          </a:solidFill>
                        </a:rPr>
                        <a:t>10:10  ⧟  19:40</a:t>
                      </a:r>
                    </a:p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tx1"/>
                          </a:solidFill>
                        </a:rPr>
                        <a:t> INC          CJU</a:t>
                      </a:r>
                      <a:endParaRPr lang="ko-KR" altLang="en-US" sz="700" b="0" dirty="0">
                        <a:solidFill>
                          <a:schemeClr val="tx1"/>
                        </a:solidFill>
                      </a:endParaRPr>
                    </a:p>
                  </a:txBody>
                  <a:tcPr marT="45304" marB="45304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err="1">
                          <a:solidFill>
                            <a:schemeClr val="tx1"/>
                          </a:solidFill>
                        </a:rPr>
                        <a:t>할인석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 marT="21509" marB="21509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>
                          <a:solidFill>
                            <a:schemeClr val="tx1"/>
                          </a:solidFill>
                        </a:rPr>
                        <a:t>일반석</a:t>
                      </a:r>
                    </a:p>
                  </a:txBody>
                  <a:tcPr marT="21509" marB="21509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>
                          <a:solidFill>
                            <a:schemeClr val="tx1"/>
                          </a:solidFill>
                        </a:rPr>
                        <a:t>비즈니스석</a:t>
                      </a:r>
                    </a:p>
                  </a:txBody>
                  <a:tcPr marT="21509" marB="21509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err="1">
                          <a:solidFill>
                            <a:schemeClr val="tx1"/>
                          </a:solidFill>
                        </a:rPr>
                        <a:t>특가석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 marT="21509" marB="21509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6790717"/>
                  </a:ext>
                </a:extLst>
              </a:tr>
              <a:tr h="140378">
                <a:tc vMerge="1"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잔여좌석 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9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석</a:t>
                      </a:r>
                    </a:p>
                  </a:txBody>
                  <a:tcPr marT="21509" marB="21509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잔여좌석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0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석</a:t>
                      </a:r>
                    </a:p>
                  </a:txBody>
                  <a:tcPr marT="21509" marB="21509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잔여좌석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석</a:t>
                      </a:r>
                    </a:p>
                  </a:txBody>
                  <a:tcPr marT="21509" marB="21509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잔여좌석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7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석</a:t>
                      </a:r>
                    </a:p>
                  </a:txBody>
                  <a:tcPr marT="21509" marB="21509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7353538"/>
                  </a:ext>
                </a:extLst>
              </a:tr>
              <a:tr h="140378">
                <a:tc vMerge="1"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123,123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원</a:t>
                      </a:r>
                    </a:p>
                  </a:txBody>
                  <a:tcPr marT="21509" marB="21509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0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원</a:t>
                      </a:r>
                    </a:p>
                  </a:txBody>
                  <a:tcPr marT="21509" marB="21509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152,400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원</a:t>
                      </a:r>
                    </a:p>
                  </a:txBody>
                  <a:tcPr marT="21509" marB="21509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789,000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원</a:t>
                      </a:r>
                    </a:p>
                  </a:txBody>
                  <a:tcPr marT="21509" marB="21509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7287231"/>
                  </a:ext>
                </a:extLst>
              </a:tr>
              <a:tr h="140378">
                <a:tc vMerge="1"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○선택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T="21509" marB="21509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○선택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T="21509" marB="21509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○선택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T="21509" marB="21509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○선택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T="21509" marB="21509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801345"/>
                  </a:ext>
                </a:extLst>
              </a:tr>
              <a:tr h="190063">
                <a:tc gridSpan="6"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T="45304" marB="45304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9087056"/>
                  </a:ext>
                </a:extLst>
              </a:tr>
              <a:tr h="140378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대한항공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(KE)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T="45304" marB="45304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12:10  ⧟  20:20</a:t>
                      </a:r>
                    </a:p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 INC          CJU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T="45304" marB="45304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err="1">
                          <a:solidFill>
                            <a:schemeClr val="tx1"/>
                          </a:solidFill>
                        </a:rPr>
                        <a:t>할인석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 marT="21509" marB="21509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>
                          <a:solidFill>
                            <a:schemeClr val="tx1"/>
                          </a:solidFill>
                        </a:rPr>
                        <a:t>일반석</a:t>
                      </a:r>
                    </a:p>
                  </a:txBody>
                  <a:tcPr marT="21509" marB="21509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>
                          <a:solidFill>
                            <a:schemeClr val="tx1"/>
                          </a:solidFill>
                        </a:rPr>
                        <a:t>비즈니스석</a:t>
                      </a:r>
                    </a:p>
                  </a:txBody>
                  <a:tcPr marT="21509" marB="21509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err="1">
                          <a:solidFill>
                            <a:schemeClr val="tx1"/>
                          </a:solidFill>
                        </a:rPr>
                        <a:t>특가석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 marT="21509" marB="21509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3751639"/>
                  </a:ext>
                </a:extLst>
              </a:tr>
              <a:tr h="140378">
                <a:tc vMerge="1"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잔여좌석 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11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석</a:t>
                      </a:r>
                    </a:p>
                  </a:txBody>
                  <a:tcPr marT="21509" marB="21509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잔여좌석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5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석</a:t>
                      </a:r>
                    </a:p>
                  </a:txBody>
                  <a:tcPr marT="21509" marB="21509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잔여좌석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0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석</a:t>
                      </a:r>
                    </a:p>
                  </a:txBody>
                  <a:tcPr marT="21509" marB="21509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잔여좌석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석</a:t>
                      </a:r>
                    </a:p>
                  </a:txBody>
                  <a:tcPr marT="21509" marB="21509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0839935"/>
                  </a:ext>
                </a:extLst>
              </a:tr>
              <a:tr h="140378">
                <a:tc vMerge="1"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120,000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원</a:t>
                      </a:r>
                    </a:p>
                  </a:txBody>
                  <a:tcPr marT="21509" marB="21509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152,500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원</a:t>
                      </a:r>
                    </a:p>
                  </a:txBody>
                  <a:tcPr marT="21509" marB="21509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0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원</a:t>
                      </a:r>
                    </a:p>
                  </a:txBody>
                  <a:tcPr marT="21509" marB="21509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559,000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원</a:t>
                      </a:r>
                    </a:p>
                  </a:txBody>
                  <a:tcPr marT="21509" marB="21509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8770374"/>
                  </a:ext>
                </a:extLst>
              </a:tr>
              <a:tr h="140378">
                <a:tc vMerge="1"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○선택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T="21509" marB="21509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○선택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T="21509" marB="21509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○선택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T="21509" marB="21509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◉ 선택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T="21509" marB="21509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3252011"/>
                  </a:ext>
                </a:extLst>
              </a:tr>
            </a:tbl>
          </a:graphicData>
        </a:graphic>
      </p:graphicFrame>
      <p:sp>
        <p:nvSpPr>
          <p:cNvPr id="528" name="TextBox 527">
            <a:extLst>
              <a:ext uri="{FF2B5EF4-FFF2-40B4-BE49-F238E27FC236}">
                <a16:creationId xmlns:a16="http://schemas.microsoft.com/office/drawing/2014/main" id="{25EF92BC-A8B1-D4D6-15A0-4E4CF44B3EE3}"/>
              </a:ext>
            </a:extLst>
          </p:cNvPr>
          <p:cNvSpPr txBox="1"/>
          <p:nvPr/>
        </p:nvSpPr>
        <p:spPr>
          <a:xfrm>
            <a:off x="191397" y="4751602"/>
            <a:ext cx="527410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b="0" i="0" dirty="0">
                <a:solidFill>
                  <a:srgbClr val="3F4257"/>
                </a:solidFill>
                <a:effectLst/>
                <a:latin typeface="apple color emoji"/>
              </a:rPr>
              <a:t>✈︎ </a:t>
            </a:r>
            <a:r>
              <a:rPr lang="ko-KR" altLang="en-US" sz="700" b="1" dirty="0"/>
              <a:t>선택 항공편</a:t>
            </a:r>
          </a:p>
        </p:txBody>
      </p:sp>
      <p:graphicFrame>
        <p:nvGraphicFramePr>
          <p:cNvPr id="529" name="표 528">
            <a:extLst>
              <a:ext uri="{FF2B5EF4-FFF2-40B4-BE49-F238E27FC236}">
                <a16:creationId xmlns:a16="http://schemas.microsoft.com/office/drawing/2014/main" id="{97524817-2A12-D924-E459-2A88767995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6637385"/>
              </p:ext>
            </p:extLst>
          </p:nvPr>
        </p:nvGraphicFramePr>
        <p:xfrm>
          <a:off x="281481" y="4970575"/>
          <a:ext cx="8275920" cy="10713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9320">
                  <a:extLst>
                    <a:ext uri="{9D8B030D-6E8A-4147-A177-3AD203B41FA5}">
                      <a16:colId xmlns:a16="http://schemas.microsoft.com/office/drawing/2014/main" val="2309356769"/>
                    </a:ext>
                  </a:extLst>
                </a:gridCol>
                <a:gridCol w="1379320">
                  <a:extLst>
                    <a:ext uri="{9D8B030D-6E8A-4147-A177-3AD203B41FA5}">
                      <a16:colId xmlns:a16="http://schemas.microsoft.com/office/drawing/2014/main" val="1378706176"/>
                    </a:ext>
                  </a:extLst>
                </a:gridCol>
                <a:gridCol w="1379320">
                  <a:extLst>
                    <a:ext uri="{9D8B030D-6E8A-4147-A177-3AD203B41FA5}">
                      <a16:colId xmlns:a16="http://schemas.microsoft.com/office/drawing/2014/main" val="2694257126"/>
                    </a:ext>
                  </a:extLst>
                </a:gridCol>
                <a:gridCol w="1379320">
                  <a:extLst>
                    <a:ext uri="{9D8B030D-6E8A-4147-A177-3AD203B41FA5}">
                      <a16:colId xmlns:a16="http://schemas.microsoft.com/office/drawing/2014/main" val="519148683"/>
                    </a:ext>
                  </a:extLst>
                </a:gridCol>
                <a:gridCol w="1379320">
                  <a:extLst>
                    <a:ext uri="{9D8B030D-6E8A-4147-A177-3AD203B41FA5}">
                      <a16:colId xmlns:a16="http://schemas.microsoft.com/office/drawing/2014/main" val="2461578946"/>
                    </a:ext>
                  </a:extLst>
                </a:gridCol>
                <a:gridCol w="1379320">
                  <a:extLst>
                    <a:ext uri="{9D8B030D-6E8A-4147-A177-3AD203B41FA5}">
                      <a16:colId xmlns:a16="http://schemas.microsoft.com/office/drawing/2014/main" val="4032330655"/>
                    </a:ext>
                  </a:extLst>
                </a:gridCol>
              </a:tblGrid>
              <a:tr h="357109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대한항공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(KE)</a:t>
                      </a:r>
                    </a:p>
                    <a:p>
                      <a:pPr algn="l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1049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편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2024-11-11(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월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 인천 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- 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제주</a:t>
                      </a:r>
                      <a:endParaRPr lang="en-US" altLang="ko-KR" sz="80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10:10    19:40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성인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•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소아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•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</a:rPr>
                        <a:t>할인석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•3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123,300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요금상세보기▽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2989321"/>
                  </a:ext>
                </a:extLst>
              </a:tr>
              <a:tr h="357109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</a:rPr>
                        <a:t>대한항공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(KE)</a:t>
                      </a:r>
                    </a:p>
                    <a:p>
                      <a:pPr algn="l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1049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</a:rPr>
                        <a:t>편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2024-11-21(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</a:rPr>
                        <a:t>월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</a:rPr>
                        <a:t> 제주 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- 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</a:rPr>
                        <a:t>인천</a:t>
                      </a:r>
                      <a:endParaRPr lang="en-US" altLang="ko-KR" sz="800" b="1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12:10    20:40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성인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•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소아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•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</a:rPr>
                        <a:t>특가석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•3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110,000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</a:rPr>
                        <a:t>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</a:rPr>
                        <a:t>요금상세보기△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920196"/>
                  </a:ext>
                </a:extLst>
              </a:tr>
              <a:tr h="357109">
                <a:tc gridSpan="6">
                  <a:txBody>
                    <a:bodyPr/>
                    <a:lstStyle/>
                    <a:p>
                      <a:pPr algn="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성인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•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</a:rPr>
                        <a:t>특가석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•1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명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|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항공요금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40,000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원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|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유류할증료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15,000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원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|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제세공과금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13,000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원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|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발권수수료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11,500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원         합계  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66.500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원</a:t>
                      </a:r>
                      <a:endParaRPr lang="en-US" altLang="ko-KR" sz="80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소아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•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</a:rPr>
                        <a:t>특가석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•2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명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|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항공요금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20,000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원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|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유류할증료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12,000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원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|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제세공과금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13,000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원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|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발권수수료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11,500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원         합계  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43.500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원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1586566"/>
                  </a:ext>
                </a:extLst>
              </a:tr>
            </a:tbl>
          </a:graphicData>
        </a:graphic>
      </p:graphicFrame>
      <p:sp>
        <p:nvSpPr>
          <p:cNvPr id="19" name="직사각형 18">
            <a:extLst>
              <a:ext uri="{FF2B5EF4-FFF2-40B4-BE49-F238E27FC236}">
                <a16:creationId xmlns:a16="http://schemas.microsoft.com/office/drawing/2014/main" id="{A79EF095-F7DA-4172-BBE3-E6962FFFAAAA}"/>
              </a:ext>
            </a:extLst>
          </p:cNvPr>
          <p:cNvSpPr/>
          <p:nvPr/>
        </p:nvSpPr>
        <p:spPr>
          <a:xfrm>
            <a:off x="5663587" y="6249463"/>
            <a:ext cx="1322288" cy="358463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</a:rPr>
              <a:t>셀프 예약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850D982-4F11-4E5F-BB47-D54BD8D01C98}"/>
              </a:ext>
            </a:extLst>
          </p:cNvPr>
          <p:cNvSpPr txBox="1"/>
          <p:nvPr/>
        </p:nvSpPr>
        <p:spPr>
          <a:xfrm>
            <a:off x="4124551" y="6296906"/>
            <a:ext cx="143866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b="1" dirty="0"/>
              <a:t>총 요금 </a:t>
            </a:r>
            <a:r>
              <a:rPr lang="en-US" altLang="ko-KR" sz="1050" b="1" dirty="0"/>
              <a:t>233,300 </a:t>
            </a:r>
            <a:r>
              <a:rPr lang="ko-KR" altLang="en-US" sz="1050" b="1" dirty="0"/>
              <a:t>원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0486E4E-7B35-433F-8EEA-63F271A4F89B}"/>
              </a:ext>
            </a:extLst>
          </p:cNvPr>
          <p:cNvSpPr/>
          <p:nvPr/>
        </p:nvSpPr>
        <p:spPr>
          <a:xfrm>
            <a:off x="191397" y="4926789"/>
            <a:ext cx="8427670" cy="12120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BB6BF3A-B851-4990-8A4A-F4B97B78776E}"/>
              </a:ext>
            </a:extLst>
          </p:cNvPr>
          <p:cNvSpPr/>
          <p:nvPr/>
        </p:nvSpPr>
        <p:spPr>
          <a:xfrm>
            <a:off x="4124551" y="6264110"/>
            <a:ext cx="1340952" cy="33109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CFCDFE7-142D-44F8-8345-152CF3A6C570}"/>
              </a:ext>
            </a:extLst>
          </p:cNvPr>
          <p:cNvSpPr/>
          <p:nvPr/>
        </p:nvSpPr>
        <p:spPr>
          <a:xfrm>
            <a:off x="5654255" y="6253659"/>
            <a:ext cx="1340952" cy="3412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AD3D2669-F7C3-4134-B206-74948EFC29BF}"/>
              </a:ext>
            </a:extLst>
          </p:cNvPr>
          <p:cNvSpPr/>
          <p:nvPr/>
        </p:nvSpPr>
        <p:spPr>
          <a:xfrm>
            <a:off x="7713132" y="5392650"/>
            <a:ext cx="765219" cy="22921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34A88785-BBB4-4B9A-AB19-EED0760D655B}"/>
              </a:ext>
            </a:extLst>
          </p:cNvPr>
          <p:cNvSpPr/>
          <p:nvPr/>
        </p:nvSpPr>
        <p:spPr>
          <a:xfrm>
            <a:off x="3056466" y="1760079"/>
            <a:ext cx="1363134" cy="5955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8B8557E8-AB43-48EA-8885-5A74DDF8DDB0}"/>
              </a:ext>
            </a:extLst>
          </p:cNvPr>
          <p:cNvGrpSpPr/>
          <p:nvPr/>
        </p:nvGrpSpPr>
        <p:grpSpPr>
          <a:xfrm>
            <a:off x="0" y="4854158"/>
            <a:ext cx="389280" cy="215444"/>
            <a:chOff x="4457019" y="1909975"/>
            <a:chExt cx="389280" cy="215444"/>
          </a:xfrm>
        </p:grpSpPr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82A359BC-F98F-430D-8C5C-DD7C22D70ECD}"/>
                </a:ext>
              </a:extLst>
            </p:cNvPr>
            <p:cNvSpPr/>
            <p:nvPr/>
          </p:nvSpPr>
          <p:spPr>
            <a:xfrm>
              <a:off x="4536630" y="1922684"/>
              <a:ext cx="171278" cy="18690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49A3A1D4-E852-49BF-A22F-DC6D264BA8D6}"/>
                </a:ext>
              </a:extLst>
            </p:cNvPr>
            <p:cNvSpPr txBox="1"/>
            <p:nvPr/>
          </p:nvSpPr>
          <p:spPr>
            <a:xfrm>
              <a:off x="4457019" y="1909975"/>
              <a:ext cx="38928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>
                  <a:solidFill>
                    <a:schemeClr val="bg1"/>
                  </a:solidFill>
                </a:rPr>
                <a:t>1-1</a:t>
              </a:r>
              <a:endParaRPr lang="ko-KR" altLang="en-US" sz="8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7181707D-1413-4391-A6C5-C1CC1B8BA64F}"/>
              </a:ext>
            </a:extLst>
          </p:cNvPr>
          <p:cNvGrpSpPr/>
          <p:nvPr/>
        </p:nvGrpSpPr>
        <p:grpSpPr>
          <a:xfrm>
            <a:off x="2964585" y="1644869"/>
            <a:ext cx="276910" cy="215444"/>
            <a:chOff x="4507293" y="1910946"/>
            <a:chExt cx="276910" cy="215444"/>
          </a:xfrm>
        </p:grpSpPr>
        <p:sp>
          <p:nvSpPr>
            <p:cNvPr id="35" name="타원 34">
              <a:extLst>
                <a:ext uri="{FF2B5EF4-FFF2-40B4-BE49-F238E27FC236}">
                  <a16:creationId xmlns:a16="http://schemas.microsoft.com/office/drawing/2014/main" id="{755620BB-69C9-4FCA-98A7-143CAB91D4E1}"/>
                </a:ext>
              </a:extLst>
            </p:cNvPr>
            <p:cNvSpPr/>
            <p:nvPr/>
          </p:nvSpPr>
          <p:spPr>
            <a:xfrm>
              <a:off x="4536630" y="1922684"/>
              <a:ext cx="171278" cy="18690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E8356930-DF0F-4651-A513-853C36F261CC}"/>
                </a:ext>
              </a:extLst>
            </p:cNvPr>
            <p:cNvSpPr txBox="1"/>
            <p:nvPr/>
          </p:nvSpPr>
          <p:spPr>
            <a:xfrm>
              <a:off x="4507293" y="1910946"/>
              <a:ext cx="2769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>
                  <a:solidFill>
                    <a:schemeClr val="bg1"/>
                  </a:solidFill>
                </a:rPr>
                <a:t>1</a:t>
              </a:r>
              <a:endParaRPr lang="ko-KR" altLang="en-US" sz="8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C3AF1C2F-229A-4B77-8AFD-77A918FC7A7E}"/>
              </a:ext>
            </a:extLst>
          </p:cNvPr>
          <p:cNvGrpSpPr/>
          <p:nvPr/>
        </p:nvGrpSpPr>
        <p:grpSpPr>
          <a:xfrm>
            <a:off x="7610312" y="5294662"/>
            <a:ext cx="276910" cy="215444"/>
            <a:chOff x="4507293" y="1910946"/>
            <a:chExt cx="276910" cy="215444"/>
          </a:xfrm>
        </p:grpSpPr>
        <p:sp>
          <p:nvSpPr>
            <p:cNvPr id="38" name="타원 37">
              <a:extLst>
                <a:ext uri="{FF2B5EF4-FFF2-40B4-BE49-F238E27FC236}">
                  <a16:creationId xmlns:a16="http://schemas.microsoft.com/office/drawing/2014/main" id="{9E108EB4-4230-44C8-AFB1-6C10CF9C9D0D}"/>
                </a:ext>
              </a:extLst>
            </p:cNvPr>
            <p:cNvSpPr/>
            <p:nvPr/>
          </p:nvSpPr>
          <p:spPr>
            <a:xfrm>
              <a:off x="4536630" y="1922684"/>
              <a:ext cx="171278" cy="18690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B63EF96D-BB86-4E7A-881A-390DE6203D2E}"/>
                </a:ext>
              </a:extLst>
            </p:cNvPr>
            <p:cNvSpPr txBox="1"/>
            <p:nvPr/>
          </p:nvSpPr>
          <p:spPr>
            <a:xfrm>
              <a:off x="4507293" y="1910946"/>
              <a:ext cx="2769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>
                  <a:solidFill>
                    <a:schemeClr val="bg1"/>
                  </a:solidFill>
                </a:rPr>
                <a:t>2</a:t>
              </a:r>
              <a:endParaRPr lang="ko-KR" altLang="en-US" sz="8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AB06C5C7-F6E8-4E10-9203-9F9F3A95C365}"/>
              </a:ext>
            </a:extLst>
          </p:cNvPr>
          <p:cNvGrpSpPr/>
          <p:nvPr/>
        </p:nvGrpSpPr>
        <p:grpSpPr>
          <a:xfrm>
            <a:off x="5514606" y="6152555"/>
            <a:ext cx="276910" cy="215444"/>
            <a:chOff x="4507293" y="1910946"/>
            <a:chExt cx="276910" cy="215444"/>
          </a:xfrm>
        </p:grpSpPr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C3917F89-658E-4D91-BA56-72CC5D6A5D22}"/>
                </a:ext>
              </a:extLst>
            </p:cNvPr>
            <p:cNvSpPr/>
            <p:nvPr/>
          </p:nvSpPr>
          <p:spPr>
            <a:xfrm>
              <a:off x="4536630" y="1922684"/>
              <a:ext cx="171278" cy="18690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7236655E-21B4-48F0-A0E7-35DF54FC27B7}"/>
                </a:ext>
              </a:extLst>
            </p:cNvPr>
            <p:cNvSpPr txBox="1"/>
            <p:nvPr/>
          </p:nvSpPr>
          <p:spPr>
            <a:xfrm>
              <a:off x="4507293" y="1910946"/>
              <a:ext cx="2769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>
                  <a:solidFill>
                    <a:schemeClr val="bg1"/>
                  </a:solidFill>
                </a:rPr>
                <a:t>3</a:t>
              </a:r>
              <a:endParaRPr lang="ko-KR" altLang="en-US" sz="8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F532E532-DFB4-4AEA-9EC2-AB88F7387A29}"/>
              </a:ext>
            </a:extLst>
          </p:cNvPr>
          <p:cNvGrpSpPr/>
          <p:nvPr/>
        </p:nvGrpSpPr>
        <p:grpSpPr>
          <a:xfrm>
            <a:off x="170255" y="5624863"/>
            <a:ext cx="389280" cy="215444"/>
            <a:chOff x="4457019" y="1909975"/>
            <a:chExt cx="389280" cy="215444"/>
          </a:xfrm>
        </p:grpSpPr>
        <p:sp>
          <p:nvSpPr>
            <p:cNvPr id="48" name="타원 47">
              <a:extLst>
                <a:ext uri="{FF2B5EF4-FFF2-40B4-BE49-F238E27FC236}">
                  <a16:creationId xmlns:a16="http://schemas.microsoft.com/office/drawing/2014/main" id="{82453D24-6CBC-4376-9C22-569F2426861A}"/>
                </a:ext>
              </a:extLst>
            </p:cNvPr>
            <p:cNvSpPr/>
            <p:nvPr/>
          </p:nvSpPr>
          <p:spPr>
            <a:xfrm>
              <a:off x="4536630" y="1922684"/>
              <a:ext cx="171278" cy="18690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F38D746C-3DBF-46E7-B1DF-1BB08EE8DA1C}"/>
                </a:ext>
              </a:extLst>
            </p:cNvPr>
            <p:cNvSpPr txBox="1"/>
            <p:nvPr/>
          </p:nvSpPr>
          <p:spPr>
            <a:xfrm>
              <a:off x="4457019" y="1909975"/>
              <a:ext cx="38928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>
                  <a:solidFill>
                    <a:schemeClr val="bg1"/>
                  </a:solidFill>
                </a:rPr>
                <a:t>2-1</a:t>
              </a:r>
              <a:endParaRPr lang="ko-KR" altLang="en-US" sz="8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8CCE9052-DDA8-4558-8297-9CC07EB03344}"/>
              </a:ext>
            </a:extLst>
          </p:cNvPr>
          <p:cNvGrpSpPr/>
          <p:nvPr/>
        </p:nvGrpSpPr>
        <p:grpSpPr>
          <a:xfrm>
            <a:off x="3977912" y="6177514"/>
            <a:ext cx="389280" cy="215444"/>
            <a:chOff x="4457019" y="1909975"/>
            <a:chExt cx="389280" cy="215444"/>
          </a:xfrm>
        </p:grpSpPr>
        <p:sp>
          <p:nvSpPr>
            <p:cNvPr id="51" name="타원 50">
              <a:extLst>
                <a:ext uri="{FF2B5EF4-FFF2-40B4-BE49-F238E27FC236}">
                  <a16:creationId xmlns:a16="http://schemas.microsoft.com/office/drawing/2014/main" id="{DD3C4FBA-7C70-45CE-8189-F5C47AF6A1C7}"/>
                </a:ext>
              </a:extLst>
            </p:cNvPr>
            <p:cNvSpPr/>
            <p:nvPr/>
          </p:nvSpPr>
          <p:spPr>
            <a:xfrm>
              <a:off x="4536630" y="1922684"/>
              <a:ext cx="171278" cy="18690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431F0F5A-FBAA-414F-BEB9-2CC82681422C}"/>
                </a:ext>
              </a:extLst>
            </p:cNvPr>
            <p:cNvSpPr txBox="1"/>
            <p:nvPr/>
          </p:nvSpPr>
          <p:spPr>
            <a:xfrm>
              <a:off x="4457019" y="1909975"/>
              <a:ext cx="38928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>
                  <a:solidFill>
                    <a:schemeClr val="bg1"/>
                  </a:solidFill>
                </a:rPr>
                <a:t>1-2</a:t>
              </a:r>
              <a:endParaRPr lang="ko-KR" altLang="en-US" sz="8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3C8554C0-28F1-4D8E-B429-12CB5273B45C}"/>
              </a:ext>
            </a:extLst>
          </p:cNvPr>
          <p:cNvSpPr/>
          <p:nvPr/>
        </p:nvSpPr>
        <p:spPr>
          <a:xfrm>
            <a:off x="7108725" y="6228618"/>
            <a:ext cx="1340952" cy="366267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전담팀요청</a:t>
            </a:r>
            <a:endParaRPr lang="ko-KR" altLang="en-US" sz="9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pSp>
        <p:nvGrpSpPr>
          <p:cNvPr id="57" name="그룹 56">
            <a:extLst>
              <a:ext uri="{FF2B5EF4-FFF2-40B4-BE49-F238E27FC236}">
                <a16:creationId xmlns:a16="http://schemas.microsoft.com/office/drawing/2014/main" id="{CF4F145B-C349-4734-BAEF-996581D75C2D}"/>
              </a:ext>
            </a:extLst>
          </p:cNvPr>
          <p:cNvGrpSpPr/>
          <p:nvPr/>
        </p:nvGrpSpPr>
        <p:grpSpPr>
          <a:xfrm>
            <a:off x="7045504" y="6152348"/>
            <a:ext cx="276910" cy="215444"/>
            <a:chOff x="4507293" y="1910946"/>
            <a:chExt cx="276910" cy="215444"/>
          </a:xfrm>
        </p:grpSpPr>
        <p:sp>
          <p:nvSpPr>
            <p:cNvPr id="58" name="타원 57">
              <a:extLst>
                <a:ext uri="{FF2B5EF4-FFF2-40B4-BE49-F238E27FC236}">
                  <a16:creationId xmlns:a16="http://schemas.microsoft.com/office/drawing/2014/main" id="{C50C4764-A4D5-40EE-8DC4-E6796FEF2C88}"/>
                </a:ext>
              </a:extLst>
            </p:cNvPr>
            <p:cNvSpPr/>
            <p:nvPr/>
          </p:nvSpPr>
          <p:spPr>
            <a:xfrm>
              <a:off x="4536630" y="1922684"/>
              <a:ext cx="171278" cy="18690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447A9426-4015-4E9C-8828-1F1BBED1B54D}"/>
                </a:ext>
              </a:extLst>
            </p:cNvPr>
            <p:cNvSpPr txBox="1"/>
            <p:nvPr/>
          </p:nvSpPr>
          <p:spPr>
            <a:xfrm>
              <a:off x="4507293" y="1910946"/>
              <a:ext cx="2769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>
                  <a:solidFill>
                    <a:schemeClr val="bg1"/>
                  </a:solidFill>
                </a:rPr>
                <a:t>4</a:t>
              </a:r>
              <a:endParaRPr lang="ko-KR" altLang="en-US" sz="8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6F616669-78A2-4846-8B7C-32AAD4F7CEB6}"/>
              </a:ext>
            </a:extLst>
          </p:cNvPr>
          <p:cNvSpPr/>
          <p:nvPr/>
        </p:nvSpPr>
        <p:spPr>
          <a:xfrm>
            <a:off x="3423191" y="5718776"/>
            <a:ext cx="944001" cy="3337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2686DECD-DEE3-42E1-A1DD-28BA7D8FAB50}"/>
              </a:ext>
            </a:extLst>
          </p:cNvPr>
          <p:cNvGrpSpPr/>
          <p:nvPr/>
        </p:nvGrpSpPr>
        <p:grpSpPr>
          <a:xfrm>
            <a:off x="3201819" y="5581286"/>
            <a:ext cx="389280" cy="215444"/>
            <a:chOff x="4457019" y="1909975"/>
            <a:chExt cx="389280" cy="215444"/>
          </a:xfrm>
        </p:grpSpPr>
        <p:sp>
          <p:nvSpPr>
            <p:cNvPr id="62" name="타원 61">
              <a:extLst>
                <a:ext uri="{FF2B5EF4-FFF2-40B4-BE49-F238E27FC236}">
                  <a16:creationId xmlns:a16="http://schemas.microsoft.com/office/drawing/2014/main" id="{4F380768-0793-49C3-8F23-EEA6D7914F05}"/>
                </a:ext>
              </a:extLst>
            </p:cNvPr>
            <p:cNvSpPr/>
            <p:nvPr/>
          </p:nvSpPr>
          <p:spPr>
            <a:xfrm>
              <a:off x="4536630" y="1922684"/>
              <a:ext cx="171278" cy="18690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E1FB7852-776C-4756-AFA2-75F75C67A95C}"/>
                </a:ext>
              </a:extLst>
            </p:cNvPr>
            <p:cNvSpPr txBox="1"/>
            <p:nvPr/>
          </p:nvSpPr>
          <p:spPr>
            <a:xfrm>
              <a:off x="4457019" y="1909975"/>
              <a:ext cx="38928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>
                  <a:solidFill>
                    <a:schemeClr val="bg1"/>
                  </a:solidFill>
                </a:rPr>
                <a:t>2-2</a:t>
              </a:r>
              <a:endParaRPr lang="ko-KR" altLang="en-US" sz="800" b="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225999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3057D-B868-8AA9-8587-E3475788D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479539B-9B47-3516-78A3-9B613EBB9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25</a:t>
            </a:fld>
            <a:endParaRPr lang="ko-KR" altLang="en-US" dirty="0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BA1C75E-5424-4A42-279E-EED8015BE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A6618-D80D-4B7E-A45B-A31FDCA0FB45}" type="datetime1">
              <a:rPr lang="ko-KR" altLang="en-US" smtClean="0"/>
              <a:t>2026-01-15</a:t>
            </a:fld>
            <a:endParaRPr lang="ko-KR" altLang="en-US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CD13316-7F84-FDFE-4DB1-A180AB1E9478}"/>
              </a:ext>
            </a:extLst>
          </p:cNvPr>
          <p:cNvSpPr txBox="1"/>
          <p:nvPr/>
        </p:nvSpPr>
        <p:spPr>
          <a:xfrm>
            <a:off x="992038" y="221039"/>
            <a:ext cx="13433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/>
              <a:t>국내선 조회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F1EBB32-BA25-0EEA-CFAB-F1FA8EA87BA4}"/>
              </a:ext>
            </a:extLst>
          </p:cNvPr>
          <p:cNvSpPr txBox="1"/>
          <p:nvPr/>
        </p:nvSpPr>
        <p:spPr>
          <a:xfrm>
            <a:off x="3355675" y="213760"/>
            <a:ext cx="368789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1000" b="1" dirty="0">
                <a:solidFill>
                  <a:schemeClr val="tx1"/>
                </a:solidFill>
              </a:rPr>
              <a:t>항공 </a:t>
            </a:r>
            <a:r>
              <a:rPr lang="en-US" altLang="ko-KR" sz="1000" b="1" dirty="0">
                <a:solidFill>
                  <a:schemeClr val="tx1"/>
                </a:solidFill>
              </a:rPr>
              <a:t>&gt; </a:t>
            </a:r>
            <a:r>
              <a:rPr lang="ko-KR" altLang="en-US" sz="1000" b="1" dirty="0">
                <a:solidFill>
                  <a:schemeClr val="tx1"/>
                </a:solidFill>
              </a:rPr>
              <a:t>국내선 조회</a:t>
            </a:r>
          </a:p>
        </p:txBody>
      </p:sp>
      <p:graphicFrame>
        <p:nvGraphicFramePr>
          <p:cNvPr id="40" name="표 39">
            <a:extLst>
              <a:ext uri="{FF2B5EF4-FFF2-40B4-BE49-F238E27FC236}">
                <a16:creationId xmlns:a16="http://schemas.microsoft.com/office/drawing/2014/main" id="{A8D9981F-2DDD-4E11-BE2F-5C2BC414A7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1181785"/>
              </p:ext>
            </p:extLst>
          </p:nvPr>
        </p:nvGraphicFramePr>
        <p:xfrm>
          <a:off x="8895422" y="89351"/>
          <a:ext cx="3338632" cy="29215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542">
                  <a:extLst>
                    <a:ext uri="{9D8B030D-6E8A-4147-A177-3AD203B41FA5}">
                      <a16:colId xmlns:a16="http://schemas.microsoft.com/office/drawing/2014/main" val="449230696"/>
                    </a:ext>
                  </a:extLst>
                </a:gridCol>
                <a:gridCol w="2935090">
                  <a:extLst>
                    <a:ext uri="{9D8B030D-6E8A-4147-A177-3AD203B41FA5}">
                      <a16:colId xmlns:a16="http://schemas.microsoft.com/office/drawing/2014/main" val="934294675"/>
                    </a:ext>
                  </a:extLst>
                </a:gridCol>
              </a:tblGrid>
              <a:tr h="323687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0687550"/>
                  </a:ext>
                </a:extLst>
              </a:tr>
              <a:tr h="272123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ko-KR" altLang="en-US" sz="900" b="1" dirty="0"/>
                        <a:t>탑승객 정보 확인 </a:t>
                      </a:r>
                      <a:r>
                        <a:rPr lang="ko-KR" altLang="en-US" sz="900" b="1" dirty="0" err="1"/>
                        <a:t>모달</a:t>
                      </a:r>
                      <a:endParaRPr lang="en-US" altLang="ko-KR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499294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/>
                        <a:t>1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b="1" dirty="0"/>
                        <a:t>탑승객 정보 확인 창</a:t>
                      </a:r>
                      <a:endParaRPr lang="en-US" altLang="ko-KR" sz="900" b="1" dirty="0"/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ko-KR" altLang="en-US" sz="900" b="0" dirty="0"/>
                        <a:t>국내선의 경우 출장규정이 적용되지 않음으로 준수 미준수에 따른 확인창은 불필요</a:t>
                      </a:r>
                      <a:endParaRPr lang="en-US" altLang="ko-KR" sz="900" b="0" dirty="0"/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en-US" altLang="ko-KR" sz="900" b="0" dirty="0"/>
                        <a:t>1-1 </a:t>
                      </a:r>
                      <a:r>
                        <a:rPr lang="ko-KR" altLang="en-US" sz="900" b="0" dirty="0"/>
                        <a:t>셀프 예약 버튼 클릭 시 노출</a:t>
                      </a:r>
                      <a:endParaRPr lang="en-US" altLang="ko-KR" sz="900" b="0" dirty="0"/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ko-KR" altLang="en-US" sz="900" b="0" dirty="0"/>
                        <a:t>기본 버전 </a:t>
                      </a:r>
                      <a:r>
                        <a:rPr lang="en-US" altLang="ko-KR" sz="900" b="0" dirty="0"/>
                        <a:t>: </a:t>
                      </a:r>
                      <a:r>
                        <a:rPr lang="ko-KR" altLang="en-US" sz="900" b="0" dirty="0"/>
                        <a:t>탑승객 </a:t>
                      </a:r>
                      <a:r>
                        <a:rPr lang="en-US" altLang="ko-KR" sz="900" b="0" dirty="0"/>
                        <a:t>/ </a:t>
                      </a:r>
                      <a:r>
                        <a:rPr lang="ko-KR" altLang="en-US" sz="900" b="0" dirty="0"/>
                        <a:t>마일리지 노출</a:t>
                      </a:r>
                      <a:endParaRPr lang="en-US" altLang="ko-KR" sz="900" b="0" dirty="0"/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en-US" altLang="ko-KR" sz="900" b="0" dirty="0" err="1"/>
                        <a:t>Coscenter</a:t>
                      </a:r>
                      <a:r>
                        <a:rPr lang="ko-KR" altLang="en-US" sz="900" b="0" dirty="0"/>
                        <a:t>의 경우 사용하는 고객사만 노출</a:t>
                      </a:r>
                      <a:br>
                        <a:rPr lang="en-US" altLang="ko-KR" sz="900" b="0" dirty="0"/>
                      </a:br>
                      <a:r>
                        <a:rPr lang="ko-KR" altLang="en-US" sz="900" b="0" dirty="0"/>
                        <a:t>ㄴ 탑승객 </a:t>
                      </a:r>
                      <a:r>
                        <a:rPr lang="en-US" altLang="ko-KR" sz="900" b="0" dirty="0"/>
                        <a:t>/ Cost Center / </a:t>
                      </a:r>
                      <a:r>
                        <a:rPr lang="ko-KR" altLang="en-US" sz="900" b="0" dirty="0"/>
                        <a:t>마일리지 순 노출 </a:t>
                      </a:r>
                      <a:endParaRPr lang="en-US" altLang="ko-KR" sz="900" b="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6680531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/>
                        <a:t>1-2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/>
                        <a:t>예약하기 버튼</a:t>
                      </a:r>
                      <a:endParaRPr lang="en-US" altLang="ko-KR" sz="900" dirty="0"/>
                    </a:p>
                    <a:p>
                      <a:pPr latinLnBrk="1"/>
                      <a:r>
                        <a:rPr lang="en-US" altLang="ko-KR" sz="900" dirty="0"/>
                        <a:t>- </a:t>
                      </a:r>
                      <a:r>
                        <a:rPr lang="ko-KR" altLang="en-US" sz="900" dirty="0"/>
                        <a:t>클릭 시 </a:t>
                      </a:r>
                      <a:r>
                        <a:rPr lang="ko-KR" altLang="en-US" sz="900" b="0" u="none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항공사 예약 페이지 팝업 노출</a:t>
                      </a:r>
                      <a:endParaRPr lang="en-US" altLang="ko-KR" sz="9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1438607"/>
                  </a:ext>
                </a:extLst>
              </a:tr>
              <a:tr h="272532">
                <a:tc gridSpan="2">
                  <a:txBody>
                    <a:bodyPr/>
                    <a:lstStyle/>
                    <a:p>
                      <a:pPr algn="ctr" latinLnBrk="1"/>
                      <a:endParaRPr lang="ko-KR" altLang="en-US" sz="10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194342"/>
                  </a:ext>
                </a:extLst>
              </a:tr>
              <a:tr h="635909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1" u="none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9267137"/>
                  </a:ext>
                </a:extLst>
              </a:tr>
            </a:tbl>
          </a:graphicData>
        </a:graphic>
      </p:graphicFrame>
      <p:sp>
        <p:nvSpPr>
          <p:cNvPr id="63" name="직사각형 62">
            <a:extLst>
              <a:ext uri="{FF2B5EF4-FFF2-40B4-BE49-F238E27FC236}">
                <a16:creationId xmlns:a16="http://schemas.microsoft.com/office/drawing/2014/main" id="{16DC6C27-4BEF-C393-486D-B921134D52BD}"/>
              </a:ext>
            </a:extLst>
          </p:cNvPr>
          <p:cNvSpPr/>
          <p:nvPr/>
        </p:nvSpPr>
        <p:spPr>
          <a:xfrm>
            <a:off x="281482" y="658704"/>
            <a:ext cx="896814" cy="46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SM C&amp;C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26E88BE6-0B34-5A48-8F40-2F6E525499BB}"/>
              </a:ext>
            </a:extLst>
          </p:cNvPr>
          <p:cNvSpPr/>
          <p:nvPr/>
        </p:nvSpPr>
        <p:spPr>
          <a:xfrm>
            <a:off x="1354203" y="658704"/>
            <a:ext cx="5705004" cy="46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ln w="0"/>
                <a:solidFill>
                  <a:schemeClr val="tx1"/>
                </a:solidFill>
              </a:rPr>
              <a:t>항공</a:t>
            </a:r>
            <a:r>
              <a:rPr lang="en-US" altLang="ko-KR" sz="1200" dirty="0">
                <a:ln w="0"/>
                <a:solidFill>
                  <a:schemeClr val="tx1"/>
                </a:solidFill>
              </a:rPr>
              <a:t>	</a:t>
            </a:r>
            <a:r>
              <a:rPr lang="ko-KR" altLang="en-US" sz="1200" dirty="0">
                <a:ln w="0"/>
                <a:solidFill>
                  <a:schemeClr val="tx1"/>
                </a:solidFill>
              </a:rPr>
              <a:t>호텔</a:t>
            </a:r>
            <a:r>
              <a:rPr lang="en-US" altLang="ko-KR" sz="1200" dirty="0">
                <a:ln w="0"/>
                <a:solidFill>
                  <a:schemeClr val="tx1"/>
                </a:solidFill>
              </a:rPr>
              <a:t>	</a:t>
            </a:r>
            <a:r>
              <a:rPr lang="ko-KR" altLang="en-US" sz="1200" dirty="0">
                <a:ln w="0"/>
                <a:solidFill>
                  <a:schemeClr val="tx1"/>
                </a:solidFill>
              </a:rPr>
              <a:t>요청</a:t>
            </a:r>
            <a:endParaRPr lang="ko-KR" altLang="en-US" sz="1200" dirty="0"/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1CED41F2-3127-D469-7551-597C7CF18377}"/>
              </a:ext>
            </a:extLst>
          </p:cNvPr>
          <p:cNvSpPr/>
          <p:nvPr/>
        </p:nvSpPr>
        <p:spPr>
          <a:xfrm>
            <a:off x="7235113" y="658704"/>
            <a:ext cx="1449811" cy="46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n w="0"/>
                <a:solidFill>
                  <a:schemeClr val="tx1"/>
                </a:solidFill>
              </a:rPr>
              <a:t>마이페이지</a:t>
            </a:r>
            <a:r>
              <a:rPr lang="en-US" altLang="ko-KR" sz="1000" dirty="0">
                <a:ln w="0"/>
                <a:solidFill>
                  <a:schemeClr val="tx1"/>
                </a:solidFill>
              </a:rPr>
              <a:t> </a:t>
            </a:r>
            <a:r>
              <a:rPr lang="ko-KR" altLang="en-US" sz="1000" dirty="0">
                <a:ln w="0"/>
                <a:solidFill>
                  <a:schemeClr val="tx1"/>
                </a:solidFill>
              </a:rPr>
              <a:t>로그아웃</a:t>
            </a:r>
            <a:endParaRPr lang="ko-KR" altLang="en-US" sz="1000" dirty="0"/>
          </a:p>
        </p:txBody>
      </p:sp>
      <p:sp>
        <p:nvSpPr>
          <p:cNvPr id="118" name="직사각형 117">
            <a:extLst>
              <a:ext uri="{FF2B5EF4-FFF2-40B4-BE49-F238E27FC236}">
                <a16:creationId xmlns:a16="http://schemas.microsoft.com/office/drawing/2014/main" id="{4B396F92-BD19-E395-52E7-5917DCBCF9EF}"/>
              </a:ext>
            </a:extLst>
          </p:cNvPr>
          <p:cNvSpPr/>
          <p:nvPr/>
        </p:nvSpPr>
        <p:spPr>
          <a:xfrm>
            <a:off x="281482" y="1126705"/>
            <a:ext cx="8275922" cy="367872"/>
          </a:xfrm>
          <a:prstGeom prst="rect">
            <a:avLst/>
          </a:prstGeom>
          <a:solidFill>
            <a:schemeClr val="bg1">
              <a:lumMod val="65000"/>
            </a:schemeClr>
          </a:solidFill>
          <a:ln w="952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b="1" dirty="0">
                <a:solidFill>
                  <a:schemeClr val="bg1"/>
                </a:solidFill>
              </a:rPr>
              <a:t>검색조건 영역 </a:t>
            </a:r>
            <a:r>
              <a:rPr lang="en-US" altLang="ko-KR" sz="1100" b="1" dirty="0">
                <a:solidFill>
                  <a:schemeClr val="bg1"/>
                </a:solidFill>
              </a:rPr>
              <a:t>(</a:t>
            </a:r>
            <a:r>
              <a:rPr lang="ko-KR" altLang="en-US" sz="1100" b="1" dirty="0">
                <a:solidFill>
                  <a:schemeClr val="bg1"/>
                </a:solidFill>
              </a:rPr>
              <a:t>국제와 동일</a:t>
            </a:r>
            <a:r>
              <a:rPr lang="en-US" altLang="ko-KR" sz="1100" b="1" dirty="0">
                <a:solidFill>
                  <a:schemeClr val="bg1"/>
                </a:solidFill>
              </a:rPr>
              <a:t>)</a:t>
            </a:r>
            <a:endParaRPr lang="ko-KR" altLang="en-US" sz="700" b="1" dirty="0">
              <a:solidFill>
                <a:schemeClr val="bg1"/>
              </a:solidFill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F173FD37-AAB0-05E3-F0C4-0C78FDD573D0}"/>
              </a:ext>
            </a:extLst>
          </p:cNvPr>
          <p:cNvSpPr txBox="1"/>
          <p:nvPr/>
        </p:nvSpPr>
        <p:spPr>
          <a:xfrm>
            <a:off x="729889" y="1537137"/>
            <a:ext cx="527410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700" b="1" dirty="0">
                <a:effectLst/>
              </a:rPr>
              <a:t>INC </a:t>
            </a:r>
            <a:r>
              <a:rPr lang="en-US" altLang="ko-KR" sz="700" b="1" dirty="0"/>
              <a:t>→ </a:t>
            </a:r>
            <a:r>
              <a:rPr lang="en-US" altLang="ko-KR" sz="700" b="1" dirty="0">
                <a:effectLst/>
              </a:rPr>
              <a:t>CJU  2024-11-11</a:t>
            </a:r>
            <a:endParaRPr lang="ko-KR" altLang="en-US" sz="700" b="1" dirty="0"/>
          </a:p>
        </p:txBody>
      </p:sp>
      <p:sp>
        <p:nvSpPr>
          <p:cNvPr id="121" name="사각형: 둥근 모서리 120">
            <a:extLst>
              <a:ext uri="{FF2B5EF4-FFF2-40B4-BE49-F238E27FC236}">
                <a16:creationId xmlns:a16="http://schemas.microsoft.com/office/drawing/2014/main" id="{6D5620D3-6F3B-7434-BDB3-736540AF85D5}"/>
              </a:ext>
            </a:extLst>
          </p:cNvPr>
          <p:cNvSpPr/>
          <p:nvPr/>
        </p:nvSpPr>
        <p:spPr>
          <a:xfrm>
            <a:off x="281483" y="1570009"/>
            <a:ext cx="474423" cy="134120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b="1" dirty="0" err="1">
                <a:solidFill>
                  <a:schemeClr val="tx1"/>
                </a:solidFill>
              </a:rPr>
              <a:t>가는편</a:t>
            </a:r>
            <a:endParaRPr lang="ko-KR" altLang="en-US" sz="700" b="1" dirty="0">
              <a:solidFill>
                <a:schemeClr val="tx1"/>
              </a:solidFill>
            </a:endParaRPr>
          </a:p>
        </p:txBody>
      </p:sp>
      <p:graphicFrame>
        <p:nvGraphicFramePr>
          <p:cNvPr id="124" name="표 123">
            <a:extLst>
              <a:ext uri="{FF2B5EF4-FFF2-40B4-BE49-F238E27FC236}">
                <a16:creationId xmlns:a16="http://schemas.microsoft.com/office/drawing/2014/main" id="{7FF5746E-A749-0DCC-3336-D896BA8DF322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81481" y="1745103"/>
          <a:ext cx="8275920" cy="1394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9320">
                  <a:extLst>
                    <a:ext uri="{9D8B030D-6E8A-4147-A177-3AD203B41FA5}">
                      <a16:colId xmlns:a16="http://schemas.microsoft.com/office/drawing/2014/main" val="912435677"/>
                    </a:ext>
                  </a:extLst>
                </a:gridCol>
                <a:gridCol w="1379320">
                  <a:extLst>
                    <a:ext uri="{9D8B030D-6E8A-4147-A177-3AD203B41FA5}">
                      <a16:colId xmlns:a16="http://schemas.microsoft.com/office/drawing/2014/main" val="280728624"/>
                    </a:ext>
                  </a:extLst>
                </a:gridCol>
                <a:gridCol w="1379320">
                  <a:extLst>
                    <a:ext uri="{9D8B030D-6E8A-4147-A177-3AD203B41FA5}">
                      <a16:colId xmlns:a16="http://schemas.microsoft.com/office/drawing/2014/main" val="930403983"/>
                    </a:ext>
                  </a:extLst>
                </a:gridCol>
                <a:gridCol w="1379320">
                  <a:extLst>
                    <a:ext uri="{9D8B030D-6E8A-4147-A177-3AD203B41FA5}">
                      <a16:colId xmlns:a16="http://schemas.microsoft.com/office/drawing/2014/main" val="344758909"/>
                    </a:ext>
                  </a:extLst>
                </a:gridCol>
                <a:gridCol w="1379320">
                  <a:extLst>
                    <a:ext uri="{9D8B030D-6E8A-4147-A177-3AD203B41FA5}">
                      <a16:colId xmlns:a16="http://schemas.microsoft.com/office/drawing/2014/main" val="1299849204"/>
                    </a:ext>
                  </a:extLst>
                </a:gridCol>
                <a:gridCol w="1379320">
                  <a:extLst>
                    <a:ext uri="{9D8B030D-6E8A-4147-A177-3AD203B41FA5}">
                      <a16:colId xmlns:a16="http://schemas.microsoft.com/office/drawing/2014/main" val="234037347"/>
                    </a:ext>
                  </a:extLst>
                </a:gridCol>
              </a:tblGrid>
              <a:tr h="140042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dirty="0">
                          <a:solidFill>
                            <a:schemeClr val="tx1"/>
                          </a:solidFill>
                        </a:rPr>
                        <a:t>대한항공</a:t>
                      </a:r>
                      <a:r>
                        <a:rPr lang="en-US" altLang="ko-KR" sz="700" b="0" dirty="0">
                          <a:solidFill>
                            <a:schemeClr val="tx1"/>
                          </a:solidFill>
                        </a:rPr>
                        <a:t>(KE)</a:t>
                      </a:r>
                      <a:endParaRPr lang="ko-KR" altLang="en-US" sz="700" b="0" dirty="0">
                        <a:solidFill>
                          <a:schemeClr val="tx1"/>
                        </a:solidFill>
                      </a:endParaRPr>
                    </a:p>
                  </a:txBody>
                  <a:tcPr marT="45304" marB="45304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tx1"/>
                          </a:solidFill>
                        </a:rPr>
                        <a:t>10:10  ⧟  19:40</a:t>
                      </a:r>
                    </a:p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tx1"/>
                          </a:solidFill>
                        </a:rPr>
                        <a:t> INC            CJU</a:t>
                      </a:r>
                      <a:endParaRPr lang="ko-KR" altLang="en-US" sz="700" b="0" dirty="0">
                        <a:solidFill>
                          <a:schemeClr val="tx1"/>
                        </a:solidFill>
                      </a:endParaRPr>
                    </a:p>
                  </a:txBody>
                  <a:tcPr marT="45304" marB="45304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err="1">
                          <a:solidFill>
                            <a:schemeClr val="tx1"/>
                          </a:solidFill>
                        </a:rPr>
                        <a:t>할인석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 marT="21509" marB="21509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>
                          <a:solidFill>
                            <a:schemeClr val="tx1"/>
                          </a:solidFill>
                        </a:rPr>
                        <a:t>일반석</a:t>
                      </a:r>
                    </a:p>
                  </a:txBody>
                  <a:tcPr marT="21509" marB="21509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>
                          <a:solidFill>
                            <a:schemeClr val="tx1"/>
                          </a:solidFill>
                        </a:rPr>
                        <a:t>비즈니스석</a:t>
                      </a:r>
                    </a:p>
                  </a:txBody>
                  <a:tcPr marT="21509" marB="21509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err="1">
                          <a:solidFill>
                            <a:schemeClr val="tx1"/>
                          </a:solidFill>
                        </a:rPr>
                        <a:t>특가석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 marT="21509" marB="21509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6790717"/>
                  </a:ext>
                </a:extLst>
              </a:tr>
              <a:tr h="140042">
                <a:tc vMerge="1"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잔여좌석 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9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석</a:t>
                      </a:r>
                    </a:p>
                  </a:txBody>
                  <a:tcPr marT="21509" marB="21509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잔여좌석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0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석</a:t>
                      </a:r>
                    </a:p>
                  </a:txBody>
                  <a:tcPr marT="21509" marB="21509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잔여좌석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석</a:t>
                      </a:r>
                    </a:p>
                  </a:txBody>
                  <a:tcPr marT="21509" marB="21509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잔여좌석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7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석</a:t>
                      </a:r>
                    </a:p>
                  </a:txBody>
                  <a:tcPr marT="21509" marB="21509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7353538"/>
                  </a:ext>
                </a:extLst>
              </a:tr>
              <a:tr h="140042">
                <a:tc vMerge="1"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123,123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원</a:t>
                      </a:r>
                    </a:p>
                  </a:txBody>
                  <a:tcPr marT="21509" marB="21509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0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원</a:t>
                      </a:r>
                    </a:p>
                  </a:txBody>
                  <a:tcPr marT="21509" marB="21509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152,400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원</a:t>
                      </a:r>
                    </a:p>
                  </a:txBody>
                  <a:tcPr marT="21509" marB="21509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789,000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원</a:t>
                      </a:r>
                    </a:p>
                  </a:txBody>
                  <a:tcPr marT="21509" marB="21509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7287231"/>
                  </a:ext>
                </a:extLst>
              </a:tr>
              <a:tr h="140042">
                <a:tc vMerge="1"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◉ 선택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T="21509" marB="21509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○선택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T="21509" marB="21509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○선택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T="21509" marB="21509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○선택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T="21509" marB="21509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801345"/>
                  </a:ext>
                </a:extLst>
              </a:tr>
              <a:tr h="189608">
                <a:tc gridSpan="6"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T="45304" marB="45304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9087056"/>
                  </a:ext>
                </a:extLst>
              </a:tr>
              <a:tr h="140042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대한항공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(KE)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T="45304" marB="45304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12:10  ⧟  20:20</a:t>
                      </a:r>
                    </a:p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 INC            CJU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T="45304" marB="45304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err="1">
                          <a:solidFill>
                            <a:schemeClr val="tx1"/>
                          </a:solidFill>
                        </a:rPr>
                        <a:t>할인석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 marT="21509" marB="21509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>
                          <a:solidFill>
                            <a:schemeClr val="tx1"/>
                          </a:solidFill>
                        </a:rPr>
                        <a:t>일반석</a:t>
                      </a:r>
                    </a:p>
                  </a:txBody>
                  <a:tcPr marT="21509" marB="21509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>
                          <a:solidFill>
                            <a:schemeClr val="tx1"/>
                          </a:solidFill>
                        </a:rPr>
                        <a:t>비즈니스석</a:t>
                      </a:r>
                    </a:p>
                  </a:txBody>
                  <a:tcPr marT="21509" marB="21509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err="1">
                          <a:solidFill>
                            <a:schemeClr val="tx1"/>
                          </a:solidFill>
                        </a:rPr>
                        <a:t>특가석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 marT="21509" marB="21509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3751639"/>
                  </a:ext>
                </a:extLst>
              </a:tr>
              <a:tr h="140042">
                <a:tc vMerge="1"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잔여좌석 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11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석</a:t>
                      </a:r>
                    </a:p>
                  </a:txBody>
                  <a:tcPr marT="21509" marB="21509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잔여좌석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5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석</a:t>
                      </a:r>
                    </a:p>
                  </a:txBody>
                  <a:tcPr marT="21509" marB="21509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잔여좌석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0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석</a:t>
                      </a:r>
                    </a:p>
                  </a:txBody>
                  <a:tcPr marT="21509" marB="21509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잔여좌석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석</a:t>
                      </a:r>
                    </a:p>
                  </a:txBody>
                  <a:tcPr marT="21509" marB="21509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0839935"/>
                  </a:ext>
                </a:extLst>
              </a:tr>
              <a:tr h="140042">
                <a:tc vMerge="1"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120,000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원</a:t>
                      </a:r>
                    </a:p>
                  </a:txBody>
                  <a:tcPr marT="21509" marB="21509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152,500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원</a:t>
                      </a:r>
                    </a:p>
                  </a:txBody>
                  <a:tcPr marT="21509" marB="21509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0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원</a:t>
                      </a:r>
                    </a:p>
                  </a:txBody>
                  <a:tcPr marT="21509" marB="21509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559,000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원</a:t>
                      </a:r>
                    </a:p>
                  </a:txBody>
                  <a:tcPr marT="21509" marB="21509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8770374"/>
                  </a:ext>
                </a:extLst>
              </a:tr>
              <a:tr h="140042">
                <a:tc vMerge="1"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○선택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T="21509" marB="21509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○선택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T="21509" marB="21509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○선택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T="21509" marB="21509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○선택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T="21509" marB="21509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3252011"/>
                  </a:ext>
                </a:extLst>
              </a:tr>
            </a:tbl>
          </a:graphicData>
        </a:graphic>
      </p:graphicFrame>
      <p:sp>
        <p:nvSpPr>
          <p:cNvPr id="125" name="TextBox 124">
            <a:extLst>
              <a:ext uri="{FF2B5EF4-FFF2-40B4-BE49-F238E27FC236}">
                <a16:creationId xmlns:a16="http://schemas.microsoft.com/office/drawing/2014/main" id="{7188A899-6905-8702-46C8-EB6646811A9E}"/>
              </a:ext>
            </a:extLst>
          </p:cNvPr>
          <p:cNvSpPr txBox="1"/>
          <p:nvPr/>
        </p:nvSpPr>
        <p:spPr>
          <a:xfrm>
            <a:off x="718622" y="3143673"/>
            <a:ext cx="5274106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700" b="1" dirty="0"/>
              <a:t>CJU</a:t>
            </a:r>
            <a:r>
              <a:rPr lang="en-US" altLang="ko-KR" sz="700" b="1" dirty="0">
                <a:effectLst/>
              </a:rPr>
              <a:t> </a:t>
            </a:r>
            <a:r>
              <a:rPr lang="en-US" altLang="ko-KR" sz="700" b="1" dirty="0"/>
              <a:t>→ </a:t>
            </a:r>
            <a:r>
              <a:rPr lang="en-US" altLang="ko-KR" sz="700" b="1" dirty="0">
                <a:effectLst/>
              </a:rPr>
              <a:t>INC  2025-02-11</a:t>
            </a:r>
            <a:endParaRPr lang="ko-KR" altLang="en-US" sz="700" b="1" dirty="0"/>
          </a:p>
        </p:txBody>
      </p:sp>
      <p:sp>
        <p:nvSpPr>
          <p:cNvPr id="126" name="사각형: 둥근 모서리 125">
            <a:extLst>
              <a:ext uri="{FF2B5EF4-FFF2-40B4-BE49-F238E27FC236}">
                <a16:creationId xmlns:a16="http://schemas.microsoft.com/office/drawing/2014/main" id="{56EA7399-3149-B07E-AEFC-C1E3A6A2B998}"/>
              </a:ext>
            </a:extLst>
          </p:cNvPr>
          <p:cNvSpPr/>
          <p:nvPr/>
        </p:nvSpPr>
        <p:spPr>
          <a:xfrm>
            <a:off x="270216" y="3175510"/>
            <a:ext cx="474423" cy="121927"/>
          </a:xfrm>
          <a:prstGeom prst="roundRect">
            <a:avLst/>
          </a:prstGeom>
          <a:solidFill>
            <a:schemeClr val="bg1"/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b="1" dirty="0" err="1">
                <a:solidFill>
                  <a:schemeClr val="tx1"/>
                </a:solidFill>
              </a:rPr>
              <a:t>오는편</a:t>
            </a:r>
            <a:endParaRPr lang="ko-KR" altLang="en-US" sz="700" b="1" dirty="0">
              <a:solidFill>
                <a:schemeClr val="tx1"/>
              </a:solidFill>
            </a:endParaRPr>
          </a:p>
        </p:txBody>
      </p:sp>
      <p:graphicFrame>
        <p:nvGraphicFramePr>
          <p:cNvPr id="127" name="표 126">
            <a:extLst>
              <a:ext uri="{FF2B5EF4-FFF2-40B4-BE49-F238E27FC236}">
                <a16:creationId xmlns:a16="http://schemas.microsoft.com/office/drawing/2014/main" id="{B3E2A399-46C6-ECC0-9867-4712595DB975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81481" y="3337795"/>
          <a:ext cx="8275920" cy="1394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9320">
                  <a:extLst>
                    <a:ext uri="{9D8B030D-6E8A-4147-A177-3AD203B41FA5}">
                      <a16:colId xmlns:a16="http://schemas.microsoft.com/office/drawing/2014/main" val="912435677"/>
                    </a:ext>
                  </a:extLst>
                </a:gridCol>
                <a:gridCol w="1379320">
                  <a:extLst>
                    <a:ext uri="{9D8B030D-6E8A-4147-A177-3AD203B41FA5}">
                      <a16:colId xmlns:a16="http://schemas.microsoft.com/office/drawing/2014/main" val="280728624"/>
                    </a:ext>
                  </a:extLst>
                </a:gridCol>
                <a:gridCol w="1379320">
                  <a:extLst>
                    <a:ext uri="{9D8B030D-6E8A-4147-A177-3AD203B41FA5}">
                      <a16:colId xmlns:a16="http://schemas.microsoft.com/office/drawing/2014/main" val="930403983"/>
                    </a:ext>
                  </a:extLst>
                </a:gridCol>
                <a:gridCol w="1379320">
                  <a:extLst>
                    <a:ext uri="{9D8B030D-6E8A-4147-A177-3AD203B41FA5}">
                      <a16:colId xmlns:a16="http://schemas.microsoft.com/office/drawing/2014/main" val="344758909"/>
                    </a:ext>
                  </a:extLst>
                </a:gridCol>
                <a:gridCol w="1379320">
                  <a:extLst>
                    <a:ext uri="{9D8B030D-6E8A-4147-A177-3AD203B41FA5}">
                      <a16:colId xmlns:a16="http://schemas.microsoft.com/office/drawing/2014/main" val="1299849204"/>
                    </a:ext>
                  </a:extLst>
                </a:gridCol>
                <a:gridCol w="1379320">
                  <a:extLst>
                    <a:ext uri="{9D8B030D-6E8A-4147-A177-3AD203B41FA5}">
                      <a16:colId xmlns:a16="http://schemas.microsoft.com/office/drawing/2014/main" val="234037347"/>
                    </a:ext>
                  </a:extLst>
                </a:gridCol>
              </a:tblGrid>
              <a:tr h="140378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dirty="0">
                          <a:solidFill>
                            <a:schemeClr val="tx1"/>
                          </a:solidFill>
                        </a:rPr>
                        <a:t>대한항공</a:t>
                      </a:r>
                      <a:r>
                        <a:rPr lang="en-US" altLang="ko-KR" sz="700" b="0" dirty="0">
                          <a:solidFill>
                            <a:schemeClr val="tx1"/>
                          </a:solidFill>
                        </a:rPr>
                        <a:t>(KE)</a:t>
                      </a:r>
                      <a:endParaRPr lang="ko-KR" altLang="en-US" sz="700" b="0" dirty="0">
                        <a:solidFill>
                          <a:schemeClr val="tx1"/>
                        </a:solidFill>
                      </a:endParaRPr>
                    </a:p>
                  </a:txBody>
                  <a:tcPr marT="45304" marB="45304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tx1"/>
                          </a:solidFill>
                        </a:rPr>
                        <a:t>10:10  ⧟  19:40</a:t>
                      </a:r>
                    </a:p>
                    <a:p>
                      <a:pPr algn="ctr" latinLnBrk="1"/>
                      <a:r>
                        <a:rPr lang="en-US" altLang="ko-KR" sz="700" b="0" dirty="0">
                          <a:solidFill>
                            <a:schemeClr val="tx1"/>
                          </a:solidFill>
                        </a:rPr>
                        <a:t> INC          CJU</a:t>
                      </a:r>
                      <a:endParaRPr lang="ko-KR" altLang="en-US" sz="700" b="0" dirty="0">
                        <a:solidFill>
                          <a:schemeClr val="tx1"/>
                        </a:solidFill>
                      </a:endParaRPr>
                    </a:p>
                  </a:txBody>
                  <a:tcPr marT="45304" marB="45304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err="1">
                          <a:solidFill>
                            <a:schemeClr val="tx1"/>
                          </a:solidFill>
                        </a:rPr>
                        <a:t>할인석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 marT="21509" marB="21509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>
                          <a:solidFill>
                            <a:schemeClr val="tx1"/>
                          </a:solidFill>
                        </a:rPr>
                        <a:t>일반석</a:t>
                      </a:r>
                    </a:p>
                  </a:txBody>
                  <a:tcPr marT="21509" marB="21509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>
                          <a:solidFill>
                            <a:schemeClr val="tx1"/>
                          </a:solidFill>
                        </a:rPr>
                        <a:t>비즈니스석</a:t>
                      </a:r>
                    </a:p>
                  </a:txBody>
                  <a:tcPr marT="21509" marB="21509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err="1">
                          <a:solidFill>
                            <a:schemeClr val="tx1"/>
                          </a:solidFill>
                        </a:rPr>
                        <a:t>특가석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 marT="21509" marB="21509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6790717"/>
                  </a:ext>
                </a:extLst>
              </a:tr>
              <a:tr h="140378">
                <a:tc vMerge="1"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잔여좌석 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9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석</a:t>
                      </a:r>
                    </a:p>
                  </a:txBody>
                  <a:tcPr marT="21509" marB="21509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잔여좌석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0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석</a:t>
                      </a:r>
                    </a:p>
                  </a:txBody>
                  <a:tcPr marT="21509" marB="21509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잔여좌석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석</a:t>
                      </a:r>
                    </a:p>
                  </a:txBody>
                  <a:tcPr marT="21509" marB="21509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잔여좌석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7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석</a:t>
                      </a:r>
                    </a:p>
                  </a:txBody>
                  <a:tcPr marT="21509" marB="21509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7353538"/>
                  </a:ext>
                </a:extLst>
              </a:tr>
              <a:tr h="140378">
                <a:tc vMerge="1"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123,123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원</a:t>
                      </a:r>
                    </a:p>
                  </a:txBody>
                  <a:tcPr marT="21509" marB="21509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0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원</a:t>
                      </a:r>
                    </a:p>
                  </a:txBody>
                  <a:tcPr marT="21509" marB="21509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152,400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원</a:t>
                      </a:r>
                    </a:p>
                  </a:txBody>
                  <a:tcPr marT="21509" marB="21509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789,000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원</a:t>
                      </a:r>
                    </a:p>
                  </a:txBody>
                  <a:tcPr marT="21509" marB="21509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7287231"/>
                  </a:ext>
                </a:extLst>
              </a:tr>
              <a:tr h="140378">
                <a:tc vMerge="1"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○선택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T="21509" marB="21509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○선택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T="21509" marB="21509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○선택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T="21509" marB="21509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○선택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T="21509" marB="21509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801345"/>
                  </a:ext>
                </a:extLst>
              </a:tr>
              <a:tr h="190063">
                <a:tc gridSpan="6"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T="45304" marB="45304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700" dirty="0"/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9087056"/>
                  </a:ext>
                </a:extLst>
              </a:tr>
              <a:tr h="140378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대한항공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(KE)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T="45304" marB="45304" anchor="ctr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12:10  ⧟  20:20</a:t>
                      </a:r>
                    </a:p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 INC          CJU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T="45304" marB="45304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err="1">
                          <a:solidFill>
                            <a:schemeClr val="tx1"/>
                          </a:solidFill>
                        </a:rPr>
                        <a:t>할인석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 marT="21509" marB="21509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>
                          <a:solidFill>
                            <a:schemeClr val="tx1"/>
                          </a:solidFill>
                        </a:rPr>
                        <a:t>일반석</a:t>
                      </a:r>
                    </a:p>
                  </a:txBody>
                  <a:tcPr marT="21509" marB="21509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>
                          <a:solidFill>
                            <a:schemeClr val="tx1"/>
                          </a:solidFill>
                        </a:rPr>
                        <a:t>비즈니스석</a:t>
                      </a:r>
                    </a:p>
                  </a:txBody>
                  <a:tcPr marT="21509" marB="21509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 err="1">
                          <a:solidFill>
                            <a:schemeClr val="tx1"/>
                          </a:solidFill>
                        </a:rPr>
                        <a:t>특가석</a:t>
                      </a:r>
                      <a:endParaRPr lang="ko-KR" altLang="en-US" sz="700" b="1" dirty="0">
                        <a:solidFill>
                          <a:schemeClr val="tx1"/>
                        </a:solidFill>
                      </a:endParaRPr>
                    </a:p>
                  </a:txBody>
                  <a:tcPr marT="21509" marB="21509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3751639"/>
                  </a:ext>
                </a:extLst>
              </a:tr>
              <a:tr h="140378">
                <a:tc vMerge="1"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잔여좌석 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11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석</a:t>
                      </a:r>
                    </a:p>
                  </a:txBody>
                  <a:tcPr marT="21509" marB="21509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잔여좌석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5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석</a:t>
                      </a:r>
                    </a:p>
                  </a:txBody>
                  <a:tcPr marT="21509" marB="21509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잔여좌석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0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석</a:t>
                      </a:r>
                    </a:p>
                  </a:txBody>
                  <a:tcPr marT="21509" marB="21509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잔여좌석</a:t>
                      </a:r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석</a:t>
                      </a:r>
                    </a:p>
                  </a:txBody>
                  <a:tcPr marT="21509" marB="21509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0839935"/>
                  </a:ext>
                </a:extLst>
              </a:tr>
              <a:tr h="140378">
                <a:tc vMerge="1"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120,000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원</a:t>
                      </a:r>
                    </a:p>
                  </a:txBody>
                  <a:tcPr marT="21509" marB="21509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152,500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원</a:t>
                      </a:r>
                    </a:p>
                  </a:txBody>
                  <a:tcPr marT="21509" marB="21509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0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원</a:t>
                      </a:r>
                    </a:p>
                  </a:txBody>
                  <a:tcPr marT="21509" marB="21509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</a:rPr>
                        <a:t>559,000</a:t>
                      </a:r>
                      <a:r>
                        <a:rPr lang="ko-KR" altLang="en-US" sz="700" dirty="0">
                          <a:solidFill>
                            <a:schemeClr val="tx1"/>
                          </a:solidFill>
                        </a:rPr>
                        <a:t>원</a:t>
                      </a:r>
                    </a:p>
                  </a:txBody>
                  <a:tcPr marT="21509" marB="21509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8770374"/>
                  </a:ext>
                </a:extLst>
              </a:tr>
              <a:tr h="140378">
                <a:tc vMerge="1"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○선택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T="21509" marB="21509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○선택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T="21509" marB="21509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7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○선택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T="21509" marB="21509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◉ 선택</a:t>
                      </a:r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 marT="21509" marB="21509"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3252011"/>
                  </a:ext>
                </a:extLst>
              </a:tr>
            </a:tbl>
          </a:graphicData>
        </a:graphic>
      </p:graphicFrame>
      <p:sp>
        <p:nvSpPr>
          <p:cNvPr id="528" name="TextBox 527">
            <a:extLst>
              <a:ext uri="{FF2B5EF4-FFF2-40B4-BE49-F238E27FC236}">
                <a16:creationId xmlns:a16="http://schemas.microsoft.com/office/drawing/2014/main" id="{25EF92BC-A8B1-D4D6-15A0-4E4CF44B3EE3}"/>
              </a:ext>
            </a:extLst>
          </p:cNvPr>
          <p:cNvSpPr txBox="1"/>
          <p:nvPr/>
        </p:nvSpPr>
        <p:spPr>
          <a:xfrm>
            <a:off x="191397" y="4751602"/>
            <a:ext cx="527410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b="0" i="0" dirty="0">
                <a:solidFill>
                  <a:srgbClr val="3F4257"/>
                </a:solidFill>
                <a:effectLst/>
                <a:latin typeface="apple color emoji"/>
              </a:rPr>
              <a:t>✈︎ </a:t>
            </a:r>
            <a:r>
              <a:rPr lang="ko-KR" altLang="en-US" sz="700" b="1" dirty="0"/>
              <a:t>선택 항공편</a:t>
            </a:r>
          </a:p>
        </p:txBody>
      </p:sp>
      <p:graphicFrame>
        <p:nvGraphicFramePr>
          <p:cNvPr id="529" name="표 528">
            <a:extLst>
              <a:ext uri="{FF2B5EF4-FFF2-40B4-BE49-F238E27FC236}">
                <a16:creationId xmlns:a16="http://schemas.microsoft.com/office/drawing/2014/main" id="{97524817-2A12-D924-E459-2A88767995F5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281481" y="4970575"/>
          <a:ext cx="8275920" cy="10713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9320">
                  <a:extLst>
                    <a:ext uri="{9D8B030D-6E8A-4147-A177-3AD203B41FA5}">
                      <a16:colId xmlns:a16="http://schemas.microsoft.com/office/drawing/2014/main" val="2309356769"/>
                    </a:ext>
                  </a:extLst>
                </a:gridCol>
                <a:gridCol w="1379320">
                  <a:extLst>
                    <a:ext uri="{9D8B030D-6E8A-4147-A177-3AD203B41FA5}">
                      <a16:colId xmlns:a16="http://schemas.microsoft.com/office/drawing/2014/main" val="1378706176"/>
                    </a:ext>
                  </a:extLst>
                </a:gridCol>
                <a:gridCol w="1379320">
                  <a:extLst>
                    <a:ext uri="{9D8B030D-6E8A-4147-A177-3AD203B41FA5}">
                      <a16:colId xmlns:a16="http://schemas.microsoft.com/office/drawing/2014/main" val="2694257126"/>
                    </a:ext>
                  </a:extLst>
                </a:gridCol>
                <a:gridCol w="1379320">
                  <a:extLst>
                    <a:ext uri="{9D8B030D-6E8A-4147-A177-3AD203B41FA5}">
                      <a16:colId xmlns:a16="http://schemas.microsoft.com/office/drawing/2014/main" val="519148683"/>
                    </a:ext>
                  </a:extLst>
                </a:gridCol>
                <a:gridCol w="1379320">
                  <a:extLst>
                    <a:ext uri="{9D8B030D-6E8A-4147-A177-3AD203B41FA5}">
                      <a16:colId xmlns:a16="http://schemas.microsoft.com/office/drawing/2014/main" val="2461578946"/>
                    </a:ext>
                  </a:extLst>
                </a:gridCol>
                <a:gridCol w="1379320">
                  <a:extLst>
                    <a:ext uri="{9D8B030D-6E8A-4147-A177-3AD203B41FA5}">
                      <a16:colId xmlns:a16="http://schemas.microsoft.com/office/drawing/2014/main" val="4032330655"/>
                    </a:ext>
                  </a:extLst>
                </a:gridCol>
              </a:tblGrid>
              <a:tr h="357109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대한항공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(KE)</a:t>
                      </a:r>
                    </a:p>
                    <a:p>
                      <a:pPr algn="l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1049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편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2024-11-11(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월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 인천 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- 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제주</a:t>
                      </a:r>
                      <a:endParaRPr lang="en-US" altLang="ko-KR" sz="80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10:10    19:40</a:t>
                      </a:r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성인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•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소아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•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</a:rPr>
                        <a:t>할인석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•3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123,300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요금상세보기▽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2989321"/>
                  </a:ext>
                </a:extLst>
              </a:tr>
              <a:tr h="357109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</a:rPr>
                        <a:t>대한항공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(KE)</a:t>
                      </a:r>
                    </a:p>
                    <a:p>
                      <a:pPr algn="l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1049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</a:rPr>
                        <a:t>편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2024-11-21(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</a:rPr>
                        <a:t>월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</a:rPr>
                        <a:t> 제주  </a:t>
                      </a:r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-  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</a:rPr>
                        <a:t>인천</a:t>
                      </a:r>
                      <a:endParaRPr lang="en-US" altLang="ko-KR" sz="800" b="1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12:10    20:40</a:t>
                      </a:r>
                      <a:endParaRPr lang="ko-KR" altLang="en-US" sz="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성인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•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소아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•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</a:rPr>
                        <a:t>특가석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•3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" b="1" dirty="0">
                          <a:solidFill>
                            <a:schemeClr val="tx1"/>
                          </a:solidFill>
                        </a:rPr>
                        <a:t>110,000</a:t>
                      </a:r>
                      <a:r>
                        <a:rPr lang="ko-KR" altLang="en-US" sz="800" b="1" dirty="0">
                          <a:solidFill>
                            <a:schemeClr val="tx1"/>
                          </a:solidFill>
                        </a:rPr>
                        <a:t>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</a:rPr>
                        <a:t>요금상세보기△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5920196"/>
                  </a:ext>
                </a:extLst>
              </a:tr>
              <a:tr h="357109">
                <a:tc gridSpan="6">
                  <a:txBody>
                    <a:bodyPr/>
                    <a:lstStyle/>
                    <a:p>
                      <a:pPr algn="r" latinLnBrk="1"/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성인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•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</a:rPr>
                        <a:t>특가석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•1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명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|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항공요금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40,000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원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|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유류할증료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15,000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원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|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제세공과금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13,000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원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|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발권수수료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11,500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원         합계  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66.500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원</a:t>
                      </a:r>
                      <a:endParaRPr lang="en-US" altLang="ko-KR" sz="80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소아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•</a:t>
                      </a:r>
                      <a:r>
                        <a:rPr lang="ko-KR" altLang="en-US" sz="800" dirty="0" err="1">
                          <a:solidFill>
                            <a:schemeClr val="tx1"/>
                          </a:solidFill>
                        </a:rPr>
                        <a:t>특가석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•2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명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|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항공요금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20,000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원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|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유류할증료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12,000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원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|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제세공과금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13,000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원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| 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발권수수료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11,500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원         합계   </a:t>
                      </a:r>
                      <a:r>
                        <a:rPr lang="en-US" altLang="ko-KR" sz="800" dirty="0">
                          <a:solidFill>
                            <a:schemeClr val="tx1"/>
                          </a:solidFill>
                        </a:rPr>
                        <a:t>43.500</a:t>
                      </a:r>
                      <a:r>
                        <a:rPr lang="ko-KR" altLang="en-US" sz="800" dirty="0">
                          <a:solidFill>
                            <a:schemeClr val="tx1"/>
                          </a:solidFill>
                        </a:rPr>
                        <a:t>원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r" latinLnBrk="1"/>
                      <a:endParaRPr lang="ko-KR" altLang="en-US" sz="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7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1586566"/>
                  </a:ext>
                </a:extLst>
              </a:tr>
            </a:tbl>
          </a:graphicData>
        </a:graphic>
      </p:graphicFrame>
      <p:sp>
        <p:nvSpPr>
          <p:cNvPr id="19" name="직사각형 18">
            <a:extLst>
              <a:ext uri="{FF2B5EF4-FFF2-40B4-BE49-F238E27FC236}">
                <a16:creationId xmlns:a16="http://schemas.microsoft.com/office/drawing/2014/main" id="{A79EF095-F7DA-4172-BBE3-E6962FFFAAAA}"/>
              </a:ext>
            </a:extLst>
          </p:cNvPr>
          <p:cNvSpPr/>
          <p:nvPr/>
        </p:nvSpPr>
        <p:spPr>
          <a:xfrm>
            <a:off x="5663587" y="6249463"/>
            <a:ext cx="1322288" cy="358463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</a:rPr>
              <a:t>셀프 예약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850D982-4F11-4E5F-BB47-D54BD8D01C98}"/>
              </a:ext>
            </a:extLst>
          </p:cNvPr>
          <p:cNvSpPr txBox="1"/>
          <p:nvPr/>
        </p:nvSpPr>
        <p:spPr>
          <a:xfrm>
            <a:off x="4124551" y="6296906"/>
            <a:ext cx="143866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50" b="1" dirty="0"/>
              <a:t>총 요금 </a:t>
            </a:r>
            <a:r>
              <a:rPr lang="en-US" altLang="ko-KR" sz="1050" b="1" dirty="0"/>
              <a:t>233,300 </a:t>
            </a:r>
            <a:r>
              <a:rPr lang="ko-KR" altLang="en-US" sz="1050" b="1" dirty="0"/>
              <a:t>원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3C8554C0-28F1-4D8E-B429-12CB5273B45C}"/>
              </a:ext>
            </a:extLst>
          </p:cNvPr>
          <p:cNvSpPr/>
          <p:nvPr/>
        </p:nvSpPr>
        <p:spPr>
          <a:xfrm>
            <a:off x="7108725" y="6228618"/>
            <a:ext cx="1340952" cy="366267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전담팀요청</a:t>
            </a:r>
            <a:endParaRPr lang="ko-KR" altLang="en-US" sz="9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A01D9958-0D5B-420A-8B7E-6D2E2DFAC968}"/>
              </a:ext>
            </a:extLst>
          </p:cNvPr>
          <p:cNvSpPr/>
          <p:nvPr/>
        </p:nvSpPr>
        <p:spPr>
          <a:xfrm>
            <a:off x="122792" y="584716"/>
            <a:ext cx="8707394" cy="6120883"/>
          </a:xfrm>
          <a:prstGeom prst="rect">
            <a:avLst/>
          </a:prstGeom>
          <a:solidFill>
            <a:schemeClr val="tx1">
              <a:lumMod val="85000"/>
              <a:lumOff val="1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DA94AFA6-CEF2-40B1-BB87-ADD57D8C8DAA}"/>
              </a:ext>
            </a:extLst>
          </p:cNvPr>
          <p:cNvSpPr>
            <a:spLocks/>
          </p:cNvSpPr>
          <p:nvPr/>
        </p:nvSpPr>
        <p:spPr>
          <a:xfrm>
            <a:off x="2839208" y="1996314"/>
            <a:ext cx="2695961" cy="231451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7" name="사각형: 둥근 모서리 66">
            <a:extLst>
              <a:ext uri="{FF2B5EF4-FFF2-40B4-BE49-F238E27FC236}">
                <a16:creationId xmlns:a16="http://schemas.microsoft.com/office/drawing/2014/main" id="{D8BDDD6A-0584-4E4B-A220-A3DDCB57FF32}"/>
              </a:ext>
            </a:extLst>
          </p:cNvPr>
          <p:cNvSpPr/>
          <p:nvPr/>
        </p:nvSpPr>
        <p:spPr>
          <a:xfrm>
            <a:off x="2985389" y="3747055"/>
            <a:ext cx="2324461" cy="262196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/>
              <a:t>예약하기</a:t>
            </a:r>
          </a:p>
        </p:txBody>
      </p:sp>
      <p:pic>
        <p:nvPicPr>
          <p:cNvPr id="68" name="그래픽 67" descr="닫기 단색으로 채워진">
            <a:extLst>
              <a:ext uri="{FF2B5EF4-FFF2-40B4-BE49-F238E27FC236}">
                <a16:creationId xmlns:a16="http://schemas.microsoft.com/office/drawing/2014/main" id="{0E8FAA33-5C53-4A92-A59B-0376945F21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16101" y="2086648"/>
            <a:ext cx="142568" cy="165661"/>
          </a:xfrm>
          <a:prstGeom prst="rect">
            <a:avLst/>
          </a:prstGeom>
        </p:spPr>
      </p:pic>
      <p:grpSp>
        <p:nvGrpSpPr>
          <p:cNvPr id="69" name="그룹 68">
            <a:extLst>
              <a:ext uri="{FF2B5EF4-FFF2-40B4-BE49-F238E27FC236}">
                <a16:creationId xmlns:a16="http://schemas.microsoft.com/office/drawing/2014/main" id="{F12C04FA-9504-43B7-9BCB-70DEF0AEAE42}"/>
              </a:ext>
            </a:extLst>
          </p:cNvPr>
          <p:cNvGrpSpPr/>
          <p:nvPr/>
        </p:nvGrpSpPr>
        <p:grpSpPr>
          <a:xfrm>
            <a:off x="3026279" y="2366762"/>
            <a:ext cx="2085398" cy="248120"/>
            <a:chOff x="3906545" y="2773229"/>
            <a:chExt cx="2081260" cy="248120"/>
          </a:xfrm>
        </p:grpSpPr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57E3851-C813-42E6-B7BD-B66EFAE1F9B8}"/>
                </a:ext>
              </a:extLst>
            </p:cNvPr>
            <p:cNvSpPr txBox="1"/>
            <p:nvPr/>
          </p:nvSpPr>
          <p:spPr>
            <a:xfrm>
              <a:off x="3906545" y="2773229"/>
              <a:ext cx="492443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b="1" dirty="0"/>
                <a:t>탑승객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496B2EE6-B4B6-4CC5-8217-4AE7E6D425F2}"/>
                </a:ext>
              </a:extLst>
            </p:cNvPr>
            <p:cNvSpPr txBox="1"/>
            <p:nvPr/>
          </p:nvSpPr>
          <p:spPr>
            <a:xfrm>
              <a:off x="4612615" y="2785884"/>
              <a:ext cx="742637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800" b="1" dirty="0"/>
                <a:t>Cost center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A70A5B1F-9FD9-463A-AF6D-DD4B2A9A0BEF}"/>
                </a:ext>
              </a:extLst>
            </p:cNvPr>
            <p:cNvSpPr txBox="1"/>
            <p:nvPr/>
          </p:nvSpPr>
          <p:spPr>
            <a:xfrm>
              <a:off x="5392770" y="2805905"/>
              <a:ext cx="595035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800" b="1" dirty="0"/>
                <a:t>마일리지</a:t>
              </a:r>
              <a:endParaRPr lang="en-US" altLang="ko-KR" sz="800" b="1" dirty="0"/>
            </a:p>
          </p:txBody>
        </p:sp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A2B2AEA7-A3A0-4B3A-9E18-7043AA390FC3}"/>
              </a:ext>
            </a:extLst>
          </p:cNvPr>
          <p:cNvGrpSpPr/>
          <p:nvPr/>
        </p:nvGrpSpPr>
        <p:grpSpPr>
          <a:xfrm>
            <a:off x="2978086" y="2633857"/>
            <a:ext cx="2306889" cy="217906"/>
            <a:chOff x="3858446" y="2966402"/>
            <a:chExt cx="2302311" cy="217906"/>
          </a:xfrm>
        </p:grpSpPr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885B61DF-7173-435C-8A4D-163785864613}"/>
                </a:ext>
              </a:extLst>
            </p:cNvPr>
            <p:cNvSpPr txBox="1"/>
            <p:nvPr/>
          </p:nvSpPr>
          <p:spPr>
            <a:xfrm>
              <a:off x="4678716" y="2966402"/>
              <a:ext cx="604653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700" dirty="0">
                  <a:solidFill>
                    <a:schemeClr val="bg2">
                      <a:lumMod val="50000"/>
                    </a:schemeClr>
                  </a:solidFill>
                </a:rPr>
                <a:t>TEST_TEST</a:t>
              </a:r>
              <a:endParaRPr lang="ko-KR" altLang="en-US" sz="7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77" name="사각형: 둥근 모서리 76">
              <a:extLst>
                <a:ext uri="{FF2B5EF4-FFF2-40B4-BE49-F238E27FC236}">
                  <a16:creationId xmlns:a16="http://schemas.microsoft.com/office/drawing/2014/main" id="{7BB69B38-8A4D-45DA-B8F8-E92817C4F123}"/>
                </a:ext>
              </a:extLst>
            </p:cNvPr>
            <p:cNvSpPr/>
            <p:nvPr/>
          </p:nvSpPr>
          <p:spPr>
            <a:xfrm>
              <a:off x="3858446" y="2968099"/>
              <a:ext cx="724624" cy="216000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b="1" dirty="0">
                  <a:solidFill>
                    <a:schemeClr val="tx1"/>
                  </a:solidFill>
                </a:rPr>
                <a:t>이지연 </a:t>
              </a:r>
              <a:r>
                <a:rPr lang="en-US" altLang="ko-KR" sz="700" b="1" dirty="0">
                  <a:solidFill>
                    <a:schemeClr val="tx1"/>
                  </a:solidFill>
                </a:rPr>
                <a:t>(</a:t>
              </a:r>
              <a:r>
                <a:rPr lang="ko-KR" altLang="en-US" sz="700" b="1" dirty="0">
                  <a:solidFill>
                    <a:schemeClr val="tx1"/>
                  </a:solidFill>
                </a:rPr>
                <a:t>성인</a:t>
              </a:r>
              <a:r>
                <a:rPr lang="en-US" altLang="ko-KR" sz="700" b="1" dirty="0">
                  <a:solidFill>
                    <a:schemeClr val="tx1"/>
                  </a:solidFill>
                </a:rPr>
                <a:t>)</a:t>
              </a:r>
              <a:endParaRPr lang="ko-KR" altLang="en-US" sz="700" b="1" dirty="0">
                <a:solidFill>
                  <a:schemeClr val="tx1"/>
                </a:solidFill>
              </a:endParaRP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66628C33-6936-48E0-86A3-6A782017104F}"/>
                </a:ext>
              </a:extLst>
            </p:cNvPr>
            <p:cNvSpPr txBox="1"/>
            <p:nvPr/>
          </p:nvSpPr>
          <p:spPr>
            <a:xfrm>
              <a:off x="5323668" y="2984253"/>
              <a:ext cx="837089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700" dirty="0">
                  <a:solidFill>
                    <a:schemeClr val="bg2">
                      <a:lumMod val="50000"/>
                    </a:schemeClr>
                  </a:solidFill>
                </a:rPr>
                <a:t>OZ  152156123</a:t>
              </a:r>
              <a:endParaRPr lang="ko-KR" altLang="en-US" sz="7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  <p:grpSp>
        <p:nvGrpSpPr>
          <p:cNvPr id="79" name="그룹 78">
            <a:extLst>
              <a:ext uri="{FF2B5EF4-FFF2-40B4-BE49-F238E27FC236}">
                <a16:creationId xmlns:a16="http://schemas.microsoft.com/office/drawing/2014/main" id="{C6677797-C213-425A-9D5F-0E17186FB8BE}"/>
              </a:ext>
            </a:extLst>
          </p:cNvPr>
          <p:cNvGrpSpPr/>
          <p:nvPr/>
        </p:nvGrpSpPr>
        <p:grpSpPr>
          <a:xfrm>
            <a:off x="2985389" y="2969907"/>
            <a:ext cx="2277098" cy="226059"/>
            <a:chOff x="3865735" y="3302146"/>
            <a:chExt cx="2272579" cy="226059"/>
          </a:xfrm>
        </p:grpSpPr>
        <p:sp>
          <p:nvSpPr>
            <p:cNvPr id="80" name="사각형: 둥근 모서리 79">
              <a:extLst>
                <a:ext uri="{FF2B5EF4-FFF2-40B4-BE49-F238E27FC236}">
                  <a16:creationId xmlns:a16="http://schemas.microsoft.com/office/drawing/2014/main" id="{49980B14-A087-4F9F-BA2C-28057D9E273D}"/>
                </a:ext>
              </a:extLst>
            </p:cNvPr>
            <p:cNvSpPr/>
            <p:nvPr/>
          </p:nvSpPr>
          <p:spPr>
            <a:xfrm>
              <a:off x="3865735" y="3302146"/>
              <a:ext cx="716308" cy="216000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b="1" dirty="0">
                  <a:solidFill>
                    <a:schemeClr val="tx1"/>
                  </a:solidFill>
                </a:rPr>
                <a:t>오수아</a:t>
              </a:r>
              <a:r>
                <a:rPr lang="en-US" altLang="ko-KR" sz="700" b="1" dirty="0">
                  <a:solidFill>
                    <a:schemeClr val="tx1"/>
                  </a:solidFill>
                </a:rPr>
                <a:t> (</a:t>
              </a:r>
              <a:r>
                <a:rPr lang="ko-KR" altLang="en-US" sz="700" b="1" dirty="0">
                  <a:solidFill>
                    <a:schemeClr val="tx1"/>
                  </a:solidFill>
                </a:rPr>
                <a:t>성인</a:t>
              </a:r>
              <a:r>
                <a:rPr lang="en-US" altLang="ko-KR" sz="700" b="1" dirty="0">
                  <a:solidFill>
                    <a:schemeClr val="tx1"/>
                  </a:solidFill>
                </a:rPr>
                <a:t>)</a:t>
              </a:r>
              <a:endParaRPr lang="ko-KR" altLang="en-US" sz="700" b="1" dirty="0">
                <a:solidFill>
                  <a:schemeClr val="tx1"/>
                </a:solidFill>
              </a:endParaRP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1AE6B880-ED2F-4B5B-89B0-32DAF2EEA996}"/>
                </a:ext>
              </a:extLst>
            </p:cNvPr>
            <p:cNvSpPr txBox="1"/>
            <p:nvPr/>
          </p:nvSpPr>
          <p:spPr>
            <a:xfrm>
              <a:off x="4672991" y="3310299"/>
              <a:ext cx="604653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700" dirty="0">
                  <a:solidFill>
                    <a:schemeClr val="bg2">
                      <a:lumMod val="50000"/>
                    </a:schemeClr>
                  </a:solidFill>
                </a:rPr>
                <a:t>TEST_TEST</a:t>
              </a:r>
              <a:endParaRPr lang="ko-KR" altLang="en-US" sz="7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1CC5EFD2-0102-4A67-A91A-051ACFC22F18}"/>
                </a:ext>
              </a:extLst>
            </p:cNvPr>
            <p:cNvSpPr txBox="1"/>
            <p:nvPr/>
          </p:nvSpPr>
          <p:spPr>
            <a:xfrm>
              <a:off x="5323667" y="3328150"/>
              <a:ext cx="814647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700" dirty="0">
                  <a:solidFill>
                    <a:schemeClr val="bg2">
                      <a:lumMod val="50000"/>
                    </a:schemeClr>
                  </a:solidFill>
                </a:rPr>
                <a:t>KE  154513183</a:t>
              </a:r>
              <a:endParaRPr lang="ko-KR" altLang="en-US" sz="7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  <p:grpSp>
        <p:nvGrpSpPr>
          <p:cNvPr id="83" name="그룹 82">
            <a:extLst>
              <a:ext uri="{FF2B5EF4-FFF2-40B4-BE49-F238E27FC236}">
                <a16:creationId xmlns:a16="http://schemas.microsoft.com/office/drawing/2014/main" id="{287104A5-3672-4105-A994-343F1978BCD0}"/>
              </a:ext>
            </a:extLst>
          </p:cNvPr>
          <p:cNvGrpSpPr/>
          <p:nvPr/>
        </p:nvGrpSpPr>
        <p:grpSpPr>
          <a:xfrm>
            <a:off x="2980310" y="3303208"/>
            <a:ext cx="2249793" cy="226059"/>
            <a:chOff x="3865734" y="3302146"/>
            <a:chExt cx="2245328" cy="226059"/>
          </a:xfrm>
        </p:grpSpPr>
        <p:sp>
          <p:nvSpPr>
            <p:cNvPr id="84" name="사각형: 둥근 모서리 83">
              <a:extLst>
                <a:ext uri="{FF2B5EF4-FFF2-40B4-BE49-F238E27FC236}">
                  <a16:creationId xmlns:a16="http://schemas.microsoft.com/office/drawing/2014/main" id="{92DD3EF6-6FEC-4B81-A469-72D31D09F991}"/>
                </a:ext>
              </a:extLst>
            </p:cNvPr>
            <p:cNvSpPr/>
            <p:nvPr/>
          </p:nvSpPr>
          <p:spPr>
            <a:xfrm>
              <a:off x="3865734" y="3302146"/>
              <a:ext cx="731275" cy="216000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700" b="1" dirty="0">
                  <a:solidFill>
                    <a:schemeClr val="tx1"/>
                  </a:solidFill>
                </a:rPr>
                <a:t>김민</a:t>
              </a:r>
              <a:r>
                <a:rPr lang="en-US" altLang="ko-KR" sz="700" b="1" dirty="0">
                  <a:solidFill>
                    <a:schemeClr val="tx1"/>
                  </a:solidFill>
                </a:rPr>
                <a:t> (</a:t>
              </a:r>
              <a:r>
                <a:rPr lang="ko-KR" altLang="en-US" sz="700" b="1" dirty="0">
                  <a:solidFill>
                    <a:schemeClr val="tx1"/>
                  </a:solidFill>
                </a:rPr>
                <a:t>소아</a:t>
              </a:r>
              <a:r>
                <a:rPr lang="en-US" altLang="ko-KR" sz="700" b="1" dirty="0">
                  <a:solidFill>
                    <a:schemeClr val="tx1"/>
                  </a:solidFill>
                </a:rPr>
                <a:t>)</a:t>
              </a:r>
              <a:endParaRPr lang="ko-KR" altLang="en-US" sz="700" b="1" dirty="0">
                <a:solidFill>
                  <a:schemeClr val="tx1"/>
                </a:solidFill>
              </a:endParaRP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29D1E6C0-0297-4838-A7F6-BEF3FB258578}"/>
                </a:ext>
              </a:extLst>
            </p:cNvPr>
            <p:cNvSpPr txBox="1"/>
            <p:nvPr/>
          </p:nvSpPr>
          <p:spPr>
            <a:xfrm>
              <a:off x="4672991" y="3310299"/>
              <a:ext cx="604653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700" dirty="0">
                  <a:solidFill>
                    <a:schemeClr val="bg2">
                      <a:lumMod val="50000"/>
                    </a:schemeClr>
                  </a:solidFill>
                </a:rPr>
                <a:t>TEST_TEST</a:t>
              </a:r>
              <a:endParaRPr lang="ko-KR" altLang="en-US" sz="7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0E0099E5-694D-4CE4-B660-E3D6DEFB6900}"/>
                </a:ext>
              </a:extLst>
            </p:cNvPr>
            <p:cNvSpPr txBox="1"/>
            <p:nvPr/>
          </p:nvSpPr>
          <p:spPr>
            <a:xfrm>
              <a:off x="5323667" y="3328150"/>
              <a:ext cx="787395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700" dirty="0">
                  <a:solidFill>
                    <a:schemeClr val="bg2">
                      <a:lumMod val="50000"/>
                    </a:schemeClr>
                  </a:solidFill>
                </a:rPr>
                <a:t>OZ  15552356</a:t>
              </a:r>
              <a:endParaRPr lang="ko-KR" altLang="en-US" sz="700" dirty="0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  <p:sp>
        <p:nvSpPr>
          <p:cNvPr id="87" name="TextBox 86">
            <a:extLst>
              <a:ext uri="{FF2B5EF4-FFF2-40B4-BE49-F238E27FC236}">
                <a16:creationId xmlns:a16="http://schemas.microsoft.com/office/drawing/2014/main" id="{4FE3D703-6732-4F24-9D7F-031F615B9E0A}"/>
              </a:ext>
            </a:extLst>
          </p:cNvPr>
          <p:cNvSpPr txBox="1"/>
          <p:nvPr/>
        </p:nvSpPr>
        <p:spPr>
          <a:xfrm>
            <a:off x="3699361" y="2086015"/>
            <a:ext cx="87248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/>
              <a:t>탑승객 확인</a:t>
            </a:r>
          </a:p>
        </p:txBody>
      </p:sp>
      <p:sp>
        <p:nvSpPr>
          <p:cNvPr id="88" name="직사각형 87">
            <a:extLst>
              <a:ext uri="{FF2B5EF4-FFF2-40B4-BE49-F238E27FC236}">
                <a16:creationId xmlns:a16="http://schemas.microsoft.com/office/drawing/2014/main" id="{C371FC1F-8AC6-4DBA-8CBC-AEB6F1ABC02F}"/>
              </a:ext>
            </a:extLst>
          </p:cNvPr>
          <p:cNvSpPr/>
          <p:nvPr/>
        </p:nvSpPr>
        <p:spPr>
          <a:xfrm>
            <a:off x="5654255" y="6253659"/>
            <a:ext cx="1340952" cy="34122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89" name="그룹 88">
            <a:extLst>
              <a:ext uri="{FF2B5EF4-FFF2-40B4-BE49-F238E27FC236}">
                <a16:creationId xmlns:a16="http://schemas.microsoft.com/office/drawing/2014/main" id="{2A510CDB-FB36-490A-8867-142FE3B98894}"/>
              </a:ext>
            </a:extLst>
          </p:cNvPr>
          <p:cNvGrpSpPr/>
          <p:nvPr/>
        </p:nvGrpSpPr>
        <p:grpSpPr>
          <a:xfrm>
            <a:off x="2734558" y="1912727"/>
            <a:ext cx="276910" cy="215444"/>
            <a:chOff x="4507293" y="1910946"/>
            <a:chExt cx="276910" cy="215444"/>
          </a:xfrm>
        </p:grpSpPr>
        <p:sp>
          <p:nvSpPr>
            <p:cNvPr id="90" name="타원 89">
              <a:extLst>
                <a:ext uri="{FF2B5EF4-FFF2-40B4-BE49-F238E27FC236}">
                  <a16:creationId xmlns:a16="http://schemas.microsoft.com/office/drawing/2014/main" id="{F025B446-58B8-466C-9D4D-F7BA55B4B3E8}"/>
                </a:ext>
              </a:extLst>
            </p:cNvPr>
            <p:cNvSpPr/>
            <p:nvPr/>
          </p:nvSpPr>
          <p:spPr>
            <a:xfrm>
              <a:off x="4536630" y="1922684"/>
              <a:ext cx="171278" cy="18690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AF525E0E-E4CE-41E3-A605-3F15F4539676}"/>
                </a:ext>
              </a:extLst>
            </p:cNvPr>
            <p:cNvSpPr txBox="1"/>
            <p:nvPr/>
          </p:nvSpPr>
          <p:spPr>
            <a:xfrm>
              <a:off x="4507293" y="1910946"/>
              <a:ext cx="2769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>
                  <a:solidFill>
                    <a:schemeClr val="bg1"/>
                  </a:solidFill>
                </a:rPr>
                <a:t>1</a:t>
              </a:r>
              <a:endParaRPr lang="ko-KR" altLang="en-US" sz="800" b="1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5" name="연결선: 꺾임 4">
            <a:extLst>
              <a:ext uri="{FF2B5EF4-FFF2-40B4-BE49-F238E27FC236}">
                <a16:creationId xmlns:a16="http://schemas.microsoft.com/office/drawing/2014/main" id="{8FEA9993-6D2F-4554-BDE7-EEE5392D404D}"/>
              </a:ext>
            </a:extLst>
          </p:cNvPr>
          <p:cNvCxnSpPr>
            <a:stCxn id="88" idx="0"/>
            <a:endCxn id="56" idx="2"/>
          </p:cNvCxnSpPr>
          <p:nvPr/>
        </p:nvCxnSpPr>
        <p:spPr>
          <a:xfrm rot="16200000" flipV="1">
            <a:off x="4284545" y="4213473"/>
            <a:ext cx="1942830" cy="2137542"/>
          </a:xfrm>
          <a:prstGeom prst="bentConnector3">
            <a:avLst/>
          </a:prstGeom>
          <a:ln>
            <a:solidFill>
              <a:srgbClr val="FF0000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2" name="그룹 91">
            <a:extLst>
              <a:ext uri="{FF2B5EF4-FFF2-40B4-BE49-F238E27FC236}">
                <a16:creationId xmlns:a16="http://schemas.microsoft.com/office/drawing/2014/main" id="{40D19B57-3B78-479B-BFD2-ABDE2629499A}"/>
              </a:ext>
            </a:extLst>
          </p:cNvPr>
          <p:cNvGrpSpPr/>
          <p:nvPr/>
        </p:nvGrpSpPr>
        <p:grpSpPr>
          <a:xfrm>
            <a:off x="5448461" y="6162950"/>
            <a:ext cx="387820" cy="215444"/>
            <a:chOff x="4451577" y="1910946"/>
            <a:chExt cx="387820" cy="215444"/>
          </a:xfrm>
        </p:grpSpPr>
        <p:sp>
          <p:nvSpPr>
            <p:cNvPr id="93" name="타원 92">
              <a:extLst>
                <a:ext uri="{FF2B5EF4-FFF2-40B4-BE49-F238E27FC236}">
                  <a16:creationId xmlns:a16="http://schemas.microsoft.com/office/drawing/2014/main" id="{E63E080A-FF01-4495-90F4-260AB02E3BA6}"/>
                </a:ext>
              </a:extLst>
            </p:cNvPr>
            <p:cNvSpPr/>
            <p:nvPr/>
          </p:nvSpPr>
          <p:spPr>
            <a:xfrm>
              <a:off x="4536630" y="1922684"/>
              <a:ext cx="171278" cy="18690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26250290-DA0B-438C-B464-B1CBC3D6EA4D}"/>
                </a:ext>
              </a:extLst>
            </p:cNvPr>
            <p:cNvSpPr txBox="1"/>
            <p:nvPr/>
          </p:nvSpPr>
          <p:spPr>
            <a:xfrm>
              <a:off x="4451577" y="1910946"/>
              <a:ext cx="38782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>
                  <a:solidFill>
                    <a:schemeClr val="bg1"/>
                  </a:solidFill>
                </a:rPr>
                <a:t>1-1</a:t>
              </a:r>
              <a:endParaRPr lang="ko-KR" altLang="en-US" sz="8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98" name="그룹 97">
            <a:extLst>
              <a:ext uri="{FF2B5EF4-FFF2-40B4-BE49-F238E27FC236}">
                <a16:creationId xmlns:a16="http://schemas.microsoft.com/office/drawing/2014/main" id="{F9E12BAC-2532-4D9A-B2DE-73795C9D3B13}"/>
              </a:ext>
            </a:extLst>
          </p:cNvPr>
          <p:cNvGrpSpPr/>
          <p:nvPr/>
        </p:nvGrpSpPr>
        <p:grpSpPr>
          <a:xfrm>
            <a:off x="2791479" y="3671493"/>
            <a:ext cx="387820" cy="215444"/>
            <a:chOff x="4451577" y="1910946"/>
            <a:chExt cx="387820" cy="215444"/>
          </a:xfrm>
        </p:grpSpPr>
        <p:sp>
          <p:nvSpPr>
            <p:cNvPr id="99" name="타원 98">
              <a:extLst>
                <a:ext uri="{FF2B5EF4-FFF2-40B4-BE49-F238E27FC236}">
                  <a16:creationId xmlns:a16="http://schemas.microsoft.com/office/drawing/2014/main" id="{407EEAD8-4640-46BD-92CF-28DD5D892FF0}"/>
                </a:ext>
              </a:extLst>
            </p:cNvPr>
            <p:cNvSpPr/>
            <p:nvPr/>
          </p:nvSpPr>
          <p:spPr>
            <a:xfrm>
              <a:off x="4536630" y="1922684"/>
              <a:ext cx="171278" cy="18690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BDAA0825-F12E-40BA-8E75-9F860A0E85D3}"/>
                </a:ext>
              </a:extLst>
            </p:cNvPr>
            <p:cNvSpPr txBox="1"/>
            <p:nvPr/>
          </p:nvSpPr>
          <p:spPr>
            <a:xfrm>
              <a:off x="4451577" y="1910946"/>
              <a:ext cx="38782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>
                  <a:solidFill>
                    <a:schemeClr val="bg1"/>
                  </a:solidFill>
                </a:rPr>
                <a:t>1-2</a:t>
              </a:r>
              <a:endParaRPr lang="ko-KR" altLang="en-US" sz="800" b="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680783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3057D-B868-8AA9-8587-E3475788D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479539B-9B47-3516-78A3-9B613EBB9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26</a:t>
            </a:fld>
            <a:endParaRPr lang="ko-KR" altLang="en-US" dirty="0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BA1C75E-5424-4A42-279E-EED8015BE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A6618-D80D-4B7E-A45B-A31FDCA0FB45}" type="datetime1">
              <a:rPr lang="ko-KR" altLang="en-US" smtClean="0"/>
              <a:t>2026-01-15</a:t>
            </a:fld>
            <a:endParaRPr lang="ko-KR" altLang="en-US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CD13316-7F84-FDFE-4DB1-A180AB1E9478}"/>
              </a:ext>
            </a:extLst>
          </p:cNvPr>
          <p:cNvSpPr txBox="1"/>
          <p:nvPr/>
        </p:nvSpPr>
        <p:spPr>
          <a:xfrm>
            <a:off x="992038" y="221039"/>
            <a:ext cx="13433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/>
              <a:t>국내선 조회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F1EBB32-BA25-0EEA-CFAB-F1FA8EA87BA4}"/>
              </a:ext>
            </a:extLst>
          </p:cNvPr>
          <p:cNvSpPr txBox="1"/>
          <p:nvPr/>
        </p:nvSpPr>
        <p:spPr>
          <a:xfrm>
            <a:off x="3322103" y="208789"/>
            <a:ext cx="368789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1000" b="1" dirty="0">
                <a:solidFill>
                  <a:schemeClr val="tx1"/>
                </a:solidFill>
              </a:rPr>
              <a:t>항공 </a:t>
            </a:r>
            <a:r>
              <a:rPr lang="en-US" altLang="ko-KR" sz="1000" b="1" dirty="0">
                <a:solidFill>
                  <a:schemeClr val="tx1"/>
                </a:solidFill>
              </a:rPr>
              <a:t>&gt; </a:t>
            </a:r>
            <a:r>
              <a:rPr lang="ko-KR" altLang="en-US" sz="1000" b="1" dirty="0">
                <a:solidFill>
                  <a:schemeClr val="tx1"/>
                </a:solidFill>
              </a:rPr>
              <a:t>국내선 조회 </a:t>
            </a:r>
            <a:r>
              <a:rPr lang="en-US" altLang="ko-KR" sz="1000" b="1" dirty="0">
                <a:solidFill>
                  <a:schemeClr val="tx1"/>
                </a:solidFill>
              </a:rPr>
              <a:t>&gt; </a:t>
            </a:r>
            <a:r>
              <a:rPr lang="ko-KR" altLang="en-US" sz="1000" b="1" dirty="0" err="1">
                <a:solidFill>
                  <a:schemeClr val="tx1"/>
                </a:solidFill>
              </a:rPr>
              <a:t>전담팀</a:t>
            </a:r>
            <a:r>
              <a:rPr lang="ko-KR" altLang="en-US" sz="1000" b="1" dirty="0">
                <a:solidFill>
                  <a:schemeClr val="tx1"/>
                </a:solidFill>
              </a:rPr>
              <a:t> 요청</a:t>
            </a:r>
          </a:p>
        </p:txBody>
      </p:sp>
      <p:graphicFrame>
        <p:nvGraphicFramePr>
          <p:cNvPr id="40" name="표 39">
            <a:extLst>
              <a:ext uri="{FF2B5EF4-FFF2-40B4-BE49-F238E27FC236}">
                <a16:creationId xmlns:a16="http://schemas.microsoft.com/office/drawing/2014/main" id="{A8D9981F-2DDD-4E11-BE2F-5C2BC414A7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1570179"/>
              </p:ext>
            </p:extLst>
          </p:nvPr>
        </p:nvGraphicFramePr>
        <p:xfrm>
          <a:off x="8895422" y="89351"/>
          <a:ext cx="3208784" cy="7291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694">
                  <a:extLst>
                    <a:ext uri="{9D8B030D-6E8A-4147-A177-3AD203B41FA5}">
                      <a16:colId xmlns:a16="http://schemas.microsoft.com/office/drawing/2014/main" val="449230696"/>
                    </a:ext>
                  </a:extLst>
                </a:gridCol>
                <a:gridCol w="2935090">
                  <a:extLst>
                    <a:ext uri="{9D8B030D-6E8A-4147-A177-3AD203B41FA5}">
                      <a16:colId xmlns:a16="http://schemas.microsoft.com/office/drawing/2014/main" val="934294675"/>
                    </a:ext>
                  </a:extLst>
                </a:gridCol>
              </a:tblGrid>
              <a:tr h="323687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0687550"/>
                  </a:ext>
                </a:extLst>
              </a:tr>
              <a:tr h="272123">
                <a:tc gridSpan="2">
                  <a:txBody>
                    <a:bodyPr/>
                    <a:lstStyle/>
                    <a:p>
                      <a:pPr algn="l" latinLnBrk="1"/>
                      <a:r>
                        <a:rPr lang="ko-KR" altLang="en-US" sz="900" b="1" dirty="0"/>
                        <a:t>국내선 </a:t>
                      </a:r>
                      <a:r>
                        <a:rPr lang="ko-KR" altLang="en-US" sz="900" b="1" dirty="0" err="1"/>
                        <a:t>전담팀</a:t>
                      </a:r>
                      <a:r>
                        <a:rPr lang="ko-KR" altLang="en-US" sz="900" b="1" dirty="0"/>
                        <a:t> 요청 페이지 추가 </a:t>
                      </a:r>
                      <a:r>
                        <a:rPr lang="en-US" altLang="ko-KR" sz="900" b="1" dirty="0">
                          <a:solidFill>
                            <a:srgbClr val="C00000"/>
                          </a:solidFill>
                        </a:rPr>
                        <a:t>(25-10-22)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499294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/>
                        <a:t>1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b="1" dirty="0"/>
                        <a:t>예약자 정보 영역</a:t>
                      </a:r>
                      <a:endParaRPr lang="en-US" altLang="ko-KR" sz="900" b="1" dirty="0"/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ko-KR" altLang="en-US" sz="900" b="0" dirty="0"/>
                        <a:t>로그인한 예약자 정보를 호출하여 노출</a:t>
                      </a:r>
                      <a:endParaRPr lang="en-US" altLang="ko-KR" sz="900" b="0" dirty="0"/>
                    </a:p>
                    <a:p>
                      <a:pPr marL="171450" indent="-171450">
                        <a:buFontTx/>
                        <a:buChar char="-"/>
                      </a:pPr>
                      <a:r>
                        <a:rPr lang="ko-KR" altLang="en-US" sz="900" b="0" dirty="0" err="1"/>
                        <a:t>한글명</a:t>
                      </a:r>
                      <a:r>
                        <a:rPr lang="en-US" altLang="ko-KR" sz="900" b="0" dirty="0"/>
                        <a:t>, </a:t>
                      </a:r>
                      <a:r>
                        <a:rPr lang="ko-KR" altLang="en-US" sz="900" b="0" dirty="0"/>
                        <a:t>성별</a:t>
                      </a:r>
                      <a:r>
                        <a:rPr lang="en-US" altLang="ko-KR" sz="900" b="0" dirty="0"/>
                        <a:t>, </a:t>
                      </a:r>
                      <a:r>
                        <a:rPr lang="ko-KR" altLang="en-US" sz="900" b="0" dirty="0" err="1"/>
                        <a:t>영문명</a:t>
                      </a:r>
                      <a:r>
                        <a:rPr lang="en-US" altLang="ko-KR" sz="900" b="0" dirty="0"/>
                        <a:t>, </a:t>
                      </a:r>
                      <a:r>
                        <a:rPr lang="ko-KR" altLang="en-US" sz="900" b="0" dirty="0"/>
                        <a:t>이메일</a:t>
                      </a:r>
                      <a:r>
                        <a:rPr lang="en-US" altLang="ko-KR" sz="900" b="0" dirty="0"/>
                        <a:t>, </a:t>
                      </a:r>
                      <a:r>
                        <a:rPr lang="ko-KR" altLang="en-US" sz="900" b="0" dirty="0"/>
                        <a:t>연락처</a:t>
                      </a:r>
                      <a:endParaRPr lang="en-US" altLang="ko-KR" sz="900" b="0" dirty="0"/>
                    </a:p>
                    <a:p>
                      <a:pPr marL="171450" indent="-171450">
                        <a:buFontTx/>
                        <a:buChar char="-"/>
                      </a:pPr>
                      <a:endParaRPr lang="en-US" altLang="ko-KR" sz="900" b="0" dirty="0"/>
                    </a:p>
                    <a:p>
                      <a:pPr marL="0" indent="0">
                        <a:buFontTx/>
                        <a:buNone/>
                      </a:pPr>
                      <a:r>
                        <a:rPr lang="ko-KR" altLang="en-US" sz="900" b="1" dirty="0"/>
                        <a:t>출장자 정보 </a:t>
                      </a:r>
                      <a:r>
                        <a:rPr lang="en-US" altLang="ko-KR" sz="900" b="1" dirty="0"/>
                        <a:t>1</a:t>
                      </a:r>
                      <a:r>
                        <a:rPr lang="ko-KR" altLang="en-US" sz="900" b="1" dirty="0"/>
                        <a:t>에 적용하기 버튼</a:t>
                      </a:r>
                      <a:br>
                        <a:rPr lang="en-US" altLang="ko-KR" sz="900" b="0" dirty="0"/>
                      </a:br>
                      <a:r>
                        <a:rPr lang="ko-KR" altLang="en-US" sz="900" b="0" dirty="0"/>
                        <a:t>ㄴ 클릭 시 </a:t>
                      </a:r>
                      <a:r>
                        <a:rPr lang="en-US" altLang="ko-KR" sz="900" b="0" dirty="0"/>
                        <a:t>2</a:t>
                      </a:r>
                      <a:r>
                        <a:rPr lang="ko-KR" altLang="en-US" sz="900" b="0" dirty="0"/>
                        <a:t>번 출장자 정보 </a:t>
                      </a:r>
                      <a:r>
                        <a:rPr lang="en-US" altLang="ko-KR" sz="900" b="0" dirty="0"/>
                        <a:t>1</a:t>
                      </a:r>
                      <a:r>
                        <a:rPr lang="ko-KR" altLang="en-US" sz="900" b="0" dirty="0"/>
                        <a:t> 영역에 </a:t>
                      </a:r>
                      <a:br>
                        <a:rPr lang="en-US" altLang="ko-KR" sz="900" b="0" dirty="0"/>
                      </a:br>
                      <a:r>
                        <a:rPr lang="ko-KR" altLang="en-US" sz="900" b="0" dirty="0" err="1"/>
                        <a:t>한글명</a:t>
                      </a:r>
                      <a:r>
                        <a:rPr lang="en-US" altLang="ko-KR" sz="900" b="0" dirty="0"/>
                        <a:t>, </a:t>
                      </a:r>
                      <a:r>
                        <a:rPr lang="ko-KR" altLang="en-US" sz="900" b="0" dirty="0" err="1"/>
                        <a:t>영문명</a:t>
                      </a:r>
                      <a:r>
                        <a:rPr lang="en-US" altLang="ko-KR" sz="900" b="0" dirty="0"/>
                        <a:t>, </a:t>
                      </a:r>
                      <a:r>
                        <a:rPr lang="ko-KR" altLang="en-US" sz="900" b="0" dirty="0"/>
                        <a:t>성별</a:t>
                      </a:r>
                      <a:r>
                        <a:rPr lang="en-US" altLang="ko-KR" sz="900" b="0" dirty="0"/>
                        <a:t>, </a:t>
                      </a:r>
                      <a:r>
                        <a:rPr lang="ko-KR" altLang="en-US" sz="900" b="0" dirty="0"/>
                        <a:t>이메일 정보 자동으로 </a:t>
                      </a:r>
                      <a:r>
                        <a:rPr lang="en-US" altLang="ko-KR" sz="900" b="0" dirty="0"/>
                        <a:t>FILL IN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6680531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/>
                        <a:t>2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/>
                        <a:t>출장자 정보 영역</a:t>
                      </a:r>
                      <a:endParaRPr lang="en-US" altLang="ko-KR" sz="900" b="1" dirty="0"/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900" dirty="0"/>
                        <a:t>해당 페이지 최초 랜딩 시 출장자 정보 </a:t>
                      </a:r>
                      <a:r>
                        <a:rPr lang="en-US" altLang="ko-KR" sz="900" dirty="0"/>
                        <a:t>1</a:t>
                      </a:r>
                      <a:r>
                        <a:rPr lang="ko-KR" altLang="en-US" sz="900" dirty="0"/>
                        <a:t>만 </a:t>
                      </a:r>
                      <a:br>
                        <a:rPr lang="en-US" altLang="ko-KR" sz="900" dirty="0"/>
                      </a:br>
                      <a:r>
                        <a:rPr lang="en-US" altLang="ko-KR" sz="900" dirty="0"/>
                        <a:t> Default</a:t>
                      </a:r>
                      <a:r>
                        <a:rPr lang="ko-KR" altLang="en-US" sz="900" dirty="0"/>
                        <a:t>로 노출</a:t>
                      </a:r>
                      <a:endParaRPr lang="en-US" altLang="ko-KR" sz="900" dirty="0"/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900" dirty="0"/>
                        <a:t>한글명에 출장자명 검색 제공</a:t>
                      </a:r>
                      <a:br>
                        <a:rPr lang="en-US" altLang="ko-KR" sz="900" dirty="0"/>
                      </a:br>
                      <a:r>
                        <a:rPr lang="ko-KR" altLang="en-US" sz="900" dirty="0"/>
                        <a:t>출장자명 입력하여 검색된 출장자 선택 시 </a:t>
                      </a:r>
                      <a:br>
                        <a:rPr lang="en-US" altLang="ko-KR" sz="900" dirty="0"/>
                      </a:br>
                      <a:r>
                        <a:rPr lang="ko-KR" altLang="en-US" sz="900" dirty="0" err="1"/>
                        <a:t>영문명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성별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이메일 정보 자동으로 </a:t>
                      </a:r>
                      <a:r>
                        <a:rPr lang="en-US" altLang="ko-KR" sz="900" dirty="0"/>
                        <a:t>fill in</a:t>
                      </a: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900" dirty="0"/>
                        <a:t>좌석등급의 경우 국내선 좌석등급 모두 노출</a:t>
                      </a:r>
                      <a:endParaRPr lang="en-US" altLang="ko-KR" sz="900" dirty="0"/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900" dirty="0"/>
                        <a:t>좌석등급 종류 </a:t>
                      </a:r>
                      <a:r>
                        <a:rPr lang="en-US" altLang="ko-KR" sz="900" dirty="0"/>
                        <a:t>: </a:t>
                      </a:r>
                      <a:r>
                        <a:rPr lang="ko-KR" altLang="en-US" sz="900" dirty="0" err="1"/>
                        <a:t>특가석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일반석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 err="1"/>
                        <a:t>할인석</a:t>
                      </a:r>
                      <a:r>
                        <a:rPr lang="en-US" altLang="ko-KR" sz="900" dirty="0"/>
                        <a:t>, </a:t>
                      </a:r>
                      <a:r>
                        <a:rPr lang="ko-KR" altLang="en-US" sz="900" dirty="0"/>
                        <a:t>비즈니스석 </a:t>
                      </a:r>
                      <a:r>
                        <a:rPr lang="ko-KR" altLang="en-US" sz="900" dirty="0" err="1"/>
                        <a:t>셀렉</a:t>
                      </a:r>
                      <a:r>
                        <a:rPr lang="ko-KR" altLang="en-US" sz="900" dirty="0"/>
                        <a:t> 박스에서 선택 가능</a:t>
                      </a:r>
                      <a:endParaRPr lang="en-US" altLang="ko-KR" sz="9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1438607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/>
                        <a:t>3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/>
                        <a:t>출장자 추가 </a:t>
                      </a:r>
                      <a:endParaRPr lang="en-US" altLang="ko-KR" sz="900" b="1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/>
                        <a:t>- </a:t>
                      </a:r>
                      <a:r>
                        <a:rPr lang="ko-KR" altLang="en-US" sz="900" b="0" dirty="0"/>
                        <a:t>클릭 시 출장자 정보 </a:t>
                      </a:r>
                      <a:r>
                        <a:rPr lang="en-US" altLang="ko-KR" sz="900" b="0" dirty="0"/>
                        <a:t>1 </a:t>
                      </a:r>
                      <a:r>
                        <a:rPr lang="ko-KR" altLang="en-US" sz="900" b="0" dirty="0"/>
                        <a:t>하단으로 출장자 정보</a:t>
                      </a:r>
                      <a:br>
                        <a:rPr lang="en-US" altLang="ko-KR" sz="900" b="0" dirty="0"/>
                      </a:br>
                      <a:r>
                        <a:rPr lang="en-US" altLang="ko-KR" sz="900" b="0" dirty="0"/>
                        <a:t> </a:t>
                      </a:r>
                      <a:r>
                        <a:rPr lang="ko-KR" altLang="en-US" sz="900" b="0" dirty="0"/>
                        <a:t> 영역 추가 </a:t>
                      </a:r>
                      <a:br>
                        <a:rPr lang="en-US" altLang="ko-KR" sz="900" b="0" dirty="0"/>
                      </a:br>
                      <a:r>
                        <a:rPr lang="en-US" altLang="ko-KR" sz="900" b="0" dirty="0"/>
                        <a:t> </a:t>
                      </a:r>
                      <a:r>
                        <a:rPr lang="ko-KR" altLang="en-US" sz="900" b="0" dirty="0"/>
                        <a:t>ㄴ 출장자 정보 타이틀 넘버링 </a:t>
                      </a:r>
                      <a:r>
                        <a:rPr lang="en-US" altLang="ko-KR" sz="900" b="0" dirty="0"/>
                        <a:t>+1</a:t>
                      </a:r>
                      <a:r>
                        <a:rPr lang="ko-KR" altLang="en-US" sz="900" b="0" dirty="0"/>
                        <a:t>씩 추가 </a:t>
                      </a:r>
                      <a:br>
                        <a:rPr lang="en-US" altLang="ko-KR" sz="900" b="0" dirty="0"/>
                      </a:br>
                      <a:r>
                        <a:rPr lang="en-US" altLang="ko-KR" sz="900" b="0" dirty="0"/>
                        <a:t>     (3-1</a:t>
                      </a:r>
                      <a:r>
                        <a:rPr lang="ko-KR" altLang="en-US" sz="900" b="0" dirty="0"/>
                        <a:t>번 참고</a:t>
                      </a:r>
                      <a:r>
                        <a:rPr lang="en-US" altLang="ko-KR" sz="900" b="0" dirty="0"/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/>
                        <a:t>- </a:t>
                      </a:r>
                      <a:r>
                        <a:rPr lang="ko-KR" altLang="en-US" sz="900" b="0" dirty="0"/>
                        <a:t>최대 </a:t>
                      </a:r>
                      <a:r>
                        <a:rPr lang="en-US" altLang="ko-KR" sz="900" b="0" dirty="0"/>
                        <a:t>9</a:t>
                      </a:r>
                      <a:r>
                        <a:rPr lang="ko-KR" altLang="en-US" sz="900" b="0" dirty="0"/>
                        <a:t>명으로 제한하되</a:t>
                      </a:r>
                      <a:r>
                        <a:rPr lang="en-US" altLang="ko-KR" sz="900" b="0" dirty="0"/>
                        <a:t>, </a:t>
                      </a:r>
                      <a:r>
                        <a:rPr lang="ko-KR" altLang="en-US" sz="900" b="0" dirty="0"/>
                        <a:t>초과 할 시에는 아래와 같은 문구 노출</a:t>
                      </a:r>
                      <a:endParaRPr lang="en-US" altLang="ko-KR" sz="900" b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문구 </a:t>
                      </a:r>
                      <a:r>
                        <a:rPr lang="en-US" altLang="ko-KR" sz="900" b="0" dirty="0"/>
                        <a:t>: </a:t>
                      </a:r>
                      <a:r>
                        <a:rPr lang="ko-KR" altLang="en-US" sz="900" b="0" dirty="0"/>
                        <a:t>출장자는 최대 인원은 </a:t>
                      </a:r>
                      <a:r>
                        <a:rPr lang="en-US" altLang="ko-KR" sz="900" b="0" dirty="0"/>
                        <a:t>9</a:t>
                      </a:r>
                      <a:r>
                        <a:rPr lang="ko-KR" altLang="en-US" sz="900" b="0" dirty="0"/>
                        <a:t>명입니다</a:t>
                      </a:r>
                      <a:r>
                        <a:rPr lang="en-US" altLang="ko-KR" sz="900" b="0" dirty="0"/>
                        <a:t>.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042766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/>
                        <a:t>4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/>
                        <a:t>여정 정보 영역</a:t>
                      </a:r>
                      <a:endParaRPr lang="en-US" altLang="ko-KR" sz="900" b="1" dirty="0"/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b="0" dirty="0"/>
                        <a:t>검색 리스트</a:t>
                      </a:r>
                      <a:r>
                        <a:rPr lang="en-US" altLang="ko-KR" sz="900" b="0" dirty="0"/>
                        <a:t>(</a:t>
                      </a:r>
                      <a:r>
                        <a:rPr lang="en-US" altLang="ko-KR" sz="900" b="0" dirty="0">
                          <a:hlinkClick r:id="rId2" action="ppaction://hlinksldjump"/>
                        </a:rPr>
                        <a:t>#24page</a:t>
                      </a:r>
                      <a:r>
                        <a:rPr lang="en-US" altLang="ko-KR" sz="900" b="0" dirty="0"/>
                        <a:t>)</a:t>
                      </a:r>
                      <a:r>
                        <a:rPr lang="ko-KR" altLang="en-US" sz="900" b="0" dirty="0"/>
                        <a:t>에서 선택한 여정 정보 노출</a:t>
                      </a:r>
                      <a:endParaRPr lang="en-US" altLang="ko-KR" sz="900" b="0" dirty="0"/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900" b="1" dirty="0"/>
                        <a:t>4-1</a:t>
                      </a:r>
                      <a:r>
                        <a:rPr lang="en-US" altLang="ko-KR" sz="900" b="0" dirty="0"/>
                        <a:t> </a:t>
                      </a:r>
                      <a:r>
                        <a:rPr lang="ko-KR" altLang="en-US" sz="900" b="0" dirty="0"/>
                        <a:t>출</a:t>
                      </a:r>
                      <a:r>
                        <a:rPr lang="en-US" altLang="ko-KR" sz="900" b="0" dirty="0"/>
                        <a:t>, </a:t>
                      </a:r>
                      <a:r>
                        <a:rPr lang="ko-KR" altLang="en-US" sz="900" b="0" dirty="0" err="1"/>
                        <a:t>도착편</a:t>
                      </a:r>
                      <a:r>
                        <a:rPr lang="en-US" altLang="ko-KR" sz="900" b="0" dirty="0"/>
                        <a:t>, </a:t>
                      </a:r>
                      <a:r>
                        <a:rPr lang="ko-KR" altLang="en-US" sz="900" b="0" dirty="0"/>
                        <a:t>경유지 등 모든 항공 비행기 탑승당 여정을 여정</a:t>
                      </a:r>
                      <a:r>
                        <a:rPr lang="en-US" altLang="ko-KR" sz="900" b="0" dirty="0"/>
                        <a:t>1,2,3 </a:t>
                      </a:r>
                      <a:r>
                        <a:rPr lang="ko-KR" altLang="en-US" sz="900" b="0" dirty="0"/>
                        <a:t>순서대로 노출</a:t>
                      </a:r>
                      <a:endParaRPr lang="en-US" altLang="ko-KR" sz="900" b="0" dirty="0"/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900" b="1" dirty="0"/>
                        <a:t>4-2</a:t>
                      </a:r>
                      <a:r>
                        <a:rPr lang="en-US" altLang="ko-KR" sz="900" b="0" dirty="0"/>
                        <a:t> </a:t>
                      </a:r>
                      <a:r>
                        <a:rPr lang="ko-KR" altLang="en-US" sz="900" b="0" dirty="0"/>
                        <a:t>선택한 </a:t>
                      </a:r>
                      <a:r>
                        <a:rPr lang="en-US" altLang="ko-KR" sz="900" b="0" dirty="0"/>
                        <a:t>{</a:t>
                      </a:r>
                      <a:r>
                        <a:rPr lang="ko-KR" altLang="en-US" sz="900" b="0" dirty="0"/>
                        <a:t>항공사명</a:t>
                      </a:r>
                      <a:r>
                        <a:rPr lang="en-US" altLang="ko-KR" sz="900" b="0" dirty="0"/>
                        <a:t>} {</a:t>
                      </a:r>
                      <a:r>
                        <a:rPr lang="ko-KR" altLang="en-US" sz="900" b="0" dirty="0"/>
                        <a:t>항공편명</a:t>
                      </a:r>
                      <a:r>
                        <a:rPr lang="en-US" altLang="ko-KR" sz="900" b="0" dirty="0"/>
                        <a:t>} </a:t>
                      </a:r>
                      <a:r>
                        <a:rPr lang="ko-KR" altLang="en-US" sz="900" b="0" dirty="0"/>
                        <a:t>그리고 </a:t>
                      </a:r>
                      <a:r>
                        <a:rPr lang="en-US" altLang="ko-KR" sz="900" b="0" dirty="0"/>
                        <a:t>{</a:t>
                      </a:r>
                      <a:r>
                        <a:rPr lang="ko-KR" altLang="en-US" sz="900" b="0" dirty="0"/>
                        <a:t>좌석</a:t>
                      </a:r>
                      <a:r>
                        <a:rPr lang="en-US" altLang="ko-KR" sz="900" b="0" dirty="0"/>
                        <a:t>} </a:t>
                      </a:r>
                      <a:r>
                        <a:rPr lang="ko-KR" altLang="en-US" sz="900" b="0" dirty="0"/>
                        <a:t>노출</a:t>
                      </a:r>
                      <a:endParaRPr lang="en-US" altLang="ko-KR" sz="900" b="0" dirty="0"/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900" b="1" dirty="0"/>
                        <a:t>4-3</a:t>
                      </a:r>
                      <a:r>
                        <a:rPr lang="en-US" altLang="ko-KR" sz="900" b="0" dirty="0"/>
                        <a:t> {</a:t>
                      </a:r>
                      <a:r>
                        <a:rPr lang="ko-KR" altLang="en-US" sz="900" b="0" dirty="0"/>
                        <a:t>출발지명</a:t>
                      </a:r>
                      <a:r>
                        <a:rPr lang="en-US" altLang="ko-KR" sz="900" b="0" dirty="0"/>
                        <a:t>} {</a:t>
                      </a:r>
                      <a:r>
                        <a:rPr lang="ko-KR" altLang="en-US" sz="900" b="0" dirty="0"/>
                        <a:t>출발날짜</a:t>
                      </a:r>
                      <a:r>
                        <a:rPr lang="en-US" altLang="ko-KR" sz="900" b="0" dirty="0"/>
                        <a:t>}, {</a:t>
                      </a:r>
                      <a:r>
                        <a:rPr lang="ko-KR" altLang="en-US" sz="900" b="0" dirty="0"/>
                        <a:t>도착지명</a:t>
                      </a:r>
                      <a:r>
                        <a:rPr lang="en-US" altLang="ko-KR" sz="900" b="0" dirty="0"/>
                        <a:t>} {</a:t>
                      </a:r>
                      <a:r>
                        <a:rPr lang="ko-KR" altLang="en-US" sz="900" b="0" dirty="0"/>
                        <a:t>도착날짜</a:t>
                      </a:r>
                      <a:r>
                        <a:rPr lang="en-US" altLang="ko-KR" sz="900" b="0" dirty="0"/>
                        <a:t>} </a:t>
                      </a:r>
                      <a:r>
                        <a:rPr lang="ko-KR" altLang="en-US" sz="900" b="0" dirty="0"/>
                        <a:t>노출</a:t>
                      </a:r>
                      <a:br>
                        <a:rPr lang="en-US" altLang="ko-KR" sz="900" b="0" dirty="0"/>
                      </a:br>
                      <a:r>
                        <a:rPr lang="ko-KR" altLang="en-US" sz="900" b="0" dirty="0"/>
                        <a:t>출발날짜 포맷 </a:t>
                      </a:r>
                      <a:r>
                        <a:rPr lang="en-US" altLang="ko-KR" sz="900" b="0" dirty="0"/>
                        <a:t>: YYYY-MM-DD {(</a:t>
                      </a:r>
                      <a:r>
                        <a:rPr lang="ko-KR" altLang="en-US" sz="900" b="0" dirty="0"/>
                        <a:t>요일</a:t>
                      </a:r>
                      <a:r>
                        <a:rPr lang="en-US" altLang="ko-KR" sz="900" b="0" dirty="0"/>
                        <a:t>)} HH:MM</a:t>
                      </a: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900" b="1" dirty="0"/>
                        <a:t>4-4 1</a:t>
                      </a:r>
                      <a:r>
                        <a:rPr lang="ko-KR" altLang="en-US" sz="900" b="1" dirty="0"/>
                        <a:t>인당 예상 요금 </a:t>
                      </a:r>
                      <a:br>
                        <a:rPr lang="en-US" altLang="ko-KR" sz="900" b="0" dirty="0"/>
                      </a:br>
                      <a:r>
                        <a:rPr lang="ko-KR" altLang="en-US" sz="900" b="0" dirty="0"/>
                        <a:t>ㄴ </a:t>
                      </a:r>
                      <a:r>
                        <a:rPr lang="en-US" altLang="ko-KR" sz="900" b="0" dirty="0"/>
                        <a:t>1</a:t>
                      </a:r>
                      <a:r>
                        <a:rPr lang="ko-KR" altLang="en-US" sz="900" b="0" dirty="0"/>
                        <a:t>명에 대한 항공료를 노출</a:t>
                      </a:r>
                      <a:endParaRPr lang="en-US" altLang="ko-KR" sz="900" b="0" dirty="0"/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900" b="1" dirty="0"/>
                        <a:t>4-5 </a:t>
                      </a:r>
                      <a:r>
                        <a:rPr lang="ko-KR" altLang="en-US" sz="900" b="1" dirty="0"/>
                        <a:t>총 예상 요금 </a:t>
                      </a:r>
                      <a:br>
                        <a:rPr lang="en-US" altLang="ko-KR" sz="900" b="0" dirty="0"/>
                      </a:br>
                      <a:r>
                        <a:rPr lang="ko-KR" altLang="en-US" sz="900" b="0" dirty="0"/>
                        <a:t>ㄴ </a:t>
                      </a:r>
                      <a:r>
                        <a:rPr lang="en-US" altLang="ko-KR" sz="900" b="0" dirty="0"/>
                        <a:t>1</a:t>
                      </a:r>
                      <a:r>
                        <a:rPr lang="ko-KR" altLang="en-US" sz="900" b="0" dirty="0"/>
                        <a:t>인당 예상 요금 </a:t>
                      </a:r>
                      <a:r>
                        <a:rPr lang="en-US" altLang="ko-KR" sz="900" b="0" dirty="0"/>
                        <a:t>X {</a:t>
                      </a:r>
                      <a:r>
                        <a:rPr lang="ko-KR" altLang="en-US" sz="900" b="0" dirty="0"/>
                        <a:t>출장자 정보 수</a:t>
                      </a:r>
                      <a:r>
                        <a:rPr lang="en-US" altLang="ko-KR" sz="900" b="0" dirty="0"/>
                        <a:t>}</a:t>
                      </a:r>
                      <a:br>
                        <a:rPr lang="en-US" altLang="ko-KR" sz="900" b="0" dirty="0"/>
                      </a:br>
                      <a:r>
                        <a:rPr lang="ko-KR" altLang="en-US" sz="900" b="0" dirty="0"/>
                        <a:t>ㄴ 출장자 정보수란 </a:t>
                      </a:r>
                      <a:r>
                        <a:rPr lang="en-US" altLang="ko-KR" sz="900" b="0" dirty="0"/>
                        <a:t>2</a:t>
                      </a:r>
                      <a:r>
                        <a:rPr lang="ko-KR" altLang="en-US" sz="900" b="0" dirty="0"/>
                        <a:t>번 출장자 정보 영역의 출장자가 추가된 개수</a:t>
                      </a:r>
                      <a:endParaRPr lang="en-US" altLang="ko-KR" sz="900" b="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4408402"/>
                  </a:ext>
                </a:extLst>
              </a:tr>
              <a:tr h="27253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Check point</a:t>
                      </a:r>
                      <a:endParaRPr lang="ko-KR" altLang="en-US" sz="10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194342"/>
                  </a:ext>
                </a:extLst>
              </a:tr>
              <a:tr h="708266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1" u="none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9267137"/>
                  </a:ext>
                </a:extLst>
              </a:tr>
            </a:tbl>
          </a:graphicData>
        </a:graphic>
      </p:graphicFrame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5ADB4BE5-CD43-434D-985C-0FE4308E4495}"/>
              </a:ext>
            </a:extLst>
          </p:cNvPr>
          <p:cNvSpPr>
            <a:spLocks/>
          </p:cNvSpPr>
          <p:nvPr/>
        </p:nvSpPr>
        <p:spPr>
          <a:xfrm>
            <a:off x="1051453" y="755362"/>
            <a:ext cx="6359263" cy="546110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BBA996BF-D3FD-4883-839F-C612CDCC610E}"/>
              </a:ext>
            </a:extLst>
          </p:cNvPr>
          <p:cNvSpPr/>
          <p:nvPr/>
        </p:nvSpPr>
        <p:spPr>
          <a:xfrm>
            <a:off x="321495" y="639589"/>
            <a:ext cx="896814" cy="46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SM C&amp;C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FB44192F-A184-43F6-968F-32F1A0C5EB19}"/>
              </a:ext>
            </a:extLst>
          </p:cNvPr>
          <p:cNvSpPr/>
          <p:nvPr/>
        </p:nvSpPr>
        <p:spPr>
          <a:xfrm>
            <a:off x="1394216" y="825607"/>
            <a:ext cx="5705004" cy="2819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ln w="0"/>
                <a:solidFill>
                  <a:schemeClr val="tx1"/>
                </a:solidFill>
              </a:rPr>
              <a:t>항공</a:t>
            </a:r>
            <a:r>
              <a:rPr lang="en-US" altLang="ko-KR" sz="1200" dirty="0">
                <a:ln w="0"/>
                <a:solidFill>
                  <a:schemeClr val="tx1"/>
                </a:solidFill>
              </a:rPr>
              <a:t>	</a:t>
            </a:r>
            <a:r>
              <a:rPr lang="ko-KR" altLang="en-US" sz="1200" dirty="0">
                <a:ln w="0"/>
                <a:solidFill>
                  <a:schemeClr val="tx1"/>
                </a:solidFill>
              </a:rPr>
              <a:t>호텔</a:t>
            </a:r>
            <a:r>
              <a:rPr lang="en-US" altLang="ko-KR" sz="1200" dirty="0">
                <a:ln w="0"/>
                <a:solidFill>
                  <a:schemeClr val="tx1"/>
                </a:solidFill>
              </a:rPr>
              <a:t>	</a:t>
            </a:r>
            <a:r>
              <a:rPr lang="ko-KR" altLang="en-US" sz="1200" dirty="0">
                <a:ln w="0"/>
                <a:solidFill>
                  <a:schemeClr val="tx1"/>
                </a:solidFill>
              </a:rPr>
              <a:t>요청</a:t>
            </a:r>
            <a:endParaRPr lang="ko-KR" altLang="en-US" sz="1200" dirty="0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AC81754F-ADE7-4234-9C98-1B40858FB9F8}"/>
              </a:ext>
            </a:extLst>
          </p:cNvPr>
          <p:cNvSpPr/>
          <p:nvPr/>
        </p:nvSpPr>
        <p:spPr>
          <a:xfrm>
            <a:off x="7275126" y="639589"/>
            <a:ext cx="1449811" cy="46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n w="0"/>
                <a:solidFill>
                  <a:schemeClr val="tx1"/>
                </a:solidFill>
              </a:rPr>
              <a:t>마이페이지</a:t>
            </a:r>
            <a:r>
              <a:rPr lang="en-US" altLang="ko-KR" sz="1000" dirty="0">
                <a:ln w="0"/>
                <a:solidFill>
                  <a:schemeClr val="tx1"/>
                </a:solidFill>
              </a:rPr>
              <a:t> </a:t>
            </a:r>
            <a:r>
              <a:rPr lang="ko-KR" altLang="en-US" sz="1000" dirty="0">
                <a:ln w="0"/>
                <a:solidFill>
                  <a:schemeClr val="tx1"/>
                </a:solidFill>
              </a:rPr>
              <a:t>로그아웃</a:t>
            </a:r>
            <a:endParaRPr lang="ko-KR" altLang="en-US" sz="1000" dirty="0"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7AAFD1FB-2C18-45B4-B2A4-6AA41F456008}"/>
              </a:ext>
            </a:extLst>
          </p:cNvPr>
          <p:cNvSpPr/>
          <p:nvPr/>
        </p:nvSpPr>
        <p:spPr>
          <a:xfrm>
            <a:off x="169780" y="705041"/>
            <a:ext cx="8660406" cy="5986330"/>
          </a:xfrm>
          <a:prstGeom prst="rect">
            <a:avLst/>
          </a:prstGeom>
          <a:solidFill>
            <a:schemeClr val="tx1">
              <a:lumMod val="85000"/>
              <a:lumOff val="1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0" name="사각형: 둥근 모서리 59">
            <a:extLst>
              <a:ext uri="{FF2B5EF4-FFF2-40B4-BE49-F238E27FC236}">
                <a16:creationId xmlns:a16="http://schemas.microsoft.com/office/drawing/2014/main" id="{DCD7D175-6FA6-4BC3-BE32-12541C2EA268}"/>
              </a:ext>
            </a:extLst>
          </p:cNvPr>
          <p:cNvSpPr>
            <a:spLocks/>
          </p:cNvSpPr>
          <p:nvPr/>
        </p:nvSpPr>
        <p:spPr>
          <a:xfrm>
            <a:off x="122791" y="610129"/>
            <a:ext cx="8707395" cy="610338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48568EFB-E2D2-46ED-8B7C-FD36C44C44FF}"/>
              </a:ext>
            </a:extLst>
          </p:cNvPr>
          <p:cNvSpPr/>
          <p:nvPr/>
        </p:nvSpPr>
        <p:spPr>
          <a:xfrm>
            <a:off x="164249" y="624175"/>
            <a:ext cx="1209111" cy="22875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항공 예약 요청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84D366A0-AEB5-4F69-A895-64B5A1B12359}"/>
              </a:ext>
            </a:extLst>
          </p:cNvPr>
          <p:cNvSpPr/>
          <p:nvPr/>
        </p:nvSpPr>
        <p:spPr>
          <a:xfrm>
            <a:off x="205534" y="895678"/>
            <a:ext cx="934900" cy="1367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tx1"/>
                </a:solidFill>
              </a:rPr>
              <a:t>예약자 정보</a:t>
            </a:r>
          </a:p>
        </p:txBody>
      </p:sp>
      <p:graphicFrame>
        <p:nvGraphicFramePr>
          <p:cNvPr id="66" name="표 65">
            <a:extLst>
              <a:ext uri="{FF2B5EF4-FFF2-40B4-BE49-F238E27FC236}">
                <a16:creationId xmlns:a16="http://schemas.microsoft.com/office/drawing/2014/main" id="{38FC8F47-B67A-48F7-9686-2B272870D7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1507512"/>
              </p:ext>
            </p:extLst>
          </p:nvPr>
        </p:nvGraphicFramePr>
        <p:xfrm>
          <a:off x="260130" y="1124529"/>
          <a:ext cx="8208898" cy="8874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1954">
                  <a:extLst>
                    <a:ext uri="{9D8B030D-6E8A-4147-A177-3AD203B41FA5}">
                      <a16:colId xmlns:a16="http://schemas.microsoft.com/office/drawing/2014/main" val="316504750"/>
                    </a:ext>
                  </a:extLst>
                </a:gridCol>
                <a:gridCol w="2942495">
                  <a:extLst>
                    <a:ext uri="{9D8B030D-6E8A-4147-A177-3AD203B41FA5}">
                      <a16:colId xmlns:a16="http://schemas.microsoft.com/office/drawing/2014/main" val="4242783349"/>
                    </a:ext>
                  </a:extLst>
                </a:gridCol>
                <a:gridCol w="1004166">
                  <a:extLst>
                    <a:ext uri="{9D8B030D-6E8A-4147-A177-3AD203B41FA5}">
                      <a16:colId xmlns:a16="http://schemas.microsoft.com/office/drawing/2014/main" val="256378881"/>
                    </a:ext>
                  </a:extLst>
                </a:gridCol>
                <a:gridCol w="3100283">
                  <a:extLst>
                    <a:ext uri="{9D8B030D-6E8A-4147-A177-3AD203B41FA5}">
                      <a16:colId xmlns:a16="http://schemas.microsoft.com/office/drawing/2014/main" val="1661652692"/>
                    </a:ext>
                  </a:extLst>
                </a:gridCol>
              </a:tblGrid>
              <a:tr h="29580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 err="1">
                          <a:solidFill>
                            <a:schemeClr val="tx1"/>
                          </a:solidFill>
                        </a:rPr>
                        <a:t>한글명</a:t>
                      </a:r>
                      <a:endParaRPr lang="ko-KR" altLang="en-US" sz="1000" b="1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22860" marB="2286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오지연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영문명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OH JIYEON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6163663"/>
                  </a:ext>
                </a:extLst>
              </a:tr>
              <a:tr h="29580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성별</a:t>
                      </a:r>
                    </a:p>
                  </a:txBody>
                  <a:tcPr marL="45720" marR="45720" marT="22860" marB="2286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여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이메일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  <a:hlinkClick r:id="rId3"/>
                        </a:rPr>
                        <a:t>Jiyeon@smtown.com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1845122"/>
                  </a:ext>
                </a:extLst>
              </a:tr>
              <a:tr h="29580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연락처</a:t>
                      </a:r>
                    </a:p>
                  </a:txBody>
                  <a:tcPr marL="45720" marR="45720" marT="22860" marB="2286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010-2356-2354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chemeClr val="tx1"/>
                          </a:solidFill>
                        </a:rPr>
                        <a:t>출장자와 동일</a:t>
                      </a: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22860" marB="2286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6657840"/>
                  </a:ext>
                </a:extLst>
              </a:tr>
            </a:tbl>
          </a:graphicData>
        </a:graphic>
      </p:graphicFrame>
      <p:sp>
        <p:nvSpPr>
          <p:cNvPr id="67" name="직사각형 66">
            <a:extLst>
              <a:ext uri="{FF2B5EF4-FFF2-40B4-BE49-F238E27FC236}">
                <a16:creationId xmlns:a16="http://schemas.microsoft.com/office/drawing/2014/main" id="{D8E6E263-512B-4D8B-AD5F-21DD5F92941C}"/>
              </a:ext>
            </a:extLst>
          </p:cNvPr>
          <p:cNvSpPr/>
          <p:nvPr/>
        </p:nvSpPr>
        <p:spPr>
          <a:xfrm>
            <a:off x="149506" y="2135175"/>
            <a:ext cx="1122924" cy="1185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tx1"/>
                </a:solidFill>
              </a:rPr>
              <a:t>출장자 정보 </a:t>
            </a:r>
            <a:r>
              <a:rPr lang="en-US" altLang="ko-KR" sz="1000" b="1" dirty="0">
                <a:solidFill>
                  <a:schemeClr val="tx1"/>
                </a:solidFill>
              </a:rPr>
              <a:t>1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graphicFrame>
        <p:nvGraphicFramePr>
          <p:cNvPr id="68" name="표 67">
            <a:extLst>
              <a:ext uri="{FF2B5EF4-FFF2-40B4-BE49-F238E27FC236}">
                <a16:creationId xmlns:a16="http://schemas.microsoft.com/office/drawing/2014/main" id="{68842572-94D0-4930-8019-442A59B3DE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8878924"/>
              </p:ext>
            </p:extLst>
          </p:nvPr>
        </p:nvGraphicFramePr>
        <p:xfrm>
          <a:off x="261927" y="2354343"/>
          <a:ext cx="8207101" cy="9292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538">
                  <a:extLst>
                    <a:ext uri="{9D8B030D-6E8A-4147-A177-3AD203B41FA5}">
                      <a16:colId xmlns:a16="http://schemas.microsoft.com/office/drawing/2014/main" val="316504750"/>
                    </a:ext>
                  </a:extLst>
                </a:gridCol>
                <a:gridCol w="3192012">
                  <a:extLst>
                    <a:ext uri="{9D8B030D-6E8A-4147-A177-3AD203B41FA5}">
                      <a16:colId xmlns:a16="http://schemas.microsoft.com/office/drawing/2014/main" val="4242783349"/>
                    </a:ext>
                  </a:extLst>
                </a:gridCol>
                <a:gridCol w="1003946">
                  <a:extLst>
                    <a:ext uri="{9D8B030D-6E8A-4147-A177-3AD203B41FA5}">
                      <a16:colId xmlns:a16="http://schemas.microsoft.com/office/drawing/2014/main" val="256378881"/>
                    </a:ext>
                  </a:extLst>
                </a:gridCol>
                <a:gridCol w="3099605">
                  <a:extLst>
                    <a:ext uri="{9D8B030D-6E8A-4147-A177-3AD203B41FA5}">
                      <a16:colId xmlns:a16="http://schemas.microsoft.com/office/drawing/2014/main" val="1661652692"/>
                    </a:ext>
                  </a:extLst>
                </a:gridCol>
              </a:tblGrid>
              <a:tr h="28103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 err="1">
                          <a:solidFill>
                            <a:schemeClr val="tx1"/>
                          </a:solidFill>
                        </a:rPr>
                        <a:t>한글명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11430" marB="1143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11430" marB="1143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영문명</a:t>
                      </a:r>
                    </a:p>
                  </a:txBody>
                  <a:tcPr marL="45720" marR="45720" marT="11430" marB="1143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11430" marB="1143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6163663"/>
                  </a:ext>
                </a:extLst>
              </a:tr>
              <a:tr h="32408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성별</a:t>
                      </a:r>
                    </a:p>
                  </a:txBody>
                  <a:tcPr marL="45720" marR="45720" marT="11430" marB="1143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11430" marB="1143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좌석등급</a:t>
                      </a:r>
                    </a:p>
                  </a:txBody>
                  <a:tcPr marL="45720" marR="45720" marT="11430" marB="1143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11430" marB="1143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1845122"/>
                  </a:ext>
                </a:extLst>
              </a:tr>
              <a:tr h="32408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이메일</a:t>
                      </a:r>
                    </a:p>
                  </a:txBody>
                  <a:tcPr marL="45720" marR="45720" marT="11430" marB="1143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11430" marB="1143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11430" marB="1143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11430" marB="1143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6657840"/>
                  </a:ext>
                </a:extLst>
              </a:tr>
            </a:tbl>
          </a:graphicData>
        </a:graphic>
      </p:graphicFrame>
      <p:grpSp>
        <p:nvGrpSpPr>
          <p:cNvPr id="70" name="그룹 69">
            <a:extLst>
              <a:ext uri="{FF2B5EF4-FFF2-40B4-BE49-F238E27FC236}">
                <a16:creationId xmlns:a16="http://schemas.microsoft.com/office/drawing/2014/main" id="{7FC1F5FB-0224-46D4-8F41-6888C3AE063B}"/>
              </a:ext>
            </a:extLst>
          </p:cNvPr>
          <p:cNvGrpSpPr/>
          <p:nvPr/>
        </p:nvGrpSpPr>
        <p:grpSpPr>
          <a:xfrm>
            <a:off x="5395484" y="2701696"/>
            <a:ext cx="2580316" cy="234502"/>
            <a:chOff x="3174521" y="2986620"/>
            <a:chExt cx="2660909" cy="282715"/>
          </a:xfrm>
        </p:grpSpPr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04F4728C-7A0B-4FD4-A614-90BAACB052CB}"/>
                </a:ext>
              </a:extLst>
            </p:cNvPr>
            <p:cNvSpPr/>
            <p:nvPr/>
          </p:nvSpPr>
          <p:spPr>
            <a:xfrm>
              <a:off x="3174521" y="2986620"/>
              <a:ext cx="2660909" cy="27699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좌석을 선택해주세요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pic>
          <p:nvPicPr>
            <p:cNvPr id="74" name="그래픽 73" descr="위쪽 캐럿 단색으로 채워진">
              <a:extLst>
                <a:ext uri="{FF2B5EF4-FFF2-40B4-BE49-F238E27FC236}">
                  <a16:creationId xmlns:a16="http://schemas.microsoft.com/office/drawing/2014/main" id="{8EDC116D-2E58-40F3-967E-49F6CBB0D4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0800000">
              <a:off x="5542950" y="2992335"/>
              <a:ext cx="277000" cy="277000"/>
            </a:xfrm>
            <a:prstGeom prst="rect">
              <a:avLst/>
            </a:prstGeom>
          </p:spPr>
        </p:pic>
      </p:grp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2ECF48ED-B332-4662-BBE1-6834C99E58DE}"/>
              </a:ext>
            </a:extLst>
          </p:cNvPr>
          <p:cNvSpPr/>
          <p:nvPr/>
        </p:nvSpPr>
        <p:spPr>
          <a:xfrm>
            <a:off x="5395484" y="2391732"/>
            <a:ext cx="2580316" cy="229761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OH JIYEON</a:t>
            </a:r>
            <a:endParaRPr lang="ko-KR" altLang="en-US" sz="7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5D77870F-2DE2-4B58-BE5D-A3626562DC0F}"/>
              </a:ext>
            </a:extLst>
          </p:cNvPr>
          <p:cNvSpPr/>
          <p:nvPr/>
        </p:nvSpPr>
        <p:spPr>
          <a:xfrm>
            <a:off x="1160919" y="2389109"/>
            <a:ext cx="2580316" cy="229761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E4DECE59-8D67-4A94-87C6-182E2FA329DF}"/>
              </a:ext>
            </a:extLst>
          </p:cNvPr>
          <p:cNvSpPr/>
          <p:nvPr/>
        </p:nvSpPr>
        <p:spPr>
          <a:xfrm>
            <a:off x="5421275" y="1739648"/>
            <a:ext cx="1255731" cy="229761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b="1" dirty="0">
                <a:solidFill>
                  <a:schemeClr val="tx1"/>
                </a:solidFill>
              </a:rPr>
              <a:t>출장자 정보 </a:t>
            </a:r>
            <a:r>
              <a:rPr lang="en-US" altLang="ko-KR" sz="700" b="1" dirty="0">
                <a:solidFill>
                  <a:schemeClr val="tx1"/>
                </a:solidFill>
              </a:rPr>
              <a:t>1</a:t>
            </a:r>
            <a:r>
              <a:rPr lang="ko-KR" altLang="en-US" sz="700" b="1" dirty="0">
                <a:solidFill>
                  <a:schemeClr val="tx1"/>
                </a:solidFill>
              </a:rPr>
              <a:t>에 적용하기</a:t>
            </a: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8CA7A484-C08D-46FE-888B-6AD1FEA9A0F7}"/>
              </a:ext>
            </a:extLst>
          </p:cNvPr>
          <p:cNvSpPr/>
          <p:nvPr/>
        </p:nvSpPr>
        <p:spPr>
          <a:xfrm>
            <a:off x="1160919" y="2721449"/>
            <a:ext cx="2580316" cy="229761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여</a:t>
            </a: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961DD513-5151-443F-AEDD-B3CC71D38FF6}"/>
              </a:ext>
            </a:extLst>
          </p:cNvPr>
          <p:cNvSpPr/>
          <p:nvPr/>
        </p:nvSpPr>
        <p:spPr>
          <a:xfrm>
            <a:off x="1160919" y="3002500"/>
            <a:ext cx="2580316" cy="229761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Jiyeon@smtown.com</a:t>
            </a:r>
            <a:endParaRPr lang="ko-KR" altLang="en-US" sz="7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A2E478D3-1BA8-4F56-A555-BC3ADF274D8F}"/>
              </a:ext>
            </a:extLst>
          </p:cNvPr>
          <p:cNvSpPr/>
          <p:nvPr/>
        </p:nvSpPr>
        <p:spPr>
          <a:xfrm>
            <a:off x="7631302" y="4660421"/>
            <a:ext cx="794244" cy="229761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b="1" dirty="0">
                <a:solidFill>
                  <a:schemeClr val="tx1"/>
                </a:solidFill>
              </a:rPr>
              <a:t>출장자 추가 </a:t>
            </a:r>
            <a:r>
              <a:rPr lang="en-US" altLang="ko-KR" sz="700" b="1" dirty="0">
                <a:solidFill>
                  <a:schemeClr val="tx1"/>
                </a:solidFill>
              </a:rPr>
              <a:t>+</a:t>
            </a:r>
            <a:endParaRPr lang="ko-KR" altLang="en-US" sz="700" b="1" dirty="0">
              <a:solidFill>
                <a:schemeClr val="tx1"/>
              </a:solidFill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E62113FF-8778-42C2-9E0E-7715DFF183E0}"/>
              </a:ext>
            </a:extLst>
          </p:cNvPr>
          <p:cNvSpPr/>
          <p:nvPr/>
        </p:nvSpPr>
        <p:spPr>
          <a:xfrm>
            <a:off x="122792" y="3406777"/>
            <a:ext cx="1122924" cy="11859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b="1" dirty="0">
                <a:solidFill>
                  <a:schemeClr val="tx1"/>
                </a:solidFill>
              </a:rPr>
              <a:t>출장자 정보 </a:t>
            </a:r>
            <a:r>
              <a:rPr lang="en-US" altLang="ko-KR" sz="1000" b="1" dirty="0">
                <a:solidFill>
                  <a:schemeClr val="tx1"/>
                </a:solidFill>
              </a:rPr>
              <a:t>2</a:t>
            </a:r>
            <a:endParaRPr lang="ko-KR" altLang="en-US" sz="1000" b="1" dirty="0">
              <a:solidFill>
                <a:schemeClr val="tx1"/>
              </a:solidFill>
            </a:endParaRPr>
          </a:p>
        </p:txBody>
      </p:sp>
      <p:graphicFrame>
        <p:nvGraphicFramePr>
          <p:cNvPr id="88" name="표 87">
            <a:extLst>
              <a:ext uri="{FF2B5EF4-FFF2-40B4-BE49-F238E27FC236}">
                <a16:creationId xmlns:a16="http://schemas.microsoft.com/office/drawing/2014/main" id="{FC486101-D191-439B-9046-F3F21B98D4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9469463"/>
              </p:ext>
            </p:extLst>
          </p:nvPr>
        </p:nvGraphicFramePr>
        <p:xfrm>
          <a:off x="236136" y="3651009"/>
          <a:ext cx="8207101" cy="9292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538">
                  <a:extLst>
                    <a:ext uri="{9D8B030D-6E8A-4147-A177-3AD203B41FA5}">
                      <a16:colId xmlns:a16="http://schemas.microsoft.com/office/drawing/2014/main" val="316504750"/>
                    </a:ext>
                  </a:extLst>
                </a:gridCol>
                <a:gridCol w="3192012">
                  <a:extLst>
                    <a:ext uri="{9D8B030D-6E8A-4147-A177-3AD203B41FA5}">
                      <a16:colId xmlns:a16="http://schemas.microsoft.com/office/drawing/2014/main" val="4242783349"/>
                    </a:ext>
                  </a:extLst>
                </a:gridCol>
                <a:gridCol w="1003946">
                  <a:extLst>
                    <a:ext uri="{9D8B030D-6E8A-4147-A177-3AD203B41FA5}">
                      <a16:colId xmlns:a16="http://schemas.microsoft.com/office/drawing/2014/main" val="256378881"/>
                    </a:ext>
                  </a:extLst>
                </a:gridCol>
                <a:gridCol w="3099605">
                  <a:extLst>
                    <a:ext uri="{9D8B030D-6E8A-4147-A177-3AD203B41FA5}">
                      <a16:colId xmlns:a16="http://schemas.microsoft.com/office/drawing/2014/main" val="1661652692"/>
                    </a:ext>
                  </a:extLst>
                </a:gridCol>
              </a:tblGrid>
              <a:tr h="28103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 err="1">
                          <a:solidFill>
                            <a:schemeClr val="tx1"/>
                          </a:solidFill>
                        </a:rPr>
                        <a:t>한글명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11430" marB="1143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11430" marB="1143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영문명</a:t>
                      </a:r>
                    </a:p>
                  </a:txBody>
                  <a:tcPr marL="45720" marR="45720" marT="11430" marB="1143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11430" marB="1143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6163663"/>
                  </a:ext>
                </a:extLst>
              </a:tr>
              <a:tr h="32408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성별</a:t>
                      </a:r>
                    </a:p>
                  </a:txBody>
                  <a:tcPr marL="45720" marR="45720" marT="11430" marB="1143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11430" marB="1143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좌석등급</a:t>
                      </a:r>
                    </a:p>
                  </a:txBody>
                  <a:tcPr marL="45720" marR="45720" marT="11430" marB="1143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11430" marB="1143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1845122"/>
                  </a:ext>
                </a:extLst>
              </a:tr>
              <a:tr h="32408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</a:rPr>
                        <a:t>이메일</a:t>
                      </a:r>
                    </a:p>
                  </a:txBody>
                  <a:tcPr marL="45720" marR="45720" marT="11430" marB="11430" anchor="ctr">
                    <a:lnL w="12700" cmpd="sng">
                      <a:noFill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11430" marB="1143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11430" marB="1143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b="0" dirty="0">
                        <a:solidFill>
                          <a:schemeClr val="tx1"/>
                        </a:solidFill>
                      </a:endParaRPr>
                    </a:p>
                  </a:txBody>
                  <a:tcPr marL="45720" marR="45720" marT="11430" marB="1143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6657840"/>
                  </a:ext>
                </a:extLst>
              </a:tr>
            </a:tbl>
          </a:graphicData>
        </a:graphic>
      </p:graphicFrame>
      <p:grpSp>
        <p:nvGrpSpPr>
          <p:cNvPr id="89" name="그룹 88">
            <a:extLst>
              <a:ext uri="{FF2B5EF4-FFF2-40B4-BE49-F238E27FC236}">
                <a16:creationId xmlns:a16="http://schemas.microsoft.com/office/drawing/2014/main" id="{30967F75-DF70-44EC-BBB6-CEE22129195B}"/>
              </a:ext>
            </a:extLst>
          </p:cNvPr>
          <p:cNvGrpSpPr/>
          <p:nvPr/>
        </p:nvGrpSpPr>
        <p:grpSpPr>
          <a:xfrm>
            <a:off x="5369693" y="3998362"/>
            <a:ext cx="2580316" cy="234502"/>
            <a:chOff x="3174521" y="2986620"/>
            <a:chExt cx="2660909" cy="282715"/>
          </a:xfrm>
        </p:grpSpPr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0C22AA3F-D1B2-477E-90FD-DD0783FEC9D8}"/>
                </a:ext>
              </a:extLst>
            </p:cNvPr>
            <p:cNvSpPr/>
            <p:nvPr/>
          </p:nvSpPr>
          <p:spPr>
            <a:xfrm>
              <a:off x="3174521" y="2986620"/>
              <a:ext cx="2660909" cy="27699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좌석을 선택해주세요</a:t>
              </a:r>
              <a:r>
                <a:rPr lang="en-US" altLang="ko-KR" sz="700" dirty="0">
                  <a:solidFill>
                    <a:schemeClr val="bg1">
                      <a:lumMod val="65000"/>
                    </a:schemeClr>
                  </a:solidFill>
                </a:rPr>
                <a:t>.</a:t>
              </a:r>
              <a:endParaRPr lang="ko-KR" altLang="en-US" sz="7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pic>
          <p:nvPicPr>
            <p:cNvPr id="91" name="그래픽 90" descr="위쪽 캐럿 단색으로 채워진">
              <a:extLst>
                <a:ext uri="{FF2B5EF4-FFF2-40B4-BE49-F238E27FC236}">
                  <a16:creationId xmlns:a16="http://schemas.microsoft.com/office/drawing/2014/main" id="{9B3E27AF-4C20-4959-A40B-EC8340B073F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0800000">
              <a:off x="5542950" y="2992335"/>
              <a:ext cx="277000" cy="277000"/>
            </a:xfrm>
            <a:prstGeom prst="rect">
              <a:avLst/>
            </a:prstGeom>
          </p:spPr>
        </p:pic>
      </p:grp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E969BC4A-8B3D-46A2-AF1F-C5B1763577D3}"/>
              </a:ext>
            </a:extLst>
          </p:cNvPr>
          <p:cNvSpPr/>
          <p:nvPr/>
        </p:nvSpPr>
        <p:spPr>
          <a:xfrm>
            <a:off x="5369693" y="3688398"/>
            <a:ext cx="2580316" cy="229761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OH JIYEON</a:t>
            </a:r>
            <a:endParaRPr lang="ko-KR" altLang="en-US" sz="7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EF03FA5E-4624-47B4-B8F9-9AA84078BF2B}"/>
              </a:ext>
            </a:extLst>
          </p:cNvPr>
          <p:cNvSpPr/>
          <p:nvPr/>
        </p:nvSpPr>
        <p:spPr>
          <a:xfrm>
            <a:off x="1135128" y="3685775"/>
            <a:ext cx="2580316" cy="229761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7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D4702E75-7536-4171-9380-18F4E96A7B85}"/>
              </a:ext>
            </a:extLst>
          </p:cNvPr>
          <p:cNvSpPr/>
          <p:nvPr/>
        </p:nvSpPr>
        <p:spPr>
          <a:xfrm>
            <a:off x="1135128" y="4018115"/>
            <a:ext cx="2580316" cy="229761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700" dirty="0">
                <a:solidFill>
                  <a:schemeClr val="bg1">
                    <a:lumMod val="65000"/>
                  </a:schemeClr>
                </a:solidFill>
              </a:rPr>
              <a:t>여</a:t>
            </a: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E4529C52-39F0-4695-B3EF-2919571C2236}"/>
              </a:ext>
            </a:extLst>
          </p:cNvPr>
          <p:cNvSpPr/>
          <p:nvPr/>
        </p:nvSpPr>
        <p:spPr>
          <a:xfrm>
            <a:off x="1135128" y="4299166"/>
            <a:ext cx="2580316" cy="229761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Jiyeon@smtown.com</a:t>
            </a:r>
            <a:endParaRPr lang="ko-KR" altLang="en-US" sz="7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EE66F7C4-D0D8-4CEA-9B6A-976FF42C6026}"/>
              </a:ext>
            </a:extLst>
          </p:cNvPr>
          <p:cNvSpPr/>
          <p:nvPr/>
        </p:nvSpPr>
        <p:spPr>
          <a:xfrm>
            <a:off x="195498" y="4793861"/>
            <a:ext cx="750706" cy="1354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b="1" dirty="0">
                <a:solidFill>
                  <a:schemeClr val="tx1"/>
                </a:solidFill>
              </a:rPr>
              <a:t>여정 정보</a:t>
            </a:r>
          </a:p>
        </p:txBody>
      </p:sp>
      <p:graphicFrame>
        <p:nvGraphicFramePr>
          <p:cNvPr id="97" name="표 96">
            <a:extLst>
              <a:ext uri="{FF2B5EF4-FFF2-40B4-BE49-F238E27FC236}">
                <a16:creationId xmlns:a16="http://schemas.microsoft.com/office/drawing/2014/main" id="{72A79D94-2054-48D1-96C9-B21ADD1114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250329"/>
              </p:ext>
            </p:extLst>
          </p:nvPr>
        </p:nvGraphicFramePr>
        <p:xfrm>
          <a:off x="260130" y="5038131"/>
          <a:ext cx="8114574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9242">
                  <a:extLst>
                    <a:ext uri="{9D8B030D-6E8A-4147-A177-3AD203B41FA5}">
                      <a16:colId xmlns:a16="http://schemas.microsoft.com/office/drawing/2014/main" val="2542619400"/>
                    </a:ext>
                  </a:extLst>
                </a:gridCol>
                <a:gridCol w="6865332">
                  <a:extLst>
                    <a:ext uri="{9D8B030D-6E8A-4147-A177-3AD203B41FA5}">
                      <a16:colId xmlns:a16="http://schemas.microsoft.com/office/drawing/2014/main" val="2731100643"/>
                    </a:ext>
                  </a:extLst>
                </a:gridCol>
              </a:tblGrid>
              <a:tr h="183477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여정</a:t>
                      </a:r>
                      <a:r>
                        <a:rPr lang="en-US" altLang="ko-KR" sz="9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645419"/>
                  </a:ext>
                </a:extLst>
              </a:tr>
              <a:tr h="183477"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0540715"/>
                  </a:ext>
                </a:extLst>
              </a:tr>
              <a:tr h="183477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75424262"/>
                  </a:ext>
                </a:extLst>
              </a:tr>
              <a:tr h="183477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여정</a:t>
                      </a:r>
                      <a:r>
                        <a:rPr lang="en-US" altLang="ko-KR" sz="9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ko-KR" altLang="en-US" sz="9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898511"/>
                  </a:ext>
                </a:extLst>
              </a:tr>
              <a:tr h="183477">
                <a:tc vMerge="1">
                  <a:txBody>
                    <a:bodyPr/>
                    <a:lstStyle/>
                    <a:p>
                      <a:endParaRPr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4016584"/>
                  </a:ext>
                </a:extLst>
              </a:tr>
              <a:tr h="183477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4003542"/>
                  </a:ext>
                </a:extLst>
              </a:tr>
            </a:tbl>
          </a:graphicData>
        </a:graphic>
      </p:graphicFrame>
      <p:pic>
        <p:nvPicPr>
          <p:cNvPr id="98" name="그래픽 97" descr="닫기 단색으로 채워진">
            <a:extLst>
              <a:ext uri="{FF2B5EF4-FFF2-40B4-BE49-F238E27FC236}">
                <a16:creationId xmlns:a16="http://schemas.microsoft.com/office/drawing/2014/main" id="{BA8D6968-81BA-4653-B480-DDDD203E684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33929" y="673773"/>
            <a:ext cx="165661" cy="165661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BD2B4186-80C8-4082-A983-11A3089F0209}"/>
              </a:ext>
            </a:extLst>
          </p:cNvPr>
          <p:cNvSpPr/>
          <p:nvPr/>
        </p:nvSpPr>
        <p:spPr>
          <a:xfrm>
            <a:off x="40013" y="6847761"/>
            <a:ext cx="8745090" cy="138458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/>
              <a:t>이어서 계속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1617236-653C-4F4C-B064-B57875D7AE8C}"/>
              </a:ext>
            </a:extLst>
          </p:cNvPr>
          <p:cNvSpPr/>
          <p:nvPr/>
        </p:nvSpPr>
        <p:spPr>
          <a:xfrm>
            <a:off x="1429855" y="5137344"/>
            <a:ext cx="955711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900" b="1" dirty="0"/>
              <a:t>대한항공 </a:t>
            </a:r>
            <a:r>
              <a:rPr lang="en-US" altLang="ko-KR" sz="900" b="1" dirty="0"/>
              <a:t>1363</a:t>
            </a:r>
            <a:endParaRPr lang="ko-KR" altLang="en-US" sz="900" dirty="0"/>
          </a:p>
        </p:txBody>
      </p: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B30A1540-3C26-4618-B4E2-13DC7C0CDB88}"/>
              </a:ext>
            </a:extLst>
          </p:cNvPr>
          <p:cNvSpPr/>
          <p:nvPr/>
        </p:nvSpPr>
        <p:spPr>
          <a:xfrm>
            <a:off x="1432850" y="5758529"/>
            <a:ext cx="1018227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900" b="1" dirty="0"/>
              <a:t>제주항공 </a:t>
            </a:r>
            <a:r>
              <a:rPr lang="en-US" altLang="ko-KR" sz="900" b="1" dirty="0"/>
              <a:t>ET672</a:t>
            </a:r>
            <a:endParaRPr lang="ko-KR" altLang="en-US" sz="900" dirty="0"/>
          </a:p>
        </p:txBody>
      </p: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51BFC1F9-FEE0-49F3-A4FA-E44B815055CB}"/>
              </a:ext>
            </a:extLst>
          </p:cNvPr>
          <p:cNvSpPr/>
          <p:nvPr/>
        </p:nvSpPr>
        <p:spPr>
          <a:xfrm>
            <a:off x="1420256" y="5355547"/>
            <a:ext cx="697627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800" dirty="0"/>
              <a:t>비즈니스석</a:t>
            </a: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D0CCE756-DEC3-4AD4-8828-7A174C405B48}"/>
              </a:ext>
            </a:extLst>
          </p:cNvPr>
          <p:cNvSpPr/>
          <p:nvPr/>
        </p:nvSpPr>
        <p:spPr>
          <a:xfrm>
            <a:off x="1429855" y="5941528"/>
            <a:ext cx="492443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800" dirty="0" err="1"/>
              <a:t>특가석</a:t>
            </a:r>
            <a:endParaRPr lang="ko-KR" altLang="en-US" sz="800" dirty="0"/>
          </a:p>
        </p:txBody>
      </p: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CA7C68D7-85BE-40BB-A6BE-1C4F3BD34181}"/>
              </a:ext>
            </a:extLst>
          </p:cNvPr>
          <p:cNvSpPr/>
          <p:nvPr/>
        </p:nvSpPr>
        <p:spPr>
          <a:xfrm>
            <a:off x="3300751" y="5137671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900" b="1" dirty="0"/>
              <a:t>김포</a:t>
            </a:r>
            <a:endParaRPr lang="ko-KR" altLang="en-US" sz="900" dirty="0"/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09FDF230-813E-4DD9-8962-FD3C9CDBE13E}"/>
              </a:ext>
            </a:extLst>
          </p:cNvPr>
          <p:cNvSpPr/>
          <p:nvPr/>
        </p:nvSpPr>
        <p:spPr>
          <a:xfrm>
            <a:off x="3302532" y="5764342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900" b="1"/>
              <a:t>제주</a:t>
            </a:r>
            <a:endParaRPr lang="ko-KR" altLang="en-US" sz="900" dirty="0"/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7CE5AB99-241E-44EF-A69B-C51F90D8CAAD}"/>
              </a:ext>
            </a:extLst>
          </p:cNvPr>
          <p:cNvSpPr/>
          <p:nvPr/>
        </p:nvSpPr>
        <p:spPr>
          <a:xfrm>
            <a:off x="6129805" y="5133365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900" b="1" dirty="0"/>
              <a:t>제주</a:t>
            </a:r>
            <a:endParaRPr lang="ko-KR" altLang="en-US" sz="900" dirty="0"/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A1118534-FA68-40BF-AEBC-F50CA81C69C7}"/>
              </a:ext>
            </a:extLst>
          </p:cNvPr>
          <p:cNvSpPr/>
          <p:nvPr/>
        </p:nvSpPr>
        <p:spPr>
          <a:xfrm>
            <a:off x="6131064" y="5781389"/>
            <a:ext cx="415498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900" b="1" dirty="0"/>
              <a:t>김포</a:t>
            </a:r>
            <a:endParaRPr lang="ko-KR" altLang="en-US" sz="900" dirty="0"/>
          </a:p>
        </p:txBody>
      </p:sp>
      <p:grpSp>
        <p:nvGrpSpPr>
          <p:cNvPr id="107" name="그룹 106">
            <a:extLst>
              <a:ext uri="{FF2B5EF4-FFF2-40B4-BE49-F238E27FC236}">
                <a16:creationId xmlns:a16="http://schemas.microsoft.com/office/drawing/2014/main" id="{C2C4AFD4-3E89-4857-A590-A36A33AB6C33}"/>
              </a:ext>
            </a:extLst>
          </p:cNvPr>
          <p:cNvGrpSpPr/>
          <p:nvPr/>
        </p:nvGrpSpPr>
        <p:grpSpPr>
          <a:xfrm rot="5400000">
            <a:off x="5219265" y="4492408"/>
            <a:ext cx="45719" cy="1472700"/>
            <a:chOff x="3025475" y="2504550"/>
            <a:chExt cx="45719" cy="1130944"/>
          </a:xfrm>
          <a:solidFill>
            <a:srgbClr val="4B90FF"/>
          </a:solidFill>
        </p:grpSpPr>
        <p:sp>
          <p:nvSpPr>
            <p:cNvPr id="108" name="타원 107">
              <a:extLst>
                <a:ext uri="{FF2B5EF4-FFF2-40B4-BE49-F238E27FC236}">
                  <a16:creationId xmlns:a16="http://schemas.microsoft.com/office/drawing/2014/main" id="{6FF59A80-5EBE-4C4C-B580-C4E4E07FCF7B}"/>
                </a:ext>
              </a:extLst>
            </p:cNvPr>
            <p:cNvSpPr/>
            <p:nvPr/>
          </p:nvSpPr>
          <p:spPr>
            <a:xfrm>
              <a:off x="3025475" y="2504550"/>
              <a:ext cx="45719" cy="45719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cxnSp>
          <p:nvCxnSpPr>
            <p:cNvPr id="109" name="직선 연결선 108">
              <a:extLst>
                <a:ext uri="{FF2B5EF4-FFF2-40B4-BE49-F238E27FC236}">
                  <a16:creationId xmlns:a16="http://schemas.microsoft.com/office/drawing/2014/main" id="{F8FB569A-37F3-4059-A382-BE72022C15AE}"/>
                </a:ext>
              </a:extLst>
            </p:cNvPr>
            <p:cNvCxnSpPr>
              <a:cxnSpLocks/>
              <a:endCxn id="110" idx="4"/>
            </p:cNvCxnSpPr>
            <p:nvPr/>
          </p:nvCxnSpPr>
          <p:spPr>
            <a:xfrm>
              <a:off x="3048334" y="2504550"/>
              <a:ext cx="1" cy="1130944"/>
            </a:xfrm>
            <a:prstGeom prst="line">
              <a:avLst/>
            </a:prstGeom>
            <a:grpFill/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타원 109">
              <a:extLst>
                <a:ext uri="{FF2B5EF4-FFF2-40B4-BE49-F238E27FC236}">
                  <a16:creationId xmlns:a16="http://schemas.microsoft.com/office/drawing/2014/main" id="{774C027D-5E4F-40CE-9D07-D269FFB70BCA}"/>
                </a:ext>
              </a:extLst>
            </p:cNvPr>
            <p:cNvSpPr/>
            <p:nvPr/>
          </p:nvSpPr>
          <p:spPr>
            <a:xfrm>
              <a:off x="3025475" y="3589775"/>
              <a:ext cx="45719" cy="45719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61F0847D-E896-47E2-949A-DB8114D2951B}"/>
              </a:ext>
            </a:extLst>
          </p:cNvPr>
          <p:cNvGrpSpPr/>
          <p:nvPr/>
        </p:nvGrpSpPr>
        <p:grpSpPr>
          <a:xfrm rot="5400000">
            <a:off x="5219265" y="5137596"/>
            <a:ext cx="45719" cy="1472700"/>
            <a:chOff x="3025475" y="2504550"/>
            <a:chExt cx="45719" cy="1130944"/>
          </a:xfrm>
          <a:solidFill>
            <a:srgbClr val="4B90FF"/>
          </a:solidFill>
        </p:grpSpPr>
        <p:sp>
          <p:nvSpPr>
            <p:cNvPr id="112" name="타원 111">
              <a:extLst>
                <a:ext uri="{FF2B5EF4-FFF2-40B4-BE49-F238E27FC236}">
                  <a16:creationId xmlns:a16="http://schemas.microsoft.com/office/drawing/2014/main" id="{39B72C6C-92CB-40C6-AE70-9038F68F3D47}"/>
                </a:ext>
              </a:extLst>
            </p:cNvPr>
            <p:cNvSpPr/>
            <p:nvPr/>
          </p:nvSpPr>
          <p:spPr>
            <a:xfrm>
              <a:off x="3025475" y="2504550"/>
              <a:ext cx="45719" cy="45719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cxnSp>
          <p:nvCxnSpPr>
            <p:cNvPr id="113" name="직선 연결선 112">
              <a:extLst>
                <a:ext uri="{FF2B5EF4-FFF2-40B4-BE49-F238E27FC236}">
                  <a16:creationId xmlns:a16="http://schemas.microsoft.com/office/drawing/2014/main" id="{8CF73F87-1E96-4BC6-9A4A-E73B436F2ADA}"/>
                </a:ext>
              </a:extLst>
            </p:cNvPr>
            <p:cNvCxnSpPr>
              <a:cxnSpLocks/>
              <a:endCxn id="114" idx="4"/>
            </p:cNvCxnSpPr>
            <p:nvPr/>
          </p:nvCxnSpPr>
          <p:spPr>
            <a:xfrm>
              <a:off x="3048334" y="2504550"/>
              <a:ext cx="1" cy="1130944"/>
            </a:xfrm>
            <a:prstGeom prst="line">
              <a:avLst/>
            </a:prstGeom>
            <a:grpFill/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4" name="타원 113">
              <a:extLst>
                <a:ext uri="{FF2B5EF4-FFF2-40B4-BE49-F238E27FC236}">
                  <a16:creationId xmlns:a16="http://schemas.microsoft.com/office/drawing/2014/main" id="{47C7FD48-F840-4DE9-BEFC-BDCC7A2A0F5A}"/>
                </a:ext>
              </a:extLst>
            </p:cNvPr>
            <p:cNvSpPr/>
            <p:nvPr/>
          </p:nvSpPr>
          <p:spPr>
            <a:xfrm>
              <a:off x="3025475" y="3589775"/>
              <a:ext cx="45719" cy="45719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2">
                    <a:lumMod val="50000"/>
                  </a:schemeClr>
                </a:solidFill>
              </a:endParaRPr>
            </a:p>
          </p:txBody>
        </p:sp>
      </p:grpSp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3B858006-6C1A-4766-839C-0BF6B24DD004}"/>
              </a:ext>
            </a:extLst>
          </p:cNvPr>
          <p:cNvSpPr/>
          <p:nvPr/>
        </p:nvSpPr>
        <p:spPr>
          <a:xfrm>
            <a:off x="3288436" y="5374832"/>
            <a:ext cx="1204176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/>
              <a:t>2025-11-04 (</a:t>
            </a:r>
            <a:r>
              <a:rPr lang="ko-KR" altLang="en-US" sz="800" dirty="0"/>
              <a:t>화</a:t>
            </a:r>
            <a:r>
              <a:rPr lang="en-US" altLang="ko-KR" sz="800" dirty="0"/>
              <a:t>) 06:10</a:t>
            </a:r>
            <a:endParaRPr lang="ko-KR" altLang="en-US" sz="800" dirty="0"/>
          </a:p>
        </p:txBody>
      </p:sp>
      <p:sp>
        <p:nvSpPr>
          <p:cNvPr id="116" name="직사각형 115">
            <a:extLst>
              <a:ext uri="{FF2B5EF4-FFF2-40B4-BE49-F238E27FC236}">
                <a16:creationId xmlns:a16="http://schemas.microsoft.com/office/drawing/2014/main" id="{A6F41DC7-B69B-4C03-BAED-703DA25B36CF}"/>
              </a:ext>
            </a:extLst>
          </p:cNvPr>
          <p:cNvSpPr/>
          <p:nvPr/>
        </p:nvSpPr>
        <p:spPr>
          <a:xfrm>
            <a:off x="3301598" y="5964403"/>
            <a:ext cx="1204176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/>
              <a:t>2025-11-06 (</a:t>
            </a:r>
            <a:r>
              <a:rPr lang="ko-KR" altLang="en-US" sz="800" dirty="0"/>
              <a:t>목</a:t>
            </a:r>
            <a:r>
              <a:rPr lang="en-US" altLang="ko-KR" sz="800" dirty="0"/>
              <a:t>) 07:00</a:t>
            </a:r>
            <a:endParaRPr lang="ko-KR" altLang="en-US" sz="800" dirty="0"/>
          </a:p>
        </p:txBody>
      </p: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26B60040-02BE-43E8-A41F-62F89BF94190}"/>
              </a:ext>
            </a:extLst>
          </p:cNvPr>
          <p:cNvSpPr/>
          <p:nvPr/>
        </p:nvSpPr>
        <p:spPr>
          <a:xfrm>
            <a:off x="6133608" y="5336989"/>
            <a:ext cx="1204176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/>
              <a:t>2025-11-04 (</a:t>
            </a:r>
            <a:r>
              <a:rPr lang="ko-KR" altLang="en-US" sz="800" dirty="0"/>
              <a:t>화</a:t>
            </a:r>
            <a:r>
              <a:rPr lang="en-US" altLang="ko-KR" sz="800" dirty="0"/>
              <a:t>) 07:25</a:t>
            </a:r>
            <a:endParaRPr lang="ko-KR" altLang="en-US" sz="800" dirty="0"/>
          </a:p>
        </p:txBody>
      </p: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6A3A666E-FD04-4661-835E-19DDC27EFC63}"/>
              </a:ext>
            </a:extLst>
          </p:cNvPr>
          <p:cNvSpPr/>
          <p:nvPr/>
        </p:nvSpPr>
        <p:spPr>
          <a:xfrm>
            <a:off x="6157703" y="5981084"/>
            <a:ext cx="1204176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/>
              <a:t>2025-11-06 (</a:t>
            </a:r>
            <a:r>
              <a:rPr lang="ko-KR" altLang="en-US" sz="800" dirty="0"/>
              <a:t>목</a:t>
            </a:r>
            <a:r>
              <a:rPr lang="en-US" altLang="ko-KR" sz="800" dirty="0"/>
              <a:t>) 08:15</a:t>
            </a:r>
            <a:endParaRPr lang="ko-KR" altLang="en-US" sz="800" dirty="0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72F17FF5-65CC-4C44-9286-ADB3B4BE2C23}"/>
              </a:ext>
            </a:extLst>
          </p:cNvPr>
          <p:cNvGrpSpPr/>
          <p:nvPr/>
        </p:nvGrpSpPr>
        <p:grpSpPr>
          <a:xfrm>
            <a:off x="260130" y="6241177"/>
            <a:ext cx="8125632" cy="554131"/>
            <a:chOff x="220117" y="6371509"/>
            <a:chExt cx="8125632" cy="421293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E0972839-F604-4D60-A9A8-650B0973559C}"/>
                </a:ext>
              </a:extLst>
            </p:cNvPr>
            <p:cNvSpPr/>
            <p:nvPr/>
          </p:nvSpPr>
          <p:spPr>
            <a:xfrm>
              <a:off x="220117" y="6371509"/>
              <a:ext cx="8097658" cy="412510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AEEA722C-103B-4363-9990-1D748D49AC7B}"/>
                </a:ext>
              </a:extLst>
            </p:cNvPr>
            <p:cNvCxnSpPr>
              <a:cxnSpLocks/>
            </p:cNvCxnSpPr>
            <p:nvPr/>
          </p:nvCxnSpPr>
          <p:spPr>
            <a:xfrm>
              <a:off x="237033" y="6792802"/>
              <a:ext cx="8108716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3" name="그룹 122">
            <a:extLst>
              <a:ext uri="{FF2B5EF4-FFF2-40B4-BE49-F238E27FC236}">
                <a16:creationId xmlns:a16="http://schemas.microsoft.com/office/drawing/2014/main" id="{636E9D1F-E641-4A67-8FB4-04D911B30995}"/>
              </a:ext>
            </a:extLst>
          </p:cNvPr>
          <p:cNvGrpSpPr/>
          <p:nvPr/>
        </p:nvGrpSpPr>
        <p:grpSpPr>
          <a:xfrm>
            <a:off x="35592" y="864022"/>
            <a:ext cx="276910" cy="215444"/>
            <a:chOff x="4507293" y="1910946"/>
            <a:chExt cx="276910" cy="215444"/>
          </a:xfrm>
        </p:grpSpPr>
        <p:sp>
          <p:nvSpPr>
            <p:cNvPr id="128" name="타원 127">
              <a:extLst>
                <a:ext uri="{FF2B5EF4-FFF2-40B4-BE49-F238E27FC236}">
                  <a16:creationId xmlns:a16="http://schemas.microsoft.com/office/drawing/2014/main" id="{74843676-3456-4D22-B41B-89A03A7DE1FF}"/>
                </a:ext>
              </a:extLst>
            </p:cNvPr>
            <p:cNvSpPr/>
            <p:nvPr/>
          </p:nvSpPr>
          <p:spPr>
            <a:xfrm>
              <a:off x="4536630" y="1922684"/>
              <a:ext cx="171278" cy="18690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D1B3CE50-5D98-46B8-AEA8-1379BA61C499}"/>
                </a:ext>
              </a:extLst>
            </p:cNvPr>
            <p:cNvSpPr txBox="1"/>
            <p:nvPr/>
          </p:nvSpPr>
          <p:spPr>
            <a:xfrm>
              <a:off x="4507293" y="1910946"/>
              <a:ext cx="2769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>
                  <a:solidFill>
                    <a:schemeClr val="bg1"/>
                  </a:solidFill>
                </a:rPr>
                <a:t>1</a:t>
              </a:r>
              <a:endParaRPr lang="ko-KR" altLang="en-US" sz="8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30" name="그룹 129">
            <a:extLst>
              <a:ext uri="{FF2B5EF4-FFF2-40B4-BE49-F238E27FC236}">
                <a16:creationId xmlns:a16="http://schemas.microsoft.com/office/drawing/2014/main" id="{7384155C-029A-41A4-B4E7-76F61EA18365}"/>
              </a:ext>
            </a:extLst>
          </p:cNvPr>
          <p:cNvGrpSpPr/>
          <p:nvPr/>
        </p:nvGrpSpPr>
        <p:grpSpPr>
          <a:xfrm>
            <a:off x="-18803" y="2082608"/>
            <a:ext cx="276910" cy="215444"/>
            <a:chOff x="4507293" y="1910946"/>
            <a:chExt cx="276910" cy="215444"/>
          </a:xfrm>
        </p:grpSpPr>
        <p:sp>
          <p:nvSpPr>
            <p:cNvPr id="131" name="타원 130">
              <a:extLst>
                <a:ext uri="{FF2B5EF4-FFF2-40B4-BE49-F238E27FC236}">
                  <a16:creationId xmlns:a16="http://schemas.microsoft.com/office/drawing/2014/main" id="{E1066286-0502-4EF9-A7FE-4DF319855534}"/>
                </a:ext>
              </a:extLst>
            </p:cNvPr>
            <p:cNvSpPr/>
            <p:nvPr/>
          </p:nvSpPr>
          <p:spPr>
            <a:xfrm>
              <a:off x="4536630" y="1922684"/>
              <a:ext cx="171278" cy="18690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BDFE2FEC-D14A-47D5-B346-5073C98674F2}"/>
                </a:ext>
              </a:extLst>
            </p:cNvPr>
            <p:cNvSpPr txBox="1"/>
            <p:nvPr/>
          </p:nvSpPr>
          <p:spPr>
            <a:xfrm>
              <a:off x="4507293" y="1910946"/>
              <a:ext cx="2769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>
                  <a:solidFill>
                    <a:schemeClr val="bg1"/>
                  </a:solidFill>
                </a:rPr>
                <a:t>2</a:t>
              </a:r>
              <a:endParaRPr lang="ko-KR" altLang="en-US" sz="8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33" name="그룹 132">
            <a:extLst>
              <a:ext uri="{FF2B5EF4-FFF2-40B4-BE49-F238E27FC236}">
                <a16:creationId xmlns:a16="http://schemas.microsoft.com/office/drawing/2014/main" id="{CEF127F8-4E7A-4A34-8533-55DC2B572817}"/>
              </a:ext>
            </a:extLst>
          </p:cNvPr>
          <p:cNvGrpSpPr/>
          <p:nvPr/>
        </p:nvGrpSpPr>
        <p:grpSpPr>
          <a:xfrm>
            <a:off x="7436866" y="4616454"/>
            <a:ext cx="276910" cy="215444"/>
            <a:chOff x="4507293" y="1910946"/>
            <a:chExt cx="276910" cy="215444"/>
          </a:xfrm>
        </p:grpSpPr>
        <p:sp>
          <p:nvSpPr>
            <p:cNvPr id="134" name="타원 133">
              <a:extLst>
                <a:ext uri="{FF2B5EF4-FFF2-40B4-BE49-F238E27FC236}">
                  <a16:creationId xmlns:a16="http://schemas.microsoft.com/office/drawing/2014/main" id="{3378231A-278C-41F6-90B6-80C60D0C779B}"/>
                </a:ext>
              </a:extLst>
            </p:cNvPr>
            <p:cNvSpPr/>
            <p:nvPr/>
          </p:nvSpPr>
          <p:spPr>
            <a:xfrm>
              <a:off x="4536630" y="1922684"/>
              <a:ext cx="171278" cy="18690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DEB4451B-D3A2-43B4-8D88-C1B421ED2671}"/>
                </a:ext>
              </a:extLst>
            </p:cNvPr>
            <p:cNvSpPr txBox="1"/>
            <p:nvPr/>
          </p:nvSpPr>
          <p:spPr>
            <a:xfrm>
              <a:off x="4507293" y="1910946"/>
              <a:ext cx="2769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>
                  <a:solidFill>
                    <a:schemeClr val="bg1"/>
                  </a:solidFill>
                </a:rPr>
                <a:t>3</a:t>
              </a:r>
              <a:endParaRPr lang="ko-KR" altLang="en-US" sz="8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36" name="그룹 135">
            <a:extLst>
              <a:ext uri="{FF2B5EF4-FFF2-40B4-BE49-F238E27FC236}">
                <a16:creationId xmlns:a16="http://schemas.microsoft.com/office/drawing/2014/main" id="{4912D3A6-2A60-4BA5-B056-8DF5A493E69F}"/>
              </a:ext>
            </a:extLst>
          </p:cNvPr>
          <p:cNvGrpSpPr/>
          <p:nvPr/>
        </p:nvGrpSpPr>
        <p:grpSpPr>
          <a:xfrm>
            <a:off x="136" y="4745691"/>
            <a:ext cx="276910" cy="215444"/>
            <a:chOff x="4507293" y="1910946"/>
            <a:chExt cx="276910" cy="215444"/>
          </a:xfrm>
        </p:grpSpPr>
        <p:sp>
          <p:nvSpPr>
            <p:cNvPr id="137" name="타원 136">
              <a:extLst>
                <a:ext uri="{FF2B5EF4-FFF2-40B4-BE49-F238E27FC236}">
                  <a16:creationId xmlns:a16="http://schemas.microsoft.com/office/drawing/2014/main" id="{A80CBED0-F5DB-498D-A27B-0CAD3BB34495}"/>
                </a:ext>
              </a:extLst>
            </p:cNvPr>
            <p:cNvSpPr/>
            <p:nvPr/>
          </p:nvSpPr>
          <p:spPr>
            <a:xfrm>
              <a:off x="4536630" y="1922684"/>
              <a:ext cx="171278" cy="18690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4A3EF390-994F-4189-A207-8ACA7F22AA28}"/>
                </a:ext>
              </a:extLst>
            </p:cNvPr>
            <p:cNvSpPr txBox="1"/>
            <p:nvPr/>
          </p:nvSpPr>
          <p:spPr>
            <a:xfrm>
              <a:off x="4507293" y="1910946"/>
              <a:ext cx="2769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>
                  <a:solidFill>
                    <a:schemeClr val="bg1"/>
                  </a:solidFill>
                </a:rPr>
                <a:t>4</a:t>
              </a:r>
              <a:endParaRPr lang="ko-KR" altLang="en-US" sz="8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05C83DA2-2FB5-4BFC-A197-3E9D392CAD58}"/>
              </a:ext>
            </a:extLst>
          </p:cNvPr>
          <p:cNvSpPr/>
          <p:nvPr/>
        </p:nvSpPr>
        <p:spPr>
          <a:xfrm>
            <a:off x="6477109" y="6287665"/>
            <a:ext cx="1024639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900" b="1" dirty="0"/>
              <a:t>1</a:t>
            </a:r>
            <a:r>
              <a:rPr lang="ko-KR" altLang="en-US" sz="900" b="1" dirty="0"/>
              <a:t>인당 예상 요금</a:t>
            </a:r>
            <a:endParaRPr lang="ko-KR" altLang="en-US" sz="900" dirty="0"/>
          </a:p>
        </p:txBody>
      </p: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7A072CE5-E0B2-47E6-B4C3-050D041E8BB2}"/>
              </a:ext>
            </a:extLst>
          </p:cNvPr>
          <p:cNvSpPr/>
          <p:nvPr/>
        </p:nvSpPr>
        <p:spPr>
          <a:xfrm>
            <a:off x="6659851" y="6549542"/>
            <a:ext cx="841897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900" b="1"/>
              <a:t>총 예상 요금</a:t>
            </a:r>
            <a:endParaRPr lang="ko-KR" altLang="en-US" sz="900" dirty="0"/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7D2AA2CC-A9C5-4A5E-97EF-4962A5FF0C03}"/>
              </a:ext>
            </a:extLst>
          </p:cNvPr>
          <p:cNvSpPr/>
          <p:nvPr/>
        </p:nvSpPr>
        <p:spPr>
          <a:xfrm>
            <a:off x="7586802" y="6287665"/>
            <a:ext cx="734496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9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194,400</a:t>
            </a:r>
            <a:r>
              <a:rPr lang="ko-KR" altLang="en-US" sz="900" b="1" dirty="0"/>
              <a:t>원</a:t>
            </a:r>
            <a:endParaRPr lang="ko-KR" altLang="en-US" sz="900" dirty="0"/>
          </a:p>
        </p:txBody>
      </p: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D1B09F31-90CC-45F1-BDDD-8B132896E381}"/>
              </a:ext>
            </a:extLst>
          </p:cNvPr>
          <p:cNvSpPr/>
          <p:nvPr/>
        </p:nvSpPr>
        <p:spPr>
          <a:xfrm>
            <a:off x="7586802" y="6549542"/>
            <a:ext cx="734496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9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388,800</a:t>
            </a:r>
            <a:r>
              <a:rPr lang="ko-KR" altLang="en-US" sz="900" b="1" dirty="0"/>
              <a:t>원</a:t>
            </a:r>
            <a:endParaRPr lang="ko-KR" altLang="en-US" sz="900" dirty="0"/>
          </a:p>
        </p:txBody>
      </p:sp>
      <p:grpSp>
        <p:nvGrpSpPr>
          <p:cNvPr id="151" name="그룹 150">
            <a:extLst>
              <a:ext uri="{FF2B5EF4-FFF2-40B4-BE49-F238E27FC236}">
                <a16:creationId xmlns:a16="http://schemas.microsoft.com/office/drawing/2014/main" id="{2DC10135-6362-4694-80FF-ADF2EA5CB494}"/>
              </a:ext>
            </a:extLst>
          </p:cNvPr>
          <p:cNvGrpSpPr/>
          <p:nvPr/>
        </p:nvGrpSpPr>
        <p:grpSpPr>
          <a:xfrm>
            <a:off x="-69181" y="3346160"/>
            <a:ext cx="390676" cy="215444"/>
            <a:chOff x="4458580" y="1910797"/>
            <a:chExt cx="389003" cy="215444"/>
          </a:xfrm>
        </p:grpSpPr>
        <p:sp>
          <p:nvSpPr>
            <p:cNvPr id="152" name="타원 151">
              <a:extLst>
                <a:ext uri="{FF2B5EF4-FFF2-40B4-BE49-F238E27FC236}">
                  <a16:creationId xmlns:a16="http://schemas.microsoft.com/office/drawing/2014/main" id="{C4A24377-37C6-40EA-A237-018F9FDE77B4}"/>
                </a:ext>
              </a:extLst>
            </p:cNvPr>
            <p:cNvSpPr/>
            <p:nvPr/>
          </p:nvSpPr>
          <p:spPr>
            <a:xfrm>
              <a:off x="4536630" y="1922684"/>
              <a:ext cx="171278" cy="18690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8B53D43F-5534-443E-A85D-FA4B35A2D8F4}"/>
                </a:ext>
              </a:extLst>
            </p:cNvPr>
            <p:cNvSpPr txBox="1"/>
            <p:nvPr/>
          </p:nvSpPr>
          <p:spPr>
            <a:xfrm>
              <a:off x="4458580" y="1910797"/>
              <a:ext cx="38900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>
                  <a:solidFill>
                    <a:schemeClr val="bg1"/>
                  </a:solidFill>
                </a:rPr>
                <a:t>3-1</a:t>
              </a:r>
              <a:endParaRPr lang="ko-KR" altLang="en-US" sz="8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54" name="그룹 153">
            <a:extLst>
              <a:ext uri="{FF2B5EF4-FFF2-40B4-BE49-F238E27FC236}">
                <a16:creationId xmlns:a16="http://schemas.microsoft.com/office/drawing/2014/main" id="{9734C353-1251-4A30-8166-078D1005CE59}"/>
              </a:ext>
            </a:extLst>
          </p:cNvPr>
          <p:cNvGrpSpPr/>
          <p:nvPr/>
        </p:nvGrpSpPr>
        <p:grpSpPr>
          <a:xfrm>
            <a:off x="419706" y="5190808"/>
            <a:ext cx="390676" cy="215444"/>
            <a:chOff x="4458580" y="1910797"/>
            <a:chExt cx="389003" cy="215444"/>
          </a:xfrm>
        </p:grpSpPr>
        <p:sp>
          <p:nvSpPr>
            <p:cNvPr id="155" name="타원 154">
              <a:extLst>
                <a:ext uri="{FF2B5EF4-FFF2-40B4-BE49-F238E27FC236}">
                  <a16:creationId xmlns:a16="http://schemas.microsoft.com/office/drawing/2014/main" id="{33E24AD6-0154-40AE-9CCF-DE813954A7B1}"/>
                </a:ext>
              </a:extLst>
            </p:cNvPr>
            <p:cNvSpPr/>
            <p:nvPr/>
          </p:nvSpPr>
          <p:spPr>
            <a:xfrm>
              <a:off x="4536630" y="1922684"/>
              <a:ext cx="171278" cy="18690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25D3E3DE-29DC-471B-B9D8-22F1B9D7AFC0}"/>
                </a:ext>
              </a:extLst>
            </p:cNvPr>
            <p:cNvSpPr txBox="1"/>
            <p:nvPr/>
          </p:nvSpPr>
          <p:spPr>
            <a:xfrm>
              <a:off x="4458580" y="1910797"/>
              <a:ext cx="38900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>
                  <a:solidFill>
                    <a:schemeClr val="bg1"/>
                  </a:solidFill>
                </a:rPr>
                <a:t>4-1</a:t>
              </a:r>
              <a:endParaRPr lang="ko-KR" altLang="en-US" sz="8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57" name="그룹 156">
            <a:extLst>
              <a:ext uri="{FF2B5EF4-FFF2-40B4-BE49-F238E27FC236}">
                <a16:creationId xmlns:a16="http://schemas.microsoft.com/office/drawing/2014/main" id="{FF2AD837-5C4D-41B7-8D37-9AAC4B7095C5}"/>
              </a:ext>
            </a:extLst>
          </p:cNvPr>
          <p:cNvGrpSpPr/>
          <p:nvPr/>
        </p:nvGrpSpPr>
        <p:grpSpPr>
          <a:xfrm>
            <a:off x="428263" y="5738540"/>
            <a:ext cx="390676" cy="215444"/>
            <a:chOff x="4458580" y="1910797"/>
            <a:chExt cx="389003" cy="215444"/>
          </a:xfrm>
        </p:grpSpPr>
        <p:sp>
          <p:nvSpPr>
            <p:cNvPr id="158" name="타원 157">
              <a:extLst>
                <a:ext uri="{FF2B5EF4-FFF2-40B4-BE49-F238E27FC236}">
                  <a16:creationId xmlns:a16="http://schemas.microsoft.com/office/drawing/2014/main" id="{9C8AA04D-D5D3-4691-9F9E-547B090DC6FD}"/>
                </a:ext>
              </a:extLst>
            </p:cNvPr>
            <p:cNvSpPr/>
            <p:nvPr/>
          </p:nvSpPr>
          <p:spPr>
            <a:xfrm>
              <a:off x="4536630" y="1922684"/>
              <a:ext cx="171278" cy="18690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2D3629F3-53B0-46D6-8FAB-8278CB2B7788}"/>
                </a:ext>
              </a:extLst>
            </p:cNvPr>
            <p:cNvSpPr txBox="1"/>
            <p:nvPr/>
          </p:nvSpPr>
          <p:spPr>
            <a:xfrm>
              <a:off x="4458580" y="1910797"/>
              <a:ext cx="38900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>
                  <a:solidFill>
                    <a:schemeClr val="bg1"/>
                  </a:solidFill>
                </a:rPr>
                <a:t>4-1</a:t>
              </a:r>
              <a:endParaRPr lang="ko-KR" altLang="en-US" sz="8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60" name="그룹 159">
            <a:extLst>
              <a:ext uri="{FF2B5EF4-FFF2-40B4-BE49-F238E27FC236}">
                <a16:creationId xmlns:a16="http://schemas.microsoft.com/office/drawing/2014/main" id="{04E6B5BD-9E1A-479D-8C5F-60D7D549A1A7}"/>
              </a:ext>
            </a:extLst>
          </p:cNvPr>
          <p:cNvGrpSpPr/>
          <p:nvPr/>
        </p:nvGrpSpPr>
        <p:grpSpPr>
          <a:xfrm>
            <a:off x="1233294" y="5086981"/>
            <a:ext cx="390676" cy="215444"/>
            <a:chOff x="4458580" y="1910797"/>
            <a:chExt cx="389003" cy="215444"/>
          </a:xfrm>
        </p:grpSpPr>
        <p:sp>
          <p:nvSpPr>
            <p:cNvPr id="161" name="타원 160">
              <a:extLst>
                <a:ext uri="{FF2B5EF4-FFF2-40B4-BE49-F238E27FC236}">
                  <a16:creationId xmlns:a16="http://schemas.microsoft.com/office/drawing/2014/main" id="{3E0041E3-3448-42E3-88CA-4FD31B1A6560}"/>
                </a:ext>
              </a:extLst>
            </p:cNvPr>
            <p:cNvSpPr/>
            <p:nvPr/>
          </p:nvSpPr>
          <p:spPr>
            <a:xfrm>
              <a:off x="4536630" y="1922684"/>
              <a:ext cx="171278" cy="18690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C10167FF-4F0A-4300-964A-3DF0B203F6E0}"/>
                </a:ext>
              </a:extLst>
            </p:cNvPr>
            <p:cNvSpPr txBox="1"/>
            <p:nvPr/>
          </p:nvSpPr>
          <p:spPr>
            <a:xfrm>
              <a:off x="4458580" y="1910797"/>
              <a:ext cx="38900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>
                  <a:solidFill>
                    <a:schemeClr val="bg1"/>
                  </a:solidFill>
                </a:rPr>
                <a:t>4-2</a:t>
              </a:r>
              <a:endParaRPr lang="ko-KR" altLang="en-US" sz="8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63" name="그룹 162">
            <a:extLst>
              <a:ext uri="{FF2B5EF4-FFF2-40B4-BE49-F238E27FC236}">
                <a16:creationId xmlns:a16="http://schemas.microsoft.com/office/drawing/2014/main" id="{1D9BEEF5-0A8C-4156-B250-21630B65D719}"/>
              </a:ext>
            </a:extLst>
          </p:cNvPr>
          <p:cNvGrpSpPr/>
          <p:nvPr/>
        </p:nvGrpSpPr>
        <p:grpSpPr>
          <a:xfrm>
            <a:off x="3105413" y="5076217"/>
            <a:ext cx="390676" cy="215444"/>
            <a:chOff x="4458580" y="1910797"/>
            <a:chExt cx="389003" cy="215444"/>
          </a:xfrm>
        </p:grpSpPr>
        <p:sp>
          <p:nvSpPr>
            <p:cNvPr id="164" name="타원 163">
              <a:extLst>
                <a:ext uri="{FF2B5EF4-FFF2-40B4-BE49-F238E27FC236}">
                  <a16:creationId xmlns:a16="http://schemas.microsoft.com/office/drawing/2014/main" id="{B47980D7-E353-408F-8C6D-FAD14987DD09}"/>
                </a:ext>
              </a:extLst>
            </p:cNvPr>
            <p:cNvSpPr/>
            <p:nvPr/>
          </p:nvSpPr>
          <p:spPr>
            <a:xfrm>
              <a:off x="4536630" y="1922684"/>
              <a:ext cx="171278" cy="18690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82E9A243-B64B-4C1F-A79A-8B2C222764CD}"/>
                </a:ext>
              </a:extLst>
            </p:cNvPr>
            <p:cNvSpPr txBox="1"/>
            <p:nvPr/>
          </p:nvSpPr>
          <p:spPr>
            <a:xfrm>
              <a:off x="4458580" y="1910797"/>
              <a:ext cx="38900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>
                  <a:solidFill>
                    <a:schemeClr val="bg1"/>
                  </a:solidFill>
                </a:rPr>
                <a:t>4-3</a:t>
              </a:r>
              <a:endParaRPr lang="ko-KR" altLang="en-US" sz="8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66" name="그룹 165">
            <a:extLst>
              <a:ext uri="{FF2B5EF4-FFF2-40B4-BE49-F238E27FC236}">
                <a16:creationId xmlns:a16="http://schemas.microsoft.com/office/drawing/2014/main" id="{8A175A99-4042-4EAB-9F22-3FD70BAFA45E}"/>
              </a:ext>
            </a:extLst>
          </p:cNvPr>
          <p:cNvGrpSpPr/>
          <p:nvPr/>
        </p:nvGrpSpPr>
        <p:grpSpPr>
          <a:xfrm>
            <a:off x="6196717" y="6285472"/>
            <a:ext cx="390676" cy="215444"/>
            <a:chOff x="4458580" y="1910797"/>
            <a:chExt cx="389003" cy="215444"/>
          </a:xfrm>
        </p:grpSpPr>
        <p:sp>
          <p:nvSpPr>
            <p:cNvPr id="167" name="타원 166">
              <a:extLst>
                <a:ext uri="{FF2B5EF4-FFF2-40B4-BE49-F238E27FC236}">
                  <a16:creationId xmlns:a16="http://schemas.microsoft.com/office/drawing/2014/main" id="{81A52A8E-DC4B-4F98-B095-E950C6C97C60}"/>
                </a:ext>
              </a:extLst>
            </p:cNvPr>
            <p:cNvSpPr/>
            <p:nvPr/>
          </p:nvSpPr>
          <p:spPr>
            <a:xfrm>
              <a:off x="4536630" y="1922684"/>
              <a:ext cx="171278" cy="18690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09077632-9AFE-4159-B36B-6C68FC31AF48}"/>
                </a:ext>
              </a:extLst>
            </p:cNvPr>
            <p:cNvSpPr txBox="1"/>
            <p:nvPr/>
          </p:nvSpPr>
          <p:spPr>
            <a:xfrm>
              <a:off x="4458580" y="1910797"/>
              <a:ext cx="38900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>
                  <a:solidFill>
                    <a:schemeClr val="bg1"/>
                  </a:solidFill>
                </a:rPr>
                <a:t>4-4</a:t>
              </a:r>
              <a:endParaRPr lang="ko-KR" altLang="en-US" sz="8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69" name="그룹 168">
            <a:extLst>
              <a:ext uri="{FF2B5EF4-FFF2-40B4-BE49-F238E27FC236}">
                <a16:creationId xmlns:a16="http://schemas.microsoft.com/office/drawing/2014/main" id="{D6B46DB1-1AD6-463E-9EA4-2071B6034965}"/>
              </a:ext>
            </a:extLst>
          </p:cNvPr>
          <p:cNvGrpSpPr/>
          <p:nvPr/>
        </p:nvGrpSpPr>
        <p:grpSpPr>
          <a:xfrm>
            <a:off x="6418780" y="6540254"/>
            <a:ext cx="390676" cy="215444"/>
            <a:chOff x="4458580" y="1910797"/>
            <a:chExt cx="389003" cy="215444"/>
          </a:xfrm>
        </p:grpSpPr>
        <p:sp>
          <p:nvSpPr>
            <p:cNvPr id="170" name="타원 169">
              <a:extLst>
                <a:ext uri="{FF2B5EF4-FFF2-40B4-BE49-F238E27FC236}">
                  <a16:creationId xmlns:a16="http://schemas.microsoft.com/office/drawing/2014/main" id="{9D3CA565-6FAB-4637-A679-492ECEC4ADE3}"/>
                </a:ext>
              </a:extLst>
            </p:cNvPr>
            <p:cNvSpPr/>
            <p:nvPr/>
          </p:nvSpPr>
          <p:spPr>
            <a:xfrm>
              <a:off x="4536630" y="1922684"/>
              <a:ext cx="171278" cy="18690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1" name="TextBox 170">
              <a:extLst>
                <a:ext uri="{FF2B5EF4-FFF2-40B4-BE49-F238E27FC236}">
                  <a16:creationId xmlns:a16="http://schemas.microsoft.com/office/drawing/2014/main" id="{60CE89F3-2F1D-40B9-BE81-0B8327955D26}"/>
                </a:ext>
              </a:extLst>
            </p:cNvPr>
            <p:cNvSpPr txBox="1"/>
            <p:nvPr/>
          </p:nvSpPr>
          <p:spPr>
            <a:xfrm>
              <a:off x="4458580" y="1910797"/>
              <a:ext cx="38900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>
                  <a:solidFill>
                    <a:schemeClr val="bg1"/>
                  </a:solidFill>
                </a:rPr>
                <a:t>4-5</a:t>
              </a:r>
              <a:endParaRPr lang="ko-KR" altLang="en-US" sz="800" b="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141579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3057D-B868-8AA9-8587-E3475788D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479539B-9B47-3516-78A3-9B613EBB9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27</a:t>
            </a:fld>
            <a:endParaRPr lang="ko-KR" altLang="en-US" dirty="0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BA1C75E-5424-4A42-279E-EED8015BE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A6618-D80D-4B7E-A45B-A31FDCA0FB45}" type="datetime1">
              <a:rPr lang="ko-KR" altLang="en-US" smtClean="0"/>
              <a:t>2026-01-15</a:t>
            </a:fld>
            <a:endParaRPr lang="ko-KR" altLang="en-US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CD13316-7F84-FDFE-4DB1-A180AB1E9478}"/>
              </a:ext>
            </a:extLst>
          </p:cNvPr>
          <p:cNvSpPr txBox="1"/>
          <p:nvPr/>
        </p:nvSpPr>
        <p:spPr>
          <a:xfrm>
            <a:off x="992038" y="221039"/>
            <a:ext cx="13433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/>
              <a:t>국내선 조회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F1EBB32-BA25-0EEA-CFAB-F1FA8EA87BA4}"/>
              </a:ext>
            </a:extLst>
          </p:cNvPr>
          <p:cNvSpPr txBox="1"/>
          <p:nvPr/>
        </p:nvSpPr>
        <p:spPr>
          <a:xfrm>
            <a:off x="3322103" y="208789"/>
            <a:ext cx="368789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1000" b="1" dirty="0">
                <a:solidFill>
                  <a:schemeClr val="tx1"/>
                </a:solidFill>
              </a:rPr>
              <a:t>항공 </a:t>
            </a:r>
            <a:r>
              <a:rPr lang="en-US" altLang="ko-KR" sz="1000" b="1" dirty="0">
                <a:solidFill>
                  <a:schemeClr val="tx1"/>
                </a:solidFill>
              </a:rPr>
              <a:t>&gt; </a:t>
            </a:r>
            <a:r>
              <a:rPr lang="ko-KR" altLang="en-US" sz="1000" b="1" dirty="0">
                <a:solidFill>
                  <a:schemeClr val="tx1"/>
                </a:solidFill>
              </a:rPr>
              <a:t>국내선 조회 </a:t>
            </a:r>
            <a:r>
              <a:rPr lang="en-US" altLang="ko-KR" sz="1000" b="1" dirty="0">
                <a:solidFill>
                  <a:schemeClr val="tx1"/>
                </a:solidFill>
              </a:rPr>
              <a:t>&gt; </a:t>
            </a:r>
            <a:r>
              <a:rPr lang="ko-KR" altLang="en-US" sz="1000" b="1" dirty="0" err="1">
                <a:solidFill>
                  <a:schemeClr val="tx1"/>
                </a:solidFill>
              </a:rPr>
              <a:t>전담팀</a:t>
            </a:r>
            <a:r>
              <a:rPr lang="ko-KR" altLang="en-US" sz="1000" b="1" dirty="0">
                <a:solidFill>
                  <a:schemeClr val="tx1"/>
                </a:solidFill>
              </a:rPr>
              <a:t> 요청</a:t>
            </a:r>
          </a:p>
        </p:txBody>
      </p:sp>
      <p:graphicFrame>
        <p:nvGraphicFramePr>
          <p:cNvPr id="40" name="표 39">
            <a:extLst>
              <a:ext uri="{FF2B5EF4-FFF2-40B4-BE49-F238E27FC236}">
                <a16:creationId xmlns:a16="http://schemas.microsoft.com/office/drawing/2014/main" id="{A8D9981F-2DDD-4E11-BE2F-5C2BC414A7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7195877"/>
              </p:ext>
            </p:extLst>
          </p:nvPr>
        </p:nvGraphicFramePr>
        <p:xfrm>
          <a:off x="8895422" y="89351"/>
          <a:ext cx="3208784" cy="47290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694">
                  <a:extLst>
                    <a:ext uri="{9D8B030D-6E8A-4147-A177-3AD203B41FA5}">
                      <a16:colId xmlns:a16="http://schemas.microsoft.com/office/drawing/2014/main" val="449230696"/>
                    </a:ext>
                  </a:extLst>
                </a:gridCol>
                <a:gridCol w="2935090">
                  <a:extLst>
                    <a:ext uri="{9D8B030D-6E8A-4147-A177-3AD203B41FA5}">
                      <a16:colId xmlns:a16="http://schemas.microsoft.com/office/drawing/2014/main" val="934294675"/>
                    </a:ext>
                  </a:extLst>
                </a:gridCol>
              </a:tblGrid>
              <a:tr h="323687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en-US" altLang="ko-KR" sz="105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0687550"/>
                  </a:ext>
                </a:extLst>
              </a:tr>
              <a:tr h="272123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/>
                        <a:t>국내선 </a:t>
                      </a:r>
                      <a:r>
                        <a:rPr lang="ko-KR" altLang="en-US" sz="900" b="1" dirty="0" err="1"/>
                        <a:t>전담팀</a:t>
                      </a:r>
                      <a:r>
                        <a:rPr lang="ko-KR" altLang="en-US" sz="900" b="1" dirty="0"/>
                        <a:t> 요청 페이지 추가 </a:t>
                      </a:r>
                      <a:r>
                        <a:rPr lang="en-US" altLang="ko-KR" sz="900" b="1" dirty="0">
                          <a:solidFill>
                            <a:srgbClr val="C00000"/>
                          </a:solidFill>
                        </a:rPr>
                        <a:t>(25-10-22)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499294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/>
                        <a:t>5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900" b="1" dirty="0"/>
                        <a:t>항공 발권 시한 관련 </a:t>
                      </a:r>
                      <a:r>
                        <a:rPr lang="en-US" altLang="ko-KR" sz="900" b="1" dirty="0"/>
                        <a:t>Disclaimer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6680531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/>
                        <a:t>6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/>
                        <a:t>항공 예약 요청사항</a:t>
                      </a:r>
                      <a:endParaRPr lang="en-US" altLang="ko-KR" sz="900" b="1" dirty="0"/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900" dirty="0"/>
                        <a:t>Placeholder :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투숙일정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선호호텔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조식 포함여부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, 1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박당 예산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기타 요청사항</a:t>
                      </a:r>
                      <a:endParaRPr lang="en-US" altLang="ko-KR" sz="900" dirty="0">
                        <a:solidFill>
                          <a:schemeClr val="tx1"/>
                        </a:solidFill>
                      </a:endParaRP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항공 예약 관련 세부 요청사항을 프리 텍스트로 입력할 수 있는 영역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1438607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/>
                        <a:t>7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/>
                        <a:t>취소 버튼</a:t>
                      </a:r>
                      <a:endParaRPr lang="en-US" altLang="ko-KR" sz="900" b="1" dirty="0"/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900" dirty="0"/>
                        <a:t>클릭 시 </a:t>
                      </a:r>
                      <a:r>
                        <a:rPr lang="ko-KR" altLang="en-US" sz="900" dirty="0" err="1"/>
                        <a:t>모달</a:t>
                      </a:r>
                      <a:r>
                        <a:rPr lang="ko-KR" altLang="en-US" sz="900" dirty="0"/>
                        <a:t> 창 </a:t>
                      </a:r>
                      <a:r>
                        <a:rPr lang="en-US" altLang="ko-KR" sz="900" dirty="0"/>
                        <a:t>close </a:t>
                      </a:r>
                      <a:r>
                        <a:rPr lang="ko-KR" altLang="en-US" sz="900" dirty="0"/>
                        <a:t>처리</a:t>
                      </a:r>
                      <a:endParaRPr lang="en-US" altLang="ko-KR" sz="9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042766"/>
                  </a:ext>
                </a:extLst>
              </a:tr>
              <a:tr h="272123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b="1" dirty="0"/>
                        <a:t>8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/>
                        <a:t>요청하기 버튼</a:t>
                      </a:r>
                      <a:endParaRPr lang="en-US" altLang="ko-KR" sz="900" b="1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/>
                        <a:t>- </a:t>
                      </a:r>
                      <a:r>
                        <a:rPr lang="ko-KR" altLang="en-US" sz="900" b="0" dirty="0"/>
                        <a:t>클릭 시</a:t>
                      </a:r>
                      <a:r>
                        <a:rPr lang="en-US" altLang="ko-KR" sz="900" b="0" dirty="0"/>
                        <a:t>, </a:t>
                      </a:r>
                      <a:r>
                        <a:rPr lang="ko-KR" altLang="en-US" sz="900" b="1" dirty="0"/>
                        <a:t>요청 문구 </a:t>
                      </a:r>
                      <a:r>
                        <a:rPr lang="en-US" altLang="ko-KR" sz="900" b="1" dirty="0"/>
                        <a:t>: </a:t>
                      </a:r>
                      <a:r>
                        <a:rPr lang="ko-KR" altLang="en-US" sz="900" b="1" dirty="0"/>
                        <a:t>요청 하시겠습니까</a:t>
                      </a:r>
                      <a:r>
                        <a:rPr lang="en-US" altLang="ko-KR" sz="900" b="1" dirty="0"/>
                        <a:t>?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/>
                        <a:t>문구 노출 후 항공전담팀에게 요청 메일 발송</a:t>
                      </a:r>
                      <a:endParaRPr lang="en-US" altLang="ko-KR" sz="900" b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dirty="0" err="1"/>
                        <a:t>ㄴ</a:t>
                      </a:r>
                      <a:r>
                        <a:rPr lang="ko-KR" altLang="en-US" sz="900" b="0" dirty="0"/>
                        <a:t> 요청 메일의 경우 국제선과 동일한 </a:t>
                      </a:r>
                      <a:r>
                        <a:rPr lang="en-US" altLang="ko-KR" sz="900" b="0" dirty="0"/>
                        <a:t>format </a:t>
                      </a:r>
                      <a:r>
                        <a:rPr lang="ko-KR" altLang="en-US" sz="900" b="0" dirty="0"/>
                        <a:t>여정 내용이랑 좌석 </a:t>
                      </a:r>
                      <a:r>
                        <a:rPr lang="en-US" altLang="ko-KR" sz="900" b="0" dirty="0"/>
                        <a:t>data</a:t>
                      </a:r>
                      <a:r>
                        <a:rPr lang="ko-KR" altLang="en-US" sz="900" b="0" dirty="0"/>
                        <a:t>만 국제선과 다르게 전달됨</a:t>
                      </a:r>
                      <a:br>
                        <a:rPr lang="en-US" altLang="ko-KR" sz="900" b="0" dirty="0"/>
                      </a:br>
                      <a:br>
                        <a:rPr lang="en-US" altLang="ko-KR" sz="900" b="0" dirty="0"/>
                      </a:br>
                      <a:r>
                        <a:rPr lang="ko-KR" altLang="en-US" sz="900" b="0" dirty="0"/>
                        <a:t>요청이 완료 되면</a:t>
                      </a:r>
                      <a:r>
                        <a:rPr lang="en-US" altLang="ko-KR" sz="900" b="0" dirty="0"/>
                        <a:t>, </a:t>
                      </a:r>
                      <a:r>
                        <a:rPr lang="ko-KR" altLang="en-US" sz="900" b="0" dirty="0"/>
                        <a:t>문구 노출 후 </a:t>
                      </a:r>
                      <a:r>
                        <a:rPr lang="ko-KR" altLang="en-US" sz="900" dirty="0"/>
                        <a:t>항공페이지로 이동</a:t>
                      </a:r>
                      <a:br>
                        <a:rPr lang="en-US" altLang="ko-KR" sz="900" b="0" dirty="0"/>
                      </a:br>
                      <a:r>
                        <a:rPr lang="ko-KR" altLang="en-US" sz="900" dirty="0"/>
                        <a:t>이때</a:t>
                      </a:r>
                      <a:r>
                        <a:rPr lang="en-US" altLang="ko-KR" sz="900" dirty="0"/>
                        <a:t>,</a:t>
                      </a:r>
                      <a:r>
                        <a:rPr lang="ko-KR" altLang="en-US" sz="900" dirty="0"/>
                        <a:t>조회조건은 모두 초기화 되며 빈페이지로 이동됨</a:t>
                      </a:r>
                      <a:br>
                        <a:rPr lang="en-US" altLang="ko-KR" sz="900" dirty="0"/>
                      </a:br>
                      <a:endParaRPr lang="en-US" altLang="ko-KR" sz="90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dirty="0"/>
                        <a:t>요청완료 후 문구 </a:t>
                      </a:r>
                      <a:r>
                        <a:rPr lang="en-US" altLang="ko-KR" sz="900" b="1" dirty="0"/>
                        <a:t>: </a:t>
                      </a:r>
                      <a:r>
                        <a:rPr lang="ko-KR" altLang="en-US" sz="9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요청이 완료되었습니다</a:t>
                      </a:r>
                      <a:r>
                        <a:rPr lang="en-US" altLang="ko-KR" sz="9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9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빠른 시일 내에 </a:t>
                      </a:r>
                      <a:r>
                        <a:rPr lang="ko-KR" altLang="en-US" sz="9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전담팀</a:t>
                      </a:r>
                      <a:r>
                        <a:rPr lang="ko-KR" altLang="en-US" sz="9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확인 예정입니다</a:t>
                      </a:r>
                      <a:endParaRPr lang="ko-KR" altLang="en-US" sz="900" b="1" dirty="0"/>
                    </a:p>
                    <a:p>
                      <a:pPr marL="171450" indent="-171450" latinLnBrk="1">
                        <a:buFontTx/>
                        <a:buChar char="-"/>
                      </a:pPr>
                      <a:endParaRPr lang="en-US" altLang="ko-KR" sz="90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3213116"/>
                  </a:ext>
                </a:extLst>
              </a:tr>
              <a:tr h="27253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/>
                        <a:t>Check point</a:t>
                      </a:r>
                      <a:endParaRPr lang="ko-KR" altLang="en-US" sz="10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3194342"/>
                  </a:ext>
                </a:extLst>
              </a:tr>
              <a:tr h="708266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1" u="none" baseline="0" dirty="0">
                        <a:solidFill>
                          <a:srgbClr val="FF0000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9267137"/>
                  </a:ext>
                </a:extLst>
              </a:tr>
            </a:tbl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834837FD-D015-4B38-B22E-40FED54E4C0F}"/>
              </a:ext>
            </a:extLst>
          </p:cNvPr>
          <p:cNvSpPr/>
          <p:nvPr/>
        </p:nvSpPr>
        <p:spPr>
          <a:xfrm>
            <a:off x="313820" y="753821"/>
            <a:ext cx="8475133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900" dirty="0">
                <a:solidFill>
                  <a:srgbClr val="EF434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※ </a:t>
            </a:r>
            <a:r>
              <a:rPr lang="ko-KR" altLang="en-US" sz="900" dirty="0">
                <a:solidFill>
                  <a:srgbClr val="EF434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항공사 발권시한으로 인해 항공요금 및 좌석상황이 변동되어 자동취소 및 확정 금액변동 등 예약상황이 변경될 수 있으니 이용에 참고 부탁드립니다</a:t>
            </a:r>
            <a:r>
              <a:rPr lang="en-US" altLang="ko-KR" sz="900" dirty="0">
                <a:solidFill>
                  <a:srgbClr val="EF434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  <a:p>
            <a:br>
              <a:rPr lang="ko-KR" altLang="en-US" sz="900" b="1" dirty="0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</a:br>
            <a:endParaRPr lang="ko-KR" altLang="en-US" sz="900" dirty="0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8A6019C4-63F5-438E-8D92-6F31527893A9}"/>
              </a:ext>
            </a:extLst>
          </p:cNvPr>
          <p:cNvSpPr/>
          <p:nvPr/>
        </p:nvSpPr>
        <p:spPr>
          <a:xfrm>
            <a:off x="381554" y="1219348"/>
            <a:ext cx="1345646" cy="21362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900" b="1" dirty="0">
                <a:solidFill>
                  <a:schemeClr val="tx1"/>
                </a:solidFill>
              </a:rPr>
              <a:t>항공 예약 요청사항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3BF38FD-8085-4448-8A19-4CA752FE2A20}"/>
              </a:ext>
            </a:extLst>
          </p:cNvPr>
          <p:cNvSpPr/>
          <p:nvPr/>
        </p:nvSpPr>
        <p:spPr>
          <a:xfrm>
            <a:off x="1571120" y="1219348"/>
            <a:ext cx="6096000" cy="21544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ko-KR" altLang="en-US" sz="800" dirty="0">
                <a:solidFill>
                  <a:srgbClr val="6B748D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요청사항에 따라 예상비용은 달라질 수 있으므로 </a:t>
            </a:r>
            <a:r>
              <a:rPr lang="ko-KR" altLang="en-US" sz="800" dirty="0" err="1">
                <a:solidFill>
                  <a:srgbClr val="6B748D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전담팀</a:t>
            </a:r>
            <a:r>
              <a:rPr lang="ko-KR" altLang="en-US" sz="800" dirty="0">
                <a:solidFill>
                  <a:srgbClr val="6B748D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안내에 따라 비용을 다시 확인해 주시기 바랍니다</a:t>
            </a:r>
            <a:r>
              <a:rPr lang="en-US" altLang="ko-KR" sz="800" dirty="0">
                <a:solidFill>
                  <a:srgbClr val="6B748D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800" dirty="0"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7DB47627-DE76-427F-80ED-DA6974BD2ED4}"/>
              </a:ext>
            </a:extLst>
          </p:cNvPr>
          <p:cNvSpPr/>
          <p:nvPr/>
        </p:nvSpPr>
        <p:spPr>
          <a:xfrm>
            <a:off x="479275" y="1560463"/>
            <a:ext cx="7898412" cy="1436737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ko-KR" altLang="en-US" sz="900" dirty="0">
                <a:solidFill>
                  <a:schemeClr val="bg1">
                    <a:lumMod val="65000"/>
                  </a:schemeClr>
                </a:solidFill>
              </a:rPr>
              <a:t>투숙일정</a:t>
            </a:r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</a:rPr>
              <a:t>, </a:t>
            </a:r>
            <a:r>
              <a:rPr lang="ko-KR" altLang="en-US" sz="900" dirty="0">
                <a:solidFill>
                  <a:schemeClr val="bg1">
                    <a:lumMod val="65000"/>
                  </a:schemeClr>
                </a:solidFill>
              </a:rPr>
              <a:t>선호호텔</a:t>
            </a:r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</a:rPr>
              <a:t>, </a:t>
            </a:r>
            <a:r>
              <a:rPr lang="ko-KR" altLang="en-US" sz="900" dirty="0">
                <a:solidFill>
                  <a:schemeClr val="bg1">
                    <a:lumMod val="65000"/>
                  </a:schemeClr>
                </a:solidFill>
              </a:rPr>
              <a:t>조식 포함여부</a:t>
            </a:r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</a:rPr>
              <a:t>, 1</a:t>
            </a:r>
            <a:r>
              <a:rPr lang="ko-KR" altLang="en-US" sz="900" dirty="0">
                <a:solidFill>
                  <a:schemeClr val="bg1">
                    <a:lumMod val="65000"/>
                  </a:schemeClr>
                </a:solidFill>
              </a:rPr>
              <a:t>박당 예산</a:t>
            </a:r>
            <a:r>
              <a:rPr lang="en-US" altLang="ko-KR" sz="900" dirty="0">
                <a:solidFill>
                  <a:schemeClr val="bg1">
                    <a:lumMod val="65000"/>
                  </a:schemeClr>
                </a:solidFill>
              </a:rPr>
              <a:t>, </a:t>
            </a:r>
            <a:r>
              <a:rPr lang="ko-KR" altLang="en-US" sz="900" dirty="0">
                <a:solidFill>
                  <a:schemeClr val="bg1">
                    <a:lumMod val="65000"/>
                  </a:schemeClr>
                </a:solidFill>
              </a:rPr>
              <a:t>기타 요청사항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5B43B1CC-1B6F-493C-B0AE-4035D5166B4B}"/>
              </a:ext>
            </a:extLst>
          </p:cNvPr>
          <p:cNvSpPr/>
          <p:nvPr/>
        </p:nvSpPr>
        <p:spPr>
          <a:xfrm>
            <a:off x="4773712" y="3493862"/>
            <a:ext cx="1322288" cy="358463"/>
          </a:xfrm>
          <a:prstGeom prst="rect">
            <a:avLst/>
          </a:prstGeom>
          <a:solidFill>
            <a:schemeClr val="bg1">
              <a:lumMod val="5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</a:rPr>
              <a:t>요청하기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7B17B2EA-1D84-47C9-9F0B-FEA590564435}"/>
              </a:ext>
            </a:extLst>
          </p:cNvPr>
          <p:cNvSpPr/>
          <p:nvPr/>
        </p:nvSpPr>
        <p:spPr>
          <a:xfrm>
            <a:off x="2651627" y="3489961"/>
            <a:ext cx="1340952" cy="366267"/>
          </a:xfrm>
          <a:prstGeom prst="rect">
            <a:avLst/>
          </a:prstGeom>
          <a:solidFill>
            <a:schemeClr val="bg1"/>
          </a:solidFill>
          <a:ln w="6350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취소</a:t>
            </a: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80CB5DEE-A0E0-43A3-A62F-BA4D0367316B}"/>
              </a:ext>
            </a:extLst>
          </p:cNvPr>
          <p:cNvGrpSpPr/>
          <p:nvPr/>
        </p:nvGrpSpPr>
        <p:grpSpPr>
          <a:xfrm>
            <a:off x="87794" y="753821"/>
            <a:ext cx="276910" cy="215444"/>
            <a:chOff x="4507293" y="1910946"/>
            <a:chExt cx="276910" cy="215444"/>
          </a:xfrm>
        </p:grpSpPr>
        <p:sp>
          <p:nvSpPr>
            <p:cNvPr id="52" name="타원 51">
              <a:extLst>
                <a:ext uri="{FF2B5EF4-FFF2-40B4-BE49-F238E27FC236}">
                  <a16:creationId xmlns:a16="http://schemas.microsoft.com/office/drawing/2014/main" id="{B1AA0731-1600-4AF9-8F19-336A4556BAAB}"/>
                </a:ext>
              </a:extLst>
            </p:cNvPr>
            <p:cNvSpPr/>
            <p:nvPr/>
          </p:nvSpPr>
          <p:spPr>
            <a:xfrm>
              <a:off x="4536630" y="1922684"/>
              <a:ext cx="171278" cy="18690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5AF861A0-5012-432A-8D5A-B9272C58C43D}"/>
                </a:ext>
              </a:extLst>
            </p:cNvPr>
            <p:cNvSpPr txBox="1"/>
            <p:nvPr/>
          </p:nvSpPr>
          <p:spPr>
            <a:xfrm>
              <a:off x="4507293" y="1910946"/>
              <a:ext cx="2769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>
                  <a:solidFill>
                    <a:schemeClr val="bg1"/>
                  </a:solidFill>
                </a:rPr>
                <a:t>5</a:t>
              </a:r>
              <a:endParaRPr lang="ko-KR" altLang="en-US" sz="8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A51846DF-A790-493E-BD46-51E018740F4D}"/>
              </a:ext>
            </a:extLst>
          </p:cNvPr>
          <p:cNvGrpSpPr/>
          <p:nvPr/>
        </p:nvGrpSpPr>
        <p:grpSpPr>
          <a:xfrm>
            <a:off x="207351" y="1261959"/>
            <a:ext cx="276910" cy="215444"/>
            <a:chOff x="4507293" y="1910946"/>
            <a:chExt cx="276910" cy="215444"/>
          </a:xfrm>
        </p:grpSpPr>
        <p:sp>
          <p:nvSpPr>
            <p:cNvPr id="63" name="타원 62">
              <a:extLst>
                <a:ext uri="{FF2B5EF4-FFF2-40B4-BE49-F238E27FC236}">
                  <a16:creationId xmlns:a16="http://schemas.microsoft.com/office/drawing/2014/main" id="{F051E408-D6DB-4D76-A501-AA8D19193F09}"/>
                </a:ext>
              </a:extLst>
            </p:cNvPr>
            <p:cNvSpPr/>
            <p:nvPr/>
          </p:nvSpPr>
          <p:spPr>
            <a:xfrm>
              <a:off x="4536630" y="1922684"/>
              <a:ext cx="171278" cy="18690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21A8A407-2C1B-4076-B567-9FB5D49FE56B}"/>
                </a:ext>
              </a:extLst>
            </p:cNvPr>
            <p:cNvSpPr txBox="1"/>
            <p:nvPr/>
          </p:nvSpPr>
          <p:spPr>
            <a:xfrm>
              <a:off x="4507293" y="1910946"/>
              <a:ext cx="2769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>
                  <a:solidFill>
                    <a:schemeClr val="bg1"/>
                  </a:solidFill>
                </a:rPr>
                <a:t>6</a:t>
              </a:r>
              <a:endParaRPr lang="ko-KR" altLang="en-US" sz="8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099A9F1B-19A2-4FD4-BC98-9E9B77CC2212}"/>
              </a:ext>
            </a:extLst>
          </p:cNvPr>
          <p:cNvGrpSpPr/>
          <p:nvPr/>
        </p:nvGrpSpPr>
        <p:grpSpPr>
          <a:xfrm>
            <a:off x="2513172" y="3382239"/>
            <a:ext cx="276910" cy="215444"/>
            <a:chOff x="4507293" y="1910946"/>
            <a:chExt cx="276910" cy="215444"/>
          </a:xfrm>
        </p:grpSpPr>
        <p:sp>
          <p:nvSpPr>
            <p:cNvPr id="75" name="타원 74">
              <a:extLst>
                <a:ext uri="{FF2B5EF4-FFF2-40B4-BE49-F238E27FC236}">
                  <a16:creationId xmlns:a16="http://schemas.microsoft.com/office/drawing/2014/main" id="{E58378F3-BECE-4F5F-8591-4BB73D6C98DA}"/>
                </a:ext>
              </a:extLst>
            </p:cNvPr>
            <p:cNvSpPr/>
            <p:nvPr/>
          </p:nvSpPr>
          <p:spPr>
            <a:xfrm>
              <a:off x="4536630" y="1922684"/>
              <a:ext cx="171278" cy="18690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D07B9033-AEBE-41DA-A0EA-FDFD6924B44F}"/>
                </a:ext>
              </a:extLst>
            </p:cNvPr>
            <p:cNvSpPr txBox="1"/>
            <p:nvPr/>
          </p:nvSpPr>
          <p:spPr>
            <a:xfrm>
              <a:off x="4507293" y="1910946"/>
              <a:ext cx="2769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>
                  <a:solidFill>
                    <a:schemeClr val="bg1"/>
                  </a:solidFill>
                </a:rPr>
                <a:t>7</a:t>
              </a:r>
              <a:endParaRPr lang="ko-KR" altLang="en-US" sz="8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78" name="그룹 77">
            <a:extLst>
              <a:ext uri="{FF2B5EF4-FFF2-40B4-BE49-F238E27FC236}">
                <a16:creationId xmlns:a16="http://schemas.microsoft.com/office/drawing/2014/main" id="{9C43AA49-1CC9-40B6-8E0A-9D7CAFBB9812}"/>
              </a:ext>
            </a:extLst>
          </p:cNvPr>
          <p:cNvGrpSpPr/>
          <p:nvPr/>
        </p:nvGrpSpPr>
        <p:grpSpPr>
          <a:xfrm>
            <a:off x="4635257" y="3382239"/>
            <a:ext cx="276910" cy="215444"/>
            <a:chOff x="4507293" y="1910946"/>
            <a:chExt cx="276910" cy="215444"/>
          </a:xfrm>
        </p:grpSpPr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A50AE5D1-6DA9-47C4-B7B9-2099241F4CC7}"/>
                </a:ext>
              </a:extLst>
            </p:cNvPr>
            <p:cNvSpPr/>
            <p:nvPr/>
          </p:nvSpPr>
          <p:spPr>
            <a:xfrm>
              <a:off x="4536630" y="1922684"/>
              <a:ext cx="171278" cy="18690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7BCAA82B-75DA-4C42-97A1-A14AF2BF2DE3}"/>
                </a:ext>
              </a:extLst>
            </p:cNvPr>
            <p:cNvSpPr txBox="1"/>
            <p:nvPr/>
          </p:nvSpPr>
          <p:spPr>
            <a:xfrm>
              <a:off x="4507293" y="1910946"/>
              <a:ext cx="2769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>
                  <a:solidFill>
                    <a:schemeClr val="bg1"/>
                  </a:solidFill>
                </a:rPr>
                <a:t>8</a:t>
              </a:r>
              <a:endParaRPr lang="ko-KR" altLang="en-US" sz="800" b="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672569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5EF60A3-2310-4153-9E83-F12BDCE7A965}"/>
              </a:ext>
            </a:extLst>
          </p:cNvPr>
          <p:cNvSpPr txBox="1"/>
          <p:nvPr/>
        </p:nvSpPr>
        <p:spPr>
          <a:xfrm>
            <a:off x="1372380" y="2367353"/>
            <a:ext cx="84680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3200" b="1" dirty="0">
                <a:solidFill>
                  <a:prstClr val="black">
                    <a:lumMod val="65000"/>
                    <a:lumOff val="3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BTMS </a:t>
            </a:r>
            <a:r>
              <a:rPr kumimoji="1" lang="ko-KR" altLang="en-US" sz="3200" b="1" dirty="0">
                <a:solidFill>
                  <a:prstClr val="black">
                    <a:lumMod val="65000"/>
                    <a:lumOff val="3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항공 예약 내역</a:t>
            </a:r>
            <a:endParaRPr kumimoji="1" lang="ko-KR" altLang="en-US" sz="1200" b="1" dirty="0">
              <a:solidFill>
                <a:prstClr val="black">
                  <a:lumMod val="65000"/>
                  <a:lumOff val="35000"/>
                </a:prst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5" name="직선 연결선[R] 7">
            <a:extLst>
              <a:ext uri="{FF2B5EF4-FFF2-40B4-BE49-F238E27FC236}">
                <a16:creationId xmlns:a16="http://schemas.microsoft.com/office/drawing/2014/main" id="{921E3EA9-5200-4ADD-883A-3CED9D4728D1}"/>
              </a:ext>
            </a:extLst>
          </p:cNvPr>
          <p:cNvCxnSpPr>
            <a:cxnSpLocks/>
          </p:cNvCxnSpPr>
          <p:nvPr/>
        </p:nvCxnSpPr>
        <p:spPr>
          <a:xfrm>
            <a:off x="1415480" y="3068960"/>
            <a:ext cx="8908302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72806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862C65E-2479-C5B5-7A9F-0D7F2434C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29</a:t>
            </a:fld>
            <a:endParaRPr lang="ko-KR" altLang="en-US" dirty="0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B72117C-AE00-7477-22B4-AD2553EE7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A6618-D80D-4B7E-A45B-A31FDCA0FB45}" type="datetime1">
              <a:rPr lang="ko-KR" altLang="en-US" smtClean="0"/>
              <a:t>2026-01-15</a:t>
            </a:fld>
            <a:endParaRPr lang="ko-KR" altLang="en-US" dirty="0"/>
          </a:p>
        </p:txBody>
      </p:sp>
      <p:graphicFrame>
        <p:nvGraphicFramePr>
          <p:cNvPr id="70" name="표 69">
            <a:extLst>
              <a:ext uri="{FF2B5EF4-FFF2-40B4-BE49-F238E27FC236}">
                <a16:creationId xmlns:a16="http://schemas.microsoft.com/office/drawing/2014/main" id="{A777B4E0-0BBD-E3A6-C454-09A0786915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817173"/>
              </p:ext>
            </p:extLst>
          </p:nvPr>
        </p:nvGraphicFramePr>
        <p:xfrm>
          <a:off x="8895426" y="89350"/>
          <a:ext cx="3208786" cy="48135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586">
                  <a:extLst>
                    <a:ext uri="{9D8B030D-6E8A-4147-A177-3AD203B41FA5}">
                      <a16:colId xmlns:a16="http://schemas.microsoft.com/office/drawing/2014/main" val="2331582862"/>
                    </a:ext>
                  </a:extLst>
                </a:gridCol>
                <a:gridCol w="2891200">
                  <a:extLst>
                    <a:ext uri="{9D8B030D-6E8A-4147-A177-3AD203B41FA5}">
                      <a16:colId xmlns:a16="http://schemas.microsoft.com/office/drawing/2014/main" val="2209047372"/>
                    </a:ext>
                  </a:extLst>
                </a:gridCol>
              </a:tblGrid>
              <a:tr h="37673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1541402"/>
                  </a:ext>
                </a:extLst>
              </a:tr>
              <a:tr h="316723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/>
                        <a:t>나의 예약내역  확인 할 수 있는 페이지</a:t>
                      </a:r>
                      <a:endParaRPr lang="en-US" altLang="ko-KR" sz="800" b="1" u="none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7470636"/>
                  </a:ext>
                </a:extLst>
              </a:tr>
              <a:tr h="3167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1</a:t>
                      </a:r>
                      <a:endParaRPr lang="ko-KR" altLang="en-US" sz="8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/>
                        <a:t>검색 조건 작성 후 조회</a:t>
                      </a:r>
                      <a:br>
                        <a:rPr lang="en-US" altLang="ko-KR" sz="800" b="0" dirty="0"/>
                      </a:br>
                      <a:endParaRPr lang="en-US" altLang="ko-KR" sz="800" b="0" dirty="0"/>
                    </a:p>
                    <a:p>
                      <a:pPr latinLnBrk="1"/>
                      <a:r>
                        <a:rPr lang="en-US" altLang="ko-KR" sz="800" b="0" dirty="0"/>
                        <a:t>1. </a:t>
                      </a:r>
                      <a:r>
                        <a:rPr lang="ko-KR" altLang="en-US" sz="800" b="0" dirty="0"/>
                        <a:t>기간별 조회 </a:t>
                      </a:r>
                      <a:endParaRPr lang="en-US" altLang="ko-KR" sz="800" b="0" dirty="0"/>
                    </a:p>
                    <a:p>
                      <a:pPr latinLnBrk="1"/>
                      <a:r>
                        <a:rPr lang="en-US" altLang="ko-KR" sz="800" b="0" dirty="0"/>
                        <a:t>- </a:t>
                      </a:r>
                      <a:r>
                        <a:rPr lang="ko-KR" altLang="en-US" sz="800" b="0" dirty="0"/>
                        <a:t>선택 시</a:t>
                      </a:r>
                      <a:r>
                        <a:rPr lang="en-US" altLang="ko-KR" sz="800" b="0" dirty="0"/>
                        <a:t>, </a:t>
                      </a:r>
                      <a:r>
                        <a:rPr lang="ko-KR" altLang="en-US" sz="800" b="0" dirty="0"/>
                        <a:t>캘린더</a:t>
                      </a:r>
                      <a:r>
                        <a:rPr lang="en-US" altLang="ko-KR" sz="800" b="0" dirty="0"/>
                        <a:t>input</a:t>
                      </a:r>
                      <a:r>
                        <a:rPr lang="ko-KR" altLang="en-US" sz="800" b="0" dirty="0"/>
                        <a:t>에 날짜 자동 입력</a:t>
                      </a:r>
                      <a:endParaRPr lang="en-US" altLang="ko-KR" sz="800" b="0" dirty="0"/>
                    </a:p>
                    <a:p>
                      <a:pPr latinLnBrk="1"/>
                      <a:endParaRPr lang="en-US" altLang="ko-KR" sz="800" b="0" dirty="0"/>
                    </a:p>
                    <a:p>
                      <a:pPr marL="0" indent="0" latinLnBrk="1">
                        <a:buNone/>
                      </a:pPr>
                      <a:r>
                        <a:rPr lang="en-US" altLang="ko-KR" sz="800" dirty="0"/>
                        <a:t>2. </a:t>
                      </a:r>
                      <a:r>
                        <a:rPr lang="ko-KR" altLang="en-US" sz="800" dirty="0" err="1"/>
                        <a:t>일자별</a:t>
                      </a:r>
                      <a:r>
                        <a:rPr lang="ko-KR" altLang="en-US" sz="800" dirty="0"/>
                        <a:t> 조회</a:t>
                      </a:r>
                      <a:endParaRPr lang="en-US" altLang="ko-KR" sz="800" dirty="0"/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개월 수 중복 선택 불가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개월 선택 시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예약일자 자동 변경</a:t>
                      </a:r>
                      <a:endParaRPr lang="en-US" altLang="ko-KR" sz="800" dirty="0"/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en-US" altLang="ko-KR" sz="800" dirty="0"/>
                        <a:t>- Input</a:t>
                      </a:r>
                      <a:r>
                        <a:rPr lang="ko-KR" altLang="en-US" sz="800" dirty="0"/>
                        <a:t> 박스 선택 시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캘린더 노출 </a:t>
                      </a:r>
                      <a:r>
                        <a:rPr lang="en-US" altLang="ko-KR" sz="800" dirty="0"/>
                        <a:t>(3</a:t>
                      </a:r>
                      <a:r>
                        <a:rPr lang="ko-KR" altLang="en-US" sz="800" dirty="0"/>
                        <a:t>년 제한</a:t>
                      </a:r>
                      <a:r>
                        <a:rPr lang="en-US" altLang="ko-KR" sz="800" dirty="0"/>
                        <a:t>)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ko-KR" altLang="en-US" sz="800" dirty="0"/>
                        <a:t>직접 입력 불가</a:t>
                      </a:r>
                      <a:br>
                        <a:rPr lang="en-US" altLang="ko-KR" sz="800" dirty="0"/>
                      </a:br>
                      <a:r>
                        <a:rPr lang="en-US" altLang="ko-KR" sz="800" dirty="0"/>
                        <a:t>- </a:t>
                      </a:r>
                      <a:r>
                        <a:rPr lang="en-US" altLang="ko-KR" sz="800" dirty="0" err="1"/>
                        <a:t>selectBox</a:t>
                      </a:r>
                      <a:r>
                        <a:rPr lang="ko-KR" altLang="en-US" sz="800" dirty="0"/>
                        <a:t> </a:t>
                      </a:r>
                      <a:r>
                        <a:rPr lang="en-US" altLang="ko-KR" sz="800" dirty="0"/>
                        <a:t>:</a:t>
                      </a:r>
                      <a:r>
                        <a:rPr lang="ko-KR" altLang="en-US" sz="800" dirty="0"/>
                        <a:t> 예약일</a:t>
                      </a:r>
                      <a:r>
                        <a:rPr lang="en-US" altLang="ko-KR" sz="800" dirty="0"/>
                        <a:t>./</a:t>
                      </a:r>
                      <a:r>
                        <a:rPr lang="ko-KR" altLang="en-US" sz="800" dirty="0"/>
                        <a:t>출발일</a:t>
                      </a:r>
                      <a:br>
                        <a:rPr lang="en-US" altLang="ko-KR" sz="800" dirty="0"/>
                      </a:br>
                      <a:endParaRPr lang="ko-KR" altLang="en-US" sz="800" b="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289071"/>
                  </a:ext>
                </a:extLst>
              </a:tr>
              <a:tr h="3167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2</a:t>
                      </a:r>
                      <a:endParaRPr lang="ko-KR" altLang="en-US" sz="8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/>
                        <a:t>클릭 시</a:t>
                      </a:r>
                      <a:r>
                        <a:rPr lang="en-US" altLang="ko-KR" sz="800" b="0" dirty="0"/>
                        <a:t>, </a:t>
                      </a:r>
                      <a:r>
                        <a:rPr lang="ko-KR" altLang="en-US" sz="800" b="0" dirty="0"/>
                        <a:t>예약 상세 팝업 노출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1462875"/>
                  </a:ext>
                </a:extLst>
              </a:tr>
              <a:tr h="3167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3</a:t>
                      </a:r>
                      <a:endParaRPr lang="ko-KR" altLang="en-US" sz="8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dirty="0"/>
                        <a:t>클릭 시</a:t>
                      </a:r>
                      <a:r>
                        <a:rPr lang="en-US" altLang="ko-KR" sz="800" dirty="0"/>
                        <a:t>, </a:t>
                      </a:r>
                      <a:r>
                        <a:rPr lang="ko-KR" altLang="en-US" sz="800" dirty="0"/>
                        <a:t>발권요청 메일 발송 후 </a:t>
                      </a:r>
                      <a:r>
                        <a:rPr lang="en-US" altLang="ko-KR" sz="800" dirty="0"/>
                        <a:t>alert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/>
                        <a:t>수신 </a:t>
                      </a:r>
                      <a:r>
                        <a:rPr lang="en-US" altLang="ko-KR" sz="800" b="1" dirty="0"/>
                        <a:t>: </a:t>
                      </a:r>
                      <a:r>
                        <a:rPr lang="ko-KR" altLang="en-US" sz="800" b="1" dirty="0"/>
                        <a:t>항공 </a:t>
                      </a:r>
                      <a:r>
                        <a:rPr lang="ko-KR" altLang="en-US" sz="800" b="1" dirty="0" err="1"/>
                        <a:t>전담팀</a:t>
                      </a:r>
                      <a:r>
                        <a:rPr lang="en-US" altLang="ko-KR" sz="800" b="1" dirty="0"/>
                        <a:t>, </a:t>
                      </a:r>
                      <a:r>
                        <a:rPr lang="ko-KR" altLang="en-US" sz="800" b="1" dirty="0"/>
                        <a:t>예약자</a:t>
                      </a:r>
                      <a:endParaRPr lang="en-US" altLang="ko-KR" sz="800" b="1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br>
                        <a:rPr lang="en-US" altLang="ko-KR" sz="800" b="0" dirty="0"/>
                      </a:br>
                      <a:r>
                        <a:rPr lang="ko-KR" altLang="en-US" sz="800" b="0" dirty="0"/>
                        <a:t>문구 </a:t>
                      </a:r>
                      <a:r>
                        <a:rPr lang="en-US" altLang="ko-KR" sz="800" b="0" dirty="0"/>
                        <a:t>: </a:t>
                      </a:r>
                      <a:r>
                        <a:rPr lang="ko-KR" altLang="en-US" sz="800" b="0" dirty="0"/>
                        <a:t>발권 요청이 완료 되었습니다</a:t>
                      </a:r>
                      <a:r>
                        <a:rPr lang="en-US" altLang="ko-KR" sz="800" b="0" dirty="0"/>
                        <a:t>.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1372609"/>
                  </a:ext>
                </a:extLst>
              </a:tr>
              <a:tr h="3167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4</a:t>
                      </a:r>
                      <a:endParaRPr lang="ko-KR" altLang="en-US" sz="8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/>
                        <a:t>클릭 시</a:t>
                      </a:r>
                      <a:r>
                        <a:rPr lang="en-US" altLang="ko-KR" sz="800" b="0" dirty="0"/>
                        <a:t>, </a:t>
                      </a:r>
                      <a:r>
                        <a:rPr lang="ko-KR" altLang="en-US" sz="800" b="0" dirty="0"/>
                        <a:t>변경 요청 팝업 노출 </a:t>
                      </a:r>
                      <a:r>
                        <a:rPr lang="en-US" altLang="ko-KR" sz="800" b="0" dirty="0">
                          <a:hlinkClick r:id="rId2" action="ppaction://hlinksldjump"/>
                        </a:rPr>
                        <a:t>#31page</a:t>
                      </a:r>
                      <a:endParaRPr lang="ko-KR" altLang="en-US" sz="800" b="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5914905"/>
                  </a:ext>
                </a:extLst>
              </a:tr>
              <a:tr h="3167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5</a:t>
                      </a:r>
                      <a:endParaRPr lang="ko-KR" altLang="en-US" sz="8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/>
                        <a:t>출장규정상태를 보여 줌</a:t>
                      </a:r>
                      <a:endParaRPr lang="en-US" altLang="ko-KR" sz="800" b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>
                          <a:highlight>
                            <a:srgbClr val="FFFF00"/>
                          </a:highlight>
                        </a:rPr>
                        <a:t>출장규정을 사용하는 고객사에게만 노출 되도록 한다</a:t>
                      </a:r>
                      <a:endParaRPr lang="en-US" altLang="ko-KR" sz="800" b="1" dirty="0">
                        <a:highlight>
                          <a:srgbClr val="FFFF00"/>
                        </a:highlight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719163"/>
                  </a:ext>
                </a:extLst>
              </a:tr>
              <a:tr h="3167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Check point</a:t>
                      </a:r>
                      <a:endParaRPr lang="ko-KR" altLang="en-US" sz="8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460177"/>
                  </a:ext>
                </a:extLst>
              </a:tr>
              <a:tr h="316723">
                <a:tc gridSpan="2">
                  <a:txBody>
                    <a:bodyPr/>
                    <a:lstStyle/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1" dirty="0"/>
                        <a:t>페이지당 예약내역은 </a:t>
                      </a:r>
                      <a:r>
                        <a:rPr lang="en-US" altLang="ko-KR" sz="800" b="1" dirty="0"/>
                        <a:t>10</a:t>
                      </a:r>
                      <a:r>
                        <a:rPr lang="ko-KR" altLang="en-US" sz="800" b="1" dirty="0"/>
                        <a:t>개씩 노출</a:t>
                      </a:r>
                      <a:endParaRPr lang="en-US" altLang="ko-KR" sz="800" b="1" dirty="0"/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ko-KR" altLang="en-US" sz="800" b="1" dirty="0" err="1"/>
                        <a:t>페이징</a:t>
                      </a:r>
                      <a:r>
                        <a:rPr lang="ko-KR" altLang="en-US" sz="800" b="1" dirty="0"/>
                        <a:t> 필요</a:t>
                      </a:r>
                      <a:endParaRPr lang="en-US" altLang="ko-KR" sz="800" b="1" dirty="0"/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r>
                        <a:rPr lang="en-US" altLang="ko-KR" sz="800" b="1" dirty="0">
                          <a:solidFill>
                            <a:srgbClr val="FF0000"/>
                          </a:solidFill>
                        </a:rPr>
                        <a:t>‘</a:t>
                      </a:r>
                      <a:r>
                        <a:rPr lang="ko-KR" altLang="en-US" sz="800" b="1" dirty="0">
                          <a:solidFill>
                            <a:srgbClr val="FF0000"/>
                          </a:solidFill>
                        </a:rPr>
                        <a:t>요청</a:t>
                      </a:r>
                      <a:r>
                        <a:rPr lang="en-US" altLang="ko-KR" sz="800" b="1" dirty="0">
                          <a:solidFill>
                            <a:srgbClr val="FF0000"/>
                          </a:solidFill>
                        </a:rPr>
                        <a:t>’</a:t>
                      </a:r>
                      <a:r>
                        <a:rPr lang="ko-KR" altLang="en-US" sz="800" b="1" dirty="0">
                          <a:solidFill>
                            <a:srgbClr val="FF0000"/>
                          </a:solidFill>
                        </a:rPr>
                        <a:t>에 해당하는 버튼은 </a:t>
                      </a:r>
                      <a:r>
                        <a:rPr lang="en-US" altLang="ko-KR" sz="800" b="1" dirty="0">
                          <a:solidFill>
                            <a:srgbClr val="FF0000"/>
                          </a:solidFill>
                        </a:rPr>
                        <a:t>case</a:t>
                      </a:r>
                      <a:r>
                        <a:rPr lang="ko-KR" altLang="en-US" sz="800" b="1" dirty="0">
                          <a:solidFill>
                            <a:srgbClr val="FF0000"/>
                          </a:solidFill>
                        </a:rPr>
                        <a:t>에 따라 버튼 명 및 버튼 활성화 처리가 참고 이미지와 같이 변경 되도록 하며 우선순위 대로 </a:t>
                      </a:r>
                      <a:r>
                        <a:rPr lang="ko-KR" altLang="en-US" sz="800" b="1" dirty="0" err="1">
                          <a:solidFill>
                            <a:srgbClr val="FF0000"/>
                          </a:solidFill>
                        </a:rPr>
                        <a:t>나오로독</a:t>
                      </a:r>
                      <a:r>
                        <a:rPr lang="ko-KR" altLang="en-US" sz="800" b="1" dirty="0">
                          <a:solidFill>
                            <a:srgbClr val="FF0000"/>
                          </a:solidFill>
                        </a:rPr>
                        <a:t> 함 </a:t>
                      </a:r>
                      <a:r>
                        <a:rPr lang="en-US" altLang="ko-KR" sz="800" b="1" dirty="0">
                          <a:solidFill>
                            <a:srgbClr val="FF0000"/>
                          </a:solidFill>
                        </a:rPr>
                        <a:t>#25page </a:t>
                      </a:r>
                      <a:r>
                        <a:rPr lang="ko-KR" altLang="en-US" sz="800" b="1" dirty="0">
                          <a:solidFill>
                            <a:srgbClr val="FF0000"/>
                          </a:solidFill>
                        </a:rPr>
                        <a:t>참고</a:t>
                      </a:r>
                      <a:endParaRPr lang="en-US" altLang="ko-KR" sz="8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7885996"/>
                  </a:ext>
                </a:extLst>
              </a:tr>
            </a:tbl>
          </a:graphicData>
        </a:graphic>
      </p:graphicFrame>
      <p:sp>
        <p:nvSpPr>
          <p:cNvPr id="71" name="TextBox 70">
            <a:extLst>
              <a:ext uri="{FF2B5EF4-FFF2-40B4-BE49-F238E27FC236}">
                <a16:creationId xmlns:a16="http://schemas.microsoft.com/office/drawing/2014/main" id="{C4E05F98-6A3E-E0A5-9C40-F379F0EA9A7A}"/>
              </a:ext>
            </a:extLst>
          </p:cNvPr>
          <p:cNvSpPr txBox="1"/>
          <p:nvPr/>
        </p:nvSpPr>
        <p:spPr>
          <a:xfrm>
            <a:off x="992038" y="221039"/>
            <a:ext cx="134337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/>
              <a:t>항공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98EF8E6-E4EC-FC1B-0906-5FEE2E0C0760}"/>
              </a:ext>
            </a:extLst>
          </p:cNvPr>
          <p:cNvSpPr txBox="1"/>
          <p:nvPr/>
        </p:nvSpPr>
        <p:spPr>
          <a:xfrm>
            <a:off x="3355675" y="213760"/>
            <a:ext cx="258014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ko-KR" altLang="en-US" sz="1000" b="1" dirty="0">
                <a:solidFill>
                  <a:schemeClr val="tx1"/>
                </a:solidFill>
              </a:rPr>
              <a:t>항공 </a:t>
            </a:r>
            <a:r>
              <a:rPr lang="en-US" altLang="ko-KR" sz="1000" b="1" dirty="0">
                <a:solidFill>
                  <a:schemeClr val="tx1"/>
                </a:solidFill>
              </a:rPr>
              <a:t>&gt; </a:t>
            </a:r>
            <a:r>
              <a:rPr lang="ko-KR" altLang="en-US" sz="1000" b="1">
                <a:solidFill>
                  <a:schemeClr val="tx1"/>
                </a:solidFill>
              </a:rPr>
              <a:t>예약내역</a:t>
            </a:r>
            <a:endParaRPr lang="ko-KR" altLang="en-US" sz="1000" b="1" dirty="0">
              <a:solidFill>
                <a:srgbClr val="FF0000"/>
              </a:solidFill>
            </a:endParaRPr>
          </a:p>
        </p:txBody>
      </p:sp>
      <p:sp>
        <p:nvSpPr>
          <p:cNvPr id="219" name="직사각형 218">
            <a:extLst>
              <a:ext uri="{FF2B5EF4-FFF2-40B4-BE49-F238E27FC236}">
                <a16:creationId xmlns:a16="http://schemas.microsoft.com/office/drawing/2014/main" id="{81166BEB-84DC-145B-2C34-918F30EF2C37}"/>
              </a:ext>
            </a:extLst>
          </p:cNvPr>
          <p:cNvSpPr/>
          <p:nvPr/>
        </p:nvSpPr>
        <p:spPr>
          <a:xfrm>
            <a:off x="281482" y="658704"/>
            <a:ext cx="896814" cy="46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SM C&amp;C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20" name="직사각형 219">
            <a:extLst>
              <a:ext uri="{FF2B5EF4-FFF2-40B4-BE49-F238E27FC236}">
                <a16:creationId xmlns:a16="http://schemas.microsoft.com/office/drawing/2014/main" id="{D21F7DEF-0C68-64DA-2D33-A10AD6AD5C46}"/>
              </a:ext>
            </a:extLst>
          </p:cNvPr>
          <p:cNvSpPr/>
          <p:nvPr/>
        </p:nvSpPr>
        <p:spPr>
          <a:xfrm>
            <a:off x="1354203" y="658704"/>
            <a:ext cx="5705004" cy="46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ln w="0"/>
                <a:solidFill>
                  <a:schemeClr val="tx1"/>
                </a:solidFill>
              </a:rPr>
              <a:t>항공</a:t>
            </a:r>
            <a:r>
              <a:rPr lang="en-US" altLang="ko-KR" sz="1200" dirty="0">
                <a:ln w="0"/>
                <a:solidFill>
                  <a:schemeClr val="tx1"/>
                </a:solidFill>
              </a:rPr>
              <a:t>	</a:t>
            </a:r>
            <a:r>
              <a:rPr lang="ko-KR" altLang="en-US" sz="1200" dirty="0">
                <a:ln w="0"/>
                <a:solidFill>
                  <a:schemeClr val="tx1"/>
                </a:solidFill>
              </a:rPr>
              <a:t>호텔</a:t>
            </a:r>
            <a:r>
              <a:rPr lang="en-US" altLang="ko-KR" sz="1200" dirty="0">
                <a:ln w="0"/>
                <a:solidFill>
                  <a:schemeClr val="tx1"/>
                </a:solidFill>
              </a:rPr>
              <a:t>	</a:t>
            </a:r>
            <a:r>
              <a:rPr lang="ko-KR" altLang="en-US" sz="1200" dirty="0">
                <a:ln w="0"/>
                <a:solidFill>
                  <a:schemeClr val="tx1"/>
                </a:solidFill>
              </a:rPr>
              <a:t>요청</a:t>
            </a:r>
            <a:endParaRPr lang="ko-KR" altLang="en-US" sz="1200" dirty="0"/>
          </a:p>
        </p:txBody>
      </p:sp>
      <p:sp>
        <p:nvSpPr>
          <p:cNvPr id="221" name="직사각형 220">
            <a:extLst>
              <a:ext uri="{FF2B5EF4-FFF2-40B4-BE49-F238E27FC236}">
                <a16:creationId xmlns:a16="http://schemas.microsoft.com/office/drawing/2014/main" id="{52E761A5-57B9-E059-270E-1C9F9E552A3F}"/>
              </a:ext>
            </a:extLst>
          </p:cNvPr>
          <p:cNvSpPr/>
          <p:nvPr/>
        </p:nvSpPr>
        <p:spPr>
          <a:xfrm>
            <a:off x="7235113" y="658704"/>
            <a:ext cx="1449811" cy="46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n w="0"/>
                <a:solidFill>
                  <a:schemeClr val="tx1"/>
                </a:solidFill>
              </a:rPr>
              <a:t>마이페이지</a:t>
            </a:r>
            <a:r>
              <a:rPr lang="en-US" altLang="ko-KR" sz="1000" dirty="0">
                <a:ln w="0"/>
                <a:solidFill>
                  <a:schemeClr val="tx1"/>
                </a:solidFill>
              </a:rPr>
              <a:t> </a:t>
            </a:r>
            <a:r>
              <a:rPr lang="ko-KR" altLang="en-US" sz="1000" dirty="0">
                <a:ln w="0"/>
                <a:solidFill>
                  <a:schemeClr val="tx1"/>
                </a:solidFill>
              </a:rPr>
              <a:t>로그아웃</a:t>
            </a:r>
            <a:endParaRPr lang="ko-KR" altLang="en-US" sz="1000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8D200239-B014-4503-96EB-C435F9EA6000}"/>
              </a:ext>
            </a:extLst>
          </p:cNvPr>
          <p:cNvGrpSpPr/>
          <p:nvPr/>
        </p:nvGrpSpPr>
        <p:grpSpPr>
          <a:xfrm>
            <a:off x="321591" y="1325427"/>
            <a:ext cx="4697908" cy="288000"/>
            <a:chOff x="321591" y="1325427"/>
            <a:chExt cx="4697908" cy="288000"/>
          </a:xfrm>
        </p:grpSpPr>
        <p:sp>
          <p:nvSpPr>
            <p:cNvPr id="238" name="직사각형 237">
              <a:extLst>
                <a:ext uri="{FF2B5EF4-FFF2-40B4-BE49-F238E27FC236}">
                  <a16:creationId xmlns:a16="http://schemas.microsoft.com/office/drawing/2014/main" id="{9C1DFE05-6672-8681-A270-F7AC2B07A89C}"/>
                </a:ext>
              </a:extLst>
            </p:cNvPr>
            <p:cNvSpPr/>
            <p:nvPr/>
          </p:nvSpPr>
          <p:spPr>
            <a:xfrm>
              <a:off x="3453499" y="1325427"/>
              <a:ext cx="1566000" cy="284673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>
                  <a:solidFill>
                    <a:schemeClr val="tx1"/>
                  </a:solidFill>
                </a:rPr>
                <a:t>예약내역</a:t>
              </a:r>
            </a:p>
          </p:txBody>
        </p:sp>
        <p:sp>
          <p:nvSpPr>
            <p:cNvPr id="239" name="직사각형 238">
              <a:extLst>
                <a:ext uri="{FF2B5EF4-FFF2-40B4-BE49-F238E27FC236}">
                  <a16:creationId xmlns:a16="http://schemas.microsoft.com/office/drawing/2014/main" id="{BFDF14E7-7DA6-8657-29C7-D0B381C77EF2}"/>
                </a:ext>
              </a:extLst>
            </p:cNvPr>
            <p:cNvSpPr/>
            <p:nvPr/>
          </p:nvSpPr>
          <p:spPr>
            <a:xfrm>
              <a:off x="1887682" y="1325427"/>
              <a:ext cx="1566000" cy="288000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>
                  <a:solidFill>
                    <a:schemeClr val="bg1"/>
                  </a:solidFill>
                </a:rPr>
                <a:t>국내선</a:t>
              </a:r>
            </a:p>
          </p:txBody>
        </p:sp>
        <p:sp>
          <p:nvSpPr>
            <p:cNvPr id="170" name="직사각형 169">
              <a:extLst>
                <a:ext uri="{FF2B5EF4-FFF2-40B4-BE49-F238E27FC236}">
                  <a16:creationId xmlns:a16="http://schemas.microsoft.com/office/drawing/2014/main" id="{C9EB0AAC-BDEA-4F36-B597-B49474FF83C9}"/>
                </a:ext>
              </a:extLst>
            </p:cNvPr>
            <p:cNvSpPr/>
            <p:nvPr/>
          </p:nvSpPr>
          <p:spPr>
            <a:xfrm>
              <a:off x="321591" y="1325427"/>
              <a:ext cx="1566000" cy="288000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>
                  <a:solidFill>
                    <a:schemeClr val="bg1"/>
                  </a:solidFill>
                </a:rPr>
                <a:t>국제선</a:t>
              </a:r>
            </a:p>
          </p:txBody>
        </p:sp>
      </p:grp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A7B944CA-8B5E-4B99-AC65-1AE1E07637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9782218"/>
              </p:ext>
            </p:extLst>
          </p:nvPr>
        </p:nvGraphicFramePr>
        <p:xfrm>
          <a:off x="361950" y="1605738"/>
          <a:ext cx="8115373" cy="1247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3586">
                  <a:extLst>
                    <a:ext uri="{9D8B030D-6E8A-4147-A177-3AD203B41FA5}">
                      <a16:colId xmlns:a16="http://schemas.microsoft.com/office/drawing/2014/main" val="1007581186"/>
                    </a:ext>
                  </a:extLst>
                </a:gridCol>
                <a:gridCol w="5236769">
                  <a:extLst>
                    <a:ext uri="{9D8B030D-6E8A-4147-A177-3AD203B41FA5}">
                      <a16:colId xmlns:a16="http://schemas.microsoft.com/office/drawing/2014/main" val="3133993268"/>
                    </a:ext>
                  </a:extLst>
                </a:gridCol>
                <a:gridCol w="1695018">
                  <a:extLst>
                    <a:ext uri="{9D8B030D-6E8A-4147-A177-3AD203B41FA5}">
                      <a16:colId xmlns:a16="http://schemas.microsoft.com/office/drawing/2014/main" val="4210213158"/>
                    </a:ext>
                  </a:extLst>
                </a:gridCol>
              </a:tblGrid>
              <a:tr h="31188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기간별 조회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◉ </a:t>
                      </a: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개월 ○ </a:t>
                      </a: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개월 ○ </a:t>
                      </a: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개월 ○ </a:t>
                      </a: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r>
                        <a:rPr lang="ko-KR" altLang="en-US" sz="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개월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240786"/>
                  </a:ext>
                </a:extLst>
              </a:tr>
              <a:tr h="31188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</a:rPr>
                        <a:t>일자별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 조회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81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4243522"/>
                  </a:ext>
                </a:extLst>
              </a:tr>
              <a:tr h="31188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예약 상태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☐ 전체  ☑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 예약완료  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☐ </a:t>
                      </a:r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발권중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 ☑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 예약취소  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☑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 발권완료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81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7160053"/>
                  </a:ext>
                </a:extLst>
              </a:tr>
              <a:tr h="31188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구분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☑ 전체  ☑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 국내  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☑ 국제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81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343946"/>
                  </a:ext>
                </a:extLst>
              </a:tr>
            </a:tbl>
          </a:graphicData>
        </a:graphic>
      </p:graphicFrame>
      <p:grpSp>
        <p:nvGrpSpPr>
          <p:cNvPr id="173" name="그룹 172">
            <a:extLst>
              <a:ext uri="{FF2B5EF4-FFF2-40B4-BE49-F238E27FC236}">
                <a16:creationId xmlns:a16="http://schemas.microsoft.com/office/drawing/2014/main" id="{398B0E50-00BA-4566-9E08-8B880A3D37D7}"/>
              </a:ext>
            </a:extLst>
          </p:cNvPr>
          <p:cNvGrpSpPr/>
          <p:nvPr/>
        </p:nvGrpSpPr>
        <p:grpSpPr>
          <a:xfrm>
            <a:off x="1617703" y="1945331"/>
            <a:ext cx="2580316" cy="234502"/>
            <a:chOff x="3174521" y="2986620"/>
            <a:chExt cx="2660909" cy="282715"/>
          </a:xfrm>
        </p:grpSpPr>
        <p:sp>
          <p:nvSpPr>
            <p:cNvPr id="174" name="직사각형 173">
              <a:extLst>
                <a:ext uri="{FF2B5EF4-FFF2-40B4-BE49-F238E27FC236}">
                  <a16:creationId xmlns:a16="http://schemas.microsoft.com/office/drawing/2014/main" id="{D913939C-4F9D-4531-826E-ADBBA7359C79}"/>
                </a:ext>
              </a:extLst>
            </p:cNvPr>
            <p:cNvSpPr/>
            <p:nvPr/>
          </p:nvSpPr>
          <p:spPr>
            <a:xfrm>
              <a:off x="3174521" y="2986620"/>
              <a:ext cx="2660909" cy="27699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예약일</a:t>
              </a:r>
            </a:p>
          </p:txBody>
        </p:sp>
        <p:pic>
          <p:nvPicPr>
            <p:cNvPr id="175" name="그래픽 174" descr="위쪽 캐럿 단색으로 채워진">
              <a:extLst>
                <a:ext uri="{FF2B5EF4-FFF2-40B4-BE49-F238E27FC236}">
                  <a16:creationId xmlns:a16="http://schemas.microsoft.com/office/drawing/2014/main" id="{4322B61E-1572-4E80-9E8A-6CC272A19B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0800000">
              <a:off x="5542950" y="2992335"/>
              <a:ext cx="277000" cy="277000"/>
            </a:xfrm>
            <a:prstGeom prst="rect">
              <a:avLst/>
            </a:prstGeom>
          </p:spPr>
        </p:pic>
      </p:grpSp>
      <p:sp>
        <p:nvSpPr>
          <p:cNvPr id="176" name="직사각형 175">
            <a:extLst>
              <a:ext uri="{FF2B5EF4-FFF2-40B4-BE49-F238E27FC236}">
                <a16:creationId xmlns:a16="http://schemas.microsoft.com/office/drawing/2014/main" id="{CAFDF84E-A240-4FBB-96B4-1FDFC7392BD6}"/>
              </a:ext>
            </a:extLst>
          </p:cNvPr>
          <p:cNvSpPr/>
          <p:nvPr/>
        </p:nvSpPr>
        <p:spPr>
          <a:xfrm>
            <a:off x="4263259" y="1939417"/>
            <a:ext cx="2426633" cy="229761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2025-02-01 ~ 2025-02-28</a:t>
            </a:r>
            <a:endParaRPr lang="ko-KR" altLang="en-US" sz="700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177" name="그래픽 176" descr="플립 달력 단색으로 채워진">
            <a:extLst>
              <a:ext uri="{FF2B5EF4-FFF2-40B4-BE49-F238E27FC236}">
                <a16:creationId xmlns:a16="http://schemas.microsoft.com/office/drawing/2014/main" id="{78F09D96-929D-4F35-B78E-C13D02C1799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53240" y="1950071"/>
            <a:ext cx="197800" cy="197800"/>
          </a:xfrm>
          <a:prstGeom prst="rect">
            <a:avLst/>
          </a:prstGeom>
        </p:spPr>
      </p:pic>
      <p:sp>
        <p:nvSpPr>
          <p:cNvPr id="178" name="직사각형 177">
            <a:extLst>
              <a:ext uri="{FF2B5EF4-FFF2-40B4-BE49-F238E27FC236}">
                <a16:creationId xmlns:a16="http://schemas.microsoft.com/office/drawing/2014/main" id="{3A82AB2F-5E80-418F-BF61-13DC1FC44DDF}"/>
              </a:ext>
            </a:extLst>
          </p:cNvPr>
          <p:cNvSpPr/>
          <p:nvPr/>
        </p:nvSpPr>
        <p:spPr>
          <a:xfrm>
            <a:off x="7008809" y="1861897"/>
            <a:ext cx="1295884" cy="56398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bg1"/>
                </a:solidFill>
              </a:rPr>
              <a:t>검색</a:t>
            </a:r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83185CF2-D0DC-12EE-0ABF-0611F82B890E}"/>
              </a:ext>
            </a:extLst>
          </p:cNvPr>
          <p:cNvSpPr/>
          <p:nvPr/>
        </p:nvSpPr>
        <p:spPr>
          <a:xfrm>
            <a:off x="324149" y="1589635"/>
            <a:ext cx="8153175" cy="12636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1B4B4E1D-9CBA-A53B-1BB5-C97B93948836}"/>
              </a:ext>
            </a:extLst>
          </p:cNvPr>
          <p:cNvGrpSpPr/>
          <p:nvPr/>
        </p:nvGrpSpPr>
        <p:grpSpPr>
          <a:xfrm>
            <a:off x="206657" y="1475439"/>
            <a:ext cx="276214" cy="215444"/>
            <a:chOff x="4507293" y="1910946"/>
            <a:chExt cx="276910" cy="215444"/>
          </a:xfrm>
        </p:grpSpPr>
        <p:sp>
          <p:nvSpPr>
            <p:cNvPr id="89" name="타원 88">
              <a:extLst>
                <a:ext uri="{FF2B5EF4-FFF2-40B4-BE49-F238E27FC236}">
                  <a16:creationId xmlns:a16="http://schemas.microsoft.com/office/drawing/2014/main" id="{AE8E29AC-5970-7C09-ACD0-F9B40195A9F3}"/>
                </a:ext>
              </a:extLst>
            </p:cNvPr>
            <p:cNvSpPr/>
            <p:nvPr/>
          </p:nvSpPr>
          <p:spPr>
            <a:xfrm>
              <a:off x="4536630" y="1922684"/>
              <a:ext cx="171278" cy="18690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4E06CB05-C106-D11C-41F1-D413DEB0EABF}"/>
                </a:ext>
              </a:extLst>
            </p:cNvPr>
            <p:cNvSpPr txBox="1"/>
            <p:nvPr/>
          </p:nvSpPr>
          <p:spPr>
            <a:xfrm>
              <a:off x="4507293" y="1910946"/>
              <a:ext cx="2769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>
                  <a:solidFill>
                    <a:schemeClr val="bg1"/>
                  </a:solidFill>
                </a:rPr>
                <a:t>1</a:t>
              </a:r>
              <a:endParaRPr lang="ko-KR" altLang="en-US" sz="8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80" name="TextBox 179">
            <a:extLst>
              <a:ext uri="{FF2B5EF4-FFF2-40B4-BE49-F238E27FC236}">
                <a16:creationId xmlns:a16="http://schemas.microsoft.com/office/drawing/2014/main" id="{02C50C44-1A2D-47D2-9B2C-8FC28EBEFF41}"/>
              </a:ext>
            </a:extLst>
          </p:cNvPr>
          <p:cNvSpPr txBox="1"/>
          <p:nvPr/>
        </p:nvSpPr>
        <p:spPr>
          <a:xfrm>
            <a:off x="3453499" y="6326345"/>
            <a:ext cx="21844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ko-KR" sz="1000" b="1" dirty="0"/>
              <a:t>1</a:t>
            </a:r>
            <a:r>
              <a:rPr lang="en-US" altLang="ko-KR" sz="1000" dirty="0"/>
              <a:t> 2 3 4 5 6 7</a:t>
            </a:r>
            <a:endParaRPr lang="ko-KR" altLang="en-US" sz="1000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67771ACB-66FA-44BD-A2E2-B8AF584608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6938700"/>
              </p:ext>
            </p:extLst>
          </p:nvPr>
        </p:nvGraphicFramePr>
        <p:xfrm>
          <a:off x="338367" y="3233206"/>
          <a:ext cx="8136044" cy="10022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2241">
                  <a:extLst>
                    <a:ext uri="{9D8B030D-6E8A-4147-A177-3AD203B41FA5}">
                      <a16:colId xmlns:a16="http://schemas.microsoft.com/office/drawing/2014/main" val="549531417"/>
                    </a:ext>
                  </a:extLst>
                </a:gridCol>
                <a:gridCol w="2061336">
                  <a:extLst>
                    <a:ext uri="{9D8B030D-6E8A-4147-A177-3AD203B41FA5}">
                      <a16:colId xmlns:a16="http://schemas.microsoft.com/office/drawing/2014/main" val="1160072241"/>
                    </a:ext>
                  </a:extLst>
                </a:gridCol>
                <a:gridCol w="973062">
                  <a:extLst>
                    <a:ext uri="{9D8B030D-6E8A-4147-A177-3AD203B41FA5}">
                      <a16:colId xmlns:a16="http://schemas.microsoft.com/office/drawing/2014/main" val="2347549503"/>
                    </a:ext>
                  </a:extLst>
                </a:gridCol>
                <a:gridCol w="1521955">
                  <a:extLst>
                    <a:ext uri="{9D8B030D-6E8A-4147-A177-3AD203B41FA5}">
                      <a16:colId xmlns:a16="http://schemas.microsoft.com/office/drawing/2014/main" val="4219911250"/>
                    </a:ext>
                  </a:extLst>
                </a:gridCol>
                <a:gridCol w="750679">
                  <a:extLst>
                    <a:ext uri="{9D8B030D-6E8A-4147-A177-3AD203B41FA5}">
                      <a16:colId xmlns:a16="http://schemas.microsoft.com/office/drawing/2014/main" val="3661191010"/>
                    </a:ext>
                  </a:extLst>
                </a:gridCol>
                <a:gridCol w="1876771">
                  <a:extLst>
                    <a:ext uri="{9D8B030D-6E8A-4147-A177-3AD203B41FA5}">
                      <a16:colId xmlns:a16="http://schemas.microsoft.com/office/drawing/2014/main" val="263931908"/>
                    </a:ext>
                  </a:extLst>
                </a:gridCol>
              </a:tblGrid>
              <a:tr h="507896"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ysClr val="windowText" lastClr="000000"/>
                          </a:solidFill>
                        </a:rPr>
                        <a:t>      대한항공</a:t>
                      </a:r>
                    </a:p>
                    <a:p>
                      <a:pPr latinLnBrk="1"/>
                      <a:r>
                        <a:rPr lang="ko-KR" altLang="en-US" sz="800" b="0" dirty="0">
                          <a:solidFill>
                            <a:sysClr val="windowText" lastClr="000000"/>
                          </a:solidFill>
                        </a:rPr>
                        <a:t>      예약번호 </a:t>
                      </a:r>
                      <a:r>
                        <a:rPr lang="en-US" altLang="ko-KR" sz="800" b="0" dirty="0">
                          <a:solidFill>
                            <a:sysClr val="windowText" lastClr="000000"/>
                          </a:solidFill>
                        </a:rPr>
                        <a:t>ABC15SD2</a:t>
                      </a:r>
                      <a:endParaRPr lang="ko-KR" altLang="en-US" sz="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796049"/>
                  </a:ext>
                </a:extLst>
              </a:tr>
              <a:tr h="24717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ysClr val="windowText" lastClr="000000"/>
                          </a:solidFill>
                        </a:rPr>
                        <a:t>예약일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1" dirty="0">
                          <a:solidFill>
                            <a:sysClr val="windowText" lastClr="000000"/>
                          </a:solidFill>
                        </a:rPr>
                        <a:t>2025-01-01</a:t>
                      </a:r>
                      <a:endParaRPr lang="ko-KR" altLang="en-US" sz="8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ysClr val="windowText" lastClr="000000"/>
                          </a:solidFill>
                        </a:rPr>
                        <a:t>출발일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1" dirty="0">
                          <a:solidFill>
                            <a:sysClr val="windowText" lastClr="000000"/>
                          </a:solidFill>
                        </a:rPr>
                        <a:t>2025-05-12</a:t>
                      </a:r>
                      <a:endParaRPr lang="ko-KR" altLang="en-US" sz="8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ysClr val="windowText" lastClr="000000"/>
                          </a:solidFill>
                        </a:rPr>
                        <a:t>결제시한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1" dirty="0">
                          <a:solidFill>
                            <a:sysClr val="windowText" lastClr="000000"/>
                          </a:solidFill>
                        </a:rPr>
                        <a:t>2025-05-23 19:00</a:t>
                      </a:r>
                      <a:endParaRPr lang="ko-KR" altLang="en-US" sz="8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6040184"/>
                  </a:ext>
                </a:extLst>
              </a:tr>
              <a:tr h="24717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ysClr val="windowText" lastClr="000000"/>
                          </a:solidFill>
                        </a:rPr>
                        <a:t>항공여정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/>
                    <a:p>
                      <a:pPr latinLnBrk="1"/>
                      <a:r>
                        <a:rPr lang="ko-KR" altLang="en-US" sz="800" b="1" dirty="0">
                          <a:solidFill>
                            <a:sysClr val="windowText" lastClr="000000"/>
                          </a:solidFill>
                        </a:rPr>
                        <a:t>인천</a:t>
                      </a:r>
                      <a:r>
                        <a:rPr lang="en-US" altLang="ko-KR" sz="800" b="1" dirty="0">
                          <a:solidFill>
                            <a:sysClr val="windowText" lastClr="000000"/>
                          </a:solidFill>
                        </a:rPr>
                        <a:t>-</a:t>
                      </a:r>
                      <a:r>
                        <a:rPr lang="ko-KR" altLang="en-US" sz="800" b="1" dirty="0" err="1">
                          <a:solidFill>
                            <a:sysClr val="windowText" lastClr="000000"/>
                          </a:solidFill>
                        </a:rPr>
                        <a:t>하네다</a:t>
                      </a:r>
                      <a:r>
                        <a:rPr lang="en-US" altLang="ko-KR" sz="800" b="1" dirty="0">
                          <a:solidFill>
                            <a:sysClr val="windowText" lastClr="000000"/>
                          </a:solidFill>
                        </a:rPr>
                        <a:t>/</a:t>
                      </a:r>
                      <a:r>
                        <a:rPr lang="ko-KR" altLang="en-US" sz="800" b="1" dirty="0" err="1">
                          <a:solidFill>
                            <a:sysClr val="windowText" lastClr="000000"/>
                          </a:solidFill>
                        </a:rPr>
                        <a:t>하네다</a:t>
                      </a:r>
                      <a:r>
                        <a:rPr lang="en-US" altLang="ko-KR" sz="800" b="1" dirty="0">
                          <a:solidFill>
                            <a:sysClr val="windowText" lastClr="000000"/>
                          </a:solidFill>
                        </a:rPr>
                        <a:t>-</a:t>
                      </a:r>
                      <a:r>
                        <a:rPr lang="ko-KR" altLang="en-US" sz="800" b="1" dirty="0">
                          <a:solidFill>
                            <a:sysClr val="windowText" lastClr="000000"/>
                          </a:solidFill>
                        </a:rPr>
                        <a:t>인천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6404286"/>
                  </a:ext>
                </a:extLst>
              </a:tr>
            </a:tbl>
          </a:graphicData>
        </a:graphic>
      </p:graphicFrame>
      <p:sp>
        <p:nvSpPr>
          <p:cNvPr id="53" name="직사각형 52">
            <a:extLst>
              <a:ext uri="{FF2B5EF4-FFF2-40B4-BE49-F238E27FC236}">
                <a16:creationId xmlns:a16="http://schemas.microsoft.com/office/drawing/2014/main" id="{EDB916E1-D9C7-459E-8878-0C38B7A7E74E}"/>
              </a:ext>
            </a:extLst>
          </p:cNvPr>
          <p:cNvSpPr/>
          <p:nvPr/>
        </p:nvSpPr>
        <p:spPr>
          <a:xfrm>
            <a:off x="5588072" y="3452780"/>
            <a:ext cx="890132" cy="20954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</a:rPr>
              <a:t>상세보기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98DF61C2-8BFD-4E85-821F-3312AFAA5436}"/>
              </a:ext>
            </a:extLst>
          </p:cNvPr>
          <p:cNvSpPr/>
          <p:nvPr/>
        </p:nvSpPr>
        <p:spPr>
          <a:xfrm>
            <a:off x="6560454" y="3452780"/>
            <a:ext cx="890132" cy="20954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</a:rPr>
              <a:t>발권요청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7875F5B5-E71A-4F11-823E-0457EDB0B039}"/>
              </a:ext>
            </a:extLst>
          </p:cNvPr>
          <p:cNvSpPr/>
          <p:nvPr/>
        </p:nvSpPr>
        <p:spPr>
          <a:xfrm>
            <a:off x="7532836" y="3454710"/>
            <a:ext cx="890132" cy="20954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</a:rPr>
              <a:t>변경요청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D109BDA-D841-4ADC-A367-BE09109B4D9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0106" y="3452780"/>
            <a:ext cx="211354" cy="225764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61D1F30B-5514-4256-A7DA-FCA433D3F6FA}"/>
              </a:ext>
            </a:extLst>
          </p:cNvPr>
          <p:cNvSpPr txBox="1"/>
          <p:nvPr/>
        </p:nvSpPr>
        <p:spPr>
          <a:xfrm>
            <a:off x="252696" y="3017541"/>
            <a:ext cx="575549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rgbClr val="FF0000"/>
                </a:solidFill>
              </a:rPr>
              <a:t>* </a:t>
            </a:r>
            <a:r>
              <a:rPr lang="ko-KR" altLang="en-US" sz="700" dirty="0">
                <a:solidFill>
                  <a:srgbClr val="FF0000"/>
                </a:solidFill>
              </a:rPr>
              <a:t>예약취소를 하시려면 상세보기를 이용해주세요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C10B6B41-8520-4215-B5C7-76C7DA91ABB7}"/>
              </a:ext>
            </a:extLst>
          </p:cNvPr>
          <p:cNvSpPr/>
          <p:nvPr/>
        </p:nvSpPr>
        <p:spPr>
          <a:xfrm>
            <a:off x="5690120" y="3433652"/>
            <a:ext cx="754857" cy="250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4DBB4819-CE6D-495E-843C-3FF78B61428B}"/>
              </a:ext>
            </a:extLst>
          </p:cNvPr>
          <p:cNvGrpSpPr/>
          <p:nvPr/>
        </p:nvGrpSpPr>
        <p:grpSpPr>
          <a:xfrm>
            <a:off x="5635551" y="3299403"/>
            <a:ext cx="276214" cy="215444"/>
            <a:chOff x="4507293" y="1910946"/>
            <a:chExt cx="276910" cy="215444"/>
          </a:xfrm>
        </p:grpSpPr>
        <p:sp>
          <p:nvSpPr>
            <p:cNvPr id="66" name="타원 65">
              <a:extLst>
                <a:ext uri="{FF2B5EF4-FFF2-40B4-BE49-F238E27FC236}">
                  <a16:creationId xmlns:a16="http://schemas.microsoft.com/office/drawing/2014/main" id="{2B1425A0-F055-44B3-BE28-18419DF57CBF}"/>
                </a:ext>
              </a:extLst>
            </p:cNvPr>
            <p:cNvSpPr/>
            <p:nvPr/>
          </p:nvSpPr>
          <p:spPr>
            <a:xfrm>
              <a:off x="4536630" y="1922684"/>
              <a:ext cx="171278" cy="18690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FF896BAD-E3CC-41BE-A87A-D047CBDF265E}"/>
                </a:ext>
              </a:extLst>
            </p:cNvPr>
            <p:cNvSpPr txBox="1"/>
            <p:nvPr/>
          </p:nvSpPr>
          <p:spPr>
            <a:xfrm>
              <a:off x="4507293" y="1910946"/>
              <a:ext cx="2769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>
                  <a:solidFill>
                    <a:schemeClr val="bg1"/>
                  </a:solidFill>
                </a:rPr>
                <a:t>2</a:t>
              </a:r>
              <a:endParaRPr lang="ko-KR" altLang="en-US" sz="8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B55A10EF-F366-4458-87AF-44B2849E2AED}"/>
              </a:ext>
            </a:extLst>
          </p:cNvPr>
          <p:cNvSpPr/>
          <p:nvPr/>
        </p:nvSpPr>
        <p:spPr>
          <a:xfrm>
            <a:off x="6597152" y="3435432"/>
            <a:ext cx="754857" cy="250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3E19AD69-78FC-4F61-810C-146B12F5E0E2}"/>
              </a:ext>
            </a:extLst>
          </p:cNvPr>
          <p:cNvGrpSpPr/>
          <p:nvPr/>
        </p:nvGrpSpPr>
        <p:grpSpPr>
          <a:xfrm>
            <a:off x="6525561" y="3305133"/>
            <a:ext cx="276214" cy="215444"/>
            <a:chOff x="4507293" y="1910946"/>
            <a:chExt cx="276910" cy="215444"/>
          </a:xfrm>
        </p:grpSpPr>
        <p:sp>
          <p:nvSpPr>
            <p:cNvPr id="73" name="타원 72">
              <a:extLst>
                <a:ext uri="{FF2B5EF4-FFF2-40B4-BE49-F238E27FC236}">
                  <a16:creationId xmlns:a16="http://schemas.microsoft.com/office/drawing/2014/main" id="{CA056CA8-B870-4F0C-8B44-3A7539FD5588}"/>
                </a:ext>
              </a:extLst>
            </p:cNvPr>
            <p:cNvSpPr/>
            <p:nvPr/>
          </p:nvSpPr>
          <p:spPr>
            <a:xfrm>
              <a:off x="4536630" y="1922684"/>
              <a:ext cx="171278" cy="18690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F1B07F70-7389-41C7-BECF-03EB38B3BABB}"/>
                </a:ext>
              </a:extLst>
            </p:cNvPr>
            <p:cNvSpPr txBox="1"/>
            <p:nvPr/>
          </p:nvSpPr>
          <p:spPr>
            <a:xfrm>
              <a:off x="4507293" y="1910946"/>
              <a:ext cx="2769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>
                  <a:solidFill>
                    <a:schemeClr val="bg1"/>
                  </a:solidFill>
                </a:rPr>
                <a:t>3</a:t>
              </a:r>
              <a:endParaRPr lang="ko-KR" altLang="en-US" sz="8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302A0C42-B15E-4CEE-9ECC-B31D521101E3}"/>
              </a:ext>
            </a:extLst>
          </p:cNvPr>
          <p:cNvSpPr/>
          <p:nvPr/>
        </p:nvSpPr>
        <p:spPr>
          <a:xfrm>
            <a:off x="7538430" y="3438377"/>
            <a:ext cx="754857" cy="250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0EE87E45-722F-438D-8713-A9DCB39D20BB}"/>
              </a:ext>
            </a:extLst>
          </p:cNvPr>
          <p:cNvGrpSpPr/>
          <p:nvPr/>
        </p:nvGrpSpPr>
        <p:grpSpPr>
          <a:xfrm>
            <a:off x="7504626" y="3299403"/>
            <a:ext cx="276214" cy="215444"/>
            <a:chOff x="4507293" y="1910946"/>
            <a:chExt cx="276910" cy="215444"/>
          </a:xfrm>
        </p:grpSpPr>
        <p:sp>
          <p:nvSpPr>
            <p:cNvPr id="77" name="타원 76">
              <a:extLst>
                <a:ext uri="{FF2B5EF4-FFF2-40B4-BE49-F238E27FC236}">
                  <a16:creationId xmlns:a16="http://schemas.microsoft.com/office/drawing/2014/main" id="{945F3F6D-9AB3-497E-A3C7-3CFBF62A98B5}"/>
                </a:ext>
              </a:extLst>
            </p:cNvPr>
            <p:cNvSpPr/>
            <p:nvPr/>
          </p:nvSpPr>
          <p:spPr>
            <a:xfrm>
              <a:off x="4536630" y="1922684"/>
              <a:ext cx="171278" cy="18690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5719A205-79F2-448E-B316-926C8975280D}"/>
                </a:ext>
              </a:extLst>
            </p:cNvPr>
            <p:cNvSpPr txBox="1"/>
            <p:nvPr/>
          </p:nvSpPr>
          <p:spPr>
            <a:xfrm>
              <a:off x="4507293" y="1910946"/>
              <a:ext cx="2769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>
                  <a:solidFill>
                    <a:schemeClr val="bg1"/>
                  </a:solidFill>
                </a:rPr>
                <a:t>4</a:t>
              </a:r>
              <a:endParaRPr lang="ko-KR" altLang="en-US" sz="8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6D9ED7CF-1801-4D65-869A-4EB08595AF67}"/>
              </a:ext>
            </a:extLst>
          </p:cNvPr>
          <p:cNvSpPr/>
          <p:nvPr/>
        </p:nvSpPr>
        <p:spPr>
          <a:xfrm>
            <a:off x="404880" y="3270443"/>
            <a:ext cx="342272" cy="13666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00" dirty="0">
              <a:solidFill>
                <a:schemeClr val="tx1"/>
              </a:solidFill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1C942D2B-E712-4CBA-B221-9ED6E1972C80}"/>
              </a:ext>
            </a:extLst>
          </p:cNvPr>
          <p:cNvSpPr/>
          <p:nvPr/>
        </p:nvSpPr>
        <p:spPr>
          <a:xfrm>
            <a:off x="801192" y="3270443"/>
            <a:ext cx="342272" cy="13666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00" dirty="0">
              <a:solidFill>
                <a:schemeClr val="tx1"/>
              </a:solidFill>
            </a:endParaRP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A4CBB7AC-D320-4336-868D-CF72B68E3EA2}"/>
              </a:ext>
            </a:extLst>
          </p:cNvPr>
          <p:cNvSpPr/>
          <p:nvPr/>
        </p:nvSpPr>
        <p:spPr>
          <a:xfrm>
            <a:off x="1193663" y="3270443"/>
            <a:ext cx="342272" cy="136662"/>
          </a:xfrm>
          <a:prstGeom prst="rect">
            <a:avLst/>
          </a:prstGeom>
          <a:solidFill>
            <a:srgbClr val="0070C0"/>
          </a:solidFill>
          <a:ln w="63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00" dirty="0">
              <a:solidFill>
                <a:schemeClr val="tx1"/>
              </a:solidFill>
            </a:endParaRPr>
          </a:p>
        </p:txBody>
      </p:sp>
      <p:graphicFrame>
        <p:nvGraphicFramePr>
          <p:cNvPr id="83" name="표 82">
            <a:extLst>
              <a:ext uri="{FF2B5EF4-FFF2-40B4-BE49-F238E27FC236}">
                <a16:creationId xmlns:a16="http://schemas.microsoft.com/office/drawing/2014/main" id="{346FAD53-6470-470E-851A-91A7F3C294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2954737"/>
              </p:ext>
            </p:extLst>
          </p:nvPr>
        </p:nvGraphicFramePr>
        <p:xfrm>
          <a:off x="338367" y="4380315"/>
          <a:ext cx="8136044" cy="10022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2241">
                  <a:extLst>
                    <a:ext uri="{9D8B030D-6E8A-4147-A177-3AD203B41FA5}">
                      <a16:colId xmlns:a16="http://schemas.microsoft.com/office/drawing/2014/main" val="549531417"/>
                    </a:ext>
                  </a:extLst>
                </a:gridCol>
                <a:gridCol w="2061336">
                  <a:extLst>
                    <a:ext uri="{9D8B030D-6E8A-4147-A177-3AD203B41FA5}">
                      <a16:colId xmlns:a16="http://schemas.microsoft.com/office/drawing/2014/main" val="1160072241"/>
                    </a:ext>
                  </a:extLst>
                </a:gridCol>
                <a:gridCol w="973062">
                  <a:extLst>
                    <a:ext uri="{9D8B030D-6E8A-4147-A177-3AD203B41FA5}">
                      <a16:colId xmlns:a16="http://schemas.microsoft.com/office/drawing/2014/main" val="2347549503"/>
                    </a:ext>
                  </a:extLst>
                </a:gridCol>
                <a:gridCol w="1521955">
                  <a:extLst>
                    <a:ext uri="{9D8B030D-6E8A-4147-A177-3AD203B41FA5}">
                      <a16:colId xmlns:a16="http://schemas.microsoft.com/office/drawing/2014/main" val="4219911250"/>
                    </a:ext>
                  </a:extLst>
                </a:gridCol>
                <a:gridCol w="750679">
                  <a:extLst>
                    <a:ext uri="{9D8B030D-6E8A-4147-A177-3AD203B41FA5}">
                      <a16:colId xmlns:a16="http://schemas.microsoft.com/office/drawing/2014/main" val="3661191010"/>
                    </a:ext>
                  </a:extLst>
                </a:gridCol>
                <a:gridCol w="1876771">
                  <a:extLst>
                    <a:ext uri="{9D8B030D-6E8A-4147-A177-3AD203B41FA5}">
                      <a16:colId xmlns:a16="http://schemas.microsoft.com/office/drawing/2014/main" val="263931908"/>
                    </a:ext>
                  </a:extLst>
                </a:gridCol>
              </a:tblGrid>
              <a:tr h="507896"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ysClr val="windowText" lastClr="000000"/>
                          </a:solidFill>
                        </a:rPr>
                        <a:t>      대한항공</a:t>
                      </a:r>
                    </a:p>
                    <a:p>
                      <a:pPr latinLnBrk="1"/>
                      <a:r>
                        <a:rPr lang="ko-KR" altLang="en-US" sz="800" b="0" dirty="0">
                          <a:solidFill>
                            <a:sysClr val="windowText" lastClr="000000"/>
                          </a:solidFill>
                        </a:rPr>
                        <a:t>      예약번호 </a:t>
                      </a:r>
                      <a:r>
                        <a:rPr lang="en-US" altLang="ko-KR" sz="800" b="0" dirty="0">
                          <a:solidFill>
                            <a:sysClr val="windowText" lastClr="000000"/>
                          </a:solidFill>
                        </a:rPr>
                        <a:t>ABC15SD2</a:t>
                      </a:r>
                      <a:endParaRPr lang="ko-KR" altLang="en-US" sz="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796049"/>
                  </a:ext>
                </a:extLst>
              </a:tr>
              <a:tr h="24717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ysClr val="windowText" lastClr="000000"/>
                          </a:solidFill>
                        </a:rPr>
                        <a:t>예약일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1" dirty="0">
                          <a:solidFill>
                            <a:sysClr val="windowText" lastClr="000000"/>
                          </a:solidFill>
                        </a:rPr>
                        <a:t>2025-01-01</a:t>
                      </a:r>
                      <a:endParaRPr lang="ko-KR" altLang="en-US" sz="8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ysClr val="windowText" lastClr="000000"/>
                          </a:solidFill>
                        </a:rPr>
                        <a:t>출발일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1" dirty="0">
                          <a:solidFill>
                            <a:sysClr val="windowText" lastClr="000000"/>
                          </a:solidFill>
                        </a:rPr>
                        <a:t>2025-05-12</a:t>
                      </a:r>
                      <a:endParaRPr lang="ko-KR" altLang="en-US" sz="8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ysClr val="windowText" lastClr="000000"/>
                          </a:solidFill>
                        </a:rPr>
                        <a:t>결제시한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1" dirty="0">
                          <a:solidFill>
                            <a:sysClr val="windowText" lastClr="000000"/>
                          </a:solidFill>
                        </a:rPr>
                        <a:t>2025-05-23 19:00</a:t>
                      </a:r>
                      <a:endParaRPr lang="ko-KR" altLang="en-US" sz="8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6040184"/>
                  </a:ext>
                </a:extLst>
              </a:tr>
              <a:tr h="24717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ysClr val="windowText" lastClr="000000"/>
                          </a:solidFill>
                        </a:rPr>
                        <a:t>항공여정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/>
                    <a:p>
                      <a:pPr latinLnBrk="1"/>
                      <a:r>
                        <a:rPr lang="ko-KR" altLang="en-US" sz="800" b="1" dirty="0">
                          <a:solidFill>
                            <a:sysClr val="windowText" lastClr="000000"/>
                          </a:solidFill>
                        </a:rPr>
                        <a:t>인천</a:t>
                      </a:r>
                      <a:r>
                        <a:rPr lang="en-US" altLang="ko-KR" sz="800" b="1" dirty="0">
                          <a:solidFill>
                            <a:sysClr val="windowText" lastClr="000000"/>
                          </a:solidFill>
                        </a:rPr>
                        <a:t>-</a:t>
                      </a:r>
                      <a:r>
                        <a:rPr lang="ko-KR" altLang="en-US" sz="800" b="1" dirty="0" err="1">
                          <a:solidFill>
                            <a:sysClr val="windowText" lastClr="000000"/>
                          </a:solidFill>
                        </a:rPr>
                        <a:t>하네다</a:t>
                      </a:r>
                      <a:r>
                        <a:rPr lang="en-US" altLang="ko-KR" sz="800" b="1" dirty="0">
                          <a:solidFill>
                            <a:sysClr val="windowText" lastClr="000000"/>
                          </a:solidFill>
                        </a:rPr>
                        <a:t>/</a:t>
                      </a:r>
                      <a:r>
                        <a:rPr lang="ko-KR" altLang="en-US" sz="800" b="1" dirty="0" err="1">
                          <a:solidFill>
                            <a:sysClr val="windowText" lastClr="000000"/>
                          </a:solidFill>
                        </a:rPr>
                        <a:t>하네다</a:t>
                      </a:r>
                      <a:r>
                        <a:rPr lang="en-US" altLang="ko-KR" sz="800" b="1" dirty="0">
                          <a:solidFill>
                            <a:sysClr val="windowText" lastClr="000000"/>
                          </a:solidFill>
                        </a:rPr>
                        <a:t>-</a:t>
                      </a:r>
                      <a:r>
                        <a:rPr lang="ko-KR" altLang="en-US" sz="800" b="1" dirty="0">
                          <a:solidFill>
                            <a:sysClr val="windowText" lastClr="000000"/>
                          </a:solidFill>
                        </a:rPr>
                        <a:t>인천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6404286"/>
                  </a:ext>
                </a:extLst>
              </a:tr>
            </a:tbl>
          </a:graphicData>
        </a:graphic>
      </p:graphicFrame>
      <p:sp>
        <p:nvSpPr>
          <p:cNvPr id="85" name="직사각형 84">
            <a:extLst>
              <a:ext uri="{FF2B5EF4-FFF2-40B4-BE49-F238E27FC236}">
                <a16:creationId xmlns:a16="http://schemas.microsoft.com/office/drawing/2014/main" id="{C33C86AD-7596-4483-A077-B925DCF14DD4}"/>
              </a:ext>
            </a:extLst>
          </p:cNvPr>
          <p:cNvSpPr/>
          <p:nvPr/>
        </p:nvSpPr>
        <p:spPr>
          <a:xfrm>
            <a:off x="5563127" y="4608034"/>
            <a:ext cx="890132" cy="20954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</a:rPr>
              <a:t>상세보기</a:t>
            </a: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244F95DE-45BD-4994-8AD5-5C72D322B475}"/>
              </a:ext>
            </a:extLst>
          </p:cNvPr>
          <p:cNvSpPr/>
          <p:nvPr/>
        </p:nvSpPr>
        <p:spPr>
          <a:xfrm>
            <a:off x="6535509" y="4608034"/>
            <a:ext cx="890132" cy="20954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</a:rPr>
              <a:t>발권요청</a:t>
            </a: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2456DD15-1F23-4DE2-9EB5-1232F66E3F4E}"/>
              </a:ext>
            </a:extLst>
          </p:cNvPr>
          <p:cNvSpPr/>
          <p:nvPr/>
        </p:nvSpPr>
        <p:spPr>
          <a:xfrm>
            <a:off x="7507891" y="4609964"/>
            <a:ext cx="890132" cy="20954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</a:rPr>
              <a:t>변경요청</a:t>
            </a:r>
          </a:p>
        </p:txBody>
      </p:sp>
      <p:pic>
        <p:nvPicPr>
          <p:cNvPr id="91" name="그림 90">
            <a:extLst>
              <a:ext uri="{FF2B5EF4-FFF2-40B4-BE49-F238E27FC236}">
                <a16:creationId xmlns:a16="http://schemas.microsoft.com/office/drawing/2014/main" id="{44105150-AB23-4485-8420-E75E6BC4790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0106" y="4599889"/>
            <a:ext cx="211354" cy="225764"/>
          </a:xfrm>
          <a:prstGeom prst="rect">
            <a:avLst/>
          </a:prstGeom>
        </p:spPr>
      </p:pic>
      <p:sp>
        <p:nvSpPr>
          <p:cNvPr id="95" name="직사각형 94">
            <a:extLst>
              <a:ext uri="{FF2B5EF4-FFF2-40B4-BE49-F238E27FC236}">
                <a16:creationId xmlns:a16="http://schemas.microsoft.com/office/drawing/2014/main" id="{4EF8451B-885B-4694-AADC-85972D0E8FD6}"/>
              </a:ext>
            </a:extLst>
          </p:cNvPr>
          <p:cNvSpPr/>
          <p:nvPr/>
        </p:nvSpPr>
        <p:spPr>
          <a:xfrm>
            <a:off x="404880" y="4417552"/>
            <a:ext cx="342272" cy="13666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00" dirty="0">
              <a:solidFill>
                <a:schemeClr val="tx1"/>
              </a:solidFill>
            </a:endParaRP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3651413B-054B-4B73-AE61-21B0C996B83C}"/>
              </a:ext>
            </a:extLst>
          </p:cNvPr>
          <p:cNvSpPr/>
          <p:nvPr/>
        </p:nvSpPr>
        <p:spPr>
          <a:xfrm>
            <a:off x="801192" y="4417552"/>
            <a:ext cx="342272" cy="13666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00" dirty="0">
              <a:solidFill>
                <a:schemeClr val="tx1"/>
              </a:solidFill>
            </a:endParaRPr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C43CCD28-17D1-49E2-835D-8DB9DB3B807C}"/>
              </a:ext>
            </a:extLst>
          </p:cNvPr>
          <p:cNvSpPr/>
          <p:nvPr/>
        </p:nvSpPr>
        <p:spPr>
          <a:xfrm>
            <a:off x="1193663" y="4417552"/>
            <a:ext cx="342272" cy="136662"/>
          </a:xfrm>
          <a:prstGeom prst="rect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00" dirty="0">
              <a:solidFill>
                <a:schemeClr val="tx1"/>
              </a:solidFill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DEE175E8-2AC1-411B-A69C-35BB84D10F8E}"/>
              </a:ext>
            </a:extLst>
          </p:cNvPr>
          <p:cNvSpPr/>
          <p:nvPr/>
        </p:nvSpPr>
        <p:spPr>
          <a:xfrm>
            <a:off x="1583292" y="3270443"/>
            <a:ext cx="342272" cy="136662"/>
          </a:xfrm>
          <a:prstGeom prst="rect">
            <a:avLst/>
          </a:prstGeom>
          <a:solidFill>
            <a:srgbClr val="0070C0"/>
          </a:solidFill>
          <a:ln w="63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00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B8B243-EDB9-4E4B-9957-5012B11F54D1}"/>
              </a:ext>
            </a:extLst>
          </p:cNvPr>
          <p:cNvSpPr txBox="1"/>
          <p:nvPr/>
        </p:nvSpPr>
        <p:spPr>
          <a:xfrm>
            <a:off x="365420" y="3255499"/>
            <a:ext cx="205393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00" b="1" dirty="0"/>
              <a:t>  국제</a:t>
            </a:r>
            <a:r>
              <a:rPr lang="en-US" altLang="ko-KR" sz="500" b="1" dirty="0"/>
              <a:t>          </a:t>
            </a:r>
            <a:r>
              <a:rPr lang="ko-KR" altLang="en-US" sz="500" b="1" dirty="0"/>
              <a:t>요금확정         </a:t>
            </a:r>
            <a:r>
              <a:rPr lang="ko-KR" altLang="en-US" sz="500" b="1" dirty="0">
                <a:solidFill>
                  <a:schemeClr val="bg1"/>
                </a:solidFill>
              </a:rPr>
              <a:t>준수</a:t>
            </a:r>
            <a:r>
              <a:rPr lang="ko-KR" altLang="en-US" sz="500" b="1" dirty="0"/>
              <a:t>         </a:t>
            </a:r>
            <a:r>
              <a:rPr lang="ko-KR" altLang="en-US" sz="500" b="1" dirty="0">
                <a:solidFill>
                  <a:schemeClr val="bg1"/>
                </a:solidFill>
              </a:rPr>
              <a:t>예약완료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1C19564A-3683-4059-A183-80DBB8B137AA}"/>
              </a:ext>
            </a:extLst>
          </p:cNvPr>
          <p:cNvSpPr/>
          <p:nvPr/>
        </p:nvSpPr>
        <p:spPr>
          <a:xfrm>
            <a:off x="1583292" y="4413319"/>
            <a:ext cx="342272" cy="136662"/>
          </a:xfrm>
          <a:prstGeom prst="rect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00" dirty="0">
              <a:solidFill>
                <a:schemeClr val="tx1"/>
              </a:solidFill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0849E0E6-FD02-4C3E-BE99-081AC3DBBFCA}"/>
              </a:ext>
            </a:extLst>
          </p:cNvPr>
          <p:cNvSpPr txBox="1"/>
          <p:nvPr/>
        </p:nvSpPr>
        <p:spPr>
          <a:xfrm>
            <a:off x="365420" y="4398341"/>
            <a:ext cx="170388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00" b="1" dirty="0"/>
              <a:t>  국제</a:t>
            </a:r>
            <a:r>
              <a:rPr lang="en-US" altLang="ko-KR" sz="500" b="1" dirty="0"/>
              <a:t>        </a:t>
            </a:r>
            <a:r>
              <a:rPr lang="ko-KR" altLang="en-US" sz="500" b="1" dirty="0" err="1"/>
              <a:t>요금미확정</a:t>
            </a:r>
            <a:r>
              <a:rPr lang="ko-KR" altLang="en-US" sz="500" b="1" dirty="0"/>
              <a:t>       </a:t>
            </a:r>
            <a:r>
              <a:rPr lang="ko-KR" altLang="en-US" sz="500" b="1" dirty="0" err="1">
                <a:solidFill>
                  <a:schemeClr val="bg1"/>
                </a:solidFill>
              </a:rPr>
              <a:t>미준수</a:t>
            </a:r>
            <a:r>
              <a:rPr lang="ko-KR" altLang="en-US" sz="500" b="1" dirty="0">
                <a:solidFill>
                  <a:schemeClr val="bg1"/>
                </a:solidFill>
              </a:rPr>
              <a:t>       예약취소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739DBC79-B6A4-40C8-BA97-9B1626B85655}"/>
              </a:ext>
            </a:extLst>
          </p:cNvPr>
          <p:cNvSpPr/>
          <p:nvPr/>
        </p:nvSpPr>
        <p:spPr>
          <a:xfrm>
            <a:off x="1156579" y="3231765"/>
            <a:ext cx="404988" cy="1972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15589A04-595C-43C9-9937-B4EEA8A2560C}"/>
              </a:ext>
            </a:extLst>
          </p:cNvPr>
          <p:cNvGrpSpPr/>
          <p:nvPr/>
        </p:nvGrpSpPr>
        <p:grpSpPr>
          <a:xfrm>
            <a:off x="1056030" y="3110636"/>
            <a:ext cx="276214" cy="215444"/>
            <a:chOff x="4507293" y="1910946"/>
            <a:chExt cx="276910" cy="215444"/>
          </a:xfrm>
        </p:grpSpPr>
        <p:sp>
          <p:nvSpPr>
            <p:cNvPr id="63" name="타원 62">
              <a:extLst>
                <a:ext uri="{FF2B5EF4-FFF2-40B4-BE49-F238E27FC236}">
                  <a16:creationId xmlns:a16="http://schemas.microsoft.com/office/drawing/2014/main" id="{F3755A56-4FFA-487C-931C-C26D5C6F35A9}"/>
                </a:ext>
              </a:extLst>
            </p:cNvPr>
            <p:cNvSpPr/>
            <p:nvPr/>
          </p:nvSpPr>
          <p:spPr>
            <a:xfrm>
              <a:off x="4536630" y="1922684"/>
              <a:ext cx="171278" cy="18690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1A5F0D55-6E9B-4B2B-9A87-B105CCB55270}"/>
                </a:ext>
              </a:extLst>
            </p:cNvPr>
            <p:cNvSpPr txBox="1"/>
            <p:nvPr/>
          </p:nvSpPr>
          <p:spPr>
            <a:xfrm>
              <a:off x="4507293" y="1910946"/>
              <a:ext cx="2769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>
                  <a:solidFill>
                    <a:schemeClr val="bg1"/>
                  </a:solidFill>
                </a:rPr>
                <a:t>5</a:t>
              </a:r>
              <a:endParaRPr lang="ko-KR" altLang="en-US" sz="800" b="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30494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7D37E7D6-B0A5-460E-89B8-8F9087F661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67" y="739456"/>
            <a:ext cx="11980333" cy="2618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7052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862C65E-2479-C5B5-7A9F-0D7F2434C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013157-A92D-4239-9824-F2A74EFC8096}" type="slidenum">
              <a:rPr lang="ko-KR" altLang="en-US" smtClean="0"/>
              <a:t>31</a:t>
            </a:fld>
            <a:endParaRPr lang="ko-KR" altLang="en-US" dirty="0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B72117C-AE00-7477-22B4-AD2553EE7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A6618-D80D-4B7E-A45B-A31FDCA0FB45}" type="datetime1">
              <a:rPr lang="ko-KR" altLang="en-US" smtClean="0"/>
              <a:t>2026-01-15</a:t>
            </a:fld>
            <a:endParaRPr lang="ko-KR" altLang="en-US" dirty="0"/>
          </a:p>
        </p:txBody>
      </p:sp>
      <p:sp>
        <p:nvSpPr>
          <p:cNvPr id="219" name="직사각형 218">
            <a:extLst>
              <a:ext uri="{FF2B5EF4-FFF2-40B4-BE49-F238E27FC236}">
                <a16:creationId xmlns:a16="http://schemas.microsoft.com/office/drawing/2014/main" id="{81166BEB-84DC-145B-2C34-918F30EF2C37}"/>
              </a:ext>
            </a:extLst>
          </p:cNvPr>
          <p:cNvSpPr/>
          <p:nvPr/>
        </p:nvSpPr>
        <p:spPr>
          <a:xfrm>
            <a:off x="281482" y="658704"/>
            <a:ext cx="896814" cy="46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SM C&amp;C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20" name="직사각형 219">
            <a:extLst>
              <a:ext uri="{FF2B5EF4-FFF2-40B4-BE49-F238E27FC236}">
                <a16:creationId xmlns:a16="http://schemas.microsoft.com/office/drawing/2014/main" id="{D21F7DEF-0C68-64DA-2D33-A10AD6AD5C46}"/>
              </a:ext>
            </a:extLst>
          </p:cNvPr>
          <p:cNvSpPr/>
          <p:nvPr/>
        </p:nvSpPr>
        <p:spPr>
          <a:xfrm>
            <a:off x="1354203" y="658704"/>
            <a:ext cx="5705004" cy="46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ln w="0"/>
                <a:solidFill>
                  <a:schemeClr val="tx1"/>
                </a:solidFill>
              </a:rPr>
              <a:t>항공</a:t>
            </a:r>
            <a:r>
              <a:rPr lang="en-US" altLang="ko-KR" sz="1200" dirty="0">
                <a:ln w="0"/>
                <a:solidFill>
                  <a:schemeClr val="tx1"/>
                </a:solidFill>
              </a:rPr>
              <a:t>	</a:t>
            </a:r>
            <a:r>
              <a:rPr lang="ko-KR" altLang="en-US" sz="1200" dirty="0">
                <a:ln w="0"/>
                <a:solidFill>
                  <a:schemeClr val="tx1"/>
                </a:solidFill>
              </a:rPr>
              <a:t>호텔</a:t>
            </a:r>
            <a:r>
              <a:rPr lang="en-US" altLang="ko-KR" sz="1200" dirty="0">
                <a:ln w="0"/>
                <a:solidFill>
                  <a:schemeClr val="tx1"/>
                </a:solidFill>
              </a:rPr>
              <a:t>	</a:t>
            </a:r>
            <a:r>
              <a:rPr lang="ko-KR" altLang="en-US" sz="1200" dirty="0">
                <a:ln w="0"/>
                <a:solidFill>
                  <a:schemeClr val="tx1"/>
                </a:solidFill>
              </a:rPr>
              <a:t>요청</a:t>
            </a:r>
            <a:endParaRPr lang="ko-KR" altLang="en-US" sz="1200" dirty="0"/>
          </a:p>
        </p:txBody>
      </p:sp>
      <p:sp>
        <p:nvSpPr>
          <p:cNvPr id="221" name="직사각형 220">
            <a:extLst>
              <a:ext uri="{FF2B5EF4-FFF2-40B4-BE49-F238E27FC236}">
                <a16:creationId xmlns:a16="http://schemas.microsoft.com/office/drawing/2014/main" id="{52E761A5-57B9-E059-270E-1C9F9E552A3F}"/>
              </a:ext>
            </a:extLst>
          </p:cNvPr>
          <p:cNvSpPr/>
          <p:nvPr/>
        </p:nvSpPr>
        <p:spPr>
          <a:xfrm>
            <a:off x="7235113" y="658704"/>
            <a:ext cx="1449811" cy="46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ln w="0"/>
                <a:solidFill>
                  <a:schemeClr val="tx1"/>
                </a:solidFill>
              </a:rPr>
              <a:t>마이페이지</a:t>
            </a:r>
            <a:r>
              <a:rPr lang="en-US" altLang="ko-KR" sz="1000" dirty="0">
                <a:ln w="0"/>
                <a:solidFill>
                  <a:schemeClr val="tx1"/>
                </a:solidFill>
              </a:rPr>
              <a:t> </a:t>
            </a:r>
            <a:r>
              <a:rPr lang="ko-KR" altLang="en-US" sz="1000" dirty="0">
                <a:ln w="0"/>
                <a:solidFill>
                  <a:schemeClr val="tx1"/>
                </a:solidFill>
              </a:rPr>
              <a:t>로그아웃</a:t>
            </a:r>
            <a:endParaRPr lang="ko-KR" altLang="en-US" sz="1000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8D200239-B014-4503-96EB-C435F9EA6000}"/>
              </a:ext>
            </a:extLst>
          </p:cNvPr>
          <p:cNvGrpSpPr/>
          <p:nvPr/>
        </p:nvGrpSpPr>
        <p:grpSpPr>
          <a:xfrm>
            <a:off x="321591" y="1325427"/>
            <a:ext cx="4697908" cy="288000"/>
            <a:chOff x="321591" y="1325427"/>
            <a:chExt cx="4697908" cy="288000"/>
          </a:xfrm>
        </p:grpSpPr>
        <p:sp>
          <p:nvSpPr>
            <p:cNvPr id="238" name="직사각형 237">
              <a:extLst>
                <a:ext uri="{FF2B5EF4-FFF2-40B4-BE49-F238E27FC236}">
                  <a16:creationId xmlns:a16="http://schemas.microsoft.com/office/drawing/2014/main" id="{9C1DFE05-6672-8681-A270-F7AC2B07A89C}"/>
                </a:ext>
              </a:extLst>
            </p:cNvPr>
            <p:cNvSpPr/>
            <p:nvPr/>
          </p:nvSpPr>
          <p:spPr>
            <a:xfrm>
              <a:off x="3453499" y="1325427"/>
              <a:ext cx="1566000" cy="284673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bg1">
                  <a:lumMod val="65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>
                  <a:solidFill>
                    <a:schemeClr val="tx1"/>
                  </a:solidFill>
                </a:rPr>
                <a:t>예약내역</a:t>
              </a:r>
            </a:p>
          </p:txBody>
        </p:sp>
        <p:sp>
          <p:nvSpPr>
            <p:cNvPr id="239" name="직사각형 238">
              <a:extLst>
                <a:ext uri="{FF2B5EF4-FFF2-40B4-BE49-F238E27FC236}">
                  <a16:creationId xmlns:a16="http://schemas.microsoft.com/office/drawing/2014/main" id="{BFDF14E7-7DA6-8657-29C7-D0B381C77EF2}"/>
                </a:ext>
              </a:extLst>
            </p:cNvPr>
            <p:cNvSpPr/>
            <p:nvPr/>
          </p:nvSpPr>
          <p:spPr>
            <a:xfrm>
              <a:off x="1887682" y="1325427"/>
              <a:ext cx="1566000" cy="288000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>
                  <a:solidFill>
                    <a:schemeClr val="bg1"/>
                  </a:solidFill>
                </a:rPr>
                <a:t>국내선</a:t>
              </a:r>
            </a:p>
          </p:txBody>
        </p:sp>
        <p:sp>
          <p:nvSpPr>
            <p:cNvPr id="170" name="직사각형 169">
              <a:extLst>
                <a:ext uri="{FF2B5EF4-FFF2-40B4-BE49-F238E27FC236}">
                  <a16:creationId xmlns:a16="http://schemas.microsoft.com/office/drawing/2014/main" id="{C9EB0AAC-BDEA-4F36-B597-B49474FF83C9}"/>
                </a:ext>
              </a:extLst>
            </p:cNvPr>
            <p:cNvSpPr/>
            <p:nvPr/>
          </p:nvSpPr>
          <p:spPr>
            <a:xfrm>
              <a:off x="321591" y="1325427"/>
              <a:ext cx="1566000" cy="288000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6"/>
            </a:fontRef>
          </p:style>
          <p:txBody>
            <a:bodyPr rtlCol="0" anchor="ctr"/>
            <a:lstStyle/>
            <a:p>
              <a:pPr algn="ctr"/>
              <a:r>
                <a:rPr lang="ko-KR" altLang="en-US" sz="900" dirty="0">
                  <a:solidFill>
                    <a:schemeClr val="bg1"/>
                  </a:solidFill>
                </a:rPr>
                <a:t>국제선</a:t>
              </a:r>
            </a:p>
          </p:txBody>
        </p:sp>
      </p:grp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A7B944CA-8B5E-4B99-AC65-1AE1E07637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6909646"/>
              </p:ext>
            </p:extLst>
          </p:nvPr>
        </p:nvGraphicFramePr>
        <p:xfrm>
          <a:off x="333372" y="1605738"/>
          <a:ext cx="8115373" cy="1247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3586">
                  <a:extLst>
                    <a:ext uri="{9D8B030D-6E8A-4147-A177-3AD203B41FA5}">
                      <a16:colId xmlns:a16="http://schemas.microsoft.com/office/drawing/2014/main" val="1007581186"/>
                    </a:ext>
                  </a:extLst>
                </a:gridCol>
                <a:gridCol w="5236769">
                  <a:extLst>
                    <a:ext uri="{9D8B030D-6E8A-4147-A177-3AD203B41FA5}">
                      <a16:colId xmlns:a16="http://schemas.microsoft.com/office/drawing/2014/main" val="3133993268"/>
                    </a:ext>
                  </a:extLst>
                </a:gridCol>
                <a:gridCol w="1695018">
                  <a:extLst>
                    <a:ext uri="{9D8B030D-6E8A-4147-A177-3AD203B41FA5}">
                      <a16:colId xmlns:a16="http://schemas.microsoft.com/office/drawing/2014/main" val="4210213158"/>
                    </a:ext>
                  </a:extLst>
                </a:gridCol>
              </a:tblGrid>
              <a:tr h="31188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기간별 조회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◉ </a:t>
                      </a: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개월 ○ </a:t>
                      </a: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개월 ○ </a:t>
                      </a: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r>
                        <a:rPr lang="ko-KR" altLang="en-US" sz="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개월 ○ </a:t>
                      </a:r>
                      <a:r>
                        <a:rPr lang="en-US" altLang="ko-KR" sz="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r>
                        <a:rPr lang="ko-KR" altLang="en-US" sz="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개월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3240786"/>
                  </a:ext>
                </a:extLst>
              </a:tr>
              <a:tr h="31188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 err="1">
                          <a:solidFill>
                            <a:schemeClr val="tx1"/>
                          </a:solidFill>
                        </a:rPr>
                        <a:t>일자별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 조회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81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4243522"/>
                  </a:ext>
                </a:extLst>
              </a:tr>
              <a:tr h="31188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예약 상태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☐ 전체  ☑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 예약완료  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☐ </a:t>
                      </a:r>
                      <a:r>
                        <a:rPr lang="ko-KR" altLang="en-US" sz="800" b="0" i="0" dirty="0" err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발권중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  ☑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 예약취소  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☑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 발권완료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81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7160053"/>
                  </a:ext>
                </a:extLst>
              </a:tr>
              <a:tr h="31188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chemeClr val="tx1"/>
                          </a:solidFill>
                        </a:rPr>
                        <a:t>구분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☑ 전체  ☑</a:t>
                      </a:r>
                      <a:r>
                        <a:rPr lang="ko-KR" altLang="en-US" sz="8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</a:rPr>
                        <a:t> 국내  </a:t>
                      </a:r>
                      <a:r>
                        <a:rPr lang="ko-KR" altLang="en-US" sz="800" b="0" i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</a:rPr>
                        <a:t>☑ 국제</a:t>
                      </a:r>
                      <a:endParaRPr lang="ko-KR" altLang="en-US" sz="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81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0343946"/>
                  </a:ext>
                </a:extLst>
              </a:tr>
            </a:tbl>
          </a:graphicData>
        </a:graphic>
      </p:graphicFrame>
      <p:grpSp>
        <p:nvGrpSpPr>
          <p:cNvPr id="173" name="그룹 172">
            <a:extLst>
              <a:ext uri="{FF2B5EF4-FFF2-40B4-BE49-F238E27FC236}">
                <a16:creationId xmlns:a16="http://schemas.microsoft.com/office/drawing/2014/main" id="{398B0E50-00BA-4566-9E08-8B880A3D37D7}"/>
              </a:ext>
            </a:extLst>
          </p:cNvPr>
          <p:cNvGrpSpPr/>
          <p:nvPr/>
        </p:nvGrpSpPr>
        <p:grpSpPr>
          <a:xfrm>
            <a:off x="1617703" y="1945331"/>
            <a:ext cx="2580316" cy="234502"/>
            <a:chOff x="3174521" y="2986620"/>
            <a:chExt cx="2660909" cy="282715"/>
          </a:xfrm>
        </p:grpSpPr>
        <p:sp>
          <p:nvSpPr>
            <p:cNvPr id="174" name="직사각형 173">
              <a:extLst>
                <a:ext uri="{FF2B5EF4-FFF2-40B4-BE49-F238E27FC236}">
                  <a16:creationId xmlns:a16="http://schemas.microsoft.com/office/drawing/2014/main" id="{D913939C-4F9D-4531-826E-ADBBA7359C79}"/>
                </a:ext>
              </a:extLst>
            </p:cNvPr>
            <p:cNvSpPr/>
            <p:nvPr/>
          </p:nvSpPr>
          <p:spPr>
            <a:xfrm>
              <a:off x="3174521" y="2986620"/>
              <a:ext cx="2660909" cy="276999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ko-KR" altLang="en-US" sz="700" dirty="0">
                  <a:solidFill>
                    <a:schemeClr val="bg1">
                      <a:lumMod val="65000"/>
                    </a:schemeClr>
                  </a:solidFill>
                </a:rPr>
                <a:t>예약일</a:t>
              </a:r>
            </a:p>
          </p:txBody>
        </p:sp>
        <p:pic>
          <p:nvPicPr>
            <p:cNvPr id="175" name="그래픽 174" descr="위쪽 캐럿 단색으로 채워진">
              <a:extLst>
                <a:ext uri="{FF2B5EF4-FFF2-40B4-BE49-F238E27FC236}">
                  <a16:creationId xmlns:a16="http://schemas.microsoft.com/office/drawing/2014/main" id="{4322B61E-1572-4E80-9E8A-6CC272A19B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5542950" y="2992335"/>
              <a:ext cx="277000" cy="277000"/>
            </a:xfrm>
            <a:prstGeom prst="rect">
              <a:avLst/>
            </a:prstGeom>
          </p:spPr>
        </p:pic>
      </p:grpSp>
      <p:sp>
        <p:nvSpPr>
          <p:cNvPr id="176" name="직사각형 175">
            <a:extLst>
              <a:ext uri="{FF2B5EF4-FFF2-40B4-BE49-F238E27FC236}">
                <a16:creationId xmlns:a16="http://schemas.microsoft.com/office/drawing/2014/main" id="{CAFDF84E-A240-4FBB-96B4-1FDFC7392BD6}"/>
              </a:ext>
            </a:extLst>
          </p:cNvPr>
          <p:cNvSpPr/>
          <p:nvPr/>
        </p:nvSpPr>
        <p:spPr>
          <a:xfrm>
            <a:off x="4263259" y="1939417"/>
            <a:ext cx="2426633" cy="229761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700" dirty="0">
                <a:solidFill>
                  <a:schemeClr val="bg1">
                    <a:lumMod val="65000"/>
                  </a:schemeClr>
                </a:solidFill>
              </a:rPr>
              <a:t>2025-02-01 ~ 2025-02-28</a:t>
            </a:r>
            <a:endParaRPr lang="ko-KR" altLang="en-US" sz="700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177" name="그래픽 176" descr="플립 달력 단색으로 채워진">
            <a:extLst>
              <a:ext uri="{FF2B5EF4-FFF2-40B4-BE49-F238E27FC236}">
                <a16:creationId xmlns:a16="http://schemas.microsoft.com/office/drawing/2014/main" id="{78F09D96-929D-4F35-B78E-C13D02C179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53240" y="1950071"/>
            <a:ext cx="197800" cy="197800"/>
          </a:xfrm>
          <a:prstGeom prst="rect">
            <a:avLst/>
          </a:prstGeom>
        </p:spPr>
      </p:pic>
      <p:sp>
        <p:nvSpPr>
          <p:cNvPr id="178" name="직사각형 177">
            <a:extLst>
              <a:ext uri="{FF2B5EF4-FFF2-40B4-BE49-F238E27FC236}">
                <a16:creationId xmlns:a16="http://schemas.microsoft.com/office/drawing/2014/main" id="{3A82AB2F-5E80-418F-BF61-13DC1FC44DDF}"/>
              </a:ext>
            </a:extLst>
          </p:cNvPr>
          <p:cNvSpPr/>
          <p:nvPr/>
        </p:nvSpPr>
        <p:spPr>
          <a:xfrm>
            <a:off x="7008809" y="1861897"/>
            <a:ext cx="1295884" cy="563988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>
                <a:solidFill>
                  <a:schemeClr val="bg1"/>
                </a:solidFill>
              </a:rPr>
              <a:t>검색</a:t>
            </a: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02C50C44-1A2D-47D2-9B2C-8FC28EBEFF41}"/>
              </a:ext>
            </a:extLst>
          </p:cNvPr>
          <p:cNvSpPr txBox="1"/>
          <p:nvPr/>
        </p:nvSpPr>
        <p:spPr>
          <a:xfrm>
            <a:off x="3453499" y="6326345"/>
            <a:ext cx="21844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ko-KR" sz="1000" b="1" dirty="0"/>
              <a:t>1</a:t>
            </a:r>
            <a:r>
              <a:rPr lang="en-US" altLang="ko-KR" sz="1000" dirty="0"/>
              <a:t> 2 3 4 5 6 7</a:t>
            </a:r>
            <a:endParaRPr lang="ko-KR" altLang="en-US" sz="1000" dirty="0"/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67771ACB-66FA-44BD-A2E2-B8AF58460861}"/>
              </a:ext>
            </a:extLst>
          </p:cNvPr>
          <p:cNvGraphicFramePr>
            <a:graphicFrameLocks noGrp="1"/>
          </p:cNvGraphicFramePr>
          <p:nvPr/>
        </p:nvGraphicFramePr>
        <p:xfrm>
          <a:off x="338367" y="3233206"/>
          <a:ext cx="8136044" cy="10022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2241">
                  <a:extLst>
                    <a:ext uri="{9D8B030D-6E8A-4147-A177-3AD203B41FA5}">
                      <a16:colId xmlns:a16="http://schemas.microsoft.com/office/drawing/2014/main" val="549531417"/>
                    </a:ext>
                  </a:extLst>
                </a:gridCol>
                <a:gridCol w="2061336">
                  <a:extLst>
                    <a:ext uri="{9D8B030D-6E8A-4147-A177-3AD203B41FA5}">
                      <a16:colId xmlns:a16="http://schemas.microsoft.com/office/drawing/2014/main" val="1160072241"/>
                    </a:ext>
                  </a:extLst>
                </a:gridCol>
                <a:gridCol w="973062">
                  <a:extLst>
                    <a:ext uri="{9D8B030D-6E8A-4147-A177-3AD203B41FA5}">
                      <a16:colId xmlns:a16="http://schemas.microsoft.com/office/drawing/2014/main" val="2347549503"/>
                    </a:ext>
                  </a:extLst>
                </a:gridCol>
                <a:gridCol w="1521955">
                  <a:extLst>
                    <a:ext uri="{9D8B030D-6E8A-4147-A177-3AD203B41FA5}">
                      <a16:colId xmlns:a16="http://schemas.microsoft.com/office/drawing/2014/main" val="4219911250"/>
                    </a:ext>
                  </a:extLst>
                </a:gridCol>
                <a:gridCol w="750679">
                  <a:extLst>
                    <a:ext uri="{9D8B030D-6E8A-4147-A177-3AD203B41FA5}">
                      <a16:colId xmlns:a16="http://schemas.microsoft.com/office/drawing/2014/main" val="3661191010"/>
                    </a:ext>
                  </a:extLst>
                </a:gridCol>
                <a:gridCol w="1876771">
                  <a:extLst>
                    <a:ext uri="{9D8B030D-6E8A-4147-A177-3AD203B41FA5}">
                      <a16:colId xmlns:a16="http://schemas.microsoft.com/office/drawing/2014/main" val="263931908"/>
                    </a:ext>
                  </a:extLst>
                </a:gridCol>
              </a:tblGrid>
              <a:tr h="507896"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ysClr val="windowText" lastClr="000000"/>
                          </a:solidFill>
                        </a:rPr>
                        <a:t>      대한항공</a:t>
                      </a:r>
                    </a:p>
                    <a:p>
                      <a:pPr latinLnBrk="1"/>
                      <a:r>
                        <a:rPr lang="ko-KR" altLang="en-US" sz="800" b="0" dirty="0">
                          <a:solidFill>
                            <a:sysClr val="windowText" lastClr="000000"/>
                          </a:solidFill>
                        </a:rPr>
                        <a:t>      예약번호 </a:t>
                      </a:r>
                      <a:r>
                        <a:rPr lang="en-US" altLang="ko-KR" sz="800" b="0" dirty="0">
                          <a:solidFill>
                            <a:sysClr val="windowText" lastClr="000000"/>
                          </a:solidFill>
                        </a:rPr>
                        <a:t>ABC15SD2</a:t>
                      </a:r>
                      <a:endParaRPr lang="ko-KR" altLang="en-US" sz="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796049"/>
                  </a:ext>
                </a:extLst>
              </a:tr>
              <a:tr h="24717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ysClr val="windowText" lastClr="000000"/>
                          </a:solidFill>
                        </a:rPr>
                        <a:t>예약일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1" dirty="0">
                          <a:solidFill>
                            <a:sysClr val="windowText" lastClr="000000"/>
                          </a:solidFill>
                        </a:rPr>
                        <a:t>2025-01-01</a:t>
                      </a:r>
                      <a:endParaRPr lang="ko-KR" altLang="en-US" sz="8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ysClr val="windowText" lastClr="000000"/>
                          </a:solidFill>
                        </a:rPr>
                        <a:t>출발일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1" dirty="0">
                          <a:solidFill>
                            <a:sysClr val="windowText" lastClr="000000"/>
                          </a:solidFill>
                        </a:rPr>
                        <a:t>2025-05-12</a:t>
                      </a:r>
                      <a:endParaRPr lang="ko-KR" altLang="en-US" sz="8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ysClr val="windowText" lastClr="000000"/>
                          </a:solidFill>
                        </a:rPr>
                        <a:t>결제시한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1" dirty="0">
                          <a:solidFill>
                            <a:sysClr val="windowText" lastClr="000000"/>
                          </a:solidFill>
                        </a:rPr>
                        <a:t>2025-05-23 19:00</a:t>
                      </a:r>
                      <a:endParaRPr lang="ko-KR" altLang="en-US" sz="8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6040184"/>
                  </a:ext>
                </a:extLst>
              </a:tr>
              <a:tr h="24717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ysClr val="windowText" lastClr="000000"/>
                          </a:solidFill>
                        </a:rPr>
                        <a:t>항공여정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/>
                    <a:p>
                      <a:pPr latinLnBrk="1"/>
                      <a:r>
                        <a:rPr lang="ko-KR" altLang="en-US" sz="800" b="1" dirty="0">
                          <a:solidFill>
                            <a:sysClr val="windowText" lastClr="000000"/>
                          </a:solidFill>
                        </a:rPr>
                        <a:t>인천</a:t>
                      </a:r>
                      <a:r>
                        <a:rPr lang="en-US" altLang="ko-KR" sz="800" b="1" dirty="0">
                          <a:solidFill>
                            <a:sysClr val="windowText" lastClr="000000"/>
                          </a:solidFill>
                        </a:rPr>
                        <a:t>-</a:t>
                      </a:r>
                      <a:r>
                        <a:rPr lang="ko-KR" altLang="en-US" sz="800" b="1" dirty="0" err="1">
                          <a:solidFill>
                            <a:sysClr val="windowText" lastClr="000000"/>
                          </a:solidFill>
                        </a:rPr>
                        <a:t>하네다</a:t>
                      </a:r>
                      <a:r>
                        <a:rPr lang="en-US" altLang="ko-KR" sz="800" b="1" dirty="0">
                          <a:solidFill>
                            <a:sysClr val="windowText" lastClr="000000"/>
                          </a:solidFill>
                        </a:rPr>
                        <a:t>/</a:t>
                      </a:r>
                      <a:r>
                        <a:rPr lang="ko-KR" altLang="en-US" sz="800" b="1" dirty="0" err="1">
                          <a:solidFill>
                            <a:sysClr val="windowText" lastClr="000000"/>
                          </a:solidFill>
                        </a:rPr>
                        <a:t>하네다</a:t>
                      </a:r>
                      <a:r>
                        <a:rPr lang="en-US" altLang="ko-KR" sz="800" b="1" dirty="0">
                          <a:solidFill>
                            <a:sysClr val="windowText" lastClr="000000"/>
                          </a:solidFill>
                        </a:rPr>
                        <a:t>-</a:t>
                      </a:r>
                      <a:r>
                        <a:rPr lang="ko-KR" altLang="en-US" sz="800" b="1" dirty="0">
                          <a:solidFill>
                            <a:sysClr val="windowText" lastClr="000000"/>
                          </a:solidFill>
                        </a:rPr>
                        <a:t>인천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6404286"/>
                  </a:ext>
                </a:extLst>
              </a:tr>
            </a:tbl>
          </a:graphicData>
        </a:graphic>
      </p:graphicFrame>
      <p:sp>
        <p:nvSpPr>
          <p:cNvPr id="53" name="직사각형 52">
            <a:extLst>
              <a:ext uri="{FF2B5EF4-FFF2-40B4-BE49-F238E27FC236}">
                <a16:creationId xmlns:a16="http://schemas.microsoft.com/office/drawing/2014/main" id="{EDB916E1-D9C7-459E-8878-0C38B7A7E74E}"/>
              </a:ext>
            </a:extLst>
          </p:cNvPr>
          <p:cNvSpPr/>
          <p:nvPr/>
        </p:nvSpPr>
        <p:spPr>
          <a:xfrm>
            <a:off x="5588072" y="3452780"/>
            <a:ext cx="890132" cy="20954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</a:rPr>
              <a:t>상세보기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98DF61C2-8BFD-4E85-821F-3312AFAA5436}"/>
              </a:ext>
            </a:extLst>
          </p:cNvPr>
          <p:cNvSpPr/>
          <p:nvPr/>
        </p:nvSpPr>
        <p:spPr>
          <a:xfrm>
            <a:off x="6560454" y="3452780"/>
            <a:ext cx="890132" cy="20954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</a:rPr>
              <a:t>발권요청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7875F5B5-E71A-4F11-823E-0457EDB0B039}"/>
              </a:ext>
            </a:extLst>
          </p:cNvPr>
          <p:cNvSpPr/>
          <p:nvPr/>
        </p:nvSpPr>
        <p:spPr>
          <a:xfrm>
            <a:off x="7532836" y="3454710"/>
            <a:ext cx="890132" cy="20954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</a:rPr>
              <a:t>변경요청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8D109BDA-D841-4ADC-A367-BE09109B4D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0106" y="3452780"/>
            <a:ext cx="211354" cy="225764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61D1F30B-5514-4256-A7DA-FCA433D3F6FA}"/>
              </a:ext>
            </a:extLst>
          </p:cNvPr>
          <p:cNvSpPr txBox="1"/>
          <p:nvPr/>
        </p:nvSpPr>
        <p:spPr>
          <a:xfrm>
            <a:off x="252696" y="3017541"/>
            <a:ext cx="575549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rgbClr val="FF0000"/>
                </a:solidFill>
              </a:rPr>
              <a:t>* </a:t>
            </a:r>
            <a:r>
              <a:rPr lang="ko-KR" altLang="en-US" sz="700" dirty="0">
                <a:solidFill>
                  <a:srgbClr val="FF0000"/>
                </a:solidFill>
              </a:rPr>
              <a:t>예약취소를 하시려면 상세보기를 이용해주세요</a:t>
            </a: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6D9ED7CF-1801-4D65-869A-4EB08595AF67}"/>
              </a:ext>
            </a:extLst>
          </p:cNvPr>
          <p:cNvSpPr/>
          <p:nvPr/>
        </p:nvSpPr>
        <p:spPr>
          <a:xfrm>
            <a:off x="404880" y="3270443"/>
            <a:ext cx="342272" cy="13666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00" dirty="0">
              <a:solidFill>
                <a:schemeClr val="tx1"/>
              </a:solidFill>
            </a:endParaRP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1C942D2B-E712-4CBA-B221-9ED6E1972C80}"/>
              </a:ext>
            </a:extLst>
          </p:cNvPr>
          <p:cNvSpPr/>
          <p:nvPr/>
        </p:nvSpPr>
        <p:spPr>
          <a:xfrm>
            <a:off x="801192" y="3270443"/>
            <a:ext cx="342272" cy="13666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00" dirty="0">
              <a:solidFill>
                <a:schemeClr val="tx1"/>
              </a:solidFill>
            </a:endParaRP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A4CBB7AC-D320-4336-868D-CF72B68E3EA2}"/>
              </a:ext>
            </a:extLst>
          </p:cNvPr>
          <p:cNvSpPr/>
          <p:nvPr/>
        </p:nvSpPr>
        <p:spPr>
          <a:xfrm>
            <a:off x="1193663" y="3270443"/>
            <a:ext cx="342272" cy="136662"/>
          </a:xfrm>
          <a:prstGeom prst="rect">
            <a:avLst/>
          </a:prstGeom>
          <a:solidFill>
            <a:srgbClr val="0070C0"/>
          </a:solidFill>
          <a:ln w="63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00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B8B243-EDB9-4E4B-9957-5012B11F54D1}"/>
              </a:ext>
            </a:extLst>
          </p:cNvPr>
          <p:cNvSpPr txBox="1"/>
          <p:nvPr/>
        </p:nvSpPr>
        <p:spPr>
          <a:xfrm>
            <a:off x="365420" y="3255499"/>
            <a:ext cx="1298304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00" b="1" dirty="0"/>
              <a:t>  국제</a:t>
            </a:r>
            <a:r>
              <a:rPr lang="en-US" altLang="ko-KR" sz="500" b="1" dirty="0"/>
              <a:t>          </a:t>
            </a:r>
            <a:r>
              <a:rPr lang="ko-KR" altLang="en-US" sz="500" b="1" dirty="0"/>
              <a:t>요금확정      </a:t>
            </a:r>
            <a:r>
              <a:rPr lang="ko-KR" altLang="en-US" sz="500" b="1" dirty="0">
                <a:solidFill>
                  <a:schemeClr val="bg1"/>
                </a:solidFill>
              </a:rPr>
              <a:t>예약완료</a:t>
            </a:r>
          </a:p>
        </p:txBody>
      </p:sp>
      <p:graphicFrame>
        <p:nvGraphicFramePr>
          <p:cNvPr id="83" name="표 82">
            <a:extLst>
              <a:ext uri="{FF2B5EF4-FFF2-40B4-BE49-F238E27FC236}">
                <a16:creationId xmlns:a16="http://schemas.microsoft.com/office/drawing/2014/main" id="{346FAD53-6470-470E-851A-91A7F3C294FD}"/>
              </a:ext>
            </a:extLst>
          </p:cNvPr>
          <p:cNvGraphicFramePr>
            <a:graphicFrameLocks noGrp="1"/>
          </p:cNvGraphicFramePr>
          <p:nvPr/>
        </p:nvGraphicFramePr>
        <p:xfrm>
          <a:off x="338367" y="4380315"/>
          <a:ext cx="8136044" cy="10022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2241">
                  <a:extLst>
                    <a:ext uri="{9D8B030D-6E8A-4147-A177-3AD203B41FA5}">
                      <a16:colId xmlns:a16="http://schemas.microsoft.com/office/drawing/2014/main" val="549531417"/>
                    </a:ext>
                  </a:extLst>
                </a:gridCol>
                <a:gridCol w="2061336">
                  <a:extLst>
                    <a:ext uri="{9D8B030D-6E8A-4147-A177-3AD203B41FA5}">
                      <a16:colId xmlns:a16="http://schemas.microsoft.com/office/drawing/2014/main" val="1160072241"/>
                    </a:ext>
                  </a:extLst>
                </a:gridCol>
                <a:gridCol w="973062">
                  <a:extLst>
                    <a:ext uri="{9D8B030D-6E8A-4147-A177-3AD203B41FA5}">
                      <a16:colId xmlns:a16="http://schemas.microsoft.com/office/drawing/2014/main" val="2347549503"/>
                    </a:ext>
                  </a:extLst>
                </a:gridCol>
                <a:gridCol w="1521955">
                  <a:extLst>
                    <a:ext uri="{9D8B030D-6E8A-4147-A177-3AD203B41FA5}">
                      <a16:colId xmlns:a16="http://schemas.microsoft.com/office/drawing/2014/main" val="4219911250"/>
                    </a:ext>
                  </a:extLst>
                </a:gridCol>
                <a:gridCol w="750679">
                  <a:extLst>
                    <a:ext uri="{9D8B030D-6E8A-4147-A177-3AD203B41FA5}">
                      <a16:colId xmlns:a16="http://schemas.microsoft.com/office/drawing/2014/main" val="3661191010"/>
                    </a:ext>
                  </a:extLst>
                </a:gridCol>
                <a:gridCol w="1876771">
                  <a:extLst>
                    <a:ext uri="{9D8B030D-6E8A-4147-A177-3AD203B41FA5}">
                      <a16:colId xmlns:a16="http://schemas.microsoft.com/office/drawing/2014/main" val="263931908"/>
                    </a:ext>
                  </a:extLst>
                </a:gridCol>
              </a:tblGrid>
              <a:tr h="507896"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ysClr val="windowText" lastClr="000000"/>
                          </a:solidFill>
                        </a:rPr>
                        <a:t>      대한항공</a:t>
                      </a:r>
                    </a:p>
                    <a:p>
                      <a:pPr latinLnBrk="1"/>
                      <a:r>
                        <a:rPr lang="ko-KR" altLang="en-US" sz="800" b="0" dirty="0">
                          <a:solidFill>
                            <a:sysClr val="windowText" lastClr="000000"/>
                          </a:solidFill>
                        </a:rPr>
                        <a:t>      예약번호 </a:t>
                      </a:r>
                      <a:r>
                        <a:rPr lang="en-US" altLang="ko-KR" sz="800" b="0" dirty="0">
                          <a:solidFill>
                            <a:sysClr val="windowText" lastClr="000000"/>
                          </a:solidFill>
                        </a:rPr>
                        <a:t>ABC15SD2</a:t>
                      </a:r>
                      <a:endParaRPr lang="ko-KR" altLang="en-US" sz="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mpd="sng">
                      <a:noFill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latinLnBrk="1"/>
                      <a:endParaRPr lang="ko-KR" altLang="en-US" sz="8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796049"/>
                  </a:ext>
                </a:extLst>
              </a:tr>
              <a:tr h="24717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ysClr val="windowText" lastClr="000000"/>
                          </a:solidFill>
                        </a:rPr>
                        <a:t>예약일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1" dirty="0">
                          <a:solidFill>
                            <a:sysClr val="windowText" lastClr="000000"/>
                          </a:solidFill>
                        </a:rPr>
                        <a:t>2025-01-01</a:t>
                      </a:r>
                      <a:endParaRPr lang="ko-KR" altLang="en-US" sz="8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ysClr val="windowText" lastClr="000000"/>
                          </a:solidFill>
                        </a:rPr>
                        <a:t>출발일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1" dirty="0">
                          <a:solidFill>
                            <a:sysClr val="windowText" lastClr="000000"/>
                          </a:solidFill>
                        </a:rPr>
                        <a:t>2025-05-12</a:t>
                      </a:r>
                      <a:endParaRPr lang="ko-KR" altLang="en-US" sz="8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ysClr val="windowText" lastClr="000000"/>
                          </a:solidFill>
                        </a:rPr>
                        <a:t>결제시한</a:t>
                      </a:r>
                    </a:p>
                  </a:txBody>
                  <a:tcPr anchor="b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b="1" dirty="0">
                          <a:solidFill>
                            <a:sysClr val="windowText" lastClr="000000"/>
                          </a:solidFill>
                        </a:rPr>
                        <a:t>2025-05-23 19:00</a:t>
                      </a:r>
                      <a:endParaRPr lang="ko-KR" altLang="en-US" sz="8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b"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6040184"/>
                  </a:ext>
                </a:extLst>
              </a:tr>
              <a:tr h="24717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>
                          <a:solidFill>
                            <a:sysClr val="windowText" lastClr="000000"/>
                          </a:solidFill>
                        </a:rPr>
                        <a:t>항공여정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/>
                    <a:p>
                      <a:pPr latinLnBrk="1"/>
                      <a:r>
                        <a:rPr lang="ko-KR" altLang="en-US" sz="800" b="1" dirty="0">
                          <a:solidFill>
                            <a:sysClr val="windowText" lastClr="000000"/>
                          </a:solidFill>
                        </a:rPr>
                        <a:t>인천</a:t>
                      </a:r>
                      <a:r>
                        <a:rPr lang="en-US" altLang="ko-KR" sz="800" b="1" dirty="0">
                          <a:solidFill>
                            <a:sysClr val="windowText" lastClr="000000"/>
                          </a:solidFill>
                        </a:rPr>
                        <a:t>-</a:t>
                      </a:r>
                      <a:r>
                        <a:rPr lang="ko-KR" altLang="en-US" sz="800" b="1" dirty="0" err="1">
                          <a:solidFill>
                            <a:sysClr val="windowText" lastClr="000000"/>
                          </a:solidFill>
                        </a:rPr>
                        <a:t>하네다</a:t>
                      </a:r>
                      <a:r>
                        <a:rPr lang="en-US" altLang="ko-KR" sz="800" b="1" dirty="0">
                          <a:solidFill>
                            <a:sysClr val="windowText" lastClr="000000"/>
                          </a:solidFill>
                        </a:rPr>
                        <a:t>/</a:t>
                      </a:r>
                      <a:r>
                        <a:rPr lang="ko-KR" altLang="en-US" sz="800" b="1" dirty="0" err="1">
                          <a:solidFill>
                            <a:sysClr val="windowText" lastClr="000000"/>
                          </a:solidFill>
                        </a:rPr>
                        <a:t>하네다</a:t>
                      </a:r>
                      <a:r>
                        <a:rPr lang="en-US" altLang="ko-KR" sz="800" b="1" dirty="0">
                          <a:solidFill>
                            <a:sysClr val="windowText" lastClr="000000"/>
                          </a:solidFill>
                        </a:rPr>
                        <a:t>-</a:t>
                      </a:r>
                      <a:r>
                        <a:rPr lang="ko-KR" altLang="en-US" sz="800" b="1" dirty="0">
                          <a:solidFill>
                            <a:sysClr val="windowText" lastClr="000000"/>
                          </a:solidFill>
                        </a:rPr>
                        <a:t>인천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6404286"/>
                  </a:ext>
                </a:extLst>
              </a:tr>
            </a:tbl>
          </a:graphicData>
        </a:graphic>
      </p:graphicFrame>
      <p:sp>
        <p:nvSpPr>
          <p:cNvPr id="85" name="직사각형 84">
            <a:extLst>
              <a:ext uri="{FF2B5EF4-FFF2-40B4-BE49-F238E27FC236}">
                <a16:creationId xmlns:a16="http://schemas.microsoft.com/office/drawing/2014/main" id="{C33C86AD-7596-4483-A077-B925DCF14DD4}"/>
              </a:ext>
            </a:extLst>
          </p:cNvPr>
          <p:cNvSpPr/>
          <p:nvPr/>
        </p:nvSpPr>
        <p:spPr>
          <a:xfrm>
            <a:off x="5563127" y="4608034"/>
            <a:ext cx="890132" cy="20954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</a:rPr>
              <a:t>상세보기</a:t>
            </a: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244F95DE-45BD-4994-8AD5-5C72D322B475}"/>
              </a:ext>
            </a:extLst>
          </p:cNvPr>
          <p:cNvSpPr/>
          <p:nvPr/>
        </p:nvSpPr>
        <p:spPr>
          <a:xfrm>
            <a:off x="6535509" y="4608034"/>
            <a:ext cx="890132" cy="20954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</a:rPr>
              <a:t>발권요청</a:t>
            </a: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2456DD15-1F23-4DE2-9EB5-1232F66E3F4E}"/>
              </a:ext>
            </a:extLst>
          </p:cNvPr>
          <p:cNvSpPr/>
          <p:nvPr/>
        </p:nvSpPr>
        <p:spPr>
          <a:xfrm>
            <a:off x="7507891" y="4609964"/>
            <a:ext cx="890132" cy="20954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</a:rPr>
              <a:t>변경요청</a:t>
            </a:r>
          </a:p>
        </p:txBody>
      </p:sp>
      <p:pic>
        <p:nvPicPr>
          <p:cNvPr id="91" name="그림 90">
            <a:extLst>
              <a:ext uri="{FF2B5EF4-FFF2-40B4-BE49-F238E27FC236}">
                <a16:creationId xmlns:a16="http://schemas.microsoft.com/office/drawing/2014/main" id="{44105150-AB23-4485-8420-E75E6BC479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0106" y="4599889"/>
            <a:ext cx="211354" cy="225764"/>
          </a:xfrm>
          <a:prstGeom prst="rect">
            <a:avLst/>
          </a:prstGeom>
        </p:spPr>
      </p:pic>
      <p:sp>
        <p:nvSpPr>
          <p:cNvPr id="95" name="직사각형 94">
            <a:extLst>
              <a:ext uri="{FF2B5EF4-FFF2-40B4-BE49-F238E27FC236}">
                <a16:creationId xmlns:a16="http://schemas.microsoft.com/office/drawing/2014/main" id="{4EF8451B-885B-4694-AADC-85972D0E8FD6}"/>
              </a:ext>
            </a:extLst>
          </p:cNvPr>
          <p:cNvSpPr/>
          <p:nvPr/>
        </p:nvSpPr>
        <p:spPr>
          <a:xfrm>
            <a:off x="404880" y="4417552"/>
            <a:ext cx="342272" cy="13666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00" dirty="0">
              <a:solidFill>
                <a:schemeClr val="tx1"/>
              </a:solidFill>
            </a:endParaRPr>
          </a:p>
        </p:txBody>
      </p:sp>
      <p:sp>
        <p:nvSpPr>
          <p:cNvPr id="96" name="직사각형 95">
            <a:extLst>
              <a:ext uri="{FF2B5EF4-FFF2-40B4-BE49-F238E27FC236}">
                <a16:creationId xmlns:a16="http://schemas.microsoft.com/office/drawing/2014/main" id="{3651413B-054B-4B73-AE61-21B0C996B83C}"/>
              </a:ext>
            </a:extLst>
          </p:cNvPr>
          <p:cNvSpPr/>
          <p:nvPr/>
        </p:nvSpPr>
        <p:spPr>
          <a:xfrm>
            <a:off x="801192" y="4417552"/>
            <a:ext cx="342272" cy="136662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00" dirty="0">
              <a:solidFill>
                <a:schemeClr val="tx1"/>
              </a:solidFill>
            </a:endParaRPr>
          </a:p>
        </p:txBody>
      </p:sp>
      <p:sp>
        <p:nvSpPr>
          <p:cNvPr id="97" name="직사각형 96">
            <a:extLst>
              <a:ext uri="{FF2B5EF4-FFF2-40B4-BE49-F238E27FC236}">
                <a16:creationId xmlns:a16="http://schemas.microsoft.com/office/drawing/2014/main" id="{C43CCD28-17D1-49E2-835D-8DB9DB3B807C}"/>
              </a:ext>
            </a:extLst>
          </p:cNvPr>
          <p:cNvSpPr/>
          <p:nvPr/>
        </p:nvSpPr>
        <p:spPr>
          <a:xfrm>
            <a:off x="1193663" y="4417552"/>
            <a:ext cx="342272" cy="136662"/>
          </a:xfrm>
          <a:prstGeom prst="rect">
            <a:avLst/>
          </a:prstGeom>
          <a:solidFill>
            <a:srgbClr val="FF0000"/>
          </a:solidFill>
          <a:ln w="63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300" dirty="0">
              <a:solidFill>
                <a:schemeClr val="tx1"/>
              </a:solidFill>
            </a:endParaRP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0849E0E6-FD02-4C3E-BE99-081AC3DBBFCA}"/>
              </a:ext>
            </a:extLst>
          </p:cNvPr>
          <p:cNvSpPr txBox="1"/>
          <p:nvPr/>
        </p:nvSpPr>
        <p:spPr>
          <a:xfrm>
            <a:off x="365420" y="4398341"/>
            <a:ext cx="1298304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00" b="1" dirty="0"/>
              <a:t>  국제</a:t>
            </a:r>
            <a:r>
              <a:rPr lang="en-US" altLang="ko-KR" sz="500" b="1" dirty="0"/>
              <a:t>        </a:t>
            </a:r>
            <a:r>
              <a:rPr lang="ko-KR" altLang="en-US" sz="500" b="1" dirty="0" err="1"/>
              <a:t>요금미확정</a:t>
            </a:r>
            <a:r>
              <a:rPr lang="ko-KR" altLang="en-US" sz="500" b="1" dirty="0"/>
              <a:t>     </a:t>
            </a:r>
            <a:r>
              <a:rPr lang="ko-KR" altLang="en-US" sz="500" b="1" dirty="0">
                <a:solidFill>
                  <a:schemeClr val="bg1"/>
                </a:solidFill>
              </a:rPr>
              <a:t>예약완료</a:t>
            </a:r>
          </a:p>
        </p:txBody>
      </p:sp>
      <p:graphicFrame>
        <p:nvGraphicFramePr>
          <p:cNvPr id="57" name="표 56">
            <a:extLst>
              <a:ext uri="{FF2B5EF4-FFF2-40B4-BE49-F238E27FC236}">
                <a16:creationId xmlns:a16="http://schemas.microsoft.com/office/drawing/2014/main" id="{771E2EDA-93D6-4F75-8F33-F6D91E82BD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8732616"/>
              </p:ext>
            </p:extLst>
          </p:nvPr>
        </p:nvGraphicFramePr>
        <p:xfrm>
          <a:off x="8872566" y="89350"/>
          <a:ext cx="3208786" cy="23817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586">
                  <a:extLst>
                    <a:ext uri="{9D8B030D-6E8A-4147-A177-3AD203B41FA5}">
                      <a16:colId xmlns:a16="http://schemas.microsoft.com/office/drawing/2014/main" val="2331582862"/>
                    </a:ext>
                  </a:extLst>
                </a:gridCol>
                <a:gridCol w="2891200">
                  <a:extLst>
                    <a:ext uri="{9D8B030D-6E8A-4147-A177-3AD203B41FA5}">
                      <a16:colId xmlns:a16="http://schemas.microsoft.com/office/drawing/2014/main" val="2209047372"/>
                    </a:ext>
                  </a:extLst>
                </a:gridCol>
              </a:tblGrid>
              <a:tr h="37673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Description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1541402"/>
                  </a:ext>
                </a:extLst>
              </a:tr>
              <a:tr h="316723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dirty="0"/>
                        <a:t>변경 및 환불요청 팝업으로 요청사항 작성 하면 전담팀으로 메일 발송이 되도록 한다</a:t>
                      </a:r>
                      <a:endParaRPr lang="en-US" altLang="ko-KR" sz="800" b="1" u="none" baseline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b="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7470636"/>
                  </a:ext>
                </a:extLst>
              </a:tr>
              <a:tr h="3167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1</a:t>
                      </a:r>
                      <a:endParaRPr lang="ko-KR" altLang="en-US" sz="8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0" dirty="0"/>
                        <a:t>팝업 </a:t>
                      </a:r>
                      <a:r>
                        <a:rPr lang="en-US" altLang="ko-KR" sz="800" b="0" dirty="0"/>
                        <a:t>title</a:t>
                      </a:r>
                    </a:p>
                    <a:p>
                      <a:pPr latinLnBrk="1"/>
                      <a:r>
                        <a:rPr lang="ko-KR" altLang="en-US" sz="800" b="0" dirty="0"/>
                        <a:t>변경요청일 시 </a:t>
                      </a:r>
                      <a:r>
                        <a:rPr lang="en-US" altLang="ko-KR" sz="800" b="0" dirty="0"/>
                        <a:t>: {</a:t>
                      </a:r>
                      <a:r>
                        <a:rPr lang="ko-KR" altLang="en-US" sz="800" b="0" dirty="0"/>
                        <a:t>이름</a:t>
                      </a:r>
                      <a:r>
                        <a:rPr lang="en-US" altLang="ko-KR" sz="800" b="0" dirty="0"/>
                        <a:t>}</a:t>
                      </a:r>
                      <a:r>
                        <a:rPr lang="ko-KR" altLang="en-US" sz="800" b="0" dirty="0"/>
                        <a:t>님의 변경 요청</a:t>
                      </a:r>
                      <a:endParaRPr lang="en-US" altLang="ko-KR" sz="800" b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/>
                        <a:t>환불요청일 시 </a:t>
                      </a:r>
                      <a:r>
                        <a:rPr lang="en-US" altLang="ko-KR" sz="800" b="0" dirty="0"/>
                        <a:t>: {</a:t>
                      </a:r>
                      <a:r>
                        <a:rPr lang="ko-KR" altLang="en-US" sz="800" b="0" dirty="0"/>
                        <a:t>이름</a:t>
                      </a:r>
                      <a:r>
                        <a:rPr lang="en-US" altLang="ko-KR" sz="800" b="0" dirty="0"/>
                        <a:t>}</a:t>
                      </a:r>
                      <a:r>
                        <a:rPr lang="ko-KR" altLang="en-US" sz="800" b="0" dirty="0"/>
                        <a:t>님의 환불 요청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289071"/>
                  </a:ext>
                </a:extLst>
              </a:tr>
              <a:tr h="3167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2</a:t>
                      </a:r>
                      <a:endParaRPr lang="ko-KR" altLang="en-US" sz="8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/>
                        <a:t>클릭 시</a:t>
                      </a:r>
                      <a:r>
                        <a:rPr lang="en-US" altLang="ko-KR" sz="800" b="0" dirty="0"/>
                        <a:t>, </a:t>
                      </a:r>
                      <a:r>
                        <a:rPr lang="ko-KR" altLang="en-US" sz="800" b="0" dirty="0"/>
                        <a:t>전담팀에게 메일 발송 후 </a:t>
                      </a:r>
                      <a:r>
                        <a:rPr lang="en-US" altLang="ko-KR" sz="800" b="0" dirty="0"/>
                        <a:t>alert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/>
                        <a:t>수신 </a:t>
                      </a:r>
                      <a:r>
                        <a:rPr lang="en-US" altLang="ko-KR" sz="800" b="0" dirty="0"/>
                        <a:t>: </a:t>
                      </a:r>
                      <a:r>
                        <a:rPr lang="ko-KR" altLang="en-US" sz="800" b="0" dirty="0"/>
                        <a:t>항공전담팀</a:t>
                      </a:r>
                      <a:r>
                        <a:rPr lang="en-US" altLang="ko-KR" sz="800" b="0" dirty="0"/>
                        <a:t>, </a:t>
                      </a:r>
                      <a:r>
                        <a:rPr lang="ko-KR" altLang="en-US" sz="800" b="0" dirty="0"/>
                        <a:t>예약자</a:t>
                      </a:r>
                      <a:endParaRPr lang="en-US" altLang="ko-KR" sz="800" b="0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br>
                        <a:rPr lang="en-US" altLang="ko-KR" sz="800" b="0" dirty="0"/>
                      </a:br>
                      <a:r>
                        <a:rPr lang="ko-KR" altLang="en-US" sz="800" b="0" dirty="0"/>
                        <a:t>문구 </a:t>
                      </a:r>
                      <a:r>
                        <a:rPr lang="en-US" altLang="ko-KR" sz="800" b="0" dirty="0"/>
                        <a:t>: {</a:t>
                      </a:r>
                      <a:r>
                        <a:rPr lang="ko-KR" altLang="en-US" sz="800" b="0" dirty="0"/>
                        <a:t>변경</a:t>
                      </a:r>
                      <a:r>
                        <a:rPr lang="en-US" altLang="ko-KR" sz="800" b="0" dirty="0"/>
                        <a:t>/</a:t>
                      </a:r>
                      <a:r>
                        <a:rPr lang="ko-KR" altLang="en-US" sz="800" b="0" dirty="0"/>
                        <a:t>환불</a:t>
                      </a:r>
                      <a:r>
                        <a:rPr lang="en-US" altLang="ko-KR" sz="800" b="0" dirty="0"/>
                        <a:t>} </a:t>
                      </a:r>
                      <a:r>
                        <a:rPr lang="ko-KR" altLang="en-US" sz="800" b="0" dirty="0"/>
                        <a:t>요청이 완료 되었습니다</a:t>
                      </a:r>
                      <a:r>
                        <a:rPr lang="en-US" altLang="ko-KR" sz="800" b="0" dirty="0"/>
                        <a:t>.</a:t>
                      </a:r>
                      <a:endParaRPr lang="ko-KR" altLang="en-US" sz="800" b="0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1462875"/>
                  </a:ext>
                </a:extLst>
              </a:tr>
              <a:tr h="3167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Check point</a:t>
                      </a:r>
                      <a:endParaRPr lang="ko-KR" altLang="en-US" sz="800" b="1"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3460177"/>
                  </a:ext>
                </a:extLst>
              </a:tr>
              <a:tr h="316723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7885996"/>
                  </a:ext>
                </a:extLst>
              </a:tr>
            </a:tbl>
          </a:graphicData>
        </a:graphic>
      </p:graphicFrame>
      <p:sp>
        <p:nvSpPr>
          <p:cNvPr id="58" name="TextBox 57">
            <a:extLst>
              <a:ext uri="{FF2B5EF4-FFF2-40B4-BE49-F238E27FC236}">
                <a16:creationId xmlns:a16="http://schemas.microsoft.com/office/drawing/2014/main" id="{E7756FA0-7446-400B-BF71-7063BFCD7875}"/>
              </a:ext>
            </a:extLst>
          </p:cNvPr>
          <p:cNvSpPr txBox="1"/>
          <p:nvPr/>
        </p:nvSpPr>
        <p:spPr>
          <a:xfrm>
            <a:off x="992038" y="221039"/>
            <a:ext cx="1566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/>
              <a:t>변경 및 환불요청 팝업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CFF2526-4227-4C19-9CC5-03E2B730BADD}"/>
              </a:ext>
            </a:extLst>
          </p:cNvPr>
          <p:cNvSpPr txBox="1"/>
          <p:nvPr/>
        </p:nvSpPr>
        <p:spPr>
          <a:xfrm>
            <a:off x="3355675" y="213760"/>
            <a:ext cx="370353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000" b="1" dirty="0"/>
              <a:t>항공 </a:t>
            </a:r>
            <a:r>
              <a:rPr lang="en-US" altLang="ko-KR" sz="1000" b="1" dirty="0"/>
              <a:t>&gt; </a:t>
            </a:r>
            <a:r>
              <a:rPr lang="ko-KR" altLang="en-US" sz="1000" b="1" dirty="0"/>
              <a:t>예약내역 </a:t>
            </a:r>
            <a:r>
              <a:rPr lang="en-US" altLang="ko-KR" sz="1000" b="1" dirty="0"/>
              <a:t>&gt; </a:t>
            </a:r>
            <a:r>
              <a:rPr lang="ko-KR" altLang="en-US" sz="1000" b="1" dirty="0"/>
              <a:t>변경 및 환불요청 팝업</a:t>
            </a:r>
            <a:endParaRPr lang="en-US" altLang="ko-KR" sz="1000" b="1" dirty="0">
              <a:latin typeface="+mn-ea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B2FCF6FC-3EE2-40D6-BADA-23D12724FF9C}"/>
              </a:ext>
            </a:extLst>
          </p:cNvPr>
          <p:cNvSpPr/>
          <p:nvPr/>
        </p:nvSpPr>
        <p:spPr>
          <a:xfrm>
            <a:off x="5588573" y="3356122"/>
            <a:ext cx="890132" cy="20954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</a:rPr>
              <a:t>상세보기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29CDC4AB-6110-4358-9FD0-3D9FB49A8481}"/>
              </a:ext>
            </a:extLst>
          </p:cNvPr>
          <p:cNvSpPr/>
          <p:nvPr/>
        </p:nvSpPr>
        <p:spPr>
          <a:xfrm>
            <a:off x="5591485" y="4593485"/>
            <a:ext cx="890132" cy="209540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</a:rPr>
              <a:t>상세보기</a:t>
            </a: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3089BD6A-2777-4199-9CCB-D0B731AD4864}"/>
              </a:ext>
            </a:extLst>
          </p:cNvPr>
          <p:cNvSpPr/>
          <p:nvPr/>
        </p:nvSpPr>
        <p:spPr>
          <a:xfrm>
            <a:off x="95157" y="614884"/>
            <a:ext cx="8707394" cy="6103610"/>
          </a:xfrm>
          <a:prstGeom prst="rect">
            <a:avLst/>
          </a:prstGeom>
          <a:solidFill>
            <a:schemeClr val="tx1">
              <a:lumMod val="85000"/>
              <a:lumOff val="15000"/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2" name="사각형: 둥근 모서리 81">
            <a:extLst>
              <a:ext uri="{FF2B5EF4-FFF2-40B4-BE49-F238E27FC236}">
                <a16:creationId xmlns:a16="http://schemas.microsoft.com/office/drawing/2014/main" id="{D679E4AA-CE60-4EB9-BC5A-9479D144C7E2}"/>
              </a:ext>
            </a:extLst>
          </p:cNvPr>
          <p:cNvSpPr>
            <a:spLocks/>
          </p:cNvSpPr>
          <p:nvPr/>
        </p:nvSpPr>
        <p:spPr>
          <a:xfrm>
            <a:off x="2125055" y="1998134"/>
            <a:ext cx="4432808" cy="3318934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>
            <a:noFill/>
          </a:ln>
          <a:effectLst>
            <a:softEdge rad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2" name="사각형: 둥근 모서리 91">
            <a:extLst>
              <a:ext uri="{FF2B5EF4-FFF2-40B4-BE49-F238E27FC236}">
                <a16:creationId xmlns:a16="http://schemas.microsoft.com/office/drawing/2014/main" id="{3745D169-3355-43B9-8ECB-C16E4BDDA130}"/>
              </a:ext>
            </a:extLst>
          </p:cNvPr>
          <p:cNvSpPr/>
          <p:nvPr/>
        </p:nvSpPr>
        <p:spPr>
          <a:xfrm>
            <a:off x="3087397" y="4861756"/>
            <a:ext cx="2324461" cy="262196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/>
              <a:t>확인</a:t>
            </a:r>
          </a:p>
        </p:txBody>
      </p:sp>
      <p:graphicFrame>
        <p:nvGraphicFramePr>
          <p:cNvPr id="93" name="표 92">
            <a:extLst>
              <a:ext uri="{FF2B5EF4-FFF2-40B4-BE49-F238E27FC236}">
                <a16:creationId xmlns:a16="http://schemas.microsoft.com/office/drawing/2014/main" id="{BB588900-5E22-4DE4-8C80-7D9F197F8D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2666643"/>
              </p:ext>
            </p:extLst>
          </p:nvPr>
        </p:nvGraphicFramePr>
        <p:xfrm>
          <a:off x="2251225" y="2316101"/>
          <a:ext cx="4102256" cy="11417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9656">
                  <a:extLst>
                    <a:ext uri="{9D8B030D-6E8A-4147-A177-3AD203B41FA5}">
                      <a16:colId xmlns:a16="http://schemas.microsoft.com/office/drawing/2014/main" val="128188451"/>
                    </a:ext>
                  </a:extLst>
                </a:gridCol>
                <a:gridCol w="1336145">
                  <a:extLst>
                    <a:ext uri="{9D8B030D-6E8A-4147-A177-3AD203B41FA5}">
                      <a16:colId xmlns:a16="http://schemas.microsoft.com/office/drawing/2014/main" val="150027991"/>
                    </a:ext>
                  </a:extLst>
                </a:gridCol>
                <a:gridCol w="628035">
                  <a:extLst>
                    <a:ext uri="{9D8B030D-6E8A-4147-A177-3AD203B41FA5}">
                      <a16:colId xmlns:a16="http://schemas.microsoft.com/office/drawing/2014/main" val="3814025556"/>
                    </a:ext>
                  </a:extLst>
                </a:gridCol>
                <a:gridCol w="1548420">
                  <a:extLst>
                    <a:ext uri="{9D8B030D-6E8A-4147-A177-3AD203B41FA5}">
                      <a16:colId xmlns:a16="http://schemas.microsoft.com/office/drawing/2014/main" val="641180489"/>
                    </a:ext>
                  </a:extLst>
                </a:gridCol>
              </a:tblGrid>
              <a:tr h="285439"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TITLE</a:t>
                      </a: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4765839"/>
                  </a:ext>
                </a:extLst>
              </a:tr>
              <a:tr h="28543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dirty="0"/>
                        <a:t>예약번호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6WF5LK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dirty="0"/>
                        <a:t>항공사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아시아나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7057316"/>
                  </a:ext>
                </a:extLst>
              </a:tr>
              <a:tr h="28543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dirty="0"/>
                        <a:t>여정</a:t>
                      </a:r>
                      <a:r>
                        <a:rPr lang="en-US" altLang="ko-KR" sz="800" b="1" dirty="0"/>
                        <a:t>1</a:t>
                      </a:r>
                      <a:endParaRPr lang="ko-KR" altLang="en-US" sz="800" b="1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인천</a:t>
                      </a:r>
                      <a:r>
                        <a:rPr lang="en-US" altLang="ko-KR" sz="800" dirty="0"/>
                        <a:t>(ICN)-</a:t>
                      </a:r>
                      <a:r>
                        <a:rPr lang="ko-KR" altLang="en-US" sz="800" dirty="0"/>
                        <a:t>하얼빈</a:t>
                      </a:r>
                      <a:r>
                        <a:rPr lang="en-US" altLang="ko-KR" sz="800" dirty="0"/>
                        <a:t>(HRB)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dirty="0"/>
                        <a:t>출발일시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2025-11-18(</a:t>
                      </a:r>
                      <a:r>
                        <a:rPr lang="ko-KR" altLang="en-US" sz="800" dirty="0"/>
                        <a:t>월</a:t>
                      </a:r>
                      <a:r>
                        <a:rPr lang="en-US" altLang="ko-KR" sz="800" dirty="0"/>
                        <a:t>) 19:40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7522456"/>
                  </a:ext>
                </a:extLst>
              </a:tr>
              <a:tr h="28543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dirty="0"/>
                        <a:t>여정</a:t>
                      </a:r>
                      <a:r>
                        <a:rPr lang="en-US" altLang="ko-KR" sz="800" b="1" dirty="0"/>
                        <a:t>2</a:t>
                      </a:r>
                      <a:endParaRPr lang="ko-KR" altLang="en-US" sz="800" b="1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하얼빈</a:t>
                      </a:r>
                      <a:r>
                        <a:rPr lang="en-US" altLang="ko-KR" sz="800" dirty="0"/>
                        <a:t>(HRB)-</a:t>
                      </a:r>
                      <a:r>
                        <a:rPr lang="ko-KR" altLang="en-US" sz="800" dirty="0"/>
                        <a:t>인천</a:t>
                      </a:r>
                      <a:r>
                        <a:rPr lang="en-US" altLang="ko-KR" sz="800" dirty="0"/>
                        <a:t>(ICN)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b="1" dirty="0" err="1"/>
                        <a:t>리턴일시</a:t>
                      </a:r>
                      <a:endParaRPr lang="ko-KR" altLang="en-US" sz="800" b="1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2025-12-12(</a:t>
                      </a:r>
                      <a:r>
                        <a:rPr lang="ko-KR" altLang="en-US" sz="800" dirty="0"/>
                        <a:t>토</a:t>
                      </a:r>
                      <a:r>
                        <a:rPr lang="en-US" altLang="ko-KR" sz="800" dirty="0"/>
                        <a:t>) 08:00</a:t>
                      </a:r>
                      <a:endParaRPr lang="ko-KR" altLang="en-US" sz="8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8916846"/>
                  </a:ext>
                </a:extLst>
              </a:tr>
            </a:tbl>
          </a:graphicData>
        </a:graphic>
      </p:graphicFrame>
      <p:graphicFrame>
        <p:nvGraphicFramePr>
          <p:cNvPr id="94" name="표 93">
            <a:extLst>
              <a:ext uri="{FF2B5EF4-FFF2-40B4-BE49-F238E27FC236}">
                <a16:creationId xmlns:a16="http://schemas.microsoft.com/office/drawing/2014/main" id="{7E0E713B-75BB-43D4-BCB2-D57536856A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0897995"/>
              </p:ext>
            </p:extLst>
          </p:nvPr>
        </p:nvGraphicFramePr>
        <p:xfrm>
          <a:off x="2251225" y="3587468"/>
          <a:ext cx="4102256" cy="1130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02256">
                  <a:extLst>
                    <a:ext uri="{9D8B030D-6E8A-4147-A177-3AD203B41FA5}">
                      <a16:colId xmlns:a16="http://schemas.microsoft.com/office/drawing/2014/main" val="2369679285"/>
                    </a:ext>
                  </a:extLst>
                </a:gridCol>
              </a:tblGrid>
              <a:tr h="256399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</a:rPr>
                        <a:t>요청사항</a:t>
                      </a: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1086946"/>
                  </a:ext>
                </a:extLst>
              </a:tr>
              <a:tr h="873817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요청사항을 입력해주세요</a:t>
                      </a:r>
                      <a:r>
                        <a:rPr lang="en-US" altLang="ko-KR" sz="800" dirty="0">
                          <a:solidFill>
                            <a:schemeClr val="bg1">
                              <a:lumMod val="65000"/>
                            </a:schemeClr>
                          </a:solidFill>
                        </a:rPr>
                        <a:t>.</a:t>
                      </a:r>
                    </a:p>
                    <a:p>
                      <a:pPr algn="l" latinLnBrk="1"/>
                      <a:endParaRPr lang="en-US" altLang="ko-KR" sz="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2573930"/>
                  </a:ext>
                </a:extLst>
              </a:tr>
            </a:tbl>
          </a:graphicData>
        </a:graphic>
      </p:graphicFrame>
      <p:pic>
        <p:nvPicPr>
          <p:cNvPr id="99" name="그래픽 98" descr="닫기 단색으로 채워진">
            <a:extLst>
              <a:ext uri="{FF2B5EF4-FFF2-40B4-BE49-F238E27FC236}">
                <a16:creationId xmlns:a16="http://schemas.microsoft.com/office/drawing/2014/main" id="{2309AC79-215C-4177-BD73-B9DC3D0B4CA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33543" y="2053617"/>
            <a:ext cx="142568" cy="165661"/>
          </a:xfrm>
          <a:prstGeom prst="rect">
            <a:avLst/>
          </a:prstGeom>
        </p:spPr>
      </p:pic>
      <p:sp>
        <p:nvSpPr>
          <p:cNvPr id="100" name="직사각형 99">
            <a:extLst>
              <a:ext uri="{FF2B5EF4-FFF2-40B4-BE49-F238E27FC236}">
                <a16:creationId xmlns:a16="http://schemas.microsoft.com/office/drawing/2014/main" id="{2EA5A623-656F-4EA0-831E-10B69730EED8}"/>
              </a:ext>
            </a:extLst>
          </p:cNvPr>
          <p:cNvSpPr/>
          <p:nvPr/>
        </p:nvSpPr>
        <p:spPr>
          <a:xfrm>
            <a:off x="3912507" y="2329551"/>
            <a:ext cx="754857" cy="25077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01" name="그룹 100">
            <a:extLst>
              <a:ext uri="{FF2B5EF4-FFF2-40B4-BE49-F238E27FC236}">
                <a16:creationId xmlns:a16="http://schemas.microsoft.com/office/drawing/2014/main" id="{67AE135C-22FE-497A-A2C9-3F73819A8712}"/>
              </a:ext>
            </a:extLst>
          </p:cNvPr>
          <p:cNvGrpSpPr/>
          <p:nvPr/>
        </p:nvGrpSpPr>
        <p:grpSpPr>
          <a:xfrm>
            <a:off x="3773866" y="2221829"/>
            <a:ext cx="276214" cy="215444"/>
            <a:chOff x="4507293" y="1910946"/>
            <a:chExt cx="276910" cy="215444"/>
          </a:xfrm>
        </p:grpSpPr>
        <p:sp>
          <p:nvSpPr>
            <p:cNvPr id="102" name="타원 101">
              <a:extLst>
                <a:ext uri="{FF2B5EF4-FFF2-40B4-BE49-F238E27FC236}">
                  <a16:creationId xmlns:a16="http://schemas.microsoft.com/office/drawing/2014/main" id="{653C8886-7213-4960-942E-B15297BC2851}"/>
                </a:ext>
              </a:extLst>
            </p:cNvPr>
            <p:cNvSpPr/>
            <p:nvPr/>
          </p:nvSpPr>
          <p:spPr>
            <a:xfrm>
              <a:off x="4536630" y="1922684"/>
              <a:ext cx="171278" cy="18690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805259DB-E9A5-439A-AAA6-06DAF5E16448}"/>
                </a:ext>
              </a:extLst>
            </p:cNvPr>
            <p:cNvSpPr txBox="1"/>
            <p:nvPr/>
          </p:nvSpPr>
          <p:spPr>
            <a:xfrm>
              <a:off x="4507293" y="1910946"/>
              <a:ext cx="2769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>
                  <a:solidFill>
                    <a:schemeClr val="bg1"/>
                  </a:solidFill>
                </a:rPr>
                <a:t>1</a:t>
              </a:r>
              <a:endParaRPr lang="ko-KR" altLang="en-US" sz="8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DFB7BA0E-64A0-4C9B-B840-B33EFF42807C}"/>
              </a:ext>
            </a:extLst>
          </p:cNvPr>
          <p:cNvSpPr/>
          <p:nvPr/>
        </p:nvSpPr>
        <p:spPr>
          <a:xfrm>
            <a:off x="3056408" y="4822038"/>
            <a:ext cx="2355450" cy="3019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105" name="그룹 104">
            <a:extLst>
              <a:ext uri="{FF2B5EF4-FFF2-40B4-BE49-F238E27FC236}">
                <a16:creationId xmlns:a16="http://schemas.microsoft.com/office/drawing/2014/main" id="{0F29A2C6-4836-4204-AFA0-A2AFC448A2A9}"/>
              </a:ext>
            </a:extLst>
          </p:cNvPr>
          <p:cNvGrpSpPr/>
          <p:nvPr/>
        </p:nvGrpSpPr>
        <p:grpSpPr>
          <a:xfrm>
            <a:off x="3001839" y="4687789"/>
            <a:ext cx="276214" cy="215444"/>
            <a:chOff x="4507293" y="1910946"/>
            <a:chExt cx="276910" cy="215444"/>
          </a:xfrm>
        </p:grpSpPr>
        <p:sp>
          <p:nvSpPr>
            <p:cNvPr id="106" name="타원 105">
              <a:extLst>
                <a:ext uri="{FF2B5EF4-FFF2-40B4-BE49-F238E27FC236}">
                  <a16:creationId xmlns:a16="http://schemas.microsoft.com/office/drawing/2014/main" id="{89E98B3C-EC31-4141-8598-490C58896EB9}"/>
                </a:ext>
              </a:extLst>
            </p:cNvPr>
            <p:cNvSpPr/>
            <p:nvPr/>
          </p:nvSpPr>
          <p:spPr>
            <a:xfrm>
              <a:off x="4536630" y="1922684"/>
              <a:ext cx="171278" cy="186906"/>
            </a:xfrm>
            <a:prstGeom prst="ellips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A84098AC-DB32-439D-9317-05328EBBEDD9}"/>
                </a:ext>
              </a:extLst>
            </p:cNvPr>
            <p:cNvSpPr txBox="1"/>
            <p:nvPr/>
          </p:nvSpPr>
          <p:spPr>
            <a:xfrm>
              <a:off x="4507293" y="1910946"/>
              <a:ext cx="27691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800" b="1" dirty="0">
                  <a:solidFill>
                    <a:schemeClr val="bg1"/>
                  </a:solidFill>
                </a:rPr>
                <a:t>2</a:t>
              </a:r>
              <a:endParaRPr lang="ko-KR" altLang="en-US" sz="800" b="1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3497913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MARTRESIZEANCHORS" val="Absolute,None,Absolute,Absolute"/>
</p:tagLst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17991</TotalTime>
  <Words>6401</Words>
  <Application>Microsoft Office PowerPoint</Application>
  <PresentationFormat>와이드스크린</PresentationFormat>
  <Paragraphs>2144</Paragraphs>
  <Slides>31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42" baseType="lpstr">
      <vt:lpstr>apple color emoji</vt:lpstr>
      <vt:lpstr>Nanum Gothic</vt:lpstr>
      <vt:lpstr>Noto Sans KR</vt:lpstr>
      <vt:lpstr>굴림</vt:lpstr>
      <vt:lpstr>나눔고딕</vt:lpstr>
      <vt:lpstr>Malgun Gothic</vt:lpstr>
      <vt:lpstr>Malgun Gothic</vt:lpstr>
      <vt:lpstr>Arial</vt:lpstr>
      <vt:lpstr>Calibri</vt:lpstr>
      <vt:lpstr>Segoe UI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leejisoo</dc:creator>
  <cp:lastModifiedBy>여 승은</cp:lastModifiedBy>
  <cp:revision>1057</cp:revision>
  <dcterms:created xsi:type="dcterms:W3CDTF">2025-03-31T13:16:48Z</dcterms:created>
  <dcterms:modified xsi:type="dcterms:W3CDTF">2026-01-15T03:30:40Z</dcterms:modified>
</cp:coreProperties>
</file>