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5" r:id="rId1"/>
  </p:sldMasterIdLst>
  <p:notesMasterIdLst>
    <p:notesMasterId r:id="rId7"/>
  </p:notesMasterIdLst>
  <p:sldIdLst>
    <p:sldId id="260" r:id="rId2"/>
    <p:sldId id="625" r:id="rId3"/>
    <p:sldId id="622" r:id="rId4"/>
    <p:sldId id="623" r:id="rId5"/>
    <p:sldId id="624" r:id="rId6"/>
  </p:sldIdLst>
  <p:sldSz cx="12192000" cy="6858000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구역" id="{715198B4-CE40-4C73-AFF6-3A03F6F9DBB8}">
          <p14:sldIdLst>
            <p14:sldId id="260"/>
            <p14:sldId id="625"/>
            <p14:sldId id="622"/>
            <p14:sldId id="623"/>
            <p14:sldId id="6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72" userDrawn="1">
          <p15:clr>
            <a:srgbClr val="A4A3A4"/>
          </p15:clr>
        </p15:guide>
        <p15:guide id="3" pos="778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29">
          <p15:clr>
            <a:srgbClr val="A4A3A4"/>
          </p15:clr>
        </p15:guide>
        <p15:guide id="9" pos="1300">
          <p15:clr>
            <a:srgbClr val="A4A3A4"/>
          </p15:clr>
        </p15:guide>
        <p15:guide id="10" pos="7061">
          <p15:clr>
            <a:srgbClr val="A4A3A4"/>
          </p15:clr>
        </p15:guide>
        <p15:guide id="11" pos="779">
          <p15:clr>
            <a:srgbClr val="A4A3A4"/>
          </p15:clr>
        </p15:guide>
        <p15:guide id="12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25" roundtripDataSignature="AMtx7mjR73HqTNzXwEdWLH/qzlIOuRHt9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FFFF"/>
    <a:srgbClr val="F2DCDB"/>
    <a:srgbClr val="F2F2F2"/>
    <a:srgbClr val="4F81BD"/>
    <a:srgbClr val="FECB0E"/>
    <a:srgbClr val="F897AB"/>
    <a:srgbClr val="95B3D7"/>
    <a:srgbClr val="1351A5"/>
    <a:srgbClr val="FF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3251E-1545-4ECF-93FE-F2C1782842DC}">
  <a:tblStyle styleId="{63B3251E-1545-4ECF-93FE-F2C1782842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44F25C-C96F-40AE-9949-E4CE2838BC1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4A5040-AA31-4F8C-B828-556E1729EF7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CEC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CECE7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1844" autoAdjust="0"/>
  </p:normalViewPr>
  <p:slideViewPr>
    <p:cSldViewPr snapToGrid="0">
      <p:cViewPr varScale="1">
        <p:scale>
          <a:sx n="78" d="100"/>
          <a:sy n="78" d="100"/>
        </p:scale>
        <p:origin x="926" y="67"/>
      </p:cViewPr>
      <p:guideLst>
        <p:guide orient="horz" pos="2160"/>
        <p:guide pos="3772"/>
        <p:guide pos="778"/>
        <p:guide pos="370"/>
        <p:guide pos="7265"/>
        <p:guide orient="horz" pos="981"/>
        <p:guide orient="horz" pos="4065"/>
        <p:guide pos="529"/>
        <p:guide pos="1300"/>
        <p:guide pos="7061"/>
        <p:guide pos="779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7" d="100"/>
          <a:sy n="117" d="100"/>
        </p:scale>
        <p:origin x="-2112" y="-114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25" Type="http://customschemas.google.com/relationships/presentationmetadata" Target="metadata"/><Relationship Id="rId7" Type="http://schemas.openxmlformats.org/officeDocument/2006/relationships/notesMaster" Target="notesMasters/notesMaster1.xml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127" Type="http://schemas.openxmlformats.org/officeDocument/2006/relationships/presProps" Target="presProps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12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3063" y="841375"/>
            <a:ext cx="404018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투어익스프레스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 userDrawn="1"/>
        </p:nvSpPr>
        <p:spPr>
          <a:xfrm>
            <a:off x="406877" y="478173"/>
            <a:ext cx="5687031" cy="510889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40CCC-BD4A-4F0D-8363-28DEDD56823D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2025-12-03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B7554A-2870-4533-9A4E-75089271E3A3}"/>
              </a:ext>
            </a:extLst>
          </p:cNvPr>
          <p:cNvSpPr/>
          <p:nvPr userDrawn="1"/>
        </p:nvSpPr>
        <p:spPr>
          <a:xfrm>
            <a:off x="6096001" y="478173"/>
            <a:ext cx="5718336" cy="51070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8E41FC-32CF-44C2-8B8F-A44539F9F155}"/>
              </a:ext>
            </a:extLst>
          </p:cNvPr>
          <p:cNvSpPr/>
          <p:nvPr userDrawn="1"/>
        </p:nvSpPr>
        <p:spPr>
          <a:xfrm>
            <a:off x="6096000" y="476322"/>
            <a:ext cx="5718336" cy="2325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TO-BE</a:t>
            </a:r>
            <a:endParaRPr lang="ko-KR" altLang="en-US" sz="1000" b="1" i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D4449A-91B5-4D4F-AE4A-6342E036A0B6}"/>
              </a:ext>
            </a:extLst>
          </p:cNvPr>
          <p:cNvSpPr/>
          <p:nvPr userDrawn="1"/>
        </p:nvSpPr>
        <p:spPr>
          <a:xfrm>
            <a:off x="404785" y="478172"/>
            <a:ext cx="5689123" cy="2306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AS-IS</a:t>
            </a:r>
            <a:endParaRPr lang="ko-KR" altLang="en-US" sz="1000" b="1" i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764901-735A-48DB-94F6-263C56FA2088}"/>
              </a:ext>
            </a:extLst>
          </p:cNvPr>
          <p:cNvSpPr/>
          <p:nvPr userDrawn="1"/>
        </p:nvSpPr>
        <p:spPr>
          <a:xfrm>
            <a:off x="404785" y="5587067"/>
            <a:ext cx="11409551" cy="97789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0C0AFC-0FB6-4411-A871-7F34CB001956}"/>
              </a:ext>
            </a:extLst>
          </p:cNvPr>
          <p:cNvSpPr/>
          <p:nvPr userDrawn="1"/>
        </p:nvSpPr>
        <p:spPr>
          <a:xfrm>
            <a:off x="404785" y="5268286"/>
            <a:ext cx="11409551" cy="32651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C57F0E-38F6-4890-A11E-37ADACD67565}"/>
              </a:ext>
            </a:extLst>
          </p:cNvPr>
          <p:cNvSpPr/>
          <p:nvPr userDrawn="1"/>
        </p:nvSpPr>
        <p:spPr>
          <a:xfrm>
            <a:off x="404784" y="5268683"/>
            <a:ext cx="1479143" cy="33345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1D44C-FFE7-415D-8A45-F72D1C423C33}"/>
              </a:ext>
            </a:extLst>
          </p:cNvPr>
          <p:cNvSpPr txBox="1"/>
          <p:nvPr userDrawn="1"/>
        </p:nvSpPr>
        <p:spPr>
          <a:xfrm>
            <a:off x="776580" y="5276018"/>
            <a:ext cx="1107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PATH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C069D-9915-46FA-BD10-4B7BDE0603CB}"/>
              </a:ext>
            </a:extLst>
          </p:cNvPr>
          <p:cNvSpPr/>
          <p:nvPr userDrawn="1"/>
        </p:nvSpPr>
        <p:spPr>
          <a:xfrm>
            <a:off x="404784" y="5602134"/>
            <a:ext cx="1479143" cy="9628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Detail Description</a:t>
            </a:r>
            <a:endParaRPr lang="ko-KR" altLang="en-US" sz="1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2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992072" y="825789"/>
            <a:ext cx="3171552" cy="579312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BCF6D4-2A69-4AB3-8356-2B916A4C00FC}"/>
              </a:ext>
            </a:extLst>
          </p:cNvPr>
          <p:cNvSpPr/>
          <p:nvPr userDrawn="1"/>
        </p:nvSpPr>
        <p:spPr>
          <a:xfrm>
            <a:off x="3992072" y="825788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3EF9-91D0-49B4-B574-E6950D73060B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720" r:id="rId4"/>
    <p:sldLayoutId id="2147483719" r:id="rId5"/>
    <p:sldLayoutId id="2147483706" r:id="rId6"/>
    <p:sldLayoutId id="2147483672" r:id="rId7"/>
    <p:sldLayoutId id="2147483705" r:id="rId8"/>
    <p:sldLayoutId id="214748372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mtt@smtown.com" TargetMode="External"/><Relationship Id="rId2" Type="http://schemas.openxmlformats.org/officeDocument/2006/relationships/hyperlink" Target="https://www.smtowntravel.com/cs/request.do?type=tri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17B2C6-2D2F-4F2D-BDD2-B69F00839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95889"/>
            <a:ext cx="1747838" cy="23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2025.12.03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ko-KR" altLang="en-US" sz="3200" b="1" dirty="0" err="1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투어익스프레스</a:t>
            </a:r>
            <a:endParaRPr lang="en-US" altLang="ko-KR" sz="3200" b="1" dirty="0">
              <a:solidFill>
                <a:schemeClr val="tx1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AF3D421-1032-43A1-8937-9C554A6F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6" y="1465192"/>
            <a:ext cx="2242706" cy="4366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13950-47AB-411D-ADAE-9CE740A2DBAD}"/>
              </a:ext>
            </a:extLst>
          </p:cNvPr>
          <p:cNvCxnSpPr>
            <a:cxnSpLocks/>
          </p:cNvCxnSpPr>
          <p:nvPr/>
        </p:nvCxnSpPr>
        <p:spPr>
          <a:xfrm>
            <a:off x="2578676" y="5089236"/>
            <a:ext cx="617107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A90B04-69FB-40A9-A695-48F216614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454705"/>
              </p:ext>
            </p:extLst>
          </p:nvPr>
        </p:nvGraphicFramePr>
        <p:xfrm>
          <a:off x="554181" y="295564"/>
          <a:ext cx="11203710" cy="6289962"/>
        </p:xfrm>
        <a:graphic>
          <a:graphicData uri="http://schemas.openxmlformats.org/drawingml/2006/table">
            <a:tbl>
              <a:tblPr firstRow="1" bandRow="1">
                <a:tableStyleId>{63B3251E-1545-4ECF-93FE-F2C1782842DC}</a:tableStyleId>
              </a:tblPr>
              <a:tblGrid>
                <a:gridCol w="1985819">
                  <a:extLst>
                    <a:ext uri="{9D8B030D-6E8A-4147-A177-3AD203B41FA5}">
                      <a16:colId xmlns:a16="http://schemas.microsoft.com/office/drawing/2014/main" val="945361115"/>
                    </a:ext>
                  </a:extLst>
                </a:gridCol>
                <a:gridCol w="9217891">
                  <a:extLst>
                    <a:ext uri="{9D8B030D-6E8A-4147-A177-3AD203B41FA5}">
                      <a16:colId xmlns:a16="http://schemas.microsoft.com/office/drawing/2014/main" val="538108179"/>
                    </a:ext>
                  </a:extLst>
                </a:gridCol>
              </a:tblGrid>
              <a:tr h="340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/>
                        <a:t>요청자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이창진 팀장님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299669"/>
                  </a:ext>
                </a:extLst>
              </a:tr>
              <a:tr h="340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승인자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오광희</a:t>
                      </a:r>
                      <a:r>
                        <a:rPr lang="ko-KR" altLang="en-US" sz="1000" dirty="0"/>
                        <a:t> 팀장님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159011"/>
                  </a:ext>
                </a:extLst>
              </a:tr>
              <a:tr h="340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작업 담당자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여승은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이남희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윤형석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566774"/>
                  </a:ext>
                </a:extLst>
              </a:tr>
              <a:tr h="3472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작성일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2026-01-26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775"/>
                  </a:ext>
                </a:extLst>
              </a:tr>
              <a:tr h="364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배포대상 </a:t>
                      </a:r>
                      <a:r>
                        <a:rPr lang="en-US" altLang="ko-KR" sz="1000" b="1" dirty="0"/>
                        <a:t>/ URL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hlinkClick r:id="rId2"/>
                        </a:rPr>
                        <a:t>https://www.smtowntravel.com/cs/request.do?type=trip</a:t>
                      </a:r>
                      <a:r>
                        <a:rPr lang="en-US" altLang="ko-KR" sz="1000" dirty="0"/>
                        <a:t> 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665058"/>
                  </a:ext>
                </a:extLst>
              </a:tr>
              <a:tr h="1248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요청내용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hlinkClick r:id="rId3"/>
                        </a:rPr>
                        <a:t>smtt@smtown.com</a:t>
                      </a:r>
                      <a:endParaRPr lang="ko-KR" altLang="en-US" sz="1000" b="0" i="0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계정으로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아래와 같이 </a:t>
                      </a:r>
                      <a:r>
                        <a:rPr lang="ko-KR" altLang="en-US" sz="1000" b="0" i="0" kern="120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스팸성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 메일이 최근에 자주 들어오고 있는데요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~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스팸 및 수신 거부 등록 부탁드리고자 합니다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05649"/>
                  </a:ext>
                </a:extLst>
              </a:tr>
              <a:tr h="1654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Background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linkClick r:id="rId2"/>
                        </a:rPr>
                        <a:t>https://www.smtowntravel.com/cs/request.do?type=trip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 사이트에서 기업문의 작성 후 보낼 경우 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>
                          <a:hlinkClick r:id="rId3"/>
                        </a:rPr>
                        <a:t>smtt@smtown.com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공용계정으로 해당 메일이 전송되는데 스팸메일을 작성하여 보내는 경우가 존재 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따라서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불건전한 내용 및 스팸 내용을 작성하지 못하도록 </a:t>
                      </a:r>
                      <a:r>
                        <a:rPr lang="ko-KR" altLang="en-US" sz="1000" dirty="0" err="1"/>
                        <a:t>금칙어</a:t>
                      </a:r>
                      <a:r>
                        <a:rPr lang="ko-KR" altLang="en-US" sz="1000" dirty="0"/>
                        <a:t> 설정을 요청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547791"/>
                  </a:ext>
                </a:extLst>
              </a:tr>
              <a:tr h="1654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/>
                        <a:t>Etc</a:t>
                      </a:r>
                      <a:r>
                        <a:rPr lang="en-US" altLang="ko-KR" sz="1000" b="1" dirty="0"/>
                        <a:t> info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Backend : DB</a:t>
                      </a:r>
                      <a:r>
                        <a:rPr lang="ko-KR" altLang="en-US" sz="1000" dirty="0"/>
                        <a:t> 생성 및 </a:t>
                      </a:r>
                      <a:r>
                        <a:rPr lang="ko-KR" altLang="en-US" sz="1000" dirty="0" err="1"/>
                        <a:t>금칙어</a:t>
                      </a:r>
                      <a:r>
                        <a:rPr lang="ko-KR" altLang="en-US" sz="1000" dirty="0"/>
                        <a:t> 저장 관리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전송</a:t>
                      </a:r>
                      <a:r>
                        <a:rPr lang="en-US" altLang="ko-KR" sz="1000" dirty="0"/>
                        <a:t> </a:t>
                      </a:r>
                      <a:r>
                        <a:rPr lang="en-US" altLang="ko-KR" sz="1000" dirty="0" err="1"/>
                        <a:t>api</a:t>
                      </a:r>
                      <a:r>
                        <a:rPr lang="ko-KR" altLang="en-US" sz="1000" dirty="0"/>
                        <a:t>에서 제목 </a:t>
                      </a:r>
                      <a:r>
                        <a:rPr lang="en-US" altLang="ko-KR" sz="1000" dirty="0"/>
                        <a:t>+ </a:t>
                      </a:r>
                      <a:r>
                        <a:rPr lang="ko-KR" altLang="en-US" sz="1000" dirty="0"/>
                        <a:t>내용에서 </a:t>
                      </a:r>
                      <a:r>
                        <a:rPr lang="ko-KR" altLang="en-US" sz="1000" dirty="0" err="1"/>
                        <a:t>금칙어</a:t>
                      </a:r>
                      <a:r>
                        <a:rPr lang="ko-KR" altLang="en-US" sz="1000" dirty="0"/>
                        <a:t> 포함 시 메일을 </a:t>
                      </a:r>
                      <a:r>
                        <a:rPr lang="ko-KR" altLang="en-US" sz="1000" dirty="0" err="1"/>
                        <a:t>못보내도록</a:t>
                      </a:r>
                      <a:r>
                        <a:rPr lang="ko-KR" altLang="en-US" sz="1000" dirty="0"/>
                        <a:t> 에러코드 및 메시지 </a:t>
                      </a:r>
                      <a:r>
                        <a:rPr lang="en-US" altLang="ko-KR" sz="1000" dirty="0"/>
                        <a:t>return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Front : </a:t>
                      </a:r>
                      <a:r>
                        <a:rPr lang="ko-KR" altLang="en-US" sz="1000" dirty="0" err="1"/>
                        <a:t>백엔드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 err="1"/>
                        <a:t>api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호출해서 보내기 버튼 클릭 시 제목 </a:t>
                      </a:r>
                      <a:r>
                        <a:rPr lang="en-US" altLang="ko-KR" sz="1000" dirty="0"/>
                        <a:t>/ </a:t>
                      </a:r>
                      <a:r>
                        <a:rPr lang="ko-KR" altLang="en-US" sz="1000" dirty="0"/>
                        <a:t>내용 검사 에러 및 메시지 코드 받으면 팝업 띄우고 </a:t>
                      </a:r>
                      <a:r>
                        <a:rPr lang="ko-KR" altLang="en-US" sz="1000" err="1"/>
                        <a:t>금칙어</a:t>
                      </a:r>
                      <a:r>
                        <a:rPr lang="ko-KR" altLang="en-US" sz="1000"/>
                        <a:t> 노출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9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86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 예약 페이지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결제하기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마이페이지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 내역 관리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예약건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선택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결제하기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STEP 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 진행 영역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DA328E-CB90-42E4-8D12-9426C4846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77" y="802830"/>
            <a:ext cx="5369630" cy="404966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41AF460-21FC-4ACF-AFFB-117B227BF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659" y="862947"/>
            <a:ext cx="5410264" cy="40496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1991517" y="5796023"/>
            <a:ext cx="8821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1.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 진행 영역의 결제 확인 사항 아래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BODY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내용에 </a:t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“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현금결제를 원하시는 분께서는 고객센터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(02-2022-6500)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로 별도 문의해 주시기 바랍니다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.”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로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문구 추가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182042-BF46-4556-91FE-349D559556E7}"/>
              </a:ext>
            </a:extLst>
          </p:cNvPr>
          <p:cNvSpPr/>
          <p:nvPr/>
        </p:nvSpPr>
        <p:spPr>
          <a:xfrm>
            <a:off x="6354619" y="4323272"/>
            <a:ext cx="3066472" cy="1194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타원 6">
            <a:extLst>
              <a:ext uri="{FF2B5EF4-FFF2-40B4-BE49-F238E27FC236}">
                <a16:creationId xmlns:a16="http://schemas.microsoft.com/office/drawing/2014/main" id="{6D4EA596-73C1-4FC6-8FDB-3C1E1AFF0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889" y="4192481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1953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 예약 페이지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결제하기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마이페이지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 내역 관리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예약건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선택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결제하기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STEP 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신용카드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현금결제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TAB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1946845" y="5760895"/>
            <a:ext cx="882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2.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현금입금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결제요청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 TAB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삭제 요청</a:t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</a:b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투익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사이트 내에서 현금 결제가 불가능하도록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막아달라고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현업에서 요청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Only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신용카드 결제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4AD9BFF-1B69-4817-9ACD-F7720599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16" y="949322"/>
            <a:ext cx="4673615" cy="38443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E1DAE16-54C0-4351-92C6-D3178CC41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717" y="1027176"/>
            <a:ext cx="5212155" cy="38443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B2C66B-68AC-47A6-86E5-8C0148F391CA}"/>
              </a:ext>
            </a:extLst>
          </p:cNvPr>
          <p:cNvSpPr/>
          <p:nvPr/>
        </p:nvSpPr>
        <p:spPr>
          <a:xfrm>
            <a:off x="819427" y="1027176"/>
            <a:ext cx="4528428" cy="253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6">
            <a:extLst>
              <a:ext uri="{FF2B5EF4-FFF2-40B4-BE49-F238E27FC236}">
                <a16:creationId xmlns:a16="http://schemas.microsoft.com/office/drawing/2014/main" id="{CE80F950-4F3F-49ED-A6E2-205323DF4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51" y="949322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6" name="타원 6">
            <a:extLst>
              <a:ext uri="{FF2B5EF4-FFF2-40B4-BE49-F238E27FC236}">
                <a16:creationId xmlns:a16="http://schemas.microsoft.com/office/drawing/2014/main" id="{2751CF70-936F-49F9-9FB4-7BC292EFF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717" y="963404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DC659A-A2B9-42C8-A6B2-8DF6E9BCDB8E}"/>
              </a:ext>
            </a:extLst>
          </p:cNvPr>
          <p:cNvSpPr/>
          <p:nvPr/>
        </p:nvSpPr>
        <p:spPr>
          <a:xfrm>
            <a:off x="6402388" y="1090948"/>
            <a:ext cx="5167483" cy="1896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283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 예약 페이지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결제하기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마이페이지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 내역 관리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예약건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선택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결제하기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STEP 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신용카드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TAB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1993027" y="5673188"/>
            <a:ext cx="882174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3.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신용카드 결제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TAB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페이지에서 카드 정보 입력 영역과 결제 요청 버튼 사이에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“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 전 유의사항 추가 요청“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“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 전 유의사항 추가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요청＂의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경우 기존에 현금결제에 있던 정보인데 아래와 같이 조금 수정 했습니다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수정사항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: “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현금결제를 원하시는 분께서는 고객센터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(02-2022-6500)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로 별도 문의해 주시기 바랍니다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.”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문구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한줄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추가 및 기존에 한 줄에 들어갈 내용이 다른 줄에 표시되고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있던게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있어서 수정</a:t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위 내용 동의 시 결제 요청 가능하도록 수정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&lt;div class="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n_tb_grid_A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n_mt30"&gt;&lt;div class="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n_che_wrap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"&gt;&lt;div class="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n_che_tit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"&gt;&lt;strong&gt;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 전 동의사항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&lt;/strong&gt;&lt;/div&gt;&lt;div class="n_che_body01" id="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payAgreeArea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"&gt;&lt;li&gt;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여행일정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날짜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경유지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도착지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공항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등을 확인 하셨습니까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?&lt;/li&gt;&lt;li&gt;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탑승객의 영문명은 여권상의 영문명과 동일합니까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?&lt;/li&gt;&lt;li&gt;(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국제선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입력하신 탑승객의 여권정보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비자정보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생년월일은 확인 하셨습니까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?&lt;/li&gt;&lt;li&gt;(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국제선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탑승객의 여권유효기간이 출국일로부터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개월이상 남아 있습니까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?&lt;/li&gt;&lt;li&gt;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항공권의 요금규정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변경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취소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조건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등을 확인 하셨습니까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?&lt;/li&gt;&lt;li&gt;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결제시한 내에 결제가 이루어지지 않으면 예약이 자동 취소 되므로 결제시한을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지켜주셔야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합니다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.&lt;/li&gt;&lt;li&gt;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신용카드 결제요청시 바로 결제되지 않으며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발권시점에 승인이 요청됩니다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따라서 카드번호를 입력하셨더라도 결제가 완료된 것이 아니라 카드의 유효여부만 확인하며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담당자가 확인하여 결제합니다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.&lt;/li&gt;&lt;li&gt;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현금결제를 원하시는 분께서는 고객센터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(02-2022-6500)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로 별도 문의해 주시기 바랍니다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.&lt;/li&gt;&lt;/div&gt;&lt;div class="n_che_check01"&gt;&lt;div class="n_ch_le01"&gt;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위의 모든 사항을 확인했으며 동의합니다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동의하지 않으시는 경우 결제 진행이 불가합니다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.)&lt;/div&gt;&lt;div class="n_ch_ri01"&gt;&lt;div class="layer-check-box04 n_block01"&gt;&lt;input id="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payAgreeChk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" type="checkbox" style="margin-left: 0px;"&gt;&lt;label for="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payAgreeChk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"&gt;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확인완료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&lt;/label&gt;&lt;/div&gt;&lt;/div&gt;&lt;/div&gt;&lt;/div&gt;&lt;/div&gt;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A21B73-B015-4579-9957-8EA90AC20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722" y="844663"/>
            <a:ext cx="3527401" cy="42011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0E7263E-6939-4E26-B8F7-0B3EEA63E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76" y="754148"/>
            <a:ext cx="5152324" cy="426525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7D36E9-43BA-4A8B-945E-7CBBB005FD78}"/>
              </a:ext>
            </a:extLst>
          </p:cNvPr>
          <p:cNvSpPr/>
          <p:nvPr/>
        </p:nvSpPr>
        <p:spPr>
          <a:xfrm>
            <a:off x="7089394" y="3334157"/>
            <a:ext cx="3482730" cy="1274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타원 6">
            <a:extLst>
              <a:ext uri="{FF2B5EF4-FFF2-40B4-BE49-F238E27FC236}">
                <a16:creationId xmlns:a16="http://schemas.microsoft.com/office/drawing/2014/main" id="{214500B7-33C4-4E30-A1BE-F481C4182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4722" y="320661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969145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175"/>
      </a:spPr>
      <a:bodyPr rtlCol="0" anchor="ctr"/>
      <a:lstStyle>
        <a:defPPr algn="ctr">
          <a:defRPr sz="100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62478</TotalTime>
  <Words>655</Words>
  <Application>Microsoft Office PowerPoint</Application>
  <PresentationFormat>와이드스크린</PresentationFormat>
  <Paragraphs>43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나눔고딕</vt:lpstr>
      <vt:lpstr>맑은 고딕</vt:lpstr>
      <vt:lpstr>맑은 고딕</vt:lpstr>
      <vt:lpstr>Arial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항공 예약 시스템 구축 제안</dc:title>
  <dc:creator>sunghlee</dc:creator>
  <cp:lastModifiedBy>여 승은</cp:lastModifiedBy>
  <cp:revision>7818</cp:revision>
  <cp:lastPrinted>2025-08-21T02:59:43Z</cp:lastPrinted>
  <dcterms:created xsi:type="dcterms:W3CDTF">2016-10-06T04:29:15Z</dcterms:created>
  <dcterms:modified xsi:type="dcterms:W3CDTF">2026-01-26T02:29:41Z</dcterms:modified>
</cp:coreProperties>
</file>