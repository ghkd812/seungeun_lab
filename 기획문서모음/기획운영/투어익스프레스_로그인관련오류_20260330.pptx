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5" r:id="rId1"/>
  </p:sldMasterIdLst>
  <p:notesMasterIdLst>
    <p:notesMasterId r:id="rId5"/>
  </p:notesMasterIdLst>
  <p:sldIdLst>
    <p:sldId id="260" r:id="rId2"/>
    <p:sldId id="624" r:id="rId3"/>
    <p:sldId id="622" r:id="rId4"/>
  </p:sldIdLst>
  <p:sldSz cx="12192000" cy="6858000"/>
  <p:notesSz cx="9866313" cy="67357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구역" id="{715198B4-CE40-4C73-AFF6-3A03F6F9DBB8}">
          <p14:sldIdLst>
            <p14:sldId id="260"/>
            <p14:sldId id="624"/>
            <p14:sldId id="6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772" userDrawn="1">
          <p15:clr>
            <a:srgbClr val="A4A3A4"/>
          </p15:clr>
        </p15:guide>
        <p15:guide id="3" pos="778">
          <p15:clr>
            <a:srgbClr val="A4A3A4"/>
          </p15:clr>
        </p15:guide>
        <p15:guide id="4" pos="370" userDrawn="1">
          <p15:clr>
            <a:srgbClr val="A4A3A4"/>
          </p15:clr>
        </p15:guide>
        <p15:guide id="5" pos="7265" userDrawn="1">
          <p15:clr>
            <a:srgbClr val="A4A3A4"/>
          </p15:clr>
        </p15:guide>
        <p15:guide id="6" orient="horz" pos="981" userDrawn="1">
          <p15:clr>
            <a:srgbClr val="A4A3A4"/>
          </p15:clr>
        </p15:guide>
        <p15:guide id="7" orient="horz" pos="4065" userDrawn="1">
          <p15:clr>
            <a:srgbClr val="A4A3A4"/>
          </p15:clr>
        </p15:guide>
        <p15:guide id="8" pos="529">
          <p15:clr>
            <a:srgbClr val="A4A3A4"/>
          </p15:clr>
        </p15:guide>
        <p15:guide id="9" pos="1300">
          <p15:clr>
            <a:srgbClr val="A4A3A4"/>
          </p15:clr>
        </p15:guide>
        <p15:guide id="10" pos="7061">
          <p15:clr>
            <a:srgbClr val="A4A3A4"/>
          </p15:clr>
        </p15:guide>
        <p15:guide id="11" pos="779">
          <p15:clr>
            <a:srgbClr val="A4A3A4"/>
          </p15:clr>
        </p15:guide>
        <p15:guide id="12" pos="37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 userDrawn="1">
          <p15:clr>
            <a:srgbClr val="A4A3A4"/>
          </p15:clr>
        </p15:guide>
        <p15:guide id="2" pos="3107" userDrawn="1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5" roundtripDataSignature="AMtx7mjR73HqTNzXwEdWLH/qzlIOuRHt9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" initials="a" lastIdx="2" clrIdx="0">
    <p:extLst>
      <p:ext uri="{19B8F6BF-5375-455C-9EA6-DF929625EA0E}">
        <p15:presenceInfo xmlns:p15="http://schemas.microsoft.com/office/powerpoint/2012/main" userId="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ADA"/>
    <a:srgbClr val="FFFFFF"/>
    <a:srgbClr val="F2DCDB"/>
    <a:srgbClr val="F2F2F2"/>
    <a:srgbClr val="4F81BD"/>
    <a:srgbClr val="FECB0E"/>
    <a:srgbClr val="F897AB"/>
    <a:srgbClr val="95B3D7"/>
    <a:srgbClr val="1351A5"/>
    <a:srgbClr val="FFD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B3251E-1545-4ECF-93FE-F2C1782842DC}">
  <a:tblStyle styleId="{63B3251E-1545-4ECF-93FE-F2C1782842D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844F25C-C96F-40AE-9949-E4CE2838BC14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ED4A5040-AA31-4F8C-B828-556E1729EF7B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tcBdr/>
        <a:fill>
          <a:solidFill>
            <a:srgbClr val="FCEC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CECE7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 autoAdjust="0"/>
    <p:restoredTop sz="91844" autoAdjust="0"/>
  </p:normalViewPr>
  <p:slideViewPr>
    <p:cSldViewPr snapToGrid="0">
      <p:cViewPr>
        <p:scale>
          <a:sx n="100" d="100"/>
          <a:sy n="100" d="100"/>
        </p:scale>
        <p:origin x="1050" y="174"/>
      </p:cViewPr>
      <p:guideLst>
        <p:guide orient="horz" pos="2160"/>
        <p:guide pos="3772"/>
        <p:guide pos="778"/>
        <p:guide pos="370"/>
        <p:guide pos="7265"/>
        <p:guide orient="horz" pos="981"/>
        <p:guide orient="horz" pos="4065"/>
        <p:guide pos="529"/>
        <p:guide pos="1300"/>
        <p:guide pos="7061"/>
        <p:guide pos="779"/>
        <p:guide pos="37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17" d="100"/>
          <a:sy n="117" d="100"/>
        </p:scale>
        <p:origin x="-2112" y="-114"/>
      </p:cViewPr>
      <p:guideLst>
        <p:guide orient="horz" pos="2122"/>
        <p:guide pos="310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125" Type="http://customschemas.google.com/relationships/presentationmetadata" Target="metadata"/><Relationship Id="rId129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28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27" Type="http://schemas.openxmlformats.org/officeDocument/2006/relationships/presProps" Target="presProps.xml"/><Relationship Id="rId130" Type="http://schemas.openxmlformats.org/officeDocument/2006/relationships/tableStyles" Target="tableStyles.xml"/><Relationship Id="rId4" Type="http://schemas.openxmlformats.org/officeDocument/2006/relationships/slide" Target="slides/slide3.xml"/><Relationship Id="rId126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4275402" cy="33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588628" y="2"/>
            <a:ext cx="4275402" cy="33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913063" y="841375"/>
            <a:ext cx="4040187" cy="227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86632" y="3241586"/>
            <a:ext cx="7893050" cy="2652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397807"/>
            <a:ext cx="4275402" cy="33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588628" y="6397807"/>
            <a:ext cx="4275402" cy="33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altLang="ko-KR" sz="120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pPr algn="r">
                <a:buSzPts val="1200"/>
              </a:pPr>
              <a:t>‹#›</a:t>
            </a:fld>
            <a:endParaRPr lang="en-US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신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altLang="ko-KR" sz="120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pPr algn="r">
                <a:buSzPts val="1200"/>
              </a:pPr>
              <a:t>2</a:t>
            </a:fld>
            <a:endParaRPr lang="en-US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252748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400051" y="4829175"/>
            <a:ext cx="1142047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62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38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투어익스프레스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3" name="직사각형 22"/>
          <p:cNvSpPr/>
          <p:nvPr userDrawn="1"/>
        </p:nvSpPr>
        <p:spPr>
          <a:xfrm>
            <a:off x="406877" y="478173"/>
            <a:ext cx="5687031" cy="510889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F640CCC-BD4A-4F0D-8363-28DEDD56823D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2026-03-30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1B7554A-2870-4533-9A4E-75089271E3A3}"/>
              </a:ext>
            </a:extLst>
          </p:cNvPr>
          <p:cNvSpPr/>
          <p:nvPr userDrawn="1"/>
        </p:nvSpPr>
        <p:spPr>
          <a:xfrm>
            <a:off x="6096001" y="478173"/>
            <a:ext cx="5718336" cy="510704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C8E41FC-32CF-44C2-8B8F-A44539F9F155}"/>
              </a:ext>
            </a:extLst>
          </p:cNvPr>
          <p:cNvSpPr/>
          <p:nvPr userDrawn="1"/>
        </p:nvSpPr>
        <p:spPr>
          <a:xfrm>
            <a:off x="6096000" y="476322"/>
            <a:ext cx="5718336" cy="2325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i="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TO-BE</a:t>
            </a:r>
            <a:endParaRPr lang="ko-KR" altLang="en-US" sz="1000" b="1" i="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1D4449A-91B5-4D4F-AE4A-6342E036A0B6}"/>
              </a:ext>
            </a:extLst>
          </p:cNvPr>
          <p:cNvSpPr/>
          <p:nvPr userDrawn="1"/>
        </p:nvSpPr>
        <p:spPr>
          <a:xfrm>
            <a:off x="404785" y="478172"/>
            <a:ext cx="5689123" cy="23068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i="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AS-IS</a:t>
            </a:r>
            <a:endParaRPr lang="ko-KR" altLang="en-US" sz="1000" b="1" i="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764901-735A-48DB-94F6-263C56FA2088}"/>
              </a:ext>
            </a:extLst>
          </p:cNvPr>
          <p:cNvSpPr/>
          <p:nvPr userDrawn="1"/>
        </p:nvSpPr>
        <p:spPr>
          <a:xfrm>
            <a:off x="404785" y="5587067"/>
            <a:ext cx="11409551" cy="97789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0C0AFC-0FB6-4411-A871-7F34CB001956}"/>
              </a:ext>
            </a:extLst>
          </p:cNvPr>
          <p:cNvSpPr/>
          <p:nvPr userDrawn="1"/>
        </p:nvSpPr>
        <p:spPr>
          <a:xfrm>
            <a:off x="404785" y="5268286"/>
            <a:ext cx="11409551" cy="326513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DC57F0E-38F6-4890-A11E-37ADACD67565}"/>
              </a:ext>
            </a:extLst>
          </p:cNvPr>
          <p:cNvSpPr/>
          <p:nvPr userDrawn="1"/>
        </p:nvSpPr>
        <p:spPr>
          <a:xfrm>
            <a:off x="404784" y="5268683"/>
            <a:ext cx="1479143" cy="33345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1D44C-FFE7-415D-8A45-F72D1C423C33}"/>
              </a:ext>
            </a:extLst>
          </p:cNvPr>
          <p:cNvSpPr txBox="1"/>
          <p:nvPr userDrawn="1"/>
        </p:nvSpPr>
        <p:spPr>
          <a:xfrm>
            <a:off x="776580" y="5276018"/>
            <a:ext cx="1107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PATH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63C069D-9915-46FA-BD10-4B7BDE0603CB}"/>
              </a:ext>
            </a:extLst>
          </p:cNvPr>
          <p:cNvSpPr/>
          <p:nvPr userDrawn="1"/>
        </p:nvSpPr>
        <p:spPr>
          <a:xfrm>
            <a:off x="404784" y="5602134"/>
            <a:ext cx="1479143" cy="96282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Detail Description</a:t>
            </a:r>
            <a:endParaRPr lang="ko-KR" altLang="en-US" sz="14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9453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참좋은여행 국내외 항공 개발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0A70B4-5251-41E1-BC31-93133B2D5503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2020-11-27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4120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참좋은여행 국내외 항공 개발</a:t>
            </a:r>
          </a:p>
        </p:txBody>
      </p:sp>
      <p:sp>
        <p:nvSpPr>
          <p:cNvPr id="16" name="직사각형 15"/>
          <p:cNvSpPr/>
          <p:nvPr userDrawn="1"/>
        </p:nvSpPr>
        <p:spPr>
          <a:xfrm>
            <a:off x="406877" y="825790"/>
            <a:ext cx="3168600" cy="579312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A91EA9-30EF-48DD-BC6B-5A93E9C14077}"/>
              </a:ext>
            </a:extLst>
          </p:cNvPr>
          <p:cNvSpPr/>
          <p:nvPr userDrawn="1"/>
        </p:nvSpPr>
        <p:spPr>
          <a:xfrm>
            <a:off x="406877" y="825789"/>
            <a:ext cx="3168600" cy="10448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7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Indicator Area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0A70B4-5251-41E1-BC31-93133B2D5503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2020-11-27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1240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참좋은여행 국내외 항공 개발</a:t>
            </a:r>
          </a:p>
        </p:txBody>
      </p:sp>
      <p:sp>
        <p:nvSpPr>
          <p:cNvPr id="16" name="직사각형 15"/>
          <p:cNvSpPr/>
          <p:nvPr userDrawn="1"/>
        </p:nvSpPr>
        <p:spPr>
          <a:xfrm>
            <a:off x="406877" y="825790"/>
            <a:ext cx="3168600" cy="579312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8" name="직사각형 17"/>
          <p:cNvSpPr/>
          <p:nvPr userDrawn="1"/>
        </p:nvSpPr>
        <p:spPr>
          <a:xfrm>
            <a:off x="3992072" y="825789"/>
            <a:ext cx="3171552" cy="579312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A91EA9-30EF-48DD-BC6B-5A93E9C14077}"/>
              </a:ext>
            </a:extLst>
          </p:cNvPr>
          <p:cNvSpPr/>
          <p:nvPr userDrawn="1"/>
        </p:nvSpPr>
        <p:spPr>
          <a:xfrm>
            <a:off x="406877" y="825789"/>
            <a:ext cx="3168600" cy="10448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7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Indicator Area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6BCF6D4-2A69-4AB3-8356-2B916A4C00FC}"/>
              </a:ext>
            </a:extLst>
          </p:cNvPr>
          <p:cNvSpPr/>
          <p:nvPr userDrawn="1"/>
        </p:nvSpPr>
        <p:spPr>
          <a:xfrm>
            <a:off x="3992072" y="825788"/>
            <a:ext cx="3168600" cy="10448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7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Indicator Area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573EF9-91D0-49B4-B574-E6950D73060B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2020-11-27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9453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400051" y="4829175"/>
            <a:ext cx="1142047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62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3078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720" r:id="rId4"/>
    <p:sldLayoutId id="2147483719" r:id="rId5"/>
    <p:sldLayoutId id="2147483706" r:id="rId6"/>
    <p:sldLayoutId id="2147483672" r:id="rId7"/>
    <p:sldLayoutId id="2147483705" r:id="rId8"/>
    <p:sldLayoutId id="2147483721" r:id="rId9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217B2C6-2D2F-4F2D-BDD2-B69F00839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495550" y="5195889"/>
            <a:ext cx="1747838" cy="234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7851" tIns="33927" rIns="67851" bIns="33927">
            <a:spAutoFit/>
          </a:bodyPr>
          <a:lstStyle/>
          <a:p>
            <a:pPr defTabSz="592138" latinLnBrk="0">
              <a:lnSpc>
                <a:spcPct val="120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  <a:defRPr/>
            </a:pPr>
            <a:r>
              <a:rPr lang="en-US" altLang="ko-KR" sz="1000" dirty="0">
                <a:latin typeface="맑은 고딕" panose="020B0503020000020004" pitchFamily="50" charset="-127"/>
                <a:ea typeface="+mj-ea"/>
                <a:cs typeface="Arial" pitchFamily="34" charset="0"/>
              </a:rPr>
              <a:t>2026.03.30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2495550" y="2133601"/>
            <a:ext cx="7345363" cy="1166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851" tIns="33927" rIns="67851" bIns="33927">
            <a:spAutoFit/>
          </a:bodyPr>
          <a:lstStyle/>
          <a:p>
            <a:pPr defTabSz="592138" latinLnBrk="0">
              <a:lnSpc>
                <a:spcPct val="85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</a:pPr>
            <a:r>
              <a:rPr lang="ko-KR" altLang="en-US" sz="3200" b="1" dirty="0" err="1">
                <a:solidFill>
                  <a:schemeClr val="tx1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투어익스프레스</a:t>
            </a:r>
            <a:r>
              <a:rPr lang="en-US" altLang="ko-KR" sz="3200" b="1" dirty="0">
                <a:solidFill>
                  <a:schemeClr val="tx1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_</a:t>
            </a:r>
            <a:r>
              <a:rPr lang="ko-KR" altLang="en-US" sz="3200" b="1" dirty="0">
                <a:solidFill>
                  <a:schemeClr val="tx1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로그인</a:t>
            </a:r>
            <a:r>
              <a:rPr lang="en-US" altLang="ko-KR" sz="3200" b="1" dirty="0">
                <a:solidFill>
                  <a:schemeClr val="tx1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_</a:t>
            </a:r>
            <a:r>
              <a:rPr lang="ko-KR" altLang="en-US" sz="3200" b="1" dirty="0">
                <a:solidFill>
                  <a:schemeClr val="tx1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세션</a:t>
            </a:r>
            <a:r>
              <a:rPr lang="en-US" altLang="ko-KR" sz="3200" b="1">
                <a:solidFill>
                  <a:schemeClr val="tx1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_</a:t>
            </a:r>
            <a:r>
              <a:rPr lang="ko-KR" altLang="en-US" sz="3200" b="1">
                <a:solidFill>
                  <a:schemeClr val="tx1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관련오류</a:t>
            </a:r>
            <a:endParaRPr lang="en-US" altLang="ko-KR" sz="3200" b="1" dirty="0">
              <a:solidFill>
                <a:schemeClr val="tx1"/>
              </a:solidFill>
              <a:latin typeface="맑은 고딕" panose="020B0503020000020004" pitchFamily="50" charset="-127"/>
              <a:ea typeface="+mj-ea"/>
              <a:cs typeface="Arial" pitchFamily="34" charset="0"/>
            </a:endParaRPr>
          </a:p>
          <a:p>
            <a:pPr defTabSz="592138" latinLnBrk="0">
              <a:lnSpc>
                <a:spcPct val="120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</a:pPr>
            <a:endParaRPr lang="en-US" altLang="ko-KR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  <a:p>
            <a:pPr lvl="0" latinLnBrk="0">
              <a:lnSpc>
                <a:spcPct val="120000"/>
              </a:lnSpc>
              <a:buClr>
                <a:srgbClr val="000000"/>
              </a:buClr>
              <a:buSzPct val="100000"/>
              <a:defRPr/>
            </a:pP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기획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/ IT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개발운영팀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0" latinLnBrk="0">
              <a:lnSpc>
                <a:spcPct val="120000"/>
              </a:lnSpc>
              <a:buClr>
                <a:srgbClr val="000000"/>
              </a:buClr>
              <a:buSzPct val="100000"/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SM C&amp;C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DAF3D421-1032-43A1-8937-9C554A6F7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76" y="1465192"/>
            <a:ext cx="2242706" cy="436633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D713950-47AB-411D-ADAE-9CE740A2DBAD}"/>
              </a:ext>
            </a:extLst>
          </p:cNvPr>
          <p:cNvCxnSpPr>
            <a:cxnSpLocks/>
          </p:cNvCxnSpPr>
          <p:nvPr/>
        </p:nvCxnSpPr>
        <p:spPr>
          <a:xfrm>
            <a:off x="2578676" y="5089236"/>
            <a:ext cx="617107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438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항공권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_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리스트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_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페이지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3201" y="5300368"/>
            <a:ext cx="97867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메인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검색 리스트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21932A-8C48-4179-96F3-B7B64E43E8AD}"/>
              </a:ext>
            </a:extLst>
          </p:cNvPr>
          <p:cNvSpPr txBox="1"/>
          <p:nvPr/>
        </p:nvSpPr>
        <p:spPr>
          <a:xfrm>
            <a:off x="1998494" y="5684669"/>
            <a:ext cx="8821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메인 페이지에서 로그인 후 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검색 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항공편 리스트 조회 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예약버튼 클릭 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예약상세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페이지까지 와서 상단 로그아웃 클릭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  <a:p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그리고 비로그인 상태에서 검색 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항공편 리스트 조회 시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번과 같이 이전에 로그인한 정보를 노출하고 있는 문제 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비 로그인 상태에서 예약하기 버튼 클릭 시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번과 같이 로그인 페이지로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랜딩되어야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함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7355063-516D-478E-B76D-370B31A17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99" y="1280633"/>
            <a:ext cx="4934373" cy="338609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34E2DE7-2705-457D-AC03-A923587AC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366" y="1472339"/>
            <a:ext cx="5260557" cy="2777355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D3D550C-4DC6-4381-96EC-E72775446CC6}"/>
              </a:ext>
            </a:extLst>
          </p:cNvPr>
          <p:cNvSpPr/>
          <p:nvPr/>
        </p:nvSpPr>
        <p:spPr>
          <a:xfrm>
            <a:off x="5303216" y="1280633"/>
            <a:ext cx="259384" cy="1650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타원 6">
            <a:extLst>
              <a:ext uri="{FF2B5EF4-FFF2-40B4-BE49-F238E27FC236}">
                <a16:creationId xmlns:a16="http://schemas.microsoft.com/office/drawing/2014/main" id="{A76EC491-EC68-416C-B1C8-3F6B5D4CE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7966" y="1159382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5" name="타원 6">
            <a:extLst>
              <a:ext uri="{FF2B5EF4-FFF2-40B4-BE49-F238E27FC236}">
                <a16:creationId xmlns:a16="http://schemas.microsoft.com/office/drawing/2014/main" id="{519DF6DD-8640-415C-B61A-BC981D12F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1163" y="2369057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59691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92046" y="21994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항공권 예약 페이지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3201" y="5300368"/>
            <a:ext cx="97867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메인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&gt;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검색 리스트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&gt;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예약하기 버튼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&gt;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예약상세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페이지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3683D05-9BF3-4C13-80A0-B8957E83D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89" y="1280633"/>
            <a:ext cx="4991482" cy="316486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07704C9-419F-4BD9-841A-886427426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231" y="1589119"/>
            <a:ext cx="4825926" cy="254788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2D9E70CC-A076-4F38-A63F-009EEED77BDD}"/>
              </a:ext>
            </a:extLst>
          </p:cNvPr>
          <p:cNvSpPr/>
          <p:nvPr/>
        </p:nvSpPr>
        <p:spPr>
          <a:xfrm>
            <a:off x="4292045" y="1221016"/>
            <a:ext cx="499029" cy="190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타원 6">
            <a:extLst>
              <a:ext uri="{FF2B5EF4-FFF2-40B4-BE49-F238E27FC236}">
                <a16:creationId xmlns:a16="http://schemas.microsoft.com/office/drawing/2014/main" id="{EF919E2D-23B7-4A1B-A2CB-5A18DE880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6796" y="1099765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C47BF7-43B6-440D-991E-5F3E6DAD9F50}"/>
              </a:ext>
            </a:extLst>
          </p:cNvPr>
          <p:cNvSpPr txBox="1"/>
          <p:nvPr/>
        </p:nvSpPr>
        <p:spPr>
          <a:xfrm>
            <a:off x="1998494" y="5684669"/>
            <a:ext cx="8821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메인 페이지에서 로그인 후 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검색 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항공편 리스트 조회 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예약버튼 클릭 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예약상세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페이지까지 와서 상단 로그아웃 클릭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  <a:p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그리고 비로그인 상태에서 검색 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항공편 리스트 조회 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예약하기 버튼 클릭 시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번 로그인 페이지로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랜딩되지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않고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as-is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화면과 같이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예약상세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페이지로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랜딩되면서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이전에 로그인한 세션을 유지하고 있음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자세한 현상은 첨부된 영상 확인으로 확인 가능합니다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첨부파일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오류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  <a:ea typeface="+mn-ea"/>
              </a:rPr>
              <a:t>_20260330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참고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16" name="타원 6">
            <a:extLst>
              <a:ext uri="{FF2B5EF4-FFF2-40B4-BE49-F238E27FC236}">
                <a16:creationId xmlns:a16="http://schemas.microsoft.com/office/drawing/2014/main" id="{CBE501D9-5530-4321-947F-64012A75B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1163" y="2369057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91953470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lumMod val="20000"/>
            <a:lumOff val="80000"/>
          </a:schemeClr>
        </a:solidFill>
        <a:ln w="3175"/>
      </a:spPr>
      <a:bodyPr rtlCol="0" anchor="ctr"/>
      <a:lstStyle>
        <a:defPPr algn="ctr">
          <a:defRPr sz="1000">
            <a:solidFill>
              <a:schemeClr val="tx1"/>
            </a:solidFill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62624</TotalTime>
  <Words>164</Words>
  <Application>Microsoft Office PowerPoint</Application>
  <PresentationFormat>와이드스크린</PresentationFormat>
  <Paragraphs>21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나눔고딕</vt:lpstr>
      <vt:lpstr>Malgun Gothic</vt:lpstr>
      <vt:lpstr>Malgun Gothic</vt:lpstr>
      <vt:lpstr>Arial</vt:lpstr>
      <vt:lpstr>디자인 사용자 지정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항공 예약 시스템 구축 제안</dc:title>
  <dc:creator>sunghlee</dc:creator>
  <cp:lastModifiedBy>여 승은</cp:lastModifiedBy>
  <cp:revision>7827</cp:revision>
  <cp:lastPrinted>2025-08-21T02:59:43Z</cp:lastPrinted>
  <dcterms:created xsi:type="dcterms:W3CDTF">2016-10-06T04:29:15Z</dcterms:created>
  <dcterms:modified xsi:type="dcterms:W3CDTF">2026-03-30T05:25:25Z</dcterms:modified>
</cp:coreProperties>
</file>