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60" r:id="rId2"/>
    <p:sldId id="625" r:id="rId3"/>
    <p:sldId id="626" r:id="rId4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  <p14:sldId id="625"/>
            <p14:sldId id="6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1844" autoAdjust="0"/>
  </p:normalViewPr>
  <p:slideViewPr>
    <p:cSldViewPr snapToGrid="0">
      <p:cViewPr varScale="1">
        <p:scale>
          <a:sx n="104" d="100"/>
          <a:sy n="104" d="100"/>
        </p:scale>
        <p:origin x="930" y="102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2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91AA99C-BB96-4BE0-A998-B59C8C01A19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909261"/>
              </p:ext>
            </p:extLst>
          </p:nvPr>
        </p:nvGraphicFramePr>
        <p:xfrm>
          <a:off x="409578" y="562942"/>
          <a:ext cx="11500610" cy="6225785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400749">
                  <a:extLst>
                    <a:ext uri="{9D8B030D-6E8A-4147-A177-3AD203B41FA5}">
                      <a16:colId xmlns:a16="http://schemas.microsoft.com/office/drawing/2014/main" val="3643934558"/>
                    </a:ext>
                  </a:extLst>
                </a:gridCol>
                <a:gridCol w="4418470">
                  <a:extLst>
                    <a:ext uri="{9D8B030D-6E8A-4147-A177-3AD203B41FA5}">
                      <a16:colId xmlns:a16="http://schemas.microsoft.com/office/drawing/2014/main" val="1226127968"/>
                    </a:ext>
                  </a:extLst>
                </a:gridCol>
                <a:gridCol w="5681391">
                  <a:extLst>
                    <a:ext uri="{9D8B030D-6E8A-4147-A177-3AD203B41FA5}">
                      <a16:colId xmlns:a16="http://schemas.microsoft.com/office/drawing/2014/main" val="1132887773"/>
                    </a:ext>
                  </a:extLst>
                </a:gridCol>
              </a:tblGrid>
              <a:tr h="1864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AS-IS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TO-BE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93911"/>
                  </a:ext>
                </a:extLst>
              </a:tr>
              <a:tr h="3866818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6897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PATH / URL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63099"/>
                  </a:ext>
                </a:extLst>
              </a:tr>
              <a:tr h="1708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Detail Info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083429"/>
                  </a:ext>
                </a:extLst>
              </a:tr>
            </a:tbl>
          </a:graphicData>
        </a:graphic>
      </p:graphicFrame>
      <p:sp>
        <p:nvSpPr>
          <p:cNvPr id="24" name="Rectangle 10">
            <a:extLst>
              <a:ext uri="{FF2B5EF4-FFF2-40B4-BE49-F238E27FC236}">
                <a16:creationId xmlns:a16="http://schemas.microsoft.com/office/drawing/2014/main" id="{0CA065FC-D9F7-4005-BD71-C4EBD6B940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7FBFACD-F724-410B-9AD6-C82BB0EDFE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09040216-C08B-4F90-8502-4797D34CD2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D37E32AF-B92F-40DD-9230-9409029B1C7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E25061-4C51-473D-9657-FC02A738F267}"/>
              </a:ext>
            </a:extLst>
          </p:cNvPr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타운트래블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	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806617-79B8-4BCD-B952-A5E5118DA0DF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2026-01-26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1F1C6-4F57-403C-976E-348A4044F88E}"/>
              </a:ext>
            </a:extLst>
          </p:cNvPr>
          <p:cNvSpPr txBox="1"/>
          <p:nvPr userDrawn="1"/>
        </p:nvSpPr>
        <p:spPr>
          <a:xfrm>
            <a:off x="4287835" y="203286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기업출장관리 상담 신청</a:t>
            </a: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cultureandcontents.com/ko/production/portfolio_list.asp" TargetMode="External"/><Relationship Id="rId2" Type="http://schemas.openxmlformats.org/officeDocument/2006/relationships/hyperlink" Target="https://admin.smcultureandcontents.com:7078/siteSmAdmin/portfolio/Production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2026.03.09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363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>
              <a:lnSpc>
                <a:spcPct val="85000"/>
              </a:lnSpc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PRD_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브랜드사이트</a:t>
            </a:r>
            <a:r>
              <a:rPr lang="ko-KR" altLang="en-US" sz="3200" b="1" dirty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 콘텐츠 </a:t>
            </a:r>
            <a:r>
              <a:rPr lang="en-US" altLang="ko-KR" sz="3200" b="1" dirty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IP </a:t>
            </a:r>
            <a:r>
              <a:rPr lang="ko-KR" altLang="en-US" sz="3200" b="1" dirty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rPr>
              <a:t>등록 순서 관련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A90B04-69FB-40A9-A695-48F216614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4379"/>
              </p:ext>
            </p:extLst>
          </p:nvPr>
        </p:nvGraphicFramePr>
        <p:xfrm>
          <a:off x="554181" y="295565"/>
          <a:ext cx="11203710" cy="6218148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985819">
                  <a:extLst>
                    <a:ext uri="{9D8B030D-6E8A-4147-A177-3AD203B41FA5}">
                      <a16:colId xmlns:a16="http://schemas.microsoft.com/office/drawing/2014/main" val="945361115"/>
                    </a:ext>
                  </a:extLst>
                </a:gridCol>
                <a:gridCol w="9217891">
                  <a:extLst>
                    <a:ext uri="{9D8B030D-6E8A-4147-A177-3AD203B41FA5}">
                      <a16:colId xmlns:a16="http://schemas.microsoft.com/office/drawing/2014/main" val="538108179"/>
                    </a:ext>
                  </a:extLst>
                </a:gridCol>
              </a:tblGrid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Subject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브랜드 사이트 콘텐츠 </a:t>
                      </a:r>
                      <a:r>
                        <a:rPr lang="en-US" altLang="ko-KR" sz="1000" dirty="0" err="1"/>
                        <a:t>ip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등록 순서 관련 수정 요청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95500"/>
                  </a:ext>
                </a:extLst>
              </a:tr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/>
                        <a:t>요청자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장다인</a:t>
                      </a:r>
                      <a:r>
                        <a:rPr lang="ko-KR" altLang="en-US" sz="1000" dirty="0"/>
                        <a:t> 팀장님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299669"/>
                  </a:ext>
                </a:extLst>
              </a:tr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승인자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159011"/>
                  </a:ext>
                </a:extLst>
              </a:tr>
              <a:tr h="324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작업 담당자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여승은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김성호 이사님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566774"/>
                  </a:ext>
                </a:extLst>
              </a:tr>
              <a:tr h="331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작성일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2026-03-09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775"/>
                  </a:ext>
                </a:extLst>
              </a:tr>
              <a:tr h="347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배포대상 </a:t>
                      </a:r>
                      <a:r>
                        <a:rPr lang="en-US" altLang="ko-KR" sz="1000" b="1" dirty="0"/>
                        <a:t>/ URL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https://admin.smcultureandcontents.com:7078/siteSmAdmin/portfolio/Production.asp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665058"/>
                  </a:ext>
                </a:extLst>
              </a:tr>
              <a:tr h="822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요청내용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처음에 게시글 등록 시 맨 위 상단에 노출 및 마지막 게시물 넘버링에 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+1 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넘버로 생성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대부분 최근에 등록한 게시물이 맨 앞에 노출되는 경우가 대부분이어서 수정 요청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05649"/>
                  </a:ext>
                </a:extLst>
              </a:tr>
              <a:tr h="1110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Background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err="1"/>
                        <a:t>Pr</a:t>
                      </a:r>
                      <a:r>
                        <a:rPr lang="ko-KR" altLang="en-US" sz="1000" dirty="0"/>
                        <a:t>팀에서 포트폴리오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스튜디오에서 게시글 등록하였는데 맨 하단에 생성되고 가장 아래 넘버로 생성되어 브랜드 사이트 </a:t>
                      </a:r>
                      <a:r>
                        <a:rPr lang="ko-KR" altLang="en-US" sz="1000" dirty="0" err="1"/>
                        <a:t>맨앞에</a:t>
                      </a:r>
                      <a:r>
                        <a:rPr lang="ko-KR" altLang="en-US" sz="1000" dirty="0"/>
                        <a:t> 노출하기 위해서는 </a:t>
                      </a:r>
                      <a:r>
                        <a:rPr lang="en-US" altLang="ko-KR" sz="1000" dirty="0"/>
                        <a:t>70</a:t>
                      </a:r>
                      <a:r>
                        <a:rPr lang="ko-KR" altLang="en-US" sz="1000" dirty="0"/>
                        <a:t>번 이상 클릭하여 맨 상단까지 </a:t>
                      </a:r>
                      <a:r>
                        <a:rPr lang="ko-KR" altLang="en-US" sz="1000" dirty="0" err="1"/>
                        <a:t>올려야지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맨앞에</a:t>
                      </a:r>
                      <a:r>
                        <a:rPr lang="ko-KR" altLang="en-US" sz="1000" dirty="0"/>
                        <a:t> 노출되고 있음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로직 </a:t>
                      </a:r>
                      <a:r>
                        <a:rPr lang="ko-KR" altLang="en-US" sz="1000" dirty="0" err="1"/>
                        <a:t>오류인것을</a:t>
                      </a:r>
                      <a:r>
                        <a:rPr lang="ko-KR" altLang="en-US" sz="1000" dirty="0"/>
                        <a:t> 보인다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547791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Etc</a:t>
                      </a:r>
                      <a:r>
                        <a:rPr lang="en-US" altLang="ko-KR" sz="1000" b="1" dirty="0"/>
                        <a:t> info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Backend : DB</a:t>
                      </a:r>
                      <a:r>
                        <a:rPr lang="ko-KR" altLang="en-US" sz="1000" dirty="0"/>
                        <a:t> 생성 및 </a:t>
                      </a:r>
                      <a:r>
                        <a:rPr lang="ko-KR" altLang="en-US" sz="1000" dirty="0" err="1"/>
                        <a:t>금칙어</a:t>
                      </a:r>
                      <a:r>
                        <a:rPr lang="ko-KR" altLang="en-US" sz="1000" dirty="0"/>
                        <a:t> 저장 관리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전송</a:t>
                      </a:r>
                      <a:r>
                        <a:rPr lang="en-US" altLang="ko-KR" sz="1000" dirty="0"/>
                        <a:t> </a:t>
                      </a:r>
                      <a:r>
                        <a:rPr lang="en-US" altLang="ko-KR" sz="1000" dirty="0" err="1"/>
                        <a:t>api</a:t>
                      </a:r>
                      <a:r>
                        <a:rPr lang="ko-KR" altLang="en-US" sz="1000" dirty="0"/>
                        <a:t>에서 제목 </a:t>
                      </a:r>
                      <a:r>
                        <a:rPr lang="en-US" altLang="ko-KR" sz="1000" dirty="0"/>
                        <a:t>+ </a:t>
                      </a:r>
                      <a:r>
                        <a:rPr lang="ko-KR" altLang="en-US" sz="1000" dirty="0"/>
                        <a:t>내용에서 </a:t>
                      </a:r>
                      <a:r>
                        <a:rPr lang="ko-KR" altLang="en-US" sz="1000" dirty="0" err="1"/>
                        <a:t>금칙어</a:t>
                      </a:r>
                      <a:r>
                        <a:rPr lang="ko-KR" altLang="en-US" sz="1000" dirty="0"/>
                        <a:t> 포함 시 메일을 </a:t>
                      </a:r>
                      <a:r>
                        <a:rPr lang="ko-KR" altLang="en-US" sz="1000" dirty="0" err="1"/>
                        <a:t>못보내도록</a:t>
                      </a:r>
                      <a:r>
                        <a:rPr lang="ko-KR" altLang="en-US" sz="1000" dirty="0"/>
                        <a:t> 에러코드 및 메시지 </a:t>
                      </a:r>
                      <a:r>
                        <a:rPr lang="en-US" altLang="ko-KR" sz="1000" dirty="0"/>
                        <a:t>return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Front : </a:t>
                      </a:r>
                      <a:r>
                        <a:rPr lang="ko-KR" altLang="en-US" sz="1000" dirty="0" err="1"/>
                        <a:t>백엔드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api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호출해서 보내기 버튼 클릭 시 제목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내용 검사 에러 및 메시지 코드 받으면 팝업 띄우고 </a:t>
                      </a:r>
                      <a:r>
                        <a:rPr lang="ko-KR" altLang="en-US" sz="1000" dirty="0" err="1"/>
                        <a:t>금칙어</a:t>
                      </a:r>
                      <a:r>
                        <a:rPr lang="ko-KR" altLang="en-US" sz="1000" dirty="0"/>
                        <a:t> 노출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95771"/>
                  </a:ext>
                </a:extLst>
              </a:tr>
              <a:tr h="13854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Etc</a:t>
                      </a:r>
                      <a:r>
                        <a:rPr lang="en-US" altLang="ko-KR" sz="1000" b="1" dirty="0"/>
                        <a:t> image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139817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06FEB3DD-509D-4836-BAFE-C1A412E5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400" y="5312449"/>
            <a:ext cx="2053091" cy="104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6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1CC8C895-225A-43A9-AA4D-0D90AAB26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E7A54C8-F6BC-4D23-99BA-1E7C8BEE5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E16307AE-9B6F-4421-977F-8408A43EC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49BF92F8-E884-48AC-B839-702064B7B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36BF0-4817-4F21-8CDE-CB46725DEFC1}"/>
              </a:ext>
            </a:extLst>
          </p:cNvPr>
          <p:cNvSpPr txBox="1"/>
          <p:nvPr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 C&amp;C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브랜드사이트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0E4332-9B6D-4537-9FA4-A3EADA5B9611}"/>
              </a:ext>
            </a:extLst>
          </p:cNvPr>
          <p:cNvSpPr/>
          <p:nvPr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2026-03-09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6CBAFD-CB63-456D-80C6-CC163DA31ED7}"/>
              </a:ext>
            </a:extLst>
          </p:cNvPr>
          <p:cNvSpPr txBox="1"/>
          <p:nvPr/>
        </p:nvSpPr>
        <p:spPr>
          <a:xfrm>
            <a:off x="4287835" y="203286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포트폴리오 관리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스튜디오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C8730D1-D870-473E-AC3E-620B9D77C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49831"/>
              </p:ext>
            </p:extLst>
          </p:nvPr>
        </p:nvGraphicFramePr>
        <p:xfrm>
          <a:off x="409578" y="562942"/>
          <a:ext cx="11500610" cy="6176071"/>
        </p:xfrm>
        <a:graphic>
          <a:graphicData uri="http://schemas.openxmlformats.org/drawingml/2006/table">
            <a:tbl>
              <a:tblPr firstRow="1" bandRow="1">
                <a:tableStyleId>{63B3251E-1545-4ECF-93FE-F2C1782842DC}</a:tableStyleId>
              </a:tblPr>
              <a:tblGrid>
                <a:gridCol w="1400749">
                  <a:extLst>
                    <a:ext uri="{9D8B030D-6E8A-4147-A177-3AD203B41FA5}">
                      <a16:colId xmlns:a16="http://schemas.microsoft.com/office/drawing/2014/main" val="3643934558"/>
                    </a:ext>
                  </a:extLst>
                </a:gridCol>
                <a:gridCol w="4418470">
                  <a:extLst>
                    <a:ext uri="{9D8B030D-6E8A-4147-A177-3AD203B41FA5}">
                      <a16:colId xmlns:a16="http://schemas.microsoft.com/office/drawing/2014/main" val="1226127968"/>
                    </a:ext>
                  </a:extLst>
                </a:gridCol>
                <a:gridCol w="5681391">
                  <a:extLst>
                    <a:ext uri="{9D8B030D-6E8A-4147-A177-3AD203B41FA5}">
                      <a16:colId xmlns:a16="http://schemas.microsoft.com/office/drawing/2014/main" val="1132887773"/>
                    </a:ext>
                  </a:extLst>
                </a:gridCol>
              </a:tblGrid>
              <a:tr h="23813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AS-IS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TO-BE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93911"/>
                  </a:ext>
                </a:extLst>
              </a:tr>
              <a:tr h="3776373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68976"/>
                  </a:ext>
                </a:extLst>
              </a:tr>
              <a:tr h="4870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PATH / URL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linkClick r:id="rId2"/>
                        </a:rPr>
                        <a:t>https://admin.smcultureandcontents.com:7078/siteSmAdmin/portfolio/Production.asp</a:t>
                      </a:r>
                      <a:r>
                        <a:rPr lang="en-US" altLang="ko-KR" sz="1000" dirty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ADMIN</a:t>
                      </a:r>
                      <a:r>
                        <a:rPr lang="ko-KR" altLang="en-US" sz="1000" dirty="0"/>
                        <a:t>에 포트폴리오관리 </a:t>
                      </a:r>
                      <a:r>
                        <a:rPr lang="en-US" altLang="ko-KR" sz="1000" dirty="0"/>
                        <a:t>&gt; STUDIO &gt; </a:t>
                      </a:r>
                      <a:r>
                        <a:rPr lang="ko-KR" altLang="en-US" sz="1000" dirty="0"/>
                        <a:t>등록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63099"/>
                  </a:ext>
                </a:extLst>
              </a:tr>
              <a:tr h="1668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Detail Info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[AS-IS] :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처음에 게시글 등록 시 </a:t>
                      </a:r>
                      <a:r>
                        <a:rPr lang="en-US" altLang="ko-KR" sz="1000" b="1" i="0" kern="12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[1</a:t>
                      </a:r>
                      <a:r>
                        <a:rPr lang="ko-KR" altLang="en-US" sz="1000" b="1" i="0" kern="12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번</a:t>
                      </a:r>
                      <a:r>
                        <a:rPr lang="en-US" altLang="ko-KR" sz="1000" b="1" i="0" kern="1200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과 같이 삭제된 게시글 바로 </a:t>
                      </a:r>
                      <a:r>
                        <a:rPr lang="ko-KR" altLang="en-US" sz="1000" b="0" i="0" u="sng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위 즉 맨 하단에 노출되고 넘버링이 삭제된 게시물 다음 번호로 생성 </a:t>
                      </a:r>
                      <a:b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기존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게시글물들은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기존 넘버링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이 되고 있는 상태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팀에서 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hlinkClick r:id="rId3"/>
                        </a:rPr>
                        <a:t>https://www.smcultureandcontents.com/ko/production/portfolio_list.asp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해당 사이트에서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맨앞에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게시하기 위해서</a:t>
                      </a:r>
                      <a:b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에서일일히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수십번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클릭하여 </a:t>
                      </a:r>
                      <a:r>
                        <a:rPr lang="ko-KR" altLang="en-US" sz="1000" b="0" i="0" kern="120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최상단</a:t>
                      </a:r>
                      <a:r>
                        <a:rPr lang="ko-KR" altLang="en-US" sz="1000" b="0" i="0" kern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넘버까지 끌어올려 노출시키고 있는 상태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latin typeface="+mj-lt"/>
                        </a:rPr>
                        <a:t>[TO-BE] </a:t>
                      </a:r>
                      <a:r>
                        <a:rPr lang="en-US" altLang="ko-KR" sz="1000" dirty="0">
                          <a:latin typeface="+mj-lt"/>
                        </a:rPr>
                        <a:t>: </a:t>
                      </a:r>
                      <a:r>
                        <a:rPr lang="ko-KR" altLang="en-US" sz="1000" dirty="0">
                          <a:latin typeface="+mj-lt"/>
                        </a:rPr>
                        <a:t>처음에 게시글 등록 시 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+mj-lt"/>
                        </a:rPr>
                        <a:t>[2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+mj-lt"/>
                        </a:rPr>
                        <a:t>번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+mj-lt"/>
                        </a:rPr>
                        <a:t>]</a:t>
                      </a:r>
                      <a:r>
                        <a:rPr lang="ko-KR" altLang="en-US" sz="1000" dirty="0">
                          <a:latin typeface="+mj-lt"/>
                        </a:rPr>
                        <a:t>과 같이 맨 위 상단에 노출 및 마지막 게시물 넘버링에 </a:t>
                      </a:r>
                      <a:r>
                        <a:rPr lang="en-US" altLang="ko-KR" sz="1000" dirty="0">
                          <a:latin typeface="+mj-lt"/>
                        </a:rPr>
                        <a:t>+1 </a:t>
                      </a:r>
                      <a:r>
                        <a:rPr lang="ko-KR" altLang="en-US" sz="1000" dirty="0">
                          <a:latin typeface="+mj-lt"/>
                        </a:rPr>
                        <a:t>넘버로 생성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+mj-lt"/>
                        </a:rPr>
                        <a:t>대부분 최근에 등록한 게시물이 맨 앞에 노출되는 경우가 대부분이어서 수정 요청</a:t>
                      </a:r>
                      <a:endParaRPr lang="en-US" altLang="ko-KR" sz="1000" dirty="0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083429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76024AC-0F3F-4D2C-9522-68494A0AC0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175"/>
          <a:stretch/>
        </p:blipFill>
        <p:spPr>
          <a:xfrm>
            <a:off x="709809" y="966646"/>
            <a:ext cx="5373157" cy="342350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A736608-524E-45B0-A773-6347102A56EC}"/>
              </a:ext>
            </a:extLst>
          </p:cNvPr>
          <p:cNvSpPr/>
          <p:nvPr/>
        </p:nvSpPr>
        <p:spPr>
          <a:xfrm>
            <a:off x="905164" y="3583709"/>
            <a:ext cx="4461163" cy="25861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Oval 35">
            <a:extLst>
              <a:ext uri="{FF2B5EF4-FFF2-40B4-BE49-F238E27FC236}">
                <a16:creationId xmlns:a16="http://schemas.microsoft.com/office/drawing/2014/main" id="{9CD13F91-8AD8-4FB7-AB86-56392BF5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18" y="3444776"/>
            <a:ext cx="269983" cy="258618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1000" b="1" dirty="0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D415E7-7160-4A4E-BDAA-48D01279C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086" y="1314443"/>
            <a:ext cx="5212336" cy="3075709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1B4211B3-C6ED-4DEC-8A69-40166AFBBC07}"/>
              </a:ext>
            </a:extLst>
          </p:cNvPr>
          <p:cNvSpPr/>
          <p:nvPr/>
        </p:nvSpPr>
        <p:spPr>
          <a:xfrm>
            <a:off x="7449025" y="3034146"/>
            <a:ext cx="4333397" cy="25861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Oval 35">
            <a:extLst>
              <a:ext uri="{FF2B5EF4-FFF2-40B4-BE49-F238E27FC236}">
                <a16:creationId xmlns:a16="http://schemas.microsoft.com/office/drawing/2014/main" id="{69A9ADFE-C6AB-4096-A756-014B3589A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033" y="2861534"/>
            <a:ext cx="269983" cy="258618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1000" b="1" dirty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FE13755-D3A4-40D8-867D-DCABAA1D2598}"/>
              </a:ext>
            </a:extLst>
          </p:cNvPr>
          <p:cNvCxnSpPr>
            <a:stCxn id="4" idx="3"/>
            <a:endCxn id="43" idx="1"/>
          </p:cNvCxnSpPr>
          <p:nvPr/>
        </p:nvCxnSpPr>
        <p:spPr>
          <a:xfrm flipV="1">
            <a:off x="5366327" y="3163455"/>
            <a:ext cx="2082698" cy="5495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10979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62527</TotalTime>
  <Words>331</Words>
  <Application>Microsoft Office PowerPoint</Application>
  <PresentationFormat>와이드스크린</PresentationFormat>
  <Paragraphs>44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나눔고딕</vt:lpstr>
      <vt:lpstr>Malgun Gothic</vt:lpstr>
      <vt:lpstr>Malgun Gothic</vt:lpstr>
      <vt:lpstr>Arial</vt:lpstr>
      <vt:lpstr>디자인 사용자 지정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7836</cp:revision>
  <cp:lastPrinted>2025-08-21T02:59:43Z</cp:lastPrinted>
  <dcterms:created xsi:type="dcterms:W3CDTF">2016-10-06T04:29:15Z</dcterms:created>
  <dcterms:modified xsi:type="dcterms:W3CDTF">2026-03-10T04:55:44Z</dcterms:modified>
</cp:coreProperties>
</file>